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43"/>
  </p:notesMasterIdLst>
  <p:sldIdLst>
    <p:sldId id="2007578881" r:id="rId2"/>
    <p:sldId id="2007578865" r:id="rId3"/>
    <p:sldId id="2007578866" r:id="rId4"/>
    <p:sldId id="2007578875" r:id="rId5"/>
    <p:sldId id="2007578885" r:id="rId6"/>
    <p:sldId id="2007578876" r:id="rId7"/>
    <p:sldId id="2007578877" r:id="rId8"/>
    <p:sldId id="2007578873" r:id="rId9"/>
    <p:sldId id="2007578878" r:id="rId10"/>
    <p:sldId id="2007578879" r:id="rId11"/>
    <p:sldId id="2007578880" r:id="rId12"/>
    <p:sldId id="2007578864" r:id="rId13"/>
    <p:sldId id="2007578870" r:id="rId14"/>
    <p:sldId id="2007578898" r:id="rId15"/>
    <p:sldId id="2007578899" r:id="rId16"/>
    <p:sldId id="2007578900" r:id="rId17"/>
    <p:sldId id="2007578874" r:id="rId18"/>
    <p:sldId id="2007578863" r:id="rId19"/>
    <p:sldId id="2007578895" r:id="rId20"/>
    <p:sldId id="2007578896" r:id="rId21"/>
    <p:sldId id="2007578882" r:id="rId22"/>
    <p:sldId id="2007578868" r:id="rId23"/>
    <p:sldId id="2007578891" r:id="rId24"/>
    <p:sldId id="2007578869" r:id="rId25"/>
    <p:sldId id="2007578867" r:id="rId26"/>
    <p:sldId id="2007578871" r:id="rId27"/>
    <p:sldId id="2007578872" r:id="rId28"/>
    <p:sldId id="2007578892" r:id="rId29"/>
    <p:sldId id="2007578897" r:id="rId30"/>
    <p:sldId id="2007578889" r:id="rId31"/>
    <p:sldId id="2007578883" r:id="rId32"/>
    <p:sldId id="2007578884" r:id="rId33"/>
    <p:sldId id="2007578886" r:id="rId34"/>
    <p:sldId id="2007578888" r:id="rId35"/>
    <p:sldId id="2007578893" r:id="rId36"/>
    <p:sldId id="2007578887" r:id="rId37"/>
    <p:sldId id="2007578890" r:id="rId38"/>
    <p:sldId id="2466" r:id="rId39"/>
    <p:sldId id="2007578894" r:id="rId40"/>
    <p:sldId id="287" r:id="rId41"/>
    <p:sldId id="319" r:id="rId42"/>
    <p:sldId id="320" r:id="rId43"/>
    <p:sldId id="321" r:id="rId44"/>
    <p:sldId id="317" r:id="rId45"/>
    <p:sldId id="322" r:id="rId46"/>
    <p:sldId id="344" r:id="rId47"/>
    <p:sldId id="345" r:id="rId48"/>
    <p:sldId id="383" r:id="rId49"/>
    <p:sldId id="347" r:id="rId50"/>
    <p:sldId id="348" r:id="rId51"/>
    <p:sldId id="349" r:id="rId52"/>
    <p:sldId id="350" r:id="rId53"/>
    <p:sldId id="351" r:id="rId54"/>
    <p:sldId id="352" r:id="rId55"/>
    <p:sldId id="353" r:id="rId56"/>
    <p:sldId id="401" r:id="rId57"/>
    <p:sldId id="361" r:id="rId58"/>
    <p:sldId id="362" r:id="rId59"/>
    <p:sldId id="363" r:id="rId60"/>
    <p:sldId id="364" r:id="rId61"/>
    <p:sldId id="378" r:id="rId62"/>
    <p:sldId id="379" r:id="rId63"/>
    <p:sldId id="380" r:id="rId64"/>
    <p:sldId id="381" r:id="rId65"/>
    <p:sldId id="382" r:id="rId66"/>
    <p:sldId id="296" r:id="rId67"/>
    <p:sldId id="297" r:id="rId68"/>
    <p:sldId id="298" r:id="rId69"/>
    <p:sldId id="300" r:id="rId70"/>
    <p:sldId id="301" r:id="rId71"/>
    <p:sldId id="302" r:id="rId72"/>
    <p:sldId id="303" r:id="rId73"/>
    <p:sldId id="306" r:id="rId74"/>
    <p:sldId id="305" r:id="rId75"/>
    <p:sldId id="307" r:id="rId76"/>
    <p:sldId id="314" r:id="rId77"/>
    <p:sldId id="308" r:id="rId78"/>
    <p:sldId id="309" r:id="rId79"/>
    <p:sldId id="310" r:id="rId80"/>
    <p:sldId id="311" r:id="rId81"/>
    <p:sldId id="318" r:id="rId82"/>
    <p:sldId id="355" r:id="rId83"/>
    <p:sldId id="356" r:id="rId84"/>
    <p:sldId id="357" r:id="rId85"/>
    <p:sldId id="358" r:id="rId86"/>
    <p:sldId id="359" r:id="rId87"/>
    <p:sldId id="360" r:id="rId88"/>
    <p:sldId id="365" r:id="rId89"/>
    <p:sldId id="366" r:id="rId90"/>
    <p:sldId id="367" r:id="rId91"/>
    <p:sldId id="368" r:id="rId92"/>
    <p:sldId id="369" r:id="rId93"/>
    <p:sldId id="370" r:id="rId94"/>
    <p:sldId id="371" r:id="rId95"/>
    <p:sldId id="372" r:id="rId96"/>
    <p:sldId id="373" r:id="rId97"/>
    <p:sldId id="374" r:id="rId98"/>
    <p:sldId id="375" r:id="rId99"/>
    <p:sldId id="376" r:id="rId100"/>
    <p:sldId id="377" r:id="rId101"/>
    <p:sldId id="261" r:id="rId102"/>
    <p:sldId id="264" r:id="rId103"/>
    <p:sldId id="266" r:id="rId104"/>
    <p:sldId id="269" r:id="rId105"/>
    <p:sldId id="270" r:id="rId106"/>
    <p:sldId id="273" r:id="rId107"/>
    <p:sldId id="275" r:id="rId108"/>
    <p:sldId id="276" r:id="rId109"/>
    <p:sldId id="278" r:id="rId110"/>
    <p:sldId id="279" r:id="rId111"/>
    <p:sldId id="281" r:id="rId112"/>
    <p:sldId id="280" r:id="rId113"/>
    <p:sldId id="387" r:id="rId114"/>
    <p:sldId id="388" r:id="rId115"/>
    <p:sldId id="389" r:id="rId116"/>
    <p:sldId id="282" r:id="rId117"/>
    <p:sldId id="2007578901" r:id="rId118"/>
    <p:sldId id="286" r:id="rId119"/>
    <p:sldId id="283" r:id="rId120"/>
    <p:sldId id="284" r:id="rId121"/>
    <p:sldId id="267" r:id="rId122"/>
    <p:sldId id="265" r:id="rId123"/>
    <p:sldId id="268" r:id="rId124"/>
    <p:sldId id="2007578902" r:id="rId125"/>
    <p:sldId id="2007578903" r:id="rId126"/>
    <p:sldId id="2007578904" r:id="rId127"/>
    <p:sldId id="2007578905" r:id="rId128"/>
    <p:sldId id="312" r:id="rId129"/>
    <p:sldId id="313" r:id="rId130"/>
    <p:sldId id="2007578906" r:id="rId131"/>
    <p:sldId id="315" r:id="rId132"/>
    <p:sldId id="316" r:id="rId133"/>
    <p:sldId id="2007578907" r:id="rId134"/>
    <p:sldId id="2007578908" r:id="rId135"/>
    <p:sldId id="2007578909" r:id="rId136"/>
    <p:sldId id="2007578910" r:id="rId137"/>
    <p:sldId id="2007578911" r:id="rId138"/>
    <p:sldId id="2007578912" r:id="rId139"/>
    <p:sldId id="323" r:id="rId140"/>
    <p:sldId id="324" r:id="rId141"/>
    <p:sldId id="386" r:id="rId142"/>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0"/>
    <p:restoredTop sz="94660"/>
  </p:normalViewPr>
  <p:slideViewPr>
    <p:cSldViewPr snapToGrid="0">
      <p:cViewPr varScale="1">
        <p:scale>
          <a:sx n="102" d="100"/>
          <a:sy n="102" d="100"/>
        </p:scale>
        <p:origin x="114" y="102"/>
      </p:cViewPr>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presProps" Target="pres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产品A</c:v>
                </c:pt>
              </c:strCache>
            </c:strRef>
          </c:tx>
          <c:spPr>
            <a:gradFill>
              <a:gsLst>
                <a:gs pos="0">
                  <a:schemeClr val="accent1"/>
                </a:gs>
                <a:gs pos="100000">
                  <a:schemeClr val="accent1">
                    <a:alpha val="0"/>
                  </a:schemeClr>
                </a:gs>
              </a:gsLst>
              <a:lin ang="5400000" scaled="1"/>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5B72-4D82-9F07-6EECEDB7804D}"/>
            </c:ext>
          </c:extLst>
        </c:ser>
        <c:ser>
          <c:idx val="1"/>
          <c:order val="1"/>
          <c:tx>
            <c:strRef>
              <c:f>Sheet1!$C$1</c:f>
              <c:strCache>
                <c:ptCount val="1"/>
                <c:pt idx="0">
                  <c:v>产品B</c:v>
                </c:pt>
              </c:strCache>
            </c:strRef>
          </c:tx>
          <c:spPr>
            <a:gradFill>
              <a:gsLst>
                <a:gs pos="0">
                  <a:schemeClr val="accent2"/>
                </a:gs>
                <a:gs pos="100000">
                  <a:schemeClr val="accent2">
                    <a:alpha val="0"/>
                  </a:schemeClr>
                </a:gs>
              </a:gsLst>
              <a:lin ang="5400000" scaled="1"/>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5B72-4D82-9F07-6EECEDB7804D}"/>
            </c:ext>
          </c:extLst>
        </c:ser>
        <c:ser>
          <c:idx val="2"/>
          <c:order val="2"/>
          <c:tx>
            <c:strRef>
              <c:f>Sheet1!$D$1</c:f>
              <c:strCache>
                <c:ptCount val="1"/>
                <c:pt idx="0">
                  <c:v>产品C</c:v>
                </c:pt>
              </c:strCache>
            </c:strRef>
          </c:tx>
          <c:spPr>
            <a:gradFill>
              <a:gsLst>
                <a:gs pos="0">
                  <a:schemeClr val="accent3"/>
                </a:gs>
                <a:gs pos="100000">
                  <a:schemeClr val="accent3">
                    <a:alpha val="0"/>
                  </a:schemeClr>
                </a:gs>
              </a:gsLst>
              <a:lin ang="5400000" scaled="1"/>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5B72-4D82-9F07-6EECEDB7804D}"/>
            </c:ext>
          </c:extLst>
        </c:ser>
        <c:dLbls>
          <c:dLblPos val="outEnd"/>
          <c:showLegendKey val="0"/>
          <c:showVal val="1"/>
          <c:showCatName val="0"/>
          <c:showSerName val="0"/>
          <c:showPercent val="0"/>
          <c:showBubbleSize val="0"/>
        </c:dLbls>
        <c:gapWidth val="219"/>
        <c:overlap val="-27"/>
        <c:axId val="1959085632"/>
        <c:axId val="2120345408"/>
      </c:barChart>
      <c:catAx>
        <c:axId val="1959085632"/>
        <c:scaling>
          <c:orientation val="minMax"/>
        </c:scaling>
        <c:delete val="1"/>
        <c:axPos val="b"/>
        <c:numFmt formatCode="General" sourceLinked="1"/>
        <c:majorTickMark val="none"/>
        <c:minorTickMark val="none"/>
        <c:tickLblPos val="nextTo"/>
        <c:crossAx val="2120345408"/>
        <c:crosses val="autoZero"/>
        <c:auto val="1"/>
        <c:lblAlgn val="ctr"/>
        <c:lblOffset val="100"/>
        <c:noMultiLvlLbl val="0"/>
      </c:catAx>
      <c:valAx>
        <c:axId val="2120345408"/>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959085632"/>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zh-CN"/>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C5A10F4-C2FC-489C-B18B-9AAB6358A035}" type="datetimeFigureOut">
              <a:rPr lang="zh-CN" altLang="en-US" smtClean="0"/>
              <a:t>2024/1/31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62F4EF3-9B8B-47E3-AA67-F35DB1A13C9F}" type="slidenum">
              <a:rPr lang="zh-CN" altLang="en-US" smtClean="0"/>
              <a:t>‹#›</a:t>
            </a:fld>
            <a:endParaRPr lang="zh-CN" altLang="en-US"/>
          </a:p>
        </p:txBody>
      </p:sp>
    </p:spTree>
    <p:extLst>
      <p:ext uri="{BB962C8B-B14F-4D97-AF65-F5344CB8AC3E}">
        <p14:creationId xmlns:p14="http://schemas.microsoft.com/office/powerpoint/2010/main" val="37054567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C67E895-EEF4-BA45-B35D-3B99D5043297}" type="slidenum">
              <a:rPr kumimoji="1" lang="zh-CN" altLang="en-US" smtClean="0"/>
              <a:t>121</a:t>
            </a:fld>
            <a:endParaRPr kumimoji="1" lang="zh-CN" altLang="en-US"/>
          </a:p>
        </p:txBody>
      </p:sp>
    </p:spTree>
    <p:extLst>
      <p:ext uri="{BB962C8B-B14F-4D97-AF65-F5344CB8AC3E}">
        <p14:creationId xmlns:p14="http://schemas.microsoft.com/office/powerpoint/2010/main" val="10173781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C67E895-EEF4-BA45-B35D-3B99D5043297}" type="slidenum">
              <a:rPr kumimoji="1" lang="zh-CN" altLang="en-US" smtClean="0"/>
              <a:t>122</a:t>
            </a:fld>
            <a:endParaRPr kumimoji="1" lang="zh-CN" altLang="en-US"/>
          </a:p>
        </p:txBody>
      </p:sp>
    </p:spTree>
    <p:extLst>
      <p:ext uri="{BB962C8B-B14F-4D97-AF65-F5344CB8AC3E}">
        <p14:creationId xmlns:p14="http://schemas.microsoft.com/office/powerpoint/2010/main" val="85899004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5C67E895-EEF4-BA45-B35D-3B99D5043297}" type="slidenum">
              <a:rPr kumimoji="1" lang="zh-CN" altLang="en-US" smtClean="0"/>
              <a:t>123</a:t>
            </a:fld>
            <a:endParaRPr kumimoji="1" lang="zh-CN" altLang="en-US"/>
          </a:p>
        </p:txBody>
      </p:sp>
    </p:spTree>
    <p:extLst>
      <p:ext uri="{BB962C8B-B14F-4D97-AF65-F5344CB8AC3E}">
        <p14:creationId xmlns:p14="http://schemas.microsoft.com/office/powerpoint/2010/main" val="262316864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124</a:t>
            </a:fld>
            <a:endParaRPr kumimoji="1" lang="zh-CN" altLang="en-US"/>
          </a:p>
        </p:txBody>
      </p:sp>
    </p:spTree>
    <p:extLst>
      <p:ext uri="{BB962C8B-B14F-4D97-AF65-F5344CB8AC3E}">
        <p14:creationId xmlns:p14="http://schemas.microsoft.com/office/powerpoint/2010/main" val="339338854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125</a:t>
            </a:fld>
            <a:endParaRPr kumimoji="1" lang="zh-CN" altLang="en-US"/>
          </a:p>
        </p:txBody>
      </p:sp>
    </p:spTree>
    <p:extLst>
      <p:ext uri="{BB962C8B-B14F-4D97-AF65-F5344CB8AC3E}">
        <p14:creationId xmlns:p14="http://schemas.microsoft.com/office/powerpoint/2010/main" val="170070480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126</a:t>
            </a:fld>
            <a:endParaRPr kumimoji="1" lang="zh-CN" altLang="en-US"/>
          </a:p>
        </p:txBody>
      </p:sp>
    </p:spTree>
    <p:extLst>
      <p:ext uri="{BB962C8B-B14F-4D97-AF65-F5344CB8AC3E}">
        <p14:creationId xmlns:p14="http://schemas.microsoft.com/office/powerpoint/2010/main" val="6247149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127</a:t>
            </a:fld>
            <a:endParaRPr kumimoji="1" lang="zh-CN" altLang="en-US"/>
          </a:p>
        </p:txBody>
      </p:sp>
    </p:spTree>
    <p:extLst>
      <p:ext uri="{BB962C8B-B14F-4D97-AF65-F5344CB8AC3E}">
        <p14:creationId xmlns:p14="http://schemas.microsoft.com/office/powerpoint/2010/main" val="429404771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128</a:t>
            </a:fld>
            <a:endParaRPr kumimoji="1" lang="zh-CN" altLang="en-US"/>
          </a:p>
        </p:txBody>
      </p:sp>
    </p:spTree>
    <p:extLst>
      <p:ext uri="{BB962C8B-B14F-4D97-AF65-F5344CB8AC3E}">
        <p14:creationId xmlns:p14="http://schemas.microsoft.com/office/powerpoint/2010/main" val="3226939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129</a:t>
            </a:fld>
            <a:endParaRPr kumimoji="1" lang="zh-CN" altLang="en-US"/>
          </a:p>
        </p:txBody>
      </p:sp>
    </p:spTree>
    <p:extLst>
      <p:ext uri="{BB962C8B-B14F-4D97-AF65-F5344CB8AC3E}">
        <p14:creationId xmlns:p14="http://schemas.microsoft.com/office/powerpoint/2010/main" val="220069620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130</a:t>
            </a:fld>
            <a:endParaRPr kumimoji="1" lang="zh-CN" altLang="en-US"/>
          </a:p>
        </p:txBody>
      </p:sp>
    </p:spTree>
    <p:extLst>
      <p:ext uri="{BB962C8B-B14F-4D97-AF65-F5344CB8AC3E}">
        <p14:creationId xmlns:p14="http://schemas.microsoft.com/office/powerpoint/2010/main" val="5250905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131</a:t>
            </a:fld>
            <a:endParaRPr kumimoji="1" lang="zh-CN" altLang="en-US"/>
          </a:p>
        </p:txBody>
      </p:sp>
    </p:spTree>
    <p:extLst>
      <p:ext uri="{BB962C8B-B14F-4D97-AF65-F5344CB8AC3E}">
        <p14:creationId xmlns:p14="http://schemas.microsoft.com/office/powerpoint/2010/main" val="250265980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132</a:t>
            </a:fld>
            <a:endParaRPr kumimoji="1" lang="zh-CN" altLang="en-US"/>
          </a:p>
        </p:txBody>
      </p:sp>
    </p:spTree>
    <p:extLst>
      <p:ext uri="{BB962C8B-B14F-4D97-AF65-F5344CB8AC3E}">
        <p14:creationId xmlns:p14="http://schemas.microsoft.com/office/powerpoint/2010/main" val="33005002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133</a:t>
            </a:fld>
            <a:endParaRPr kumimoji="1" lang="zh-CN" altLang="en-US"/>
          </a:p>
        </p:txBody>
      </p:sp>
    </p:spTree>
    <p:extLst>
      <p:ext uri="{BB962C8B-B14F-4D97-AF65-F5344CB8AC3E}">
        <p14:creationId xmlns:p14="http://schemas.microsoft.com/office/powerpoint/2010/main" val="13204056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134</a:t>
            </a:fld>
            <a:endParaRPr kumimoji="1" lang="zh-CN" altLang="en-US"/>
          </a:p>
        </p:txBody>
      </p:sp>
    </p:spTree>
    <p:extLst>
      <p:ext uri="{BB962C8B-B14F-4D97-AF65-F5344CB8AC3E}">
        <p14:creationId xmlns:p14="http://schemas.microsoft.com/office/powerpoint/2010/main" val="18813507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135</a:t>
            </a:fld>
            <a:endParaRPr kumimoji="1" lang="zh-CN" altLang="en-US"/>
          </a:p>
        </p:txBody>
      </p:sp>
    </p:spTree>
    <p:extLst>
      <p:ext uri="{BB962C8B-B14F-4D97-AF65-F5344CB8AC3E}">
        <p14:creationId xmlns:p14="http://schemas.microsoft.com/office/powerpoint/2010/main" val="924596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136</a:t>
            </a:fld>
            <a:endParaRPr kumimoji="1" lang="zh-CN" altLang="en-US"/>
          </a:p>
        </p:txBody>
      </p:sp>
    </p:spTree>
    <p:extLst>
      <p:ext uri="{BB962C8B-B14F-4D97-AF65-F5344CB8AC3E}">
        <p14:creationId xmlns:p14="http://schemas.microsoft.com/office/powerpoint/2010/main" val="400732836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137</a:t>
            </a:fld>
            <a:endParaRPr kumimoji="1" lang="zh-CN" altLang="en-US"/>
          </a:p>
        </p:txBody>
      </p:sp>
    </p:spTree>
    <p:extLst>
      <p:ext uri="{BB962C8B-B14F-4D97-AF65-F5344CB8AC3E}">
        <p14:creationId xmlns:p14="http://schemas.microsoft.com/office/powerpoint/2010/main" val="27876803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138</a:t>
            </a:fld>
            <a:endParaRPr kumimoji="1" lang="zh-CN" altLang="en-US"/>
          </a:p>
        </p:txBody>
      </p:sp>
    </p:spTree>
    <p:extLst>
      <p:ext uri="{BB962C8B-B14F-4D97-AF65-F5344CB8AC3E}">
        <p14:creationId xmlns:p14="http://schemas.microsoft.com/office/powerpoint/2010/main" val="396157815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139</a:t>
            </a:fld>
            <a:endParaRPr kumimoji="1" lang="zh-CN" altLang="en-US"/>
          </a:p>
        </p:txBody>
      </p:sp>
    </p:spTree>
    <p:extLst>
      <p:ext uri="{BB962C8B-B14F-4D97-AF65-F5344CB8AC3E}">
        <p14:creationId xmlns:p14="http://schemas.microsoft.com/office/powerpoint/2010/main" val="22721244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fld id="{DEFF9F95-0A37-8044-99A0-9083A6B0E1B7}" type="slidenum">
              <a:rPr kumimoji="1" lang="zh-CN" altLang="en-US" smtClean="0"/>
              <a:t>140</a:t>
            </a:fld>
            <a:endParaRPr kumimoji="1" lang="zh-CN" altLang="en-US"/>
          </a:p>
        </p:txBody>
      </p:sp>
    </p:spTree>
    <p:extLst>
      <p:ext uri="{BB962C8B-B14F-4D97-AF65-F5344CB8AC3E}">
        <p14:creationId xmlns:p14="http://schemas.microsoft.com/office/powerpoint/2010/main" val="187572365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8157379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291064157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3" name="矩形: 圆角 2">
            <a:extLst>
              <a:ext uri="{FF2B5EF4-FFF2-40B4-BE49-F238E27FC236}">
                <a16:creationId xmlns:a16="http://schemas.microsoft.com/office/drawing/2014/main" id="{D3736337-316D-D9A4-902A-D0E6D54A9A3E}"/>
              </a:ext>
            </a:extLst>
          </p:cNvPr>
          <p:cNvSpPr/>
          <p:nvPr userDrawn="1"/>
        </p:nvSpPr>
        <p:spPr>
          <a:xfrm>
            <a:off x="0" y="0"/>
            <a:ext cx="12192000" cy="6858000"/>
          </a:xfrm>
          <a:prstGeom prst="roundRect">
            <a:avLst>
              <a:gd name="adj" fmla="val 0"/>
            </a:avLst>
          </a:prstGeom>
          <a:gradFill>
            <a:gsLst>
              <a:gs pos="32000">
                <a:schemeClr val="accent1">
                  <a:lumMod val="20000"/>
                  <a:lumOff val="80000"/>
                  <a:alpha val="0"/>
                </a:schemeClr>
              </a:gs>
              <a:gs pos="100000">
                <a:schemeClr val="accent1">
                  <a:lumMod val="50000"/>
                  <a:alpha val="9000"/>
                </a:schemeClr>
              </a:gs>
            </a:gsLst>
            <a:lin ang="4800000" scaled="0"/>
          </a:gra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691232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24294535"/>
      </p:ext>
    </p:extLst>
  </p:cSld>
  <p:clrMap bg1="lt1" tx1="dk1" bg2="lt2" tx2="dk2" accent1="accent1" accent2="accent2" accent3="accent3" accent4="accent4" accent5="accent5" accent6="accent6" hlink="hlink" folHlink="folHlink"/>
  <p:sldLayoutIdLst>
    <p:sldLayoutId id="2147483655" r:id="rId1"/>
    <p:sldLayoutId id="2147483661" r:id="rId2"/>
    <p:sldLayoutId id="2147483662"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8" Type="http://schemas.openxmlformats.org/officeDocument/2006/relationships/tags" Target="../tags/tag8.xml"/><Relationship Id="rId3" Type="http://schemas.openxmlformats.org/officeDocument/2006/relationships/tags" Target="../tags/tag3.xml"/><Relationship Id="rId7" Type="http://schemas.openxmlformats.org/officeDocument/2006/relationships/tags" Target="../tags/tag7.xml"/><Relationship Id="rId12" Type="http://schemas.openxmlformats.org/officeDocument/2006/relationships/slideLayout" Target="../slideLayouts/slideLayout1.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tags" Target="../tags/tag11.xml"/><Relationship Id="rId5" Type="http://schemas.openxmlformats.org/officeDocument/2006/relationships/tags" Target="../tags/tag5.xml"/><Relationship Id="rId10" Type="http://schemas.openxmlformats.org/officeDocument/2006/relationships/tags" Target="../tags/tag10.xml"/><Relationship Id="rId4" Type="http://schemas.openxmlformats.org/officeDocument/2006/relationships/tags" Target="../tags/tag4.xml"/><Relationship Id="rId9" Type="http://schemas.openxmlformats.org/officeDocument/2006/relationships/tags" Target="../tags/tag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Layout" Target="../slideLayouts/slideLayout1.xml"/><Relationship Id="rId5" Type="http://schemas.openxmlformats.org/officeDocument/2006/relationships/image" Target="../media/image8.svg"/><Relationship Id="rId4" Type="http://schemas.openxmlformats.org/officeDocument/2006/relationships/image" Target="../media/image7.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矩形: 圆角 39">
            <a:extLst>
              <a:ext uri="{FF2B5EF4-FFF2-40B4-BE49-F238E27FC236}">
                <a16:creationId xmlns:a16="http://schemas.microsoft.com/office/drawing/2014/main" id="{1AA4CF8C-864F-ADAC-4D0C-78CB4C314EA9}"/>
              </a:ext>
            </a:extLst>
          </p:cNvPr>
          <p:cNvSpPr/>
          <p:nvPr/>
        </p:nvSpPr>
        <p:spPr>
          <a:xfrm>
            <a:off x="1060700" y="1541011"/>
            <a:ext cx="10099059" cy="582404"/>
          </a:xfrm>
          <a:prstGeom prst="roundRect">
            <a:avLst>
              <a:gd name="adj" fmla="val 456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a:extLst>
              <a:ext uri="{FF2B5EF4-FFF2-40B4-BE49-F238E27FC236}">
                <a16:creationId xmlns:a16="http://schemas.microsoft.com/office/drawing/2014/main" id="{EF29767A-2CBE-561D-630C-03B213255B00}"/>
              </a:ext>
            </a:extLst>
          </p:cNvPr>
          <p:cNvSpPr/>
          <p:nvPr/>
        </p:nvSpPr>
        <p:spPr>
          <a:xfrm>
            <a:off x="1060700" y="368165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a:extLst>
              <a:ext uri="{FF2B5EF4-FFF2-40B4-BE49-F238E27FC236}">
                <a16:creationId xmlns:a16="http://schemas.microsoft.com/office/drawing/2014/main" id="{C8ADCB55-F3D7-2304-BFA6-B30AFB328194}"/>
              </a:ext>
            </a:extLst>
          </p:cNvPr>
          <p:cNvSpPr/>
          <p:nvPr/>
        </p:nvSpPr>
        <p:spPr>
          <a:xfrm>
            <a:off x="1060700" y="497306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53008EF5-F935-E28C-EB87-F924F3DBA4B1}"/>
              </a:ext>
            </a:extLst>
          </p:cNvPr>
          <p:cNvSpPr/>
          <p:nvPr/>
        </p:nvSpPr>
        <p:spPr>
          <a:xfrm>
            <a:off x="8371522" y="239024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a:extLst>
              <a:ext uri="{FF2B5EF4-FFF2-40B4-BE49-F238E27FC236}">
                <a16:creationId xmlns:a16="http://schemas.microsoft.com/office/drawing/2014/main" id="{BFC908D3-571D-85B2-630D-7441A081C7B6}"/>
              </a:ext>
            </a:extLst>
          </p:cNvPr>
          <p:cNvSpPr/>
          <p:nvPr/>
        </p:nvSpPr>
        <p:spPr>
          <a:xfrm>
            <a:off x="8371522" y="368165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a:extLst>
              <a:ext uri="{FF2B5EF4-FFF2-40B4-BE49-F238E27FC236}">
                <a16:creationId xmlns:a16="http://schemas.microsoft.com/office/drawing/2014/main" id="{E215A6DB-4DB8-FBAA-7559-C3F4E36ADE50}"/>
              </a:ext>
            </a:extLst>
          </p:cNvPr>
          <p:cNvSpPr/>
          <p:nvPr/>
        </p:nvSpPr>
        <p:spPr>
          <a:xfrm>
            <a:off x="8371522" y="497306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a:extLst>
              <a:ext uri="{FF2B5EF4-FFF2-40B4-BE49-F238E27FC236}">
                <a16:creationId xmlns:a16="http://schemas.microsoft.com/office/drawing/2014/main" id="{3A3AA93E-BAF1-4A89-A42B-B154D837C7F6}"/>
              </a:ext>
            </a:extLst>
          </p:cNvPr>
          <p:cNvSpPr/>
          <p:nvPr/>
        </p:nvSpPr>
        <p:spPr>
          <a:xfrm>
            <a:off x="1060700" y="2390249"/>
            <a:ext cx="2788237" cy="941429"/>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a:extLst>
              <a:ext uri="{FF2B5EF4-FFF2-40B4-BE49-F238E27FC236}">
                <a16:creationId xmlns:a16="http://schemas.microsoft.com/office/drawing/2014/main" id="{9D202340-955E-1757-1C1A-6ECD094FEFF9}"/>
              </a:ext>
            </a:extLst>
          </p:cNvPr>
          <p:cNvSpPr/>
          <p:nvPr/>
        </p:nvSpPr>
        <p:spPr>
          <a:xfrm rot="20724566">
            <a:off x="4335839" y="2390250"/>
            <a:ext cx="3520322" cy="3524248"/>
          </a:xfrm>
          <a:custGeom>
            <a:avLst/>
            <a:gdLst>
              <a:gd name="connsiteX0" fmla="*/ 1948158 w 3044273"/>
              <a:gd name="connsiteY0" fmla="*/ 3046415 h 3047670"/>
              <a:gd name="connsiteX1" fmla="*/ 1948787 w 3044273"/>
              <a:gd name="connsiteY1" fmla="*/ 3047043 h 3047670"/>
              <a:gd name="connsiteX2" fmla="*/ 1948158 w 3044273"/>
              <a:gd name="connsiteY2" fmla="*/ 3047670 h 3047670"/>
              <a:gd name="connsiteX3" fmla="*/ 1947530 w 3044273"/>
              <a:gd name="connsiteY3" fmla="*/ 3047043 h 3047670"/>
              <a:gd name="connsiteX4" fmla="*/ 1948158 w 3044273"/>
              <a:gd name="connsiteY4" fmla="*/ 3046415 h 3047670"/>
              <a:gd name="connsiteX5" fmla="*/ 2262811 w 3044273"/>
              <a:gd name="connsiteY5" fmla="*/ 3022973 h 3047670"/>
              <a:gd name="connsiteX6" fmla="*/ 2263440 w 3044273"/>
              <a:gd name="connsiteY6" fmla="*/ 3023601 h 3047670"/>
              <a:gd name="connsiteX7" fmla="*/ 2262811 w 3044273"/>
              <a:gd name="connsiteY7" fmla="*/ 3024229 h 3047670"/>
              <a:gd name="connsiteX8" fmla="*/ 2262183 w 3044273"/>
              <a:gd name="connsiteY8" fmla="*/ 3023601 h 3047670"/>
              <a:gd name="connsiteX9" fmla="*/ 2262811 w 3044273"/>
              <a:gd name="connsiteY9" fmla="*/ 3022973 h 3047670"/>
              <a:gd name="connsiteX10" fmla="*/ 2029306 w 3044273"/>
              <a:gd name="connsiteY10" fmla="*/ 3020035 h 3047670"/>
              <a:gd name="connsiteX11" fmla="*/ 2030185 w 3044273"/>
              <a:gd name="connsiteY11" fmla="*/ 3020915 h 3047670"/>
              <a:gd name="connsiteX12" fmla="*/ 2029306 w 3044273"/>
              <a:gd name="connsiteY12" fmla="*/ 3021794 h 3047670"/>
              <a:gd name="connsiteX13" fmla="*/ 2028426 w 3044273"/>
              <a:gd name="connsiteY13" fmla="*/ 3020915 h 3047670"/>
              <a:gd name="connsiteX14" fmla="*/ 2029306 w 3044273"/>
              <a:gd name="connsiteY14" fmla="*/ 3020035 h 3047670"/>
              <a:gd name="connsiteX15" fmla="*/ 1527099 w 3044273"/>
              <a:gd name="connsiteY15" fmla="*/ 3010364 h 3047670"/>
              <a:gd name="connsiteX16" fmla="*/ 1529736 w 3044273"/>
              <a:gd name="connsiteY16" fmla="*/ 3013001 h 3047670"/>
              <a:gd name="connsiteX17" fmla="*/ 1527099 w 3044273"/>
              <a:gd name="connsiteY17" fmla="*/ 3015640 h 3047670"/>
              <a:gd name="connsiteX18" fmla="*/ 1524462 w 3044273"/>
              <a:gd name="connsiteY18" fmla="*/ 3013001 h 3047670"/>
              <a:gd name="connsiteX19" fmla="*/ 1527099 w 3044273"/>
              <a:gd name="connsiteY19" fmla="*/ 3010364 h 3047670"/>
              <a:gd name="connsiteX20" fmla="*/ 1612392 w 3044273"/>
              <a:gd name="connsiteY20" fmla="*/ 3008101 h 3047670"/>
              <a:gd name="connsiteX21" fmla="*/ 1614401 w 3044273"/>
              <a:gd name="connsiteY21" fmla="*/ 3010111 h 3047670"/>
              <a:gd name="connsiteX22" fmla="*/ 1612392 w 3044273"/>
              <a:gd name="connsiteY22" fmla="*/ 3012122 h 3047670"/>
              <a:gd name="connsiteX23" fmla="*/ 1610382 w 3044273"/>
              <a:gd name="connsiteY23" fmla="*/ 3010111 h 3047670"/>
              <a:gd name="connsiteX24" fmla="*/ 1612392 w 3044273"/>
              <a:gd name="connsiteY24" fmla="*/ 3008101 h 3047670"/>
              <a:gd name="connsiteX25" fmla="*/ 1441807 w 3044273"/>
              <a:gd name="connsiteY25" fmla="*/ 3007221 h 3047670"/>
              <a:gd name="connsiteX26" fmla="*/ 1444949 w 3044273"/>
              <a:gd name="connsiteY26" fmla="*/ 3010361 h 3047670"/>
              <a:gd name="connsiteX27" fmla="*/ 1438667 w 3044273"/>
              <a:gd name="connsiteY27" fmla="*/ 3010361 h 3047670"/>
              <a:gd name="connsiteX28" fmla="*/ 1441807 w 3044273"/>
              <a:gd name="connsiteY28" fmla="*/ 3007221 h 3047670"/>
              <a:gd name="connsiteX29" fmla="*/ 1697183 w 3044273"/>
              <a:gd name="connsiteY29" fmla="*/ 3000691 h 3047670"/>
              <a:gd name="connsiteX30" fmla="*/ 1698816 w 3044273"/>
              <a:gd name="connsiteY30" fmla="*/ 3002198 h 3047670"/>
              <a:gd name="connsiteX31" fmla="*/ 1697309 w 3044273"/>
              <a:gd name="connsiteY31" fmla="*/ 3003706 h 3047670"/>
              <a:gd name="connsiteX32" fmla="*/ 1695801 w 3044273"/>
              <a:gd name="connsiteY32" fmla="*/ 3002198 h 3047670"/>
              <a:gd name="connsiteX33" fmla="*/ 1697183 w 3044273"/>
              <a:gd name="connsiteY33" fmla="*/ 3000691 h 3047670"/>
              <a:gd name="connsiteX34" fmla="*/ 2108820 w 3044273"/>
              <a:gd name="connsiteY34" fmla="*/ 2989510 h 3047670"/>
              <a:gd name="connsiteX35" fmla="*/ 2109447 w 3044273"/>
              <a:gd name="connsiteY35" fmla="*/ 2990138 h 3047670"/>
              <a:gd name="connsiteX36" fmla="*/ 2108820 w 3044273"/>
              <a:gd name="connsiteY36" fmla="*/ 2990765 h 3047670"/>
              <a:gd name="connsiteX37" fmla="*/ 2108192 w 3044273"/>
              <a:gd name="connsiteY37" fmla="*/ 2990138 h 3047670"/>
              <a:gd name="connsiteX38" fmla="*/ 2108820 w 3044273"/>
              <a:gd name="connsiteY38" fmla="*/ 2989510 h 3047670"/>
              <a:gd name="connsiteX39" fmla="*/ 1781596 w 3044273"/>
              <a:gd name="connsiteY39" fmla="*/ 2987877 h 3047670"/>
              <a:gd name="connsiteX40" fmla="*/ 1782979 w 3044273"/>
              <a:gd name="connsiteY40" fmla="*/ 2989135 h 3047670"/>
              <a:gd name="connsiteX41" fmla="*/ 1781596 w 3044273"/>
              <a:gd name="connsiteY41" fmla="*/ 2990516 h 3047670"/>
              <a:gd name="connsiteX42" fmla="*/ 1780214 w 3044273"/>
              <a:gd name="connsiteY42" fmla="*/ 2989135 h 3047670"/>
              <a:gd name="connsiteX43" fmla="*/ 1781596 w 3044273"/>
              <a:gd name="connsiteY43" fmla="*/ 2987877 h 3047670"/>
              <a:gd name="connsiteX44" fmla="*/ 2340852 w 3044273"/>
              <a:gd name="connsiteY44" fmla="*/ 2979519 h 3047670"/>
              <a:gd name="connsiteX45" fmla="*/ 2341607 w 3044273"/>
              <a:gd name="connsiteY45" fmla="*/ 2980147 h 3047670"/>
              <a:gd name="connsiteX46" fmla="*/ 2340852 w 3044273"/>
              <a:gd name="connsiteY46" fmla="*/ 2980774 h 3047670"/>
              <a:gd name="connsiteX47" fmla="*/ 2340223 w 3044273"/>
              <a:gd name="connsiteY47" fmla="*/ 2980147 h 3047670"/>
              <a:gd name="connsiteX48" fmla="*/ 2340852 w 3044273"/>
              <a:gd name="connsiteY48" fmla="*/ 2979519 h 3047670"/>
              <a:gd name="connsiteX49" fmla="*/ 1864879 w 3044273"/>
              <a:gd name="connsiteY49" fmla="*/ 2969789 h 3047670"/>
              <a:gd name="connsiteX50" fmla="*/ 1866259 w 3044273"/>
              <a:gd name="connsiteY50" fmla="*/ 2971171 h 3047670"/>
              <a:gd name="connsiteX51" fmla="*/ 1865005 w 3044273"/>
              <a:gd name="connsiteY51" fmla="*/ 2972554 h 3047670"/>
              <a:gd name="connsiteX52" fmla="*/ 1863623 w 3044273"/>
              <a:gd name="connsiteY52" fmla="*/ 2971171 h 3047670"/>
              <a:gd name="connsiteX53" fmla="*/ 1864879 w 3044273"/>
              <a:gd name="connsiteY53" fmla="*/ 2969789 h 3047670"/>
              <a:gd name="connsiteX54" fmla="*/ 2186577 w 3044273"/>
              <a:gd name="connsiteY54" fmla="*/ 2954463 h 3047670"/>
              <a:gd name="connsiteX55" fmla="*/ 2187204 w 3044273"/>
              <a:gd name="connsiteY55" fmla="*/ 2955091 h 3047670"/>
              <a:gd name="connsiteX56" fmla="*/ 2186577 w 3044273"/>
              <a:gd name="connsiteY56" fmla="*/ 2955720 h 3047670"/>
              <a:gd name="connsiteX57" fmla="*/ 2185949 w 3044273"/>
              <a:gd name="connsiteY57" fmla="*/ 2955091 h 3047670"/>
              <a:gd name="connsiteX58" fmla="*/ 2186577 w 3044273"/>
              <a:gd name="connsiteY58" fmla="*/ 2954463 h 3047670"/>
              <a:gd name="connsiteX59" fmla="*/ 1947029 w 3044273"/>
              <a:gd name="connsiteY59" fmla="*/ 2947053 h 3047670"/>
              <a:gd name="connsiteX60" fmla="*/ 1948159 w 3044273"/>
              <a:gd name="connsiteY60" fmla="*/ 2948183 h 3047670"/>
              <a:gd name="connsiteX61" fmla="*/ 1947029 w 3044273"/>
              <a:gd name="connsiteY61" fmla="*/ 2949313 h 3047670"/>
              <a:gd name="connsiteX62" fmla="*/ 1945899 w 3044273"/>
              <a:gd name="connsiteY62" fmla="*/ 2948183 h 3047670"/>
              <a:gd name="connsiteX63" fmla="*/ 1947029 w 3044273"/>
              <a:gd name="connsiteY63" fmla="*/ 2947053 h 3047670"/>
              <a:gd name="connsiteX64" fmla="*/ 2413200 w 3044273"/>
              <a:gd name="connsiteY64" fmla="*/ 2934380 h 3047670"/>
              <a:gd name="connsiteX65" fmla="*/ 2413830 w 3044273"/>
              <a:gd name="connsiteY65" fmla="*/ 2935008 h 3047670"/>
              <a:gd name="connsiteX66" fmla="*/ 2413200 w 3044273"/>
              <a:gd name="connsiteY66" fmla="*/ 2935635 h 3047670"/>
              <a:gd name="connsiteX67" fmla="*/ 2412446 w 3044273"/>
              <a:gd name="connsiteY67" fmla="*/ 2935008 h 3047670"/>
              <a:gd name="connsiteX68" fmla="*/ 2413200 w 3044273"/>
              <a:gd name="connsiteY68" fmla="*/ 2934380 h 3047670"/>
              <a:gd name="connsiteX69" fmla="*/ 2027550 w 3044273"/>
              <a:gd name="connsiteY69" fmla="*/ 2917782 h 3047670"/>
              <a:gd name="connsiteX70" fmla="*/ 2030062 w 3044273"/>
              <a:gd name="connsiteY70" fmla="*/ 2920169 h 3047670"/>
              <a:gd name="connsiteX71" fmla="*/ 2027675 w 3044273"/>
              <a:gd name="connsiteY71" fmla="*/ 2922682 h 3047670"/>
              <a:gd name="connsiteX72" fmla="*/ 2025163 w 3044273"/>
              <a:gd name="connsiteY72" fmla="*/ 2920295 h 3047670"/>
              <a:gd name="connsiteX73" fmla="*/ 2027550 w 3044273"/>
              <a:gd name="connsiteY73" fmla="*/ 2917782 h 3047670"/>
              <a:gd name="connsiteX74" fmla="*/ 2262194 w 3044273"/>
              <a:gd name="connsiteY74" fmla="*/ 2915021 h 3047670"/>
              <a:gd name="connsiteX75" fmla="*/ 2262823 w 3044273"/>
              <a:gd name="connsiteY75" fmla="*/ 2915649 h 3047670"/>
              <a:gd name="connsiteX76" fmla="*/ 2262194 w 3044273"/>
              <a:gd name="connsiteY76" fmla="*/ 2916278 h 3047670"/>
              <a:gd name="connsiteX77" fmla="*/ 2261566 w 3044273"/>
              <a:gd name="connsiteY77" fmla="*/ 2915649 h 3047670"/>
              <a:gd name="connsiteX78" fmla="*/ 2262194 w 3044273"/>
              <a:gd name="connsiteY78" fmla="*/ 2915021 h 3047670"/>
              <a:gd name="connsiteX79" fmla="*/ 1526850 w 3044273"/>
              <a:gd name="connsiteY79" fmla="*/ 2912005 h 3047670"/>
              <a:gd name="connsiteX80" fmla="*/ 1532880 w 3044273"/>
              <a:gd name="connsiteY80" fmla="*/ 2917909 h 3047670"/>
              <a:gd name="connsiteX81" fmla="*/ 1526850 w 3044273"/>
              <a:gd name="connsiteY81" fmla="*/ 2923938 h 3047670"/>
              <a:gd name="connsiteX82" fmla="*/ 1520820 w 3044273"/>
              <a:gd name="connsiteY82" fmla="*/ 2918034 h 3047670"/>
              <a:gd name="connsiteX83" fmla="*/ 1526850 w 3044273"/>
              <a:gd name="connsiteY83" fmla="*/ 2912005 h 3047670"/>
              <a:gd name="connsiteX84" fmla="*/ 1612017 w 3044273"/>
              <a:gd name="connsiteY84" fmla="*/ 2909746 h 3047670"/>
              <a:gd name="connsiteX85" fmla="*/ 1617166 w 3044273"/>
              <a:gd name="connsiteY85" fmla="*/ 2914770 h 3047670"/>
              <a:gd name="connsiteX86" fmla="*/ 1612142 w 3044273"/>
              <a:gd name="connsiteY86" fmla="*/ 2919919 h 3047670"/>
              <a:gd name="connsiteX87" fmla="*/ 1606992 w 3044273"/>
              <a:gd name="connsiteY87" fmla="*/ 2914895 h 3047670"/>
              <a:gd name="connsiteX88" fmla="*/ 1612017 w 3044273"/>
              <a:gd name="connsiteY88" fmla="*/ 2909746 h 3047670"/>
              <a:gd name="connsiteX89" fmla="*/ 1441556 w 3044273"/>
              <a:gd name="connsiteY89" fmla="*/ 2908739 h 3047670"/>
              <a:gd name="connsiteX90" fmla="*/ 1448465 w 3044273"/>
              <a:gd name="connsiteY90" fmla="*/ 2915523 h 3047670"/>
              <a:gd name="connsiteX91" fmla="*/ 1441681 w 3044273"/>
              <a:gd name="connsiteY91" fmla="*/ 2922430 h 3047670"/>
              <a:gd name="connsiteX92" fmla="*/ 1434773 w 3044273"/>
              <a:gd name="connsiteY92" fmla="*/ 2915648 h 3047670"/>
              <a:gd name="connsiteX93" fmla="*/ 1441556 w 3044273"/>
              <a:gd name="connsiteY93" fmla="*/ 2908739 h 3047670"/>
              <a:gd name="connsiteX94" fmla="*/ 1696805 w 3044273"/>
              <a:gd name="connsiteY94" fmla="*/ 2902207 h 3047670"/>
              <a:gd name="connsiteX95" fmla="*/ 1701077 w 3044273"/>
              <a:gd name="connsiteY95" fmla="*/ 2906352 h 3047670"/>
              <a:gd name="connsiteX96" fmla="*/ 1696930 w 3044273"/>
              <a:gd name="connsiteY96" fmla="*/ 2910624 h 3047670"/>
              <a:gd name="connsiteX97" fmla="*/ 1692660 w 3044273"/>
              <a:gd name="connsiteY97" fmla="*/ 2906479 h 3047670"/>
              <a:gd name="connsiteX98" fmla="*/ 1696805 w 3044273"/>
              <a:gd name="connsiteY98" fmla="*/ 2902207 h 3047670"/>
              <a:gd name="connsiteX99" fmla="*/ 1356767 w 3044273"/>
              <a:gd name="connsiteY99" fmla="*/ 2900575 h 3047670"/>
              <a:gd name="connsiteX100" fmla="*/ 1363801 w 3044273"/>
              <a:gd name="connsiteY100" fmla="*/ 2907610 h 3047670"/>
              <a:gd name="connsiteX101" fmla="*/ 1356767 w 3044273"/>
              <a:gd name="connsiteY101" fmla="*/ 2914769 h 3047670"/>
              <a:gd name="connsiteX102" fmla="*/ 1349607 w 3044273"/>
              <a:gd name="connsiteY102" fmla="*/ 2907735 h 3047670"/>
              <a:gd name="connsiteX103" fmla="*/ 1356767 w 3044273"/>
              <a:gd name="connsiteY103" fmla="*/ 2900575 h 3047670"/>
              <a:gd name="connsiteX104" fmla="*/ 1781094 w 3044273"/>
              <a:gd name="connsiteY104" fmla="*/ 2888766 h 3047670"/>
              <a:gd name="connsiteX105" fmla="*/ 1784863 w 3044273"/>
              <a:gd name="connsiteY105" fmla="*/ 2892535 h 3047670"/>
              <a:gd name="connsiteX106" fmla="*/ 1781094 w 3044273"/>
              <a:gd name="connsiteY106" fmla="*/ 2896303 h 3047670"/>
              <a:gd name="connsiteX107" fmla="*/ 1777326 w 3044273"/>
              <a:gd name="connsiteY107" fmla="*/ 2892535 h 3047670"/>
              <a:gd name="connsiteX108" fmla="*/ 1781094 w 3044273"/>
              <a:gd name="connsiteY108" fmla="*/ 2888766 h 3047670"/>
              <a:gd name="connsiteX109" fmla="*/ 1272353 w 3044273"/>
              <a:gd name="connsiteY109" fmla="*/ 2887510 h 3047670"/>
              <a:gd name="connsiteX110" fmla="*/ 1279261 w 3044273"/>
              <a:gd name="connsiteY110" fmla="*/ 2894292 h 3047670"/>
              <a:gd name="connsiteX111" fmla="*/ 1272479 w 3044273"/>
              <a:gd name="connsiteY111" fmla="*/ 2901201 h 3047670"/>
              <a:gd name="connsiteX112" fmla="*/ 1265569 w 3044273"/>
              <a:gd name="connsiteY112" fmla="*/ 2894419 h 3047670"/>
              <a:gd name="connsiteX113" fmla="*/ 1272353 w 3044273"/>
              <a:gd name="connsiteY113" fmla="*/ 2887510 h 3047670"/>
              <a:gd name="connsiteX114" fmla="*/ 2106435 w 3044273"/>
              <a:gd name="connsiteY114" fmla="*/ 2886128 h 3047670"/>
              <a:gd name="connsiteX115" fmla="*/ 2107942 w 3044273"/>
              <a:gd name="connsiteY115" fmla="*/ 2887636 h 3047670"/>
              <a:gd name="connsiteX116" fmla="*/ 2106435 w 3044273"/>
              <a:gd name="connsiteY116" fmla="*/ 2889143 h 3047670"/>
              <a:gd name="connsiteX117" fmla="*/ 2104802 w 3044273"/>
              <a:gd name="connsiteY117" fmla="*/ 2887636 h 3047670"/>
              <a:gd name="connsiteX118" fmla="*/ 2106435 w 3044273"/>
              <a:gd name="connsiteY118" fmla="*/ 2886128 h 3047670"/>
              <a:gd name="connsiteX119" fmla="*/ 2483053 w 3044273"/>
              <a:gd name="connsiteY119" fmla="*/ 2885373 h 3047670"/>
              <a:gd name="connsiteX120" fmla="*/ 2483682 w 3044273"/>
              <a:gd name="connsiteY120" fmla="*/ 2886001 h 3047670"/>
              <a:gd name="connsiteX121" fmla="*/ 2483053 w 3044273"/>
              <a:gd name="connsiteY121" fmla="*/ 2886630 h 3047670"/>
              <a:gd name="connsiteX122" fmla="*/ 2482425 w 3044273"/>
              <a:gd name="connsiteY122" fmla="*/ 2886001 h 3047670"/>
              <a:gd name="connsiteX123" fmla="*/ 2483053 w 3044273"/>
              <a:gd name="connsiteY123" fmla="*/ 2885373 h 3047670"/>
              <a:gd name="connsiteX124" fmla="*/ 2335429 w 3044273"/>
              <a:gd name="connsiteY124" fmla="*/ 2871432 h 3047670"/>
              <a:gd name="connsiteX125" fmla="*/ 2336058 w 3044273"/>
              <a:gd name="connsiteY125" fmla="*/ 2872060 h 3047670"/>
              <a:gd name="connsiteX126" fmla="*/ 2335429 w 3044273"/>
              <a:gd name="connsiteY126" fmla="*/ 2872689 h 3047670"/>
              <a:gd name="connsiteX127" fmla="*/ 2334801 w 3044273"/>
              <a:gd name="connsiteY127" fmla="*/ 2872060 h 3047670"/>
              <a:gd name="connsiteX128" fmla="*/ 2335429 w 3044273"/>
              <a:gd name="connsiteY128" fmla="*/ 2871432 h 3047670"/>
              <a:gd name="connsiteX129" fmla="*/ 1864125 w 3044273"/>
              <a:gd name="connsiteY129" fmla="*/ 2869549 h 3047670"/>
              <a:gd name="connsiteX130" fmla="*/ 1867895 w 3044273"/>
              <a:gd name="connsiteY130" fmla="*/ 2873319 h 3047670"/>
              <a:gd name="connsiteX131" fmla="*/ 1864125 w 3044273"/>
              <a:gd name="connsiteY131" fmla="*/ 2877087 h 3047670"/>
              <a:gd name="connsiteX132" fmla="*/ 1860356 w 3044273"/>
              <a:gd name="connsiteY132" fmla="*/ 2873319 h 3047670"/>
              <a:gd name="connsiteX133" fmla="*/ 1864125 w 3044273"/>
              <a:gd name="connsiteY133" fmla="*/ 2869549 h 3047670"/>
              <a:gd name="connsiteX134" fmla="*/ 1189323 w 3044273"/>
              <a:gd name="connsiteY134" fmla="*/ 2869549 h 3047670"/>
              <a:gd name="connsiteX135" fmla="*/ 1195478 w 3044273"/>
              <a:gd name="connsiteY135" fmla="*/ 2875704 h 3047670"/>
              <a:gd name="connsiteX136" fmla="*/ 1189323 w 3044273"/>
              <a:gd name="connsiteY136" fmla="*/ 2881859 h 3047670"/>
              <a:gd name="connsiteX137" fmla="*/ 1183041 w 3044273"/>
              <a:gd name="connsiteY137" fmla="*/ 2875704 h 3047670"/>
              <a:gd name="connsiteX138" fmla="*/ 1189323 w 3044273"/>
              <a:gd name="connsiteY138" fmla="*/ 2869549 h 3047670"/>
              <a:gd name="connsiteX139" fmla="*/ 2182937 w 3044273"/>
              <a:gd name="connsiteY139" fmla="*/ 2848067 h 3047670"/>
              <a:gd name="connsiteX140" fmla="*/ 2185449 w 3044273"/>
              <a:gd name="connsiteY140" fmla="*/ 2850455 h 3047670"/>
              <a:gd name="connsiteX141" fmla="*/ 2183063 w 3044273"/>
              <a:gd name="connsiteY141" fmla="*/ 2852842 h 3047670"/>
              <a:gd name="connsiteX142" fmla="*/ 2180676 w 3044273"/>
              <a:gd name="connsiteY142" fmla="*/ 2850455 h 3047670"/>
              <a:gd name="connsiteX143" fmla="*/ 2182937 w 3044273"/>
              <a:gd name="connsiteY143" fmla="*/ 2848067 h 3047670"/>
              <a:gd name="connsiteX144" fmla="*/ 1107422 w 3044273"/>
              <a:gd name="connsiteY144" fmla="*/ 2843796 h 3047670"/>
              <a:gd name="connsiteX145" fmla="*/ 1115210 w 3044273"/>
              <a:gd name="connsiteY145" fmla="*/ 2851584 h 3047670"/>
              <a:gd name="connsiteX146" fmla="*/ 1107547 w 3044273"/>
              <a:gd name="connsiteY146" fmla="*/ 2859373 h 3047670"/>
              <a:gd name="connsiteX147" fmla="*/ 1099758 w 3044273"/>
              <a:gd name="connsiteY147" fmla="*/ 2851710 h 3047670"/>
              <a:gd name="connsiteX148" fmla="*/ 1107422 w 3044273"/>
              <a:gd name="connsiteY148" fmla="*/ 2843796 h 3047670"/>
              <a:gd name="connsiteX149" fmla="*/ 1945774 w 3044273"/>
              <a:gd name="connsiteY149" fmla="*/ 2842288 h 3047670"/>
              <a:gd name="connsiteX150" fmla="*/ 1952181 w 3044273"/>
              <a:gd name="connsiteY150" fmla="*/ 2848694 h 3047670"/>
              <a:gd name="connsiteX151" fmla="*/ 1945774 w 3044273"/>
              <a:gd name="connsiteY151" fmla="*/ 2855099 h 3047670"/>
              <a:gd name="connsiteX152" fmla="*/ 1939367 w 3044273"/>
              <a:gd name="connsiteY152" fmla="*/ 2848694 h 3047670"/>
              <a:gd name="connsiteX153" fmla="*/ 1945774 w 3044273"/>
              <a:gd name="connsiteY153" fmla="*/ 2842288 h 3047670"/>
              <a:gd name="connsiteX154" fmla="*/ 2550112 w 3044273"/>
              <a:gd name="connsiteY154" fmla="*/ 2832866 h 3047670"/>
              <a:gd name="connsiteX155" fmla="*/ 2550739 w 3044273"/>
              <a:gd name="connsiteY155" fmla="*/ 2833494 h 3047670"/>
              <a:gd name="connsiteX156" fmla="*/ 2550112 w 3044273"/>
              <a:gd name="connsiteY156" fmla="*/ 2834121 h 3047670"/>
              <a:gd name="connsiteX157" fmla="*/ 2549484 w 3044273"/>
              <a:gd name="connsiteY157" fmla="*/ 2833494 h 3047670"/>
              <a:gd name="connsiteX158" fmla="*/ 2550112 w 3044273"/>
              <a:gd name="connsiteY158" fmla="*/ 2832866 h 3047670"/>
              <a:gd name="connsiteX159" fmla="*/ 2406151 w 3044273"/>
              <a:gd name="connsiteY159" fmla="*/ 2823573 h 3047670"/>
              <a:gd name="connsiteX160" fmla="*/ 2407030 w 3044273"/>
              <a:gd name="connsiteY160" fmla="*/ 2824453 h 3047670"/>
              <a:gd name="connsiteX161" fmla="*/ 2406151 w 3044273"/>
              <a:gd name="connsiteY161" fmla="*/ 2825332 h 3047670"/>
              <a:gd name="connsiteX162" fmla="*/ 2405271 w 3044273"/>
              <a:gd name="connsiteY162" fmla="*/ 2824453 h 3047670"/>
              <a:gd name="connsiteX163" fmla="*/ 2406151 w 3044273"/>
              <a:gd name="connsiteY163" fmla="*/ 2823573 h 3047670"/>
              <a:gd name="connsiteX164" fmla="*/ 1027151 w 3044273"/>
              <a:gd name="connsiteY164" fmla="*/ 2814905 h 3047670"/>
              <a:gd name="connsiteX165" fmla="*/ 1034940 w 3044273"/>
              <a:gd name="connsiteY165" fmla="*/ 2822569 h 3047670"/>
              <a:gd name="connsiteX166" fmla="*/ 1027276 w 3044273"/>
              <a:gd name="connsiteY166" fmla="*/ 2830356 h 3047670"/>
              <a:gd name="connsiteX167" fmla="*/ 1019489 w 3044273"/>
              <a:gd name="connsiteY167" fmla="*/ 2822694 h 3047670"/>
              <a:gd name="connsiteX168" fmla="*/ 1027151 w 3044273"/>
              <a:gd name="connsiteY168" fmla="*/ 2814905 h 3047670"/>
              <a:gd name="connsiteX169" fmla="*/ 1526472 w 3044273"/>
              <a:gd name="connsiteY169" fmla="*/ 2814026 h 3047670"/>
              <a:gd name="connsiteX170" fmla="*/ 1535389 w 3044273"/>
              <a:gd name="connsiteY170" fmla="*/ 2822819 h 3047670"/>
              <a:gd name="connsiteX171" fmla="*/ 1526597 w 3044273"/>
              <a:gd name="connsiteY171" fmla="*/ 2831737 h 3047670"/>
              <a:gd name="connsiteX172" fmla="*/ 1517678 w 3044273"/>
              <a:gd name="connsiteY172" fmla="*/ 2822945 h 3047670"/>
              <a:gd name="connsiteX173" fmla="*/ 1526472 w 3044273"/>
              <a:gd name="connsiteY173" fmla="*/ 2814026 h 3047670"/>
              <a:gd name="connsiteX174" fmla="*/ 2025790 w 3044273"/>
              <a:gd name="connsiteY174" fmla="*/ 2813776 h 3047670"/>
              <a:gd name="connsiteX175" fmla="*/ 2031065 w 3044273"/>
              <a:gd name="connsiteY175" fmla="*/ 2819050 h 3047670"/>
              <a:gd name="connsiteX176" fmla="*/ 2025790 w 3044273"/>
              <a:gd name="connsiteY176" fmla="*/ 2824327 h 3047670"/>
              <a:gd name="connsiteX177" fmla="*/ 2020388 w 3044273"/>
              <a:gd name="connsiteY177" fmla="*/ 2819050 h 3047670"/>
              <a:gd name="connsiteX178" fmla="*/ 2025790 w 3044273"/>
              <a:gd name="connsiteY178" fmla="*/ 2813776 h 3047670"/>
              <a:gd name="connsiteX179" fmla="*/ 1611639 w 3044273"/>
              <a:gd name="connsiteY179" fmla="*/ 2811640 h 3047670"/>
              <a:gd name="connsiteX180" fmla="*/ 1619804 w 3044273"/>
              <a:gd name="connsiteY180" fmla="*/ 2819806 h 3047670"/>
              <a:gd name="connsiteX181" fmla="*/ 1611639 w 3044273"/>
              <a:gd name="connsiteY181" fmla="*/ 2827972 h 3047670"/>
              <a:gd name="connsiteX182" fmla="*/ 1603474 w 3044273"/>
              <a:gd name="connsiteY182" fmla="*/ 2819806 h 3047670"/>
              <a:gd name="connsiteX183" fmla="*/ 1611639 w 3044273"/>
              <a:gd name="connsiteY183" fmla="*/ 2811640 h 3047670"/>
              <a:gd name="connsiteX184" fmla="*/ 1441179 w 3044273"/>
              <a:gd name="connsiteY184" fmla="*/ 2810760 h 3047670"/>
              <a:gd name="connsiteX185" fmla="*/ 1450726 w 3044273"/>
              <a:gd name="connsiteY185" fmla="*/ 2820181 h 3047670"/>
              <a:gd name="connsiteX186" fmla="*/ 1441305 w 3044273"/>
              <a:gd name="connsiteY186" fmla="*/ 2829728 h 3047670"/>
              <a:gd name="connsiteX187" fmla="*/ 1431758 w 3044273"/>
              <a:gd name="connsiteY187" fmla="*/ 2820307 h 3047670"/>
              <a:gd name="connsiteX188" fmla="*/ 1441179 w 3044273"/>
              <a:gd name="connsiteY188" fmla="*/ 2810760 h 3047670"/>
              <a:gd name="connsiteX189" fmla="*/ 2257423 w 3044273"/>
              <a:gd name="connsiteY189" fmla="*/ 2807494 h 3047670"/>
              <a:gd name="connsiteX190" fmla="*/ 2258555 w 3044273"/>
              <a:gd name="connsiteY190" fmla="*/ 2808624 h 3047670"/>
              <a:gd name="connsiteX191" fmla="*/ 2257423 w 3044273"/>
              <a:gd name="connsiteY191" fmla="*/ 2809754 h 3047670"/>
              <a:gd name="connsiteX192" fmla="*/ 2256293 w 3044273"/>
              <a:gd name="connsiteY192" fmla="*/ 2808624 h 3047670"/>
              <a:gd name="connsiteX193" fmla="*/ 2257423 w 3044273"/>
              <a:gd name="connsiteY193" fmla="*/ 2807494 h 3047670"/>
              <a:gd name="connsiteX194" fmla="*/ 1696430 w 3044273"/>
              <a:gd name="connsiteY194" fmla="*/ 2802847 h 3047670"/>
              <a:gd name="connsiteX195" fmla="*/ 1704219 w 3044273"/>
              <a:gd name="connsiteY195" fmla="*/ 2810511 h 3047670"/>
              <a:gd name="connsiteX196" fmla="*/ 1696555 w 3044273"/>
              <a:gd name="connsiteY196" fmla="*/ 2818299 h 3047670"/>
              <a:gd name="connsiteX197" fmla="*/ 1688767 w 3044273"/>
              <a:gd name="connsiteY197" fmla="*/ 2810636 h 3047670"/>
              <a:gd name="connsiteX198" fmla="*/ 1696430 w 3044273"/>
              <a:gd name="connsiteY198" fmla="*/ 2802847 h 3047670"/>
              <a:gd name="connsiteX199" fmla="*/ 1356389 w 3044273"/>
              <a:gd name="connsiteY199" fmla="*/ 2802092 h 3047670"/>
              <a:gd name="connsiteX200" fmla="*/ 1366187 w 3044273"/>
              <a:gd name="connsiteY200" fmla="*/ 2811764 h 3047670"/>
              <a:gd name="connsiteX201" fmla="*/ 1356514 w 3044273"/>
              <a:gd name="connsiteY201" fmla="*/ 2821563 h 3047670"/>
              <a:gd name="connsiteX202" fmla="*/ 1346717 w 3044273"/>
              <a:gd name="connsiteY202" fmla="*/ 2811890 h 3047670"/>
              <a:gd name="connsiteX203" fmla="*/ 1356389 w 3044273"/>
              <a:gd name="connsiteY203" fmla="*/ 2802092 h 3047670"/>
              <a:gd name="connsiteX204" fmla="*/ 1780465 w 3044273"/>
              <a:gd name="connsiteY204" fmla="*/ 2788150 h 3047670"/>
              <a:gd name="connsiteX205" fmla="*/ 1788002 w 3044273"/>
              <a:gd name="connsiteY205" fmla="*/ 2795686 h 3047670"/>
              <a:gd name="connsiteX206" fmla="*/ 1780465 w 3044273"/>
              <a:gd name="connsiteY206" fmla="*/ 2803223 h 3047670"/>
              <a:gd name="connsiteX207" fmla="*/ 1772928 w 3044273"/>
              <a:gd name="connsiteY207" fmla="*/ 2795686 h 3047670"/>
              <a:gd name="connsiteX208" fmla="*/ 1780465 w 3044273"/>
              <a:gd name="connsiteY208" fmla="*/ 2788150 h 3047670"/>
              <a:gd name="connsiteX209" fmla="*/ 1272353 w 3044273"/>
              <a:gd name="connsiteY209" fmla="*/ 2787649 h 3047670"/>
              <a:gd name="connsiteX210" fmla="*/ 1282403 w 3044273"/>
              <a:gd name="connsiteY210" fmla="*/ 2797572 h 3047670"/>
              <a:gd name="connsiteX211" fmla="*/ 1272479 w 3044273"/>
              <a:gd name="connsiteY211" fmla="*/ 2807494 h 3047670"/>
              <a:gd name="connsiteX212" fmla="*/ 1262429 w 3044273"/>
              <a:gd name="connsiteY212" fmla="*/ 2797572 h 3047670"/>
              <a:gd name="connsiteX213" fmla="*/ 1272353 w 3044273"/>
              <a:gd name="connsiteY213" fmla="*/ 2787649 h 3047670"/>
              <a:gd name="connsiteX214" fmla="*/ 949144 w 3044273"/>
              <a:gd name="connsiteY214" fmla="*/ 2782874 h 3047670"/>
              <a:gd name="connsiteX215" fmla="*/ 954671 w 3044273"/>
              <a:gd name="connsiteY215" fmla="*/ 2788401 h 3047670"/>
              <a:gd name="connsiteX216" fmla="*/ 949144 w 3044273"/>
              <a:gd name="connsiteY216" fmla="*/ 2793928 h 3047670"/>
              <a:gd name="connsiteX217" fmla="*/ 943618 w 3044273"/>
              <a:gd name="connsiteY217" fmla="*/ 2788401 h 3047670"/>
              <a:gd name="connsiteX218" fmla="*/ 949144 w 3044273"/>
              <a:gd name="connsiteY218" fmla="*/ 2782874 h 3047670"/>
              <a:gd name="connsiteX219" fmla="*/ 2103549 w 3044273"/>
              <a:gd name="connsiteY219" fmla="*/ 2780361 h 3047670"/>
              <a:gd name="connsiteX220" fmla="*/ 2107318 w 3044273"/>
              <a:gd name="connsiteY220" fmla="*/ 2784130 h 3047670"/>
              <a:gd name="connsiteX221" fmla="*/ 2103549 w 3044273"/>
              <a:gd name="connsiteY221" fmla="*/ 2787898 h 3047670"/>
              <a:gd name="connsiteX222" fmla="*/ 2099779 w 3044273"/>
              <a:gd name="connsiteY222" fmla="*/ 2784130 h 3047670"/>
              <a:gd name="connsiteX223" fmla="*/ 2103549 w 3044273"/>
              <a:gd name="connsiteY223" fmla="*/ 2780361 h 3047670"/>
              <a:gd name="connsiteX224" fmla="*/ 2474108 w 3044273"/>
              <a:gd name="connsiteY224" fmla="*/ 2772322 h 3047670"/>
              <a:gd name="connsiteX225" fmla="*/ 2474735 w 3044273"/>
              <a:gd name="connsiteY225" fmla="*/ 2772950 h 3047670"/>
              <a:gd name="connsiteX226" fmla="*/ 2474108 w 3044273"/>
              <a:gd name="connsiteY226" fmla="*/ 2773579 h 3047670"/>
              <a:gd name="connsiteX227" fmla="*/ 2473480 w 3044273"/>
              <a:gd name="connsiteY227" fmla="*/ 2772950 h 3047670"/>
              <a:gd name="connsiteX228" fmla="*/ 2474108 w 3044273"/>
              <a:gd name="connsiteY228" fmla="*/ 2772322 h 3047670"/>
              <a:gd name="connsiteX229" fmla="*/ 1189447 w 3044273"/>
              <a:gd name="connsiteY229" fmla="*/ 2768428 h 3047670"/>
              <a:gd name="connsiteX230" fmla="*/ 1198616 w 3044273"/>
              <a:gd name="connsiteY230" fmla="*/ 2777472 h 3047670"/>
              <a:gd name="connsiteX231" fmla="*/ 1189572 w 3044273"/>
              <a:gd name="connsiteY231" fmla="*/ 2786516 h 3047670"/>
              <a:gd name="connsiteX232" fmla="*/ 1180403 w 3044273"/>
              <a:gd name="connsiteY232" fmla="*/ 2777472 h 3047670"/>
              <a:gd name="connsiteX233" fmla="*/ 1189447 w 3044273"/>
              <a:gd name="connsiteY233" fmla="*/ 2768428 h 3047670"/>
              <a:gd name="connsiteX234" fmla="*/ 1863121 w 3044273"/>
              <a:gd name="connsiteY234" fmla="*/ 2767422 h 3047670"/>
              <a:gd name="connsiteX235" fmla="*/ 1870658 w 3044273"/>
              <a:gd name="connsiteY235" fmla="*/ 2774958 h 3047670"/>
              <a:gd name="connsiteX236" fmla="*/ 1863121 w 3044273"/>
              <a:gd name="connsiteY236" fmla="*/ 2782495 h 3047670"/>
              <a:gd name="connsiteX237" fmla="*/ 1855584 w 3044273"/>
              <a:gd name="connsiteY237" fmla="*/ 2774958 h 3047670"/>
              <a:gd name="connsiteX238" fmla="*/ 1863121 w 3044273"/>
              <a:gd name="connsiteY238" fmla="*/ 2767422 h 3047670"/>
              <a:gd name="connsiteX239" fmla="*/ 2329151 w 3044273"/>
              <a:gd name="connsiteY239" fmla="*/ 2761393 h 3047670"/>
              <a:gd name="connsiteX240" fmla="*/ 2330281 w 3044273"/>
              <a:gd name="connsiteY240" fmla="*/ 2762523 h 3047670"/>
              <a:gd name="connsiteX241" fmla="*/ 2329151 w 3044273"/>
              <a:gd name="connsiteY241" fmla="*/ 2763653 h 3047670"/>
              <a:gd name="connsiteX242" fmla="*/ 2328021 w 3044273"/>
              <a:gd name="connsiteY242" fmla="*/ 2762523 h 3047670"/>
              <a:gd name="connsiteX243" fmla="*/ 2329151 w 3044273"/>
              <a:gd name="connsiteY243" fmla="*/ 2761393 h 3047670"/>
              <a:gd name="connsiteX244" fmla="*/ 873401 w 3044273"/>
              <a:gd name="connsiteY244" fmla="*/ 2744309 h 3047670"/>
              <a:gd name="connsiteX245" fmla="*/ 878299 w 3044273"/>
              <a:gd name="connsiteY245" fmla="*/ 2749208 h 3047670"/>
              <a:gd name="connsiteX246" fmla="*/ 873401 w 3044273"/>
              <a:gd name="connsiteY246" fmla="*/ 2754106 h 3047670"/>
              <a:gd name="connsiteX247" fmla="*/ 868502 w 3044273"/>
              <a:gd name="connsiteY247" fmla="*/ 2749208 h 3047670"/>
              <a:gd name="connsiteX248" fmla="*/ 873401 w 3044273"/>
              <a:gd name="connsiteY248" fmla="*/ 2744309 h 3047670"/>
              <a:gd name="connsiteX249" fmla="*/ 1108300 w 3044273"/>
              <a:gd name="connsiteY249" fmla="*/ 2742802 h 3047670"/>
              <a:gd name="connsiteX250" fmla="*/ 1116967 w 3044273"/>
              <a:gd name="connsiteY250" fmla="*/ 2751469 h 3047670"/>
              <a:gd name="connsiteX251" fmla="*/ 1108300 w 3044273"/>
              <a:gd name="connsiteY251" fmla="*/ 2760137 h 3047670"/>
              <a:gd name="connsiteX252" fmla="*/ 1099631 w 3044273"/>
              <a:gd name="connsiteY252" fmla="*/ 2751595 h 3047670"/>
              <a:gd name="connsiteX253" fmla="*/ 1108300 w 3044273"/>
              <a:gd name="connsiteY253" fmla="*/ 2742802 h 3047670"/>
              <a:gd name="connsiteX254" fmla="*/ 2178915 w 3044273"/>
              <a:gd name="connsiteY254" fmla="*/ 2738908 h 3047670"/>
              <a:gd name="connsiteX255" fmla="*/ 2184442 w 3044273"/>
              <a:gd name="connsiteY255" fmla="*/ 2744435 h 3047670"/>
              <a:gd name="connsiteX256" fmla="*/ 2178915 w 3044273"/>
              <a:gd name="connsiteY256" fmla="*/ 2749962 h 3047670"/>
              <a:gd name="connsiteX257" fmla="*/ 2173388 w 3044273"/>
              <a:gd name="connsiteY257" fmla="*/ 2744435 h 3047670"/>
              <a:gd name="connsiteX258" fmla="*/ 2178915 w 3044273"/>
              <a:gd name="connsiteY258" fmla="*/ 2738908 h 3047670"/>
              <a:gd name="connsiteX259" fmla="*/ 1944140 w 3044273"/>
              <a:gd name="connsiteY259" fmla="*/ 2738029 h 3047670"/>
              <a:gd name="connsiteX260" fmla="*/ 1954566 w 3044273"/>
              <a:gd name="connsiteY260" fmla="*/ 2748456 h 3047670"/>
              <a:gd name="connsiteX261" fmla="*/ 1944266 w 3044273"/>
              <a:gd name="connsiteY261" fmla="*/ 2758882 h 3047670"/>
              <a:gd name="connsiteX262" fmla="*/ 1933839 w 3044273"/>
              <a:gd name="connsiteY262" fmla="*/ 2748581 h 3047670"/>
              <a:gd name="connsiteX263" fmla="*/ 1944140 w 3044273"/>
              <a:gd name="connsiteY263" fmla="*/ 2738029 h 3047670"/>
              <a:gd name="connsiteX264" fmla="*/ 2539052 w 3044273"/>
              <a:gd name="connsiteY264" fmla="*/ 2717051 h 3047670"/>
              <a:gd name="connsiteX265" fmla="*/ 2539679 w 3044273"/>
              <a:gd name="connsiteY265" fmla="*/ 2717679 h 3047670"/>
              <a:gd name="connsiteX266" fmla="*/ 2539052 w 3044273"/>
              <a:gd name="connsiteY266" fmla="*/ 2718306 h 3047670"/>
              <a:gd name="connsiteX267" fmla="*/ 2538424 w 3044273"/>
              <a:gd name="connsiteY267" fmla="*/ 2717679 h 3047670"/>
              <a:gd name="connsiteX268" fmla="*/ 2539052 w 3044273"/>
              <a:gd name="connsiteY268" fmla="*/ 2717051 h 3047670"/>
              <a:gd name="connsiteX269" fmla="*/ 1526096 w 3044273"/>
              <a:gd name="connsiteY269" fmla="*/ 2716423 h 3047670"/>
              <a:gd name="connsiteX270" fmla="*/ 1537653 w 3044273"/>
              <a:gd name="connsiteY270" fmla="*/ 2727855 h 3047670"/>
              <a:gd name="connsiteX271" fmla="*/ 1526221 w 3044273"/>
              <a:gd name="connsiteY271" fmla="*/ 2739412 h 3047670"/>
              <a:gd name="connsiteX272" fmla="*/ 1514664 w 3044273"/>
              <a:gd name="connsiteY272" fmla="*/ 2727980 h 3047670"/>
              <a:gd name="connsiteX273" fmla="*/ 1526096 w 3044273"/>
              <a:gd name="connsiteY273" fmla="*/ 2716423 h 3047670"/>
              <a:gd name="connsiteX274" fmla="*/ 1440929 w 3044273"/>
              <a:gd name="connsiteY274" fmla="*/ 2713284 h 3047670"/>
              <a:gd name="connsiteX275" fmla="*/ 1452738 w 3044273"/>
              <a:gd name="connsiteY275" fmla="*/ 2724967 h 3047670"/>
              <a:gd name="connsiteX276" fmla="*/ 1441056 w 3044273"/>
              <a:gd name="connsiteY276" fmla="*/ 2736776 h 3047670"/>
              <a:gd name="connsiteX277" fmla="*/ 1429247 w 3044273"/>
              <a:gd name="connsiteY277" fmla="*/ 2725093 h 3047670"/>
              <a:gd name="connsiteX278" fmla="*/ 1440929 w 3044273"/>
              <a:gd name="connsiteY278" fmla="*/ 2713284 h 3047670"/>
              <a:gd name="connsiteX279" fmla="*/ 1611261 w 3044273"/>
              <a:gd name="connsiteY279" fmla="*/ 2713284 h 3047670"/>
              <a:gd name="connsiteX280" fmla="*/ 1622566 w 3044273"/>
              <a:gd name="connsiteY280" fmla="*/ 2724463 h 3047670"/>
              <a:gd name="connsiteX281" fmla="*/ 1611386 w 3044273"/>
              <a:gd name="connsiteY281" fmla="*/ 2735768 h 3047670"/>
              <a:gd name="connsiteX282" fmla="*/ 1600082 w 3044273"/>
              <a:gd name="connsiteY282" fmla="*/ 2724463 h 3047670"/>
              <a:gd name="connsiteX283" fmla="*/ 1611261 w 3044273"/>
              <a:gd name="connsiteY283" fmla="*/ 2713284 h 3047670"/>
              <a:gd name="connsiteX284" fmla="*/ 1028784 w 3044273"/>
              <a:gd name="connsiteY284" fmla="*/ 2711651 h 3047670"/>
              <a:gd name="connsiteX285" fmla="*/ 1037451 w 3044273"/>
              <a:gd name="connsiteY285" fmla="*/ 2720193 h 3047670"/>
              <a:gd name="connsiteX286" fmla="*/ 1028910 w 3044273"/>
              <a:gd name="connsiteY286" fmla="*/ 2728861 h 3047670"/>
              <a:gd name="connsiteX287" fmla="*/ 1020243 w 3044273"/>
              <a:gd name="connsiteY287" fmla="*/ 2720319 h 3047670"/>
              <a:gd name="connsiteX288" fmla="*/ 1028784 w 3044273"/>
              <a:gd name="connsiteY288" fmla="*/ 2711651 h 3047670"/>
              <a:gd name="connsiteX289" fmla="*/ 2397988 w 3044273"/>
              <a:gd name="connsiteY289" fmla="*/ 2710268 h 3047670"/>
              <a:gd name="connsiteX290" fmla="*/ 2399746 w 3044273"/>
              <a:gd name="connsiteY290" fmla="*/ 2712026 h 3047670"/>
              <a:gd name="connsiteX291" fmla="*/ 2397988 w 3044273"/>
              <a:gd name="connsiteY291" fmla="*/ 2713786 h 3047670"/>
              <a:gd name="connsiteX292" fmla="*/ 2396229 w 3044273"/>
              <a:gd name="connsiteY292" fmla="*/ 2712026 h 3047670"/>
              <a:gd name="connsiteX293" fmla="*/ 2397988 w 3044273"/>
              <a:gd name="connsiteY293" fmla="*/ 2710268 h 3047670"/>
              <a:gd name="connsiteX294" fmla="*/ 2023280 w 3044273"/>
              <a:gd name="connsiteY294" fmla="*/ 2707378 h 3047670"/>
              <a:gd name="connsiteX295" fmla="*/ 2032575 w 3044273"/>
              <a:gd name="connsiteY295" fmla="*/ 2716675 h 3047670"/>
              <a:gd name="connsiteX296" fmla="*/ 2023280 w 3044273"/>
              <a:gd name="connsiteY296" fmla="*/ 2725970 h 3047670"/>
              <a:gd name="connsiteX297" fmla="*/ 2013983 w 3044273"/>
              <a:gd name="connsiteY297" fmla="*/ 2716675 h 3047670"/>
              <a:gd name="connsiteX298" fmla="*/ 2023280 w 3044273"/>
              <a:gd name="connsiteY298" fmla="*/ 2707378 h 3047670"/>
              <a:gd name="connsiteX299" fmla="*/ 1356140 w 3044273"/>
              <a:gd name="connsiteY299" fmla="*/ 2703863 h 3047670"/>
              <a:gd name="connsiteX300" fmla="*/ 1368199 w 3044273"/>
              <a:gd name="connsiteY300" fmla="*/ 2715797 h 3047670"/>
              <a:gd name="connsiteX301" fmla="*/ 1356265 w 3044273"/>
              <a:gd name="connsiteY301" fmla="*/ 2727856 h 3047670"/>
              <a:gd name="connsiteX302" fmla="*/ 1344206 w 3044273"/>
              <a:gd name="connsiteY302" fmla="*/ 2715922 h 3047670"/>
              <a:gd name="connsiteX303" fmla="*/ 1356140 w 3044273"/>
              <a:gd name="connsiteY303" fmla="*/ 2703863 h 3047670"/>
              <a:gd name="connsiteX304" fmla="*/ 1695926 w 3044273"/>
              <a:gd name="connsiteY304" fmla="*/ 2703360 h 3047670"/>
              <a:gd name="connsiteX305" fmla="*/ 1707232 w 3044273"/>
              <a:gd name="connsiteY305" fmla="*/ 2714664 h 3047670"/>
              <a:gd name="connsiteX306" fmla="*/ 1696052 w 3044273"/>
              <a:gd name="connsiteY306" fmla="*/ 2725970 h 3047670"/>
              <a:gd name="connsiteX307" fmla="*/ 1684746 w 3044273"/>
              <a:gd name="connsiteY307" fmla="*/ 2714664 h 3047670"/>
              <a:gd name="connsiteX308" fmla="*/ 1695926 w 3044273"/>
              <a:gd name="connsiteY308" fmla="*/ 2703360 h 3047670"/>
              <a:gd name="connsiteX309" fmla="*/ 800417 w 3044273"/>
              <a:gd name="connsiteY309" fmla="*/ 2701727 h 3047670"/>
              <a:gd name="connsiteX310" fmla="*/ 803934 w 3044273"/>
              <a:gd name="connsiteY310" fmla="*/ 2705244 h 3047670"/>
              <a:gd name="connsiteX311" fmla="*/ 800417 w 3044273"/>
              <a:gd name="connsiteY311" fmla="*/ 2708762 h 3047670"/>
              <a:gd name="connsiteX312" fmla="*/ 796899 w 3044273"/>
              <a:gd name="connsiteY312" fmla="*/ 2705244 h 3047670"/>
              <a:gd name="connsiteX313" fmla="*/ 800417 w 3044273"/>
              <a:gd name="connsiteY313" fmla="*/ 2701727 h 3047670"/>
              <a:gd name="connsiteX314" fmla="*/ 2251646 w 3044273"/>
              <a:gd name="connsiteY314" fmla="*/ 2696451 h 3047670"/>
              <a:gd name="connsiteX315" fmla="*/ 2255164 w 3044273"/>
              <a:gd name="connsiteY315" fmla="*/ 2699968 h 3047670"/>
              <a:gd name="connsiteX316" fmla="*/ 2251646 w 3044273"/>
              <a:gd name="connsiteY316" fmla="*/ 2703486 h 3047670"/>
              <a:gd name="connsiteX317" fmla="*/ 2248129 w 3044273"/>
              <a:gd name="connsiteY317" fmla="*/ 2699968 h 3047670"/>
              <a:gd name="connsiteX318" fmla="*/ 2251646 w 3044273"/>
              <a:gd name="connsiteY318" fmla="*/ 2696451 h 3047670"/>
              <a:gd name="connsiteX319" fmla="*/ 1272226 w 3044273"/>
              <a:gd name="connsiteY319" fmla="*/ 2688537 h 3047670"/>
              <a:gd name="connsiteX320" fmla="*/ 1284035 w 3044273"/>
              <a:gd name="connsiteY320" fmla="*/ 2700220 h 3047670"/>
              <a:gd name="connsiteX321" fmla="*/ 1272353 w 3044273"/>
              <a:gd name="connsiteY321" fmla="*/ 2712029 h 3047670"/>
              <a:gd name="connsiteX322" fmla="*/ 1260544 w 3044273"/>
              <a:gd name="connsiteY322" fmla="*/ 2700346 h 3047670"/>
              <a:gd name="connsiteX323" fmla="*/ 1272226 w 3044273"/>
              <a:gd name="connsiteY323" fmla="*/ 2688537 h 3047670"/>
              <a:gd name="connsiteX324" fmla="*/ 1779588 w 3044273"/>
              <a:gd name="connsiteY324" fmla="*/ 2687406 h 3047670"/>
              <a:gd name="connsiteX325" fmla="*/ 1790768 w 3044273"/>
              <a:gd name="connsiteY325" fmla="*/ 2698460 h 3047670"/>
              <a:gd name="connsiteX326" fmla="*/ 1779713 w 3044273"/>
              <a:gd name="connsiteY326" fmla="*/ 2709515 h 3047670"/>
              <a:gd name="connsiteX327" fmla="*/ 1768658 w 3044273"/>
              <a:gd name="connsiteY327" fmla="*/ 2698460 h 3047670"/>
              <a:gd name="connsiteX328" fmla="*/ 1779588 w 3044273"/>
              <a:gd name="connsiteY328" fmla="*/ 2687406 h 3047670"/>
              <a:gd name="connsiteX329" fmla="*/ 951909 w 3044273"/>
              <a:gd name="connsiteY329" fmla="*/ 2676729 h 3047670"/>
              <a:gd name="connsiteX330" fmla="*/ 958817 w 3044273"/>
              <a:gd name="connsiteY330" fmla="*/ 2683512 h 3047670"/>
              <a:gd name="connsiteX331" fmla="*/ 952034 w 3044273"/>
              <a:gd name="connsiteY331" fmla="*/ 2690421 h 3047670"/>
              <a:gd name="connsiteX332" fmla="*/ 945125 w 3044273"/>
              <a:gd name="connsiteY332" fmla="*/ 2683638 h 3047670"/>
              <a:gd name="connsiteX333" fmla="*/ 951909 w 3044273"/>
              <a:gd name="connsiteY333" fmla="*/ 2676729 h 3047670"/>
              <a:gd name="connsiteX334" fmla="*/ 2100027 w 3044273"/>
              <a:gd name="connsiteY334" fmla="*/ 2671828 h 3047670"/>
              <a:gd name="connsiteX335" fmla="*/ 2107815 w 3044273"/>
              <a:gd name="connsiteY335" fmla="*/ 2679492 h 3047670"/>
              <a:gd name="connsiteX336" fmla="*/ 2100027 w 3044273"/>
              <a:gd name="connsiteY336" fmla="*/ 2687279 h 3047670"/>
              <a:gd name="connsiteX337" fmla="*/ 2092240 w 3044273"/>
              <a:gd name="connsiteY337" fmla="*/ 2679492 h 3047670"/>
              <a:gd name="connsiteX338" fmla="*/ 2100027 w 3044273"/>
              <a:gd name="connsiteY338" fmla="*/ 2671828 h 3047670"/>
              <a:gd name="connsiteX339" fmla="*/ 1189824 w 3044273"/>
              <a:gd name="connsiteY339" fmla="*/ 2668313 h 3047670"/>
              <a:gd name="connsiteX340" fmla="*/ 1200251 w 3044273"/>
              <a:gd name="connsiteY340" fmla="*/ 2678612 h 3047670"/>
              <a:gd name="connsiteX341" fmla="*/ 1189824 w 3044273"/>
              <a:gd name="connsiteY341" fmla="*/ 2689038 h 3047670"/>
              <a:gd name="connsiteX342" fmla="*/ 1179398 w 3044273"/>
              <a:gd name="connsiteY342" fmla="*/ 2678612 h 3047670"/>
              <a:gd name="connsiteX343" fmla="*/ 1189824 w 3044273"/>
              <a:gd name="connsiteY343" fmla="*/ 2668313 h 3047670"/>
              <a:gd name="connsiteX344" fmla="*/ 1861864 w 3044273"/>
              <a:gd name="connsiteY344" fmla="*/ 2665047 h 3047670"/>
              <a:gd name="connsiteX345" fmla="*/ 1873044 w 3044273"/>
              <a:gd name="connsiteY345" fmla="*/ 2676101 h 3047670"/>
              <a:gd name="connsiteX346" fmla="*/ 1861989 w 3044273"/>
              <a:gd name="connsiteY346" fmla="*/ 2687156 h 3047670"/>
              <a:gd name="connsiteX347" fmla="*/ 1850934 w 3044273"/>
              <a:gd name="connsiteY347" fmla="*/ 2676101 h 3047670"/>
              <a:gd name="connsiteX348" fmla="*/ 1861864 w 3044273"/>
              <a:gd name="connsiteY348" fmla="*/ 2665047 h 3047670"/>
              <a:gd name="connsiteX349" fmla="*/ 588127 w 3044273"/>
              <a:gd name="connsiteY349" fmla="*/ 2662031 h 3047670"/>
              <a:gd name="connsiteX350" fmla="*/ 590513 w 3044273"/>
              <a:gd name="connsiteY350" fmla="*/ 2664418 h 3047670"/>
              <a:gd name="connsiteX351" fmla="*/ 588127 w 3044273"/>
              <a:gd name="connsiteY351" fmla="*/ 2666931 h 3047670"/>
              <a:gd name="connsiteX352" fmla="*/ 585741 w 3044273"/>
              <a:gd name="connsiteY352" fmla="*/ 2664544 h 3047670"/>
              <a:gd name="connsiteX353" fmla="*/ 588127 w 3044273"/>
              <a:gd name="connsiteY353" fmla="*/ 2662031 h 3047670"/>
              <a:gd name="connsiteX354" fmla="*/ 2600854 w 3044273"/>
              <a:gd name="connsiteY354" fmla="*/ 2657761 h 3047670"/>
              <a:gd name="connsiteX355" fmla="*/ 2601984 w 3044273"/>
              <a:gd name="connsiteY355" fmla="*/ 2658891 h 3047670"/>
              <a:gd name="connsiteX356" fmla="*/ 2600854 w 3044273"/>
              <a:gd name="connsiteY356" fmla="*/ 2660021 h 3047670"/>
              <a:gd name="connsiteX357" fmla="*/ 2599724 w 3044273"/>
              <a:gd name="connsiteY357" fmla="*/ 2658891 h 3047670"/>
              <a:gd name="connsiteX358" fmla="*/ 2600854 w 3044273"/>
              <a:gd name="connsiteY358" fmla="*/ 2657761 h 3047670"/>
              <a:gd name="connsiteX359" fmla="*/ 2463685 w 3044273"/>
              <a:gd name="connsiteY359" fmla="*/ 2655374 h 3047670"/>
              <a:gd name="connsiteX360" fmla="*/ 2465945 w 3044273"/>
              <a:gd name="connsiteY360" fmla="*/ 2657636 h 3047670"/>
              <a:gd name="connsiteX361" fmla="*/ 2463685 w 3044273"/>
              <a:gd name="connsiteY361" fmla="*/ 2659896 h 3047670"/>
              <a:gd name="connsiteX362" fmla="*/ 2461423 w 3044273"/>
              <a:gd name="connsiteY362" fmla="*/ 2657636 h 3047670"/>
              <a:gd name="connsiteX363" fmla="*/ 2463685 w 3044273"/>
              <a:gd name="connsiteY363" fmla="*/ 2655374 h 3047670"/>
              <a:gd name="connsiteX364" fmla="*/ 730198 w 3044273"/>
              <a:gd name="connsiteY364" fmla="*/ 2652360 h 3047670"/>
              <a:gd name="connsiteX365" fmla="*/ 734595 w 3044273"/>
              <a:gd name="connsiteY365" fmla="*/ 2656757 h 3047670"/>
              <a:gd name="connsiteX366" fmla="*/ 730198 w 3044273"/>
              <a:gd name="connsiteY366" fmla="*/ 2661154 h 3047670"/>
              <a:gd name="connsiteX367" fmla="*/ 725802 w 3044273"/>
              <a:gd name="connsiteY367" fmla="*/ 2656757 h 3047670"/>
              <a:gd name="connsiteX368" fmla="*/ 730198 w 3044273"/>
              <a:gd name="connsiteY368" fmla="*/ 2652360 h 3047670"/>
              <a:gd name="connsiteX369" fmla="*/ 2321490 w 3044273"/>
              <a:gd name="connsiteY369" fmla="*/ 2643819 h 3047670"/>
              <a:gd name="connsiteX370" fmla="*/ 2328526 w 3044273"/>
              <a:gd name="connsiteY370" fmla="*/ 2650854 h 3047670"/>
              <a:gd name="connsiteX371" fmla="*/ 2321490 w 3044273"/>
              <a:gd name="connsiteY371" fmla="*/ 2658013 h 3047670"/>
              <a:gd name="connsiteX372" fmla="*/ 2314455 w 3044273"/>
              <a:gd name="connsiteY372" fmla="*/ 2650979 h 3047670"/>
              <a:gd name="connsiteX373" fmla="*/ 2321490 w 3044273"/>
              <a:gd name="connsiteY373" fmla="*/ 2643819 h 3047670"/>
              <a:gd name="connsiteX374" fmla="*/ 1109179 w 3044273"/>
              <a:gd name="connsiteY374" fmla="*/ 2639421 h 3047670"/>
              <a:gd name="connsiteX375" fmla="*/ 1120485 w 3044273"/>
              <a:gd name="connsiteY375" fmla="*/ 2650727 h 3047670"/>
              <a:gd name="connsiteX376" fmla="*/ 1109305 w 3044273"/>
              <a:gd name="connsiteY376" fmla="*/ 2662032 h 3047670"/>
              <a:gd name="connsiteX377" fmla="*/ 1098000 w 3044273"/>
              <a:gd name="connsiteY377" fmla="*/ 2650727 h 3047670"/>
              <a:gd name="connsiteX378" fmla="*/ 1109179 w 3044273"/>
              <a:gd name="connsiteY378" fmla="*/ 2639421 h 3047670"/>
              <a:gd name="connsiteX379" fmla="*/ 877671 w 3044273"/>
              <a:gd name="connsiteY379" fmla="*/ 2635654 h 3047670"/>
              <a:gd name="connsiteX380" fmla="*/ 883700 w 3044273"/>
              <a:gd name="connsiteY380" fmla="*/ 2641558 h 3047670"/>
              <a:gd name="connsiteX381" fmla="*/ 877796 w 3044273"/>
              <a:gd name="connsiteY381" fmla="*/ 2647587 h 3047670"/>
              <a:gd name="connsiteX382" fmla="*/ 871767 w 3044273"/>
              <a:gd name="connsiteY382" fmla="*/ 2641683 h 3047670"/>
              <a:gd name="connsiteX383" fmla="*/ 877671 w 3044273"/>
              <a:gd name="connsiteY383" fmla="*/ 2635654 h 3047670"/>
              <a:gd name="connsiteX384" fmla="*/ 1942382 w 3044273"/>
              <a:gd name="connsiteY384" fmla="*/ 2634144 h 3047670"/>
              <a:gd name="connsiteX385" fmla="*/ 1955949 w 3044273"/>
              <a:gd name="connsiteY385" fmla="*/ 2647585 h 3047670"/>
              <a:gd name="connsiteX386" fmla="*/ 1942508 w 3044273"/>
              <a:gd name="connsiteY386" fmla="*/ 2661151 h 3047670"/>
              <a:gd name="connsiteX387" fmla="*/ 1928941 w 3044273"/>
              <a:gd name="connsiteY387" fmla="*/ 2647710 h 3047670"/>
              <a:gd name="connsiteX388" fmla="*/ 1942382 w 3044273"/>
              <a:gd name="connsiteY388" fmla="*/ 2634144 h 3047670"/>
              <a:gd name="connsiteX389" fmla="*/ 2173891 w 3044273"/>
              <a:gd name="connsiteY389" fmla="*/ 2627235 h 3047670"/>
              <a:gd name="connsiteX390" fmla="*/ 2183689 w 3044273"/>
              <a:gd name="connsiteY390" fmla="*/ 2636907 h 3047670"/>
              <a:gd name="connsiteX391" fmla="*/ 2174017 w 3044273"/>
              <a:gd name="connsiteY391" fmla="*/ 2646705 h 3047670"/>
              <a:gd name="connsiteX392" fmla="*/ 2164219 w 3044273"/>
              <a:gd name="connsiteY392" fmla="*/ 2637032 h 3047670"/>
              <a:gd name="connsiteX393" fmla="*/ 2173891 w 3044273"/>
              <a:gd name="connsiteY393" fmla="*/ 2627235 h 3047670"/>
              <a:gd name="connsiteX394" fmla="*/ 1525719 w 3044273"/>
              <a:gd name="connsiteY394" fmla="*/ 2618820 h 3047670"/>
              <a:gd name="connsiteX395" fmla="*/ 1539913 w 3044273"/>
              <a:gd name="connsiteY395" fmla="*/ 2632888 h 3047670"/>
              <a:gd name="connsiteX396" fmla="*/ 1525844 w 3044273"/>
              <a:gd name="connsiteY396" fmla="*/ 2647084 h 3047670"/>
              <a:gd name="connsiteX397" fmla="*/ 1511650 w 3044273"/>
              <a:gd name="connsiteY397" fmla="*/ 2633015 h 3047670"/>
              <a:gd name="connsiteX398" fmla="*/ 1525719 w 3044273"/>
              <a:gd name="connsiteY398" fmla="*/ 2618820 h 3047670"/>
              <a:gd name="connsiteX399" fmla="*/ 1440425 w 3044273"/>
              <a:gd name="connsiteY399" fmla="*/ 2615681 h 3047670"/>
              <a:gd name="connsiteX400" fmla="*/ 1454619 w 3044273"/>
              <a:gd name="connsiteY400" fmla="*/ 2629749 h 3047670"/>
              <a:gd name="connsiteX401" fmla="*/ 1440550 w 3044273"/>
              <a:gd name="connsiteY401" fmla="*/ 2643945 h 3047670"/>
              <a:gd name="connsiteX402" fmla="*/ 1426356 w 3044273"/>
              <a:gd name="connsiteY402" fmla="*/ 2629876 h 3047670"/>
              <a:gd name="connsiteX403" fmla="*/ 1440425 w 3044273"/>
              <a:gd name="connsiteY403" fmla="*/ 2615681 h 3047670"/>
              <a:gd name="connsiteX404" fmla="*/ 1610886 w 3044273"/>
              <a:gd name="connsiteY404" fmla="*/ 2615053 h 3047670"/>
              <a:gd name="connsiteX405" fmla="*/ 1625080 w 3044273"/>
              <a:gd name="connsiteY405" fmla="*/ 2629121 h 3047670"/>
              <a:gd name="connsiteX406" fmla="*/ 1611011 w 3044273"/>
              <a:gd name="connsiteY406" fmla="*/ 2643317 h 3047670"/>
              <a:gd name="connsiteX407" fmla="*/ 1596817 w 3044273"/>
              <a:gd name="connsiteY407" fmla="*/ 2629248 h 3047670"/>
              <a:gd name="connsiteX408" fmla="*/ 1610886 w 3044273"/>
              <a:gd name="connsiteY408" fmla="*/ 2615053 h 3047670"/>
              <a:gd name="connsiteX409" fmla="*/ 1031045 w 3044273"/>
              <a:gd name="connsiteY409" fmla="*/ 2607390 h 3047670"/>
              <a:gd name="connsiteX410" fmla="*/ 1040592 w 3044273"/>
              <a:gd name="connsiteY410" fmla="*/ 2616937 h 3047670"/>
              <a:gd name="connsiteX411" fmla="*/ 1031045 w 3044273"/>
              <a:gd name="connsiteY411" fmla="*/ 2626484 h 3047670"/>
              <a:gd name="connsiteX412" fmla="*/ 1021498 w 3044273"/>
              <a:gd name="connsiteY412" fmla="*/ 2616937 h 3047670"/>
              <a:gd name="connsiteX413" fmla="*/ 1031045 w 3044273"/>
              <a:gd name="connsiteY413" fmla="*/ 2607390 h 3047670"/>
              <a:gd name="connsiteX414" fmla="*/ 1355885 w 3044273"/>
              <a:gd name="connsiteY414" fmla="*/ 2606134 h 3047670"/>
              <a:gd name="connsiteX415" fmla="*/ 1369452 w 3044273"/>
              <a:gd name="connsiteY415" fmla="*/ 2619575 h 3047670"/>
              <a:gd name="connsiteX416" fmla="*/ 1356011 w 3044273"/>
              <a:gd name="connsiteY416" fmla="*/ 2633141 h 3047670"/>
              <a:gd name="connsiteX417" fmla="*/ 1342444 w 3044273"/>
              <a:gd name="connsiteY417" fmla="*/ 2619700 h 3047670"/>
              <a:gd name="connsiteX418" fmla="*/ 1355885 w 3044273"/>
              <a:gd name="connsiteY418" fmla="*/ 2606134 h 3047670"/>
              <a:gd name="connsiteX419" fmla="*/ 525447 w 3044273"/>
              <a:gd name="connsiteY419" fmla="*/ 2605003 h 3047670"/>
              <a:gd name="connsiteX420" fmla="*/ 527205 w 3044273"/>
              <a:gd name="connsiteY420" fmla="*/ 2606761 h 3047670"/>
              <a:gd name="connsiteX421" fmla="*/ 525447 w 3044273"/>
              <a:gd name="connsiteY421" fmla="*/ 2608521 h 3047670"/>
              <a:gd name="connsiteX422" fmla="*/ 523688 w 3044273"/>
              <a:gd name="connsiteY422" fmla="*/ 2606761 h 3047670"/>
              <a:gd name="connsiteX423" fmla="*/ 525447 w 3044273"/>
              <a:gd name="connsiteY423" fmla="*/ 2605003 h 3047670"/>
              <a:gd name="connsiteX424" fmla="*/ 1695423 w 3044273"/>
              <a:gd name="connsiteY424" fmla="*/ 2604374 h 3047670"/>
              <a:gd name="connsiteX425" fmla="*/ 1709617 w 3044273"/>
              <a:gd name="connsiteY425" fmla="*/ 2618442 h 3047670"/>
              <a:gd name="connsiteX426" fmla="*/ 1695548 w 3044273"/>
              <a:gd name="connsiteY426" fmla="*/ 2632638 h 3047670"/>
              <a:gd name="connsiteX427" fmla="*/ 1681354 w 3044273"/>
              <a:gd name="connsiteY427" fmla="*/ 2618569 h 3047670"/>
              <a:gd name="connsiteX428" fmla="*/ 1695423 w 3044273"/>
              <a:gd name="connsiteY428" fmla="*/ 2604374 h 3047670"/>
              <a:gd name="connsiteX429" fmla="*/ 2020390 w 3044273"/>
              <a:gd name="connsiteY429" fmla="*/ 2600230 h 3047670"/>
              <a:gd name="connsiteX430" fmla="*/ 2033454 w 3044273"/>
              <a:gd name="connsiteY430" fmla="*/ 2613294 h 3047670"/>
              <a:gd name="connsiteX431" fmla="*/ 2020390 w 3044273"/>
              <a:gd name="connsiteY431" fmla="*/ 2626358 h 3047670"/>
              <a:gd name="connsiteX432" fmla="*/ 2007326 w 3044273"/>
              <a:gd name="connsiteY432" fmla="*/ 2613294 h 3047670"/>
              <a:gd name="connsiteX433" fmla="*/ 2020390 w 3044273"/>
              <a:gd name="connsiteY433" fmla="*/ 2600230 h 3047670"/>
              <a:gd name="connsiteX434" fmla="*/ 663497 w 3044273"/>
              <a:gd name="connsiteY434" fmla="*/ 2600230 h 3047670"/>
              <a:gd name="connsiteX435" fmla="*/ 667015 w 3044273"/>
              <a:gd name="connsiteY435" fmla="*/ 2603747 h 3047670"/>
              <a:gd name="connsiteX436" fmla="*/ 663497 w 3044273"/>
              <a:gd name="connsiteY436" fmla="*/ 2607265 h 3047670"/>
              <a:gd name="connsiteX437" fmla="*/ 659855 w 3044273"/>
              <a:gd name="connsiteY437" fmla="*/ 2603747 h 3047670"/>
              <a:gd name="connsiteX438" fmla="*/ 663497 w 3044273"/>
              <a:gd name="connsiteY438" fmla="*/ 2600230 h 3047670"/>
              <a:gd name="connsiteX439" fmla="*/ 2525864 w 3044273"/>
              <a:gd name="connsiteY439" fmla="*/ 2597341 h 3047670"/>
              <a:gd name="connsiteX440" fmla="*/ 2528126 w 3044273"/>
              <a:gd name="connsiteY440" fmla="*/ 2599476 h 3047670"/>
              <a:gd name="connsiteX441" fmla="*/ 2525989 w 3044273"/>
              <a:gd name="connsiteY441" fmla="*/ 2601738 h 3047670"/>
              <a:gd name="connsiteX442" fmla="*/ 2523728 w 3044273"/>
              <a:gd name="connsiteY442" fmla="*/ 2599476 h 3047670"/>
              <a:gd name="connsiteX443" fmla="*/ 2525864 w 3044273"/>
              <a:gd name="connsiteY443" fmla="*/ 2597341 h 3047670"/>
              <a:gd name="connsiteX444" fmla="*/ 2659138 w 3044273"/>
              <a:gd name="connsiteY444" fmla="*/ 2596083 h 3047670"/>
              <a:gd name="connsiteX445" fmla="*/ 2659767 w 3044273"/>
              <a:gd name="connsiteY445" fmla="*/ 2596711 h 3047670"/>
              <a:gd name="connsiteX446" fmla="*/ 2659138 w 3044273"/>
              <a:gd name="connsiteY446" fmla="*/ 2597466 h 3047670"/>
              <a:gd name="connsiteX447" fmla="*/ 2658510 w 3044273"/>
              <a:gd name="connsiteY447" fmla="*/ 2596711 h 3047670"/>
              <a:gd name="connsiteX448" fmla="*/ 2659138 w 3044273"/>
              <a:gd name="connsiteY448" fmla="*/ 2596083 h 3047670"/>
              <a:gd name="connsiteX449" fmla="*/ 2388064 w 3044273"/>
              <a:gd name="connsiteY449" fmla="*/ 2593572 h 3047670"/>
              <a:gd name="connsiteX450" fmla="*/ 2392084 w 3044273"/>
              <a:gd name="connsiteY450" fmla="*/ 2597592 h 3047670"/>
              <a:gd name="connsiteX451" fmla="*/ 2388064 w 3044273"/>
              <a:gd name="connsiteY451" fmla="*/ 2601612 h 3047670"/>
              <a:gd name="connsiteX452" fmla="*/ 2384044 w 3044273"/>
              <a:gd name="connsiteY452" fmla="*/ 2597592 h 3047670"/>
              <a:gd name="connsiteX453" fmla="*/ 2388064 w 3044273"/>
              <a:gd name="connsiteY453" fmla="*/ 2593572 h 3047670"/>
              <a:gd name="connsiteX454" fmla="*/ 1272226 w 3044273"/>
              <a:gd name="connsiteY454" fmla="*/ 2590306 h 3047670"/>
              <a:gd name="connsiteX455" fmla="*/ 1284662 w 3044273"/>
              <a:gd name="connsiteY455" fmla="*/ 2602616 h 3047670"/>
              <a:gd name="connsiteX456" fmla="*/ 1272353 w 3044273"/>
              <a:gd name="connsiteY456" fmla="*/ 2615052 h 3047670"/>
              <a:gd name="connsiteX457" fmla="*/ 1259917 w 3044273"/>
              <a:gd name="connsiteY457" fmla="*/ 2602742 h 3047670"/>
              <a:gd name="connsiteX458" fmla="*/ 1272226 w 3044273"/>
              <a:gd name="connsiteY458" fmla="*/ 2590306 h 3047670"/>
              <a:gd name="connsiteX459" fmla="*/ 806573 w 3044273"/>
              <a:gd name="connsiteY459" fmla="*/ 2590306 h 3047670"/>
              <a:gd name="connsiteX460" fmla="*/ 810970 w 3044273"/>
              <a:gd name="connsiteY460" fmla="*/ 2594703 h 3047670"/>
              <a:gd name="connsiteX461" fmla="*/ 806573 w 3044273"/>
              <a:gd name="connsiteY461" fmla="*/ 2599098 h 3047670"/>
              <a:gd name="connsiteX462" fmla="*/ 802176 w 3044273"/>
              <a:gd name="connsiteY462" fmla="*/ 2594703 h 3047670"/>
              <a:gd name="connsiteX463" fmla="*/ 806573 w 3044273"/>
              <a:gd name="connsiteY463" fmla="*/ 2590306 h 3047670"/>
              <a:gd name="connsiteX464" fmla="*/ 1778958 w 3044273"/>
              <a:gd name="connsiteY464" fmla="*/ 2586914 h 3047670"/>
              <a:gd name="connsiteX465" fmla="*/ 1792902 w 3044273"/>
              <a:gd name="connsiteY465" fmla="*/ 2600857 h 3047670"/>
              <a:gd name="connsiteX466" fmla="*/ 1778958 w 3044273"/>
              <a:gd name="connsiteY466" fmla="*/ 2614801 h 3047670"/>
              <a:gd name="connsiteX467" fmla="*/ 1765014 w 3044273"/>
              <a:gd name="connsiteY467" fmla="*/ 2600857 h 3047670"/>
              <a:gd name="connsiteX468" fmla="*/ 1778958 w 3044273"/>
              <a:gd name="connsiteY468" fmla="*/ 2586914 h 3047670"/>
              <a:gd name="connsiteX469" fmla="*/ 2244737 w 3044273"/>
              <a:gd name="connsiteY469" fmla="*/ 2579629 h 3047670"/>
              <a:gd name="connsiteX470" fmla="*/ 2254536 w 3044273"/>
              <a:gd name="connsiteY470" fmla="*/ 2589301 h 3047670"/>
              <a:gd name="connsiteX471" fmla="*/ 2244864 w 3044273"/>
              <a:gd name="connsiteY471" fmla="*/ 2599100 h 3047670"/>
              <a:gd name="connsiteX472" fmla="*/ 2235065 w 3044273"/>
              <a:gd name="connsiteY472" fmla="*/ 2589427 h 3047670"/>
              <a:gd name="connsiteX473" fmla="*/ 2244737 w 3044273"/>
              <a:gd name="connsiteY473" fmla="*/ 2579629 h 3047670"/>
              <a:gd name="connsiteX474" fmla="*/ 955426 w 3044273"/>
              <a:gd name="connsiteY474" fmla="*/ 2569453 h 3047670"/>
              <a:gd name="connsiteX475" fmla="*/ 963215 w 3044273"/>
              <a:gd name="connsiteY475" fmla="*/ 2577241 h 3047670"/>
              <a:gd name="connsiteX476" fmla="*/ 955553 w 3044273"/>
              <a:gd name="connsiteY476" fmla="*/ 2585030 h 3047670"/>
              <a:gd name="connsiteX477" fmla="*/ 947764 w 3044273"/>
              <a:gd name="connsiteY477" fmla="*/ 2577367 h 3047670"/>
              <a:gd name="connsiteX478" fmla="*/ 955426 w 3044273"/>
              <a:gd name="connsiteY478" fmla="*/ 2569453 h 3047670"/>
              <a:gd name="connsiteX479" fmla="*/ 1190451 w 3044273"/>
              <a:gd name="connsiteY479" fmla="*/ 2567821 h 3047670"/>
              <a:gd name="connsiteX480" fmla="*/ 1201757 w 3044273"/>
              <a:gd name="connsiteY480" fmla="*/ 2579000 h 3047670"/>
              <a:gd name="connsiteX481" fmla="*/ 1190451 w 3044273"/>
              <a:gd name="connsiteY481" fmla="*/ 2590307 h 3047670"/>
              <a:gd name="connsiteX482" fmla="*/ 1179146 w 3044273"/>
              <a:gd name="connsiteY482" fmla="*/ 2579000 h 3047670"/>
              <a:gd name="connsiteX483" fmla="*/ 1190451 w 3044273"/>
              <a:gd name="connsiteY483" fmla="*/ 2567821 h 3047670"/>
              <a:gd name="connsiteX484" fmla="*/ 1860606 w 3044273"/>
              <a:gd name="connsiteY484" fmla="*/ 2562798 h 3047670"/>
              <a:gd name="connsiteX485" fmla="*/ 1874677 w 3044273"/>
              <a:gd name="connsiteY485" fmla="*/ 2576615 h 3047670"/>
              <a:gd name="connsiteX486" fmla="*/ 1860733 w 3044273"/>
              <a:gd name="connsiteY486" fmla="*/ 2590559 h 3047670"/>
              <a:gd name="connsiteX487" fmla="*/ 1846789 w 3044273"/>
              <a:gd name="connsiteY487" fmla="*/ 2576615 h 3047670"/>
              <a:gd name="connsiteX488" fmla="*/ 1860606 w 3044273"/>
              <a:gd name="connsiteY488" fmla="*/ 2562798 h 3047670"/>
              <a:gd name="connsiteX489" fmla="*/ 2095633 w 3044273"/>
              <a:gd name="connsiteY489" fmla="*/ 2561667 h 3047670"/>
              <a:gd name="connsiteX490" fmla="*/ 2107189 w 3044273"/>
              <a:gd name="connsiteY490" fmla="*/ 2573097 h 3047670"/>
              <a:gd name="connsiteX491" fmla="*/ 2095759 w 3044273"/>
              <a:gd name="connsiteY491" fmla="*/ 2584654 h 3047670"/>
              <a:gd name="connsiteX492" fmla="*/ 2084203 w 3044273"/>
              <a:gd name="connsiteY492" fmla="*/ 2573224 h 3047670"/>
              <a:gd name="connsiteX493" fmla="*/ 2095633 w 3044273"/>
              <a:gd name="connsiteY493" fmla="*/ 2561667 h 3047670"/>
              <a:gd name="connsiteX494" fmla="*/ 600060 w 3044273"/>
              <a:gd name="connsiteY494" fmla="*/ 2542950 h 3047670"/>
              <a:gd name="connsiteX495" fmla="*/ 603830 w 3044273"/>
              <a:gd name="connsiteY495" fmla="*/ 2546720 h 3047670"/>
              <a:gd name="connsiteX496" fmla="*/ 600060 w 3044273"/>
              <a:gd name="connsiteY496" fmla="*/ 2550488 h 3047670"/>
              <a:gd name="connsiteX497" fmla="*/ 596292 w 3044273"/>
              <a:gd name="connsiteY497" fmla="*/ 2546720 h 3047670"/>
              <a:gd name="connsiteX498" fmla="*/ 600060 w 3044273"/>
              <a:gd name="connsiteY498" fmla="*/ 2542950 h 3047670"/>
              <a:gd name="connsiteX499" fmla="*/ 466407 w 3044273"/>
              <a:gd name="connsiteY499" fmla="*/ 2542195 h 3047670"/>
              <a:gd name="connsiteX500" fmla="*/ 469548 w 3044273"/>
              <a:gd name="connsiteY500" fmla="*/ 2545335 h 3047670"/>
              <a:gd name="connsiteX501" fmla="*/ 466407 w 3044273"/>
              <a:gd name="connsiteY501" fmla="*/ 2548477 h 3047670"/>
              <a:gd name="connsiteX502" fmla="*/ 463267 w 3044273"/>
              <a:gd name="connsiteY502" fmla="*/ 2545335 h 3047670"/>
              <a:gd name="connsiteX503" fmla="*/ 466407 w 3044273"/>
              <a:gd name="connsiteY503" fmla="*/ 2542195 h 3047670"/>
              <a:gd name="connsiteX504" fmla="*/ 738740 w 3044273"/>
              <a:gd name="connsiteY504" fmla="*/ 2536667 h 3047670"/>
              <a:gd name="connsiteX505" fmla="*/ 745021 w 3044273"/>
              <a:gd name="connsiteY505" fmla="*/ 2542822 h 3047670"/>
              <a:gd name="connsiteX506" fmla="*/ 738866 w 3044273"/>
              <a:gd name="connsiteY506" fmla="*/ 2549104 h 3047670"/>
              <a:gd name="connsiteX507" fmla="*/ 732585 w 3044273"/>
              <a:gd name="connsiteY507" fmla="*/ 2542949 h 3047670"/>
              <a:gd name="connsiteX508" fmla="*/ 738740 w 3044273"/>
              <a:gd name="connsiteY508" fmla="*/ 2536667 h 3047670"/>
              <a:gd name="connsiteX509" fmla="*/ 2584650 w 3044273"/>
              <a:gd name="connsiteY509" fmla="*/ 2535035 h 3047670"/>
              <a:gd name="connsiteX510" fmla="*/ 2587287 w 3044273"/>
              <a:gd name="connsiteY510" fmla="*/ 2537673 h 3047670"/>
              <a:gd name="connsiteX511" fmla="*/ 2584650 w 3044273"/>
              <a:gd name="connsiteY511" fmla="*/ 2540310 h 3047670"/>
              <a:gd name="connsiteX512" fmla="*/ 2582013 w 3044273"/>
              <a:gd name="connsiteY512" fmla="*/ 2537673 h 3047670"/>
              <a:gd name="connsiteX513" fmla="*/ 2584650 w 3044273"/>
              <a:gd name="connsiteY513" fmla="*/ 2535035 h 3047670"/>
              <a:gd name="connsiteX514" fmla="*/ 2450873 w 3044273"/>
              <a:gd name="connsiteY514" fmla="*/ 2534910 h 3047670"/>
              <a:gd name="connsiteX515" fmla="*/ 2456022 w 3044273"/>
              <a:gd name="connsiteY515" fmla="*/ 2539935 h 3047670"/>
              <a:gd name="connsiteX516" fmla="*/ 2450998 w 3044273"/>
              <a:gd name="connsiteY516" fmla="*/ 2545084 h 3047670"/>
              <a:gd name="connsiteX517" fmla="*/ 2445848 w 3044273"/>
              <a:gd name="connsiteY517" fmla="*/ 2540060 h 3047670"/>
              <a:gd name="connsiteX518" fmla="*/ 2450873 w 3044273"/>
              <a:gd name="connsiteY518" fmla="*/ 2534910 h 3047670"/>
              <a:gd name="connsiteX519" fmla="*/ 1110686 w 3044273"/>
              <a:gd name="connsiteY519" fmla="*/ 2534532 h 3047670"/>
              <a:gd name="connsiteX520" fmla="*/ 1124880 w 3044273"/>
              <a:gd name="connsiteY520" fmla="*/ 2548600 h 3047670"/>
              <a:gd name="connsiteX521" fmla="*/ 1110811 w 3044273"/>
              <a:gd name="connsiteY521" fmla="*/ 2562796 h 3047670"/>
              <a:gd name="connsiteX522" fmla="*/ 1096617 w 3044273"/>
              <a:gd name="connsiteY522" fmla="*/ 2548727 h 3047670"/>
              <a:gd name="connsiteX523" fmla="*/ 1110686 w 3044273"/>
              <a:gd name="connsiteY523" fmla="*/ 2534532 h 3047670"/>
              <a:gd name="connsiteX524" fmla="*/ 2714032 w 3044273"/>
              <a:gd name="connsiteY524" fmla="*/ 2530136 h 3047670"/>
              <a:gd name="connsiteX525" fmla="*/ 2715415 w 3044273"/>
              <a:gd name="connsiteY525" fmla="*/ 2531393 h 3047670"/>
              <a:gd name="connsiteX526" fmla="*/ 2714032 w 3044273"/>
              <a:gd name="connsiteY526" fmla="*/ 2532773 h 3047670"/>
              <a:gd name="connsiteX527" fmla="*/ 2712650 w 3044273"/>
              <a:gd name="connsiteY527" fmla="*/ 2531393 h 3047670"/>
              <a:gd name="connsiteX528" fmla="*/ 2714032 w 3044273"/>
              <a:gd name="connsiteY528" fmla="*/ 2530136 h 3047670"/>
              <a:gd name="connsiteX529" fmla="*/ 1940121 w 3044273"/>
              <a:gd name="connsiteY529" fmla="*/ 2527876 h 3047670"/>
              <a:gd name="connsiteX530" fmla="*/ 1957835 w 3044273"/>
              <a:gd name="connsiteY530" fmla="*/ 2545588 h 3047670"/>
              <a:gd name="connsiteX531" fmla="*/ 1940121 w 3044273"/>
              <a:gd name="connsiteY531" fmla="*/ 2563299 h 3047670"/>
              <a:gd name="connsiteX532" fmla="*/ 1922409 w 3044273"/>
              <a:gd name="connsiteY532" fmla="*/ 2545713 h 3047670"/>
              <a:gd name="connsiteX533" fmla="*/ 1940121 w 3044273"/>
              <a:gd name="connsiteY533" fmla="*/ 2527876 h 3047670"/>
              <a:gd name="connsiteX534" fmla="*/ 2312067 w 3044273"/>
              <a:gd name="connsiteY534" fmla="*/ 2525489 h 3047670"/>
              <a:gd name="connsiteX535" fmla="*/ 2323876 w 3044273"/>
              <a:gd name="connsiteY535" fmla="*/ 2537172 h 3047670"/>
              <a:gd name="connsiteX536" fmla="*/ 2312194 w 3044273"/>
              <a:gd name="connsiteY536" fmla="*/ 2548981 h 3047670"/>
              <a:gd name="connsiteX537" fmla="*/ 2300385 w 3044273"/>
              <a:gd name="connsiteY537" fmla="*/ 2537298 h 3047670"/>
              <a:gd name="connsiteX538" fmla="*/ 2312067 w 3044273"/>
              <a:gd name="connsiteY538" fmla="*/ 2525489 h 3047670"/>
              <a:gd name="connsiteX539" fmla="*/ 883072 w 3044273"/>
              <a:gd name="connsiteY539" fmla="*/ 2524107 h 3047670"/>
              <a:gd name="connsiteX540" fmla="*/ 891237 w 3044273"/>
              <a:gd name="connsiteY540" fmla="*/ 2532273 h 3047670"/>
              <a:gd name="connsiteX541" fmla="*/ 883072 w 3044273"/>
              <a:gd name="connsiteY541" fmla="*/ 2540439 h 3047670"/>
              <a:gd name="connsiteX542" fmla="*/ 874907 w 3044273"/>
              <a:gd name="connsiteY542" fmla="*/ 2532273 h 3047670"/>
              <a:gd name="connsiteX543" fmla="*/ 883072 w 3044273"/>
              <a:gd name="connsiteY543" fmla="*/ 2524107 h 3047670"/>
              <a:gd name="connsiteX544" fmla="*/ 1525341 w 3044273"/>
              <a:gd name="connsiteY544" fmla="*/ 2519333 h 3047670"/>
              <a:gd name="connsiteX545" fmla="*/ 1544057 w 3044273"/>
              <a:gd name="connsiteY545" fmla="*/ 2537798 h 3047670"/>
              <a:gd name="connsiteX546" fmla="*/ 1525591 w 3044273"/>
              <a:gd name="connsiteY546" fmla="*/ 2556515 h 3047670"/>
              <a:gd name="connsiteX547" fmla="*/ 1506875 w 3044273"/>
              <a:gd name="connsiteY547" fmla="*/ 2538049 h 3047670"/>
              <a:gd name="connsiteX548" fmla="*/ 1525341 w 3044273"/>
              <a:gd name="connsiteY548" fmla="*/ 2519333 h 3047670"/>
              <a:gd name="connsiteX549" fmla="*/ 1440173 w 3044273"/>
              <a:gd name="connsiteY549" fmla="*/ 2516570 h 3047670"/>
              <a:gd name="connsiteX550" fmla="*/ 1458136 w 3044273"/>
              <a:gd name="connsiteY550" fmla="*/ 2534407 h 3047670"/>
              <a:gd name="connsiteX551" fmla="*/ 1440299 w 3044273"/>
              <a:gd name="connsiteY551" fmla="*/ 2552370 h 3047670"/>
              <a:gd name="connsiteX552" fmla="*/ 1422336 w 3044273"/>
              <a:gd name="connsiteY552" fmla="*/ 2534534 h 3047670"/>
              <a:gd name="connsiteX553" fmla="*/ 1440173 w 3044273"/>
              <a:gd name="connsiteY553" fmla="*/ 2516570 h 3047670"/>
              <a:gd name="connsiteX554" fmla="*/ 1610633 w 3044273"/>
              <a:gd name="connsiteY554" fmla="*/ 2515440 h 3047670"/>
              <a:gd name="connsiteX555" fmla="*/ 1629097 w 3044273"/>
              <a:gd name="connsiteY555" fmla="*/ 2533781 h 3047670"/>
              <a:gd name="connsiteX556" fmla="*/ 1610758 w 3044273"/>
              <a:gd name="connsiteY556" fmla="*/ 2552245 h 3047670"/>
              <a:gd name="connsiteX557" fmla="*/ 1592293 w 3044273"/>
              <a:gd name="connsiteY557" fmla="*/ 2533906 h 3047670"/>
              <a:gd name="connsiteX558" fmla="*/ 1610633 w 3044273"/>
              <a:gd name="connsiteY558" fmla="*/ 2515440 h 3047670"/>
              <a:gd name="connsiteX559" fmla="*/ 2167737 w 3044273"/>
              <a:gd name="connsiteY559" fmla="*/ 2513429 h 3047670"/>
              <a:gd name="connsiteX560" fmla="*/ 2181931 w 3044273"/>
              <a:gd name="connsiteY560" fmla="*/ 2527497 h 3047670"/>
              <a:gd name="connsiteX561" fmla="*/ 2167737 w 3044273"/>
              <a:gd name="connsiteY561" fmla="*/ 2541693 h 3047670"/>
              <a:gd name="connsiteX562" fmla="*/ 2153543 w 3044273"/>
              <a:gd name="connsiteY562" fmla="*/ 2527624 h 3047670"/>
              <a:gd name="connsiteX563" fmla="*/ 2167737 w 3044273"/>
              <a:gd name="connsiteY563" fmla="*/ 2513429 h 3047670"/>
              <a:gd name="connsiteX564" fmla="*/ 1355637 w 3044273"/>
              <a:gd name="connsiteY564" fmla="*/ 2506270 h 3047670"/>
              <a:gd name="connsiteX565" fmla="*/ 1372721 w 3044273"/>
              <a:gd name="connsiteY565" fmla="*/ 2523229 h 3047670"/>
              <a:gd name="connsiteX566" fmla="*/ 1355762 w 3044273"/>
              <a:gd name="connsiteY566" fmla="*/ 2540313 h 3047670"/>
              <a:gd name="connsiteX567" fmla="*/ 1338678 w 3044273"/>
              <a:gd name="connsiteY567" fmla="*/ 2523354 h 3047670"/>
              <a:gd name="connsiteX568" fmla="*/ 1355637 w 3044273"/>
              <a:gd name="connsiteY568" fmla="*/ 2506270 h 3047670"/>
              <a:gd name="connsiteX569" fmla="*/ 1695047 w 3044273"/>
              <a:gd name="connsiteY569" fmla="*/ 2503883 h 3047670"/>
              <a:gd name="connsiteX570" fmla="*/ 1713261 w 3044273"/>
              <a:gd name="connsiteY570" fmla="*/ 2521972 h 3047670"/>
              <a:gd name="connsiteX571" fmla="*/ 1695173 w 3044273"/>
              <a:gd name="connsiteY571" fmla="*/ 2540185 h 3047670"/>
              <a:gd name="connsiteX572" fmla="*/ 1676959 w 3044273"/>
              <a:gd name="connsiteY572" fmla="*/ 2522097 h 3047670"/>
              <a:gd name="connsiteX573" fmla="*/ 1695047 w 3044273"/>
              <a:gd name="connsiteY573" fmla="*/ 2503883 h 3047670"/>
              <a:gd name="connsiteX574" fmla="*/ 1033684 w 3044273"/>
              <a:gd name="connsiteY574" fmla="*/ 2499989 h 3047670"/>
              <a:gd name="connsiteX575" fmla="*/ 1045743 w 3044273"/>
              <a:gd name="connsiteY575" fmla="*/ 2511923 h 3047670"/>
              <a:gd name="connsiteX576" fmla="*/ 1033809 w 3044273"/>
              <a:gd name="connsiteY576" fmla="*/ 2523982 h 3047670"/>
              <a:gd name="connsiteX577" fmla="*/ 1021876 w 3044273"/>
              <a:gd name="connsiteY577" fmla="*/ 2512048 h 3047670"/>
              <a:gd name="connsiteX578" fmla="*/ 1033684 w 3044273"/>
              <a:gd name="connsiteY578" fmla="*/ 2499989 h 3047670"/>
              <a:gd name="connsiteX579" fmla="*/ 2016871 w 3044273"/>
              <a:gd name="connsiteY579" fmla="*/ 2491573 h 3047670"/>
              <a:gd name="connsiteX580" fmla="*/ 2033705 w 3044273"/>
              <a:gd name="connsiteY580" fmla="*/ 2508279 h 3047670"/>
              <a:gd name="connsiteX581" fmla="*/ 2016871 w 3044273"/>
              <a:gd name="connsiteY581" fmla="*/ 2525112 h 3047670"/>
              <a:gd name="connsiteX582" fmla="*/ 2000039 w 3044273"/>
              <a:gd name="connsiteY582" fmla="*/ 2508406 h 3047670"/>
              <a:gd name="connsiteX583" fmla="*/ 2016871 w 3044273"/>
              <a:gd name="connsiteY583" fmla="*/ 2491573 h 3047670"/>
              <a:gd name="connsiteX584" fmla="*/ 1272479 w 3044273"/>
              <a:gd name="connsiteY584" fmla="*/ 2488935 h 3047670"/>
              <a:gd name="connsiteX585" fmla="*/ 1288307 w 3044273"/>
              <a:gd name="connsiteY585" fmla="*/ 2504637 h 3047670"/>
              <a:gd name="connsiteX586" fmla="*/ 1272605 w 3044273"/>
              <a:gd name="connsiteY586" fmla="*/ 2520340 h 3047670"/>
              <a:gd name="connsiteX587" fmla="*/ 1256903 w 3044273"/>
              <a:gd name="connsiteY587" fmla="*/ 2504637 h 3047670"/>
              <a:gd name="connsiteX588" fmla="*/ 1272479 w 3044273"/>
              <a:gd name="connsiteY588" fmla="*/ 2488935 h 3047670"/>
              <a:gd name="connsiteX589" fmla="*/ 1778080 w 3044273"/>
              <a:gd name="connsiteY589" fmla="*/ 2484915 h 3047670"/>
              <a:gd name="connsiteX590" fmla="*/ 1796042 w 3044273"/>
              <a:gd name="connsiteY590" fmla="*/ 2502752 h 3047670"/>
              <a:gd name="connsiteX591" fmla="*/ 1778205 w 3044273"/>
              <a:gd name="connsiteY591" fmla="*/ 2520715 h 3047670"/>
              <a:gd name="connsiteX592" fmla="*/ 1760242 w 3044273"/>
              <a:gd name="connsiteY592" fmla="*/ 2502878 h 3047670"/>
              <a:gd name="connsiteX593" fmla="*/ 1778080 w 3044273"/>
              <a:gd name="connsiteY593" fmla="*/ 2484915 h 3047670"/>
              <a:gd name="connsiteX594" fmla="*/ 674801 w 3044273"/>
              <a:gd name="connsiteY594" fmla="*/ 2482024 h 3047670"/>
              <a:gd name="connsiteX595" fmla="*/ 679450 w 3044273"/>
              <a:gd name="connsiteY595" fmla="*/ 2486672 h 3047670"/>
              <a:gd name="connsiteX596" fmla="*/ 674801 w 3044273"/>
              <a:gd name="connsiteY596" fmla="*/ 2491322 h 3047670"/>
              <a:gd name="connsiteX597" fmla="*/ 670154 w 3044273"/>
              <a:gd name="connsiteY597" fmla="*/ 2486672 h 3047670"/>
              <a:gd name="connsiteX598" fmla="*/ 674801 w 3044273"/>
              <a:gd name="connsiteY598" fmla="*/ 2482024 h 3047670"/>
              <a:gd name="connsiteX599" fmla="*/ 540520 w 3044273"/>
              <a:gd name="connsiteY599" fmla="*/ 2481900 h 3047670"/>
              <a:gd name="connsiteX600" fmla="*/ 544289 w 3044273"/>
              <a:gd name="connsiteY600" fmla="*/ 2485670 h 3047670"/>
              <a:gd name="connsiteX601" fmla="*/ 540520 w 3044273"/>
              <a:gd name="connsiteY601" fmla="*/ 2489438 h 3047670"/>
              <a:gd name="connsiteX602" fmla="*/ 536752 w 3044273"/>
              <a:gd name="connsiteY602" fmla="*/ 2485670 h 3047670"/>
              <a:gd name="connsiteX603" fmla="*/ 540520 w 3044273"/>
              <a:gd name="connsiteY603" fmla="*/ 2481900 h 3047670"/>
              <a:gd name="connsiteX604" fmla="*/ 410885 w 3044273"/>
              <a:gd name="connsiteY604" fmla="*/ 2477881 h 3047670"/>
              <a:gd name="connsiteX605" fmla="*/ 413397 w 3044273"/>
              <a:gd name="connsiteY605" fmla="*/ 2480268 h 3047670"/>
              <a:gd name="connsiteX606" fmla="*/ 411011 w 3044273"/>
              <a:gd name="connsiteY606" fmla="*/ 2482781 h 3047670"/>
              <a:gd name="connsiteX607" fmla="*/ 408499 w 3044273"/>
              <a:gd name="connsiteY607" fmla="*/ 2480394 h 3047670"/>
              <a:gd name="connsiteX608" fmla="*/ 410885 w 3044273"/>
              <a:gd name="connsiteY608" fmla="*/ 2477881 h 3047670"/>
              <a:gd name="connsiteX609" fmla="*/ 814235 w 3044273"/>
              <a:gd name="connsiteY609" fmla="*/ 2475493 h 3047670"/>
              <a:gd name="connsiteX610" fmla="*/ 820517 w 3044273"/>
              <a:gd name="connsiteY610" fmla="*/ 2481648 h 3047670"/>
              <a:gd name="connsiteX611" fmla="*/ 814361 w 3044273"/>
              <a:gd name="connsiteY611" fmla="*/ 2487930 h 3047670"/>
              <a:gd name="connsiteX612" fmla="*/ 808206 w 3044273"/>
              <a:gd name="connsiteY612" fmla="*/ 2481775 h 3047670"/>
              <a:gd name="connsiteX613" fmla="*/ 814235 w 3044273"/>
              <a:gd name="connsiteY613" fmla="*/ 2475493 h 3047670"/>
              <a:gd name="connsiteX614" fmla="*/ 2509910 w 3044273"/>
              <a:gd name="connsiteY614" fmla="*/ 2473358 h 3047670"/>
              <a:gd name="connsiteX615" fmla="*/ 2515060 w 3044273"/>
              <a:gd name="connsiteY615" fmla="*/ 2478383 h 3047670"/>
              <a:gd name="connsiteX616" fmla="*/ 2510035 w 3044273"/>
              <a:gd name="connsiteY616" fmla="*/ 2483532 h 3047670"/>
              <a:gd name="connsiteX617" fmla="*/ 2504885 w 3044273"/>
              <a:gd name="connsiteY617" fmla="*/ 2478508 h 3047670"/>
              <a:gd name="connsiteX618" fmla="*/ 2509910 w 3044273"/>
              <a:gd name="connsiteY618" fmla="*/ 2473358 h 3047670"/>
              <a:gd name="connsiteX619" fmla="*/ 2375628 w 3044273"/>
              <a:gd name="connsiteY619" fmla="*/ 2472480 h 3047670"/>
              <a:gd name="connsiteX620" fmla="*/ 2383667 w 3044273"/>
              <a:gd name="connsiteY620" fmla="*/ 2480395 h 3047670"/>
              <a:gd name="connsiteX621" fmla="*/ 2375754 w 3044273"/>
              <a:gd name="connsiteY621" fmla="*/ 2488435 h 3047670"/>
              <a:gd name="connsiteX622" fmla="*/ 2367840 w 3044273"/>
              <a:gd name="connsiteY622" fmla="*/ 2480520 h 3047670"/>
              <a:gd name="connsiteX623" fmla="*/ 2375628 w 3044273"/>
              <a:gd name="connsiteY623" fmla="*/ 2472480 h 3047670"/>
              <a:gd name="connsiteX624" fmla="*/ 2639546 w 3044273"/>
              <a:gd name="connsiteY624" fmla="*/ 2470972 h 3047670"/>
              <a:gd name="connsiteX625" fmla="*/ 2640800 w 3044273"/>
              <a:gd name="connsiteY625" fmla="*/ 2472354 h 3047670"/>
              <a:gd name="connsiteX626" fmla="*/ 2639546 w 3044273"/>
              <a:gd name="connsiteY626" fmla="*/ 2473735 h 3047670"/>
              <a:gd name="connsiteX627" fmla="*/ 2638164 w 3044273"/>
              <a:gd name="connsiteY627" fmla="*/ 2472354 h 3047670"/>
              <a:gd name="connsiteX628" fmla="*/ 2639546 w 3044273"/>
              <a:gd name="connsiteY628" fmla="*/ 2470972 h 3047670"/>
              <a:gd name="connsiteX629" fmla="*/ 1191330 w 3044273"/>
              <a:gd name="connsiteY629" fmla="*/ 2464441 h 3047670"/>
              <a:gd name="connsiteX630" fmla="*/ 1205526 w 3044273"/>
              <a:gd name="connsiteY630" fmla="*/ 2478509 h 3047670"/>
              <a:gd name="connsiteX631" fmla="*/ 1191457 w 3044273"/>
              <a:gd name="connsiteY631" fmla="*/ 2492705 h 3047670"/>
              <a:gd name="connsiteX632" fmla="*/ 1177261 w 3044273"/>
              <a:gd name="connsiteY632" fmla="*/ 2478636 h 3047670"/>
              <a:gd name="connsiteX633" fmla="*/ 1191330 w 3044273"/>
              <a:gd name="connsiteY633" fmla="*/ 2464441 h 3047670"/>
              <a:gd name="connsiteX634" fmla="*/ 2236197 w 3044273"/>
              <a:gd name="connsiteY634" fmla="*/ 2462555 h 3047670"/>
              <a:gd name="connsiteX635" fmla="*/ 2250392 w 3044273"/>
              <a:gd name="connsiteY635" fmla="*/ 2476623 h 3047670"/>
              <a:gd name="connsiteX636" fmla="*/ 2236197 w 3044273"/>
              <a:gd name="connsiteY636" fmla="*/ 2490819 h 3047670"/>
              <a:gd name="connsiteX637" fmla="*/ 2222002 w 3044273"/>
              <a:gd name="connsiteY637" fmla="*/ 2476750 h 3047670"/>
              <a:gd name="connsiteX638" fmla="*/ 2236197 w 3044273"/>
              <a:gd name="connsiteY638" fmla="*/ 2462555 h 3047670"/>
              <a:gd name="connsiteX639" fmla="*/ 2765032 w 3044273"/>
              <a:gd name="connsiteY639" fmla="*/ 2461927 h 3047670"/>
              <a:gd name="connsiteX640" fmla="*/ 2766164 w 3044273"/>
              <a:gd name="connsiteY640" fmla="*/ 2463057 h 3047670"/>
              <a:gd name="connsiteX641" fmla="*/ 2765032 w 3044273"/>
              <a:gd name="connsiteY641" fmla="*/ 2464187 h 3047670"/>
              <a:gd name="connsiteX642" fmla="*/ 2763902 w 3044273"/>
              <a:gd name="connsiteY642" fmla="*/ 2463057 h 3047670"/>
              <a:gd name="connsiteX643" fmla="*/ 2765032 w 3044273"/>
              <a:gd name="connsiteY643" fmla="*/ 2461927 h 3047670"/>
              <a:gd name="connsiteX644" fmla="*/ 1858974 w 3044273"/>
              <a:gd name="connsiteY644" fmla="*/ 2458285 h 3047670"/>
              <a:gd name="connsiteX645" fmla="*/ 1876938 w 3044273"/>
              <a:gd name="connsiteY645" fmla="*/ 2476122 h 3047670"/>
              <a:gd name="connsiteX646" fmla="*/ 1859101 w 3044273"/>
              <a:gd name="connsiteY646" fmla="*/ 2494085 h 3047670"/>
              <a:gd name="connsiteX647" fmla="*/ 1841137 w 3044273"/>
              <a:gd name="connsiteY647" fmla="*/ 2476249 h 3047670"/>
              <a:gd name="connsiteX648" fmla="*/ 1858974 w 3044273"/>
              <a:gd name="connsiteY648" fmla="*/ 2458285 h 3047670"/>
              <a:gd name="connsiteX649" fmla="*/ 960073 w 3044273"/>
              <a:gd name="connsiteY649" fmla="*/ 2454893 h 3047670"/>
              <a:gd name="connsiteX650" fmla="*/ 974268 w 3044273"/>
              <a:gd name="connsiteY650" fmla="*/ 2468961 h 3047670"/>
              <a:gd name="connsiteX651" fmla="*/ 960200 w 3044273"/>
              <a:gd name="connsiteY651" fmla="*/ 2483157 h 3047670"/>
              <a:gd name="connsiteX652" fmla="*/ 946004 w 3044273"/>
              <a:gd name="connsiteY652" fmla="*/ 2469088 h 3047670"/>
              <a:gd name="connsiteX653" fmla="*/ 960073 w 3044273"/>
              <a:gd name="connsiteY653" fmla="*/ 2454893 h 3047670"/>
              <a:gd name="connsiteX654" fmla="*/ 2090106 w 3044273"/>
              <a:gd name="connsiteY654" fmla="*/ 2445975 h 3047670"/>
              <a:gd name="connsiteX655" fmla="*/ 2109200 w 3044273"/>
              <a:gd name="connsiteY655" fmla="*/ 2464943 h 3047670"/>
              <a:gd name="connsiteX656" fmla="*/ 2090232 w 3044273"/>
              <a:gd name="connsiteY656" fmla="*/ 2484037 h 3047670"/>
              <a:gd name="connsiteX657" fmla="*/ 2071138 w 3044273"/>
              <a:gd name="connsiteY657" fmla="*/ 2465069 h 3047670"/>
              <a:gd name="connsiteX658" fmla="*/ 2090106 w 3044273"/>
              <a:gd name="connsiteY658" fmla="*/ 2445975 h 3047670"/>
              <a:gd name="connsiteX659" fmla="*/ 1112696 w 3044273"/>
              <a:gd name="connsiteY659" fmla="*/ 2426756 h 3047670"/>
              <a:gd name="connsiteX660" fmla="*/ 1131412 w 3044273"/>
              <a:gd name="connsiteY660" fmla="*/ 2445221 h 3047670"/>
              <a:gd name="connsiteX661" fmla="*/ 1112947 w 3044273"/>
              <a:gd name="connsiteY661" fmla="*/ 2463812 h 3047670"/>
              <a:gd name="connsiteX662" fmla="*/ 1094231 w 3044273"/>
              <a:gd name="connsiteY662" fmla="*/ 2445347 h 3047670"/>
              <a:gd name="connsiteX663" fmla="*/ 1112696 w 3044273"/>
              <a:gd name="connsiteY663" fmla="*/ 2426756 h 3047670"/>
              <a:gd name="connsiteX664" fmla="*/ 1937232 w 3044273"/>
              <a:gd name="connsiteY664" fmla="*/ 2420979 h 3047670"/>
              <a:gd name="connsiteX665" fmla="*/ 1958713 w 3044273"/>
              <a:gd name="connsiteY665" fmla="*/ 2442332 h 3047670"/>
              <a:gd name="connsiteX666" fmla="*/ 1937359 w 3044273"/>
              <a:gd name="connsiteY666" fmla="*/ 2463813 h 3047670"/>
              <a:gd name="connsiteX667" fmla="*/ 1915878 w 3044273"/>
              <a:gd name="connsiteY667" fmla="*/ 2442459 h 3047670"/>
              <a:gd name="connsiteX668" fmla="*/ 1937232 w 3044273"/>
              <a:gd name="connsiteY668" fmla="*/ 2420979 h 3047670"/>
              <a:gd name="connsiteX669" fmla="*/ 1525089 w 3044273"/>
              <a:gd name="connsiteY669" fmla="*/ 2420977 h 3047670"/>
              <a:gd name="connsiteX670" fmla="*/ 1547072 w 3044273"/>
              <a:gd name="connsiteY670" fmla="*/ 2442835 h 3047670"/>
              <a:gd name="connsiteX671" fmla="*/ 1525216 w 3044273"/>
              <a:gd name="connsiteY671" fmla="*/ 2464816 h 3047670"/>
              <a:gd name="connsiteX672" fmla="*/ 1503233 w 3044273"/>
              <a:gd name="connsiteY672" fmla="*/ 2442960 h 3047670"/>
              <a:gd name="connsiteX673" fmla="*/ 1525089 w 3044273"/>
              <a:gd name="connsiteY673" fmla="*/ 2420977 h 3047670"/>
              <a:gd name="connsiteX674" fmla="*/ 614885 w 3044273"/>
              <a:gd name="connsiteY674" fmla="*/ 2420725 h 3047670"/>
              <a:gd name="connsiteX675" fmla="*/ 620160 w 3044273"/>
              <a:gd name="connsiteY675" fmla="*/ 2426000 h 3047670"/>
              <a:gd name="connsiteX676" fmla="*/ 614885 w 3044273"/>
              <a:gd name="connsiteY676" fmla="*/ 2431277 h 3047670"/>
              <a:gd name="connsiteX677" fmla="*/ 609483 w 3044273"/>
              <a:gd name="connsiteY677" fmla="*/ 2426000 h 3047670"/>
              <a:gd name="connsiteX678" fmla="*/ 614885 w 3044273"/>
              <a:gd name="connsiteY678" fmla="*/ 2420725 h 3047670"/>
              <a:gd name="connsiteX679" fmla="*/ 1439923 w 3044273"/>
              <a:gd name="connsiteY679" fmla="*/ 2417461 h 3047670"/>
              <a:gd name="connsiteX680" fmla="*/ 1461402 w 3044273"/>
              <a:gd name="connsiteY680" fmla="*/ 2438814 h 3047670"/>
              <a:gd name="connsiteX681" fmla="*/ 1440048 w 3044273"/>
              <a:gd name="connsiteY681" fmla="*/ 2460420 h 3047670"/>
              <a:gd name="connsiteX682" fmla="*/ 1418442 w 3044273"/>
              <a:gd name="connsiteY682" fmla="*/ 2439066 h 3047670"/>
              <a:gd name="connsiteX683" fmla="*/ 1439923 w 3044273"/>
              <a:gd name="connsiteY683" fmla="*/ 2417461 h 3047670"/>
              <a:gd name="connsiteX684" fmla="*/ 749417 w 3044273"/>
              <a:gd name="connsiteY684" fmla="*/ 2417460 h 3047670"/>
              <a:gd name="connsiteX685" fmla="*/ 758335 w 3044273"/>
              <a:gd name="connsiteY685" fmla="*/ 2426253 h 3047670"/>
              <a:gd name="connsiteX686" fmla="*/ 749543 w 3044273"/>
              <a:gd name="connsiteY686" fmla="*/ 2435171 h 3047670"/>
              <a:gd name="connsiteX687" fmla="*/ 740624 w 3044273"/>
              <a:gd name="connsiteY687" fmla="*/ 2426379 h 3047670"/>
              <a:gd name="connsiteX688" fmla="*/ 749417 w 3044273"/>
              <a:gd name="connsiteY688" fmla="*/ 2417460 h 3047670"/>
              <a:gd name="connsiteX689" fmla="*/ 1610257 w 3044273"/>
              <a:gd name="connsiteY689" fmla="*/ 2416455 h 3047670"/>
              <a:gd name="connsiteX690" fmla="*/ 1632240 w 3044273"/>
              <a:gd name="connsiteY690" fmla="*/ 2438313 h 3047670"/>
              <a:gd name="connsiteX691" fmla="*/ 1610384 w 3044273"/>
              <a:gd name="connsiteY691" fmla="*/ 2460294 h 3047670"/>
              <a:gd name="connsiteX692" fmla="*/ 1588401 w 3044273"/>
              <a:gd name="connsiteY692" fmla="*/ 2438438 h 3047670"/>
              <a:gd name="connsiteX693" fmla="*/ 1610257 w 3044273"/>
              <a:gd name="connsiteY693" fmla="*/ 2416455 h 3047670"/>
              <a:gd name="connsiteX694" fmla="*/ 484872 w 3044273"/>
              <a:gd name="connsiteY694" fmla="*/ 2416455 h 3047670"/>
              <a:gd name="connsiteX695" fmla="*/ 489394 w 3044273"/>
              <a:gd name="connsiteY695" fmla="*/ 2420852 h 3047670"/>
              <a:gd name="connsiteX696" fmla="*/ 484997 w 3044273"/>
              <a:gd name="connsiteY696" fmla="*/ 2425375 h 3047670"/>
              <a:gd name="connsiteX697" fmla="*/ 480601 w 3044273"/>
              <a:gd name="connsiteY697" fmla="*/ 2420978 h 3047670"/>
              <a:gd name="connsiteX698" fmla="*/ 484872 w 3044273"/>
              <a:gd name="connsiteY698" fmla="*/ 2416455 h 3047670"/>
              <a:gd name="connsiteX699" fmla="*/ 890108 w 3044273"/>
              <a:gd name="connsiteY699" fmla="*/ 2408541 h 3047670"/>
              <a:gd name="connsiteX700" fmla="*/ 901916 w 3044273"/>
              <a:gd name="connsiteY700" fmla="*/ 2420224 h 3047670"/>
              <a:gd name="connsiteX701" fmla="*/ 890234 w 3044273"/>
              <a:gd name="connsiteY701" fmla="*/ 2432033 h 3047670"/>
              <a:gd name="connsiteX702" fmla="*/ 878426 w 3044273"/>
              <a:gd name="connsiteY702" fmla="*/ 2420349 h 3047670"/>
              <a:gd name="connsiteX703" fmla="*/ 890108 w 3044273"/>
              <a:gd name="connsiteY703" fmla="*/ 2408541 h 3047670"/>
              <a:gd name="connsiteX704" fmla="*/ 2564930 w 3044273"/>
              <a:gd name="connsiteY704" fmla="*/ 2408290 h 3047670"/>
              <a:gd name="connsiteX705" fmla="*/ 2570079 w 3044273"/>
              <a:gd name="connsiteY705" fmla="*/ 2413315 h 3047670"/>
              <a:gd name="connsiteX706" fmla="*/ 2565055 w 3044273"/>
              <a:gd name="connsiteY706" fmla="*/ 2418464 h 3047670"/>
              <a:gd name="connsiteX707" fmla="*/ 2559905 w 3044273"/>
              <a:gd name="connsiteY707" fmla="*/ 2413440 h 3047670"/>
              <a:gd name="connsiteX708" fmla="*/ 2564930 w 3044273"/>
              <a:gd name="connsiteY708" fmla="*/ 2408290 h 3047670"/>
              <a:gd name="connsiteX709" fmla="*/ 359508 w 3044273"/>
              <a:gd name="connsiteY709" fmla="*/ 2408290 h 3047670"/>
              <a:gd name="connsiteX710" fmla="*/ 363528 w 3044273"/>
              <a:gd name="connsiteY710" fmla="*/ 2412310 h 3047670"/>
              <a:gd name="connsiteX711" fmla="*/ 359508 w 3044273"/>
              <a:gd name="connsiteY711" fmla="*/ 2416330 h 3047670"/>
              <a:gd name="connsiteX712" fmla="*/ 355489 w 3044273"/>
              <a:gd name="connsiteY712" fmla="*/ 2412435 h 3047670"/>
              <a:gd name="connsiteX713" fmla="*/ 359508 w 3044273"/>
              <a:gd name="connsiteY713" fmla="*/ 2408290 h 3047670"/>
              <a:gd name="connsiteX714" fmla="*/ 2435295 w 3044273"/>
              <a:gd name="connsiteY714" fmla="*/ 2407661 h 3047670"/>
              <a:gd name="connsiteX715" fmla="*/ 2447104 w 3044273"/>
              <a:gd name="connsiteY715" fmla="*/ 2419344 h 3047670"/>
              <a:gd name="connsiteX716" fmla="*/ 2435422 w 3044273"/>
              <a:gd name="connsiteY716" fmla="*/ 2431153 h 3047670"/>
              <a:gd name="connsiteX717" fmla="*/ 2423613 w 3044273"/>
              <a:gd name="connsiteY717" fmla="*/ 2419470 h 3047670"/>
              <a:gd name="connsiteX718" fmla="*/ 2435295 w 3044273"/>
              <a:gd name="connsiteY718" fmla="*/ 2407661 h 3047670"/>
              <a:gd name="connsiteX719" fmla="*/ 2300511 w 3044273"/>
              <a:gd name="connsiteY719" fmla="*/ 2405903 h 3047670"/>
              <a:gd name="connsiteX720" fmla="*/ 2315585 w 3044273"/>
              <a:gd name="connsiteY720" fmla="*/ 2420851 h 3047670"/>
              <a:gd name="connsiteX721" fmla="*/ 2300636 w 3044273"/>
              <a:gd name="connsiteY721" fmla="*/ 2435925 h 3047670"/>
              <a:gd name="connsiteX722" fmla="*/ 2285563 w 3044273"/>
              <a:gd name="connsiteY722" fmla="*/ 2420851 h 3047670"/>
              <a:gd name="connsiteX723" fmla="*/ 2300511 w 3044273"/>
              <a:gd name="connsiteY723" fmla="*/ 2405903 h 3047670"/>
              <a:gd name="connsiteX724" fmla="*/ 1355510 w 3044273"/>
              <a:gd name="connsiteY724" fmla="*/ 2405778 h 3047670"/>
              <a:gd name="connsiteX725" fmla="*/ 1376364 w 3044273"/>
              <a:gd name="connsiteY725" fmla="*/ 2426505 h 3047670"/>
              <a:gd name="connsiteX726" fmla="*/ 1355635 w 3044273"/>
              <a:gd name="connsiteY726" fmla="*/ 2447358 h 3047670"/>
              <a:gd name="connsiteX727" fmla="*/ 1334783 w 3044273"/>
              <a:gd name="connsiteY727" fmla="*/ 2426630 h 3047670"/>
              <a:gd name="connsiteX728" fmla="*/ 1355510 w 3044273"/>
              <a:gd name="connsiteY728" fmla="*/ 2405778 h 3047670"/>
              <a:gd name="connsiteX729" fmla="*/ 1694420 w 3044273"/>
              <a:gd name="connsiteY729" fmla="*/ 2403391 h 3047670"/>
              <a:gd name="connsiteX730" fmla="*/ 1716401 w 3044273"/>
              <a:gd name="connsiteY730" fmla="*/ 2425249 h 3047670"/>
              <a:gd name="connsiteX731" fmla="*/ 1694545 w 3044273"/>
              <a:gd name="connsiteY731" fmla="*/ 2447230 h 3047670"/>
              <a:gd name="connsiteX732" fmla="*/ 1672562 w 3044273"/>
              <a:gd name="connsiteY732" fmla="*/ 2425374 h 3047670"/>
              <a:gd name="connsiteX733" fmla="*/ 1694420 w 3044273"/>
              <a:gd name="connsiteY733" fmla="*/ 2403391 h 3047670"/>
              <a:gd name="connsiteX734" fmla="*/ 2690419 w 3044273"/>
              <a:gd name="connsiteY734" fmla="*/ 2400752 h 3047670"/>
              <a:gd name="connsiteX735" fmla="*/ 2693561 w 3044273"/>
              <a:gd name="connsiteY735" fmla="*/ 2403892 h 3047670"/>
              <a:gd name="connsiteX736" fmla="*/ 2690419 w 3044273"/>
              <a:gd name="connsiteY736" fmla="*/ 2407034 h 3047670"/>
              <a:gd name="connsiteX737" fmla="*/ 2687279 w 3044273"/>
              <a:gd name="connsiteY737" fmla="*/ 2404019 h 3047670"/>
              <a:gd name="connsiteX738" fmla="*/ 2690419 w 3044273"/>
              <a:gd name="connsiteY738" fmla="*/ 2400752 h 3047670"/>
              <a:gd name="connsiteX739" fmla="*/ 2159822 w 3044273"/>
              <a:gd name="connsiteY739" fmla="*/ 2398492 h 3047670"/>
              <a:gd name="connsiteX740" fmla="*/ 2177158 w 3044273"/>
              <a:gd name="connsiteY740" fmla="*/ 2415701 h 3047670"/>
              <a:gd name="connsiteX741" fmla="*/ 2159947 w 3044273"/>
              <a:gd name="connsiteY741" fmla="*/ 2433036 h 3047670"/>
              <a:gd name="connsiteX742" fmla="*/ 2142613 w 3044273"/>
              <a:gd name="connsiteY742" fmla="*/ 2415827 h 3047670"/>
              <a:gd name="connsiteX743" fmla="*/ 2159822 w 3044273"/>
              <a:gd name="connsiteY743" fmla="*/ 2398492 h 3047670"/>
              <a:gd name="connsiteX744" fmla="*/ 2812137 w 3044273"/>
              <a:gd name="connsiteY744" fmla="*/ 2390830 h 3047670"/>
              <a:gd name="connsiteX745" fmla="*/ 2813269 w 3044273"/>
              <a:gd name="connsiteY745" fmla="*/ 2391960 h 3047670"/>
              <a:gd name="connsiteX746" fmla="*/ 2812137 w 3044273"/>
              <a:gd name="connsiteY746" fmla="*/ 2393090 h 3047670"/>
              <a:gd name="connsiteX747" fmla="*/ 2811007 w 3044273"/>
              <a:gd name="connsiteY747" fmla="*/ 2391960 h 3047670"/>
              <a:gd name="connsiteX748" fmla="*/ 2812137 w 3044273"/>
              <a:gd name="connsiteY748" fmla="*/ 2390830 h 3047670"/>
              <a:gd name="connsiteX749" fmla="*/ 1037577 w 3044273"/>
              <a:gd name="connsiteY749" fmla="*/ 2389070 h 3047670"/>
              <a:gd name="connsiteX750" fmla="*/ 1053781 w 3044273"/>
              <a:gd name="connsiteY750" fmla="*/ 2405149 h 3047670"/>
              <a:gd name="connsiteX751" fmla="*/ 1037702 w 3044273"/>
              <a:gd name="connsiteY751" fmla="*/ 2421353 h 3047670"/>
              <a:gd name="connsiteX752" fmla="*/ 1021498 w 3044273"/>
              <a:gd name="connsiteY752" fmla="*/ 2405274 h 3047670"/>
              <a:gd name="connsiteX753" fmla="*/ 1037577 w 3044273"/>
              <a:gd name="connsiteY753" fmla="*/ 2389070 h 3047670"/>
              <a:gd name="connsiteX754" fmla="*/ 1272856 w 3044273"/>
              <a:gd name="connsiteY754" fmla="*/ 2385930 h 3047670"/>
              <a:gd name="connsiteX755" fmla="*/ 1292828 w 3044273"/>
              <a:gd name="connsiteY755" fmla="*/ 2405778 h 3047670"/>
              <a:gd name="connsiteX756" fmla="*/ 1272982 w 3044273"/>
              <a:gd name="connsiteY756" fmla="*/ 2425750 h 3047670"/>
              <a:gd name="connsiteX757" fmla="*/ 1253008 w 3044273"/>
              <a:gd name="connsiteY757" fmla="*/ 2405904 h 3047670"/>
              <a:gd name="connsiteX758" fmla="*/ 1272856 w 3044273"/>
              <a:gd name="connsiteY758" fmla="*/ 2385930 h 3047670"/>
              <a:gd name="connsiteX759" fmla="*/ 1776949 w 3044273"/>
              <a:gd name="connsiteY759" fmla="*/ 2382036 h 3047670"/>
              <a:gd name="connsiteX760" fmla="*/ 1798930 w 3044273"/>
              <a:gd name="connsiteY760" fmla="*/ 2403892 h 3047670"/>
              <a:gd name="connsiteX761" fmla="*/ 1777074 w 3044273"/>
              <a:gd name="connsiteY761" fmla="*/ 2425875 h 3047670"/>
              <a:gd name="connsiteX762" fmla="*/ 1755091 w 3044273"/>
              <a:gd name="connsiteY762" fmla="*/ 2404019 h 3047670"/>
              <a:gd name="connsiteX763" fmla="*/ 1776949 w 3044273"/>
              <a:gd name="connsiteY763" fmla="*/ 2382036 h 3047670"/>
              <a:gd name="connsiteX764" fmla="*/ 2012224 w 3044273"/>
              <a:gd name="connsiteY764" fmla="*/ 2381156 h 3047670"/>
              <a:gd name="connsiteX765" fmla="*/ 2032825 w 3044273"/>
              <a:gd name="connsiteY765" fmla="*/ 2401632 h 3047670"/>
              <a:gd name="connsiteX766" fmla="*/ 2012350 w 3044273"/>
              <a:gd name="connsiteY766" fmla="*/ 2422232 h 3047670"/>
              <a:gd name="connsiteX767" fmla="*/ 1991749 w 3044273"/>
              <a:gd name="connsiteY767" fmla="*/ 2401757 h 3047670"/>
              <a:gd name="connsiteX768" fmla="*/ 2012224 w 3044273"/>
              <a:gd name="connsiteY768" fmla="*/ 2381156 h 3047670"/>
              <a:gd name="connsiteX769" fmla="*/ 688998 w 3044273"/>
              <a:gd name="connsiteY769" fmla="*/ 2355907 h 3047670"/>
              <a:gd name="connsiteX770" fmla="*/ 699423 w 3044273"/>
              <a:gd name="connsiteY770" fmla="*/ 2366333 h 3047670"/>
              <a:gd name="connsiteX771" fmla="*/ 688998 w 3044273"/>
              <a:gd name="connsiteY771" fmla="*/ 2376760 h 3047670"/>
              <a:gd name="connsiteX772" fmla="*/ 678572 w 3044273"/>
              <a:gd name="connsiteY772" fmla="*/ 2366333 h 3047670"/>
              <a:gd name="connsiteX773" fmla="*/ 688998 w 3044273"/>
              <a:gd name="connsiteY773" fmla="*/ 2355907 h 3047670"/>
              <a:gd name="connsiteX774" fmla="*/ 1192713 w 3044273"/>
              <a:gd name="connsiteY774" fmla="*/ 2354777 h 3047670"/>
              <a:gd name="connsiteX775" fmla="*/ 1214946 w 3044273"/>
              <a:gd name="connsiteY775" fmla="*/ 2376760 h 3047670"/>
              <a:gd name="connsiteX776" fmla="*/ 1192838 w 3044273"/>
              <a:gd name="connsiteY776" fmla="*/ 2398993 h 3047670"/>
              <a:gd name="connsiteX777" fmla="*/ 1170604 w 3044273"/>
              <a:gd name="connsiteY777" fmla="*/ 2377010 h 3047670"/>
              <a:gd name="connsiteX778" fmla="*/ 1192713 w 3044273"/>
              <a:gd name="connsiteY778" fmla="*/ 2354777 h 3047670"/>
              <a:gd name="connsiteX779" fmla="*/ 558986 w 3044273"/>
              <a:gd name="connsiteY779" fmla="*/ 2353270 h 3047670"/>
              <a:gd name="connsiteX780" fmla="*/ 567277 w 3044273"/>
              <a:gd name="connsiteY780" fmla="*/ 2361435 h 3047670"/>
              <a:gd name="connsiteX781" fmla="*/ 559112 w 3044273"/>
              <a:gd name="connsiteY781" fmla="*/ 2369601 h 3047670"/>
              <a:gd name="connsiteX782" fmla="*/ 550946 w 3044273"/>
              <a:gd name="connsiteY782" fmla="*/ 2361435 h 3047670"/>
              <a:gd name="connsiteX783" fmla="*/ 558986 w 3044273"/>
              <a:gd name="connsiteY783" fmla="*/ 2353270 h 3047670"/>
              <a:gd name="connsiteX784" fmla="*/ 1856964 w 3044273"/>
              <a:gd name="connsiteY784" fmla="*/ 2352016 h 3047670"/>
              <a:gd name="connsiteX785" fmla="*/ 1879575 w 3044273"/>
              <a:gd name="connsiteY785" fmla="*/ 2374502 h 3047670"/>
              <a:gd name="connsiteX786" fmla="*/ 1857090 w 3044273"/>
              <a:gd name="connsiteY786" fmla="*/ 2397113 h 3047670"/>
              <a:gd name="connsiteX787" fmla="*/ 1834479 w 3044273"/>
              <a:gd name="connsiteY787" fmla="*/ 2374627 h 3047670"/>
              <a:gd name="connsiteX788" fmla="*/ 1856964 w 3044273"/>
              <a:gd name="connsiteY788" fmla="*/ 2352016 h 3047670"/>
              <a:gd name="connsiteX789" fmla="*/ 824409 w 3044273"/>
              <a:gd name="connsiteY789" fmla="*/ 2350381 h 3047670"/>
              <a:gd name="connsiteX790" fmla="*/ 840112 w 3044273"/>
              <a:gd name="connsiteY790" fmla="*/ 2366083 h 3047670"/>
              <a:gd name="connsiteX791" fmla="*/ 824409 w 3044273"/>
              <a:gd name="connsiteY791" fmla="*/ 2381786 h 3047670"/>
              <a:gd name="connsiteX792" fmla="*/ 808708 w 3044273"/>
              <a:gd name="connsiteY792" fmla="*/ 2366083 h 3047670"/>
              <a:gd name="connsiteX793" fmla="*/ 824409 w 3044273"/>
              <a:gd name="connsiteY793" fmla="*/ 2350381 h 3047670"/>
              <a:gd name="connsiteX794" fmla="*/ 433748 w 3044273"/>
              <a:gd name="connsiteY794" fmla="*/ 2346864 h 3047670"/>
              <a:gd name="connsiteX795" fmla="*/ 439777 w 3044273"/>
              <a:gd name="connsiteY795" fmla="*/ 2352768 h 3047670"/>
              <a:gd name="connsiteX796" fmla="*/ 433873 w 3044273"/>
              <a:gd name="connsiteY796" fmla="*/ 2358797 h 3047670"/>
              <a:gd name="connsiteX797" fmla="*/ 427844 w 3044273"/>
              <a:gd name="connsiteY797" fmla="*/ 2352768 h 3047670"/>
              <a:gd name="connsiteX798" fmla="*/ 433748 w 3044273"/>
              <a:gd name="connsiteY798" fmla="*/ 2346864 h 3047670"/>
              <a:gd name="connsiteX799" fmla="*/ 2360554 w 3044273"/>
              <a:gd name="connsiteY799" fmla="*/ 2345233 h 3047670"/>
              <a:gd name="connsiteX800" fmla="*/ 2375628 w 3044273"/>
              <a:gd name="connsiteY800" fmla="*/ 2360181 h 3047670"/>
              <a:gd name="connsiteX801" fmla="*/ 2360679 w 3044273"/>
              <a:gd name="connsiteY801" fmla="*/ 2375255 h 3047670"/>
              <a:gd name="connsiteX802" fmla="*/ 2345606 w 3044273"/>
              <a:gd name="connsiteY802" fmla="*/ 2360306 h 3047670"/>
              <a:gd name="connsiteX803" fmla="*/ 2360554 w 3044273"/>
              <a:gd name="connsiteY803" fmla="*/ 2345233 h 3047670"/>
              <a:gd name="connsiteX804" fmla="*/ 2490566 w 3044273"/>
              <a:gd name="connsiteY804" fmla="*/ 2342216 h 3047670"/>
              <a:gd name="connsiteX805" fmla="*/ 2502750 w 3044273"/>
              <a:gd name="connsiteY805" fmla="*/ 2354401 h 3047670"/>
              <a:gd name="connsiteX806" fmla="*/ 2490566 w 3044273"/>
              <a:gd name="connsiteY806" fmla="*/ 2366586 h 3047670"/>
              <a:gd name="connsiteX807" fmla="*/ 2478382 w 3044273"/>
              <a:gd name="connsiteY807" fmla="*/ 2354401 h 3047670"/>
              <a:gd name="connsiteX808" fmla="*/ 2490566 w 3044273"/>
              <a:gd name="connsiteY808" fmla="*/ 2342216 h 3047670"/>
              <a:gd name="connsiteX809" fmla="*/ 966229 w 3044273"/>
              <a:gd name="connsiteY809" fmla="*/ 2340081 h 3047670"/>
              <a:gd name="connsiteX810" fmla="*/ 984695 w 3044273"/>
              <a:gd name="connsiteY810" fmla="*/ 2358422 h 3047670"/>
              <a:gd name="connsiteX811" fmla="*/ 966356 w 3044273"/>
              <a:gd name="connsiteY811" fmla="*/ 2376886 h 3047670"/>
              <a:gd name="connsiteX812" fmla="*/ 947890 w 3044273"/>
              <a:gd name="connsiteY812" fmla="*/ 2358547 h 3047670"/>
              <a:gd name="connsiteX813" fmla="*/ 966229 w 3044273"/>
              <a:gd name="connsiteY813" fmla="*/ 2340081 h 3047670"/>
              <a:gd name="connsiteX814" fmla="*/ 2225143 w 3044273"/>
              <a:gd name="connsiteY814" fmla="*/ 2339955 h 3047670"/>
              <a:gd name="connsiteX815" fmla="*/ 2246247 w 3044273"/>
              <a:gd name="connsiteY815" fmla="*/ 2360933 h 3047670"/>
              <a:gd name="connsiteX816" fmla="*/ 2225269 w 3044273"/>
              <a:gd name="connsiteY816" fmla="*/ 2382036 h 3047670"/>
              <a:gd name="connsiteX817" fmla="*/ 2204165 w 3044273"/>
              <a:gd name="connsiteY817" fmla="*/ 2361058 h 3047670"/>
              <a:gd name="connsiteX818" fmla="*/ 2225143 w 3044273"/>
              <a:gd name="connsiteY818" fmla="*/ 2339955 h 3047670"/>
              <a:gd name="connsiteX819" fmla="*/ 312277 w 3044273"/>
              <a:gd name="connsiteY819" fmla="*/ 2337068 h 3047670"/>
              <a:gd name="connsiteX820" fmla="*/ 316799 w 3044273"/>
              <a:gd name="connsiteY820" fmla="*/ 2341465 h 3047670"/>
              <a:gd name="connsiteX821" fmla="*/ 312402 w 3044273"/>
              <a:gd name="connsiteY821" fmla="*/ 2345862 h 3047670"/>
              <a:gd name="connsiteX822" fmla="*/ 307880 w 3044273"/>
              <a:gd name="connsiteY822" fmla="*/ 2341465 h 3047670"/>
              <a:gd name="connsiteX823" fmla="*/ 312277 w 3044273"/>
              <a:gd name="connsiteY823" fmla="*/ 2337068 h 3047670"/>
              <a:gd name="connsiteX824" fmla="*/ 2615805 w 3044273"/>
              <a:gd name="connsiteY824" fmla="*/ 2335559 h 3047670"/>
              <a:gd name="connsiteX825" fmla="*/ 2625100 w 3044273"/>
              <a:gd name="connsiteY825" fmla="*/ 2344855 h 3047670"/>
              <a:gd name="connsiteX826" fmla="*/ 2615805 w 3044273"/>
              <a:gd name="connsiteY826" fmla="*/ 2354150 h 3047670"/>
              <a:gd name="connsiteX827" fmla="*/ 2606509 w 3044273"/>
              <a:gd name="connsiteY827" fmla="*/ 2344855 h 3047670"/>
              <a:gd name="connsiteX828" fmla="*/ 2615805 w 3044273"/>
              <a:gd name="connsiteY828" fmla="*/ 2335559 h 3047670"/>
              <a:gd name="connsiteX829" fmla="*/ 2083196 w 3044273"/>
              <a:gd name="connsiteY829" fmla="*/ 2331664 h 3047670"/>
              <a:gd name="connsiteX830" fmla="*/ 2106059 w 3044273"/>
              <a:gd name="connsiteY830" fmla="*/ 2354400 h 3047670"/>
              <a:gd name="connsiteX831" fmla="*/ 2083323 w 3044273"/>
              <a:gd name="connsiteY831" fmla="*/ 2377263 h 3047670"/>
              <a:gd name="connsiteX832" fmla="*/ 2060460 w 3044273"/>
              <a:gd name="connsiteY832" fmla="*/ 2354527 h 3047670"/>
              <a:gd name="connsiteX833" fmla="*/ 2083196 w 3044273"/>
              <a:gd name="connsiteY833" fmla="*/ 2331664 h 3047670"/>
              <a:gd name="connsiteX834" fmla="*/ 2737023 w 3044273"/>
              <a:gd name="connsiteY834" fmla="*/ 2329529 h 3047670"/>
              <a:gd name="connsiteX835" fmla="*/ 2740163 w 3044273"/>
              <a:gd name="connsiteY835" fmla="*/ 2332669 h 3047670"/>
              <a:gd name="connsiteX836" fmla="*/ 2737148 w 3044273"/>
              <a:gd name="connsiteY836" fmla="*/ 2335811 h 3047670"/>
              <a:gd name="connsiteX837" fmla="*/ 2734008 w 3044273"/>
              <a:gd name="connsiteY837" fmla="*/ 2332669 h 3047670"/>
              <a:gd name="connsiteX838" fmla="*/ 2737023 w 3044273"/>
              <a:gd name="connsiteY838" fmla="*/ 2329529 h 3047670"/>
              <a:gd name="connsiteX839" fmla="*/ 1524712 w 3044273"/>
              <a:gd name="connsiteY839" fmla="*/ 2328399 h 3047670"/>
              <a:gd name="connsiteX840" fmla="*/ 1544308 w 3044273"/>
              <a:gd name="connsiteY840" fmla="*/ 2347743 h 3047670"/>
              <a:gd name="connsiteX841" fmla="*/ 1524837 w 3044273"/>
              <a:gd name="connsiteY841" fmla="*/ 2367341 h 3047670"/>
              <a:gd name="connsiteX842" fmla="*/ 1505241 w 3044273"/>
              <a:gd name="connsiteY842" fmla="*/ 2347995 h 3047670"/>
              <a:gd name="connsiteX843" fmla="*/ 1524712 w 3044273"/>
              <a:gd name="connsiteY843" fmla="*/ 2328399 h 3047670"/>
              <a:gd name="connsiteX844" fmla="*/ 1439672 w 3044273"/>
              <a:gd name="connsiteY844" fmla="*/ 2323751 h 3047670"/>
              <a:gd name="connsiteX845" fmla="*/ 1459393 w 3044273"/>
              <a:gd name="connsiteY845" fmla="*/ 2343347 h 3047670"/>
              <a:gd name="connsiteX846" fmla="*/ 1439799 w 3044273"/>
              <a:gd name="connsiteY846" fmla="*/ 2363068 h 3047670"/>
              <a:gd name="connsiteX847" fmla="*/ 1419951 w 3044273"/>
              <a:gd name="connsiteY847" fmla="*/ 2343472 h 3047670"/>
              <a:gd name="connsiteX848" fmla="*/ 1439672 w 3044273"/>
              <a:gd name="connsiteY848" fmla="*/ 2323751 h 3047670"/>
              <a:gd name="connsiteX849" fmla="*/ 1609754 w 3044273"/>
              <a:gd name="connsiteY849" fmla="*/ 2322872 h 3047670"/>
              <a:gd name="connsiteX850" fmla="*/ 1629727 w 3044273"/>
              <a:gd name="connsiteY850" fmla="*/ 2342720 h 3047670"/>
              <a:gd name="connsiteX851" fmla="*/ 1609881 w 3044273"/>
              <a:gd name="connsiteY851" fmla="*/ 2362692 h 3047670"/>
              <a:gd name="connsiteX852" fmla="*/ 1589907 w 3044273"/>
              <a:gd name="connsiteY852" fmla="*/ 2342846 h 3047670"/>
              <a:gd name="connsiteX853" fmla="*/ 1609754 w 3044273"/>
              <a:gd name="connsiteY853" fmla="*/ 2322872 h 3047670"/>
              <a:gd name="connsiteX854" fmla="*/ 1115711 w 3044273"/>
              <a:gd name="connsiteY854" fmla="*/ 2318224 h 3047670"/>
              <a:gd name="connsiteX855" fmla="*/ 1137945 w 3044273"/>
              <a:gd name="connsiteY855" fmla="*/ 2340206 h 3047670"/>
              <a:gd name="connsiteX856" fmla="*/ 1115836 w 3044273"/>
              <a:gd name="connsiteY856" fmla="*/ 2362439 h 3047670"/>
              <a:gd name="connsiteX857" fmla="*/ 1093603 w 3044273"/>
              <a:gd name="connsiteY857" fmla="*/ 2340331 h 3047670"/>
              <a:gd name="connsiteX858" fmla="*/ 1115711 w 3044273"/>
              <a:gd name="connsiteY858" fmla="*/ 2318224 h 3047670"/>
              <a:gd name="connsiteX859" fmla="*/ 2855224 w 3044273"/>
              <a:gd name="connsiteY859" fmla="*/ 2317218 h 3047670"/>
              <a:gd name="connsiteX860" fmla="*/ 2856354 w 3044273"/>
              <a:gd name="connsiteY860" fmla="*/ 2318348 h 3047670"/>
              <a:gd name="connsiteX861" fmla="*/ 2855224 w 3044273"/>
              <a:gd name="connsiteY861" fmla="*/ 2319478 h 3047670"/>
              <a:gd name="connsiteX862" fmla="*/ 2854094 w 3044273"/>
              <a:gd name="connsiteY862" fmla="*/ 2318348 h 3047670"/>
              <a:gd name="connsiteX863" fmla="*/ 2855224 w 3044273"/>
              <a:gd name="connsiteY863" fmla="*/ 2317218 h 3047670"/>
              <a:gd name="connsiteX864" fmla="*/ 1933716 w 3044273"/>
              <a:gd name="connsiteY864" fmla="*/ 2313325 h 3047670"/>
              <a:gd name="connsiteX865" fmla="*/ 1957708 w 3044273"/>
              <a:gd name="connsiteY865" fmla="*/ 2337191 h 3047670"/>
              <a:gd name="connsiteX866" fmla="*/ 1933842 w 3044273"/>
              <a:gd name="connsiteY866" fmla="*/ 2361184 h 3047670"/>
              <a:gd name="connsiteX867" fmla="*/ 1909850 w 3044273"/>
              <a:gd name="connsiteY867" fmla="*/ 2337318 h 3047670"/>
              <a:gd name="connsiteX868" fmla="*/ 1933716 w 3044273"/>
              <a:gd name="connsiteY868" fmla="*/ 2313325 h 3047670"/>
              <a:gd name="connsiteX869" fmla="*/ 1355385 w 3044273"/>
              <a:gd name="connsiteY869" fmla="*/ 2308803 h 3047670"/>
              <a:gd name="connsiteX870" fmla="*/ 1376112 w 3044273"/>
              <a:gd name="connsiteY870" fmla="*/ 2329279 h 3047670"/>
              <a:gd name="connsiteX871" fmla="*/ 1355637 w 3044273"/>
              <a:gd name="connsiteY871" fmla="*/ 2350005 h 3047670"/>
              <a:gd name="connsiteX872" fmla="*/ 1335036 w 3044273"/>
              <a:gd name="connsiteY872" fmla="*/ 2329530 h 3047670"/>
              <a:gd name="connsiteX873" fmla="*/ 1355385 w 3044273"/>
              <a:gd name="connsiteY873" fmla="*/ 2308803 h 3047670"/>
              <a:gd name="connsiteX874" fmla="*/ 1693792 w 3044273"/>
              <a:gd name="connsiteY874" fmla="*/ 2306794 h 3047670"/>
              <a:gd name="connsiteX875" fmla="*/ 1715271 w 3044273"/>
              <a:gd name="connsiteY875" fmla="*/ 2328147 h 3047670"/>
              <a:gd name="connsiteX876" fmla="*/ 1693917 w 3044273"/>
              <a:gd name="connsiteY876" fmla="*/ 2349628 h 3047670"/>
              <a:gd name="connsiteX877" fmla="*/ 1672311 w 3044273"/>
              <a:gd name="connsiteY877" fmla="*/ 2328274 h 3047670"/>
              <a:gd name="connsiteX878" fmla="*/ 1693792 w 3044273"/>
              <a:gd name="connsiteY878" fmla="*/ 2306794 h 3047670"/>
              <a:gd name="connsiteX879" fmla="*/ 763235 w 3044273"/>
              <a:gd name="connsiteY879" fmla="*/ 2293730 h 3047670"/>
              <a:gd name="connsiteX880" fmla="*/ 776174 w 3044273"/>
              <a:gd name="connsiteY880" fmla="*/ 2306542 h 3047670"/>
              <a:gd name="connsiteX881" fmla="*/ 763362 w 3044273"/>
              <a:gd name="connsiteY881" fmla="*/ 2319481 h 3047670"/>
              <a:gd name="connsiteX882" fmla="*/ 750423 w 3044273"/>
              <a:gd name="connsiteY882" fmla="*/ 2306669 h 3047670"/>
              <a:gd name="connsiteX883" fmla="*/ 763235 w 3044273"/>
              <a:gd name="connsiteY883" fmla="*/ 2293730 h 3047670"/>
              <a:gd name="connsiteX884" fmla="*/ 633224 w 3044273"/>
              <a:gd name="connsiteY884" fmla="*/ 2291468 h 3047670"/>
              <a:gd name="connsiteX885" fmla="*/ 643649 w 3044273"/>
              <a:gd name="connsiteY885" fmla="*/ 2301894 h 3047670"/>
              <a:gd name="connsiteX886" fmla="*/ 633224 w 3044273"/>
              <a:gd name="connsiteY886" fmla="*/ 2312321 h 3047670"/>
              <a:gd name="connsiteX887" fmla="*/ 622798 w 3044273"/>
              <a:gd name="connsiteY887" fmla="*/ 2301894 h 3047670"/>
              <a:gd name="connsiteX888" fmla="*/ 633224 w 3044273"/>
              <a:gd name="connsiteY888" fmla="*/ 2291468 h 3047670"/>
              <a:gd name="connsiteX889" fmla="*/ 899401 w 3044273"/>
              <a:gd name="connsiteY889" fmla="*/ 2289962 h 3047670"/>
              <a:gd name="connsiteX890" fmla="*/ 915229 w 3044273"/>
              <a:gd name="connsiteY890" fmla="*/ 2305663 h 3047670"/>
              <a:gd name="connsiteX891" fmla="*/ 899528 w 3044273"/>
              <a:gd name="connsiteY891" fmla="*/ 2321366 h 3047670"/>
              <a:gd name="connsiteX892" fmla="*/ 883700 w 3044273"/>
              <a:gd name="connsiteY892" fmla="*/ 2305663 h 3047670"/>
              <a:gd name="connsiteX893" fmla="*/ 899401 w 3044273"/>
              <a:gd name="connsiteY893" fmla="*/ 2289962 h 3047670"/>
              <a:gd name="connsiteX894" fmla="*/ 507861 w 3044273"/>
              <a:gd name="connsiteY894" fmla="*/ 2285941 h 3047670"/>
              <a:gd name="connsiteX895" fmla="*/ 515020 w 3044273"/>
              <a:gd name="connsiteY895" fmla="*/ 2292976 h 3047670"/>
              <a:gd name="connsiteX896" fmla="*/ 507986 w 3044273"/>
              <a:gd name="connsiteY896" fmla="*/ 2300135 h 3047670"/>
              <a:gd name="connsiteX897" fmla="*/ 500952 w 3044273"/>
              <a:gd name="connsiteY897" fmla="*/ 2293101 h 3047670"/>
              <a:gd name="connsiteX898" fmla="*/ 507861 w 3044273"/>
              <a:gd name="connsiteY898" fmla="*/ 2285941 h 3047670"/>
              <a:gd name="connsiteX899" fmla="*/ 1273481 w 3044273"/>
              <a:gd name="connsiteY899" fmla="*/ 2284308 h 3047670"/>
              <a:gd name="connsiteX900" fmla="*/ 1295464 w 3044273"/>
              <a:gd name="connsiteY900" fmla="*/ 2306164 h 3047670"/>
              <a:gd name="connsiteX901" fmla="*/ 1273608 w 3044273"/>
              <a:gd name="connsiteY901" fmla="*/ 2328147 h 3047670"/>
              <a:gd name="connsiteX902" fmla="*/ 1251625 w 3044273"/>
              <a:gd name="connsiteY902" fmla="*/ 2306291 h 3047670"/>
              <a:gd name="connsiteX903" fmla="*/ 1273481 w 3044273"/>
              <a:gd name="connsiteY903" fmla="*/ 2284308 h 3047670"/>
              <a:gd name="connsiteX904" fmla="*/ 2285813 w 3044273"/>
              <a:gd name="connsiteY904" fmla="*/ 2282675 h 3047670"/>
              <a:gd name="connsiteX905" fmla="*/ 2304277 w 3044273"/>
              <a:gd name="connsiteY905" fmla="*/ 2301014 h 3047670"/>
              <a:gd name="connsiteX906" fmla="*/ 2285938 w 3044273"/>
              <a:gd name="connsiteY906" fmla="*/ 2319480 h 3047670"/>
              <a:gd name="connsiteX907" fmla="*/ 2267472 w 3044273"/>
              <a:gd name="connsiteY907" fmla="*/ 2301141 h 3047670"/>
              <a:gd name="connsiteX908" fmla="*/ 2285813 w 3044273"/>
              <a:gd name="connsiteY908" fmla="*/ 2282675 h 3047670"/>
              <a:gd name="connsiteX909" fmla="*/ 1775690 w 3044273"/>
              <a:gd name="connsiteY909" fmla="*/ 2281796 h 3047670"/>
              <a:gd name="connsiteX910" fmla="*/ 1798300 w 3044273"/>
              <a:gd name="connsiteY910" fmla="*/ 2304282 h 3047670"/>
              <a:gd name="connsiteX911" fmla="*/ 1775815 w 3044273"/>
              <a:gd name="connsiteY911" fmla="*/ 2326893 h 3047670"/>
              <a:gd name="connsiteX912" fmla="*/ 1753079 w 3044273"/>
              <a:gd name="connsiteY912" fmla="*/ 2304407 h 3047670"/>
              <a:gd name="connsiteX913" fmla="*/ 1775690 w 3044273"/>
              <a:gd name="connsiteY913" fmla="*/ 2281796 h 3047670"/>
              <a:gd name="connsiteX914" fmla="*/ 2415951 w 3044273"/>
              <a:gd name="connsiteY914" fmla="*/ 2280413 h 3047670"/>
              <a:gd name="connsiteX915" fmla="*/ 2431025 w 3044273"/>
              <a:gd name="connsiteY915" fmla="*/ 2295362 h 3047670"/>
              <a:gd name="connsiteX916" fmla="*/ 2416076 w 3044273"/>
              <a:gd name="connsiteY916" fmla="*/ 2310436 h 3047670"/>
              <a:gd name="connsiteX917" fmla="*/ 2400877 w 3044273"/>
              <a:gd name="connsiteY917" fmla="*/ 2295488 h 3047670"/>
              <a:gd name="connsiteX918" fmla="*/ 2415951 w 3044273"/>
              <a:gd name="connsiteY918" fmla="*/ 2280413 h 3047670"/>
              <a:gd name="connsiteX919" fmla="*/ 2149647 w 3044273"/>
              <a:gd name="connsiteY919" fmla="*/ 2278279 h 3047670"/>
              <a:gd name="connsiteX920" fmla="*/ 2172510 w 3044273"/>
              <a:gd name="connsiteY920" fmla="*/ 2301015 h 3047670"/>
              <a:gd name="connsiteX921" fmla="*/ 2149772 w 3044273"/>
              <a:gd name="connsiteY921" fmla="*/ 2323878 h 3047670"/>
              <a:gd name="connsiteX922" fmla="*/ 2126911 w 3044273"/>
              <a:gd name="connsiteY922" fmla="*/ 2301142 h 3047670"/>
              <a:gd name="connsiteX923" fmla="*/ 2149647 w 3044273"/>
              <a:gd name="connsiteY923" fmla="*/ 2278279 h 3047670"/>
              <a:gd name="connsiteX924" fmla="*/ 2541061 w 3044273"/>
              <a:gd name="connsiteY924" fmla="*/ 2276519 h 3047670"/>
              <a:gd name="connsiteX925" fmla="*/ 2550358 w 3044273"/>
              <a:gd name="connsiteY925" fmla="*/ 2285815 h 3047670"/>
              <a:gd name="connsiteX926" fmla="*/ 2541061 w 3044273"/>
              <a:gd name="connsiteY926" fmla="*/ 2295110 h 3047670"/>
              <a:gd name="connsiteX927" fmla="*/ 2531766 w 3044273"/>
              <a:gd name="connsiteY927" fmla="*/ 2285815 h 3047670"/>
              <a:gd name="connsiteX928" fmla="*/ 2541061 w 3044273"/>
              <a:gd name="connsiteY928" fmla="*/ 2276519 h 3047670"/>
              <a:gd name="connsiteX929" fmla="*/ 1042603 w 3044273"/>
              <a:gd name="connsiteY929" fmla="*/ 2275515 h 3047670"/>
              <a:gd name="connsiteX930" fmla="*/ 1063329 w 3044273"/>
              <a:gd name="connsiteY930" fmla="*/ 2295991 h 3047670"/>
              <a:gd name="connsiteX931" fmla="*/ 1042854 w 3044273"/>
              <a:gd name="connsiteY931" fmla="*/ 2316592 h 3047670"/>
              <a:gd name="connsiteX932" fmla="*/ 1022253 w 3044273"/>
              <a:gd name="connsiteY932" fmla="*/ 2296117 h 3047670"/>
              <a:gd name="connsiteX933" fmla="*/ 1042603 w 3044273"/>
              <a:gd name="connsiteY933" fmla="*/ 2275515 h 3047670"/>
              <a:gd name="connsiteX934" fmla="*/ 387019 w 3044273"/>
              <a:gd name="connsiteY934" fmla="*/ 2274887 h 3047670"/>
              <a:gd name="connsiteX935" fmla="*/ 393677 w 3044273"/>
              <a:gd name="connsiteY935" fmla="*/ 2281545 h 3047670"/>
              <a:gd name="connsiteX936" fmla="*/ 387019 w 3044273"/>
              <a:gd name="connsiteY936" fmla="*/ 2288202 h 3047670"/>
              <a:gd name="connsiteX937" fmla="*/ 380362 w 3044273"/>
              <a:gd name="connsiteY937" fmla="*/ 2281545 h 3047670"/>
              <a:gd name="connsiteX938" fmla="*/ 387019 w 3044273"/>
              <a:gd name="connsiteY938" fmla="*/ 2274887 h 3047670"/>
              <a:gd name="connsiteX939" fmla="*/ 2006196 w 3044273"/>
              <a:gd name="connsiteY939" fmla="*/ 2268480 h 3047670"/>
              <a:gd name="connsiteX940" fmla="*/ 2030439 w 3044273"/>
              <a:gd name="connsiteY940" fmla="*/ 2292473 h 3047670"/>
              <a:gd name="connsiteX941" fmla="*/ 2006447 w 3044273"/>
              <a:gd name="connsiteY941" fmla="*/ 2316716 h 3047670"/>
              <a:gd name="connsiteX942" fmla="*/ 1982204 w 3044273"/>
              <a:gd name="connsiteY942" fmla="*/ 2292724 h 3047670"/>
              <a:gd name="connsiteX943" fmla="*/ 2006196 w 3044273"/>
              <a:gd name="connsiteY943" fmla="*/ 2268480 h 3047670"/>
              <a:gd name="connsiteX944" fmla="*/ 2661904 w 3044273"/>
              <a:gd name="connsiteY944" fmla="*/ 2263455 h 3047670"/>
              <a:gd name="connsiteX945" fmla="*/ 2671702 w 3044273"/>
              <a:gd name="connsiteY945" fmla="*/ 2273126 h 3047670"/>
              <a:gd name="connsiteX946" fmla="*/ 2662029 w 3044273"/>
              <a:gd name="connsiteY946" fmla="*/ 2282924 h 3047670"/>
              <a:gd name="connsiteX947" fmla="*/ 2652232 w 3044273"/>
              <a:gd name="connsiteY947" fmla="*/ 2273252 h 3047670"/>
              <a:gd name="connsiteX948" fmla="*/ 2661904 w 3044273"/>
              <a:gd name="connsiteY948" fmla="*/ 2263455 h 3047670"/>
              <a:gd name="connsiteX949" fmla="*/ 269444 w 3044273"/>
              <a:gd name="connsiteY949" fmla="*/ 2263330 h 3047670"/>
              <a:gd name="connsiteX950" fmla="*/ 273841 w 3044273"/>
              <a:gd name="connsiteY950" fmla="*/ 2267727 h 3047670"/>
              <a:gd name="connsiteX951" fmla="*/ 269444 w 3044273"/>
              <a:gd name="connsiteY951" fmla="*/ 2272123 h 3047670"/>
              <a:gd name="connsiteX952" fmla="*/ 264922 w 3044273"/>
              <a:gd name="connsiteY952" fmla="*/ 2267727 h 3047670"/>
              <a:gd name="connsiteX953" fmla="*/ 269444 w 3044273"/>
              <a:gd name="connsiteY953" fmla="*/ 2263330 h 3047670"/>
              <a:gd name="connsiteX954" fmla="*/ 1854201 w 3044273"/>
              <a:gd name="connsiteY954" fmla="*/ 2254160 h 3047670"/>
              <a:gd name="connsiteX955" fmla="*/ 1871537 w 3044273"/>
              <a:gd name="connsiteY955" fmla="*/ 2271368 h 3047670"/>
              <a:gd name="connsiteX956" fmla="*/ 1854326 w 3044273"/>
              <a:gd name="connsiteY956" fmla="*/ 2288703 h 3047670"/>
              <a:gd name="connsiteX957" fmla="*/ 1836992 w 3044273"/>
              <a:gd name="connsiteY957" fmla="*/ 2271495 h 3047670"/>
              <a:gd name="connsiteX958" fmla="*/ 1854201 w 3044273"/>
              <a:gd name="connsiteY958" fmla="*/ 2254160 h 3047670"/>
              <a:gd name="connsiteX959" fmla="*/ 1194598 w 3044273"/>
              <a:gd name="connsiteY959" fmla="*/ 2253659 h 3047670"/>
              <a:gd name="connsiteX960" fmla="*/ 1214821 w 3044273"/>
              <a:gd name="connsiteY960" fmla="*/ 2273757 h 3047670"/>
              <a:gd name="connsiteX961" fmla="*/ 1194723 w 3044273"/>
              <a:gd name="connsiteY961" fmla="*/ 2293981 h 3047670"/>
              <a:gd name="connsiteX962" fmla="*/ 1174499 w 3044273"/>
              <a:gd name="connsiteY962" fmla="*/ 2273883 h 3047670"/>
              <a:gd name="connsiteX963" fmla="*/ 1194598 w 3044273"/>
              <a:gd name="connsiteY963" fmla="*/ 2253659 h 3047670"/>
              <a:gd name="connsiteX964" fmla="*/ 2779480 w 3044273"/>
              <a:gd name="connsiteY964" fmla="*/ 2253531 h 3047670"/>
              <a:gd name="connsiteX965" fmla="*/ 2784630 w 3044273"/>
              <a:gd name="connsiteY965" fmla="*/ 2258555 h 3047670"/>
              <a:gd name="connsiteX966" fmla="*/ 2779605 w 3044273"/>
              <a:gd name="connsiteY966" fmla="*/ 2263705 h 3047670"/>
              <a:gd name="connsiteX967" fmla="*/ 2774455 w 3044273"/>
              <a:gd name="connsiteY967" fmla="*/ 2258681 h 3047670"/>
              <a:gd name="connsiteX968" fmla="*/ 2779480 w 3044273"/>
              <a:gd name="connsiteY968" fmla="*/ 2253531 h 3047670"/>
              <a:gd name="connsiteX969" fmla="*/ 1524463 w 3044273"/>
              <a:gd name="connsiteY969" fmla="*/ 2241850 h 3047670"/>
              <a:gd name="connsiteX970" fmla="*/ 1535518 w 3044273"/>
              <a:gd name="connsiteY970" fmla="*/ 2252904 h 3047670"/>
              <a:gd name="connsiteX971" fmla="*/ 1524463 w 3044273"/>
              <a:gd name="connsiteY971" fmla="*/ 2263958 h 3047670"/>
              <a:gd name="connsiteX972" fmla="*/ 1513409 w 3044273"/>
              <a:gd name="connsiteY972" fmla="*/ 2252904 h 3047670"/>
              <a:gd name="connsiteX973" fmla="*/ 1524463 w 3044273"/>
              <a:gd name="connsiteY973" fmla="*/ 2241850 h 3047670"/>
              <a:gd name="connsiteX974" fmla="*/ 2894164 w 3044273"/>
              <a:gd name="connsiteY974" fmla="*/ 2240469 h 3047670"/>
              <a:gd name="connsiteX975" fmla="*/ 2896174 w 3044273"/>
              <a:gd name="connsiteY975" fmla="*/ 2242479 h 3047670"/>
              <a:gd name="connsiteX976" fmla="*/ 2894164 w 3044273"/>
              <a:gd name="connsiteY976" fmla="*/ 2244489 h 3047670"/>
              <a:gd name="connsiteX977" fmla="*/ 2892154 w 3044273"/>
              <a:gd name="connsiteY977" fmla="*/ 2242479 h 3047670"/>
              <a:gd name="connsiteX978" fmla="*/ 2894164 w 3044273"/>
              <a:gd name="connsiteY978" fmla="*/ 2240469 h 3047670"/>
              <a:gd name="connsiteX979" fmla="*/ 1439295 w 3044273"/>
              <a:gd name="connsiteY979" fmla="*/ 2235947 h 3047670"/>
              <a:gd name="connsiteX980" fmla="*/ 1451104 w 3044273"/>
              <a:gd name="connsiteY980" fmla="*/ 2247629 h 3047670"/>
              <a:gd name="connsiteX981" fmla="*/ 1439420 w 3044273"/>
              <a:gd name="connsiteY981" fmla="*/ 2259438 h 3047670"/>
              <a:gd name="connsiteX982" fmla="*/ 1427613 w 3044273"/>
              <a:gd name="connsiteY982" fmla="*/ 2247756 h 3047670"/>
              <a:gd name="connsiteX983" fmla="*/ 1439295 w 3044273"/>
              <a:gd name="connsiteY983" fmla="*/ 2235947 h 3047670"/>
              <a:gd name="connsiteX984" fmla="*/ 1609379 w 3044273"/>
              <a:gd name="connsiteY984" fmla="*/ 2235067 h 3047670"/>
              <a:gd name="connsiteX985" fmla="*/ 1621313 w 3044273"/>
              <a:gd name="connsiteY985" fmla="*/ 2247001 h 3047670"/>
              <a:gd name="connsiteX986" fmla="*/ 1609379 w 3044273"/>
              <a:gd name="connsiteY986" fmla="*/ 2259059 h 3047670"/>
              <a:gd name="connsiteX987" fmla="*/ 1597445 w 3044273"/>
              <a:gd name="connsiteY987" fmla="*/ 2247126 h 3047670"/>
              <a:gd name="connsiteX988" fmla="*/ 1609379 w 3044273"/>
              <a:gd name="connsiteY988" fmla="*/ 2235067 h 3047670"/>
              <a:gd name="connsiteX989" fmla="*/ 707085 w 3044273"/>
              <a:gd name="connsiteY989" fmla="*/ 2229413 h 3047670"/>
              <a:gd name="connsiteX990" fmla="*/ 720149 w 3044273"/>
              <a:gd name="connsiteY990" fmla="*/ 2242479 h 3047670"/>
              <a:gd name="connsiteX991" fmla="*/ 707211 w 3044273"/>
              <a:gd name="connsiteY991" fmla="*/ 2255542 h 3047670"/>
              <a:gd name="connsiteX992" fmla="*/ 694147 w 3044273"/>
              <a:gd name="connsiteY992" fmla="*/ 2242479 h 3047670"/>
              <a:gd name="connsiteX993" fmla="*/ 707085 w 3044273"/>
              <a:gd name="connsiteY993" fmla="*/ 2229413 h 3047670"/>
              <a:gd name="connsiteX994" fmla="*/ 837598 w 3044273"/>
              <a:gd name="connsiteY994" fmla="*/ 2229162 h 3047670"/>
              <a:gd name="connsiteX995" fmla="*/ 855309 w 3044273"/>
              <a:gd name="connsiteY995" fmla="*/ 2246748 h 3047670"/>
              <a:gd name="connsiteX996" fmla="*/ 837725 w 3044273"/>
              <a:gd name="connsiteY996" fmla="*/ 2264586 h 3047670"/>
              <a:gd name="connsiteX997" fmla="*/ 819887 w 3044273"/>
              <a:gd name="connsiteY997" fmla="*/ 2247000 h 3047670"/>
              <a:gd name="connsiteX998" fmla="*/ 837598 w 3044273"/>
              <a:gd name="connsiteY998" fmla="*/ 2229162 h 3047670"/>
              <a:gd name="connsiteX999" fmla="*/ 974645 w 3044273"/>
              <a:gd name="connsiteY999" fmla="*/ 2224641 h 3047670"/>
              <a:gd name="connsiteX1000" fmla="*/ 994869 w 3044273"/>
              <a:gd name="connsiteY1000" fmla="*/ 2244739 h 3047670"/>
              <a:gd name="connsiteX1001" fmla="*/ 974770 w 3044273"/>
              <a:gd name="connsiteY1001" fmla="*/ 2264963 h 3047670"/>
              <a:gd name="connsiteX1002" fmla="*/ 954547 w 3044273"/>
              <a:gd name="connsiteY1002" fmla="*/ 2244865 h 3047670"/>
              <a:gd name="connsiteX1003" fmla="*/ 974645 w 3044273"/>
              <a:gd name="connsiteY1003" fmla="*/ 2224641 h 3047670"/>
              <a:gd name="connsiteX1004" fmla="*/ 582224 w 3044273"/>
              <a:gd name="connsiteY1004" fmla="*/ 2222883 h 3047670"/>
              <a:gd name="connsiteX1005" fmla="*/ 592902 w 3044273"/>
              <a:gd name="connsiteY1005" fmla="*/ 2233434 h 3047670"/>
              <a:gd name="connsiteX1006" fmla="*/ 582349 w 3044273"/>
              <a:gd name="connsiteY1006" fmla="*/ 2244111 h 3047670"/>
              <a:gd name="connsiteX1007" fmla="*/ 571672 w 3044273"/>
              <a:gd name="connsiteY1007" fmla="*/ 2233560 h 3047670"/>
              <a:gd name="connsiteX1008" fmla="*/ 582224 w 3044273"/>
              <a:gd name="connsiteY1008" fmla="*/ 2222883 h 3047670"/>
              <a:gd name="connsiteX1009" fmla="*/ 2211073 w 3044273"/>
              <a:gd name="connsiteY1009" fmla="*/ 2217983 h 3047670"/>
              <a:gd name="connsiteX1010" fmla="*/ 2235064 w 3044273"/>
              <a:gd name="connsiteY1010" fmla="*/ 2241849 h 3047670"/>
              <a:gd name="connsiteX1011" fmla="*/ 2211198 w 3044273"/>
              <a:gd name="connsiteY1011" fmla="*/ 2265842 h 3047670"/>
              <a:gd name="connsiteX1012" fmla="*/ 2187205 w 3044273"/>
              <a:gd name="connsiteY1012" fmla="*/ 2241976 h 3047670"/>
              <a:gd name="connsiteX1013" fmla="*/ 2211073 w 3044273"/>
              <a:gd name="connsiteY1013" fmla="*/ 2217983 h 3047670"/>
              <a:gd name="connsiteX1014" fmla="*/ 1355636 w 3044273"/>
              <a:gd name="connsiteY1014" fmla="*/ 2217731 h 3047670"/>
              <a:gd name="connsiteX1015" fmla="*/ 1369579 w 3044273"/>
              <a:gd name="connsiteY1015" fmla="*/ 2231675 h 3047670"/>
              <a:gd name="connsiteX1016" fmla="*/ 1355761 w 3044273"/>
              <a:gd name="connsiteY1016" fmla="*/ 2245618 h 3047670"/>
              <a:gd name="connsiteX1017" fmla="*/ 1341692 w 3044273"/>
              <a:gd name="connsiteY1017" fmla="*/ 2231800 h 3047670"/>
              <a:gd name="connsiteX1018" fmla="*/ 1355636 w 3044273"/>
              <a:gd name="connsiteY1018" fmla="*/ 2217731 h 3047670"/>
              <a:gd name="connsiteX1019" fmla="*/ 1693038 w 3044273"/>
              <a:gd name="connsiteY1019" fmla="*/ 2215847 h 3047670"/>
              <a:gd name="connsiteX1020" fmla="*/ 1707734 w 3044273"/>
              <a:gd name="connsiteY1020" fmla="*/ 2230418 h 3047670"/>
              <a:gd name="connsiteX1021" fmla="*/ 1693163 w 3044273"/>
              <a:gd name="connsiteY1021" fmla="*/ 2245115 h 3047670"/>
              <a:gd name="connsiteX1022" fmla="*/ 1678466 w 3044273"/>
              <a:gd name="connsiteY1022" fmla="*/ 2230544 h 3047670"/>
              <a:gd name="connsiteX1023" fmla="*/ 1693038 w 3044273"/>
              <a:gd name="connsiteY1023" fmla="*/ 2215847 h 3047670"/>
              <a:gd name="connsiteX1024" fmla="*/ 2073901 w 3044273"/>
              <a:gd name="connsiteY1024" fmla="*/ 2215596 h 3047670"/>
              <a:gd name="connsiteX1025" fmla="*/ 2099275 w 3044273"/>
              <a:gd name="connsiteY1025" fmla="*/ 2240719 h 3047670"/>
              <a:gd name="connsiteX1026" fmla="*/ 2074152 w 3044273"/>
              <a:gd name="connsiteY1026" fmla="*/ 2266093 h 3047670"/>
              <a:gd name="connsiteX1027" fmla="*/ 2048904 w 3044273"/>
              <a:gd name="connsiteY1027" fmla="*/ 2240970 h 3047670"/>
              <a:gd name="connsiteX1028" fmla="*/ 2073901 w 3044273"/>
              <a:gd name="connsiteY1028" fmla="*/ 2215596 h 3047670"/>
              <a:gd name="connsiteX1029" fmla="*/ 2341462 w 3044273"/>
              <a:gd name="connsiteY1029" fmla="*/ 2215471 h 3047670"/>
              <a:gd name="connsiteX1030" fmla="*/ 2362566 w 3044273"/>
              <a:gd name="connsiteY1030" fmla="*/ 2236449 h 3047670"/>
              <a:gd name="connsiteX1031" fmla="*/ 2341588 w 3044273"/>
              <a:gd name="connsiteY1031" fmla="*/ 2257551 h 3047670"/>
              <a:gd name="connsiteX1032" fmla="*/ 2320484 w 3044273"/>
              <a:gd name="connsiteY1032" fmla="*/ 2236574 h 3047670"/>
              <a:gd name="connsiteX1033" fmla="*/ 2341462 w 3044273"/>
              <a:gd name="connsiteY1033" fmla="*/ 2215471 h 3047670"/>
              <a:gd name="connsiteX1034" fmla="*/ 461633 w 3044273"/>
              <a:gd name="connsiteY1034" fmla="*/ 2212832 h 3047670"/>
              <a:gd name="connsiteX1035" fmla="*/ 470300 w 3044273"/>
              <a:gd name="connsiteY1035" fmla="*/ 2221499 h 3047670"/>
              <a:gd name="connsiteX1036" fmla="*/ 461759 w 3044273"/>
              <a:gd name="connsiteY1036" fmla="*/ 2230166 h 3047670"/>
              <a:gd name="connsiteX1037" fmla="*/ 453092 w 3044273"/>
              <a:gd name="connsiteY1037" fmla="*/ 2221499 h 3047670"/>
              <a:gd name="connsiteX1038" fmla="*/ 461633 w 3044273"/>
              <a:gd name="connsiteY1038" fmla="*/ 2212832 h 3047670"/>
              <a:gd name="connsiteX1039" fmla="*/ 1119855 w 3044273"/>
              <a:gd name="connsiteY1039" fmla="*/ 2212707 h 3047670"/>
              <a:gd name="connsiteX1040" fmla="*/ 1140079 w 3044273"/>
              <a:gd name="connsiteY1040" fmla="*/ 2232805 h 3047670"/>
              <a:gd name="connsiteX1041" fmla="*/ 1119980 w 3044273"/>
              <a:gd name="connsiteY1041" fmla="*/ 2253029 h 3047670"/>
              <a:gd name="connsiteX1042" fmla="*/ 1099757 w 3044273"/>
              <a:gd name="connsiteY1042" fmla="*/ 2232931 h 3047670"/>
              <a:gd name="connsiteX1043" fmla="*/ 1119855 w 3044273"/>
              <a:gd name="connsiteY1043" fmla="*/ 2212707 h 3047670"/>
              <a:gd name="connsiteX1044" fmla="*/ 2466323 w 3044273"/>
              <a:gd name="connsiteY1044" fmla="*/ 2211701 h 3047670"/>
              <a:gd name="connsiteX1045" fmla="*/ 2481397 w 3044273"/>
              <a:gd name="connsiteY1045" fmla="*/ 2226650 h 3047670"/>
              <a:gd name="connsiteX1046" fmla="*/ 2466448 w 3044273"/>
              <a:gd name="connsiteY1046" fmla="*/ 2241849 h 3047670"/>
              <a:gd name="connsiteX1047" fmla="*/ 2451374 w 3044273"/>
              <a:gd name="connsiteY1047" fmla="*/ 2226775 h 3047670"/>
              <a:gd name="connsiteX1048" fmla="*/ 2466323 w 3044273"/>
              <a:gd name="connsiteY1048" fmla="*/ 2211701 h 3047670"/>
              <a:gd name="connsiteX1049" fmla="*/ 1928565 w 3044273"/>
              <a:gd name="connsiteY1049" fmla="*/ 2208687 h 3047670"/>
              <a:gd name="connsiteX1050" fmla="*/ 1949919 w 3044273"/>
              <a:gd name="connsiteY1050" fmla="*/ 2229915 h 3047670"/>
              <a:gd name="connsiteX1051" fmla="*/ 1928816 w 3044273"/>
              <a:gd name="connsiteY1051" fmla="*/ 2251270 h 3047670"/>
              <a:gd name="connsiteX1052" fmla="*/ 1907462 w 3044273"/>
              <a:gd name="connsiteY1052" fmla="*/ 2230041 h 3047670"/>
              <a:gd name="connsiteX1053" fmla="*/ 1928565 w 3044273"/>
              <a:gd name="connsiteY1053" fmla="*/ 2208687 h 3047670"/>
              <a:gd name="connsiteX1054" fmla="*/ 344812 w 3044273"/>
              <a:gd name="connsiteY1054" fmla="*/ 2202910 h 3047670"/>
              <a:gd name="connsiteX1055" fmla="*/ 349208 w 3044273"/>
              <a:gd name="connsiteY1055" fmla="*/ 2207307 h 3047670"/>
              <a:gd name="connsiteX1056" fmla="*/ 344812 w 3044273"/>
              <a:gd name="connsiteY1056" fmla="*/ 2211703 h 3047670"/>
              <a:gd name="connsiteX1057" fmla="*/ 340416 w 3044273"/>
              <a:gd name="connsiteY1057" fmla="*/ 2207307 h 3047670"/>
              <a:gd name="connsiteX1058" fmla="*/ 344812 w 3044273"/>
              <a:gd name="connsiteY1058" fmla="*/ 2202910 h 3047670"/>
              <a:gd name="connsiteX1059" fmla="*/ 2586788 w 3044273"/>
              <a:gd name="connsiteY1059" fmla="*/ 2201150 h 3047670"/>
              <a:gd name="connsiteX1060" fmla="*/ 2599474 w 3044273"/>
              <a:gd name="connsiteY1060" fmla="*/ 2213711 h 3047670"/>
              <a:gd name="connsiteX1061" fmla="*/ 2586913 w 3044273"/>
              <a:gd name="connsiteY1061" fmla="*/ 2226398 h 3047670"/>
              <a:gd name="connsiteX1062" fmla="*/ 2574226 w 3044273"/>
              <a:gd name="connsiteY1062" fmla="*/ 2213837 h 3047670"/>
              <a:gd name="connsiteX1063" fmla="*/ 2586788 w 3044273"/>
              <a:gd name="connsiteY1063" fmla="*/ 2201150 h 3047670"/>
              <a:gd name="connsiteX1064" fmla="*/ 231007 w 3044273"/>
              <a:gd name="connsiteY1064" fmla="*/ 2190348 h 3047670"/>
              <a:gd name="connsiteX1065" fmla="*/ 232388 w 3044273"/>
              <a:gd name="connsiteY1065" fmla="*/ 2191605 h 3047670"/>
              <a:gd name="connsiteX1066" fmla="*/ 231007 w 3044273"/>
              <a:gd name="connsiteY1066" fmla="*/ 2192985 h 3047670"/>
              <a:gd name="connsiteX1067" fmla="*/ 229625 w 3044273"/>
              <a:gd name="connsiteY1067" fmla="*/ 2191605 h 3047670"/>
              <a:gd name="connsiteX1068" fmla="*/ 231007 w 3044273"/>
              <a:gd name="connsiteY1068" fmla="*/ 2190348 h 3047670"/>
              <a:gd name="connsiteX1069" fmla="*/ 2703483 w 3044273"/>
              <a:gd name="connsiteY1069" fmla="*/ 2188965 h 3047670"/>
              <a:gd name="connsiteX1070" fmla="*/ 2713281 w 3044273"/>
              <a:gd name="connsiteY1070" fmla="*/ 2198636 h 3047670"/>
              <a:gd name="connsiteX1071" fmla="*/ 2703608 w 3044273"/>
              <a:gd name="connsiteY1071" fmla="*/ 2208434 h 3047670"/>
              <a:gd name="connsiteX1072" fmla="*/ 2693811 w 3044273"/>
              <a:gd name="connsiteY1072" fmla="*/ 2198762 h 3047670"/>
              <a:gd name="connsiteX1073" fmla="*/ 2703483 w 3044273"/>
              <a:gd name="connsiteY1073" fmla="*/ 2188965 h 3047670"/>
              <a:gd name="connsiteX1074" fmla="*/ 1274613 w 3044273"/>
              <a:gd name="connsiteY1074" fmla="*/ 2187962 h 3047670"/>
              <a:gd name="connsiteX1075" fmla="*/ 1291949 w 3044273"/>
              <a:gd name="connsiteY1075" fmla="*/ 2205170 h 3047670"/>
              <a:gd name="connsiteX1076" fmla="*/ 1274740 w 3044273"/>
              <a:gd name="connsiteY1076" fmla="*/ 2222505 h 3047670"/>
              <a:gd name="connsiteX1077" fmla="*/ 1257405 w 3044273"/>
              <a:gd name="connsiteY1077" fmla="*/ 2205297 h 3047670"/>
              <a:gd name="connsiteX1078" fmla="*/ 1274613 w 3044273"/>
              <a:gd name="connsiteY1078" fmla="*/ 2187962 h 3047670"/>
              <a:gd name="connsiteX1079" fmla="*/ 1773806 w 3044273"/>
              <a:gd name="connsiteY1079" fmla="*/ 2186078 h 3047670"/>
              <a:gd name="connsiteX1080" fmla="*/ 1791142 w 3044273"/>
              <a:gd name="connsiteY1080" fmla="*/ 2203286 h 3047670"/>
              <a:gd name="connsiteX1081" fmla="*/ 1773933 w 3044273"/>
              <a:gd name="connsiteY1081" fmla="*/ 2220621 h 3047670"/>
              <a:gd name="connsiteX1082" fmla="*/ 1756597 w 3044273"/>
              <a:gd name="connsiteY1082" fmla="*/ 2203413 h 3047670"/>
              <a:gd name="connsiteX1083" fmla="*/ 1773806 w 3044273"/>
              <a:gd name="connsiteY1083" fmla="*/ 2186078 h 3047670"/>
              <a:gd name="connsiteX1084" fmla="*/ 2817415 w 3044273"/>
              <a:gd name="connsiteY1084" fmla="*/ 2178414 h 3047670"/>
              <a:gd name="connsiteX1085" fmla="*/ 2821185 w 3044273"/>
              <a:gd name="connsiteY1085" fmla="*/ 2182183 h 3047670"/>
              <a:gd name="connsiteX1086" fmla="*/ 2817415 w 3044273"/>
              <a:gd name="connsiteY1086" fmla="*/ 2185951 h 3047670"/>
              <a:gd name="connsiteX1087" fmla="*/ 2813646 w 3044273"/>
              <a:gd name="connsiteY1087" fmla="*/ 2182183 h 3047670"/>
              <a:gd name="connsiteX1088" fmla="*/ 2817415 w 3044273"/>
              <a:gd name="connsiteY1088" fmla="*/ 2178414 h 3047670"/>
              <a:gd name="connsiteX1089" fmla="*/ 911963 w 3044273"/>
              <a:gd name="connsiteY1089" fmla="*/ 2168365 h 3047670"/>
              <a:gd name="connsiteX1090" fmla="*/ 930806 w 3044273"/>
              <a:gd name="connsiteY1090" fmla="*/ 2187082 h 3047670"/>
              <a:gd name="connsiteX1091" fmla="*/ 912090 w 3044273"/>
              <a:gd name="connsiteY1091" fmla="*/ 2205925 h 3047670"/>
              <a:gd name="connsiteX1092" fmla="*/ 893247 w 3044273"/>
              <a:gd name="connsiteY1092" fmla="*/ 2187208 h 3047670"/>
              <a:gd name="connsiteX1093" fmla="*/ 911963 w 3044273"/>
              <a:gd name="connsiteY1093" fmla="*/ 2168365 h 3047670"/>
              <a:gd name="connsiteX1094" fmla="*/ 1050140 w 3044273"/>
              <a:gd name="connsiteY1094" fmla="*/ 2166732 h 3047670"/>
              <a:gd name="connsiteX1095" fmla="*/ 1067224 w 3044273"/>
              <a:gd name="connsiteY1095" fmla="*/ 2183691 h 3047670"/>
              <a:gd name="connsiteX1096" fmla="*/ 1050266 w 3044273"/>
              <a:gd name="connsiteY1096" fmla="*/ 2200774 h 3047670"/>
              <a:gd name="connsiteX1097" fmla="*/ 1033182 w 3044273"/>
              <a:gd name="connsiteY1097" fmla="*/ 2183816 h 3047670"/>
              <a:gd name="connsiteX1098" fmla="*/ 1050140 w 3044273"/>
              <a:gd name="connsiteY1098" fmla="*/ 2166732 h 3047670"/>
              <a:gd name="connsiteX1099" fmla="*/ 781324 w 3044273"/>
              <a:gd name="connsiteY1099" fmla="*/ 2165476 h 3047670"/>
              <a:gd name="connsiteX1100" fmla="*/ 798910 w 3044273"/>
              <a:gd name="connsiteY1100" fmla="*/ 2182812 h 3047670"/>
              <a:gd name="connsiteX1101" fmla="*/ 781450 w 3044273"/>
              <a:gd name="connsiteY1101" fmla="*/ 2200398 h 3047670"/>
              <a:gd name="connsiteX1102" fmla="*/ 763864 w 3044273"/>
              <a:gd name="connsiteY1102" fmla="*/ 2182937 h 3047670"/>
              <a:gd name="connsiteX1103" fmla="*/ 781324 w 3044273"/>
              <a:gd name="connsiteY1103" fmla="*/ 2165476 h 3047670"/>
              <a:gd name="connsiteX1104" fmla="*/ 2928708 w 3044273"/>
              <a:gd name="connsiteY1104" fmla="*/ 2163341 h 3047670"/>
              <a:gd name="connsiteX1105" fmla="*/ 2929840 w 3044273"/>
              <a:gd name="connsiteY1105" fmla="*/ 2164471 h 3047670"/>
              <a:gd name="connsiteX1106" fmla="*/ 2928708 w 3044273"/>
              <a:gd name="connsiteY1106" fmla="*/ 2165601 h 3047670"/>
              <a:gd name="connsiteX1107" fmla="*/ 2927578 w 3044273"/>
              <a:gd name="connsiteY1107" fmla="*/ 2164471 h 3047670"/>
              <a:gd name="connsiteX1108" fmla="*/ 2928708 w 3044273"/>
              <a:gd name="connsiteY1108" fmla="*/ 2163341 h 3047670"/>
              <a:gd name="connsiteX1109" fmla="*/ 1998030 w 3044273"/>
              <a:gd name="connsiteY1109" fmla="*/ 2161331 h 3047670"/>
              <a:gd name="connsiteX1110" fmla="*/ 2017124 w 3044273"/>
              <a:gd name="connsiteY1110" fmla="*/ 2180299 h 3047670"/>
              <a:gd name="connsiteX1111" fmla="*/ 1998156 w 3044273"/>
              <a:gd name="connsiteY1111" fmla="*/ 2199392 h 3047670"/>
              <a:gd name="connsiteX1112" fmla="*/ 1979062 w 3044273"/>
              <a:gd name="connsiteY1112" fmla="*/ 2180424 h 3047670"/>
              <a:gd name="connsiteX1113" fmla="*/ 1998030 w 3044273"/>
              <a:gd name="connsiteY1113" fmla="*/ 2161331 h 3047670"/>
              <a:gd name="connsiteX1114" fmla="*/ 1850432 w 3044273"/>
              <a:gd name="connsiteY1114" fmla="*/ 2158567 h 3047670"/>
              <a:gd name="connsiteX1115" fmla="*/ 1857969 w 3044273"/>
              <a:gd name="connsiteY1115" fmla="*/ 2166103 h 3047670"/>
              <a:gd name="connsiteX1116" fmla="*/ 1850432 w 3044273"/>
              <a:gd name="connsiteY1116" fmla="*/ 2173639 h 3047670"/>
              <a:gd name="connsiteX1117" fmla="*/ 1842895 w 3044273"/>
              <a:gd name="connsiteY1117" fmla="*/ 2166103 h 3047670"/>
              <a:gd name="connsiteX1118" fmla="*/ 1850432 w 3044273"/>
              <a:gd name="connsiteY1118" fmla="*/ 2158567 h 3047670"/>
              <a:gd name="connsiteX1119" fmla="*/ 656463 w 3044273"/>
              <a:gd name="connsiteY1119" fmla="*/ 2158567 h 3047670"/>
              <a:gd name="connsiteX1120" fmla="*/ 671788 w 3044273"/>
              <a:gd name="connsiteY1120" fmla="*/ 2173766 h 3047670"/>
              <a:gd name="connsiteX1121" fmla="*/ 656589 w 3044273"/>
              <a:gd name="connsiteY1121" fmla="*/ 2189091 h 3047670"/>
              <a:gd name="connsiteX1122" fmla="*/ 641264 w 3044273"/>
              <a:gd name="connsiteY1122" fmla="*/ 2173893 h 3047670"/>
              <a:gd name="connsiteX1123" fmla="*/ 656463 w 3044273"/>
              <a:gd name="connsiteY1123" fmla="*/ 2158567 h 3047670"/>
              <a:gd name="connsiteX1124" fmla="*/ 2136081 w 3044273"/>
              <a:gd name="connsiteY1124" fmla="*/ 2158191 h 3047670"/>
              <a:gd name="connsiteX1125" fmla="*/ 2160576 w 3044273"/>
              <a:gd name="connsiteY1125" fmla="*/ 2182435 h 3047670"/>
              <a:gd name="connsiteX1126" fmla="*/ 2136333 w 3044273"/>
              <a:gd name="connsiteY1126" fmla="*/ 2206930 h 3047670"/>
              <a:gd name="connsiteX1127" fmla="*/ 2111963 w 3044273"/>
              <a:gd name="connsiteY1127" fmla="*/ 2182687 h 3047670"/>
              <a:gd name="connsiteX1128" fmla="*/ 2136081 w 3044273"/>
              <a:gd name="connsiteY1128" fmla="*/ 2158191 h 3047670"/>
              <a:gd name="connsiteX1129" fmla="*/ 1197738 w 3044273"/>
              <a:gd name="connsiteY1129" fmla="*/ 2156683 h 3047670"/>
              <a:gd name="connsiteX1130" fmla="*/ 1209545 w 3044273"/>
              <a:gd name="connsiteY1130" fmla="*/ 2168365 h 3047670"/>
              <a:gd name="connsiteX1131" fmla="*/ 1197863 w 3044273"/>
              <a:gd name="connsiteY1131" fmla="*/ 2180174 h 3047670"/>
              <a:gd name="connsiteX1132" fmla="*/ 1186056 w 3044273"/>
              <a:gd name="connsiteY1132" fmla="*/ 2168492 h 3047670"/>
              <a:gd name="connsiteX1133" fmla="*/ 1197738 w 3044273"/>
              <a:gd name="connsiteY1133" fmla="*/ 2156683 h 3047670"/>
              <a:gd name="connsiteX1134" fmla="*/ 1524086 w 3044273"/>
              <a:gd name="connsiteY1134" fmla="*/ 2155426 h 3047670"/>
              <a:gd name="connsiteX1135" fmla="*/ 1526473 w 3044273"/>
              <a:gd name="connsiteY1135" fmla="*/ 2157813 h 3047670"/>
              <a:gd name="connsiteX1136" fmla="*/ 1524086 w 3044273"/>
              <a:gd name="connsiteY1136" fmla="*/ 2160325 h 3047670"/>
              <a:gd name="connsiteX1137" fmla="*/ 1521699 w 3044273"/>
              <a:gd name="connsiteY1137" fmla="*/ 2157938 h 3047670"/>
              <a:gd name="connsiteX1138" fmla="*/ 1524086 w 3044273"/>
              <a:gd name="connsiteY1138" fmla="*/ 2155426 h 3047670"/>
              <a:gd name="connsiteX1139" fmla="*/ 2266973 w 3044273"/>
              <a:gd name="connsiteY1139" fmla="*/ 2153039 h 3047670"/>
              <a:gd name="connsiteX1140" fmla="*/ 2291592 w 3044273"/>
              <a:gd name="connsiteY1140" fmla="*/ 2177534 h 3047670"/>
              <a:gd name="connsiteX1141" fmla="*/ 2267098 w 3044273"/>
              <a:gd name="connsiteY1141" fmla="*/ 2202154 h 3047670"/>
              <a:gd name="connsiteX1142" fmla="*/ 2242478 w 3044273"/>
              <a:gd name="connsiteY1142" fmla="*/ 2177659 h 3047670"/>
              <a:gd name="connsiteX1143" fmla="*/ 2266973 w 3044273"/>
              <a:gd name="connsiteY1143" fmla="*/ 2153039 h 3047670"/>
              <a:gd name="connsiteX1144" fmla="*/ 536501 w 3044273"/>
              <a:gd name="connsiteY1144" fmla="*/ 2152286 h 3047670"/>
              <a:gd name="connsiteX1145" fmla="*/ 545670 w 3044273"/>
              <a:gd name="connsiteY1145" fmla="*/ 2161330 h 3047670"/>
              <a:gd name="connsiteX1146" fmla="*/ 536626 w 3044273"/>
              <a:gd name="connsiteY1146" fmla="*/ 2170500 h 3047670"/>
              <a:gd name="connsiteX1147" fmla="*/ 527582 w 3044273"/>
              <a:gd name="connsiteY1147" fmla="*/ 2161456 h 3047670"/>
              <a:gd name="connsiteX1148" fmla="*/ 536501 w 3044273"/>
              <a:gd name="connsiteY1148" fmla="*/ 2152286 h 3047670"/>
              <a:gd name="connsiteX1149" fmla="*/ 1439042 w 3044273"/>
              <a:gd name="connsiteY1149" fmla="*/ 2149146 h 3047670"/>
              <a:gd name="connsiteX1150" fmla="*/ 1441679 w 3044273"/>
              <a:gd name="connsiteY1150" fmla="*/ 2151783 h 3047670"/>
              <a:gd name="connsiteX1151" fmla="*/ 1439042 w 3044273"/>
              <a:gd name="connsiteY1151" fmla="*/ 2154420 h 3047670"/>
              <a:gd name="connsiteX1152" fmla="*/ 1436405 w 3044273"/>
              <a:gd name="connsiteY1152" fmla="*/ 2151783 h 3047670"/>
              <a:gd name="connsiteX1153" fmla="*/ 1439042 w 3044273"/>
              <a:gd name="connsiteY1153" fmla="*/ 2149146 h 3047670"/>
              <a:gd name="connsiteX1154" fmla="*/ 1609001 w 3044273"/>
              <a:gd name="connsiteY1154" fmla="*/ 2148267 h 3047670"/>
              <a:gd name="connsiteX1155" fmla="*/ 1611891 w 3044273"/>
              <a:gd name="connsiteY1155" fmla="*/ 2151157 h 3047670"/>
              <a:gd name="connsiteX1156" fmla="*/ 1609001 w 3044273"/>
              <a:gd name="connsiteY1156" fmla="*/ 2154045 h 3047670"/>
              <a:gd name="connsiteX1157" fmla="*/ 1606111 w 3044273"/>
              <a:gd name="connsiteY1157" fmla="*/ 2151157 h 3047670"/>
              <a:gd name="connsiteX1158" fmla="*/ 1609001 w 3044273"/>
              <a:gd name="connsiteY1158" fmla="*/ 2148267 h 3047670"/>
              <a:gd name="connsiteX1159" fmla="*/ 2391582 w 3044273"/>
              <a:gd name="connsiteY1159" fmla="*/ 2146509 h 3047670"/>
              <a:gd name="connsiteX1160" fmla="*/ 2412686 w 3044273"/>
              <a:gd name="connsiteY1160" fmla="*/ 2167487 h 3047670"/>
              <a:gd name="connsiteX1161" fmla="*/ 2391708 w 3044273"/>
              <a:gd name="connsiteY1161" fmla="*/ 2188589 h 3047670"/>
              <a:gd name="connsiteX1162" fmla="*/ 2370604 w 3044273"/>
              <a:gd name="connsiteY1162" fmla="*/ 2167612 h 3047670"/>
              <a:gd name="connsiteX1163" fmla="*/ 2391582 w 3044273"/>
              <a:gd name="connsiteY1163" fmla="*/ 2146509 h 3047670"/>
              <a:gd name="connsiteX1164" fmla="*/ 420557 w 3044273"/>
              <a:gd name="connsiteY1164" fmla="*/ 2141108 h 3047670"/>
              <a:gd name="connsiteX1165" fmla="*/ 426336 w 3044273"/>
              <a:gd name="connsiteY1165" fmla="*/ 2146887 h 3047670"/>
              <a:gd name="connsiteX1166" fmla="*/ 420557 w 3044273"/>
              <a:gd name="connsiteY1166" fmla="*/ 2152664 h 3047670"/>
              <a:gd name="connsiteX1167" fmla="*/ 414780 w 3044273"/>
              <a:gd name="connsiteY1167" fmla="*/ 2146887 h 3047670"/>
              <a:gd name="connsiteX1168" fmla="*/ 420557 w 3044273"/>
              <a:gd name="connsiteY1168" fmla="*/ 2141108 h 3047670"/>
              <a:gd name="connsiteX1169" fmla="*/ 2511417 w 3044273"/>
              <a:gd name="connsiteY1169" fmla="*/ 2135956 h 3047670"/>
              <a:gd name="connsiteX1170" fmla="*/ 2529883 w 3044273"/>
              <a:gd name="connsiteY1170" fmla="*/ 2154297 h 3047670"/>
              <a:gd name="connsiteX1171" fmla="*/ 2511544 w 3044273"/>
              <a:gd name="connsiteY1171" fmla="*/ 2172761 h 3047670"/>
              <a:gd name="connsiteX1172" fmla="*/ 2493078 w 3044273"/>
              <a:gd name="connsiteY1172" fmla="*/ 2154422 h 3047670"/>
              <a:gd name="connsiteX1173" fmla="*/ 2511417 w 3044273"/>
              <a:gd name="connsiteY1173" fmla="*/ 2135956 h 3047670"/>
              <a:gd name="connsiteX1174" fmla="*/ 1356013 w 3044273"/>
              <a:gd name="connsiteY1174" fmla="*/ 2129173 h 3047670"/>
              <a:gd name="connsiteX1175" fmla="*/ 1360033 w 3044273"/>
              <a:gd name="connsiteY1175" fmla="*/ 2133193 h 3047670"/>
              <a:gd name="connsiteX1176" fmla="*/ 1356013 w 3044273"/>
              <a:gd name="connsiteY1176" fmla="*/ 2137212 h 3047670"/>
              <a:gd name="connsiteX1177" fmla="*/ 1351993 w 3044273"/>
              <a:gd name="connsiteY1177" fmla="*/ 2133193 h 3047670"/>
              <a:gd name="connsiteX1178" fmla="*/ 1356013 w 3044273"/>
              <a:gd name="connsiteY1178" fmla="*/ 2129173 h 3047670"/>
              <a:gd name="connsiteX1179" fmla="*/ 1692032 w 3044273"/>
              <a:gd name="connsiteY1179" fmla="*/ 2127542 h 3047670"/>
              <a:gd name="connsiteX1180" fmla="*/ 1696427 w 3044273"/>
              <a:gd name="connsiteY1180" fmla="*/ 2131939 h 3047670"/>
              <a:gd name="connsiteX1181" fmla="*/ 1692032 w 3044273"/>
              <a:gd name="connsiteY1181" fmla="*/ 2136335 h 3047670"/>
              <a:gd name="connsiteX1182" fmla="*/ 1687635 w 3044273"/>
              <a:gd name="connsiteY1182" fmla="*/ 2131939 h 3047670"/>
              <a:gd name="connsiteX1183" fmla="*/ 1692032 w 3044273"/>
              <a:gd name="connsiteY1183" fmla="*/ 2127542 h 3047670"/>
              <a:gd name="connsiteX1184" fmla="*/ 307755 w 3044273"/>
              <a:gd name="connsiteY1184" fmla="*/ 2127163 h 3047670"/>
              <a:gd name="connsiteX1185" fmla="*/ 311273 w 3044273"/>
              <a:gd name="connsiteY1185" fmla="*/ 2130680 h 3047670"/>
              <a:gd name="connsiteX1186" fmla="*/ 307755 w 3044273"/>
              <a:gd name="connsiteY1186" fmla="*/ 2134197 h 3047670"/>
              <a:gd name="connsiteX1187" fmla="*/ 304113 w 3044273"/>
              <a:gd name="connsiteY1187" fmla="*/ 2130680 h 3047670"/>
              <a:gd name="connsiteX1188" fmla="*/ 307755 w 3044273"/>
              <a:gd name="connsiteY1188" fmla="*/ 2127163 h 3047670"/>
              <a:gd name="connsiteX1189" fmla="*/ 2627361 w 3044273"/>
              <a:gd name="connsiteY1189" fmla="*/ 2125279 h 3047670"/>
              <a:gd name="connsiteX1190" fmla="*/ 2640928 w 3044273"/>
              <a:gd name="connsiteY1190" fmla="*/ 2138720 h 3047670"/>
              <a:gd name="connsiteX1191" fmla="*/ 2627487 w 3044273"/>
              <a:gd name="connsiteY1191" fmla="*/ 2152285 h 3047670"/>
              <a:gd name="connsiteX1192" fmla="*/ 2613920 w 3044273"/>
              <a:gd name="connsiteY1192" fmla="*/ 2138845 h 3047670"/>
              <a:gd name="connsiteX1193" fmla="*/ 2627361 w 3044273"/>
              <a:gd name="connsiteY1193" fmla="*/ 2125279 h 3047670"/>
              <a:gd name="connsiteX1194" fmla="*/ 2740289 w 3044273"/>
              <a:gd name="connsiteY1194" fmla="*/ 2113220 h 3047670"/>
              <a:gd name="connsiteX1195" fmla="*/ 2748956 w 3044273"/>
              <a:gd name="connsiteY1195" fmla="*/ 2121761 h 3047670"/>
              <a:gd name="connsiteX1196" fmla="*/ 2740415 w 3044273"/>
              <a:gd name="connsiteY1196" fmla="*/ 2130430 h 3047670"/>
              <a:gd name="connsiteX1197" fmla="*/ 2731747 w 3044273"/>
              <a:gd name="connsiteY1197" fmla="*/ 2121888 h 3047670"/>
              <a:gd name="connsiteX1198" fmla="*/ 2740289 w 3044273"/>
              <a:gd name="connsiteY1198" fmla="*/ 2113220 h 3047670"/>
              <a:gd name="connsiteX1199" fmla="*/ 197215 w 3044273"/>
              <a:gd name="connsiteY1199" fmla="*/ 2111838 h 3047670"/>
              <a:gd name="connsiteX1200" fmla="*/ 198597 w 3044273"/>
              <a:gd name="connsiteY1200" fmla="*/ 2113220 h 3047670"/>
              <a:gd name="connsiteX1201" fmla="*/ 197215 w 3044273"/>
              <a:gd name="connsiteY1201" fmla="*/ 2114602 h 3047670"/>
              <a:gd name="connsiteX1202" fmla="*/ 195833 w 3044273"/>
              <a:gd name="connsiteY1202" fmla="*/ 2113220 h 3047670"/>
              <a:gd name="connsiteX1203" fmla="*/ 197215 w 3044273"/>
              <a:gd name="connsiteY1203" fmla="*/ 2111838 h 3047670"/>
              <a:gd name="connsiteX1204" fmla="*/ 1126137 w 3044273"/>
              <a:gd name="connsiteY1204" fmla="*/ 2110457 h 3047670"/>
              <a:gd name="connsiteX1205" fmla="*/ 1137945 w 3044273"/>
              <a:gd name="connsiteY1205" fmla="*/ 2122139 h 3047670"/>
              <a:gd name="connsiteX1206" fmla="*/ 1126263 w 3044273"/>
              <a:gd name="connsiteY1206" fmla="*/ 2133948 h 3047670"/>
              <a:gd name="connsiteX1207" fmla="*/ 1114455 w 3044273"/>
              <a:gd name="connsiteY1207" fmla="*/ 2122266 h 3047670"/>
              <a:gd name="connsiteX1208" fmla="*/ 1126137 w 3044273"/>
              <a:gd name="connsiteY1208" fmla="*/ 2110457 h 3047670"/>
              <a:gd name="connsiteX1209" fmla="*/ 986454 w 3044273"/>
              <a:gd name="connsiteY1209" fmla="*/ 2108194 h 3047670"/>
              <a:gd name="connsiteX1210" fmla="*/ 1005547 w 3044273"/>
              <a:gd name="connsiteY1210" fmla="*/ 2127162 h 3047670"/>
              <a:gd name="connsiteX1211" fmla="*/ 986579 w 3044273"/>
              <a:gd name="connsiteY1211" fmla="*/ 2146255 h 3047670"/>
              <a:gd name="connsiteX1212" fmla="*/ 967486 w 3044273"/>
              <a:gd name="connsiteY1212" fmla="*/ 2127287 h 3047670"/>
              <a:gd name="connsiteX1213" fmla="*/ 986454 w 3044273"/>
              <a:gd name="connsiteY1213" fmla="*/ 2108194 h 3047670"/>
              <a:gd name="connsiteX1214" fmla="*/ 1921781 w 3044273"/>
              <a:gd name="connsiteY1214" fmla="*/ 2106310 h 3047670"/>
              <a:gd name="connsiteX1215" fmla="*/ 1934845 w 3044273"/>
              <a:gd name="connsiteY1215" fmla="*/ 2119374 h 3047670"/>
              <a:gd name="connsiteX1216" fmla="*/ 1921781 w 3044273"/>
              <a:gd name="connsiteY1216" fmla="*/ 2132438 h 3047670"/>
              <a:gd name="connsiteX1217" fmla="*/ 1908717 w 3044273"/>
              <a:gd name="connsiteY1217" fmla="*/ 2119374 h 3047670"/>
              <a:gd name="connsiteX1218" fmla="*/ 1921781 w 3044273"/>
              <a:gd name="connsiteY1218" fmla="*/ 2106310 h 3047670"/>
              <a:gd name="connsiteX1219" fmla="*/ 855310 w 3044273"/>
              <a:gd name="connsiteY1219" fmla="*/ 2104553 h 3047670"/>
              <a:gd name="connsiteX1220" fmla="*/ 874153 w 3044273"/>
              <a:gd name="connsiteY1220" fmla="*/ 2123270 h 3047670"/>
              <a:gd name="connsiteX1221" fmla="*/ 855437 w 3044273"/>
              <a:gd name="connsiteY1221" fmla="*/ 2142113 h 3047670"/>
              <a:gd name="connsiteX1222" fmla="*/ 836594 w 3044273"/>
              <a:gd name="connsiteY1222" fmla="*/ 2123396 h 3047670"/>
              <a:gd name="connsiteX1223" fmla="*/ 855310 w 3044273"/>
              <a:gd name="connsiteY1223" fmla="*/ 2104553 h 3047670"/>
              <a:gd name="connsiteX1224" fmla="*/ 2850578 w 3044273"/>
              <a:gd name="connsiteY1224" fmla="*/ 2099905 h 3047670"/>
              <a:gd name="connsiteX1225" fmla="*/ 2854348 w 3044273"/>
              <a:gd name="connsiteY1225" fmla="*/ 2103674 h 3047670"/>
              <a:gd name="connsiteX1226" fmla="*/ 2850578 w 3044273"/>
              <a:gd name="connsiteY1226" fmla="*/ 2107442 h 3047670"/>
              <a:gd name="connsiteX1227" fmla="*/ 2846809 w 3044273"/>
              <a:gd name="connsiteY1227" fmla="*/ 2103674 h 3047670"/>
              <a:gd name="connsiteX1228" fmla="*/ 2850578 w 3044273"/>
              <a:gd name="connsiteY1228" fmla="*/ 2099905 h 3047670"/>
              <a:gd name="connsiteX1229" fmla="*/ 2061340 w 3044273"/>
              <a:gd name="connsiteY1229" fmla="*/ 2098900 h 3047670"/>
              <a:gd name="connsiteX1230" fmla="*/ 2085710 w 3044273"/>
              <a:gd name="connsiteY1230" fmla="*/ 2123144 h 3047670"/>
              <a:gd name="connsiteX1231" fmla="*/ 2061466 w 3044273"/>
              <a:gd name="connsiteY1231" fmla="*/ 2147639 h 3047670"/>
              <a:gd name="connsiteX1232" fmla="*/ 2037096 w 3044273"/>
              <a:gd name="connsiteY1232" fmla="*/ 2123396 h 3047670"/>
              <a:gd name="connsiteX1233" fmla="*/ 2061340 w 3044273"/>
              <a:gd name="connsiteY1233" fmla="*/ 2098900 h 3047670"/>
              <a:gd name="connsiteX1234" fmla="*/ 730827 w 3044273"/>
              <a:gd name="connsiteY1234" fmla="*/ 2096514 h 3047670"/>
              <a:gd name="connsiteX1235" fmla="*/ 748413 w 3044273"/>
              <a:gd name="connsiteY1235" fmla="*/ 2113975 h 3047670"/>
              <a:gd name="connsiteX1236" fmla="*/ 730952 w 3044273"/>
              <a:gd name="connsiteY1236" fmla="*/ 2131561 h 3047670"/>
              <a:gd name="connsiteX1237" fmla="*/ 713492 w 3044273"/>
              <a:gd name="connsiteY1237" fmla="*/ 2114100 h 3047670"/>
              <a:gd name="connsiteX1238" fmla="*/ 730827 w 3044273"/>
              <a:gd name="connsiteY1238" fmla="*/ 2096514 h 3047670"/>
              <a:gd name="connsiteX1239" fmla="*/ 1771169 w 3044273"/>
              <a:gd name="connsiteY1239" fmla="*/ 2096136 h 3047670"/>
              <a:gd name="connsiteX1240" fmla="*/ 1775566 w 3044273"/>
              <a:gd name="connsiteY1240" fmla="*/ 2100533 h 3047670"/>
              <a:gd name="connsiteX1241" fmla="*/ 1771169 w 3044273"/>
              <a:gd name="connsiteY1241" fmla="*/ 2104929 h 3047670"/>
              <a:gd name="connsiteX1242" fmla="*/ 1766772 w 3044273"/>
              <a:gd name="connsiteY1242" fmla="*/ 2100533 h 3047670"/>
              <a:gd name="connsiteX1243" fmla="*/ 1771169 w 3044273"/>
              <a:gd name="connsiteY1243" fmla="*/ 2096136 h 3047670"/>
              <a:gd name="connsiteX1244" fmla="*/ 1276499 w 3044273"/>
              <a:gd name="connsiteY1244" fmla="*/ 2094754 h 3047670"/>
              <a:gd name="connsiteX1245" fmla="*/ 1284036 w 3044273"/>
              <a:gd name="connsiteY1245" fmla="*/ 2102291 h 3047670"/>
              <a:gd name="connsiteX1246" fmla="*/ 1276499 w 3044273"/>
              <a:gd name="connsiteY1246" fmla="*/ 2109828 h 3047670"/>
              <a:gd name="connsiteX1247" fmla="*/ 1268961 w 3044273"/>
              <a:gd name="connsiteY1247" fmla="*/ 2102291 h 3047670"/>
              <a:gd name="connsiteX1248" fmla="*/ 1276499 w 3044273"/>
              <a:gd name="connsiteY1248" fmla="*/ 2094754 h 3047670"/>
              <a:gd name="connsiteX1249" fmla="*/ 2192357 w 3044273"/>
              <a:gd name="connsiteY1249" fmla="*/ 2092368 h 3047670"/>
              <a:gd name="connsiteX1250" fmla="*/ 2218610 w 3044273"/>
              <a:gd name="connsiteY1250" fmla="*/ 2118369 h 3047670"/>
              <a:gd name="connsiteX1251" fmla="*/ 2192607 w 3044273"/>
              <a:gd name="connsiteY1251" fmla="*/ 2144623 h 3047670"/>
              <a:gd name="connsiteX1252" fmla="*/ 2166354 w 3044273"/>
              <a:gd name="connsiteY1252" fmla="*/ 2118621 h 3047670"/>
              <a:gd name="connsiteX1253" fmla="*/ 2192357 w 3044273"/>
              <a:gd name="connsiteY1253" fmla="*/ 2092368 h 3047670"/>
              <a:gd name="connsiteX1254" fmla="*/ 611620 w 3044273"/>
              <a:gd name="connsiteY1254" fmla="*/ 2089480 h 3047670"/>
              <a:gd name="connsiteX1255" fmla="*/ 623679 w 3044273"/>
              <a:gd name="connsiteY1255" fmla="*/ 2101413 h 3047670"/>
              <a:gd name="connsiteX1256" fmla="*/ 611745 w 3044273"/>
              <a:gd name="connsiteY1256" fmla="*/ 2113347 h 3047670"/>
              <a:gd name="connsiteX1257" fmla="*/ 599812 w 3044273"/>
              <a:gd name="connsiteY1257" fmla="*/ 2101413 h 3047670"/>
              <a:gd name="connsiteX1258" fmla="*/ 611620 w 3044273"/>
              <a:gd name="connsiteY1258" fmla="*/ 2089480 h 3047670"/>
              <a:gd name="connsiteX1259" fmla="*/ 2316841 w 3044273"/>
              <a:gd name="connsiteY1259" fmla="*/ 2083827 h 3047670"/>
              <a:gd name="connsiteX1260" fmla="*/ 2341460 w 3044273"/>
              <a:gd name="connsiteY1260" fmla="*/ 2108322 h 3047670"/>
              <a:gd name="connsiteX1261" fmla="*/ 2316966 w 3044273"/>
              <a:gd name="connsiteY1261" fmla="*/ 2132942 h 3047670"/>
              <a:gd name="connsiteX1262" fmla="*/ 2292346 w 3044273"/>
              <a:gd name="connsiteY1262" fmla="*/ 2108447 h 3047670"/>
              <a:gd name="connsiteX1263" fmla="*/ 2316841 w 3044273"/>
              <a:gd name="connsiteY1263" fmla="*/ 2083827 h 3047670"/>
              <a:gd name="connsiteX1264" fmla="*/ 2958731 w 3044273"/>
              <a:gd name="connsiteY1264" fmla="*/ 2082444 h 3047670"/>
              <a:gd name="connsiteX1265" fmla="*/ 2960993 w 3044273"/>
              <a:gd name="connsiteY1265" fmla="*/ 2084706 h 3047670"/>
              <a:gd name="connsiteX1266" fmla="*/ 2958857 w 3044273"/>
              <a:gd name="connsiteY1266" fmla="*/ 2086966 h 3047670"/>
              <a:gd name="connsiteX1267" fmla="*/ 2956595 w 3044273"/>
              <a:gd name="connsiteY1267" fmla="*/ 2084706 h 3047670"/>
              <a:gd name="connsiteX1268" fmla="*/ 2958731 w 3044273"/>
              <a:gd name="connsiteY1268" fmla="*/ 2082444 h 3047670"/>
              <a:gd name="connsiteX1269" fmla="*/ 496556 w 3044273"/>
              <a:gd name="connsiteY1269" fmla="*/ 2076540 h 3047670"/>
              <a:gd name="connsiteX1270" fmla="*/ 506103 w 3044273"/>
              <a:gd name="connsiteY1270" fmla="*/ 2086087 h 3047670"/>
              <a:gd name="connsiteX1271" fmla="*/ 496556 w 3044273"/>
              <a:gd name="connsiteY1271" fmla="*/ 2095633 h 3047670"/>
              <a:gd name="connsiteX1272" fmla="*/ 487010 w 3044273"/>
              <a:gd name="connsiteY1272" fmla="*/ 2086212 h 3047670"/>
              <a:gd name="connsiteX1273" fmla="*/ 496556 w 3044273"/>
              <a:gd name="connsiteY1273" fmla="*/ 2076540 h 3047670"/>
              <a:gd name="connsiteX1274" fmla="*/ 2435924 w 3044273"/>
              <a:gd name="connsiteY1274" fmla="*/ 2073652 h 3047670"/>
              <a:gd name="connsiteX1275" fmla="*/ 2457028 w 3044273"/>
              <a:gd name="connsiteY1275" fmla="*/ 2094630 h 3047670"/>
              <a:gd name="connsiteX1276" fmla="*/ 2436050 w 3044273"/>
              <a:gd name="connsiteY1276" fmla="*/ 2115732 h 3047670"/>
              <a:gd name="connsiteX1277" fmla="*/ 2414946 w 3044273"/>
              <a:gd name="connsiteY1277" fmla="*/ 2094755 h 3047670"/>
              <a:gd name="connsiteX1278" fmla="*/ 2435924 w 3044273"/>
              <a:gd name="connsiteY1278" fmla="*/ 2073652 h 3047670"/>
              <a:gd name="connsiteX1279" fmla="*/ 384508 w 3044273"/>
              <a:gd name="connsiteY1279" fmla="*/ 2064231 h 3047670"/>
              <a:gd name="connsiteX1280" fmla="*/ 389910 w 3044273"/>
              <a:gd name="connsiteY1280" fmla="*/ 2069506 h 3047670"/>
              <a:gd name="connsiteX1281" fmla="*/ 384634 w 3044273"/>
              <a:gd name="connsiteY1281" fmla="*/ 2074782 h 3047670"/>
              <a:gd name="connsiteX1282" fmla="*/ 379358 w 3044273"/>
              <a:gd name="connsiteY1282" fmla="*/ 2069506 h 3047670"/>
              <a:gd name="connsiteX1283" fmla="*/ 384508 w 3044273"/>
              <a:gd name="connsiteY1283" fmla="*/ 2064231 h 3047670"/>
              <a:gd name="connsiteX1284" fmla="*/ 2550986 w 3044273"/>
              <a:gd name="connsiteY1284" fmla="*/ 2059959 h 3047670"/>
              <a:gd name="connsiteX1285" fmla="*/ 2569829 w 3044273"/>
              <a:gd name="connsiteY1285" fmla="*/ 2078675 h 3047670"/>
              <a:gd name="connsiteX1286" fmla="*/ 2551113 w 3044273"/>
              <a:gd name="connsiteY1286" fmla="*/ 2097518 h 3047670"/>
              <a:gd name="connsiteX1287" fmla="*/ 2532270 w 3044273"/>
              <a:gd name="connsiteY1287" fmla="*/ 2078802 h 3047670"/>
              <a:gd name="connsiteX1288" fmla="*/ 2550986 w 3044273"/>
              <a:gd name="connsiteY1288" fmla="*/ 2059959 h 3047670"/>
              <a:gd name="connsiteX1289" fmla="*/ 1202636 w 3044273"/>
              <a:gd name="connsiteY1289" fmla="*/ 2058705 h 3047670"/>
              <a:gd name="connsiteX1290" fmla="*/ 1204019 w 3044273"/>
              <a:gd name="connsiteY1290" fmla="*/ 2059963 h 3047670"/>
              <a:gd name="connsiteX1291" fmla="*/ 1202636 w 3044273"/>
              <a:gd name="connsiteY1291" fmla="*/ 2061344 h 3047670"/>
              <a:gd name="connsiteX1292" fmla="*/ 1201254 w 3044273"/>
              <a:gd name="connsiteY1292" fmla="*/ 2059963 h 3047670"/>
              <a:gd name="connsiteX1293" fmla="*/ 1202636 w 3044273"/>
              <a:gd name="connsiteY1293" fmla="*/ 2058705 h 3047670"/>
              <a:gd name="connsiteX1294" fmla="*/ 1060942 w 3044273"/>
              <a:gd name="connsiteY1294" fmla="*/ 2057446 h 3047670"/>
              <a:gd name="connsiteX1295" fmla="*/ 1070740 w 3044273"/>
              <a:gd name="connsiteY1295" fmla="*/ 2067118 h 3047670"/>
              <a:gd name="connsiteX1296" fmla="*/ 1061067 w 3044273"/>
              <a:gd name="connsiteY1296" fmla="*/ 2076916 h 3047670"/>
              <a:gd name="connsiteX1297" fmla="*/ 1051271 w 3044273"/>
              <a:gd name="connsiteY1297" fmla="*/ 2067244 h 3047670"/>
              <a:gd name="connsiteX1298" fmla="*/ 1060942 w 3044273"/>
              <a:gd name="connsiteY1298" fmla="*/ 2057446 h 3047670"/>
              <a:gd name="connsiteX1299" fmla="*/ 1844780 w 3044273"/>
              <a:gd name="connsiteY1299" fmla="*/ 2056190 h 3047670"/>
              <a:gd name="connsiteX1300" fmla="*/ 1846412 w 3044273"/>
              <a:gd name="connsiteY1300" fmla="*/ 2057698 h 3047670"/>
              <a:gd name="connsiteX1301" fmla="*/ 1844905 w 3044273"/>
              <a:gd name="connsiteY1301" fmla="*/ 2059205 h 3047670"/>
              <a:gd name="connsiteX1302" fmla="*/ 1843272 w 3044273"/>
              <a:gd name="connsiteY1302" fmla="*/ 2057698 h 3047670"/>
              <a:gd name="connsiteX1303" fmla="*/ 1844780 w 3044273"/>
              <a:gd name="connsiteY1303" fmla="*/ 2056190 h 3047670"/>
              <a:gd name="connsiteX1304" fmla="*/ 1438919 w 3044273"/>
              <a:gd name="connsiteY1304" fmla="*/ 2055311 h 3047670"/>
              <a:gd name="connsiteX1305" fmla="*/ 1439169 w 3044273"/>
              <a:gd name="connsiteY1305" fmla="*/ 2055563 h 3047670"/>
              <a:gd name="connsiteX1306" fmla="*/ 1438919 w 3044273"/>
              <a:gd name="connsiteY1306" fmla="*/ 2055814 h 3047670"/>
              <a:gd name="connsiteX1307" fmla="*/ 1438667 w 3044273"/>
              <a:gd name="connsiteY1307" fmla="*/ 2055563 h 3047670"/>
              <a:gd name="connsiteX1308" fmla="*/ 1438919 w 3044273"/>
              <a:gd name="connsiteY1308" fmla="*/ 2055311 h 3047670"/>
              <a:gd name="connsiteX1309" fmla="*/ 1608624 w 3044273"/>
              <a:gd name="connsiteY1309" fmla="*/ 2054683 h 3047670"/>
              <a:gd name="connsiteX1310" fmla="*/ 1608874 w 3044273"/>
              <a:gd name="connsiteY1310" fmla="*/ 2054934 h 3047670"/>
              <a:gd name="connsiteX1311" fmla="*/ 1608624 w 3044273"/>
              <a:gd name="connsiteY1311" fmla="*/ 2055185 h 3047670"/>
              <a:gd name="connsiteX1312" fmla="*/ 1608372 w 3044273"/>
              <a:gd name="connsiteY1312" fmla="*/ 2054934 h 3047670"/>
              <a:gd name="connsiteX1313" fmla="*/ 1608624 w 3044273"/>
              <a:gd name="connsiteY1313" fmla="*/ 2054683 h 3047670"/>
              <a:gd name="connsiteX1314" fmla="*/ 1986474 w 3044273"/>
              <a:gd name="connsiteY1314" fmla="*/ 2052925 h 3047670"/>
              <a:gd name="connsiteX1315" fmla="*/ 1997529 w 3044273"/>
              <a:gd name="connsiteY1315" fmla="*/ 2063979 h 3047670"/>
              <a:gd name="connsiteX1316" fmla="*/ 1986474 w 3044273"/>
              <a:gd name="connsiteY1316" fmla="*/ 2075033 h 3047670"/>
              <a:gd name="connsiteX1317" fmla="*/ 1975420 w 3044273"/>
              <a:gd name="connsiteY1317" fmla="*/ 2063979 h 3047670"/>
              <a:gd name="connsiteX1318" fmla="*/ 1986474 w 3044273"/>
              <a:gd name="connsiteY1318" fmla="*/ 2052925 h 3047670"/>
              <a:gd name="connsiteX1319" fmla="*/ 275346 w 3044273"/>
              <a:gd name="connsiteY1319" fmla="*/ 2048529 h 3047670"/>
              <a:gd name="connsiteX1320" fmla="*/ 278487 w 3044273"/>
              <a:gd name="connsiteY1320" fmla="*/ 2051669 h 3047670"/>
              <a:gd name="connsiteX1321" fmla="*/ 275346 w 3044273"/>
              <a:gd name="connsiteY1321" fmla="*/ 2054810 h 3047670"/>
              <a:gd name="connsiteX1322" fmla="*/ 272206 w 3044273"/>
              <a:gd name="connsiteY1322" fmla="*/ 2051669 h 3047670"/>
              <a:gd name="connsiteX1323" fmla="*/ 275346 w 3044273"/>
              <a:gd name="connsiteY1323" fmla="*/ 2048529 h 3047670"/>
              <a:gd name="connsiteX1324" fmla="*/ 929550 w 3044273"/>
              <a:gd name="connsiteY1324" fmla="*/ 2048152 h 3047670"/>
              <a:gd name="connsiteX1325" fmla="*/ 945251 w 3044273"/>
              <a:gd name="connsiteY1325" fmla="*/ 2063853 h 3047670"/>
              <a:gd name="connsiteX1326" fmla="*/ 929550 w 3044273"/>
              <a:gd name="connsiteY1326" fmla="*/ 2079681 h 3047670"/>
              <a:gd name="connsiteX1327" fmla="*/ 913722 w 3044273"/>
              <a:gd name="connsiteY1327" fmla="*/ 2063979 h 3047670"/>
              <a:gd name="connsiteX1328" fmla="*/ 929550 w 3044273"/>
              <a:gd name="connsiteY1328" fmla="*/ 2048152 h 3047670"/>
              <a:gd name="connsiteX1329" fmla="*/ 2662784 w 3044273"/>
              <a:gd name="connsiteY1329" fmla="*/ 2044007 h 3047670"/>
              <a:gd name="connsiteX1330" fmla="*/ 2680120 w 3044273"/>
              <a:gd name="connsiteY1330" fmla="*/ 2061215 h 3047670"/>
              <a:gd name="connsiteX1331" fmla="*/ 2662911 w 3044273"/>
              <a:gd name="connsiteY1331" fmla="*/ 2078550 h 3047670"/>
              <a:gd name="connsiteX1332" fmla="*/ 2645575 w 3044273"/>
              <a:gd name="connsiteY1332" fmla="*/ 2061342 h 3047670"/>
              <a:gd name="connsiteX1333" fmla="*/ 2662784 w 3044273"/>
              <a:gd name="connsiteY1333" fmla="*/ 2044007 h 3047670"/>
              <a:gd name="connsiteX1334" fmla="*/ 2117866 w 3044273"/>
              <a:gd name="connsiteY1334" fmla="*/ 2039860 h 3047670"/>
              <a:gd name="connsiteX1335" fmla="*/ 2137587 w 3044273"/>
              <a:gd name="connsiteY1335" fmla="*/ 2059456 h 3047670"/>
              <a:gd name="connsiteX1336" fmla="*/ 2117991 w 3044273"/>
              <a:gd name="connsiteY1336" fmla="*/ 2079178 h 3047670"/>
              <a:gd name="connsiteX1337" fmla="*/ 2098270 w 3044273"/>
              <a:gd name="connsiteY1337" fmla="*/ 2059582 h 3047670"/>
              <a:gd name="connsiteX1338" fmla="*/ 2117866 w 3044273"/>
              <a:gd name="connsiteY1338" fmla="*/ 2039860 h 3047670"/>
              <a:gd name="connsiteX1339" fmla="*/ 805316 w 3044273"/>
              <a:gd name="connsiteY1339" fmla="*/ 2034208 h 3047670"/>
              <a:gd name="connsiteX1340" fmla="*/ 825540 w 3044273"/>
              <a:gd name="connsiteY1340" fmla="*/ 2054306 h 3047670"/>
              <a:gd name="connsiteX1341" fmla="*/ 805441 w 3044273"/>
              <a:gd name="connsiteY1341" fmla="*/ 2074530 h 3047670"/>
              <a:gd name="connsiteX1342" fmla="*/ 785218 w 3044273"/>
              <a:gd name="connsiteY1342" fmla="*/ 2054432 h 3047670"/>
              <a:gd name="connsiteX1343" fmla="*/ 805316 w 3044273"/>
              <a:gd name="connsiteY1343" fmla="*/ 2034208 h 3047670"/>
              <a:gd name="connsiteX1344" fmla="*/ 1356767 w 3044273"/>
              <a:gd name="connsiteY1344" fmla="*/ 2032576 h 3047670"/>
              <a:gd name="connsiteX1345" fmla="*/ 1357269 w 3044273"/>
              <a:gd name="connsiteY1345" fmla="*/ 2033079 h 3047670"/>
              <a:gd name="connsiteX1346" fmla="*/ 1356767 w 3044273"/>
              <a:gd name="connsiteY1346" fmla="*/ 2033581 h 3047670"/>
              <a:gd name="connsiteX1347" fmla="*/ 1356264 w 3044273"/>
              <a:gd name="connsiteY1347" fmla="*/ 2033204 h 3047670"/>
              <a:gd name="connsiteX1348" fmla="*/ 1356767 w 3044273"/>
              <a:gd name="connsiteY1348" fmla="*/ 2032576 h 3047670"/>
              <a:gd name="connsiteX1349" fmla="*/ 168072 w 3044273"/>
              <a:gd name="connsiteY1349" fmla="*/ 2031696 h 3047670"/>
              <a:gd name="connsiteX1350" fmla="*/ 169453 w 3044273"/>
              <a:gd name="connsiteY1350" fmla="*/ 2032951 h 3047670"/>
              <a:gd name="connsiteX1351" fmla="*/ 168197 w 3044273"/>
              <a:gd name="connsiteY1351" fmla="*/ 2034333 h 3047670"/>
              <a:gd name="connsiteX1352" fmla="*/ 166815 w 3044273"/>
              <a:gd name="connsiteY1352" fmla="*/ 2033078 h 3047670"/>
              <a:gd name="connsiteX1353" fmla="*/ 168072 w 3044273"/>
              <a:gd name="connsiteY1353" fmla="*/ 2031696 h 3047670"/>
              <a:gd name="connsiteX1354" fmla="*/ 1690524 w 3044273"/>
              <a:gd name="connsiteY1354" fmla="*/ 2031571 h 3047670"/>
              <a:gd name="connsiteX1355" fmla="*/ 1691027 w 3044273"/>
              <a:gd name="connsiteY1355" fmla="*/ 2032074 h 3047670"/>
              <a:gd name="connsiteX1356" fmla="*/ 1690524 w 3044273"/>
              <a:gd name="connsiteY1356" fmla="*/ 2032451 h 3047670"/>
              <a:gd name="connsiteX1357" fmla="*/ 1690147 w 3044273"/>
              <a:gd name="connsiteY1357" fmla="*/ 2031949 h 3047670"/>
              <a:gd name="connsiteX1358" fmla="*/ 1690524 w 3044273"/>
              <a:gd name="connsiteY1358" fmla="*/ 2031571 h 3047670"/>
              <a:gd name="connsiteX1359" fmla="*/ 2772068 w 3044273"/>
              <a:gd name="connsiteY1359" fmla="*/ 2029686 h 3047670"/>
              <a:gd name="connsiteX1360" fmla="*/ 2785134 w 3044273"/>
              <a:gd name="connsiteY1360" fmla="*/ 2042750 h 3047670"/>
              <a:gd name="connsiteX1361" fmla="*/ 2772068 w 3044273"/>
              <a:gd name="connsiteY1361" fmla="*/ 2055814 h 3047670"/>
              <a:gd name="connsiteX1362" fmla="*/ 2759004 w 3044273"/>
              <a:gd name="connsiteY1362" fmla="*/ 2042750 h 3047670"/>
              <a:gd name="connsiteX1363" fmla="*/ 2772068 w 3044273"/>
              <a:gd name="connsiteY1363" fmla="*/ 2029686 h 3047670"/>
              <a:gd name="connsiteX1364" fmla="*/ 2241848 w 3044273"/>
              <a:gd name="connsiteY1364" fmla="*/ 2024034 h 3047670"/>
              <a:gd name="connsiteX1365" fmla="*/ 2266970 w 3044273"/>
              <a:gd name="connsiteY1365" fmla="*/ 2048905 h 3047670"/>
              <a:gd name="connsiteX1366" fmla="*/ 2242100 w 3044273"/>
              <a:gd name="connsiteY1366" fmla="*/ 2074028 h 3047670"/>
              <a:gd name="connsiteX1367" fmla="*/ 2216977 w 3044273"/>
              <a:gd name="connsiteY1367" fmla="*/ 2049157 h 3047670"/>
              <a:gd name="connsiteX1368" fmla="*/ 2241848 w 3044273"/>
              <a:gd name="connsiteY1368" fmla="*/ 2024034 h 3047670"/>
              <a:gd name="connsiteX1369" fmla="*/ 686863 w 3044273"/>
              <a:gd name="connsiteY1369" fmla="*/ 2023154 h 3047670"/>
              <a:gd name="connsiteX1370" fmla="*/ 704826 w 3044273"/>
              <a:gd name="connsiteY1370" fmla="*/ 2040992 h 3047670"/>
              <a:gd name="connsiteX1371" fmla="*/ 686989 w 3044273"/>
              <a:gd name="connsiteY1371" fmla="*/ 2058954 h 3047670"/>
              <a:gd name="connsiteX1372" fmla="*/ 669025 w 3044273"/>
              <a:gd name="connsiteY1372" fmla="*/ 2041118 h 3047670"/>
              <a:gd name="connsiteX1373" fmla="*/ 686863 w 3044273"/>
              <a:gd name="connsiteY1373" fmla="*/ 2023154 h 3047670"/>
              <a:gd name="connsiteX1374" fmla="*/ 2879092 w 3044273"/>
              <a:gd name="connsiteY1374" fmla="*/ 2015994 h 3047670"/>
              <a:gd name="connsiteX1375" fmla="*/ 2886377 w 3044273"/>
              <a:gd name="connsiteY1375" fmla="*/ 2023280 h 3047670"/>
              <a:gd name="connsiteX1376" fmla="*/ 2879092 w 3044273"/>
              <a:gd name="connsiteY1376" fmla="*/ 2030565 h 3047670"/>
              <a:gd name="connsiteX1377" fmla="*/ 2871806 w 3044273"/>
              <a:gd name="connsiteY1377" fmla="*/ 2023280 h 3047670"/>
              <a:gd name="connsiteX1378" fmla="*/ 2879092 w 3044273"/>
              <a:gd name="connsiteY1378" fmla="*/ 2015994 h 3047670"/>
              <a:gd name="connsiteX1379" fmla="*/ 572802 w 3044273"/>
              <a:gd name="connsiteY1379" fmla="*/ 2011597 h 3047670"/>
              <a:gd name="connsiteX1380" fmla="*/ 586620 w 3044273"/>
              <a:gd name="connsiteY1380" fmla="*/ 2025289 h 3047670"/>
              <a:gd name="connsiteX1381" fmla="*/ 572928 w 3044273"/>
              <a:gd name="connsiteY1381" fmla="*/ 2039107 h 3047670"/>
              <a:gd name="connsiteX1382" fmla="*/ 559110 w 3044273"/>
              <a:gd name="connsiteY1382" fmla="*/ 2025416 h 3047670"/>
              <a:gd name="connsiteX1383" fmla="*/ 572802 w 3044273"/>
              <a:gd name="connsiteY1383" fmla="*/ 2011597 h 3047670"/>
              <a:gd name="connsiteX1384" fmla="*/ 2360053 w 3044273"/>
              <a:gd name="connsiteY1384" fmla="*/ 2010592 h 3047670"/>
              <a:gd name="connsiteX1385" fmla="*/ 2384548 w 3044273"/>
              <a:gd name="connsiteY1385" fmla="*/ 2034836 h 3047670"/>
              <a:gd name="connsiteX1386" fmla="*/ 2360304 w 3044273"/>
              <a:gd name="connsiteY1386" fmla="*/ 2059331 h 3047670"/>
              <a:gd name="connsiteX1387" fmla="*/ 2335935 w 3044273"/>
              <a:gd name="connsiteY1387" fmla="*/ 2035088 h 3047670"/>
              <a:gd name="connsiteX1388" fmla="*/ 2360053 w 3044273"/>
              <a:gd name="connsiteY1388" fmla="*/ 2010592 h 3047670"/>
              <a:gd name="connsiteX1389" fmla="*/ 1135810 w 3044273"/>
              <a:gd name="connsiteY1389" fmla="*/ 2003306 h 3047670"/>
              <a:gd name="connsiteX1390" fmla="*/ 1139580 w 3044273"/>
              <a:gd name="connsiteY1390" fmla="*/ 2007075 h 3047670"/>
              <a:gd name="connsiteX1391" fmla="*/ 1135810 w 3044273"/>
              <a:gd name="connsiteY1391" fmla="*/ 2010843 h 3047670"/>
              <a:gd name="connsiteX1392" fmla="*/ 1132042 w 3044273"/>
              <a:gd name="connsiteY1392" fmla="*/ 2007075 h 3047670"/>
              <a:gd name="connsiteX1393" fmla="*/ 1135810 w 3044273"/>
              <a:gd name="connsiteY1393" fmla="*/ 2003306 h 3047670"/>
              <a:gd name="connsiteX1394" fmla="*/ 2984356 w 3044273"/>
              <a:gd name="connsiteY1394" fmla="*/ 2001171 h 3047670"/>
              <a:gd name="connsiteX1395" fmla="*/ 2986616 w 3044273"/>
              <a:gd name="connsiteY1395" fmla="*/ 2003306 h 3047670"/>
              <a:gd name="connsiteX1396" fmla="*/ 2984356 w 3044273"/>
              <a:gd name="connsiteY1396" fmla="*/ 2005568 h 3047670"/>
              <a:gd name="connsiteX1397" fmla="*/ 2982094 w 3044273"/>
              <a:gd name="connsiteY1397" fmla="*/ 2003306 h 3047670"/>
              <a:gd name="connsiteX1398" fmla="*/ 2984356 w 3044273"/>
              <a:gd name="connsiteY1398" fmla="*/ 2001171 h 3047670"/>
              <a:gd name="connsiteX1399" fmla="*/ 1911230 w 3044273"/>
              <a:gd name="connsiteY1399" fmla="*/ 1999413 h 3047670"/>
              <a:gd name="connsiteX1400" fmla="*/ 1916129 w 3044273"/>
              <a:gd name="connsiteY1400" fmla="*/ 2004312 h 3047670"/>
              <a:gd name="connsiteX1401" fmla="*/ 1911357 w 3044273"/>
              <a:gd name="connsiteY1401" fmla="*/ 2009210 h 3047670"/>
              <a:gd name="connsiteX1402" fmla="*/ 1906457 w 3044273"/>
              <a:gd name="connsiteY1402" fmla="*/ 2004312 h 3047670"/>
              <a:gd name="connsiteX1403" fmla="*/ 1911230 w 3044273"/>
              <a:gd name="connsiteY1403" fmla="*/ 1999413 h 3047670"/>
              <a:gd name="connsiteX1404" fmla="*/ 462010 w 3044273"/>
              <a:gd name="connsiteY1404" fmla="*/ 1998534 h 3047670"/>
              <a:gd name="connsiteX1405" fmla="*/ 471556 w 3044273"/>
              <a:gd name="connsiteY1405" fmla="*/ 2008081 h 3047670"/>
              <a:gd name="connsiteX1406" fmla="*/ 462135 w 3044273"/>
              <a:gd name="connsiteY1406" fmla="*/ 2017627 h 3047670"/>
              <a:gd name="connsiteX1407" fmla="*/ 452589 w 3044273"/>
              <a:gd name="connsiteY1407" fmla="*/ 2008206 h 3047670"/>
              <a:gd name="connsiteX1408" fmla="*/ 462010 w 3044273"/>
              <a:gd name="connsiteY1408" fmla="*/ 1998534 h 3047670"/>
              <a:gd name="connsiteX1409" fmla="*/ 2474235 w 3044273"/>
              <a:gd name="connsiteY1409" fmla="*/ 1997278 h 3047670"/>
              <a:gd name="connsiteX1410" fmla="*/ 2495590 w 3044273"/>
              <a:gd name="connsiteY1410" fmla="*/ 2018506 h 3047670"/>
              <a:gd name="connsiteX1411" fmla="*/ 2474360 w 3044273"/>
              <a:gd name="connsiteY1411" fmla="*/ 2039861 h 3047670"/>
              <a:gd name="connsiteX1412" fmla="*/ 2453006 w 3044273"/>
              <a:gd name="connsiteY1412" fmla="*/ 2018632 h 3047670"/>
              <a:gd name="connsiteX1413" fmla="*/ 2474235 w 3044273"/>
              <a:gd name="connsiteY1413" fmla="*/ 1997278 h 3047670"/>
              <a:gd name="connsiteX1414" fmla="*/ 1279889 w 3044273"/>
              <a:gd name="connsiteY1414" fmla="*/ 1996271 h 3047670"/>
              <a:gd name="connsiteX1415" fmla="*/ 1280140 w 3044273"/>
              <a:gd name="connsiteY1415" fmla="*/ 1996523 h 3047670"/>
              <a:gd name="connsiteX1416" fmla="*/ 1279889 w 3044273"/>
              <a:gd name="connsiteY1416" fmla="*/ 1996774 h 3047670"/>
              <a:gd name="connsiteX1417" fmla="*/ 1279638 w 3044273"/>
              <a:gd name="connsiteY1417" fmla="*/ 1996523 h 3047670"/>
              <a:gd name="connsiteX1418" fmla="*/ 1279889 w 3044273"/>
              <a:gd name="connsiteY1418" fmla="*/ 1996271 h 3047670"/>
              <a:gd name="connsiteX1419" fmla="*/ 2043504 w 3044273"/>
              <a:gd name="connsiteY1419" fmla="*/ 1989489 h 3047670"/>
              <a:gd name="connsiteX1420" fmla="*/ 2054559 w 3044273"/>
              <a:gd name="connsiteY1420" fmla="*/ 2000543 h 3047670"/>
              <a:gd name="connsiteX1421" fmla="*/ 2043504 w 3044273"/>
              <a:gd name="connsiteY1421" fmla="*/ 2011723 h 3047670"/>
              <a:gd name="connsiteX1422" fmla="*/ 2032449 w 3044273"/>
              <a:gd name="connsiteY1422" fmla="*/ 2000669 h 3047670"/>
              <a:gd name="connsiteX1423" fmla="*/ 2043504 w 3044273"/>
              <a:gd name="connsiteY1423" fmla="*/ 1989489 h 3047670"/>
              <a:gd name="connsiteX1424" fmla="*/ 1003535 w 3044273"/>
              <a:gd name="connsiteY1424" fmla="*/ 1988735 h 3047670"/>
              <a:gd name="connsiteX1425" fmla="*/ 1019363 w 3044273"/>
              <a:gd name="connsiteY1425" fmla="*/ 2004437 h 3047670"/>
              <a:gd name="connsiteX1426" fmla="*/ 1003662 w 3044273"/>
              <a:gd name="connsiteY1426" fmla="*/ 2020139 h 3047670"/>
              <a:gd name="connsiteX1427" fmla="*/ 987834 w 3044273"/>
              <a:gd name="connsiteY1427" fmla="*/ 2004437 h 3047670"/>
              <a:gd name="connsiteX1428" fmla="*/ 1003535 w 3044273"/>
              <a:gd name="connsiteY1428" fmla="*/ 1988735 h 3047670"/>
              <a:gd name="connsiteX1429" fmla="*/ 354234 w 3044273"/>
              <a:gd name="connsiteY1429" fmla="*/ 1983711 h 3047670"/>
              <a:gd name="connsiteX1430" fmla="*/ 360390 w 3044273"/>
              <a:gd name="connsiteY1430" fmla="*/ 1989866 h 3047670"/>
              <a:gd name="connsiteX1431" fmla="*/ 354234 w 3044273"/>
              <a:gd name="connsiteY1431" fmla="*/ 1996021 h 3047670"/>
              <a:gd name="connsiteX1432" fmla="*/ 347954 w 3044273"/>
              <a:gd name="connsiteY1432" fmla="*/ 1989866 h 3047670"/>
              <a:gd name="connsiteX1433" fmla="*/ 354234 w 3044273"/>
              <a:gd name="connsiteY1433" fmla="*/ 1983711 h 3047670"/>
              <a:gd name="connsiteX1434" fmla="*/ 2584776 w 3044273"/>
              <a:gd name="connsiteY1434" fmla="*/ 1981700 h 3047670"/>
              <a:gd name="connsiteX1435" fmla="*/ 2603619 w 3044273"/>
              <a:gd name="connsiteY1435" fmla="*/ 2000417 h 3047670"/>
              <a:gd name="connsiteX1436" fmla="*/ 2584903 w 3044273"/>
              <a:gd name="connsiteY1436" fmla="*/ 2019260 h 3047670"/>
              <a:gd name="connsiteX1437" fmla="*/ 2566060 w 3044273"/>
              <a:gd name="connsiteY1437" fmla="*/ 2000544 h 3047670"/>
              <a:gd name="connsiteX1438" fmla="*/ 2584776 w 3044273"/>
              <a:gd name="connsiteY1438" fmla="*/ 1981700 h 3047670"/>
              <a:gd name="connsiteX1439" fmla="*/ 879807 w 3044273"/>
              <a:gd name="connsiteY1439" fmla="*/ 1974666 h 3047670"/>
              <a:gd name="connsiteX1440" fmla="*/ 899779 w 3044273"/>
              <a:gd name="connsiteY1440" fmla="*/ 1994514 h 3047670"/>
              <a:gd name="connsiteX1441" fmla="*/ 879932 w 3044273"/>
              <a:gd name="connsiteY1441" fmla="*/ 2014486 h 3047670"/>
              <a:gd name="connsiteX1442" fmla="*/ 859959 w 3044273"/>
              <a:gd name="connsiteY1442" fmla="*/ 1994639 h 3047670"/>
              <a:gd name="connsiteX1443" fmla="*/ 879807 w 3044273"/>
              <a:gd name="connsiteY1443" fmla="*/ 1974666 h 3047670"/>
              <a:gd name="connsiteX1444" fmla="*/ 248214 w 3044273"/>
              <a:gd name="connsiteY1444" fmla="*/ 1968889 h 3047670"/>
              <a:gd name="connsiteX1445" fmla="*/ 250224 w 3044273"/>
              <a:gd name="connsiteY1445" fmla="*/ 1970899 h 3047670"/>
              <a:gd name="connsiteX1446" fmla="*/ 248214 w 3044273"/>
              <a:gd name="connsiteY1446" fmla="*/ 1972909 h 3047670"/>
              <a:gd name="connsiteX1447" fmla="*/ 246205 w 3044273"/>
              <a:gd name="connsiteY1447" fmla="*/ 1970899 h 3047670"/>
              <a:gd name="connsiteX1448" fmla="*/ 248214 w 3044273"/>
              <a:gd name="connsiteY1448" fmla="*/ 1968889 h 3047670"/>
              <a:gd name="connsiteX1449" fmla="*/ 2166982 w 3044273"/>
              <a:gd name="connsiteY1449" fmla="*/ 1968261 h 3047670"/>
              <a:gd name="connsiteX1450" fmla="*/ 2188713 w 3044273"/>
              <a:gd name="connsiteY1450" fmla="*/ 1989867 h 3047670"/>
              <a:gd name="connsiteX1451" fmla="*/ 2167107 w 3044273"/>
              <a:gd name="connsiteY1451" fmla="*/ 2011598 h 3047670"/>
              <a:gd name="connsiteX1452" fmla="*/ 2145376 w 3044273"/>
              <a:gd name="connsiteY1452" fmla="*/ 1989992 h 3047670"/>
              <a:gd name="connsiteX1453" fmla="*/ 2166982 w 3044273"/>
              <a:gd name="connsiteY1453" fmla="*/ 1968261 h 3047670"/>
              <a:gd name="connsiteX1454" fmla="*/ 2692808 w 3044273"/>
              <a:gd name="connsiteY1454" fmla="*/ 1961854 h 3047670"/>
              <a:gd name="connsiteX1455" fmla="*/ 2712404 w 3044273"/>
              <a:gd name="connsiteY1455" fmla="*/ 1981200 h 3047670"/>
              <a:gd name="connsiteX1456" fmla="*/ 2692933 w 3044273"/>
              <a:gd name="connsiteY1456" fmla="*/ 2000797 h 3047670"/>
              <a:gd name="connsiteX1457" fmla="*/ 2673337 w 3044273"/>
              <a:gd name="connsiteY1457" fmla="*/ 1981451 h 3047670"/>
              <a:gd name="connsiteX1458" fmla="*/ 2692808 w 3044273"/>
              <a:gd name="connsiteY1458" fmla="*/ 1961854 h 3047670"/>
              <a:gd name="connsiteX1459" fmla="*/ 762357 w 3044273"/>
              <a:gd name="connsiteY1459" fmla="*/ 1957834 h 3047670"/>
              <a:gd name="connsiteX1460" fmla="*/ 785219 w 3044273"/>
              <a:gd name="connsiteY1460" fmla="*/ 1980570 h 3047670"/>
              <a:gd name="connsiteX1461" fmla="*/ 762482 w 3044273"/>
              <a:gd name="connsiteY1461" fmla="*/ 2003432 h 3047670"/>
              <a:gd name="connsiteX1462" fmla="*/ 739621 w 3044273"/>
              <a:gd name="connsiteY1462" fmla="*/ 1980695 h 3047670"/>
              <a:gd name="connsiteX1463" fmla="*/ 762357 w 3044273"/>
              <a:gd name="connsiteY1463" fmla="*/ 1957834 h 3047670"/>
              <a:gd name="connsiteX1464" fmla="*/ 143954 w 3044273"/>
              <a:gd name="connsiteY1464" fmla="*/ 1950172 h 3047670"/>
              <a:gd name="connsiteX1465" fmla="*/ 145085 w 3044273"/>
              <a:gd name="connsiteY1465" fmla="*/ 1951302 h 3047670"/>
              <a:gd name="connsiteX1466" fmla="*/ 143954 w 3044273"/>
              <a:gd name="connsiteY1466" fmla="*/ 1952432 h 3047670"/>
              <a:gd name="connsiteX1467" fmla="*/ 142824 w 3044273"/>
              <a:gd name="connsiteY1467" fmla="*/ 1951302 h 3047670"/>
              <a:gd name="connsiteX1468" fmla="*/ 143954 w 3044273"/>
              <a:gd name="connsiteY1468" fmla="*/ 1950172 h 3047670"/>
              <a:gd name="connsiteX1469" fmla="*/ 2284306 w 3044273"/>
              <a:gd name="connsiteY1469" fmla="*/ 1948162 h 3047670"/>
              <a:gd name="connsiteX1470" fmla="*/ 2311439 w 3044273"/>
              <a:gd name="connsiteY1470" fmla="*/ 1975043 h 3047670"/>
              <a:gd name="connsiteX1471" fmla="*/ 2284558 w 3044273"/>
              <a:gd name="connsiteY1471" fmla="*/ 2002176 h 3047670"/>
              <a:gd name="connsiteX1472" fmla="*/ 2257426 w 3044273"/>
              <a:gd name="connsiteY1472" fmla="*/ 1975295 h 3047670"/>
              <a:gd name="connsiteX1473" fmla="*/ 2284306 w 3044273"/>
              <a:gd name="connsiteY1473" fmla="*/ 1948162 h 3047670"/>
              <a:gd name="connsiteX1474" fmla="*/ 1210801 w 3044273"/>
              <a:gd name="connsiteY1474" fmla="*/ 1946403 h 3047670"/>
              <a:gd name="connsiteX1475" fmla="*/ 1211052 w 3044273"/>
              <a:gd name="connsiteY1475" fmla="*/ 1946655 h 3047670"/>
              <a:gd name="connsiteX1476" fmla="*/ 1210801 w 3044273"/>
              <a:gd name="connsiteY1476" fmla="*/ 1946906 h 3047670"/>
              <a:gd name="connsiteX1477" fmla="*/ 1210550 w 3044273"/>
              <a:gd name="connsiteY1477" fmla="*/ 1946655 h 3047670"/>
              <a:gd name="connsiteX1478" fmla="*/ 1210801 w 3044273"/>
              <a:gd name="connsiteY1478" fmla="*/ 1946403 h 3047670"/>
              <a:gd name="connsiteX1479" fmla="*/ 2798574 w 3044273"/>
              <a:gd name="connsiteY1479" fmla="*/ 1945022 h 3047670"/>
              <a:gd name="connsiteX1480" fmla="*/ 2815280 w 3044273"/>
              <a:gd name="connsiteY1480" fmla="*/ 1961603 h 3047670"/>
              <a:gd name="connsiteX1481" fmla="*/ 2798699 w 3044273"/>
              <a:gd name="connsiteY1481" fmla="*/ 1978310 h 3047670"/>
              <a:gd name="connsiteX1482" fmla="*/ 2781992 w 3044273"/>
              <a:gd name="connsiteY1482" fmla="*/ 1961729 h 3047670"/>
              <a:gd name="connsiteX1483" fmla="*/ 2798574 w 3044273"/>
              <a:gd name="connsiteY1483" fmla="*/ 1945022 h 3047670"/>
              <a:gd name="connsiteX1484" fmla="*/ 1835861 w 3044273"/>
              <a:gd name="connsiteY1484" fmla="*/ 1944143 h 3047670"/>
              <a:gd name="connsiteX1485" fmla="*/ 1836113 w 3044273"/>
              <a:gd name="connsiteY1485" fmla="*/ 1944394 h 3047670"/>
              <a:gd name="connsiteX1486" fmla="*/ 1835861 w 3044273"/>
              <a:gd name="connsiteY1486" fmla="*/ 1944645 h 3047670"/>
              <a:gd name="connsiteX1487" fmla="*/ 1835610 w 3044273"/>
              <a:gd name="connsiteY1487" fmla="*/ 1944394 h 3047670"/>
              <a:gd name="connsiteX1488" fmla="*/ 1835861 w 3044273"/>
              <a:gd name="connsiteY1488" fmla="*/ 1944143 h 3047670"/>
              <a:gd name="connsiteX1489" fmla="*/ 649680 w 3044273"/>
              <a:gd name="connsiteY1489" fmla="*/ 1943388 h 3047670"/>
              <a:gd name="connsiteX1490" fmla="*/ 670783 w 3044273"/>
              <a:gd name="connsiteY1490" fmla="*/ 1964366 h 3047670"/>
              <a:gd name="connsiteX1491" fmla="*/ 649805 w 3044273"/>
              <a:gd name="connsiteY1491" fmla="*/ 1985468 h 3047670"/>
              <a:gd name="connsiteX1492" fmla="*/ 628702 w 3044273"/>
              <a:gd name="connsiteY1492" fmla="*/ 1964491 h 3047670"/>
              <a:gd name="connsiteX1493" fmla="*/ 649680 w 3044273"/>
              <a:gd name="connsiteY1493" fmla="*/ 1943388 h 3047670"/>
              <a:gd name="connsiteX1494" fmla="*/ 1077523 w 3044273"/>
              <a:gd name="connsiteY1494" fmla="*/ 1939871 h 3047670"/>
              <a:gd name="connsiteX1495" fmla="*/ 1082422 w 3044273"/>
              <a:gd name="connsiteY1495" fmla="*/ 1944771 h 3047670"/>
              <a:gd name="connsiteX1496" fmla="*/ 1077650 w 3044273"/>
              <a:gd name="connsiteY1496" fmla="*/ 1949671 h 3047670"/>
              <a:gd name="connsiteX1497" fmla="*/ 1072751 w 3044273"/>
              <a:gd name="connsiteY1497" fmla="*/ 1944896 h 3047670"/>
              <a:gd name="connsiteX1498" fmla="*/ 1077523 w 3044273"/>
              <a:gd name="connsiteY1498" fmla="*/ 1939871 h 3047670"/>
              <a:gd name="connsiteX1499" fmla="*/ 1969012 w 3044273"/>
              <a:gd name="connsiteY1499" fmla="*/ 1936229 h 3047670"/>
              <a:gd name="connsiteX1500" fmla="*/ 1974289 w 3044273"/>
              <a:gd name="connsiteY1500" fmla="*/ 1941504 h 3047670"/>
              <a:gd name="connsiteX1501" fmla="*/ 1969012 w 3044273"/>
              <a:gd name="connsiteY1501" fmla="*/ 1946906 h 3047670"/>
              <a:gd name="connsiteX1502" fmla="*/ 1963737 w 3044273"/>
              <a:gd name="connsiteY1502" fmla="*/ 1941631 h 3047670"/>
              <a:gd name="connsiteX1503" fmla="*/ 1969012 w 3044273"/>
              <a:gd name="connsiteY1503" fmla="*/ 1936229 h 3047670"/>
              <a:gd name="connsiteX1504" fmla="*/ 2396984 w 3044273"/>
              <a:gd name="connsiteY1504" fmla="*/ 1931456 h 3047670"/>
              <a:gd name="connsiteX1505" fmla="*/ 2423615 w 3044273"/>
              <a:gd name="connsiteY1505" fmla="*/ 1957961 h 3047670"/>
              <a:gd name="connsiteX1506" fmla="*/ 2397109 w 3044273"/>
              <a:gd name="connsiteY1506" fmla="*/ 1984591 h 3047670"/>
              <a:gd name="connsiteX1507" fmla="*/ 2370478 w 3044273"/>
              <a:gd name="connsiteY1507" fmla="*/ 1958086 h 3047670"/>
              <a:gd name="connsiteX1508" fmla="*/ 2396984 w 3044273"/>
              <a:gd name="connsiteY1508" fmla="*/ 1931456 h 3047670"/>
              <a:gd name="connsiteX1509" fmla="*/ 2902584 w 3044273"/>
              <a:gd name="connsiteY1509" fmla="*/ 1930953 h 3047670"/>
              <a:gd name="connsiteX1510" fmla="*/ 2913010 w 3044273"/>
              <a:gd name="connsiteY1510" fmla="*/ 1941379 h 3047670"/>
              <a:gd name="connsiteX1511" fmla="*/ 2902710 w 3044273"/>
              <a:gd name="connsiteY1511" fmla="*/ 1951805 h 3047670"/>
              <a:gd name="connsiteX1512" fmla="*/ 2892283 w 3044273"/>
              <a:gd name="connsiteY1512" fmla="*/ 1941379 h 3047670"/>
              <a:gd name="connsiteX1513" fmla="*/ 2902584 w 3044273"/>
              <a:gd name="connsiteY1513" fmla="*/ 1930953 h 3047670"/>
              <a:gd name="connsiteX1514" fmla="*/ 540395 w 3044273"/>
              <a:gd name="connsiteY1514" fmla="*/ 1930701 h 3047670"/>
              <a:gd name="connsiteX1515" fmla="*/ 556349 w 3044273"/>
              <a:gd name="connsiteY1515" fmla="*/ 1946530 h 3047670"/>
              <a:gd name="connsiteX1516" fmla="*/ 540395 w 3044273"/>
              <a:gd name="connsiteY1516" fmla="*/ 1962482 h 3047670"/>
              <a:gd name="connsiteX1517" fmla="*/ 524441 w 3044273"/>
              <a:gd name="connsiteY1517" fmla="*/ 1946655 h 3047670"/>
              <a:gd name="connsiteX1518" fmla="*/ 540395 w 3044273"/>
              <a:gd name="connsiteY1518" fmla="*/ 1930701 h 3047670"/>
              <a:gd name="connsiteX1519" fmla="*/ 954546 w 3044273"/>
              <a:gd name="connsiteY1519" fmla="*/ 1922661 h 3047670"/>
              <a:gd name="connsiteX1520" fmla="*/ 966731 w 3044273"/>
              <a:gd name="connsiteY1520" fmla="*/ 1934720 h 3047670"/>
              <a:gd name="connsiteX1521" fmla="*/ 954546 w 3044273"/>
              <a:gd name="connsiteY1521" fmla="*/ 1946905 h 3047670"/>
              <a:gd name="connsiteX1522" fmla="*/ 942362 w 3044273"/>
              <a:gd name="connsiteY1522" fmla="*/ 1934720 h 3047670"/>
              <a:gd name="connsiteX1523" fmla="*/ 954546 w 3044273"/>
              <a:gd name="connsiteY1523" fmla="*/ 1922661 h 3047670"/>
              <a:gd name="connsiteX1524" fmla="*/ 433747 w 3044273"/>
              <a:gd name="connsiteY1524" fmla="*/ 1921657 h 3047670"/>
              <a:gd name="connsiteX1525" fmla="*/ 439902 w 3044273"/>
              <a:gd name="connsiteY1525" fmla="*/ 1927812 h 3047670"/>
              <a:gd name="connsiteX1526" fmla="*/ 433747 w 3044273"/>
              <a:gd name="connsiteY1526" fmla="*/ 1933968 h 3047670"/>
              <a:gd name="connsiteX1527" fmla="*/ 427466 w 3044273"/>
              <a:gd name="connsiteY1527" fmla="*/ 1927812 h 3047670"/>
              <a:gd name="connsiteX1528" fmla="*/ 433747 w 3044273"/>
              <a:gd name="connsiteY1528" fmla="*/ 1921657 h 3047670"/>
              <a:gd name="connsiteX1529" fmla="*/ 3005208 w 3044273"/>
              <a:gd name="connsiteY1529" fmla="*/ 1917512 h 3047670"/>
              <a:gd name="connsiteX1530" fmla="*/ 3008601 w 3044273"/>
              <a:gd name="connsiteY1530" fmla="*/ 1920778 h 3047670"/>
              <a:gd name="connsiteX1531" fmla="*/ 3005334 w 3044273"/>
              <a:gd name="connsiteY1531" fmla="*/ 1924045 h 3047670"/>
              <a:gd name="connsiteX1532" fmla="*/ 3002068 w 3044273"/>
              <a:gd name="connsiteY1532" fmla="*/ 1920778 h 3047670"/>
              <a:gd name="connsiteX1533" fmla="*/ 3005208 w 3044273"/>
              <a:gd name="connsiteY1533" fmla="*/ 1917512 h 3047670"/>
              <a:gd name="connsiteX1534" fmla="*/ 2091990 w 3044273"/>
              <a:gd name="connsiteY1534" fmla="*/ 1916381 h 3047670"/>
              <a:gd name="connsiteX1535" fmla="*/ 2106186 w 3044273"/>
              <a:gd name="connsiteY1535" fmla="*/ 1930450 h 3047670"/>
              <a:gd name="connsiteX1536" fmla="*/ 2092117 w 3044273"/>
              <a:gd name="connsiteY1536" fmla="*/ 1944646 h 3047670"/>
              <a:gd name="connsiteX1537" fmla="*/ 2077922 w 3044273"/>
              <a:gd name="connsiteY1537" fmla="*/ 1930577 h 3047670"/>
              <a:gd name="connsiteX1538" fmla="*/ 2091990 w 3044273"/>
              <a:gd name="connsiteY1538" fmla="*/ 1916381 h 3047670"/>
              <a:gd name="connsiteX1539" fmla="*/ 2506142 w 3044273"/>
              <a:gd name="connsiteY1539" fmla="*/ 1915754 h 3047670"/>
              <a:gd name="connsiteX1540" fmla="*/ 2529883 w 3044273"/>
              <a:gd name="connsiteY1540" fmla="*/ 1939370 h 3047670"/>
              <a:gd name="connsiteX1541" fmla="*/ 2506267 w 3044273"/>
              <a:gd name="connsiteY1541" fmla="*/ 1963111 h 3047670"/>
              <a:gd name="connsiteX1542" fmla="*/ 2482526 w 3044273"/>
              <a:gd name="connsiteY1542" fmla="*/ 1939495 h 3047670"/>
              <a:gd name="connsiteX1543" fmla="*/ 2506142 w 3044273"/>
              <a:gd name="connsiteY1543" fmla="*/ 1915754 h 3047670"/>
              <a:gd name="connsiteX1544" fmla="*/ 329111 w 3044273"/>
              <a:gd name="connsiteY1544" fmla="*/ 1904574 h 3047670"/>
              <a:gd name="connsiteX1545" fmla="*/ 332879 w 3044273"/>
              <a:gd name="connsiteY1545" fmla="*/ 1908343 h 3047670"/>
              <a:gd name="connsiteX1546" fmla="*/ 329111 w 3044273"/>
              <a:gd name="connsiteY1546" fmla="*/ 1912111 h 3047670"/>
              <a:gd name="connsiteX1547" fmla="*/ 325342 w 3044273"/>
              <a:gd name="connsiteY1547" fmla="*/ 1908343 h 3047670"/>
              <a:gd name="connsiteX1548" fmla="*/ 329111 w 3044273"/>
              <a:gd name="connsiteY1548" fmla="*/ 1904574 h 3047670"/>
              <a:gd name="connsiteX1549" fmla="*/ 838352 w 3044273"/>
              <a:gd name="connsiteY1549" fmla="*/ 1900177 h 3047670"/>
              <a:gd name="connsiteX1550" fmla="*/ 858325 w 3044273"/>
              <a:gd name="connsiteY1550" fmla="*/ 1920025 h 3047670"/>
              <a:gd name="connsiteX1551" fmla="*/ 838478 w 3044273"/>
              <a:gd name="connsiteY1551" fmla="*/ 1939997 h 3047670"/>
              <a:gd name="connsiteX1552" fmla="*/ 818505 w 3044273"/>
              <a:gd name="connsiteY1552" fmla="*/ 1920150 h 3047670"/>
              <a:gd name="connsiteX1553" fmla="*/ 838352 w 3044273"/>
              <a:gd name="connsiteY1553" fmla="*/ 1900177 h 3047670"/>
              <a:gd name="connsiteX1554" fmla="*/ 2612664 w 3044273"/>
              <a:gd name="connsiteY1554" fmla="*/ 1899172 h 3047670"/>
              <a:gd name="connsiteX1555" fmla="*/ 2633518 w 3044273"/>
              <a:gd name="connsiteY1555" fmla="*/ 1919898 h 3047670"/>
              <a:gd name="connsiteX1556" fmla="*/ 2612791 w 3044273"/>
              <a:gd name="connsiteY1556" fmla="*/ 1940751 h 3047670"/>
              <a:gd name="connsiteX1557" fmla="*/ 2591937 w 3044273"/>
              <a:gd name="connsiteY1557" fmla="*/ 1920025 h 3047670"/>
              <a:gd name="connsiteX1558" fmla="*/ 2612664 w 3044273"/>
              <a:gd name="connsiteY1558" fmla="*/ 1899172 h 3047670"/>
              <a:gd name="connsiteX1559" fmla="*/ 2207933 w 3044273"/>
              <a:gd name="connsiteY1559" fmla="*/ 1893520 h 3047670"/>
              <a:gd name="connsiteX1560" fmla="*/ 2229664 w 3044273"/>
              <a:gd name="connsiteY1560" fmla="*/ 1915126 h 3047670"/>
              <a:gd name="connsiteX1561" fmla="*/ 2208058 w 3044273"/>
              <a:gd name="connsiteY1561" fmla="*/ 1936857 h 3047670"/>
              <a:gd name="connsiteX1562" fmla="*/ 2186327 w 3044273"/>
              <a:gd name="connsiteY1562" fmla="*/ 1915251 h 3047670"/>
              <a:gd name="connsiteX1563" fmla="*/ 2207933 w 3044273"/>
              <a:gd name="connsiteY1563" fmla="*/ 1893520 h 3047670"/>
              <a:gd name="connsiteX1564" fmla="*/ 1151635 w 3044273"/>
              <a:gd name="connsiteY1564" fmla="*/ 1885103 h 3047670"/>
              <a:gd name="connsiteX1565" fmla="*/ 1151887 w 3044273"/>
              <a:gd name="connsiteY1565" fmla="*/ 1885354 h 3047670"/>
              <a:gd name="connsiteX1566" fmla="*/ 1151635 w 3044273"/>
              <a:gd name="connsiteY1566" fmla="*/ 1885605 h 3047670"/>
              <a:gd name="connsiteX1567" fmla="*/ 1151385 w 3044273"/>
              <a:gd name="connsiteY1567" fmla="*/ 1885354 h 3047670"/>
              <a:gd name="connsiteX1568" fmla="*/ 1151635 w 3044273"/>
              <a:gd name="connsiteY1568" fmla="*/ 1885103 h 3047670"/>
              <a:gd name="connsiteX1569" fmla="*/ 226232 w 3044273"/>
              <a:gd name="connsiteY1569" fmla="*/ 1885103 h 3047670"/>
              <a:gd name="connsiteX1570" fmla="*/ 229497 w 3044273"/>
              <a:gd name="connsiteY1570" fmla="*/ 1888368 h 3047670"/>
              <a:gd name="connsiteX1571" fmla="*/ 226232 w 3044273"/>
              <a:gd name="connsiteY1571" fmla="*/ 1891760 h 3047670"/>
              <a:gd name="connsiteX1572" fmla="*/ 222965 w 3044273"/>
              <a:gd name="connsiteY1572" fmla="*/ 1888495 h 3047670"/>
              <a:gd name="connsiteX1573" fmla="*/ 226232 w 3044273"/>
              <a:gd name="connsiteY1573" fmla="*/ 1885103 h 3047670"/>
              <a:gd name="connsiteX1574" fmla="*/ 1894525 w 3044273"/>
              <a:gd name="connsiteY1574" fmla="*/ 1882340 h 3047670"/>
              <a:gd name="connsiteX1575" fmla="*/ 1894776 w 3044273"/>
              <a:gd name="connsiteY1575" fmla="*/ 1882591 h 3047670"/>
              <a:gd name="connsiteX1576" fmla="*/ 1894525 w 3044273"/>
              <a:gd name="connsiteY1576" fmla="*/ 1882842 h 3047670"/>
              <a:gd name="connsiteX1577" fmla="*/ 1894273 w 3044273"/>
              <a:gd name="connsiteY1577" fmla="*/ 1882591 h 3047670"/>
              <a:gd name="connsiteX1578" fmla="*/ 1894525 w 3044273"/>
              <a:gd name="connsiteY1578" fmla="*/ 1882340 h 3047670"/>
              <a:gd name="connsiteX1579" fmla="*/ 2717175 w 3044273"/>
              <a:gd name="connsiteY1579" fmla="*/ 1880330 h 3047670"/>
              <a:gd name="connsiteX1580" fmla="*/ 2736645 w 3044273"/>
              <a:gd name="connsiteY1580" fmla="*/ 1899674 h 3047670"/>
              <a:gd name="connsiteX1581" fmla="*/ 2717300 w 3044273"/>
              <a:gd name="connsiteY1581" fmla="*/ 1919270 h 3047670"/>
              <a:gd name="connsiteX1582" fmla="*/ 2697704 w 3044273"/>
              <a:gd name="connsiteY1582" fmla="*/ 1899801 h 3047670"/>
              <a:gd name="connsiteX1583" fmla="*/ 2717175 w 3044273"/>
              <a:gd name="connsiteY1583" fmla="*/ 1880330 h 3047670"/>
              <a:gd name="connsiteX1584" fmla="*/ 726931 w 3044273"/>
              <a:gd name="connsiteY1584" fmla="*/ 1878195 h 3047670"/>
              <a:gd name="connsiteX1585" fmla="*/ 752053 w 3044273"/>
              <a:gd name="connsiteY1585" fmla="*/ 1903066 h 3047670"/>
              <a:gd name="connsiteX1586" fmla="*/ 727183 w 3044273"/>
              <a:gd name="connsiteY1586" fmla="*/ 1928189 h 3047670"/>
              <a:gd name="connsiteX1587" fmla="*/ 702061 w 3044273"/>
              <a:gd name="connsiteY1587" fmla="*/ 1903192 h 3047670"/>
              <a:gd name="connsiteX1588" fmla="*/ 726931 w 3044273"/>
              <a:gd name="connsiteY1588" fmla="*/ 1878195 h 3047670"/>
              <a:gd name="connsiteX1589" fmla="*/ 2319226 w 3044273"/>
              <a:gd name="connsiteY1589" fmla="*/ 1872039 h 3047670"/>
              <a:gd name="connsiteX1590" fmla="*/ 2344474 w 3044273"/>
              <a:gd name="connsiteY1590" fmla="*/ 1897162 h 3047670"/>
              <a:gd name="connsiteX1591" fmla="*/ 2319351 w 3044273"/>
              <a:gd name="connsiteY1591" fmla="*/ 1922536 h 3047670"/>
              <a:gd name="connsiteX1592" fmla="*/ 2293978 w 3044273"/>
              <a:gd name="connsiteY1592" fmla="*/ 1897413 h 3047670"/>
              <a:gd name="connsiteX1593" fmla="*/ 2319226 w 3044273"/>
              <a:gd name="connsiteY1593" fmla="*/ 1872039 h 3047670"/>
              <a:gd name="connsiteX1594" fmla="*/ 1029413 w 3044273"/>
              <a:gd name="connsiteY1594" fmla="*/ 1871412 h 3047670"/>
              <a:gd name="connsiteX1595" fmla="*/ 1032554 w 3044273"/>
              <a:gd name="connsiteY1595" fmla="*/ 1874552 h 3047670"/>
              <a:gd name="connsiteX1596" fmla="*/ 1029413 w 3044273"/>
              <a:gd name="connsiteY1596" fmla="*/ 1877694 h 3047670"/>
              <a:gd name="connsiteX1597" fmla="*/ 1026273 w 3044273"/>
              <a:gd name="connsiteY1597" fmla="*/ 1874679 h 3047670"/>
              <a:gd name="connsiteX1598" fmla="*/ 1029413 w 3044273"/>
              <a:gd name="connsiteY1598" fmla="*/ 1871412 h 3047670"/>
              <a:gd name="connsiteX1599" fmla="*/ 2016745 w 3044273"/>
              <a:gd name="connsiteY1599" fmla="*/ 1869276 h 3047670"/>
              <a:gd name="connsiteX1600" fmla="*/ 2018505 w 3044273"/>
              <a:gd name="connsiteY1600" fmla="*/ 1871034 h 3047670"/>
              <a:gd name="connsiteX1601" fmla="*/ 2016745 w 3044273"/>
              <a:gd name="connsiteY1601" fmla="*/ 1872793 h 3047670"/>
              <a:gd name="connsiteX1602" fmla="*/ 2014987 w 3044273"/>
              <a:gd name="connsiteY1602" fmla="*/ 1871034 h 3047670"/>
              <a:gd name="connsiteX1603" fmla="*/ 2016745 w 3044273"/>
              <a:gd name="connsiteY1603" fmla="*/ 1869276 h 3047670"/>
              <a:gd name="connsiteX1604" fmla="*/ 124610 w 3044273"/>
              <a:gd name="connsiteY1604" fmla="*/ 1866512 h 3047670"/>
              <a:gd name="connsiteX1605" fmla="*/ 126368 w 3044273"/>
              <a:gd name="connsiteY1605" fmla="*/ 1868270 h 3047670"/>
              <a:gd name="connsiteX1606" fmla="*/ 124610 w 3044273"/>
              <a:gd name="connsiteY1606" fmla="*/ 1870029 h 3047670"/>
              <a:gd name="connsiteX1607" fmla="*/ 122851 w 3044273"/>
              <a:gd name="connsiteY1607" fmla="*/ 1868270 h 3047670"/>
              <a:gd name="connsiteX1608" fmla="*/ 124610 w 3044273"/>
              <a:gd name="connsiteY1608" fmla="*/ 1866512 h 3047670"/>
              <a:gd name="connsiteX1609" fmla="*/ 619406 w 3044273"/>
              <a:gd name="connsiteY1609" fmla="*/ 1865382 h 3047670"/>
              <a:gd name="connsiteX1610" fmla="*/ 638752 w 3044273"/>
              <a:gd name="connsiteY1610" fmla="*/ 1884601 h 3047670"/>
              <a:gd name="connsiteX1611" fmla="*/ 619533 w 3044273"/>
              <a:gd name="connsiteY1611" fmla="*/ 1903947 h 3047670"/>
              <a:gd name="connsiteX1612" fmla="*/ 600187 w 3044273"/>
              <a:gd name="connsiteY1612" fmla="*/ 1884727 h 3047670"/>
              <a:gd name="connsiteX1613" fmla="*/ 619406 w 3044273"/>
              <a:gd name="connsiteY1613" fmla="*/ 1865382 h 3047670"/>
              <a:gd name="connsiteX1614" fmla="*/ 2819803 w 3044273"/>
              <a:gd name="connsiteY1614" fmla="*/ 1865004 h 3047670"/>
              <a:gd name="connsiteX1615" fmla="*/ 2833997 w 3044273"/>
              <a:gd name="connsiteY1615" fmla="*/ 1879073 h 3047670"/>
              <a:gd name="connsiteX1616" fmla="*/ 2819928 w 3044273"/>
              <a:gd name="connsiteY1616" fmla="*/ 1893269 h 3047670"/>
              <a:gd name="connsiteX1617" fmla="*/ 2805734 w 3044273"/>
              <a:gd name="connsiteY1617" fmla="*/ 1879200 h 3047670"/>
              <a:gd name="connsiteX1618" fmla="*/ 2819803 w 3044273"/>
              <a:gd name="connsiteY1618" fmla="*/ 1865004 h 3047670"/>
              <a:gd name="connsiteX1619" fmla="*/ 2921300 w 3044273"/>
              <a:gd name="connsiteY1619" fmla="*/ 1853072 h 3047670"/>
              <a:gd name="connsiteX1620" fmla="*/ 2926449 w 3044273"/>
              <a:gd name="connsiteY1620" fmla="*/ 1858097 h 3047670"/>
              <a:gd name="connsiteX1621" fmla="*/ 2921300 w 3044273"/>
              <a:gd name="connsiteY1621" fmla="*/ 1863246 h 3047670"/>
              <a:gd name="connsiteX1622" fmla="*/ 2916275 w 3044273"/>
              <a:gd name="connsiteY1622" fmla="*/ 1858222 h 3047670"/>
              <a:gd name="connsiteX1623" fmla="*/ 2921300 w 3044273"/>
              <a:gd name="connsiteY1623" fmla="*/ 1853072 h 3047670"/>
              <a:gd name="connsiteX1624" fmla="*/ 514268 w 3044273"/>
              <a:gd name="connsiteY1624" fmla="*/ 1851815 h 3047670"/>
              <a:gd name="connsiteX1625" fmla="*/ 527834 w 3044273"/>
              <a:gd name="connsiteY1625" fmla="*/ 1865256 h 3047670"/>
              <a:gd name="connsiteX1626" fmla="*/ 514393 w 3044273"/>
              <a:gd name="connsiteY1626" fmla="*/ 1878821 h 3047670"/>
              <a:gd name="connsiteX1627" fmla="*/ 500827 w 3044273"/>
              <a:gd name="connsiteY1627" fmla="*/ 1865381 h 3047670"/>
              <a:gd name="connsiteX1628" fmla="*/ 514268 w 3044273"/>
              <a:gd name="connsiteY1628" fmla="*/ 1851815 h 3047670"/>
              <a:gd name="connsiteX1629" fmla="*/ 2426754 w 3044273"/>
              <a:gd name="connsiteY1629" fmla="*/ 1849931 h 3047670"/>
              <a:gd name="connsiteX1630" fmla="*/ 2454892 w 3044273"/>
              <a:gd name="connsiteY1630" fmla="*/ 1877944 h 3047670"/>
              <a:gd name="connsiteX1631" fmla="*/ 2426879 w 3044273"/>
              <a:gd name="connsiteY1631" fmla="*/ 1906206 h 3047670"/>
              <a:gd name="connsiteX1632" fmla="*/ 2398617 w 3044273"/>
              <a:gd name="connsiteY1632" fmla="*/ 1878194 h 3047670"/>
              <a:gd name="connsiteX1633" fmla="*/ 2426754 w 3044273"/>
              <a:gd name="connsiteY1633" fmla="*/ 1849931 h 3047670"/>
              <a:gd name="connsiteX1634" fmla="*/ 2131057 w 3044273"/>
              <a:gd name="connsiteY1634" fmla="*/ 1846917 h 3047670"/>
              <a:gd name="connsiteX1635" fmla="*/ 2138846 w 3044273"/>
              <a:gd name="connsiteY1635" fmla="*/ 1854705 h 3047670"/>
              <a:gd name="connsiteX1636" fmla="*/ 2131183 w 3044273"/>
              <a:gd name="connsiteY1636" fmla="*/ 1862493 h 3047670"/>
              <a:gd name="connsiteX1637" fmla="*/ 2123394 w 3044273"/>
              <a:gd name="connsiteY1637" fmla="*/ 1854831 h 3047670"/>
              <a:gd name="connsiteX1638" fmla="*/ 2131057 w 3044273"/>
              <a:gd name="connsiteY1638" fmla="*/ 1846917 h 3047670"/>
              <a:gd name="connsiteX1639" fmla="*/ 24117 w 3044273"/>
              <a:gd name="connsiteY1639" fmla="*/ 1846539 h 3047670"/>
              <a:gd name="connsiteX1640" fmla="*/ 25500 w 3044273"/>
              <a:gd name="connsiteY1640" fmla="*/ 1847921 h 3047670"/>
              <a:gd name="connsiteX1641" fmla="*/ 24117 w 3044273"/>
              <a:gd name="connsiteY1641" fmla="*/ 1849303 h 3047670"/>
              <a:gd name="connsiteX1642" fmla="*/ 22862 w 3044273"/>
              <a:gd name="connsiteY1642" fmla="*/ 1847921 h 3047670"/>
              <a:gd name="connsiteX1643" fmla="*/ 24117 w 3044273"/>
              <a:gd name="connsiteY1643" fmla="*/ 1846539 h 3047670"/>
              <a:gd name="connsiteX1644" fmla="*/ 914727 w 3044273"/>
              <a:gd name="connsiteY1644" fmla="*/ 1839254 h 3047670"/>
              <a:gd name="connsiteX1645" fmla="*/ 934699 w 3044273"/>
              <a:gd name="connsiteY1645" fmla="*/ 1859102 h 3047670"/>
              <a:gd name="connsiteX1646" fmla="*/ 914852 w 3044273"/>
              <a:gd name="connsiteY1646" fmla="*/ 1879074 h 3047670"/>
              <a:gd name="connsiteX1647" fmla="*/ 894879 w 3044273"/>
              <a:gd name="connsiteY1647" fmla="*/ 1859227 h 3047670"/>
              <a:gd name="connsiteX1648" fmla="*/ 914727 w 3044273"/>
              <a:gd name="connsiteY1648" fmla="*/ 1839254 h 3047670"/>
              <a:gd name="connsiteX1649" fmla="*/ 411263 w 3044273"/>
              <a:gd name="connsiteY1649" fmla="*/ 1837369 h 3047670"/>
              <a:gd name="connsiteX1650" fmla="*/ 419428 w 3044273"/>
              <a:gd name="connsiteY1650" fmla="*/ 1845534 h 3047670"/>
              <a:gd name="connsiteX1651" fmla="*/ 411263 w 3044273"/>
              <a:gd name="connsiteY1651" fmla="*/ 1853699 h 3047670"/>
              <a:gd name="connsiteX1652" fmla="*/ 403098 w 3044273"/>
              <a:gd name="connsiteY1652" fmla="*/ 1845534 h 3047670"/>
              <a:gd name="connsiteX1653" fmla="*/ 411263 w 3044273"/>
              <a:gd name="connsiteY1653" fmla="*/ 1837369 h 3047670"/>
              <a:gd name="connsiteX1654" fmla="*/ 3021790 w 3044273"/>
              <a:gd name="connsiteY1654" fmla="*/ 1835737 h 3047670"/>
              <a:gd name="connsiteX1655" fmla="*/ 3023173 w 3044273"/>
              <a:gd name="connsiteY1655" fmla="*/ 1836994 h 3047670"/>
              <a:gd name="connsiteX1656" fmla="*/ 3021790 w 3044273"/>
              <a:gd name="connsiteY1656" fmla="*/ 1838375 h 3047670"/>
              <a:gd name="connsiteX1657" fmla="*/ 3020408 w 3044273"/>
              <a:gd name="connsiteY1657" fmla="*/ 1836994 h 3047670"/>
              <a:gd name="connsiteX1658" fmla="*/ 3021790 w 3044273"/>
              <a:gd name="connsiteY1658" fmla="*/ 1835737 h 3047670"/>
              <a:gd name="connsiteX1659" fmla="*/ 2531517 w 3044273"/>
              <a:gd name="connsiteY1659" fmla="*/ 1835235 h 3047670"/>
              <a:gd name="connsiteX1660" fmla="*/ 2554380 w 3044273"/>
              <a:gd name="connsiteY1660" fmla="*/ 1857971 h 3047670"/>
              <a:gd name="connsiteX1661" fmla="*/ 2531642 w 3044273"/>
              <a:gd name="connsiteY1661" fmla="*/ 1880833 h 3047670"/>
              <a:gd name="connsiteX1662" fmla="*/ 2508781 w 3044273"/>
              <a:gd name="connsiteY1662" fmla="*/ 1858096 h 3047670"/>
              <a:gd name="connsiteX1663" fmla="*/ 2531517 w 3044273"/>
              <a:gd name="connsiteY1663" fmla="*/ 1835235 h 3047670"/>
              <a:gd name="connsiteX1664" fmla="*/ 309892 w 3044273"/>
              <a:gd name="connsiteY1664" fmla="*/ 1819783 h 3047670"/>
              <a:gd name="connsiteX1665" fmla="*/ 315419 w 3044273"/>
              <a:gd name="connsiteY1665" fmla="*/ 1825310 h 3047670"/>
              <a:gd name="connsiteX1666" fmla="*/ 309892 w 3044273"/>
              <a:gd name="connsiteY1666" fmla="*/ 1830837 h 3047670"/>
              <a:gd name="connsiteX1667" fmla="*/ 304365 w 3044273"/>
              <a:gd name="connsiteY1667" fmla="*/ 1825310 h 3047670"/>
              <a:gd name="connsiteX1668" fmla="*/ 309892 w 3044273"/>
              <a:gd name="connsiteY1668" fmla="*/ 1819783 h 3047670"/>
              <a:gd name="connsiteX1669" fmla="*/ 2240216 w 3044273"/>
              <a:gd name="connsiteY1669" fmla="*/ 1819532 h 3047670"/>
              <a:gd name="connsiteX1670" fmla="*/ 2257049 w 3044273"/>
              <a:gd name="connsiteY1670" fmla="*/ 1836239 h 3047670"/>
              <a:gd name="connsiteX1671" fmla="*/ 2240343 w 3044273"/>
              <a:gd name="connsiteY1671" fmla="*/ 1853072 h 3047670"/>
              <a:gd name="connsiteX1672" fmla="*/ 2223509 w 3044273"/>
              <a:gd name="connsiteY1672" fmla="*/ 1836365 h 3047670"/>
              <a:gd name="connsiteX1673" fmla="*/ 2240216 w 3044273"/>
              <a:gd name="connsiteY1673" fmla="*/ 1819532 h 3047670"/>
              <a:gd name="connsiteX1674" fmla="*/ 805316 w 3044273"/>
              <a:gd name="connsiteY1674" fmla="*/ 1816392 h 3047670"/>
              <a:gd name="connsiteX1675" fmla="*/ 830438 w 3044273"/>
              <a:gd name="connsiteY1675" fmla="*/ 1841263 h 3047670"/>
              <a:gd name="connsiteX1676" fmla="*/ 805568 w 3044273"/>
              <a:gd name="connsiteY1676" fmla="*/ 1866386 h 3047670"/>
              <a:gd name="connsiteX1677" fmla="*/ 780446 w 3044273"/>
              <a:gd name="connsiteY1677" fmla="*/ 1841515 h 3047670"/>
              <a:gd name="connsiteX1678" fmla="*/ 805316 w 3044273"/>
              <a:gd name="connsiteY1678" fmla="*/ 1816392 h 3047670"/>
              <a:gd name="connsiteX1679" fmla="*/ 2634397 w 3044273"/>
              <a:gd name="connsiteY1679" fmla="*/ 1815890 h 3047670"/>
              <a:gd name="connsiteX1680" fmla="*/ 2656128 w 3044273"/>
              <a:gd name="connsiteY1680" fmla="*/ 1837496 h 3047670"/>
              <a:gd name="connsiteX1681" fmla="*/ 2634522 w 3044273"/>
              <a:gd name="connsiteY1681" fmla="*/ 1859227 h 3047670"/>
              <a:gd name="connsiteX1682" fmla="*/ 2612791 w 3044273"/>
              <a:gd name="connsiteY1682" fmla="*/ 1837621 h 3047670"/>
              <a:gd name="connsiteX1683" fmla="*/ 2634397 w 3044273"/>
              <a:gd name="connsiteY1683" fmla="*/ 1815890 h 3047670"/>
              <a:gd name="connsiteX1684" fmla="*/ 1104532 w 3044273"/>
              <a:gd name="connsiteY1684" fmla="*/ 1811241 h 3047670"/>
              <a:gd name="connsiteX1685" fmla="*/ 1107673 w 3044273"/>
              <a:gd name="connsiteY1685" fmla="*/ 1814381 h 3047670"/>
              <a:gd name="connsiteX1686" fmla="*/ 1104532 w 3044273"/>
              <a:gd name="connsiteY1686" fmla="*/ 1817522 h 3047670"/>
              <a:gd name="connsiteX1687" fmla="*/ 1101392 w 3044273"/>
              <a:gd name="connsiteY1687" fmla="*/ 1814381 h 3047670"/>
              <a:gd name="connsiteX1688" fmla="*/ 1104532 w 3044273"/>
              <a:gd name="connsiteY1688" fmla="*/ 1811241 h 3047670"/>
              <a:gd name="connsiteX1689" fmla="*/ 1941253 w 3044273"/>
              <a:gd name="connsiteY1689" fmla="*/ 1811116 h 3047670"/>
              <a:gd name="connsiteX1690" fmla="*/ 1941505 w 3044273"/>
              <a:gd name="connsiteY1690" fmla="*/ 1811368 h 3047670"/>
              <a:gd name="connsiteX1691" fmla="*/ 1941253 w 3044273"/>
              <a:gd name="connsiteY1691" fmla="*/ 1811619 h 3047670"/>
              <a:gd name="connsiteX1692" fmla="*/ 1941002 w 3044273"/>
              <a:gd name="connsiteY1692" fmla="*/ 1811368 h 3047670"/>
              <a:gd name="connsiteX1693" fmla="*/ 1941253 w 3044273"/>
              <a:gd name="connsiteY1693" fmla="*/ 1811116 h 3047670"/>
              <a:gd name="connsiteX1694" fmla="*/ 209652 w 3044273"/>
              <a:gd name="connsiteY1694" fmla="*/ 1799937 h 3047670"/>
              <a:gd name="connsiteX1695" fmla="*/ 214551 w 3044273"/>
              <a:gd name="connsiteY1695" fmla="*/ 1804836 h 3047670"/>
              <a:gd name="connsiteX1696" fmla="*/ 209652 w 3044273"/>
              <a:gd name="connsiteY1696" fmla="*/ 1809735 h 3047670"/>
              <a:gd name="connsiteX1697" fmla="*/ 204753 w 3044273"/>
              <a:gd name="connsiteY1697" fmla="*/ 1804836 h 3047670"/>
              <a:gd name="connsiteX1698" fmla="*/ 209652 w 3044273"/>
              <a:gd name="connsiteY1698" fmla="*/ 1799937 h 3047670"/>
              <a:gd name="connsiteX1699" fmla="*/ 699547 w 3044273"/>
              <a:gd name="connsiteY1699" fmla="*/ 1798177 h 3047670"/>
              <a:gd name="connsiteX1700" fmla="*/ 723791 w 3044273"/>
              <a:gd name="connsiteY1700" fmla="*/ 1822170 h 3047670"/>
              <a:gd name="connsiteX1701" fmla="*/ 699798 w 3044273"/>
              <a:gd name="connsiteY1701" fmla="*/ 1846413 h 3047670"/>
              <a:gd name="connsiteX1702" fmla="*/ 675555 w 3044273"/>
              <a:gd name="connsiteY1702" fmla="*/ 1822421 h 3047670"/>
              <a:gd name="connsiteX1703" fmla="*/ 699547 w 3044273"/>
              <a:gd name="connsiteY1703" fmla="*/ 1798177 h 3047670"/>
              <a:gd name="connsiteX1704" fmla="*/ 2735641 w 3044273"/>
              <a:gd name="connsiteY1704" fmla="*/ 1796923 h 3047670"/>
              <a:gd name="connsiteX1705" fmla="*/ 2755487 w 3044273"/>
              <a:gd name="connsiteY1705" fmla="*/ 1816519 h 3047670"/>
              <a:gd name="connsiteX1706" fmla="*/ 2735892 w 3044273"/>
              <a:gd name="connsiteY1706" fmla="*/ 1836241 h 3047670"/>
              <a:gd name="connsiteX1707" fmla="*/ 2716171 w 3044273"/>
              <a:gd name="connsiteY1707" fmla="*/ 1816645 h 3047670"/>
              <a:gd name="connsiteX1708" fmla="*/ 2735641 w 3044273"/>
              <a:gd name="connsiteY1708" fmla="*/ 1796923 h 3047670"/>
              <a:gd name="connsiteX1709" fmla="*/ 2053553 w 3044273"/>
              <a:gd name="connsiteY1709" fmla="*/ 1793655 h 3047670"/>
              <a:gd name="connsiteX1710" fmla="*/ 2053930 w 3044273"/>
              <a:gd name="connsiteY1710" fmla="*/ 1794158 h 3047670"/>
              <a:gd name="connsiteX1711" fmla="*/ 2053553 w 3044273"/>
              <a:gd name="connsiteY1711" fmla="*/ 1794660 h 3047670"/>
              <a:gd name="connsiteX1712" fmla="*/ 2053050 w 3044273"/>
              <a:gd name="connsiteY1712" fmla="*/ 1794158 h 3047670"/>
              <a:gd name="connsiteX1713" fmla="*/ 2053553 w 3044273"/>
              <a:gd name="connsiteY1713" fmla="*/ 1793655 h 3047670"/>
              <a:gd name="connsiteX1714" fmla="*/ 2345982 w 3044273"/>
              <a:gd name="connsiteY1714" fmla="*/ 1788255 h 3047670"/>
              <a:gd name="connsiteX1715" fmla="*/ 2374247 w 3044273"/>
              <a:gd name="connsiteY1715" fmla="*/ 1816268 h 3047670"/>
              <a:gd name="connsiteX1716" fmla="*/ 2346234 w 3044273"/>
              <a:gd name="connsiteY1716" fmla="*/ 1844530 h 3047670"/>
              <a:gd name="connsiteX1717" fmla="*/ 2317972 w 3044273"/>
              <a:gd name="connsiteY1717" fmla="*/ 1816518 h 3047670"/>
              <a:gd name="connsiteX1718" fmla="*/ 2345982 w 3044273"/>
              <a:gd name="connsiteY1718" fmla="*/ 1788255 h 3047670"/>
              <a:gd name="connsiteX1719" fmla="*/ 991978 w 3044273"/>
              <a:gd name="connsiteY1719" fmla="*/ 1788255 h 3047670"/>
              <a:gd name="connsiteX1720" fmla="*/ 1001776 w 3044273"/>
              <a:gd name="connsiteY1720" fmla="*/ 1797927 h 3047670"/>
              <a:gd name="connsiteX1721" fmla="*/ 992105 w 3044273"/>
              <a:gd name="connsiteY1721" fmla="*/ 1807726 h 3047670"/>
              <a:gd name="connsiteX1722" fmla="*/ 982307 w 3044273"/>
              <a:gd name="connsiteY1722" fmla="*/ 1798052 h 3047670"/>
              <a:gd name="connsiteX1723" fmla="*/ 991978 w 3044273"/>
              <a:gd name="connsiteY1723" fmla="*/ 1788255 h 3047670"/>
              <a:gd name="connsiteX1724" fmla="*/ 110414 w 3044273"/>
              <a:gd name="connsiteY1724" fmla="*/ 1781596 h 3047670"/>
              <a:gd name="connsiteX1725" fmla="*/ 113052 w 3044273"/>
              <a:gd name="connsiteY1725" fmla="*/ 1784233 h 3047670"/>
              <a:gd name="connsiteX1726" fmla="*/ 110414 w 3044273"/>
              <a:gd name="connsiteY1726" fmla="*/ 1786870 h 3047670"/>
              <a:gd name="connsiteX1727" fmla="*/ 107777 w 3044273"/>
              <a:gd name="connsiteY1727" fmla="*/ 1784233 h 3047670"/>
              <a:gd name="connsiteX1728" fmla="*/ 110414 w 3044273"/>
              <a:gd name="connsiteY1728" fmla="*/ 1781596 h 3047670"/>
              <a:gd name="connsiteX1729" fmla="*/ 596293 w 3044273"/>
              <a:gd name="connsiteY1729" fmla="*/ 1780466 h 3047670"/>
              <a:gd name="connsiteX1730" fmla="*/ 618527 w 3044273"/>
              <a:gd name="connsiteY1730" fmla="*/ 1802449 h 3047670"/>
              <a:gd name="connsiteX1731" fmla="*/ 596544 w 3044273"/>
              <a:gd name="connsiteY1731" fmla="*/ 1824683 h 3047670"/>
              <a:gd name="connsiteX1732" fmla="*/ 574311 w 3044273"/>
              <a:gd name="connsiteY1732" fmla="*/ 1802700 h 3047670"/>
              <a:gd name="connsiteX1733" fmla="*/ 596293 w 3044273"/>
              <a:gd name="connsiteY1733" fmla="*/ 1780466 h 3047670"/>
              <a:gd name="connsiteX1734" fmla="*/ 2835757 w 3044273"/>
              <a:gd name="connsiteY1734" fmla="*/ 1778708 h 3047670"/>
              <a:gd name="connsiteX1735" fmla="*/ 2852464 w 3044273"/>
              <a:gd name="connsiteY1735" fmla="*/ 1795289 h 3047670"/>
              <a:gd name="connsiteX1736" fmla="*/ 2835882 w 3044273"/>
              <a:gd name="connsiteY1736" fmla="*/ 1811996 h 3047670"/>
              <a:gd name="connsiteX1737" fmla="*/ 2819301 w 3044273"/>
              <a:gd name="connsiteY1737" fmla="*/ 1795415 h 3047670"/>
              <a:gd name="connsiteX1738" fmla="*/ 2835757 w 3044273"/>
              <a:gd name="connsiteY1738" fmla="*/ 1778708 h 3047670"/>
              <a:gd name="connsiteX1739" fmla="*/ 2448988 w 3044273"/>
              <a:gd name="connsiteY1739" fmla="*/ 1767905 h 3047670"/>
              <a:gd name="connsiteX1740" fmla="*/ 2477000 w 3044273"/>
              <a:gd name="connsiteY1740" fmla="*/ 1795666 h 3047670"/>
              <a:gd name="connsiteX1741" fmla="*/ 2449239 w 3044273"/>
              <a:gd name="connsiteY1741" fmla="*/ 1823679 h 3047670"/>
              <a:gd name="connsiteX1742" fmla="*/ 2421228 w 3044273"/>
              <a:gd name="connsiteY1742" fmla="*/ 1795918 h 3047670"/>
              <a:gd name="connsiteX1743" fmla="*/ 2448988 w 3044273"/>
              <a:gd name="connsiteY1743" fmla="*/ 1767905 h 3047670"/>
              <a:gd name="connsiteX1744" fmla="*/ 2934991 w 3044273"/>
              <a:gd name="connsiteY1744" fmla="*/ 1767150 h 3047670"/>
              <a:gd name="connsiteX1745" fmla="*/ 2941900 w 3044273"/>
              <a:gd name="connsiteY1745" fmla="*/ 1773934 h 3047670"/>
              <a:gd name="connsiteX1746" fmla="*/ 2935118 w 3044273"/>
              <a:gd name="connsiteY1746" fmla="*/ 1780841 h 3047670"/>
              <a:gd name="connsiteX1747" fmla="*/ 2928208 w 3044273"/>
              <a:gd name="connsiteY1747" fmla="*/ 1774059 h 3047670"/>
              <a:gd name="connsiteX1748" fmla="*/ 2934991 w 3044273"/>
              <a:gd name="connsiteY1748" fmla="*/ 1767150 h 3047670"/>
              <a:gd name="connsiteX1749" fmla="*/ 495047 w 3044273"/>
              <a:gd name="connsiteY1749" fmla="*/ 1765517 h 3047670"/>
              <a:gd name="connsiteX1750" fmla="*/ 511880 w 3044273"/>
              <a:gd name="connsiteY1750" fmla="*/ 1782224 h 3047670"/>
              <a:gd name="connsiteX1751" fmla="*/ 495173 w 3044273"/>
              <a:gd name="connsiteY1751" fmla="*/ 1799057 h 3047670"/>
              <a:gd name="connsiteX1752" fmla="*/ 478340 w 3044273"/>
              <a:gd name="connsiteY1752" fmla="*/ 1782350 h 3047670"/>
              <a:gd name="connsiteX1753" fmla="*/ 495047 w 3044273"/>
              <a:gd name="connsiteY1753" fmla="*/ 1765517 h 3047670"/>
              <a:gd name="connsiteX1754" fmla="*/ 11932 w 3044273"/>
              <a:gd name="connsiteY1754" fmla="*/ 1762126 h 3047670"/>
              <a:gd name="connsiteX1755" fmla="*/ 13313 w 3044273"/>
              <a:gd name="connsiteY1755" fmla="*/ 1763508 h 3047670"/>
              <a:gd name="connsiteX1756" fmla="*/ 11932 w 3044273"/>
              <a:gd name="connsiteY1756" fmla="*/ 1764890 h 3047670"/>
              <a:gd name="connsiteX1757" fmla="*/ 10550 w 3044273"/>
              <a:gd name="connsiteY1757" fmla="*/ 1763508 h 3047670"/>
              <a:gd name="connsiteX1758" fmla="*/ 11932 w 3044273"/>
              <a:gd name="connsiteY1758" fmla="*/ 1762126 h 3047670"/>
              <a:gd name="connsiteX1759" fmla="*/ 2160324 w 3044273"/>
              <a:gd name="connsiteY1759" fmla="*/ 1761750 h 3047670"/>
              <a:gd name="connsiteX1760" fmla="*/ 2173388 w 3044273"/>
              <a:gd name="connsiteY1760" fmla="*/ 1774814 h 3047670"/>
              <a:gd name="connsiteX1761" fmla="*/ 2160324 w 3044273"/>
              <a:gd name="connsiteY1761" fmla="*/ 1787878 h 3047670"/>
              <a:gd name="connsiteX1762" fmla="*/ 2147260 w 3044273"/>
              <a:gd name="connsiteY1762" fmla="*/ 1774814 h 3047670"/>
              <a:gd name="connsiteX1763" fmla="*/ 2160324 w 3044273"/>
              <a:gd name="connsiteY1763" fmla="*/ 1761750 h 3047670"/>
              <a:gd name="connsiteX1764" fmla="*/ 884955 w 3044273"/>
              <a:gd name="connsiteY1764" fmla="*/ 1759866 h 3047670"/>
              <a:gd name="connsiteX1765" fmla="*/ 904550 w 3044273"/>
              <a:gd name="connsiteY1765" fmla="*/ 1779211 h 3047670"/>
              <a:gd name="connsiteX1766" fmla="*/ 885207 w 3044273"/>
              <a:gd name="connsiteY1766" fmla="*/ 1798808 h 3047670"/>
              <a:gd name="connsiteX1767" fmla="*/ 865611 w 3044273"/>
              <a:gd name="connsiteY1767" fmla="*/ 1779463 h 3047670"/>
              <a:gd name="connsiteX1768" fmla="*/ 884955 w 3044273"/>
              <a:gd name="connsiteY1768" fmla="*/ 1759866 h 3047670"/>
              <a:gd name="connsiteX1769" fmla="*/ 1180277 w 3044273"/>
              <a:gd name="connsiteY1769" fmla="*/ 1753710 h 3047670"/>
              <a:gd name="connsiteX1770" fmla="*/ 1180528 w 3044273"/>
              <a:gd name="connsiteY1770" fmla="*/ 1753962 h 3047670"/>
              <a:gd name="connsiteX1771" fmla="*/ 1180277 w 3044273"/>
              <a:gd name="connsiteY1771" fmla="*/ 1754212 h 3047670"/>
              <a:gd name="connsiteX1772" fmla="*/ 1180026 w 3044273"/>
              <a:gd name="connsiteY1772" fmla="*/ 1753962 h 3047670"/>
              <a:gd name="connsiteX1773" fmla="*/ 1180277 w 3044273"/>
              <a:gd name="connsiteY1773" fmla="*/ 1753710 h 3047670"/>
              <a:gd name="connsiteX1774" fmla="*/ 395184 w 3044273"/>
              <a:gd name="connsiteY1774" fmla="*/ 1750821 h 3047670"/>
              <a:gd name="connsiteX1775" fmla="*/ 406238 w 3044273"/>
              <a:gd name="connsiteY1775" fmla="*/ 1761875 h 3047670"/>
              <a:gd name="connsiteX1776" fmla="*/ 395184 w 3044273"/>
              <a:gd name="connsiteY1776" fmla="*/ 1772929 h 3047670"/>
              <a:gd name="connsiteX1777" fmla="*/ 384130 w 3044273"/>
              <a:gd name="connsiteY1777" fmla="*/ 1761875 h 3047670"/>
              <a:gd name="connsiteX1778" fmla="*/ 395184 w 3044273"/>
              <a:gd name="connsiteY1778" fmla="*/ 1750821 h 3047670"/>
              <a:gd name="connsiteX1779" fmla="*/ 2550108 w 3044273"/>
              <a:gd name="connsiteY1779" fmla="*/ 1750695 h 3047670"/>
              <a:gd name="connsiteX1780" fmla="*/ 2574351 w 3044273"/>
              <a:gd name="connsiteY1780" fmla="*/ 1774688 h 3047670"/>
              <a:gd name="connsiteX1781" fmla="*/ 2550359 w 3044273"/>
              <a:gd name="connsiteY1781" fmla="*/ 1798931 h 3047670"/>
              <a:gd name="connsiteX1782" fmla="*/ 2526115 w 3044273"/>
              <a:gd name="connsiteY1782" fmla="*/ 1774939 h 3047670"/>
              <a:gd name="connsiteX1783" fmla="*/ 2550108 w 3044273"/>
              <a:gd name="connsiteY1783" fmla="*/ 1750695 h 3047670"/>
              <a:gd name="connsiteX1784" fmla="*/ 3033348 w 3044273"/>
              <a:gd name="connsiteY1784" fmla="*/ 1750570 h 3047670"/>
              <a:gd name="connsiteX1785" fmla="*/ 3035358 w 3044273"/>
              <a:gd name="connsiteY1785" fmla="*/ 1752580 h 3047670"/>
              <a:gd name="connsiteX1786" fmla="*/ 3033348 w 3044273"/>
              <a:gd name="connsiteY1786" fmla="*/ 1754590 h 3047670"/>
              <a:gd name="connsiteX1787" fmla="*/ 3031338 w 3044273"/>
              <a:gd name="connsiteY1787" fmla="*/ 1752580 h 3047670"/>
              <a:gd name="connsiteX1788" fmla="*/ 3033348 w 3044273"/>
              <a:gd name="connsiteY1788" fmla="*/ 1750570 h 3047670"/>
              <a:gd name="connsiteX1789" fmla="*/ 781324 w 3044273"/>
              <a:gd name="connsiteY1789" fmla="*/ 1734366 h 3047670"/>
              <a:gd name="connsiteX1790" fmla="*/ 806697 w 3044273"/>
              <a:gd name="connsiteY1790" fmla="*/ 1759489 h 3047670"/>
              <a:gd name="connsiteX1791" fmla="*/ 781574 w 3044273"/>
              <a:gd name="connsiteY1791" fmla="*/ 1784862 h 3047670"/>
              <a:gd name="connsiteX1792" fmla="*/ 756326 w 3044273"/>
              <a:gd name="connsiteY1792" fmla="*/ 1759739 h 3047670"/>
              <a:gd name="connsiteX1793" fmla="*/ 781324 w 3044273"/>
              <a:gd name="connsiteY1793" fmla="*/ 1734366 h 3047670"/>
              <a:gd name="connsiteX1794" fmla="*/ 1070741 w 3044273"/>
              <a:gd name="connsiteY1794" fmla="*/ 1733360 h 3047670"/>
              <a:gd name="connsiteX1795" fmla="*/ 1073630 w 3044273"/>
              <a:gd name="connsiteY1795" fmla="*/ 1736250 h 3047670"/>
              <a:gd name="connsiteX1796" fmla="*/ 1070741 w 3044273"/>
              <a:gd name="connsiteY1796" fmla="*/ 1739138 h 3047670"/>
              <a:gd name="connsiteX1797" fmla="*/ 1067852 w 3044273"/>
              <a:gd name="connsiteY1797" fmla="*/ 1736250 h 3047670"/>
              <a:gd name="connsiteX1798" fmla="*/ 1070741 w 3044273"/>
              <a:gd name="connsiteY1798" fmla="*/ 1733360 h 3047670"/>
              <a:gd name="connsiteX1799" fmla="*/ 296325 w 3044273"/>
              <a:gd name="connsiteY1799" fmla="*/ 1733235 h 3047670"/>
              <a:gd name="connsiteX1800" fmla="*/ 304114 w 3044273"/>
              <a:gd name="connsiteY1800" fmla="*/ 1741024 h 3047670"/>
              <a:gd name="connsiteX1801" fmla="*/ 296452 w 3044273"/>
              <a:gd name="connsiteY1801" fmla="*/ 1748811 h 3047670"/>
              <a:gd name="connsiteX1802" fmla="*/ 288663 w 3044273"/>
              <a:gd name="connsiteY1802" fmla="*/ 1741149 h 3047670"/>
              <a:gd name="connsiteX1803" fmla="*/ 296325 w 3044273"/>
              <a:gd name="connsiteY1803" fmla="*/ 1733235 h 3047670"/>
              <a:gd name="connsiteX1804" fmla="*/ 1974415 w 3044273"/>
              <a:gd name="connsiteY1804" fmla="*/ 1732606 h 3047670"/>
              <a:gd name="connsiteX1805" fmla="*/ 1974917 w 3044273"/>
              <a:gd name="connsiteY1805" fmla="*/ 1732983 h 3047670"/>
              <a:gd name="connsiteX1806" fmla="*/ 1974415 w 3044273"/>
              <a:gd name="connsiteY1806" fmla="*/ 1733486 h 3047670"/>
              <a:gd name="connsiteX1807" fmla="*/ 1973912 w 3044273"/>
              <a:gd name="connsiteY1807" fmla="*/ 1732983 h 3047670"/>
              <a:gd name="connsiteX1808" fmla="*/ 1974415 w 3044273"/>
              <a:gd name="connsiteY1808" fmla="*/ 1732606 h 3047670"/>
              <a:gd name="connsiteX1809" fmla="*/ 2263580 w 3044273"/>
              <a:gd name="connsiteY1809" fmla="*/ 1730973 h 3047670"/>
              <a:gd name="connsiteX1810" fmla="*/ 2286944 w 3044273"/>
              <a:gd name="connsiteY1810" fmla="*/ 1754087 h 3047670"/>
              <a:gd name="connsiteX1811" fmla="*/ 2263831 w 3044273"/>
              <a:gd name="connsiteY1811" fmla="*/ 1777452 h 3047670"/>
              <a:gd name="connsiteX1812" fmla="*/ 2240468 w 3044273"/>
              <a:gd name="connsiteY1812" fmla="*/ 1754338 h 3047670"/>
              <a:gd name="connsiteX1813" fmla="*/ 2263580 w 3044273"/>
              <a:gd name="connsiteY1813" fmla="*/ 1730973 h 3047670"/>
              <a:gd name="connsiteX1814" fmla="*/ 2649971 w 3044273"/>
              <a:gd name="connsiteY1814" fmla="*/ 1730848 h 3047670"/>
              <a:gd name="connsiteX1815" fmla="*/ 2672834 w 3044273"/>
              <a:gd name="connsiteY1815" fmla="*/ 1753584 h 3047670"/>
              <a:gd name="connsiteX1816" fmla="*/ 2650098 w 3044273"/>
              <a:gd name="connsiteY1816" fmla="*/ 1776446 h 3047670"/>
              <a:gd name="connsiteX1817" fmla="*/ 2627235 w 3044273"/>
              <a:gd name="connsiteY1817" fmla="*/ 1753711 h 3047670"/>
              <a:gd name="connsiteX1818" fmla="*/ 2649971 w 3044273"/>
              <a:gd name="connsiteY1818" fmla="*/ 1730848 h 3047670"/>
              <a:gd name="connsiteX1819" fmla="*/ 198346 w 3044273"/>
              <a:gd name="connsiteY1819" fmla="*/ 1715397 h 3047670"/>
              <a:gd name="connsiteX1820" fmla="*/ 203244 w 3044273"/>
              <a:gd name="connsiteY1820" fmla="*/ 1720296 h 3047670"/>
              <a:gd name="connsiteX1821" fmla="*/ 198471 w 3044273"/>
              <a:gd name="connsiteY1821" fmla="*/ 1725194 h 3047670"/>
              <a:gd name="connsiteX1822" fmla="*/ 193572 w 3044273"/>
              <a:gd name="connsiteY1822" fmla="*/ 1720296 h 3047670"/>
              <a:gd name="connsiteX1823" fmla="*/ 198346 w 3044273"/>
              <a:gd name="connsiteY1823" fmla="*/ 1715397 h 3047670"/>
              <a:gd name="connsiteX1824" fmla="*/ 680330 w 3044273"/>
              <a:gd name="connsiteY1824" fmla="*/ 1713136 h 3047670"/>
              <a:gd name="connsiteX1825" fmla="*/ 706583 w 3044273"/>
              <a:gd name="connsiteY1825" fmla="*/ 1739137 h 3047670"/>
              <a:gd name="connsiteX1826" fmla="*/ 680580 w 3044273"/>
              <a:gd name="connsiteY1826" fmla="*/ 1765391 h 3047670"/>
              <a:gd name="connsiteX1827" fmla="*/ 654327 w 3044273"/>
              <a:gd name="connsiteY1827" fmla="*/ 1739389 h 3047670"/>
              <a:gd name="connsiteX1828" fmla="*/ 680330 w 3044273"/>
              <a:gd name="connsiteY1828" fmla="*/ 1713136 h 3047670"/>
              <a:gd name="connsiteX1829" fmla="*/ 2748578 w 3044273"/>
              <a:gd name="connsiteY1829" fmla="*/ 1710876 h 3047670"/>
              <a:gd name="connsiteX1830" fmla="*/ 2770184 w 3044273"/>
              <a:gd name="connsiteY1830" fmla="*/ 1732230 h 3047670"/>
              <a:gd name="connsiteX1831" fmla="*/ 2748830 w 3044273"/>
              <a:gd name="connsiteY1831" fmla="*/ 1753711 h 3047670"/>
              <a:gd name="connsiteX1832" fmla="*/ 2727224 w 3044273"/>
              <a:gd name="connsiteY1832" fmla="*/ 1732357 h 3047670"/>
              <a:gd name="connsiteX1833" fmla="*/ 2748578 w 3044273"/>
              <a:gd name="connsiteY1833" fmla="*/ 1710876 h 3047670"/>
              <a:gd name="connsiteX1834" fmla="*/ 2078046 w 3044273"/>
              <a:gd name="connsiteY1834" fmla="*/ 1708364 h 3047670"/>
              <a:gd name="connsiteX1835" fmla="*/ 2082318 w 3044273"/>
              <a:gd name="connsiteY1835" fmla="*/ 1712509 h 3047670"/>
              <a:gd name="connsiteX1836" fmla="*/ 2078172 w 3044273"/>
              <a:gd name="connsiteY1836" fmla="*/ 1716781 h 3047670"/>
              <a:gd name="connsiteX1837" fmla="*/ 2074027 w 3044273"/>
              <a:gd name="connsiteY1837" fmla="*/ 1712635 h 3047670"/>
              <a:gd name="connsiteX1838" fmla="*/ 2078046 w 3044273"/>
              <a:gd name="connsiteY1838" fmla="*/ 1708364 h 3047670"/>
              <a:gd name="connsiteX1839" fmla="*/ 966606 w 3044273"/>
              <a:gd name="connsiteY1839" fmla="*/ 1706856 h 3047670"/>
              <a:gd name="connsiteX1840" fmla="*/ 976404 w 3044273"/>
              <a:gd name="connsiteY1840" fmla="*/ 1716527 h 3047670"/>
              <a:gd name="connsiteX1841" fmla="*/ 966731 w 3044273"/>
              <a:gd name="connsiteY1841" fmla="*/ 1726325 h 3047670"/>
              <a:gd name="connsiteX1842" fmla="*/ 956934 w 3044273"/>
              <a:gd name="connsiteY1842" fmla="*/ 1716653 h 3047670"/>
              <a:gd name="connsiteX1843" fmla="*/ 966606 w 3044273"/>
              <a:gd name="connsiteY1843" fmla="*/ 1706856 h 3047670"/>
              <a:gd name="connsiteX1844" fmla="*/ 2364575 w 3044273"/>
              <a:gd name="connsiteY1844" fmla="*/ 1704469 h 3047670"/>
              <a:gd name="connsiteX1845" fmla="*/ 2393465 w 3044273"/>
              <a:gd name="connsiteY1845" fmla="*/ 1733109 h 3047670"/>
              <a:gd name="connsiteX1846" fmla="*/ 2364825 w 3044273"/>
              <a:gd name="connsiteY1846" fmla="*/ 1762000 h 3047670"/>
              <a:gd name="connsiteX1847" fmla="*/ 2335935 w 3044273"/>
              <a:gd name="connsiteY1847" fmla="*/ 1733360 h 3047670"/>
              <a:gd name="connsiteX1848" fmla="*/ 2364575 w 3044273"/>
              <a:gd name="connsiteY1848" fmla="*/ 1704469 h 3047670"/>
              <a:gd name="connsiteX1849" fmla="*/ 580843 w 3044273"/>
              <a:gd name="connsiteY1849" fmla="*/ 1696680 h 3047670"/>
              <a:gd name="connsiteX1850" fmla="*/ 603077 w 3044273"/>
              <a:gd name="connsiteY1850" fmla="*/ 1718662 h 3047670"/>
              <a:gd name="connsiteX1851" fmla="*/ 580968 w 3044273"/>
              <a:gd name="connsiteY1851" fmla="*/ 1740895 h 3047670"/>
              <a:gd name="connsiteX1852" fmla="*/ 558735 w 3044273"/>
              <a:gd name="connsiteY1852" fmla="*/ 1718788 h 3047670"/>
              <a:gd name="connsiteX1853" fmla="*/ 580843 w 3044273"/>
              <a:gd name="connsiteY1853" fmla="*/ 1696680 h 3047670"/>
              <a:gd name="connsiteX1854" fmla="*/ 101243 w 3044273"/>
              <a:gd name="connsiteY1854" fmla="*/ 1695425 h 3047670"/>
              <a:gd name="connsiteX1855" fmla="*/ 105263 w 3044273"/>
              <a:gd name="connsiteY1855" fmla="*/ 1699445 h 3047670"/>
              <a:gd name="connsiteX1856" fmla="*/ 101243 w 3044273"/>
              <a:gd name="connsiteY1856" fmla="*/ 1703464 h 3047670"/>
              <a:gd name="connsiteX1857" fmla="*/ 97224 w 3044273"/>
              <a:gd name="connsiteY1857" fmla="*/ 1699445 h 3047670"/>
              <a:gd name="connsiteX1858" fmla="*/ 101243 w 3044273"/>
              <a:gd name="connsiteY1858" fmla="*/ 1695425 h 3047670"/>
              <a:gd name="connsiteX1859" fmla="*/ 2846435 w 3044273"/>
              <a:gd name="connsiteY1859" fmla="*/ 1694043 h 3047670"/>
              <a:gd name="connsiteX1860" fmla="*/ 2863142 w 3044273"/>
              <a:gd name="connsiteY1860" fmla="*/ 1710624 h 3047670"/>
              <a:gd name="connsiteX1861" fmla="*/ 2846560 w 3044273"/>
              <a:gd name="connsiteY1861" fmla="*/ 1727331 h 3047670"/>
              <a:gd name="connsiteX1862" fmla="*/ 2829979 w 3044273"/>
              <a:gd name="connsiteY1862" fmla="*/ 1710750 h 3047670"/>
              <a:gd name="connsiteX1863" fmla="*/ 2846435 w 3044273"/>
              <a:gd name="connsiteY1863" fmla="*/ 1694043 h 3047670"/>
              <a:gd name="connsiteX1864" fmla="*/ 2463935 w 3044273"/>
              <a:gd name="connsiteY1864" fmla="*/ 1683993 h 3047670"/>
              <a:gd name="connsiteX1865" fmla="*/ 2491947 w 3044273"/>
              <a:gd name="connsiteY1865" fmla="*/ 1711754 h 3047670"/>
              <a:gd name="connsiteX1866" fmla="*/ 2464186 w 3044273"/>
              <a:gd name="connsiteY1866" fmla="*/ 1739766 h 3047670"/>
              <a:gd name="connsiteX1867" fmla="*/ 2436175 w 3044273"/>
              <a:gd name="connsiteY1867" fmla="*/ 1712004 h 3047670"/>
              <a:gd name="connsiteX1868" fmla="*/ 2463935 w 3044273"/>
              <a:gd name="connsiteY1868" fmla="*/ 1683993 h 3047670"/>
              <a:gd name="connsiteX1869" fmla="*/ 2178916 w 3044273"/>
              <a:gd name="connsiteY1869" fmla="*/ 1681482 h 3047670"/>
              <a:gd name="connsiteX1870" fmla="*/ 2189092 w 3044273"/>
              <a:gd name="connsiteY1870" fmla="*/ 1691656 h 3047670"/>
              <a:gd name="connsiteX1871" fmla="*/ 2178916 w 3044273"/>
              <a:gd name="connsiteY1871" fmla="*/ 1701831 h 3047670"/>
              <a:gd name="connsiteX1872" fmla="*/ 2168741 w 3044273"/>
              <a:gd name="connsiteY1872" fmla="*/ 1691656 h 3047670"/>
              <a:gd name="connsiteX1873" fmla="*/ 2178916 w 3044273"/>
              <a:gd name="connsiteY1873" fmla="*/ 1681482 h 3047670"/>
              <a:gd name="connsiteX1874" fmla="*/ 2943534 w 3044273"/>
              <a:gd name="connsiteY1874" fmla="*/ 1681356 h 3047670"/>
              <a:gd name="connsiteX1875" fmla="*/ 2951323 w 3044273"/>
              <a:gd name="connsiteY1875" fmla="*/ 1689143 h 3047670"/>
              <a:gd name="connsiteX1876" fmla="*/ 2943659 w 3044273"/>
              <a:gd name="connsiteY1876" fmla="*/ 1696932 h 3047670"/>
              <a:gd name="connsiteX1877" fmla="*/ 2935871 w 3044273"/>
              <a:gd name="connsiteY1877" fmla="*/ 1689143 h 3047670"/>
              <a:gd name="connsiteX1878" fmla="*/ 2943534 w 3044273"/>
              <a:gd name="connsiteY1878" fmla="*/ 1681356 h 3047670"/>
              <a:gd name="connsiteX1879" fmla="*/ 865736 w 3044273"/>
              <a:gd name="connsiteY1879" fmla="*/ 1677964 h 3047670"/>
              <a:gd name="connsiteX1880" fmla="*/ 884202 w 3044273"/>
              <a:gd name="connsiteY1880" fmla="*/ 1696303 h 3047670"/>
              <a:gd name="connsiteX1881" fmla="*/ 865863 w 3044273"/>
              <a:gd name="connsiteY1881" fmla="*/ 1714769 h 3047670"/>
              <a:gd name="connsiteX1882" fmla="*/ 847397 w 3044273"/>
              <a:gd name="connsiteY1882" fmla="*/ 1696430 h 3047670"/>
              <a:gd name="connsiteX1883" fmla="*/ 865736 w 3044273"/>
              <a:gd name="connsiteY1883" fmla="*/ 1677964 h 3047670"/>
              <a:gd name="connsiteX1884" fmla="*/ 482611 w 3044273"/>
              <a:gd name="connsiteY1884" fmla="*/ 1677839 h 3047670"/>
              <a:gd name="connsiteX1885" fmla="*/ 502835 w 3044273"/>
              <a:gd name="connsiteY1885" fmla="*/ 1697937 h 3047670"/>
              <a:gd name="connsiteX1886" fmla="*/ 482736 w 3044273"/>
              <a:gd name="connsiteY1886" fmla="*/ 1718161 h 3047670"/>
              <a:gd name="connsiteX1887" fmla="*/ 462513 w 3044273"/>
              <a:gd name="connsiteY1887" fmla="*/ 1698063 h 3047670"/>
              <a:gd name="connsiteX1888" fmla="*/ 482611 w 3044273"/>
              <a:gd name="connsiteY1888" fmla="*/ 1677839 h 3047670"/>
              <a:gd name="connsiteX1889" fmla="*/ 4520 w 3044273"/>
              <a:gd name="connsiteY1889" fmla="*/ 1677084 h 3047670"/>
              <a:gd name="connsiteX1890" fmla="*/ 6028 w 3044273"/>
              <a:gd name="connsiteY1890" fmla="*/ 1678593 h 3047670"/>
              <a:gd name="connsiteX1891" fmla="*/ 4395 w 3044273"/>
              <a:gd name="connsiteY1891" fmla="*/ 1680099 h 3047670"/>
              <a:gd name="connsiteX1892" fmla="*/ 2888 w 3044273"/>
              <a:gd name="connsiteY1892" fmla="*/ 1678593 h 3047670"/>
              <a:gd name="connsiteX1893" fmla="*/ 4520 w 3044273"/>
              <a:gd name="connsiteY1893" fmla="*/ 1677084 h 3047670"/>
              <a:gd name="connsiteX1894" fmla="*/ 1151762 w 3044273"/>
              <a:gd name="connsiteY1894" fmla="*/ 1673442 h 3047670"/>
              <a:gd name="connsiteX1895" fmla="*/ 1152013 w 3044273"/>
              <a:gd name="connsiteY1895" fmla="*/ 1673694 h 3047670"/>
              <a:gd name="connsiteX1896" fmla="*/ 1151762 w 3044273"/>
              <a:gd name="connsiteY1896" fmla="*/ 1673944 h 3047670"/>
              <a:gd name="connsiteX1897" fmla="*/ 1151511 w 3044273"/>
              <a:gd name="connsiteY1897" fmla="*/ 1673694 h 3047670"/>
              <a:gd name="connsiteX1898" fmla="*/ 1151762 w 3044273"/>
              <a:gd name="connsiteY1898" fmla="*/ 1673442 h 3047670"/>
              <a:gd name="connsiteX1899" fmla="*/ 3040131 w 3044273"/>
              <a:gd name="connsiteY1899" fmla="*/ 1665527 h 3047670"/>
              <a:gd name="connsiteX1900" fmla="*/ 3042141 w 3044273"/>
              <a:gd name="connsiteY1900" fmla="*/ 1667537 h 3047670"/>
              <a:gd name="connsiteX1901" fmla="*/ 3040131 w 3044273"/>
              <a:gd name="connsiteY1901" fmla="*/ 1669547 h 3047670"/>
              <a:gd name="connsiteX1902" fmla="*/ 3038121 w 3044273"/>
              <a:gd name="connsiteY1902" fmla="*/ 1667537 h 3047670"/>
              <a:gd name="connsiteX1903" fmla="*/ 3040131 w 3044273"/>
              <a:gd name="connsiteY1903" fmla="*/ 1665527 h 3047670"/>
              <a:gd name="connsiteX1904" fmla="*/ 2562042 w 3044273"/>
              <a:gd name="connsiteY1904" fmla="*/ 1665026 h 3047670"/>
              <a:gd name="connsiteX1905" fmla="*/ 2587541 w 3044273"/>
              <a:gd name="connsiteY1905" fmla="*/ 1690401 h 3047670"/>
              <a:gd name="connsiteX1906" fmla="*/ 2562168 w 3044273"/>
              <a:gd name="connsiteY1906" fmla="*/ 1715900 h 3047670"/>
              <a:gd name="connsiteX1907" fmla="*/ 2536667 w 3044273"/>
              <a:gd name="connsiteY1907" fmla="*/ 1690526 h 3047670"/>
              <a:gd name="connsiteX1908" fmla="*/ 2562042 w 3044273"/>
              <a:gd name="connsiteY1908" fmla="*/ 1665026 h 3047670"/>
              <a:gd name="connsiteX1909" fmla="*/ 385259 w 3044273"/>
              <a:gd name="connsiteY1909" fmla="*/ 1663015 h 3047670"/>
              <a:gd name="connsiteX1910" fmla="*/ 399453 w 3044273"/>
              <a:gd name="connsiteY1910" fmla="*/ 1677084 h 3047670"/>
              <a:gd name="connsiteX1911" fmla="*/ 385385 w 3044273"/>
              <a:gd name="connsiteY1911" fmla="*/ 1691280 h 3047670"/>
              <a:gd name="connsiteX1912" fmla="*/ 371191 w 3044273"/>
              <a:gd name="connsiteY1912" fmla="*/ 1677211 h 3047670"/>
              <a:gd name="connsiteX1913" fmla="*/ 385259 w 3044273"/>
              <a:gd name="connsiteY1913" fmla="*/ 1663015 h 3047670"/>
              <a:gd name="connsiteX1914" fmla="*/ 1051394 w 3044273"/>
              <a:gd name="connsiteY1914" fmla="*/ 1650831 h 3047670"/>
              <a:gd name="connsiteX1915" fmla="*/ 1053906 w 3044273"/>
              <a:gd name="connsiteY1915" fmla="*/ 1653218 h 3047670"/>
              <a:gd name="connsiteX1916" fmla="*/ 1051520 w 3044273"/>
              <a:gd name="connsiteY1916" fmla="*/ 1655605 h 3047670"/>
              <a:gd name="connsiteX1917" fmla="*/ 1049008 w 3044273"/>
              <a:gd name="connsiteY1917" fmla="*/ 1653218 h 3047670"/>
              <a:gd name="connsiteX1918" fmla="*/ 1051394 w 3044273"/>
              <a:gd name="connsiteY1918" fmla="*/ 1650831 h 3047670"/>
              <a:gd name="connsiteX1919" fmla="*/ 767002 w 3044273"/>
              <a:gd name="connsiteY1919" fmla="*/ 1650831 h 3047670"/>
              <a:gd name="connsiteX1920" fmla="*/ 791874 w 3044273"/>
              <a:gd name="connsiteY1920" fmla="*/ 1675576 h 3047670"/>
              <a:gd name="connsiteX1921" fmla="*/ 767128 w 3044273"/>
              <a:gd name="connsiteY1921" fmla="*/ 1700448 h 3047670"/>
              <a:gd name="connsiteX1922" fmla="*/ 742257 w 3044273"/>
              <a:gd name="connsiteY1922" fmla="*/ 1675702 h 3047670"/>
              <a:gd name="connsiteX1923" fmla="*/ 767002 w 3044273"/>
              <a:gd name="connsiteY1923" fmla="*/ 1650831 h 3047670"/>
              <a:gd name="connsiteX1924" fmla="*/ 1992878 w 3044273"/>
              <a:gd name="connsiteY1924" fmla="*/ 1649576 h 3047670"/>
              <a:gd name="connsiteX1925" fmla="*/ 1993130 w 3044273"/>
              <a:gd name="connsiteY1925" fmla="*/ 1649826 h 3047670"/>
              <a:gd name="connsiteX1926" fmla="*/ 1993005 w 3044273"/>
              <a:gd name="connsiteY1926" fmla="*/ 1650078 h 3047670"/>
              <a:gd name="connsiteX1927" fmla="*/ 1992753 w 3044273"/>
              <a:gd name="connsiteY1927" fmla="*/ 1649826 h 3047670"/>
              <a:gd name="connsiteX1928" fmla="*/ 1992878 w 3044273"/>
              <a:gd name="connsiteY1928" fmla="*/ 1649576 h 3047670"/>
              <a:gd name="connsiteX1929" fmla="*/ 2277398 w 3044273"/>
              <a:gd name="connsiteY1929" fmla="*/ 1648696 h 3047670"/>
              <a:gd name="connsiteX1930" fmla="*/ 2299004 w 3044273"/>
              <a:gd name="connsiteY1930" fmla="*/ 1670050 h 3047670"/>
              <a:gd name="connsiteX1931" fmla="*/ 2277650 w 3044273"/>
              <a:gd name="connsiteY1931" fmla="*/ 1691531 h 3047670"/>
              <a:gd name="connsiteX1932" fmla="*/ 2256169 w 3044273"/>
              <a:gd name="connsiteY1932" fmla="*/ 1670177 h 3047670"/>
              <a:gd name="connsiteX1933" fmla="*/ 2277398 w 3044273"/>
              <a:gd name="connsiteY1933" fmla="*/ 1648696 h 3047670"/>
              <a:gd name="connsiteX1934" fmla="*/ 288789 w 3044273"/>
              <a:gd name="connsiteY1934" fmla="*/ 1645807 h 3047670"/>
              <a:gd name="connsiteX1935" fmla="*/ 299214 w 3044273"/>
              <a:gd name="connsiteY1935" fmla="*/ 1656233 h 3047670"/>
              <a:gd name="connsiteX1936" fmla="*/ 288789 w 3044273"/>
              <a:gd name="connsiteY1936" fmla="*/ 1666658 h 3047670"/>
              <a:gd name="connsiteX1937" fmla="*/ 278362 w 3044273"/>
              <a:gd name="connsiteY1937" fmla="*/ 1656233 h 3047670"/>
              <a:gd name="connsiteX1938" fmla="*/ 288789 w 3044273"/>
              <a:gd name="connsiteY1938" fmla="*/ 1645807 h 3047670"/>
              <a:gd name="connsiteX1939" fmla="*/ 2659266 w 3044273"/>
              <a:gd name="connsiteY1939" fmla="*/ 1644927 h 3047670"/>
              <a:gd name="connsiteX1940" fmla="*/ 2683259 w 3044273"/>
              <a:gd name="connsiteY1940" fmla="*/ 1668794 h 3047670"/>
              <a:gd name="connsiteX1941" fmla="*/ 2659393 w 3044273"/>
              <a:gd name="connsiteY1941" fmla="*/ 1692786 h 3047670"/>
              <a:gd name="connsiteX1942" fmla="*/ 2635400 w 3044273"/>
              <a:gd name="connsiteY1942" fmla="*/ 1668920 h 3047670"/>
              <a:gd name="connsiteX1943" fmla="*/ 2659266 w 3044273"/>
              <a:gd name="connsiteY1943" fmla="*/ 1644927 h 3047670"/>
              <a:gd name="connsiteX1944" fmla="*/ 192694 w 3044273"/>
              <a:gd name="connsiteY1944" fmla="*/ 1627970 h 3047670"/>
              <a:gd name="connsiteX1945" fmla="*/ 199980 w 3044273"/>
              <a:gd name="connsiteY1945" fmla="*/ 1635255 h 3047670"/>
              <a:gd name="connsiteX1946" fmla="*/ 192694 w 3044273"/>
              <a:gd name="connsiteY1946" fmla="*/ 1642541 h 3047670"/>
              <a:gd name="connsiteX1947" fmla="*/ 185282 w 3044273"/>
              <a:gd name="connsiteY1947" fmla="*/ 1635255 h 3047670"/>
              <a:gd name="connsiteX1948" fmla="*/ 192694 w 3044273"/>
              <a:gd name="connsiteY1948" fmla="*/ 1627970 h 3047670"/>
              <a:gd name="connsiteX1949" fmla="*/ 669401 w 3044273"/>
              <a:gd name="connsiteY1949" fmla="*/ 1627718 h 3047670"/>
              <a:gd name="connsiteX1950" fmla="*/ 696534 w 3044273"/>
              <a:gd name="connsiteY1950" fmla="*/ 1654599 h 3047670"/>
              <a:gd name="connsiteX1951" fmla="*/ 669653 w 3044273"/>
              <a:gd name="connsiteY1951" fmla="*/ 1681732 h 3047670"/>
              <a:gd name="connsiteX1952" fmla="*/ 642520 w 3044273"/>
              <a:gd name="connsiteY1952" fmla="*/ 1654851 h 3047670"/>
              <a:gd name="connsiteX1953" fmla="*/ 669401 w 3044273"/>
              <a:gd name="connsiteY1953" fmla="*/ 1627718 h 3047670"/>
              <a:gd name="connsiteX1954" fmla="*/ 2090607 w 3044273"/>
              <a:gd name="connsiteY1954" fmla="*/ 1625708 h 3047670"/>
              <a:gd name="connsiteX1955" fmla="*/ 2093244 w 3044273"/>
              <a:gd name="connsiteY1955" fmla="*/ 1628345 h 3047670"/>
              <a:gd name="connsiteX1956" fmla="*/ 2090607 w 3044273"/>
              <a:gd name="connsiteY1956" fmla="*/ 1630982 h 3047670"/>
              <a:gd name="connsiteX1957" fmla="*/ 2087970 w 3044273"/>
              <a:gd name="connsiteY1957" fmla="*/ 1628345 h 3047670"/>
              <a:gd name="connsiteX1958" fmla="*/ 2090607 w 3044273"/>
              <a:gd name="connsiteY1958" fmla="*/ 1625708 h 3047670"/>
              <a:gd name="connsiteX1959" fmla="*/ 2755740 w 3044273"/>
              <a:gd name="connsiteY1959" fmla="*/ 1624453 h 3047670"/>
              <a:gd name="connsiteX1960" fmla="*/ 2778603 w 3044273"/>
              <a:gd name="connsiteY1960" fmla="*/ 1647189 h 3047670"/>
              <a:gd name="connsiteX1961" fmla="*/ 2755865 w 3044273"/>
              <a:gd name="connsiteY1961" fmla="*/ 1670051 h 3047670"/>
              <a:gd name="connsiteX1962" fmla="*/ 2733004 w 3044273"/>
              <a:gd name="connsiteY1962" fmla="*/ 1647314 h 3047670"/>
              <a:gd name="connsiteX1963" fmla="*/ 2755740 w 3044273"/>
              <a:gd name="connsiteY1963" fmla="*/ 1624453 h 3047670"/>
              <a:gd name="connsiteX1964" fmla="*/ 953541 w 3044273"/>
              <a:gd name="connsiteY1964" fmla="*/ 1623824 h 3047670"/>
              <a:gd name="connsiteX1965" fmla="*/ 962208 w 3044273"/>
              <a:gd name="connsiteY1965" fmla="*/ 1632365 h 3047670"/>
              <a:gd name="connsiteX1966" fmla="*/ 953667 w 3044273"/>
              <a:gd name="connsiteY1966" fmla="*/ 1641032 h 3047670"/>
              <a:gd name="connsiteX1967" fmla="*/ 945000 w 3044273"/>
              <a:gd name="connsiteY1967" fmla="*/ 1632492 h 3047670"/>
              <a:gd name="connsiteX1968" fmla="*/ 953541 w 3044273"/>
              <a:gd name="connsiteY1968" fmla="*/ 1623824 h 3047670"/>
              <a:gd name="connsiteX1969" fmla="*/ 2374875 w 3044273"/>
              <a:gd name="connsiteY1969" fmla="*/ 1619427 h 3047670"/>
              <a:gd name="connsiteX1970" fmla="*/ 2404142 w 3044273"/>
              <a:gd name="connsiteY1970" fmla="*/ 1648570 h 3047670"/>
              <a:gd name="connsiteX1971" fmla="*/ 2375000 w 3044273"/>
              <a:gd name="connsiteY1971" fmla="*/ 1677838 h 3047670"/>
              <a:gd name="connsiteX1972" fmla="*/ 2345732 w 3044273"/>
              <a:gd name="connsiteY1972" fmla="*/ 1648695 h 3047670"/>
              <a:gd name="connsiteX1973" fmla="*/ 2374875 w 3044273"/>
              <a:gd name="connsiteY1973" fmla="*/ 1619427 h 3047670"/>
              <a:gd name="connsiteX1974" fmla="*/ 96973 w 3044273"/>
              <a:gd name="connsiteY1974" fmla="*/ 1609630 h 3047670"/>
              <a:gd name="connsiteX1975" fmla="*/ 101622 w 3044273"/>
              <a:gd name="connsiteY1975" fmla="*/ 1614278 h 3047670"/>
              <a:gd name="connsiteX1976" fmla="*/ 96973 w 3044273"/>
              <a:gd name="connsiteY1976" fmla="*/ 1618927 h 3047670"/>
              <a:gd name="connsiteX1977" fmla="*/ 92326 w 3044273"/>
              <a:gd name="connsiteY1977" fmla="*/ 1614278 h 3047670"/>
              <a:gd name="connsiteX1978" fmla="*/ 96973 w 3044273"/>
              <a:gd name="connsiteY1978" fmla="*/ 1609630 h 3047670"/>
              <a:gd name="connsiteX1979" fmla="*/ 572928 w 3044273"/>
              <a:gd name="connsiteY1979" fmla="*/ 1609127 h 3047670"/>
              <a:gd name="connsiteX1980" fmla="*/ 597800 w 3044273"/>
              <a:gd name="connsiteY1980" fmla="*/ 1633872 h 3047670"/>
              <a:gd name="connsiteX1981" fmla="*/ 573053 w 3044273"/>
              <a:gd name="connsiteY1981" fmla="*/ 1658744 h 3047670"/>
              <a:gd name="connsiteX1982" fmla="*/ 548182 w 3044273"/>
              <a:gd name="connsiteY1982" fmla="*/ 1633998 h 3047670"/>
              <a:gd name="connsiteX1983" fmla="*/ 572928 w 3044273"/>
              <a:gd name="connsiteY1983" fmla="*/ 1609127 h 3047670"/>
              <a:gd name="connsiteX1984" fmla="*/ 2851582 w 3044273"/>
              <a:gd name="connsiteY1984" fmla="*/ 1607495 h 3047670"/>
              <a:gd name="connsiteX1985" fmla="*/ 2869795 w 3044273"/>
              <a:gd name="connsiteY1985" fmla="*/ 1625583 h 3047670"/>
              <a:gd name="connsiteX1986" fmla="*/ 2851707 w 3044273"/>
              <a:gd name="connsiteY1986" fmla="*/ 1643797 h 3047670"/>
              <a:gd name="connsiteX1987" fmla="*/ 2833494 w 3044273"/>
              <a:gd name="connsiteY1987" fmla="*/ 1625709 h 3047670"/>
              <a:gd name="connsiteX1988" fmla="*/ 2851582 w 3044273"/>
              <a:gd name="connsiteY1988" fmla="*/ 1607495 h 3047670"/>
              <a:gd name="connsiteX1989" fmla="*/ 2186829 w 3044273"/>
              <a:gd name="connsiteY1989" fmla="*/ 1597696 h 3047670"/>
              <a:gd name="connsiteX1990" fmla="*/ 2195998 w 3044273"/>
              <a:gd name="connsiteY1990" fmla="*/ 1606740 h 3047670"/>
              <a:gd name="connsiteX1991" fmla="*/ 2186954 w 3044273"/>
              <a:gd name="connsiteY1991" fmla="*/ 1615785 h 3047670"/>
              <a:gd name="connsiteX1992" fmla="*/ 2177785 w 3044273"/>
              <a:gd name="connsiteY1992" fmla="*/ 1606740 h 3047670"/>
              <a:gd name="connsiteX1993" fmla="*/ 2186829 w 3044273"/>
              <a:gd name="connsiteY1993" fmla="*/ 1597696 h 3047670"/>
              <a:gd name="connsiteX1994" fmla="*/ 2471347 w 3044273"/>
              <a:gd name="connsiteY1994" fmla="*/ 1597445 h 3047670"/>
              <a:gd name="connsiteX1995" fmla="*/ 2500867 w 3044273"/>
              <a:gd name="connsiteY1995" fmla="*/ 1626838 h 3047670"/>
              <a:gd name="connsiteX1996" fmla="*/ 2471472 w 3044273"/>
              <a:gd name="connsiteY1996" fmla="*/ 1656358 h 3047670"/>
              <a:gd name="connsiteX1997" fmla="*/ 2441954 w 3044273"/>
              <a:gd name="connsiteY1997" fmla="*/ 1627090 h 3047670"/>
              <a:gd name="connsiteX1998" fmla="*/ 2471347 w 3044273"/>
              <a:gd name="connsiteY1998" fmla="*/ 1597445 h 3047670"/>
              <a:gd name="connsiteX1999" fmla="*/ 2947175 w 3044273"/>
              <a:gd name="connsiteY1999" fmla="*/ 1596440 h 3047670"/>
              <a:gd name="connsiteX2000" fmla="*/ 2954712 w 3044273"/>
              <a:gd name="connsiteY2000" fmla="*/ 1603976 h 3047670"/>
              <a:gd name="connsiteX2001" fmla="*/ 2947175 w 3044273"/>
              <a:gd name="connsiteY2001" fmla="*/ 1611512 h 3047670"/>
              <a:gd name="connsiteX2002" fmla="*/ 2939638 w 3044273"/>
              <a:gd name="connsiteY2002" fmla="*/ 1603976 h 3047670"/>
              <a:gd name="connsiteX2003" fmla="*/ 2947175 w 3044273"/>
              <a:gd name="connsiteY2003" fmla="*/ 1596440 h 3047670"/>
              <a:gd name="connsiteX2004" fmla="*/ 857196 w 3044273"/>
              <a:gd name="connsiteY2004" fmla="*/ 1594556 h 3047670"/>
              <a:gd name="connsiteX2005" fmla="*/ 874280 w 3044273"/>
              <a:gd name="connsiteY2005" fmla="*/ 1611515 h 3047670"/>
              <a:gd name="connsiteX2006" fmla="*/ 857322 w 3044273"/>
              <a:gd name="connsiteY2006" fmla="*/ 1628598 h 3047670"/>
              <a:gd name="connsiteX2007" fmla="*/ 840238 w 3044273"/>
              <a:gd name="connsiteY2007" fmla="*/ 1611640 h 3047670"/>
              <a:gd name="connsiteX2008" fmla="*/ 857196 w 3044273"/>
              <a:gd name="connsiteY2008" fmla="*/ 1594556 h 3047670"/>
              <a:gd name="connsiteX2009" fmla="*/ 477084 w 3044273"/>
              <a:gd name="connsiteY2009" fmla="*/ 1591541 h 3047670"/>
              <a:gd name="connsiteX2010" fmla="*/ 498565 w 3044273"/>
              <a:gd name="connsiteY2010" fmla="*/ 1612895 h 3047670"/>
              <a:gd name="connsiteX2011" fmla="*/ 477211 w 3044273"/>
              <a:gd name="connsiteY2011" fmla="*/ 1634376 h 3047670"/>
              <a:gd name="connsiteX2012" fmla="*/ 455730 w 3044273"/>
              <a:gd name="connsiteY2012" fmla="*/ 1613022 h 3047670"/>
              <a:gd name="connsiteX2013" fmla="*/ 477084 w 3044273"/>
              <a:gd name="connsiteY2013" fmla="*/ 1591541 h 3047670"/>
              <a:gd name="connsiteX2014" fmla="*/ 1759 w 3044273"/>
              <a:gd name="connsiteY2014" fmla="*/ 1591541 h 3047670"/>
              <a:gd name="connsiteX2015" fmla="*/ 3517 w 3044273"/>
              <a:gd name="connsiteY2015" fmla="*/ 1593299 h 3047670"/>
              <a:gd name="connsiteX2016" fmla="*/ 1759 w 3044273"/>
              <a:gd name="connsiteY2016" fmla="*/ 1595058 h 3047670"/>
              <a:gd name="connsiteX2017" fmla="*/ 0 w 3044273"/>
              <a:gd name="connsiteY2017" fmla="*/ 1593299 h 3047670"/>
              <a:gd name="connsiteX2018" fmla="*/ 1759 w 3044273"/>
              <a:gd name="connsiteY2018" fmla="*/ 1591541 h 3047670"/>
              <a:gd name="connsiteX2019" fmla="*/ 3042264 w 3044273"/>
              <a:gd name="connsiteY2019" fmla="*/ 1580236 h 3047670"/>
              <a:gd name="connsiteX2020" fmla="*/ 3044273 w 3044273"/>
              <a:gd name="connsiteY2020" fmla="*/ 1582246 h 3047670"/>
              <a:gd name="connsiteX2021" fmla="*/ 3042264 w 3044273"/>
              <a:gd name="connsiteY2021" fmla="*/ 1584256 h 3047670"/>
              <a:gd name="connsiteX2022" fmla="*/ 3040254 w 3044273"/>
              <a:gd name="connsiteY2022" fmla="*/ 1582246 h 3047670"/>
              <a:gd name="connsiteX2023" fmla="*/ 3042264 w 3044273"/>
              <a:gd name="connsiteY2023" fmla="*/ 1580236 h 3047670"/>
              <a:gd name="connsiteX2024" fmla="*/ 2566942 w 3044273"/>
              <a:gd name="connsiteY2024" fmla="*/ 1578729 h 3047670"/>
              <a:gd name="connsiteX2025" fmla="*/ 2593573 w 3044273"/>
              <a:gd name="connsiteY2025" fmla="*/ 1605234 h 3047670"/>
              <a:gd name="connsiteX2026" fmla="*/ 2567067 w 3044273"/>
              <a:gd name="connsiteY2026" fmla="*/ 1631864 h 3047670"/>
              <a:gd name="connsiteX2027" fmla="*/ 2540436 w 3044273"/>
              <a:gd name="connsiteY2027" fmla="*/ 1605359 h 3047670"/>
              <a:gd name="connsiteX2028" fmla="*/ 2566942 w 3044273"/>
              <a:gd name="connsiteY2028" fmla="*/ 1578729 h 3047670"/>
              <a:gd name="connsiteX2029" fmla="*/ 381618 w 3044273"/>
              <a:gd name="connsiteY2029" fmla="*/ 1575964 h 3047670"/>
              <a:gd name="connsiteX2030" fmla="*/ 397696 w 3044273"/>
              <a:gd name="connsiteY2030" fmla="*/ 1591792 h 3047670"/>
              <a:gd name="connsiteX2031" fmla="*/ 381869 w 3044273"/>
              <a:gd name="connsiteY2031" fmla="*/ 1607745 h 3047670"/>
              <a:gd name="connsiteX2032" fmla="*/ 365916 w 3044273"/>
              <a:gd name="connsiteY2032" fmla="*/ 1591918 h 3047670"/>
              <a:gd name="connsiteX2033" fmla="*/ 381618 w 3044273"/>
              <a:gd name="connsiteY2033" fmla="*/ 1575964 h 3047670"/>
              <a:gd name="connsiteX2034" fmla="*/ 1047251 w 3044273"/>
              <a:gd name="connsiteY2034" fmla="*/ 1566670 h 3047670"/>
              <a:gd name="connsiteX2035" fmla="*/ 1048759 w 3044273"/>
              <a:gd name="connsiteY2035" fmla="*/ 1568177 h 3047670"/>
              <a:gd name="connsiteX2036" fmla="*/ 1047251 w 3044273"/>
              <a:gd name="connsiteY2036" fmla="*/ 1569684 h 3047670"/>
              <a:gd name="connsiteX2037" fmla="*/ 1045744 w 3044273"/>
              <a:gd name="connsiteY2037" fmla="*/ 1568177 h 3047670"/>
              <a:gd name="connsiteX2038" fmla="*/ 1047251 w 3044273"/>
              <a:gd name="connsiteY2038" fmla="*/ 1566670 h 3047670"/>
              <a:gd name="connsiteX2039" fmla="*/ 761728 w 3044273"/>
              <a:gd name="connsiteY2039" fmla="*/ 1566418 h 3047670"/>
              <a:gd name="connsiteX2040" fmla="*/ 785972 w 3044273"/>
              <a:gd name="connsiteY2040" fmla="*/ 1590411 h 3047670"/>
              <a:gd name="connsiteX2041" fmla="*/ 761979 w 3044273"/>
              <a:gd name="connsiteY2041" fmla="*/ 1614654 h 3047670"/>
              <a:gd name="connsiteX2042" fmla="*/ 737736 w 3044273"/>
              <a:gd name="connsiteY2042" fmla="*/ 1590661 h 3047670"/>
              <a:gd name="connsiteX2043" fmla="*/ 761728 w 3044273"/>
              <a:gd name="connsiteY2043" fmla="*/ 1566418 h 3047670"/>
              <a:gd name="connsiteX2044" fmla="*/ 2282046 w 3044273"/>
              <a:gd name="connsiteY2044" fmla="*/ 1564283 h 3047670"/>
              <a:gd name="connsiteX2045" fmla="*/ 2302900 w 3044273"/>
              <a:gd name="connsiteY2045" fmla="*/ 1585009 h 3047670"/>
              <a:gd name="connsiteX2046" fmla="*/ 2282171 w 3044273"/>
              <a:gd name="connsiteY2046" fmla="*/ 1605862 h 3047670"/>
              <a:gd name="connsiteX2047" fmla="*/ 2261319 w 3044273"/>
              <a:gd name="connsiteY2047" fmla="*/ 1585136 h 3047670"/>
              <a:gd name="connsiteX2048" fmla="*/ 2282046 w 3044273"/>
              <a:gd name="connsiteY2048" fmla="*/ 1564283 h 3047670"/>
              <a:gd name="connsiteX2049" fmla="*/ 286904 w 3044273"/>
              <a:gd name="connsiteY2049" fmla="*/ 1559007 h 3047670"/>
              <a:gd name="connsiteX2050" fmla="*/ 298838 w 3044273"/>
              <a:gd name="connsiteY2050" fmla="*/ 1570941 h 3047670"/>
              <a:gd name="connsiteX2051" fmla="*/ 286904 w 3044273"/>
              <a:gd name="connsiteY2051" fmla="*/ 1582874 h 3047670"/>
              <a:gd name="connsiteX2052" fmla="*/ 274971 w 3044273"/>
              <a:gd name="connsiteY2052" fmla="*/ 1570941 h 3047670"/>
              <a:gd name="connsiteX2053" fmla="*/ 286904 w 3044273"/>
              <a:gd name="connsiteY2053" fmla="*/ 1559007 h 3047670"/>
              <a:gd name="connsiteX2054" fmla="*/ 2662031 w 3044273"/>
              <a:gd name="connsiteY2054" fmla="*/ 1558881 h 3047670"/>
              <a:gd name="connsiteX2055" fmla="*/ 2686903 w 3044273"/>
              <a:gd name="connsiteY2055" fmla="*/ 1583626 h 3047670"/>
              <a:gd name="connsiteX2056" fmla="*/ 2662282 w 3044273"/>
              <a:gd name="connsiteY2056" fmla="*/ 1608498 h 3047670"/>
              <a:gd name="connsiteX2057" fmla="*/ 2637410 w 3044273"/>
              <a:gd name="connsiteY2057" fmla="*/ 1583753 h 3047670"/>
              <a:gd name="connsiteX2058" fmla="*/ 2662031 w 3044273"/>
              <a:gd name="connsiteY2058" fmla="*/ 1558881 h 3047670"/>
              <a:gd name="connsiteX2059" fmla="*/ 667014 w 3044273"/>
              <a:gd name="connsiteY2059" fmla="*/ 1542426 h 3047670"/>
              <a:gd name="connsiteX2060" fmla="*/ 694272 w 3044273"/>
              <a:gd name="connsiteY2060" fmla="*/ 1569559 h 3047670"/>
              <a:gd name="connsiteX2061" fmla="*/ 667139 w 3044273"/>
              <a:gd name="connsiteY2061" fmla="*/ 1596817 h 3047670"/>
              <a:gd name="connsiteX2062" fmla="*/ 639881 w 3044273"/>
              <a:gd name="connsiteY2062" fmla="*/ 1569684 h 3047670"/>
              <a:gd name="connsiteX2063" fmla="*/ 667014 w 3044273"/>
              <a:gd name="connsiteY2063" fmla="*/ 1542426 h 3047670"/>
              <a:gd name="connsiteX2064" fmla="*/ 192316 w 3044273"/>
              <a:gd name="connsiteY2064" fmla="*/ 1541672 h 3047670"/>
              <a:gd name="connsiteX2065" fmla="*/ 200482 w 3044273"/>
              <a:gd name="connsiteY2065" fmla="*/ 1549837 h 3047670"/>
              <a:gd name="connsiteX2066" fmla="*/ 192316 w 3044273"/>
              <a:gd name="connsiteY2066" fmla="*/ 1558128 h 3047670"/>
              <a:gd name="connsiteX2067" fmla="*/ 184151 w 3044273"/>
              <a:gd name="connsiteY2067" fmla="*/ 1549962 h 3047670"/>
              <a:gd name="connsiteX2068" fmla="*/ 192316 w 3044273"/>
              <a:gd name="connsiteY2068" fmla="*/ 1541672 h 3047670"/>
              <a:gd name="connsiteX2069" fmla="*/ 2090357 w 3044273"/>
              <a:gd name="connsiteY2069" fmla="*/ 1540918 h 3047670"/>
              <a:gd name="connsiteX2070" fmla="*/ 2092617 w 3044273"/>
              <a:gd name="connsiteY2070" fmla="*/ 1543180 h 3047670"/>
              <a:gd name="connsiteX2071" fmla="*/ 2090357 w 3044273"/>
              <a:gd name="connsiteY2071" fmla="*/ 1545440 h 3047670"/>
              <a:gd name="connsiteX2072" fmla="*/ 2088095 w 3044273"/>
              <a:gd name="connsiteY2072" fmla="*/ 1543180 h 3047670"/>
              <a:gd name="connsiteX2073" fmla="*/ 2090357 w 3044273"/>
              <a:gd name="connsiteY2073" fmla="*/ 1540918 h 3047670"/>
              <a:gd name="connsiteX2074" fmla="*/ 953292 w 3044273"/>
              <a:gd name="connsiteY2074" fmla="*/ 1540290 h 3047670"/>
              <a:gd name="connsiteX2075" fmla="*/ 960452 w 3044273"/>
              <a:gd name="connsiteY2075" fmla="*/ 1547324 h 3047670"/>
              <a:gd name="connsiteX2076" fmla="*/ 953417 w 3044273"/>
              <a:gd name="connsiteY2076" fmla="*/ 1554358 h 3047670"/>
              <a:gd name="connsiteX2077" fmla="*/ 946258 w 3044273"/>
              <a:gd name="connsiteY2077" fmla="*/ 1547324 h 3047670"/>
              <a:gd name="connsiteX2078" fmla="*/ 953292 w 3044273"/>
              <a:gd name="connsiteY2078" fmla="*/ 1540290 h 3047670"/>
              <a:gd name="connsiteX2079" fmla="*/ 2756996 w 3044273"/>
              <a:gd name="connsiteY2079" fmla="*/ 1538657 h 3047670"/>
              <a:gd name="connsiteX2080" fmla="*/ 2780485 w 3044273"/>
              <a:gd name="connsiteY2080" fmla="*/ 1562021 h 3047670"/>
              <a:gd name="connsiteX2081" fmla="*/ 2757121 w 3044273"/>
              <a:gd name="connsiteY2081" fmla="*/ 1585511 h 3047670"/>
              <a:gd name="connsiteX2082" fmla="*/ 2733506 w 3044273"/>
              <a:gd name="connsiteY2082" fmla="*/ 1562147 h 3047670"/>
              <a:gd name="connsiteX2083" fmla="*/ 2756996 w 3044273"/>
              <a:gd name="connsiteY2083" fmla="*/ 1538657 h 3047670"/>
              <a:gd name="connsiteX2084" fmla="*/ 2376632 w 3044273"/>
              <a:gd name="connsiteY2084" fmla="*/ 1534261 h 3047670"/>
              <a:gd name="connsiteX2085" fmla="*/ 2406027 w 3044273"/>
              <a:gd name="connsiteY2085" fmla="*/ 1563404 h 3047670"/>
              <a:gd name="connsiteX2086" fmla="*/ 2376884 w 3044273"/>
              <a:gd name="connsiteY2086" fmla="*/ 1592672 h 3047670"/>
              <a:gd name="connsiteX2087" fmla="*/ 2347617 w 3044273"/>
              <a:gd name="connsiteY2087" fmla="*/ 1563529 h 3047670"/>
              <a:gd name="connsiteX2088" fmla="*/ 2376632 w 3044273"/>
              <a:gd name="connsiteY2088" fmla="*/ 1534261 h 3047670"/>
              <a:gd name="connsiteX2089" fmla="*/ 97979 w 3044273"/>
              <a:gd name="connsiteY2089" fmla="*/ 1524338 h 3047670"/>
              <a:gd name="connsiteX2090" fmla="*/ 102628 w 3044273"/>
              <a:gd name="connsiteY2090" fmla="*/ 1528986 h 3047670"/>
              <a:gd name="connsiteX2091" fmla="*/ 97979 w 3044273"/>
              <a:gd name="connsiteY2091" fmla="*/ 1533634 h 3047670"/>
              <a:gd name="connsiteX2092" fmla="*/ 93332 w 3044273"/>
              <a:gd name="connsiteY2092" fmla="*/ 1528986 h 3047670"/>
              <a:gd name="connsiteX2093" fmla="*/ 97979 w 3044273"/>
              <a:gd name="connsiteY2093" fmla="*/ 1524338 h 3047670"/>
              <a:gd name="connsiteX2094" fmla="*/ 572677 w 3044273"/>
              <a:gd name="connsiteY2094" fmla="*/ 1522955 h 3047670"/>
              <a:gd name="connsiteX2095" fmla="*/ 598428 w 3044273"/>
              <a:gd name="connsiteY2095" fmla="*/ 1548580 h 3047670"/>
              <a:gd name="connsiteX2096" fmla="*/ 572803 w 3044273"/>
              <a:gd name="connsiteY2096" fmla="*/ 1574331 h 3047670"/>
              <a:gd name="connsiteX2097" fmla="*/ 547052 w 3044273"/>
              <a:gd name="connsiteY2097" fmla="*/ 1548706 h 3047670"/>
              <a:gd name="connsiteX2098" fmla="*/ 572677 w 3044273"/>
              <a:gd name="connsiteY2098" fmla="*/ 1522955 h 3047670"/>
              <a:gd name="connsiteX2099" fmla="*/ 2851331 w 3044273"/>
              <a:gd name="connsiteY2099" fmla="*/ 1522202 h 3047670"/>
              <a:gd name="connsiteX2100" fmla="*/ 2869544 w 3044273"/>
              <a:gd name="connsiteY2100" fmla="*/ 1540290 h 3047670"/>
              <a:gd name="connsiteX2101" fmla="*/ 2851456 w 3044273"/>
              <a:gd name="connsiteY2101" fmla="*/ 1558504 h 3047670"/>
              <a:gd name="connsiteX2102" fmla="*/ 2833243 w 3044273"/>
              <a:gd name="connsiteY2102" fmla="*/ 1540416 h 3047670"/>
              <a:gd name="connsiteX2103" fmla="*/ 2851331 w 3044273"/>
              <a:gd name="connsiteY2103" fmla="*/ 1522202 h 3047670"/>
              <a:gd name="connsiteX2104" fmla="*/ 2183939 w 3044273"/>
              <a:gd name="connsiteY2104" fmla="*/ 1512530 h 3047670"/>
              <a:gd name="connsiteX2105" fmla="*/ 2192983 w 3044273"/>
              <a:gd name="connsiteY2105" fmla="*/ 1521574 h 3047670"/>
              <a:gd name="connsiteX2106" fmla="*/ 2183939 w 3044273"/>
              <a:gd name="connsiteY2106" fmla="*/ 1530618 h 3047670"/>
              <a:gd name="connsiteX2107" fmla="*/ 2174770 w 3044273"/>
              <a:gd name="connsiteY2107" fmla="*/ 1521574 h 3047670"/>
              <a:gd name="connsiteX2108" fmla="*/ 2183939 w 3044273"/>
              <a:gd name="connsiteY2108" fmla="*/ 1512530 h 3047670"/>
              <a:gd name="connsiteX2109" fmla="*/ 2470970 w 3044273"/>
              <a:gd name="connsiteY2109" fmla="*/ 1511398 h 3047670"/>
              <a:gd name="connsiteX2110" fmla="*/ 2501370 w 3044273"/>
              <a:gd name="connsiteY2110" fmla="*/ 1541671 h 3047670"/>
              <a:gd name="connsiteX2111" fmla="*/ 2471095 w 3044273"/>
              <a:gd name="connsiteY2111" fmla="*/ 1572070 h 3047670"/>
              <a:gd name="connsiteX2112" fmla="*/ 2440697 w 3044273"/>
              <a:gd name="connsiteY2112" fmla="*/ 1541796 h 3047670"/>
              <a:gd name="connsiteX2113" fmla="*/ 2470970 w 3044273"/>
              <a:gd name="connsiteY2113" fmla="*/ 1511398 h 3047670"/>
              <a:gd name="connsiteX2114" fmla="*/ 2945543 w 3044273"/>
              <a:gd name="connsiteY2114" fmla="*/ 1511148 h 3047670"/>
              <a:gd name="connsiteX2115" fmla="*/ 2953080 w 3044273"/>
              <a:gd name="connsiteY2115" fmla="*/ 1518684 h 3047670"/>
              <a:gd name="connsiteX2116" fmla="*/ 2945543 w 3044273"/>
              <a:gd name="connsiteY2116" fmla="*/ 1526220 h 3047670"/>
              <a:gd name="connsiteX2117" fmla="*/ 2938006 w 3044273"/>
              <a:gd name="connsiteY2117" fmla="*/ 1518684 h 3047670"/>
              <a:gd name="connsiteX2118" fmla="*/ 2945543 w 3044273"/>
              <a:gd name="connsiteY2118" fmla="*/ 1511148 h 3047670"/>
              <a:gd name="connsiteX2119" fmla="*/ 859709 w 3044273"/>
              <a:gd name="connsiteY2119" fmla="*/ 1509263 h 3047670"/>
              <a:gd name="connsiteX2120" fmla="*/ 876792 w 3044273"/>
              <a:gd name="connsiteY2120" fmla="*/ 1526222 h 3047670"/>
              <a:gd name="connsiteX2121" fmla="*/ 859834 w 3044273"/>
              <a:gd name="connsiteY2121" fmla="*/ 1543305 h 3047670"/>
              <a:gd name="connsiteX2122" fmla="*/ 842750 w 3044273"/>
              <a:gd name="connsiteY2122" fmla="*/ 1526347 h 3047670"/>
              <a:gd name="connsiteX2123" fmla="*/ 859709 w 3044273"/>
              <a:gd name="connsiteY2123" fmla="*/ 1509263 h 3047670"/>
              <a:gd name="connsiteX2124" fmla="*/ 3895 w 3044273"/>
              <a:gd name="connsiteY2124" fmla="*/ 1506248 h 3047670"/>
              <a:gd name="connsiteX2125" fmla="*/ 5653 w 3044273"/>
              <a:gd name="connsiteY2125" fmla="*/ 1508006 h 3047670"/>
              <a:gd name="connsiteX2126" fmla="*/ 3895 w 3044273"/>
              <a:gd name="connsiteY2126" fmla="*/ 1509765 h 3047670"/>
              <a:gd name="connsiteX2127" fmla="*/ 2136 w 3044273"/>
              <a:gd name="connsiteY2127" fmla="*/ 1508006 h 3047670"/>
              <a:gd name="connsiteX2128" fmla="*/ 3895 w 3044273"/>
              <a:gd name="connsiteY2128" fmla="*/ 1506248 h 3047670"/>
              <a:gd name="connsiteX2129" fmla="*/ 478467 w 3044273"/>
              <a:gd name="connsiteY2129" fmla="*/ 1506247 h 3047670"/>
              <a:gd name="connsiteX2130" fmla="*/ 500073 w 3044273"/>
              <a:gd name="connsiteY2130" fmla="*/ 1527601 h 3047670"/>
              <a:gd name="connsiteX2131" fmla="*/ 478718 w 3044273"/>
              <a:gd name="connsiteY2131" fmla="*/ 1549082 h 3047670"/>
              <a:gd name="connsiteX2132" fmla="*/ 457112 w 3044273"/>
              <a:gd name="connsiteY2132" fmla="*/ 1527728 h 3047670"/>
              <a:gd name="connsiteX2133" fmla="*/ 478467 w 3044273"/>
              <a:gd name="connsiteY2133" fmla="*/ 1506247 h 3047670"/>
              <a:gd name="connsiteX2134" fmla="*/ 3039502 w 3044273"/>
              <a:gd name="connsiteY2134" fmla="*/ 1495322 h 3047670"/>
              <a:gd name="connsiteX2135" fmla="*/ 3041262 w 3044273"/>
              <a:gd name="connsiteY2135" fmla="*/ 1497080 h 3047670"/>
              <a:gd name="connsiteX2136" fmla="*/ 3039502 w 3044273"/>
              <a:gd name="connsiteY2136" fmla="*/ 1498839 h 3047670"/>
              <a:gd name="connsiteX2137" fmla="*/ 3037744 w 3044273"/>
              <a:gd name="connsiteY2137" fmla="*/ 1497080 h 3047670"/>
              <a:gd name="connsiteX2138" fmla="*/ 3039502 w 3044273"/>
              <a:gd name="connsiteY2138" fmla="*/ 1495322 h 3047670"/>
              <a:gd name="connsiteX2139" fmla="*/ 2564930 w 3044273"/>
              <a:gd name="connsiteY2139" fmla="*/ 1493560 h 3047670"/>
              <a:gd name="connsiteX2140" fmla="*/ 2591559 w 3044273"/>
              <a:gd name="connsiteY2140" fmla="*/ 1520065 h 3047670"/>
              <a:gd name="connsiteX2141" fmla="*/ 2565056 w 3044273"/>
              <a:gd name="connsiteY2141" fmla="*/ 1546695 h 3047670"/>
              <a:gd name="connsiteX2142" fmla="*/ 2538426 w 3044273"/>
              <a:gd name="connsiteY2142" fmla="*/ 1520190 h 3047670"/>
              <a:gd name="connsiteX2143" fmla="*/ 2564930 w 3044273"/>
              <a:gd name="connsiteY2143" fmla="*/ 1493560 h 3047670"/>
              <a:gd name="connsiteX2144" fmla="*/ 384632 w 3044273"/>
              <a:gd name="connsiteY2144" fmla="*/ 1490547 h 3047670"/>
              <a:gd name="connsiteX2145" fmla="*/ 400836 w 3044273"/>
              <a:gd name="connsiteY2145" fmla="*/ 1506626 h 3047670"/>
              <a:gd name="connsiteX2146" fmla="*/ 384757 w 3044273"/>
              <a:gd name="connsiteY2146" fmla="*/ 1522830 h 3047670"/>
              <a:gd name="connsiteX2147" fmla="*/ 368553 w 3044273"/>
              <a:gd name="connsiteY2147" fmla="*/ 1506751 h 3047670"/>
              <a:gd name="connsiteX2148" fmla="*/ 384632 w 3044273"/>
              <a:gd name="connsiteY2148" fmla="*/ 1490547 h 3047670"/>
              <a:gd name="connsiteX2149" fmla="*/ 1058430 w 3044273"/>
              <a:gd name="connsiteY2149" fmla="*/ 1482633 h 3047670"/>
              <a:gd name="connsiteX2150" fmla="*/ 1059561 w 3044273"/>
              <a:gd name="connsiteY2150" fmla="*/ 1483763 h 3047670"/>
              <a:gd name="connsiteX2151" fmla="*/ 1058430 w 3044273"/>
              <a:gd name="connsiteY2151" fmla="*/ 1484894 h 3047670"/>
              <a:gd name="connsiteX2152" fmla="*/ 1057300 w 3044273"/>
              <a:gd name="connsiteY2152" fmla="*/ 1483763 h 3047670"/>
              <a:gd name="connsiteX2153" fmla="*/ 1058430 w 3044273"/>
              <a:gd name="connsiteY2153" fmla="*/ 1482633 h 3047670"/>
              <a:gd name="connsiteX2154" fmla="*/ 766249 w 3044273"/>
              <a:gd name="connsiteY2154" fmla="*/ 1481001 h 3047670"/>
              <a:gd name="connsiteX2155" fmla="*/ 790745 w 3044273"/>
              <a:gd name="connsiteY2155" fmla="*/ 1505245 h 3047670"/>
              <a:gd name="connsiteX2156" fmla="*/ 766501 w 3044273"/>
              <a:gd name="connsiteY2156" fmla="*/ 1529740 h 3047670"/>
              <a:gd name="connsiteX2157" fmla="*/ 742006 w 3044273"/>
              <a:gd name="connsiteY2157" fmla="*/ 1505496 h 3047670"/>
              <a:gd name="connsiteX2158" fmla="*/ 766249 w 3044273"/>
              <a:gd name="connsiteY2158" fmla="*/ 1481001 h 3047670"/>
              <a:gd name="connsiteX2159" fmla="*/ 1984840 w 3044273"/>
              <a:gd name="connsiteY2159" fmla="*/ 1480120 h 3047670"/>
              <a:gd name="connsiteX2160" fmla="*/ 1985092 w 3044273"/>
              <a:gd name="connsiteY2160" fmla="*/ 1480371 h 3047670"/>
              <a:gd name="connsiteX2161" fmla="*/ 1984840 w 3044273"/>
              <a:gd name="connsiteY2161" fmla="*/ 1480623 h 3047670"/>
              <a:gd name="connsiteX2162" fmla="*/ 1984589 w 3044273"/>
              <a:gd name="connsiteY2162" fmla="*/ 1480371 h 3047670"/>
              <a:gd name="connsiteX2163" fmla="*/ 1984840 w 3044273"/>
              <a:gd name="connsiteY2163" fmla="*/ 1480120 h 3047670"/>
              <a:gd name="connsiteX2164" fmla="*/ 2277022 w 3044273"/>
              <a:gd name="connsiteY2164" fmla="*/ 1478487 h 3047670"/>
              <a:gd name="connsiteX2165" fmla="*/ 2298501 w 3044273"/>
              <a:gd name="connsiteY2165" fmla="*/ 1499841 h 3047670"/>
              <a:gd name="connsiteX2166" fmla="*/ 2277147 w 3044273"/>
              <a:gd name="connsiteY2166" fmla="*/ 1521322 h 3047670"/>
              <a:gd name="connsiteX2167" fmla="*/ 2255541 w 3044273"/>
              <a:gd name="connsiteY2167" fmla="*/ 1499968 h 3047670"/>
              <a:gd name="connsiteX2168" fmla="*/ 2277022 w 3044273"/>
              <a:gd name="connsiteY2168" fmla="*/ 1478487 h 3047670"/>
              <a:gd name="connsiteX2169" fmla="*/ 291049 w 3044273"/>
              <a:gd name="connsiteY2169" fmla="*/ 1473087 h 3047670"/>
              <a:gd name="connsiteX2170" fmla="*/ 303736 w 3044273"/>
              <a:gd name="connsiteY2170" fmla="*/ 1485648 h 3047670"/>
              <a:gd name="connsiteX2171" fmla="*/ 291174 w 3044273"/>
              <a:gd name="connsiteY2171" fmla="*/ 1498335 h 3047670"/>
              <a:gd name="connsiteX2172" fmla="*/ 278487 w 3044273"/>
              <a:gd name="connsiteY2172" fmla="*/ 1485774 h 3047670"/>
              <a:gd name="connsiteX2173" fmla="*/ 291049 w 3044273"/>
              <a:gd name="connsiteY2173" fmla="*/ 1473087 h 3047670"/>
              <a:gd name="connsiteX2174" fmla="*/ 2658514 w 3044273"/>
              <a:gd name="connsiteY2174" fmla="*/ 1472584 h 3047670"/>
              <a:gd name="connsiteX2175" fmla="*/ 2684516 w 3044273"/>
              <a:gd name="connsiteY2175" fmla="*/ 1498335 h 3047670"/>
              <a:gd name="connsiteX2176" fmla="*/ 2658766 w 3044273"/>
              <a:gd name="connsiteY2176" fmla="*/ 1524338 h 3047670"/>
              <a:gd name="connsiteX2177" fmla="*/ 2632763 w 3044273"/>
              <a:gd name="connsiteY2177" fmla="*/ 1498587 h 3047670"/>
              <a:gd name="connsiteX2178" fmla="*/ 2658514 w 3044273"/>
              <a:gd name="connsiteY2178" fmla="*/ 1472584 h 3047670"/>
              <a:gd name="connsiteX2179" fmla="*/ 673169 w 3044273"/>
              <a:gd name="connsiteY2179" fmla="*/ 1457259 h 3047670"/>
              <a:gd name="connsiteX2180" fmla="*/ 700427 w 3044273"/>
              <a:gd name="connsiteY2180" fmla="*/ 1484392 h 3047670"/>
              <a:gd name="connsiteX2181" fmla="*/ 673294 w 3044273"/>
              <a:gd name="connsiteY2181" fmla="*/ 1511775 h 3047670"/>
              <a:gd name="connsiteX2182" fmla="*/ 645911 w 3044273"/>
              <a:gd name="connsiteY2182" fmla="*/ 1484643 h 3047670"/>
              <a:gd name="connsiteX2183" fmla="*/ 673169 w 3044273"/>
              <a:gd name="connsiteY2183" fmla="*/ 1457259 h 3047670"/>
              <a:gd name="connsiteX2184" fmla="*/ 965600 w 3044273"/>
              <a:gd name="connsiteY2184" fmla="*/ 1456630 h 3047670"/>
              <a:gd name="connsiteX2185" fmla="*/ 971882 w 3044273"/>
              <a:gd name="connsiteY2185" fmla="*/ 1462785 h 3047670"/>
              <a:gd name="connsiteX2186" fmla="*/ 965726 w 3044273"/>
              <a:gd name="connsiteY2186" fmla="*/ 1469066 h 3047670"/>
              <a:gd name="connsiteX2187" fmla="*/ 959571 w 3044273"/>
              <a:gd name="connsiteY2187" fmla="*/ 1462911 h 3047670"/>
              <a:gd name="connsiteX2188" fmla="*/ 965600 w 3044273"/>
              <a:gd name="connsiteY2188" fmla="*/ 1456630 h 3047670"/>
              <a:gd name="connsiteX2189" fmla="*/ 2077293 w 3044273"/>
              <a:gd name="connsiteY2189" fmla="*/ 1456379 h 3047670"/>
              <a:gd name="connsiteX2190" fmla="*/ 2079805 w 3044273"/>
              <a:gd name="connsiteY2190" fmla="*/ 1458766 h 3047670"/>
              <a:gd name="connsiteX2191" fmla="*/ 2077418 w 3044273"/>
              <a:gd name="connsiteY2191" fmla="*/ 1461278 h 3047670"/>
              <a:gd name="connsiteX2192" fmla="*/ 2074906 w 3044273"/>
              <a:gd name="connsiteY2192" fmla="*/ 1458891 h 3047670"/>
              <a:gd name="connsiteX2193" fmla="*/ 2077293 w 3044273"/>
              <a:gd name="connsiteY2193" fmla="*/ 1456379 h 3047670"/>
              <a:gd name="connsiteX2194" fmla="*/ 197465 w 3044273"/>
              <a:gd name="connsiteY2194" fmla="*/ 1456254 h 3047670"/>
              <a:gd name="connsiteX2195" fmla="*/ 206132 w 3044273"/>
              <a:gd name="connsiteY2195" fmla="*/ 1464795 h 3047670"/>
              <a:gd name="connsiteX2196" fmla="*/ 197590 w 3044273"/>
              <a:gd name="connsiteY2196" fmla="*/ 1473464 h 3047670"/>
              <a:gd name="connsiteX2197" fmla="*/ 188923 w 3044273"/>
              <a:gd name="connsiteY2197" fmla="*/ 1464922 h 3047670"/>
              <a:gd name="connsiteX2198" fmla="*/ 197465 w 3044273"/>
              <a:gd name="connsiteY2198" fmla="*/ 1456254 h 3047670"/>
              <a:gd name="connsiteX2199" fmla="*/ 2752222 w 3044273"/>
              <a:gd name="connsiteY2199" fmla="*/ 1452987 h 3047670"/>
              <a:gd name="connsiteX2200" fmla="*/ 2776214 w 3044273"/>
              <a:gd name="connsiteY2200" fmla="*/ 1476854 h 3047670"/>
              <a:gd name="connsiteX2201" fmla="*/ 2752348 w 3044273"/>
              <a:gd name="connsiteY2201" fmla="*/ 1500846 h 3047670"/>
              <a:gd name="connsiteX2202" fmla="*/ 2728356 w 3044273"/>
              <a:gd name="connsiteY2202" fmla="*/ 1476980 h 3047670"/>
              <a:gd name="connsiteX2203" fmla="*/ 2752222 w 3044273"/>
              <a:gd name="connsiteY2203" fmla="*/ 1452987 h 3047670"/>
              <a:gd name="connsiteX2204" fmla="*/ 2369976 w 3044273"/>
              <a:gd name="connsiteY2204" fmla="*/ 1448717 h 3047670"/>
              <a:gd name="connsiteX2205" fmla="*/ 2399746 w 3044273"/>
              <a:gd name="connsiteY2205" fmla="*/ 1478236 h 3047670"/>
              <a:gd name="connsiteX2206" fmla="*/ 2370227 w 3044273"/>
              <a:gd name="connsiteY2206" fmla="*/ 1508008 h 3047670"/>
              <a:gd name="connsiteX2207" fmla="*/ 2340456 w 3044273"/>
              <a:gd name="connsiteY2207" fmla="*/ 1478488 h 3047670"/>
              <a:gd name="connsiteX2208" fmla="*/ 2369976 w 3044273"/>
              <a:gd name="connsiteY2208" fmla="*/ 1448717 h 3047670"/>
              <a:gd name="connsiteX2209" fmla="*/ 104134 w 3044273"/>
              <a:gd name="connsiteY2209" fmla="*/ 1439044 h 3047670"/>
              <a:gd name="connsiteX2210" fmla="*/ 109033 w 3044273"/>
              <a:gd name="connsiteY2210" fmla="*/ 1443943 h 3047670"/>
              <a:gd name="connsiteX2211" fmla="*/ 104134 w 3044273"/>
              <a:gd name="connsiteY2211" fmla="*/ 1448841 h 3047670"/>
              <a:gd name="connsiteX2212" fmla="*/ 99235 w 3044273"/>
              <a:gd name="connsiteY2212" fmla="*/ 1443943 h 3047670"/>
              <a:gd name="connsiteX2213" fmla="*/ 104134 w 3044273"/>
              <a:gd name="connsiteY2213" fmla="*/ 1439044 h 3047670"/>
              <a:gd name="connsiteX2214" fmla="*/ 579963 w 3044273"/>
              <a:gd name="connsiteY2214" fmla="*/ 1438040 h 3047670"/>
              <a:gd name="connsiteX2215" fmla="*/ 605714 w 3044273"/>
              <a:gd name="connsiteY2215" fmla="*/ 1463665 h 3047670"/>
              <a:gd name="connsiteX2216" fmla="*/ 580088 w 3044273"/>
              <a:gd name="connsiteY2216" fmla="*/ 1489416 h 3047670"/>
              <a:gd name="connsiteX2217" fmla="*/ 554338 w 3044273"/>
              <a:gd name="connsiteY2217" fmla="*/ 1463791 h 3047670"/>
              <a:gd name="connsiteX2218" fmla="*/ 579963 w 3044273"/>
              <a:gd name="connsiteY2218" fmla="*/ 1438040 h 3047670"/>
              <a:gd name="connsiteX2219" fmla="*/ 2845551 w 3044273"/>
              <a:gd name="connsiteY2219" fmla="*/ 1437663 h 3047670"/>
              <a:gd name="connsiteX2220" fmla="*/ 2863389 w 3044273"/>
              <a:gd name="connsiteY2220" fmla="*/ 1455249 h 3047670"/>
              <a:gd name="connsiteX2221" fmla="*/ 2845676 w 3044273"/>
              <a:gd name="connsiteY2221" fmla="*/ 1473087 h 3047670"/>
              <a:gd name="connsiteX2222" fmla="*/ 2827840 w 3044273"/>
              <a:gd name="connsiteY2222" fmla="*/ 1455375 h 3047670"/>
              <a:gd name="connsiteX2223" fmla="*/ 2845551 w 3044273"/>
              <a:gd name="connsiteY2223" fmla="*/ 1437663 h 3047670"/>
              <a:gd name="connsiteX2224" fmla="*/ 2169871 w 3044273"/>
              <a:gd name="connsiteY2224" fmla="*/ 1427614 h 3047670"/>
              <a:gd name="connsiteX2225" fmla="*/ 2179670 w 3044273"/>
              <a:gd name="connsiteY2225" fmla="*/ 1437285 h 3047670"/>
              <a:gd name="connsiteX2226" fmla="*/ 2169996 w 3044273"/>
              <a:gd name="connsiteY2226" fmla="*/ 1447083 h 3047670"/>
              <a:gd name="connsiteX2227" fmla="*/ 2160199 w 3044273"/>
              <a:gd name="connsiteY2227" fmla="*/ 1437411 h 3047670"/>
              <a:gd name="connsiteX2228" fmla="*/ 2169871 w 3044273"/>
              <a:gd name="connsiteY2228" fmla="*/ 1427614 h 3047670"/>
              <a:gd name="connsiteX2229" fmla="*/ 2938760 w 3044273"/>
              <a:gd name="connsiteY2229" fmla="*/ 1426861 h 3047670"/>
              <a:gd name="connsiteX2230" fmla="*/ 2945669 w 3044273"/>
              <a:gd name="connsiteY2230" fmla="*/ 1433644 h 3047670"/>
              <a:gd name="connsiteX2231" fmla="*/ 2938886 w 3044273"/>
              <a:gd name="connsiteY2231" fmla="*/ 1440552 h 3047670"/>
              <a:gd name="connsiteX2232" fmla="*/ 2931977 w 3044273"/>
              <a:gd name="connsiteY2232" fmla="*/ 1433770 h 3047670"/>
              <a:gd name="connsiteX2233" fmla="*/ 2938760 w 3044273"/>
              <a:gd name="connsiteY2233" fmla="*/ 1426861 h 3047670"/>
              <a:gd name="connsiteX2234" fmla="*/ 2462930 w 3044273"/>
              <a:gd name="connsiteY2234" fmla="*/ 1426106 h 3047670"/>
              <a:gd name="connsiteX2235" fmla="*/ 2493831 w 3044273"/>
              <a:gd name="connsiteY2235" fmla="*/ 1456756 h 3047670"/>
              <a:gd name="connsiteX2236" fmla="*/ 2463181 w 3044273"/>
              <a:gd name="connsiteY2236" fmla="*/ 1487657 h 3047670"/>
              <a:gd name="connsiteX2237" fmla="*/ 2432280 w 3044273"/>
              <a:gd name="connsiteY2237" fmla="*/ 1457007 h 3047670"/>
              <a:gd name="connsiteX2238" fmla="*/ 2462930 w 3044273"/>
              <a:gd name="connsiteY2238" fmla="*/ 1426106 h 3047670"/>
              <a:gd name="connsiteX2239" fmla="*/ 872898 w 3044273"/>
              <a:gd name="connsiteY2239" fmla="*/ 1425479 h 3047670"/>
              <a:gd name="connsiteX2240" fmla="*/ 889604 w 3044273"/>
              <a:gd name="connsiteY2240" fmla="*/ 1442060 h 3047670"/>
              <a:gd name="connsiteX2241" fmla="*/ 873023 w 3044273"/>
              <a:gd name="connsiteY2241" fmla="*/ 1458767 h 3047670"/>
              <a:gd name="connsiteX2242" fmla="*/ 856442 w 3044273"/>
              <a:gd name="connsiteY2242" fmla="*/ 1442186 h 3047670"/>
              <a:gd name="connsiteX2243" fmla="*/ 872898 w 3044273"/>
              <a:gd name="connsiteY2243" fmla="*/ 1425479 h 3047670"/>
              <a:gd name="connsiteX2244" fmla="*/ 486882 w 3044273"/>
              <a:gd name="connsiteY2244" fmla="*/ 1421333 h 3047670"/>
              <a:gd name="connsiteX2245" fmla="*/ 508363 w 3044273"/>
              <a:gd name="connsiteY2245" fmla="*/ 1442687 h 3047670"/>
              <a:gd name="connsiteX2246" fmla="*/ 487009 w 3044273"/>
              <a:gd name="connsiteY2246" fmla="*/ 1464168 h 3047670"/>
              <a:gd name="connsiteX2247" fmla="*/ 465528 w 3044273"/>
              <a:gd name="connsiteY2247" fmla="*/ 1442814 h 3047670"/>
              <a:gd name="connsiteX2248" fmla="*/ 486882 w 3044273"/>
              <a:gd name="connsiteY2248" fmla="*/ 1421333 h 3047670"/>
              <a:gd name="connsiteX2249" fmla="*/ 10677 w 3044273"/>
              <a:gd name="connsiteY2249" fmla="*/ 1421333 h 3047670"/>
              <a:gd name="connsiteX2250" fmla="*/ 12435 w 3044273"/>
              <a:gd name="connsiteY2250" fmla="*/ 1423092 h 3047670"/>
              <a:gd name="connsiteX2251" fmla="*/ 10677 w 3044273"/>
              <a:gd name="connsiteY2251" fmla="*/ 1424850 h 3047670"/>
              <a:gd name="connsiteX2252" fmla="*/ 8918 w 3044273"/>
              <a:gd name="connsiteY2252" fmla="*/ 1423092 h 3047670"/>
              <a:gd name="connsiteX2253" fmla="*/ 10677 w 3044273"/>
              <a:gd name="connsiteY2253" fmla="*/ 1421333 h 3047670"/>
              <a:gd name="connsiteX2254" fmla="*/ 3032090 w 3044273"/>
              <a:gd name="connsiteY2254" fmla="*/ 1410153 h 3047670"/>
              <a:gd name="connsiteX2255" fmla="*/ 3034100 w 3044273"/>
              <a:gd name="connsiteY2255" fmla="*/ 1412163 h 3047670"/>
              <a:gd name="connsiteX2256" fmla="*/ 3032090 w 3044273"/>
              <a:gd name="connsiteY2256" fmla="*/ 1414173 h 3047670"/>
              <a:gd name="connsiteX2257" fmla="*/ 3030080 w 3044273"/>
              <a:gd name="connsiteY2257" fmla="*/ 1412163 h 3047670"/>
              <a:gd name="connsiteX2258" fmla="*/ 3032090 w 3044273"/>
              <a:gd name="connsiteY2258" fmla="*/ 1410153 h 3047670"/>
              <a:gd name="connsiteX2259" fmla="*/ 2555760 w 3044273"/>
              <a:gd name="connsiteY2259" fmla="*/ 1408017 h 3047670"/>
              <a:gd name="connsiteX2260" fmla="*/ 2583143 w 3044273"/>
              <a:gd name="connsiteY2260" fmla="*/ 1435150 h 3047670"/>
              <a:gd name="connsiteX2261" fmla="*/ 2556010 w 3044273"/>
              <a:gd name="connsiteY2261" fmla="*/ 1462534 h 3047670"/>
              <a:gd name="connsiteX2262" fmla="*/ 2528752 w 3044273"/>
              <a:gd name="connsiteY2262" fmla="*/ 1435401 h 3047670"/>
              <a:gd name="connsiteX2263" fmla="*/ 2555760 w 3044273"/>
              <a:gd name="connsiteY2263" fmla="*/ 1408017 h 3047670"/>
              <a:gd name="connsiteX2264" fmla="*/ 393803 w 3044273"/>
              <a:gd name="connsiteY2264" fmla="*/ 1406008 h 3047670"/>
              <a:gd name="connsiteX2265" fmla="*/ 409755 w 3044273"/>
              <a:gd name="connsiteY2265" fmla="*/ 1421836 h 3047670"/>
              <a:gd name="connsiteX2266" fmla="*/ 393928 w 3044273"/>
              <a:gd name="connsiteY2266" fmla="*/ 1437789 h 3047670"/>
              <a:gd name="connsiteX2267" fmla="*/ 377975 w 3044273"/>
              <a:gd name="connsiteY2267" fmla="*/ 1421962 h 3047670"/>
              <a:gd name="connsiteX2268" fmla="*/ 393803 w 3044273"/>
              <a:gd name="connsiteY2268" fmla="*/ 1406008 h 3047670"/>
              <a:gd name="connsiteX2269" fmla="*/ 1084559 w 3044273"/>
              <a:gd name="connsiteY2269" fmla="*/ 1401486 h 3047670"/>
              <a:gd name="connsiteX2270" fmla="*/ 1085690 w 3044273"/>
              <a:gd name="connsiteY2270" fmla="*/ 1402616 h 3047670"/>
              <a:gd name="connsiteX2271" fmla="*/ 1084559 w 3044273"/>
              <a:gd name="connsiteY2271" fmla="*/ 1403747 h 3047670"/>
              <a:gd name="connsiteX2272" fmla="*/ 1083429 w 3044273"/>
              <a:gd name="connsiteY2272" fmla="*/ 1402616 h 3047670"/>
              <a:gd name="connsiteX2273" fmla="*/ 1084559 w 3044273"/>
              <a:gd name="connsiteY2273" fmla="*/ 1401486 h 3047670"/>
              <a:gd name="connsiteX2274" fmla="*/ 780192 w 3044273"/>
              <a:gd name="connsiteY2274" fmla="*/ 1396336 h 3047670"/>
              <a:gd name="connsiteX2275" fmla="*/ 805314 w 3044273"/>
              <a:gd name="connsiteY2275" fmla="*/ 1421207 h 3047670"/>
              <a:gd name="connsiteX2276" fmla="*/ 780444 w 3044273"/>
              <a:gd name="connsiteY2276" fmla="*/ 1446330 h 3047670"/>
              <a:gd name="connsiteX2277" fmla="*/ 755322 w 3044273"/>
              <a:gd name="connsiteY2277" fmla="*/ 1421459 h 3047670"/>
              <a:gd name="connsiteX2278" fmla="*/ 780192 w 3044273"/>
              <a:gd name="connsiteY2278" fmla="*/ 1396336 h 3047670"/>
              <a:gd name="connsiteX2279" fmla="*/ 2262323 w 3044273"/>
              <a:gd name="connsiteY2279" fmla="*/ 1392693 h 3047670"/>
              <a:gd name="connsiteX2280" fmla="*/ 2285689 w 3044273"/>
              <a:gd name="connsiteY2280" fmla="*/ 1415807 h 3047670"/>
              <a:gd name="connsiteX2281" fmla="*/ 2262449 w 3044273"/>
              <a:gd name="connsiteY2281" fmla="*/ 1439172 h 3047670"/>
              <a:gd name="connsiteX2282" fmla="*/ 2239210 w 3044273"/>
              <a:gd name="connsiteY2282" fmla="*/ 1416058 h 3047670"/>
              <a:gd name="connsiteX2283" fmla="*/ 2262323 w 3044273"/>
              <a:gd name="connsiteY2283" fmla="*/ 1392693 h 3047670"/>
              <a:gd name="connsiteX2284" fmla="*/ 300970 w 3044273"/>
              <a:gd name="connsiteY2284" fmla="*/ 1388422 h 3047670"/>
              <a:gd name="connsiteX2285" fmla="*/ 313657 w 3044273"/>
              <a:gd name="connsiteY2285" fmla="*/ 1400983 h 3047670"/>
              <a:gd name="connsiteX2286" fmla="*/ 301095 w 3044273"/>
              <a:gd name="connsiteY2286" fmla="*/ 1413670 h 3047670"/>
              <a:gd name="connsiteX2287" fmla="*/ 288409 w 3044273"/>
              <a:gd name="connsiteY2287" fmla="*/ 1401109 h 3047670"/>
              <a:gd name="connsiteX2288" fmla="*/ 300970 w 3044273"/>
              <a:gd name="connsiteY2288" fmla="*/ 1388422 h 3047670"/>
              <a:gd name="connsiteX2289" fmla="*/ 2648840 w 3044273"/>
              <a:gd name="connsiteY2289" fmla="*/ 1386914 h 3047670"/>
              <a:gd name="connsiteX2290" fmla="*/ 2675721 w 3044273"/>
              <a:gd name="connsiteY2290" fmla="*/ 1413670 h 3047670"/>
              <a:gd name="connsiteX2291" fmla="*/ 2648966 w 3044273"/>
              <a:gd name="connsiteY2291" fmla="*/ 1440552 h 3047670"/>
              <a:gd name="connsiteX2292" fmla="*/ 2622085 w 3044273"/>
              <a:gd name="connsiteY2292" fmla="*/ 1413921 h 3047670"/>
              <a:gd name="connsiteX2293" fmla="*/ 2648840 w 3044273"/>
              <a:gd name="connsiteY2293" fmla="*/ 1386914 h 3047670"/>
              <a:gd name="connsiteX2294" fmla="*/ 2052045 w 3044273"/>
              <a:gd name="connsiteY2294" fmla="*/ 1377116 h 3047670"/>
              <a:gd name="connsiteX2295" fmla="*/ 2052422 w 3044273"/>
              <a:gd name="connsiteY2295" fmla="*/ 1377618 h 3047670"/>
              <a:gd name="connsiteX2296" fmla="*/ 2052045 w 3044273"/>
              <a:gd name="connsiteY2296" fmla="*/ 1378121 h 3047670"/>
              <a:gd name="connsiteX2297" fmla="*/ 2051542 w 3044273"/>
              <a:gd name="connsiteY2297" fmla="*/ 1377618 h 3047670"/>
              <a:gd name="connsiteX2298" fmla="*/ 2052045 w 3044273"/>
              <a:gd name="connsiteY2298" fmla="*/ 1377116 h 3047670"/>
              <a:gd name="connsiteX2299" fmla="*/ 990598 w 3044273"/>
              <a:gd name="connsiteY2299" fmla="*/ 1375106 h 3047670"/>
              <a:gd name="connsiteX2300" fmla="*/ 997005 w 3044273"/>
              <a:gd name="connsiteY2300" fmla="*/ 1381512 h 3047670"/>
              <a:gd name="connsiteX2301" fmla="*/ 990598 w 3044273"/>
              <a:gd name="connsiteY2301" fmla="*/ 1387917 h 3047670"/>
              <a:gd name="connsiteX2302" fmla="*/ 984192 w 3044273"/>
              <a:gd name="connsiteY2302" fmla="*/ 1381512 h 3047670"/>
              <a:gd name="connsiteX2303" fmla="*/ 990598 w 3044273"/>
              <a:gd name="connsiteY2303" fmla="*/ 1375106 h 3047670"/>
              <a:gd name="connsiteX2304" fmla="*/ 687614 w 3044273"/>
              <a:gd name="connsiteY2304" fmla="*/ 1373096 h 3047670"/>
              <a:gd name="connsiteX2305" fmla="*/ 715124 w 3044273"/>
              <a:gd name="connsiteY2305" fmla="*/ 1400481 h 3047670"/>
              <a:gd name="connsiteX2306" fmla="*/ 687740 w 3044273"/>
              <a:gd name="connsiteY2306" fmla="*/ 1427990 h 3047670"/>
              <a:gd name="connsiteX2307" fmla="*/ 660231 w 3044273"/>
              <a:gd name="connsiteY2307" fmla="*/ 1400606 h 3047670"/>
              <a:gd name="connsiteX2308" fmla="*/ 687614 w 3044273"/>
              <a:gd name="connsiteY2308" fmla="*/ 1373096 h 3047670"/>
              <a:gd name="connsiteX2309" fmla="*/ 208017 w 3044273"/>
              <a:gd name="connsiteY2309" fmla="*/ 1371338 h 3047670"/>
              <a:gd name="connsiteX2310" fmla="*/ 216936 w 3044273"/>
              <a:gd name="connsiteY2310" fmla="*/ 1380131 h 3047670"/>
              <a:gd name="connsiteX2311" fmla="*/ 208144 w 3044273"/>
              <a:gd name="connsiteY2311" fmla="*/ 1389049 h 3047670"/>
              <a:gd name="connsiteX2312" fmla="*/ 199225 w 3044273"/>
              <a:gd name="connsiteY2312" fmla="*/ 1380257 h 3047670"/>
              <a:gd name="connsiteX2313" fmla="*/ 208017 w 3044273"/>
              <a:gd name="connsiteY2313" fmla="*/ 1371338 h 3047670"/>
              <a:gd name="connsiteX2314" fmla="*/ 2741544 w 3044273"/>
              <a:gd name="connsiteY2314" fmla="*/ 1367695 h 3047670"/>
              <a:gd name="connsiteX2315" fmla="*/ 2766165 w 3044273"/>
              <a:gd name="connsiteY2315" fmla="*/ 1392190 h 3047670"/>
              <a:gd name="connsiteX2316" fmla="*/ 2741670 w 3044273"/>
              <a:gd name="connsiteY2316" fmla="*/ 1416810 h 3047670"/>
              <a:gd name="connsiteX2317" fmla="*/ 2717049 w 3044273"/>
              <a:gd name="connsiteY2317" fmla="*/ 1392315 h 3047670"/>
              <a:gd name="connsiteX2318" fmla="*/ 2741544 w 3044273"/>
              <a:gd name="connsiteY2318" fmla="*/ 1367695 h 3047670"/>
              <a:gd name="connsiteX2319" fmla="*/ 2355028 w 3044273"/>
              <a:gd name="connsiteY2319" fmla="*/ 1364303 h 3047670"/>
              <a:gd name="connsiteX2320" fmla="*/ 2385176 w 3044273"/>
              <a:gd name="connsiteY2320" fmla="*/ 1394325 h 3047670"/>
              <a:gd name="connsiteX2321" fmla="*/ 2355154 w 3044273"/>
              <a:gd name="connsiteY2321" fmla="*/ 1424598 h 3047670"/>
              <a:gd name="connsiteX2322" fmla="*/ 2324880 w 3044273"/>
              <a:gd name="connsiteY2322" fmla="*/ 1394576 h 3047670"/>
              <a:gd name="connsiteX2323" fmla="*/ 2355028 w 3044273"/>
              <a:gd name="connsiteY2323" fmla="*/ 1364303 h 3047670"/>
              <a:gd name="connsiteX2324" fmla="*/ 594784 w 3044273"/>
              <a:gd name="connsiteY2324" fmla="*/ 1354632 h 3047670"/>
              <a:gd name="connsiteX2325" fmla="*/ 619906 w 3044273"/>
              <a:gd name="connsiteY2325" fmla="*/ 1379503 h 3047670"/>
              <a:gd name="connsiteX2326" fmla="*/ 595036 w 3044273"/>
              <a:gd name="connsiteY2326" fmla="*/ 1404626 h 3047670"/>
              <a:gd name="connsiteX2327" fmla="*/ 569914 w 3044273"/>
              <a:gd name="connsiteY2327" fmla="*/ 1379755 h 3047670"/>
              <a:gd name="connsiteX2328" fmla="*/ 594784 w 3044273"/>
              <a:gd name="connsiteY2328" fmla="*/ 1354632 h 3047670"/>
              <a:gd name="connsiteX2329" fmla="*/ 115188 w 3044273"/>
              <a:gd name="connsiteY2329" fmla="*/ 1354380 h 3047670"/>
              <a:gd name="connsiteX2330" fmla="*/ 120338 w 3044273"/>
              <a:gd name="connsiteY2330" fmla="*/ 1359404 h 3047670"/>
              <a:gd name="connsiteX2331" fmla="*/ 115188 w 3044273"/>
              <a:gd name="connsiteY2331" fmla="*/ 1364554 h 3047670"/>
              <a:gd name="connsiteX2332" fmla="*/ 110164 w 3044273"/>
              <a:gd name="connsiteY2332" fmla="*/ 1359404 h 3047670"/>
              <a:gd name="connsiteX2333" fmla="*/ 115188 w 3044273"/>
              <a:gd name="connsiteY2333" fmla="*/ 1354380 h 3047670"/>
              <a:gd name="connsiteX2334" fmla="*/ 2834248 w 3044273"/>
              <a:gd name="connsiteY2334" fmla="*/ 1352872 h 3047670"/>
              <a:gd name="connsiteX2335" fmla="*/ 2852211 w 3044273"/>
              <a:gd name="connsiteY2335" fmla="*/ 1370710 h 3047670"/>
              <a:gd name="connsiteX2336" fmla="*/ 2834374 w 3044273"/>
              <a:gd name="connsiteY2336" fmla="*/ 1388672 h 3047670"/>
              <a:gd name="connsiteX2337" fmla="*/ 2816411 w 3044273"/>
              <a:gd name="connsiteY2337" fmla="*/ 1370835 h 3047670"/>
              <a:gd name="connsiteX2338" fmla="*/ 2834248 w 3044273"/>
              <a:gd name="connsiteY2338" fmla="*/ 1352872 h 3047670"/>
              <a:gd name="connsiteX2339" fmla="*/ 2145377 w 3044273"/>
              <a:gd name="connsiteY2339" fmla="*/ 1352119 h 3047670"/>
              <a:gd name="connsiteX2340" fmla="*/ 2149147 w 3044273"/>
              <a:gd name="connsiteY2340" fmla="*/ 1355888 h 3047670"/>
              <a:gd name="connsiteX2341" fmla="*/ 2145377 w 3044273"/>
              <a:gd name="connsiteY2341" fmla="*/ 1359656 h 3047670"/>
              <a:gd name="connsiteX2342" fmla="*/ 2141608 w 3044273"/>
              <a:gd name="connsiteY2342" fmla="*/ 1355888 h 3047670"/>
              <a:gd name="connsiteX2343" fmla="*/ 2145377 w 3044273"/>
              <a:gd name="connsiteY2343" fmla="*/ 1352119 h 3047670"/>
              <a:gd name="connsiteX2344" fmla="*/ 897014 w 3044273"/>
              <a:gd name="connsiteY2344" fmla="*/ 1343074 h 3047670"/>
              <a:gd name="connsiteX2345" fmla="*/ 914349 w 3044273"/>
              <a:gd name="connsiteY2345" fmla="*/ 1360282 h 3047670"/>
              <a:gd name="connsiteX2346" fmla="*/ 897140 w 3044273"/>
              <a:gd name="connsiteY2346" fmla="*/ 1377617 h 3047670"/>
              <a:gd name="connsiteX2347" fmla="*/ 879805 w 3044273"/>
              <a:gd name="connsiteY2347" fmla="*/ 1360409 h 3047670"/>
              <a:gd name="connsiteX2348" fmla="*/ 897014 w 3044273"/>
              <a:gd name="connsiteY2348" fmla="*/ 1343074 h 3047670"/>
              <a:gd name="connsiteX2349" fmla="*/ 2447606 w 3044273"/>
              <a:gd name="connsiteY2349" fmla="*/ 1342948 h 3047670"/>
              <a:gd name="connsiteX2350" fmla="*/ 2477754 w 3044273"/>
              <a:gd name="connsiteY2350" fmla="*/ 1372970 h 3047670"/>
              <a:gd name="connsiteX2351" fmla="*/ 2447732 w 3044273"/>
              <a:gd name="connsiteY2351" fmla="*/ 1403118 h 3047670"/>
              <a:gd name="connsiteX2352" fmla="*/ 2417458 w 3044273"/>
              <a:gd name="connsiteY2352" fmla="*/ 1373096 h 3047670"/>
              <a:gd name="connsiteX2353" fmla="*/ 2447606 w 3044273"/>
              <a:gd name="connsiteY2353" fmla="*/ 1342948 h 3047670"/>
              <a:gd name="connsiteX2354" fmla="*/ 2927079 w 3044273"/>
              <a:gd name="connsiteY2354" fmla="*/ 1341944 h 3047670"/>
              <a:gd name="connsiteX2355" fmla="*/ 2934364 w 3044273"/>
              <a:gd name="connsiteY2355" fmla="*/ 1349230 h 3047670"/>
              <a:gd name="connsiteX2356" fmla="*/ 2927079 w 3044273"/>
              <a:gd name="connsiteY2356" fmla="*/ 1356515 h 3047670"/>
              <a:gd name="connsiteX2357" fmla="*/ 2919793 w 3044273"/>
              <a:gd name="connsiteY2357" fmla="*/ 1349230 h 3047670"/>
              <a:gd name="connsiteX2358" fmla="*/ 2927079 w 3044273"/>
              <a:gd name="connsiteY2358" fmla="*/ 1341944 h 3047670"/>
              <a:gd name="connsiteX2359" fmla="*/ 502083 w 3044273"/>
              <a:gd name="connsiteY2359" fmla="*/ 1338177 h 3047670"/>
              <a:gd name="connsiteX2360" fmla="*/ 522936 w 3044273"/>
              <a:gd name="connsiteY2360" fmla="*/ 1358903 h 3047670"/>
              <a:gd name="connsiteX2361" fmla="*/ 502208 w 3044273"/>
              <a:gd name="connsiteY2361" fmla="*/ 1379756 h 3047670"/>
              <a:gd name="connsiteX2362" fmla="*/ 481356 w 3044273"/>
              <a:gd name="connsiteY2362" fmla="*/ 1359030 h 3047670"/>
              <a:gd name="connsiteX2363" fmla="*/ 502083 w 3044273"/>
              <a:gd name="connsiteY2363" fmla="*/ 1338177 h 3047670"/>
              <a:gd name="connsiteX2364" fmla="*/ 22357 w 3044273"/>
              <a:gd name="connsiteY2364" fmla="*/ 1336794 h 3047670"/>
              <a:gd name="connsiteX2365" fmla="*/ 24116 w 3044273"/>
              <a:gd name="connsiteY2365" fmla="*/ 1338552 h 3047670"/>
              <a:gd name="connsiteX2366" fmla="*/ 22357 w 3044273"/>
              <a:gd name="connsiteY2366" fmla="*/ 1340311 h 3047670"/>
              <a:gd name="connsiteX2367" fmla="*/ 20599 w 3044273"/>
              <a:gd name="connsiteY2367" fmla="*/ 1338552 h 3047670"/>
              <a:gd name="connsiteX2368" fmla="*/ 22357 w 3044273"/>
              <a:gd name="connsiteY2368" fmla="*/ 1336794 h 3047670"/>
              <a:gd name="connsiteX2369" fmla="*/ 3019907 w 3044273"/>
              <a:gd name="connsiteY2369" fmla="*/ 1325740 h 3047670"/>
              <a:gd name="connsiteX2370" fmla="*/ 3021916 w 3044273"/>
              <a:gd name="connsiteY2370" fmla="*/ 1327750 h 3047670"/>
              <a:gd name="connsiteX2371" fmla="*/ 3019907 w 3044273"/>
              <a:gd name="connsiteY2371" fmla="*/ 1329760 h 3047670"/>
              <a:gd name="connsiteX2372" fmla="*/ 3017897 w 3044273"/>
              <a:gd name="connsiteY2372" fmla="*/ 1327750 h 3047670"/>
              <a:gd name="connsiteX2373" fmla="*/ 3019907 w 3044273"/>
              <a:gd name="connsiteY2373" fmla="*/ 1325740 h 3047670"/>
              <a:gd name="connsiteX2374" fmla="*/ 1917510 w 3044273"/>
              <a:gd name="connsiteY2374" fmla="*/ 1324359 h 3047670"/>
              <a:gd name="connsiteX2375" fmla="*/ 1917762 w 3044273"/>
              <a:gd name="connsiteY2375" fmla="*/ 1324610 h 3047670"/>
              <a:gd name="connsiteX2376" fmla="*/ 1917510 w 3044273"/>
              <a:gd name="connsiteY2376" fmla="*/ 1324862 h 3047670"/>
              <a:gd name="connsiteX2377" fmla="*/ 1917259 w 3044273"/>
              <a:gd name="connsiteY2377" fmla="*/ 1324610 h 3047670"/>
              <a:gd name="connsiteX2378" fmla="*/ 1917510 w 3044273"/>
              <a:gd name="connsiteY2378" fmla="*/ 1324359 h 3047670"/>
              <a:gd name="connsiteX2379" fmla="*/ 2540058 w 3044273"/>
              <a:gd name="connsiteY2379" fmla="*/ 1323731 h 3047670"/>
              <a:gd name="connsiteX2380" fmla="*/ 2567818 w 3044273"/>
              <a:gd name="connsiteY2380" fmla="*/ 1351367 h 3047670"/>
              <a:gd name="connsiteX2381" fmla="*/ 2540183 w 3044273"/>
              <a:gd name="connsiteY2381" fmla="*/ 1379128 h 3047670"/>
              <a:gd name="connsiteX2382" fmla="*/ 2512423 w 3044273"/>
              <a:gd name="connsiteY2382" fmla="*/ 1351618 h 3047670"/>
              <a:gd name="connsiteX2383" fmla="*/ 2540058 w 3044273"/>
              <a:gd name="connsiteY2383" fmla="*/ 1323731 h 3047670"/>
              <a:gd name="connsiteX2384" fmla="*/ 409379 w 3044273"/>
              <a:gd name="connsiteY2384" fmla="*/ 1322222 h 3047670"/>
              <a:gd name="connsiteX2385" fmla="*/ 425331 w 3044273"/>
              <a:gd name="connsiteY2385" fmla="*/ 1338050 h 3047670"/>
              <a:gd name="connsiteX2386" fmla="*/ 409504 w 3044273"/>
              <a:gd name="connsiteY2386" fmla="*/ 1354003 h 3047670"/>
              <a:gd name="connsiteX2387" fmla="*/ 393551 w 3044273"/>
              <a:gd name="connsiteY2387" fmla="*/ 1338176 h 3047670"/>
              <a:gd name="connsiteX2388" fmla="*/ 409379 w 3044273"/>
              <a:gd name="connsiteY2388" fmla="*/ 1322222 h 3047670"/>
              <a:gd name="connsiteX2389" fmla="*/ 2238458 w 3044273"/>
              <a:gd name="connsiteY2389" fmla="*/ 1322097 h 3047670"/>
              <a:gd name="connsiteX2390" fmla="*/ 2250517 w 3044273"/>
              <a:gd name="connsiteY2390" fmla="*/ 1334030 h 3047670"/>
              <a:gd name="connsiteX2391" fmla="*/ 2238583 w 3044273"/>
              <a:gd name="connsiteY2391" fmla="*/ 1346089 h 3047670"/>
              <a:gd name="connsiteX2392" fmla="*/ 2226649 w 3044273"/>
              <a:gd name="connsiteY2392" fmla="*/ 1334156 h 3047670"/>
              <a:gd name="connsiteX2393" fmla="*/ 2238458 w 3044273"/>
              <a:gd name="connsiteY2393" fmla="*/ 1322097 h 3047670"/>
              <a:gd name="connsiteX2394" fmla="*/ 803556 w 3044273"/>
              <a:gd name="connsiteY2394" fmla="*/ 1314308 h 3047670"/>
              <a:gd name="connsiteX2395" fmla="*/ 828679 w 3044273"/>
              <a:gd name="connsiteY2395" fmla="*/ 1339179 h 3047670"/>
              <a:gd name="connsiteX2396" fmla="*/ 803808 w 3044273"/>
              <a:gd name="connsiteY2396" fmla="*/ 1364302 h 3047670"/>
              <a:gd name="connsiteX2397" fmla="*/ 778685 w 3044273"/>
              <a:gd name="connsiteY2397" fmla="*/ 1339431 h 3047670"/>
              <a:gd name="connsiteX2398" fmla="*/ 803556 w 3044273"/>
              <a:gd name="connsiteY2398" fmla="*/ 1314308 h 3047670"/>
              <a:gd name="connsiteX2399" fmla="*/ 316674 w 3044273"/>
              <a:gd name="connsiteY2399" fmla="*/ 1304637 h 3047670"/>
              <a:gd name="connsiteX2400" fmla="*/ 329361 w 3044273"/>
              <a:gd name="connsiteY2400" fmla="*/ 1317198 h 3047670"/>
              <a:gd name="connsiteX2401" fmla="*/ 316799 w 3044273"/>
              <a:gd name="connsiteY2401" fmla="*/ 1329885 h 3047670"/>
              <a:gd name="connsiteX2402" fmla="*/ 304113 w 3044273"/>
              <a:gd name="connsiteY2402" fmla="*/ 1317324 h 3047670"/>
              <a:gd name="connsiteX2403" fmla="*/ 316674 w 3044273"/>
              <a:gd name="connsiteY2403" fmla="*/ 1304637 h 3047670"/>
              <a:gd name="connsiteX2404" fmla="*/ 2632638 w 3044273"/>
              <a:gd name="connsiteY2404" fmla="*/ 1303380 h 3047670"/>
              <a:gd name="connsiteX2405" fmla="*/ 2659521 w 3044273"/>
              <a:gd name="connsiteY2405" fmla="*/ 1330011 h 3047670"/>
              <a:gd name="connsiteX2406" fmla="*/ 2632763 w 3044273"/>
              <a:gd name="connsiteY2406" fmla="*/ 1356893 h 3047670"/>
              <a:gd name="connsiteX2407" fmla="*/ 2605882 w 3044273"/>
              <a:gd name="connsiteY2407" fmla="*/ 1330137 h 3047670"/>
              <a:gd name="connsiteX2408" fmla="*/ 2632638 w 3044273"/>
              <a:gd name="connsiteY2408" fmla="*/ 1303380 h 3047670"/>
              <a:gd name="connsiteX2409" fmla="*/ 1027277 w 3044273"/>
              <a:gd name="connsiteY2409" fmla="*/ 1302751 h 3047670"/>
              <a:gd name="connsiteX2410" fmla="*/ 1029036 w 3044273"/>
              <a:gd name="connsiteY2410" fmla="*/ 1304509 h 3047670"/>
              <a:gd name="connsiteX2411" fmla="*/ 1027277 w 3044273"/>
              <a:gd name="connsiteY2411" fmla="*/ 1306268 h 3047670"/>
              <a:gd name="connsiteX2412" fmla="*/ 1025519 w 3044273"/>
              <a:gd name="connsiteY2412" fmla="*/ 1304509 h 3047670"/>
              <a:gd name="connsiteX2413" fmla="*/ 1027277 w 3044273"/>
              <a:gd name="connsiteY2413" fmla="*/ 1302751 h 3047670"/>
              <a:gd name="connsiteX2414" fmla="*/ 2014486 w 3044273"/>
              <a:gd name="connsiteY2414" fmla="*/ 1299485 h 3047670"/>
              <a:gd name="connsiteX2415" fmla="*/ 2016119 w 3044273"/>
              <a:gd name="connsiteY2415" fmla="*/ 1300992 h 3047670"/>
              <a:gd name="connsiteX2416" fmla="*/ 2014612 w 3044273"/>
              <a:gd name="connsiteY2416" fmla="*/ 1302500 h 3047670"/>
              <a:gd name="connsiteX2417" fmla="*/ 2013104 w 3044273"/>
              <a:gd name="connsiteY2417" fmla="*/ 1300992 h 3047670"/>
              <a:gd name="connsiteX2418" fmla="*/ 2014486 w 3044273"/>
              <a:gd name="connsiteY2418" fmla="*/ 1299485 h 3047670"/>
              <a:gd name="connsiteX2419" fmla="*/ 710349 w 3044273"/>
              <a:gd name="connsiteY2419" fmla="*/ 1290442 h 3047670"/>
              <a:gd name="connsiteX2420" fmla="*/ 738362 w 3044273"/>
              <a:gd name="connsiteY2420" fmla="*/ 1318203 h 3047670"/>
              <a:gd name="connsiteX2421" fmla="*/ 710600 w 3044273"/>
              <a:gd name="connsiteY2421" fmla="*/ 1346216 h 3047670"/>
              <a:gd name="connsiteX2422" fmla="*/ 682589 w 3044273"/>
              <a:gd name="connsiteY2422" fmla="*/ 1318454 h 3047670"/>
              <a:gd name="connsiteX2423" fmla="*/ 710349 w 3044273"/>
              <a:gd name="connsiteY2423" fmla="*/ 1290442 h 3047670"/>
              <a:gd name="connsiteX2424" fmla="*/ 223971 w 3044273"/>
              <a:gd name="connsiteY2424" fmla="*/ 1287553 h 3047670"/>
              <a:gd name="connsiteX2425" fmla="*/ 232889 w 3044273"/>
              <a:gd name="connsiteY2425" fmla="*/ 1296346 h 3047670"/>
              <a:gd name="connsiteX2426" fmla="*/ 224097 w 3044273"/>
              <a:gd name="connsiteY2426" fmla="*/ 1305263 h 3047670"/>
              <a:gd name="connsiteX2427" fmla="*/ 215178 w 3044273"/>
              <a:gd name="connsiteY2427" fmla="*/ 1296471 h 3047670"/>
              <a:gd name="connsiteX2428" fmla="*/ 223971 w 3044273"/>
              <a:gd name="connsiteY2428" fmla="*/ 1287553 h 3047670"/>
              <a:gd name="connsiteX2429" fmla="*/ 2331539 w 3044273"/>
              <a:gd name="connsiteY2429" fmla="*/ 1286297 h 3047670"/>
              <a:gd name="connsiteX2430" fmla="*/ 2357793 w 3044273"/>
              <a:gd name="connsiteY2430" fmla="*/ 1312299 h 3047670"/>
              <a:gd name="connsiteX2431" fmla="*/ 2331789 w 3044273"/>
              <a:gd name="connsiteY2431" fmla="*/ 1338552 h 3047670"/>
              <a:gd name="connsiteX2432" fmla="*/ 2305536 w 3044273"/>
              <a:gd name="connsiteY2432" fmla="*/ 1312550 h 3047670"/>
              <a:gd name="connsiteX2433" fmla="*/ 2331539 w 3044273"/>
              <a:gd name="connsiteY2433" fmla="*/ 1286297 h 3047670"/>
              <a:gd name="connsiteX2434" fmla="*/ 2725090 w 3044273"/>
              <a:gd name="connsiteY2434" fmla="*/ 1285292 h 3047670"/>
              <a:gd name="connsiteX2435" fmla="*/ 2748454 w 3044273"/>
              <a:gd name="connsiteY2435" fmla="*/ 1308406 h 3047670"/>
              <a:gd name="connsiteX2436" fmla="*/ 2725342 w 3044273"/>
              <a:gd name="connsiteY2436" fmla="*/ 1331771 h 3047670"/>
              <a:gd name="connsiteX2437" fmla="*/ 2701976 w 3044273"/>
              <a:gd name="connsiteY2437" fmla="*/ 1308657 h 3047670"/>
              <a:gd name="connsiteX2438" fmla="*/ 2725090 w 3044273"/>
              <a:gd name="connsiteY2438" fmla="*/ 1285292 h 3047670"/>
              <a:gd name="connsiteX2439" fmla="*/ 931183 w 3044273"/>
              <a:gd name="connsiteY2439" fmla="*/ 1274489 h 3047670"/>
              <a:gd name="connsiteX2440" fmla="*/ 938970 w 3044273"/>
              <a:gd name="connsiteY2440" fmla="*/ 1282278 h 3047670"/>
              <a:gd name="connsiteX2441" fmla="*/ 931308 w 3044273"/>
              <a:gd name="connsiteY2441" fmla="*/ 1290065 h 3047670"/>
              <a:gd name="connsiteX2442" fmla="*/ 923519 w 3044273"/>
              <a:gd name="connsiteY2442" fmla="*/ 1282278 h 3047670"/>
              <a:gd name="connsiteX2443" fmla="*/ 931183 w 3044273"/>
              <a:gd name="connsiteY2443" fmla="*/ 1274489 h 3047670"/>
              <a:gd name="connsiteX2444" fmla="*/ 617271 w 3044273"/>
              <a:gd name="connsiteY2444" fmla="*/ 1273483 h 3047670"/>
              <a:gd name="connsiteX2445" fmla="*/ 641264 w 3044273"/>
              <a:gd name="connsiteY2445" fmla="*/ 1297350 h 3047670"/>
              <a:gd name="connsiteX2446" fmla="*/ 617398 w 3044273"/>
              <a:gd name="connsiteY2446" fmla="*/ 1321342 h 3047670"/>
              <a:gd name="connsiteX2447" fmla="*/ 593405 w 3044273"/>
              <a:gd name="connsiteY2447" fmla="*/ 1297476 h 3047670"/>
              <a:gd name="connsiteX2448" fmla="*/ 617271 w 3044273"/>
              <a:gd name="connsiteY2448" fmla="*/ 1273483 h 3047670"/>
              <a:gd name="connsiteX2449" fmla="*/ 131392 w 3044273"/>
              <a:gd name="connsiteY2449" fmla="*/ 1271097 h 3047670"/>
              <a:gd name="connsiteX2450" fmla="*/ 136040 w 3044273"/>
              <a:gd name="connsiteY2450" fmla="*/ 1275745 h 3047670"/>
              <a:gd name="connsiteX2451" fmla="*/ 131392 w 3044273"/>
              <a:gd name="connsiteY2451" fmla="*/ 1280393 h 3047670"/>
              <a:gd name="connsiteX2452" fmla="*/ 126745 w 3044273"/>
              <a:gd name="connsiteY2452" fmla="*/ 1275745 h 3047670"/>
              <a:gd name="connsiteX2453" fmla="*/ 131392 w 3044273"/>
              <a:gd name="connsiteY2453" fmla="*/ 1271097 h 3047670"/>
              <a:gd name="connsiteX2454" fmla="*/ 2110582 w 3044273"/>
              <a:gd name="connsiteY2454" fmla="*/ 1270469 h 3047670"/>
              <a:gd name="connsiteX2455" fmla="*/ 2118119 w 3044273"/>
              <a:gd name="connsiteY2455" fmla="*/ 1278005 h 3047670"/>
              <a:gd name="connsiteX2456" fmla="*/ 2110582 w 3044273"/>
              <a:gd name="connsiteY2456" fmla="*/ 1285541 h 3047670"/>
              <a:gd name="connsiteX2457" fmla="*/ 2103045 w 3044273"/>
              <a:gd name="connsiteY2457" fmla="*/ 1278005 h 3047670"/>
              <a:gd name="connsiteX2458" fmla="*/ 2110582 w 3044273"/>
              <a:gd name="connsiteY2458" fmla="*/ 1270469 h 3047670"/>
              <a:gd name="connsiteX2459" fmla="*/ 2817669 w 3044273"/>
              <a:gd name="connsiteY2459" fmla="*/ 1270092 h 3047670"/>
              <a:gd name="connsiteX2460" fmla="*/ 2834752 w 3044273"/>
              <a:gd name="connsiteY2460" fmla="*/ 1287050 h 3047670"/>
              <a:gd name="connsiteX2461" fmla="*/ 2817794 w 3044273"/>
              <a:gd name="connsiteY2461" fmla="*/ 1304134 h 3047670"/>
              <a:gd name="connsiteX2462" fmla="*/ 2800710 w 3044273"/>
              <a:gd name="connsiteY2462" fmla="*/ 1287176 h 3047670"/>
              <a:gd name="connsiteX2463" fmla="*/ 2817669 w 3044273"/>
              <a:gd name="connsiteY2463" fmla="*/ 1270092 h 3047670"/>
              <a:gd name="connsiteX2464" fmla="*/ 2424493 w 3044273"/>
              <a:gd name="connsiteY2464" fmla="*/ 1260169 h 3047670"/>
              <a:gd name="connsiteX2465" fmla="*/ 2455393 w 3044273"/>
              <a:gd name="connsiteY2465" fmla="*/ 1290819 h 3047670"/>
              <a:gd name="connsiteX2466" fmla="*/ 2424743 w 3044273"/>
              <a:gd name="connsiteY2466" fmla="*/ 1321720 h 3047670"/>
              <a:gd name="connsiteX2467" fmla="*/ 2393843 w 3044273"/>
              <a:gd name="connsiteY2467" fmla="*/ 1291070 h 3047670"/>
              <a:gd name="connsiteX2468" fmla="*/ 2424493 w 3044273"/>
              <a:gd name="connsiteY2468" fmla="*/ 1260169 h 3047670"/>
              <a:gd name="connsiteX2469" fmla="*/ 2910245 w 3044273"/>
              <a:gd name="connsiteY2469" fmla="*/ 1258285 h 3047670"/>
              <a:gd name="connsiteX2470" fmla="*/ 2917656 w 3044273"/>
              <a:gd name="connsiteY2470" fmla="*/ 1265571 h 3047670"/>
              <a:gd name="connsiteX2471" fmla="*/ 2910371 w 3044273"/>
              <a:gd name="connsiteY2471" fmla="*/ 1272856 h 3047670"/>
              <a:gd name="connsiteX2472" fmla="*/ 2903085 w 3044273"/>
              <a:gd name="connsiteY2472" fmla="*/ 1265571 h 3047670"/>
              <a:gd name="connsiteX2473" fmla="*/ 2910245 w 3044273"/>
              <a:gd name="connsiteY2473" fmla="*/ 1258285 h 3047670"/>
              <a:gd name="connsiteX2474" fmla="*/ 1864250 w 3044273"/>
              <a:gd name="connsiteY2474" fmla="*/ 1258033 h 3047670"/>
              <a:gd name="connsiteX2475" fmla="*/ 1864501 w 3044273"/>
              <a:gd name="connsiteY2475" fmla="*/ 1258284 h 3047670"/>
              <a:gd name="connsiteX2476" fmla="*/ 1864250 w 3044273"/>
              <a:gd name="connsiteY2476" fmla="*/ 1258536 h 3047670"/>
              <a:gd name="connsiteX2477" fmla="*/ 1863998 w 3044273"/>
              <a:gd name="connsiteY2477" fmla="*/ 1258284 h 3047670"/>
              <a:gd name="connsiteX2478" fmla="*/ 1864250 w 3044273"/>
              <a:gd name="connsiteY2478" fmla="*/ 1258033 h 3047670"/>
              <a:gd name="connsiteX2479" fmla="*/ 524189 w 3044273"/>
              <a:gd name="connsiteY2479" fmla="*/ 1257028 h 3047670"/>
              <a:gd name="connsiteX2480" fmla="*/ 543785 w 3044273"/>
              <a:gd name="connsiteY2480" fmla="*/ 1276498 h 3047670"/>
              <a:gd name="connsiteX2481" fmla="*/ 524315 w 3044273"/>
              <a:gd name="connsiteY2481" fmla="*/ 1295968 h 3047670"/>
              <a:gd name="connsiteX2482" fmla="*/ 504719 w 3044273"/>
              <a:gd name="connsiteY2482" fmla="*/ 1276624 h 3047670"/>
              <a:gd name="connsiteX2483" fmla="*/ 524189 w 3044273"/>
              <a:gd name="connsiteY2483" fmla="*/ 1257028 h 3047670"/>
              <a:gd name="connsiteX2484" fmla="*/ 38688 w 3044273"/>
              <a:gd name="connsiteY2484" fmla="*/ 1253386 h 3047670"/>
              <a:gd name="connsiteX2485" fmla="*/ 40196 w 3044273"/>
              <a:gd name="connsiteY2485" fmla="*/ 1254893 h 3047670"/>
              <a:gd name="connsiteX2486" fmla="*/ 38688 w 3044273"/>
              <a:gd name="connsiteY2486" fmla="*/ 1256400 h 3047670"/>
              <a:gd name="connsiteX2487" fmla="*/ 37181 w 3044273"/>
              <a:gd name="connsiteY2487" fmla="*/ 1254893 h 3047670"/>
              <a:gd name="connsiteX2488" fmla="*/ 38688 w 3044273"/>
              <a:gd name="connsiteY2488" fmla="*/ 1253386 h 3047670"/>
              <a:gd name="connsiteX2489" fmla="*/ 835966 w 3044273"/>
              <a:gd name="connsiteY2489" fmla="*/ 1242080 h 3047670"/>
              <a:gd name="connsiteX2490" fmla="*/ 854431 w 3044273"/>
              <a:gd name="connsiteY2490" fmla="*/ 1260419 h 3047670"/>
              <a:gd name="connsiteX2491" fmla="*/ 836092 w 3044273"/>
              <a:gd name="connsiteY2491" fmla="*/ 1278885 h 3047670"/>
              <a:gd name="connsiteX2492" fmla="*/ 817626 w 3044273"/>
              <a:gd name="connsiteY2492" fmla="*/ 1260546 h 3047670"/>
              <a:gd name="connsiteX2493" fmla="*/ 835966 w 3044273"/>
              <a:gd name="connsiteY2493" fmla="*/ 1242080 h 3047670"/>
              <a:gd name="connsiteX2494" fmla="*/ 431234 w 3044273"/>
              <a:gd name="connsiteY2494" fmla="*/ 1240322 h 3047670"/>
              <a:gd name="connsiteX2495" fmla="*/ 446559 w 3044273"/>
              <a:gd name="connsiteY2495" fmla="*/ 1255521 h 3047670"/>
              <a:gd name="connsiteX2496" fmla="*/ 431360 w 3044273"/>
              <a:gd name="connsiteY2496" fmla="*/ 1270846 h 3047670"/>
              <a:gd name="connsiteX2497" fmla="*/ 416035 w 3044273"/>
              <a:gd name="connsiteY2497" fmla="*/ 1255647 h 3047670"/>
              <a:gd name="connsiteX2498" fmla="*/ 431234 w 3044273"/>
              <a:gd name="connsiteY2498" fmla="*/ 1240322 h 3047670"/>
              <a:gd name="connsiteX2499" fmla="*/ 2517322 w 3044273"/>
              <a:gd name="connsiteY2499" fmla="*/ 1239443 h 3047670"/>
              <a:gd name="connsiteX2500" fmla="*/ 2547344 w 3044273"/>
              <a:gd name="connsiteY2500" fmla="*/ 1269214 h 3047670"/>
              <a:gd name="connsiteX2501" fmla="*/ 2517574 w 3044273"/>
              <a:gd name="connsiteY2501" fmla="*/ 1299236 h 3047670"/>
              <a:gd name="connsiteX2502" fmla="*/ 2487551 w 3044273"/>
              <a:gd name="connsiteY2502" fmla="*/ 1269464 h 3047670"/>
              <a:gd name="connsiteX2503" fmla="*/ 2517322 w 3044273"/>
              <a:gd name="connsiteY2503" fmla="*/ 1239443 h 3047670"/>
              <a:gd name="connsiteX2504" fmla="*/ 2205670 w 3044273"/>
              <a:gd name="connsiteY2504" fmla="*/ 1238814 h 3047670"/>
              <a:gd name="connsiteX2505" fmla="*/ 2222376 w 3044273"/>
              <a:gd name="connsiteY2505" fmla="*/ 1255395 h 3047670"/>
              <a:gd name="connsiteX2506" fmla="*/ 2205795 w 3044273"/>
              <a:gd name="connsiteY2506" fmla="*/ 1272102 h 3047670"/>
              <a:gd name="connsiteX2507" fmla="*/ 2189089 w 3044273"/>
              <a:gd name="connsiteY2507" fmla="*/ 1255521 h 3047670"/>
              <a:gd name="connsiteX2508" fmla="*/ 2205670 w 3044273"/>
              <a:gd name="connsiteY2508" fmla="*/ 1238814 h 3047670"/>
              <a:gd name="connsiteX2509" fmla="*/ 3002822 w 3044273"/>
              <a:gd name="connsiteY2509" fmla="*/ 1236930 h 3047670"/>
              <a:gd name="connsiteX2510" fmla="*/ 3010107 w 3044273"/>
              <a:gd name="connsiteY2510" fmla="*/ 1244215 h 3047670"/>
              <a:gd name="connsiteX2511" fmla="*/ 3002822 w 3044273"/>
              <a:gd name="connsiteY2511" fmla="*/ 1251501 h 3047670"/>
              <a:gd name="connsiteX2512" fmla="*/ 2995536 w 3044273"/>
              <a:gd name="connsiteY2512" fmla="*/ 1244215 h 3047670"/>
              <a:gd name="connsiteX2513" fmla="*/ 3002822 w 3044273"/>
              <a:gd name="connsiteY2513" fmla="*/ 1236930 h 3047670"/>
              <a:gd name="connsiteX2514" fmla="*/ 1075011 w 3044273"/>
              <a:gd name="connsiteY2514" fmla="*/ 1230397 h 3047670"/>
              <a:gd name="connsiteX2515" fmla="*/ 1078528 w 3044273"/>
              <a:gd name="connsiteY2515" fmla="*/ 1233914 h 3047670"/>
              <a:gd name="connsiteX2516" fmla="*/ 1075011 w 3044273"/>
              <a:gd name="connsiteY2516" fmla="*/ 1237431 h 3047670"/>
              <a:gd name="connsiteX2517" fmla="*/ 1071494 w 3044273"/>
              <a:gd name="connsiteY2517" fmla="*/ 1233914 h 3047670"/>
              <a:gd name="connsiteX2518" fmla="*/ 1075011 w 3044273"/>
              <a:gd name="connsiteY2518" fmla="*/ 1230397 h 3047670"/>
              <a:gd name="connsiteX2519" fmla="*/ 1966375 w 3044273"/>
              <a:gd name="connsiteY2519" fmla="*/ 1226629 h 3047670"/>
              <a:gd name="connsiteX2520" fmla="*/ 1970647 w 3044273"/>
              <a:gd name="connsiteY2520" fmla="*/ 1230775 h 3047670"/>
              <a:gd name="connsiteX2521" fmla="*/ 1966501 w 3044273"/>
              <a:gd name="connsiteY2521" fmla="*/ 1234920 h 3047670"/>
              <a:gd name="connsiteX2522" fmla="*/ 1962230 w 3044273"/>
              <a:gd name="connsiteY2522" fmla="*/ 1230775 h 3047670"/>
              <a:gd name="connsiteX2523" fmla="*/ 1966375 w 3044273"/>
              <a:gd name="connsiteY2523" fmla="*/ 1226629 h 3047670"/>
              <a:gd name="connsiteX2524" fmla="*/ 338280 w 3044273"/>
              <a:gd name="connsiteY2524" fmla="*/ 1222108 h 3047670"/>
              <a:gd name="connsiteX2525" fmla="*/ 350967 w 3044273"/>
              <a:gd name="connsiteY2525" fmla="*/ 1234669 h 3047670"/>
              <a:gd name="connsiteX2526" fmla="*/ 338405 w 3044273"/>
              <a:gd name="connsiteY2526" fmla="*/ 1247356 h 3047670"/>
              <a:gd name="connsiteX2527" fmla="*/ 325719 w 3044273"/>
              <a:gd name="connsiteY2527" fmla="*/ 1234795 h 3047670"/>
              <a:gd name="connsiteX2528" fmla="*/ 338280 w 3044273"/>
              <a:gd name="connsiteY2528" fmla="*/ 1222108 h 3047670"/>
              <a:gd name="connsiteX2529" fmla="*/ 2610278 w 3044273"/>
              <a:gd name="connsiteY2529" fmla="*/ 1219470 h 3047670"/>
              <a:gd name="connsiteX2530" fmla="*/ 2638666 w 3044273"/>
              <a:gd name="connsiteY2530" fmla="*/ 1247733 h 3047670"/>
              <a:gd name="connsiteX2531" fmla="*/ 2610403 w 3044273"/>
              <a:gd name="connsiteY2531" fmla="*/ 1276122 h 3047670"/>
              <a:gd name="connsiteX2532" fmla="*/ 2582015 w 3044273"/>
              <a:gd name="connsiteY2532" fmla="*/ 1247858 h 3047670"/>
              <a:gd name="connsiteX2533" fmla="*/ 2610278 w 3044273"/>
              <a:gd name="connsiteY2533" fmla="*/ 1219470 h 3047670"/>
              <a:gd name="connsiteX2534" fmla="*/ 741126 w 3044273"/>
              <a:gd name="connsiteY2534" fmla="*/ 1211053 h 3047670"/>
              <a:gd name="connsiteX2535" fmla="*/ 769138 w 3044273"/>
              <a:gd name="connsiteY2535" fmla="*/ 1238814 h 3047670"/>
              <a:gd name="connsiteX2536" fmla="*/ 741378 w 3044273"/>
              <a:gd name="connsiteY2536" fmla="*/ 1266827 h 3047670"/>
              <a:gd name="connsiteX2537" fmla="*/ 713366 w 3044273"/>
              <a:gd name="connsiteY2537" fmla="*/ 1239065 h 3047670"/>
              <a:gd name="connsiteX2538" fmla="*/ 741126 w 3044273"/>
              <a:gd name="connsiteY2538" fmla="*/ 1211053 h 3047670"/>
              <a:gd name="connsiteX2539" fmla="*/ 245199 w 3044273"/>
              <a:gd name="connsiteY2539" fmla="*/ 1205777 h 3047670"/>
              <a:gd name="connsiteX2540" fmla="*/ 253491 w 3044273"/>
              <a:gd name="connsiteY2540" fmla="*/ 1213941 h 3047670"/>
              <a:gd name="connsiteX2541" fmla="*/ 245325 w 3044273"/>
              <a:gd name="connsiteY2541" fmla="*/ 1222107 h 3047670"/>
              <a:gd name="connsiteX2542" fmla="*/ 237160 w 3044273"/>
              <a:gd name="connsiteY2542" fmla="*/ 1213941 h 3047670"/>
              <a:gd name="connsiteX2543" fmla="*/ 245199 w 3044273"/>
              <a:gd name="connsiteY2543" fmla="*/ 1205777 h 3047670"/>
              <a:gd name="connsiteX2544" fmla="*/ 2300134 w 3044273"/>
              <a:gd name="connsiteY2544" fmla="*/ 1204145 h 3047670"/>
              <a:gd name="connsiteX2545" fmla="*/ 2329401 w 3044273"/>
              <a:gd name="connsiteY2545" fmla="*/ 1233288 h 3047670"/>
              <a:gd name="connsiteX2546" fmla="*/ 2300259 w 3044273"/>
              <a:gd name="connsiteY2546" fmla="*/ 1262556 h 3047670"/>
              <a:gd name="connsiteX2547" fmla="*/ 2270991 w 3044273"/>
              <a:gd name="connsiteY2547" fmla="*/ 1233413 h 3047670"/>
              <a:gd name="connsiteX2548" fmla="*/ 2300134 w 3044273"/>
              <a:gd name="connsiteY2548" fmla="*/ 1204145 h 3047670"/>
              <a:gd name="connsiteX2549" fmla="*/ 1799936 w 3044273"/>
              <a:gd name="connsiteY2549" fmla="*/ 1202135 h 3047670"/>
              <a:gd name="connsiteX2550" fmla="*/ 1800188 w 3044273"/>
              <a:gd name="connsiteY2550" fmla="*/ 1202387 h 3047670"/>
              <a:gd name="connsiteX2551" fmla="*/ 1799936 w 3044273"/>
              <a:gd name="connsiteY2551" fmla="*/ 1202638 h 3047670"/>
              <a:gd name="connsiteX2552" fmla="*/ 1799685 w 3044273"/>
              <a:gd name="connsiteY2552" fmla="*/ 1202387 h 3047670"/>
              <a:gd name="connsiteX2553" fmla="*/ 1799936 w 3044273"/>
              <a:gd name="connsiteY2553" fmla="*/ 1202135 h 3047670"/>
              <a:gd name="connsiteX2554" fmla="*/ 2702978 w 3044273"/>
              <a:gd name="connsiteY2554" fmla="*/ 1201254 h 3047670"/>
              <a:gd name="connsiteX2555" fmla="*/ 2728100 w 3044273"/>
              <a:gd name="connsiteY2555" fmla="*/ 1226125 h 3047670"/>
              <a:gd name="connsiteX2556" fmla="*/ 2703230 w 3044273"/>
              <a:gd name="connsiteY2556" fmla="*/ 1251248 h 3047670"/>
              <a:gd name="connsiteX2557" fmla="*/ 2678107 w 3044273"/>
              <a:gd name="connsiteY2557" fmla="*/ 1226377 h 3047670"/>
              <a:gd name="connsiteX2558" fmla="*/ 2702978 w 3044273"/>
              <a:gd name="connsiteY2558" fmla="*/ 1201254 h 3047670"/>
              <a:gd name="connsiteX2559" fmla="*/ 975148 w 3044273"/>
              <a:gd name="connsiteY2559" fmla="*/ 1198367 h 3047670"/>
              <a:gd name="connsiteX2560" fmla="*/ 986077 w 3044273"/>
              <a:gd name="connsiteY2560" fmla="*/ 1209170 h 3047670"/>
              <a:gd name="connsiteX2561" fmla="*/ 975274 w 3044273"/>
              <a:gd name="connsiteY2561" fmla="*/ 1220098 h 3047670"/>
              <a:gd name="connsiteX2562" fmla="*/ 964345 w 3044273"/>
              <a:gd name="connsiteY2562" fmla="*/ 1209296 h 3047670"/>
              <a:gd name="connsiteX2563" fmla="*/ 975148 w 3044273"/>
              <a:gd name="connsiteY2563" fmla="*/ 1198367 h 3047670"/>
              <a:gd name="connsiteX2564" fmla="*/ 2066240 w 3044273"/>
              <a:gd name="connsiteY2564" fmla="*/ 1192587 h 3047670"/>
              <a:gd name="connsiteX2565" fmla="*/ 2079052 w 3044273"/>
              <a:gd name="connsiteY2565" fmla="*/ 1205399 h 3047670"/>
              <a:gd name="connsiteX2566" fmla="*/ 2066240 w 3044273"/>
              <a:gd name="connsiteY2566" fmla="*/ 1218212 h 3047670"/>
              <a:gd name="connsiteX2567" fmla="*/ 2053301 w 3044273"/>
              <a:gd name="connsiteY2567" fmla="*/ 1205399 h 3047670"/>
              <a:gd name="connsiteX2568" fmla="*/ 2066240 w 3044273"/>
              <a:gd name="connsiteY2568" fmla="*/ 1192587 h 3047670"/>
              <a:gd name="connsiteX2569" fmla="*/ 646915 w 3044273"/>
              <a:gd name="connsiteY2569" fmla="*/ 1190076 h 3047670"/>
              <a:gd name="connsiteX2570" fmla="*/ 674424 w 3044273"/>
              <a:gd name="connsiteY2570" fmla="*/ 1217461 h 3047670"/>
              <a:gd name="connsiteX2571" fmla="*/ 647041 w 3044273"/>
              <a:gd name="connsiteY2571" fmla="*/ 1244970 h 3047670"/>
              <a:gd name="connsiteX2572" fmla="*/ 619531 w 3044273"/>
              <a:gd name="connsiteY2572" fmla="*/ 1217586 h 3047670"/>
              <a:gd name="connsiteX2573" fmla="*/ 646915 w 3044273"/>
              <a:gd name="connsiteY2573" fmla="*/ 1190076 h 3047670"/>
              <a:gd name="connsiteX2574" fmla="*/ 152623 w 3044273"/>
              <a:gd name="connsiteY2574" fmla="*/ 1188945 h 3047670"/>
              <a:gd name="connsiteX2575" fmla="*/ 156643 w 3044273"/>
              <a:gd name="connsiteY2575" fmla="*/ 1192965 h 3047670"/>
              <a:gd name="connsiteX2576" fmla="*/ 152623 w 3044273"/>
              <a:gd name="connsiteY2576" fmla="*/ 1196985 h 3047670"/>
              <a:gd name="connsiteX2577" fmla="*/ 148603 w 3044273"/>
              <a:gd name="connsiteY2577" fmla="*/ 1193090 h 3047670"/>
              <a:gd name="connsiteX2578" fmla="*/ 152623 w 3044273"/>
              <a:gd name="connsiteY2578" fmla="*/ 1188945 h 3047670"/>
              <a:gd name="connsiteX2579" fmla="*/ 2795684 w 3044273"/>
              <a:gd name="connsiteY2579" fmla="*/ 1185176 h 3047670"/>
              <a:gd name="connsiteX2580" fmla="*/ 2815280 w 3044273"/>
              <a:gd name="connsiteY2580" fmla="*/ 1204522 h 3047670"/>
              <a:gd name="connsiteX2581" fmla="*/ 2795936 w 3044273"/>
              <a:gd name="connsiteY2581" fmla="*/ 1224119 h 3047670"/>
              <a:gd name="connsiteX2582" fmla="*/ 2776340 w 3044273"/>
              <a:gd name="connsiteY2582" fmla="*/ 1204773 h 3047670"/>
              <a:gd name="connsiteX2583" fmla="*/ 2795684 w 3044273"/>
              <a:gd name="connsiteY2583" fmla="*/ 1185176 h 3047670"/>
              <a:gd name="connsiteX2584" fmla="*/ 2394220 w 3044273"/>
              <a:gd name="connsiteY2584" fmla="*/ 1178645 h 3047670"/>
              <a:gd name="connsiteX2585" fmla="*/ 2426879 w 3044273"/>
              <a:gd name="connsiteY2585" fmla="*/ 1211053 h 3047670"/>
              <a:gd name="connsiteX2586" fmla="*/ 2394471 w 3044273"/>
              <a:gd name="connsiteY2586" fmla="*/ 1243713 h 3047670"/>
              <a:gd name="connsiteX2587" fmla="*/ 2361811 w 3044273"/>
              <a:gd name="connsiteY2587" fmla="*/ 1211305 h 3047670"/>
              <a:gd name="connsiteX2588" fmla="*/ 2394220 w 3044273"/>
              <a:gd name="connsiteY2588" fmla="*/ 1178645 h 3047670"/>
              <a:gd name="connsiteX2589" fmla="*/ 552830 w 3044273"/>
              <a:gd name="connsiteY2589" fmla="*/ 1173747 h 3047670"/>
              <a:gd name="connsiteX2590" fmla="*/ 575440 w 3044273"/>
              <a:gd name="connsiteY2590" fmla="*/ 1196232 h 3047670"/>
              <a:gd name="connsiteX2591" fmla="*/ 552955 w 3044273"/>
              <a:gd name="connsiteY2591" fmla="*/ 1218843 h 3047670"/>
              <a:gd name="connsiteX2592" fmla="*/ 530345 w 3044273"/>
              <a:gd name="connsiteY2592" fmla="*/ 1196358 h 3047670"/>
              <a:gd name="connsiteX2593" fmla="*/ 552830 w 3044273"/>
              <a:gd name="connsiteY2593" fmla="*/ 1173747 h 3047670"/>
              <a:gd name="connsiteX2594" fmla="*/ 1132794 w 3044273"/>
              <a:gd name="connsiteY2594" fmla="*/ 1170729 h 3047670"/>
              <a:gd name="connsiteX2595" fmla="*/ 1133297 w 3044273"/>
              <a:gd name="connsiteY2595" fmla="*/ 1171231 h 3047670"/>
              <a:gd name="connsiteX2596" fmla="*/ 1132794 w 3044273"/>
              <a:gd name="connsiteY2596" fmla="*/ 1171734 h 3047670"/>
              <a:gd name="connsiteX2597" fmla="*/ 1132292 w 3044273"/>
              <a:gd name="connsiteY2597" fmla="*/ 1171357 h 3047670"/>
              <a:gd name="connsiteX2598" fmla="*/ 1132794 w 3044273"/>
              <a:gd name="connsiteY2598" fmla="*/ 1170729 h 3047670"/>
              <a:gd name="connsiteX2599" fmla="*/ 2888514 w 3044273"/>
              <a:gd name="connsiteY2599" fmla="*/ 1169852 h 3047670"/>
              <a:gd name="connsiteX2600" fmla="*/ 2901830 w 3044273"/>
              <a:gd name="connsiteY2600" fmla="*/ 1183040 h 3047670"/>
              <a:gd name="connsiteX2601" fmla="*/ 2888640 w 3044273"/>
              <a:gd name="connsiteY2601" fmla="*/ 1196356 h 3047670"/>
              <a:gd name="connsiteX2602" fmla="*/ 2875324 w 3044273"/>
              <a:gd name="connsiteY2602" fmla="*/ 1183167 h 3047670"/>
              <a:gd name="connsiteX2603" fmla="*/ 2888514 w 3044273"/>
              <a:gd name="connsiteY2603" fmla="*/ 1169852 h 3047670"/>
              <a:gd name="connsiteX2604" fmla="*/ 59664 w 3044273"/>
              <a:gd name="connsiteY2604" fmla="*/ 1168219 h 3047670"/>
              <a:gd name="connsiteX2605" fmla="*/ 63684 w 3044273"/>
              <a:gd name="connsiteY2605" fmla="*/ 1172239 h 3047670"/>
              <a:gd name="connsiteX2606" fmla="*/ 59664 w 3044273"/>
              <a:gd name="connsiteY2606" fmla="*/ 1176258 h 3047670"/>
              <a:gd name="connsiteX2607" fmla="*/ 55645 w 3044273"/>
              <a:gd name="connsiteY2607" fmla="*/ 1172239 h 3047670"/>
              <a:gd name="connsiteX2608" fmla="*/ 59664 w 3044273"/>
              <a:gd name="connsiteY2608" fmla="*/ 1168219 h 3047670"/>
              <a:gd name="connsiteX2609" fmla="*/ 1908215 w 3044273"/>
              <a:gd name="connsiteY2609" fmla="*/ 1167340 h 3047670"/>
              <a:gd name="connsiteX2610" fmla="*/ 1909345 w 3044273"/>
              <a:gd name="connsiteY2610" fmla="*/ 1168470 h 3047670"/>
              <a:gd name="connsiteX2611" fmla="*/ 1908215 w 3044273"/>
              <a:gd name="connsiteY2611" fmla="*/ 1169601 h 3047670"/>
              <a:gd name="connsiteX2612" fmla="*/ 1907085 w 3044273"/>
              <a:gd name="connsiteY2612" fmla="*/ 1168470 h 3047670"/>
              <a:gd name="connsiteX2613" fmla="*/ 1908215 w 3044273"/>
              <a:gd name="connsiteY2613" fmla="*/ 1167340 h 3047670"/>
              <a:gd name="connsiteX2614" fmla="*/ 876666 w 3044273"/>
              <a:gd name="connsiteY2614" fmla="*/ 1164199 h 3047670"/>
              <a:gd name="connsiteX2615" fmla="*/ 898271 w 3044273"/>
              <a:gd name="connsiteY2615" fmla="*/ 1185553 h 3047670"/>
              <a:gd name="connsiteX2616" fmla="*/ 876917 w 3044273"/>
              <a:gd name="connsiteY2616" fmla="*/ 1207159 h 3047670"/>
              <a:gd name="connsiteX2617" fmla="*/ 855437 w 3044273"/>
              <a:gd name="connsiteY2617" fmla="*/ 1185805 h 3047670"/>
              <a:gd name="connsiteX2618" fmla="*/ 876666 w 3044273"/>
              <a:gd name="connsiteY2618" fmla="*/ 1164199 h 3047670"/>
              <a:gd name="connsiteX2619" fmla="*/ 2164093 w 3044273"/>
              <a:gd name="connsiteY2619" fmla="*/ 1160053 h 3047670"/>
              <a:gd name="connsiteX2620" fmla="*/ 2185197 w 3044273"/>
              <a:gd name="connsiteY2620" fmla="*/ 1181030 h 3047670"/>
              <a:gd name="connsiteX2621" fmla="*/ 2164219 w 3044273"/>
              <a:gd name="connsiteY2621" fmla="*/ 1202133 h 3047670"/>
              <a:gd name="connsiteX2622" fmla="*/ 2143115 w 3044273"/>
              <a:gd name="connsiteY2622" fmla="*/ 1181156 h 3047670"/>
              <a:gd name="connsiteX2623" fmla="*/ 2164093 w 3044273"/>
              <a:gd name="connsiteY2623" fmla="*/ 1160053 h 3047670"/>
              <a:gd name="connsiteX2624" fmla="*/ 2488179 w 3044273"/>
              <a:gd name="connsiteY2624" fmla="*/ 1158169 h 3047670"/>
              <a:gd name="connsiteX2625" fmla="*/ 2519207 w 3044273"/>
              <a:gd name="connsiteY2625" fmla="*/ 1189071 h 3047670"/>
              <a:gd name="connsiteX2626" fmla="*/ 2488305 w 3044273"/>
              <a:gd name="connsiteY2626" fmla="*/ 1220223 h 3047670"/>
              <a:gd name="connsiteX2627" fmla="*/ 2457279 w 3044273"/>
              <a:gd name="connsiteY2627" fmla="*/ 1189321 h 3047670"/>
              <a:gd name="connsiteX2628" fmla="*/ 2488179 w 3044273"/>
              <a:gd name="connsiteY2628" fmla="*/ 1158169 h 3047670"/>
              <a:gd name="connsiteX2629" fmla="*/ 459121 w 3044273"/>
              <a:gd name="connsiteY2629" fmla="*/ 1156663 h 3047670"/>
              <a:gd name="connsiteX2630" fmla="*/ 477587 w 3044273"/>
              <a:gd name="connsiteY2630" fmla="*/ 1175002 h 3047670"/>
              <a:gd name="connsiteX2631" fmla="*/ 459248 w 3044273"/>
              <a:gd name="connsiteY2631" fmla="*/ 1193468 h 3047670"/>
              <a:gd name="connsiteX2632" fmla="*/ 440782 w 3044273"/>
              <a:gd name="connsiteY2632" fmla="*/ 1175129 h 3047670"/>
              <a:gd name="connsiteX2633" fmla="*/ 459121 w 3044273"/>
              <a:gd name="connsiteY2633" fmla="*/ 1156663 h 3047670"/>
              <a:gd name="connsiteX2634" fmla="*/ 2981342 w 3044273"/>
              <a:gd name="connsiteY2634" fmla="*/ 1156161 h 3047670"/>
              <a:gd name="connsiteX2635" fmla="*/ 2986869 w 3044273"/>
              <a:gd name="connsiteY2635" fmla="*/ 1161688 h 3047670"/>
              <a:gd name="connsiteX2636" fmla="*/ 2981342 w 3044273"/>
              <a:gd name="connsiteY2636" fmla="*/ 1167215 h 3047670"/>
              <a:gd name="connsiteX2637" fmla="*/ 2975815 w 3044273"/>
              <a:gd name="connsiteY2637" fmla="*/ 1161688 h 3047670"/>
              <a:gd name="connsiteX2638" fmla="*/ 2981342 w 3044273"/>
              <a:gd name="connsiteY2638" fmla="*/ 1156161 h 3047670"/>
              <a:gd name="connsiteX2639" fmla="*/ 2581762 w 3044273"/>
              <a:gd name="connsiteY2639" fmla="*/ 1139201 h 3047670"/>
              <a:gd name="connsiteX2640" fmla="*/ 2610025 w 3044273"/>
              <a:gd name="connsiteY2640" fmla="*/ 1167213 h 3047670"/>
              <a:gd name="connsiteX2641" fmla="*/ 2582013 w 3044273"/>
              <a:gd name="connsiteY2641" fmla="*/ 1195476 h 3047670"/>
              <a:gd name="connsiteX2642" fmla="*/ 2553750 w 3044273"/>
              <a:gd name="connsiteY2642" fmla="*/ 1167464 h 3047670"/>
              <a:gd name="connsiteX2643" fmla="*/ 2581762 w 3044273"/>
              <a:gd name="connsiteY2643" fmla="*/ 1139201 h 3047670"/>
              <a:gd name="connsiteX2644" fmla="*/ 365413 w 3044273"/>
              <a:gd name="connsiteY2644" fmla="*/ 1139074 h 3047670"/>
              <a:gd name="connsiteX2645" fmla="*/ 380487 w 3044273"/>
              <a:gd name="connsiteY2645" fmla="*/ 1154023 h 3047670"/>
              <a:gd name="connsiteX2646" fmla="*/ 365539 w 3044273"/>
              <a:gd name="connsiteY2646" fmla="*/ 1169097 h 3047670"/>
              <a:gd name="connsiteX2647" fmla="*/ 350465 w 3044273"/>
              <a:gd name="connsiteY2647" fmla="*/ 1154023 h 3047670"/>
              <a:gd name="connsiteX2648" fmla="*/ 365413 w 3044273"/>
              <a:gd name="connsiteY2648" fmla="*/ 1139074 h 3047670"/>
              <a:gd name="connsiteX2649" fmla="*/ 779816 w 3044273"/>
              <a:gd name="connsiteY2649" fmla="*/ 1134930 h 3047670"/>
              <a:gd name="connsiteX2650" fmla="*/ 807829 w 3044273"/>
              <a:gd name="connsiteY2650" fmla="*/ 1162691 h 3047670"/>
              <a:gd name="connsiteX2651" fmla="*/ 780067 w 3044273"/>
              <a:gd name="connsiteY2651" fmla="*/ 1190704 h 3047670"/>
              <a:gd name="connsiteX2652" fmla="*/ 752056 w 3044273"/>
              <a:gd name="connsiteY2652" fmla="*/ 1162943 h 3047670"/>
              <a:gd name="connsiteX2653" fmla="*/ 779816 w 3044273"/>
              <a:gd name="connsiteY2653" fmla="*/ 1134930 h 3047670"/>
              <a:gd name="connsiteX2654" fmla="*/ 1028029 w 3044273"/>
              <a:gd name="connsiteY2654" fmla="*/ 1133172 h 3047670"/>
              <a:gd name="connsiteX2655" fmla="*/ 1037325 w 3044273"/>
              <a:gd name="connsiteY2655" fmla="*/ 1142467 h 3047670"/>
              <a:gd name="connsiteX2656" fmla="*/ 1028029 w 3044273"/>
              <a:gd name="connsiteY2656" fmla="*/ 1151763 h 3047670"/>
              <a:gd name="connsiteX2657" fmla="*/ 1018735 w 3044273"/>
              <a:gd name="connsiteY2657" fmla="*/ 1142467 h 3047670"/>
              <a:gd name="connsiteX2658" fmla="*/ 1028029 w 3044273"/>
              <a:gd name="connsiteY2658" fmla="*/ 1133172 h 3047670"/>
              <a:gd name="connsiteX2659" fmla="*/ 2261066 w 3044273"/>
              <a:gd name="connsiteY2659" fmla="*/ 1128398 h 3047670"/>
              <a:gd name="connsiteX2660" fmla="*/ 2290336 w 3044273"/>
              <a:gd name="connsiteY2660" fmla="*/ 1157541 h 3047670"/>
              <a:gd name="connsiteX2661" fmla="*/ 2261192 w 3044273"/>
              <a:gd name="connsiteY2661" fmla="*/ 1186809 h 3047670"/>
              <a:gd name="connsiteX2662" fmla="*/ 2231798 w 3044273"/>
              <a:gd name="connsiteY2662" fmla="*/ 1157666 h 3047670"/>
              <a:gd name="connsiteX2663" fmla="*/ 2261066 w 3044273"/>
              <a:gd name="connsiteY2663" fmla="*/ 1128398 h 3047670"/>
              <a:gd name="connsiteX2664" fmla="*/ 2012727 w 3044273"/>
              <a:gd name="connsiteY2664" fmla="*/ 1127396 h 3047670"/>
              <a:gd name="connsiteX2665" fmla="*/ 2024283 w 3044273"/>
              <a:gd name="connsiteY2665" fmla="*/ 1138826 h 3047670"/>
              <a:gd name="connsiteX2666" fmla="*/ 2012853 w 3044273"/>
              <a:gd name="connsiteY2666" fmla="*/ 1150383 h 3047670"/>
              <a:gd name="connsiteX2667" fmla="*/ 2001297 w 3044273"/>
              <a:gd name="connsiteY2667" fmla="*/ 1138952 h 3047670"/>
              <a:gd name="connsiteX2668" fmla="*/ 2012727 w 3044273"/>
              <a:gd name="connsiteY2668" fmla="*/ 1127396 h 3047670"/>
              <a:gd name="connsiteX2669" fmla="*/ 271955 w 3044273"/>
              <a:gd name="connsiteY2669" fmla="*/ 1121113 h 3047670"/>
              <a:gd name="connsiteX2670" fmla="*/ 283763 w 3044273"/>
              <a:gd name="connsiteY2670" fmla="*/ 1132795 h 3047670"/>
              <a:gd name="connsiteX2671" fmla="*/ 272081 w 3044273"/>
              <a:gd name="connsiteY2671" fmla="*/ 1144604 h 3047670"/>
              <a:gd name="connsiteX2672" fmla="*/ 260273 w 3044273"/>
              <a:gd name="connsiteY2672" fmla="*/ 1132922 h 3047670"/>
              <a:gd name="connsiteX2673" fmla="*/ 271955 w 3044273"/>
              <a:gd name="connsiteY2673" fmla="*/ 1121113 h 3047670"/>
              <a:gd name="connsiteX2674" fmla="*/ 2675219 w 3044273"/>
              <a:gd name="connsiteY2674" fmla="*/ 1120737 h 3047670"/>
              <a:gd name="connsiteX2675" fmla="*/ 2700341 w 3044273"/>
              <a:gd name="connsiteY2675" fmla="*/ 1145608 h 3047670"/>
              <a:gd name="connsiteX2676" fmla="*/ 2675471 w 3044273"/>
              <a:gd name="connsiteY2676" fmla="*/ 1170731 h 3047670"/>
              <a:gd name="connsiteX2677" fmla="*/ 2650348 w 3044273"/>
              <a:gd name="connsiteY2677" fmla="*/ 1145735 h 3047670"/>
              <a:gd name="connsiteX2678" fmla="*/ 2675219 w 3044273"/>
              <a:gd name="connsiteY2678" fmla="*/ 1120737 h 3047670"/>
              <a:gd name="connsiteX2679" fmla="*/ 1199119 w 3044273"/>
              <a:gd name="connsiteY2679" fmla="*/ 1117094 h 3047670"/>
              <a:gd name="connsiteX2680" fmla="*/ 1199998 w 3044273"/>
              <a:gd name="connsiteY2680" fmla="*/ 1117974 h 3047670"/>
              <a:gd name="connsiteX2681" fmla="*/ 1199119 w 3044273"/>
              <a:gd name="connsiteY2681" fmla="*/ 1118853 h 3047670"/>
              <a:gd name="connsiteX2682" fmla="*/ 1198239 w 3044273"/>
              <a:gd name="connsiteY2682" fmla="*/ 1117974 h 3047670"/>
              <a:gd name="connsiteX2683" fmla="*/ 1199119 w 3044273"/>
              <a:gd name="connsiteY2683" fmla="*/ 1117094 h 3047670"/>
              <a:gd name="connsiteX2684" fmla="*/ 683595 w 3044273"/>
              <a:gd name="connsiteY2684" fmla="*/ 1114204 h 3047670"/>
              <a:gd name="connsiteX2685" fmla="*/ 710101 w 3044273"/>
              <a:gd name="connsiteY2685" fmla="*/ 1140457 h 3047670"/>
              <a:gd name="connsiteX2686" fmla="*/ 683847 w 3044273"/>
              <a:gd name="connsiteY2686" fmla="*/ 1166962 h 3047670"/>
              <a:gd name="connsiteX2687" fmla="*/ 657342 w 3044273"/>
              <a:gd name="connsiteY2687" fmla="*/ 1140709 h 3047670"/>
              <a:gd name="connsiteX2688" fmla="*/ 683595 w 3044273"/>
              <a:gd name="connsiteY2688" fmla="*/ 1114204 h 3047670"/>
              <a:gd name="connsiteX2689" fmla="*/ 1841388 w 3044273"/>
              <a:gd name="connsiteY2689" fmla="*/ 1114079 h 3047670"/>
              <a:gd name="connsiteX2690" fmla="*/ 1843020 w 3044273"/>
              <a:gd name="connsiteY2690" fmla="*/ 1115586 h 3047670"/>
              <a:gd name="connsiteX2691" fmla="*/ 1841388 w 3044273"/>
              <a:gd name="connsiteY2691" fmla="*/ 1117093 h 3047670"/>
              <a:gd name="connsiteX2692" fmla="*/ 1839880 w 3044273"/>
              <a:gd name="connsiteY2692" fmla="*/ 1115586 h 3047670"/>
              <a:gd name="connsiteX2693" fmla="*/ 1841388 w 3044273"/>
              <a:gd name="connsiteY2693" fmla="*/ 1114079 h 3047670"/>
              <a:gd name="connsiteX2694" fmla="*/ 2768678 w 3044273"/>
              <a:gd name="connsiteY2694" fmla="*/ 1110812 h 3047670"/>
              <a:gd name="connsiteX2695" fmla="*/ 2781742 w 3044273"/>
              <a:gd name="connsiteY2695" fmla="*/ 1123876 h 3047670"/>
              <a:gd name="connsiteX2696" fmla="*/ 2768678 w 3044273"/>
              <a:gd name="connsiteY2696" fmla="*/ 1136940 h 3047670"/>
              <a:gd name="connsiteX2697" fmla="*/ 2755614 w 3044273"/>
              <a:gd name="connsiteY2697" fmla="*/ 1123876 h 3047670"/>
              <a:gd name="connsiteX2698" fmla="*/ 2768678 w 3044273"/>
              <a:gd name="connsiteY2698" fmla="*/ 1110812 h 3047670"/>
              <a:gd name="connsiteX2699" fmla="*/ 178497 w 3044273"/>
              <a:gd name="connsiteY2699" fmla="*/ 1104783 h 3047670"/>
              <a:gd name="connsiteX2700" fmla="*/ 185657 w 3044273"/>
              <a:gd name="connsiteY2700" fmla="*/ 1111817 h 3047670"/>
              <a:gd name="connsiteX2701" fmla="*/ 178622 w 3044273"/>
              <a:gd name="connsiteY2701" fmla="*/ 1118977 h 3047670"/>
              <a:gd name="connsiteX2702" fmla="*/ 171463 w 3044273"/>
              <a:gd name="connsiteY2702" fmla="*/ 1111943 h 3047670"/>
              <a:gd name="connsiteX2703" fmla="*/ 178497 w 3044273"/>
              <a:gd name="connsiteY2703" fmla="*/ 1104783 h 3047670"/>
              <a:gd name="connsiteX2704" fmla="*/ 2356911 w 3044273"/>
              <a:gd name="connsiteY2704" fmla="*/ 1099634 h 3047670"/>
              <a:gd name="connsiteX2705" fmla="*/ 2391957 w 3044273"/>
              <a:gd name="connsiteY2705" fmla="*/ 1134430 h 3047670"/>
              <a:gd name="connsiteX2706" fmla="*/ 2357162 w 3044273"/>
              <a:gd name="connsiteY2706" fmla="*/ 1169477 h 3047670"/>
              <a:gd name="connsiteX2707" fmla="*/ 2322117 w 3044273"/>
              <a:gd name="connsiteY2707" fmla="*/ 1134680 h 3047670"/>
              <a:gd name="connsiteX2708" fmla="*/ 2356911 w 3044273"/>
              <a:gd name="connsiteY2708" fmla="*/ 1099634 h 3047670"/>
              <a:gd name="connsiteX2709" fmla="*/ 926031 w 3044273"/>
              <a:gd name="connsiteY2709" fmla="*/ 1098251 h 3047670"/>
              <a:gd name="connsiteX2710" fmla="*/ 943742 w 3044273"/>
              <a:gd name="connsiteY2710" fmla="*/ 1115962 h 3047670"/>
              <a:gd name="connsiteX2711" fmla="*/ 926158 w 3044273"/>
              <a:gd name="connsiteY2711" fmla="*/ 1133674 h 3047670"/>
              <a:gd name="connsiteX2712" fmla="*/ 908320 w 3044273"/>
              <a:gd name="connsiteY2712" fmla="*/ 1116087 h 3047670"/>
              <a:gd name="connsiteX2713" fmla="*/ 926031 w 3044273"/>
              <a:gd name="connsiteY2713" fmla="*/ 1098251 h 3047670"/>
              <a:gd name="connsiteX2714" fmla="*/ 588003 w 3044273"/>
              <a:gd name="connsiteY2714" fmla="*/ 1097749 h 3047670"/>
              <a:gd name="connsiteX2715" fmla="*/ 608856 w 3044273"/>
              <a:gd name="connsiteY2715" fmla="*/ 1118475 h 3047670"/>
              <a:gd name="connsiteX2716" fmla="*/ 588128 w 3044273"/>
              <a:gd name="connsiteY2716" fmla="*/ 1139328 h 3047670"/>
              <a:gd name="connsiteX2717" fmla="*/ 567276 w 3044273"/>
              <a:gd name="connsiteY2717" fmla="*/ 1118602 h 3047670"/>
              <a:gd name="connsiteX2718" fmla="*/ 588003 w 3044273"/>
              <a:gd name="connsiteY2718" fmla="*/ 1097749 h 3047670"/>
              <a:gd name="connsiteX2719" fmla="*/ 2861884 w 3044273"/>
              <a:gd name="connsiteY2719" fmla="*/ 1094859 h 3047670"/>
              <a:gd name="connsiteX2720" fmla="*/ 2869169 w 3044273"/>
              <a:gd name="connsiteY2720" fmla="*/ 1102144 h 3047670"/>
              <a:gd name="connsiteX2721" fmla="*/ 2861884 w 3044273"/>
              <a:gd name="connsiteY2721" fmla="*/ 1109430 h 3047670"/>
              <a:gd name="connsiteX2722" fmla="*/ 2854598 w 3044273"/>
              <a:gd name="connsiteY2722" fmla="*/ 1102144 h 3047670"/>
              <a:gd name="connsiteX2723" fmla="*/ 2861884 w 3044273"/>
              <a:gd name="connsiteY2723" fmla="*/ 1094859 h 3047670"/>
              <a:gd name="connsiteX2724" fmla="*/ 2114601 w 3044273"/>
              <a:gd name="connsiteY2724" fmla="*/ 1091594 h 3047670"/>
              <a:gd name="connsiteX2725" fmla="*/ 2134825 w 3044273"/>
              <a:gd name="connsiteY2725" fmla="*/ 1111692 h 3047670"/>
              <a:gd name="connsiteX2726" fmla="*/ 2114727 w 3044273"/>
              <a:gd name="connsiteY2726" fmla="*/ 1131916 h 3047670"/>
              <a:gd name="connsiteX2727" fmla="*/ 2094503 w 3044273"/>
              <a:gd name="connsiteY2727" fmla="*/ 1111818 h 3047670"/>
              <a:gd name="connsiteX2728" fmla="*/ 2114601 w 3044273"/>
              <a:gd name="connsiteY2728" fmla="*/ 1091594 h 3047670"/>
              <a:gd name="connsiteX2729" fmla="*/ 85165 w 3044273"/>
              <a:gd name="connsiteY2729" fmla="*/ 1087574 h 3047670"/>
              <a:gd name="connsiteX2730" fmla="*/ 88556 w 3044273"/>
              <a:gd name="connsiteY2730" fmla="*/ 1090840 h 3047670"/>
              <a:gd name="connsiteX2731" fmla="*/ 85291 w 3044273"/>
              <a:gd name="connsiteY2731" fmla="*/ 1094107 h 3047670"/>
              <a:gd name="connsiteX2732" fmla="*/ 81899 w 3044273"/>
              <a:gd name="connsiteY2732" fmla="*/ 1090840 h 3047670"/>
              <a:gd name="connsiteX2733" fmla="*/ 85165 w 3044273"/>
              <a:gd name="connsiteY2733" fmla="*/ 1087574 h 3047670"/>
              <a:gd name="connsiteX2734" fmla="*/ 2452379 w 3044273"/>
              <a:gd name="connsiteY2734" fmla="*/ 1080791 h 3047670"/>
              <a:gd name="connsiteX2735" fmla="*/ 2483532 w 3044273"/>
              <a:gd name="connsiteY2735" fmla="*/ 1111691 h 3047670"/>
              <a:gd name="connsiteX2736" fmla="*/ 2452630 w 3044273"/>
              <a:gd name="connsiteY2736" fmla="*/ 1142845 h 3047670"/>
              <a:gd name="connsiteX2737" fmla="*/ 2421604 w 3044273"/>
              <a:gd name="connsiteY2737" fmla="*/ 1111943 h 3047670"/>
              <a:gd name="connsiteX2738" fmla="*/ 2452379 w 3044273"/>
              <a:gd name="connsiteY2738" fmla="*/ 1080791 h 3047670"/>
              <a:gd name="connsiteX2739" fmla="*/ 492912 w 3044273"/>
              <a:gd name="connsiteY2739" fmla="*/ 1079533 h 3047670"/>
              <a:gd name="connsiteX2740" fmla="*/ 510247 w 3044273"/>
              <a:gd name="connsiteY2740" fmla="*/ 1096741 h 3047670"/>
              <a:gd name="connsiteX2741" fmla="*/ 493038 w 3044273"/>
              <a:gd name="connsiteY2741" fmla="*/ 1114076 h 3047670"/>
              <a:gd name="connsiteX2742" fmla="*/ 475703 w 3044273"/>
              <a:gd name="connsiteY2742" fmla="*/ 1096867 h 3047670"/>
              <a:gd name="connsiteX2743" fmla="*/ 492912 w 3044273"/>
              <a:gd name="connsiteY2743" fmla="*/ 1079533 h 3047670"/>
              <a:gd name="connsiteX2744" fmla="*/ 2955090 w 3044273"/>
              <a:gd name="connsiteY2744" fmla="*/ 1077649 h 3047670"/>
              <a:gd name="connsiteX2745" fmla="*/ 2957978 w 3044273"/>
              <a:gd name="connsiteY2745" fmla="*/ 1080539 h 3047670"/>
              <a:gd name="connsiteX2746" fmla="*/ 2955090 w 3044273"/>
              <a:gd name="connsiteY2746" fmla="*/ 1083427 h 3047670"/>
              <a:gd name="connsiteX2747" fmla="*/ 2952200 w 3044273"/>
              <a:gd name="connsiteY2747" fmla="*/ 1080539 h 3047670"/>
              <a:gd name="connsiteX2748" fmla="*/ 2955090 w 3044273"/>
              <a:gd name="connsiteY2748" fmla="*/ 1077649 h 3047670"/>
              <a:gd name="connsiteX2749" fmla="*/ 1951427 w 3044273"/>
              <a:gd name="connsiteY2749" fmla="*/ 1074635 h 3047670"/>
              <a:gd name="connsiteX2750" fmla="*/ 1956577 w 3044273"/>
              <a:gd name="connsiteY2750" fmla="*/ 1079659 h 3047670"/>
              <a:gd name="connsiteX2751" fmla="*/ 1951427 w 3044273"/>
              <a:gd name="connsiteY2751" fmla="*/ 1084809 h 3047670"/>
              <a:gd name="connsiteX2752" fmla="*/ 1946277 w 3044273"/>
              <a:gd name="connsiteY2752" fmla="*/ 1079785 h 3047670"/>
              <a:gd name="connsiteX2753" fmla="*/ 1951427 w 3044273"/>
              <a:gd name="connsiteY2753" fmla="*/ 1074635 h 3047670"/>
              <a:gd name="connsiteX2754" fmla="*/ 1272730 w 3044273"/>
              <a:gd name="connsiteY2754" fmla="*/ 1074134 h 3047670"/>
              <a:gd name="connsiteX2755" fmla="*/ 1273609 w 3044273"/>
              <a:gd name="connsiteY2755" fmla="*/ 1075014 h 3047670"/>
              <a:gd name="connsiteX2756" fmla="*/ 1272730 w 3044273"/>
              <a:gd name="connsiteY2756" fmla="*/ 1075893 h 3047670"/>
              <a:gd name="connsiteX2757" fmla="*/ 1271850 w 3044273"/>
              <a:gd name="connsiteY2757" fmla="*/ 1075014 h 3047670"/>
              <a:gd name="connsiteX2758" fmla="*/ 1272730 w 3044273"/>
              <a:gd name="connsiteY2758" fmla="*/ 1074134 h 3047670"/>
              <a:gd name="connsiteX2759" fmla="*/ 1088953 w 3044273"/>
              <a:gd name="connsiteY2759" fmla="*/ 1073630 h 3047670"/>
              <a:gd name="connsiteX2760" fmla="*/ 1098374 w 3044273"/>
              <a:gd name="connsiteY2760" fmla="*/ 1082925 h 3047670"/>
              <a:gd name="connsiteX2761" fmla="*/ 1089078 w 3044273"/>
              <a:gd name="connsiteY2761" fmla="*/ 1092221 h 3047670"/>
              <a:gd name="connsiteX2762" fmla="*/ 1079784 w 3044273"/>
              <a:gd name="connsiteY2762" fmla="*/ 1082925 h 3047670"/>
              <a:gd name="connsiteX2763" fmla="*/ 1088953 w 3044273"/>
              <a:gd name="connsiteY2763" fmla="*/ 1073630 h 3047670"/>
              <a:gd name="connsiteX2764" fmla="*/ 1767401 w 3044273"/>
              <a:gd name="connsiteY2764" fmla="*/ 1072751 h 3047670"/>
              <a:gd name="connsiteX2765" fmla="*/ 1767904 w 3044273"/>
              <a:gd name="connsiteY2765" fmla="*/ 1073128 h 3047670"/>
              <a:gd name="connsiteX2766" fmla="*/ 1767527 w 3044273"/>
              <a:gd name="connsiteY2766" fmla="*/ 1073631 h 3047670"/>
              <a:gd name="connsiteX2767" fmla="*/ 1767024 w 3044273"/>
              <a:gd name="connsiteY2767" fmla="*/ 1073254 h 3047670"/>
              <a:gd name="connsiteX2768" fmla="*/ 1767401 w 3044273"/>
              <a:gd name="connsiteY2768" fmla="*/ 1072751 h 3047670"/>
              <a:gd name="connsiteX2769" fmla="*/ 825917 w 3044273"/>
              <a:gd name="connsiteY2769" fmla="*/ 1064838 h 3047670"/>
              <a:gd name="connsiteX2770" fmla="*/ 852297 w 3044273"/>
              <a:gd name="connsiteY2770" fmla="*/ 1091091 h 3047670"/>
              <a:gd name="connsiteX2771" fmla="*/ 826043 w 3044273"/>
              <a:gd name="connsiteY2771" fmla="*/ 1117471 h 3047670"/>
              <a:gd name="connsiteX2772" fmla="*/ 799538 w 3044273"/>
              <a:gd name="connsiteY2772" fmla="*/ 1091218 h 3047670"/>
              <a:gd name="connsiteX2773" fmla="*/ 825917 w 3044273"/>
              <a:gd name="connsiteY2773" fmla="*/ 1064838 h 3047670"/>
              <a:gd name="connsiteX2774" fmla="*/ 2547470 w 3044273"/>
              <a:gd name="connsiteY2774" fmla="*/ 1064335 h 3047670"/>
              <a:gd name="connsiteX2775" fmla="*/ 2572593 w 3044273"/>
              <a:gd name="connsiteY2775" fmla="*/ 1089206 h 3047670"/>
              <a:gd name="connsiteX2776" fmla="*/ 2547596 w 3044273"/>
              <a:gd name="connsiteY2776" fmla="*/ 1114329 h 3047670"/>
              <a:gd name="connsiteX2777" fmla="*/ 2522473 w 3044273"/>
              <a:gd name="connsiteY2777" fmla="*/ 1089458 h 3047670"/>
              <a:gd name="connsiteX2778" fmla="*/ 2547470 w 3044273"/>
              <a:gd name="connsiteY2778" fmla="*/ 1064335 h 3047670"/>
              <a:gd name="connsiteX2779" fmla="*/ 398073 w 3044273"/>
              <a:gd name="connsiteY2779" fmla="*/ 1060566 h 3047670"/>
              <a:gd name="connsiteX2780" fmla="*/ 412769 w 3044273"/>
              <a:gd name="connsiteY2780" fmla="*/ 1075137 h 3047670"/>
              <a:gd name="connsiteX2781" fmla="*/ 398198 w 3044273"/>
              <a:gd name="connsiteY2781" fmla="*/ 1089834 h 3047670"/>
              <a:gd name="connsiteX2782" fmla="*/ 383627 w 3044273"/>
              <a:gd name="connsiteY2782" fmla="*/ 1075263 h 3047670"/>
              <a:gd name="connsiteX2783" fmla="*/ 398073 w 3044273"/>
              <a:gd name="connsiteY2783" fmla="*/ 1060566 h 3047670"/>
              <a:gd name="connsiteX2784" fmla="*/ 2214465 w 3044273"/>
              <a:gd name="connsiteY2784" fmla="*/ 1059184 h 3047670"/>
              <a:gd name="connsiteX2785" fmla="*/ 2241348 w 3044273"/>
              <a:gd name="connsiteY2785" fmla="*/ 1085940 h 3047670"/>
              <a:gd name="connsiteX2786" fmla="*/ 2214590 w 3044273"/>
              <a:gd name="connsiteY2786" fmla="*/ 1112822 h 3047670"/>
              <a:gd name="connsiteX2787" fmla="*/ 2187709 w 3044273"/>
              <a:gd name="connsiteY2787" fmla="*/ 1086191 h 3047670"/>
              <a:gd name="connsiteX2788" fmla="*/ 2214465 w 3044273"/>
              <a:gd name="connsiteY2788" fmla="*/ 1059184 h 3047670"/>
              <a:gd name="connsiteX2789" fmla="*/ 2642057 w 3044273"/>
              <a:gd name="connsiteY2789" fmla="*/ 1047126 h 3047670"/>
              <a:gd name="connsiteX2790" fmla="*/ 2662029 w 3044273"/>
              <a:gd name="connsiteY2790" fmla="*/ 1066974 h 3047670"/>
              <a:gd name="connsiteX2791" fmla="*/ 2642183 w 3044273"/>
              <a:gd name="connsiteY2791" fmla="*/ 1086946 h 3047670"/>
              <a:gd name="connsiteX2792" fmla="*/ 2622210 w 3044273"/>
              <a:gd name="connsiteY2792" fmla="*/ 1067099 h 3047670"/>
              <a:gd name="connsiteX2793" fmla="*/ 2642057 w 3044273"/>
              <a:gd name="connsiteY2793" fmla="*/ 1047126 h 3047670"/>
              <a:gd name="connsiteX2794" fmla="*/ 303610 w 3044273"/>
              <a:gd name="connsiteY2794" fmla="*/ 1041975 h 3047670"/>
              <a:gd name="connsiteX2795" fmla="*/ 315418 w 3044273"/>
              <a:gd name="connsiteY2795" fmla="*/ 1053657 h 3047670"/>
              <a:gd name="connsiteX2796" fmla="*/ 303736 w 3044273"/>
              <a:gd name="connsiteY2796" fmla="*/ 1065466 h 3047670"/>
              <a:gd name="connsiteX2797" fmla="*/ 291928 w 3044273"/>
              <a:gd name="connsiteY2797" fmla="*/ 1053784 h 3047670"/>
              <a:gd name="connsiteX2798" fmla="*/ 303610 w 3044273"/>
              <a:gd name="connsiteY2798" fmla="*/ 1041975 h 3047670"/>
              <a:gd name="connsiteX2799" fmla="*/ 1351993 w 3044273"/>
              <a:gd name="connsiteY2799" fmla="*/ 1041348 h 3047670"/>
              <a:gd name="connsiteX2800" fmla="*/ 1354255 w 3044273"/>
              <a:gd name="connsiteY2800" fmla="*/ 1043610 h 3047670"/>
              <a:gd name="connsiteX2801" fmla="*/ 1352119 w 3044273"/>
              <a:gd name="connsiteY2801" fmla="*/ 1045870 h 3047670"/>
              <a:gd name="connsiteX2802" fmla="*/ 1349857 w 3044273"/>
              <a:gd name="connsiteY2802" fmla="*/ 1043610 h 3047670"/>
              <a:gd name="connsiteX2803" fmla="*/ 1351993 w 3044273"/>
              <a:gd name="connsiteY2803" fmla="*/ 1041348 h 3047670"/>
              <a:gd name="connsiteX2804" fmla="*/ 1688012 w 3044273"/>
              <a:gd name="connsiteY2804" fmla="*/ 1039840 h 3047670"/>
              <a:gd name="connsiteX2805" fmla="*/ 1690649 w 3044273"/>
              <a:gd name="connsiteY2805" fmla="*/ 1042477 h 3047670"/>
              <a:gd name="connsiteX2806" fmla="*/ 1688012 w 3044273"/>
              <a:gd name="connsiteY2806" fmla="*/ 1045115 h 3047670"/>
              <a:gd name="connsiteX2807" fmla="*/ 1685375 w 3044273"/>
              <a:gd name="connsiteY2807" fmla="*/ 1042477 h 3047670"/>
              <a:gd name="connsiteX2808" fmla="*/ 1688012 w 3044273"/>
              <a:gd name="connsiteY2808" fmla="*/ 1039840 h 3047670"/>
              <a:gd name="connsiteX2809" fmla="*/ 727058 w 3044273"/>
              <a:gd name="connsiteY2809" fmla="*/ 1037579 h 3047670"/>
              <a:gd name="connsiteX2810" fmla="*/ 756830 w 3044273"/>
              <a:gd name="connsiteY2810" fmla="*/ 1067098 h 3047670"/>
              <a:gd name="connsiteX2811" fmla="*/ 727310 w 3044273"/>
              <a:gd name="connsiteY2811" fmla="*/ 1096870 h 3047670"/>
              <a:gd name="connsiteX2812" fmla="*/ 697539 w 3044273"/>
              <a:gd name="connsiteY2812" fmla="*/ 1067350 h 3047670"/>
              <a:gd name="connsiteX2813" fmla="*/ 727058 w 3044273"/>
              <a:gd name="connsiteY2813" fmla="*/ 1037579 h 3047670"/>
              <a:gd name="connsiteX2814" fmla="*/ 982559 w 3044273"/>
              <a:gd name="connsiteY2814" fmla="*/ 1034565 h 3047670"/>
              <a:gd name="connsiteX2815" fmla="*/ 1000270 w 3044273"/>
              <a:gd name="connsiteY2815" fmla="*/ 1052276 h 3047670"/>
              <a:gd name="connsiteX2816" fmla="*/ 982686 w 3044273"/>
              <a:gd name="connsiteY2816" fmla="*/ 1069987 h 3047670"/>
              <a:gd name="connsiteX2817" fmla="*/ 964848 w 3044273"/>
              <a:gd name="connsiteY2817" fmla="*/ 1052276 h 3047670"/>
              <a:gd name="connsiteX2818" fmla="*/ 982559 w 3044273"/>
              <a:gd name="connsiteY2818" fmla="*/ 1034565 h 3047670"/>
              <a:gd name="connsiteX2819" fmla="*/ 2736395 w 3044273"/>
              <a:gd name="connsiteY2819" fmla="*/ 1031926 h 3047670"/>
              <a:gd name="connsiteX2820" fmla="*/ 2749459 w 3044273"/>
              <a:gd name="connsiteY2820" fmla="*/ 1044990 h 3047670"/>
              <a:gd name="connsiteX2821" fmla="*/ 2736395 w 3044273"/>
              <a:gd name="connsiteY2821" fmla="*/ 1058054 h 3047670"/>
              <a:gd name="connsiteX2822" fmla="*/ 2723331 w 3044273"/>
              <a:gd name="connsiteY2822" fmla="*/ 1044990 h 3047670"/>
              <a:gd name="connsiteX2823" fmla="*/ 2736395 w 3044273"/>
              <a:gd name="connsiteY2823" fmla="*/ 1031926 h 3047670"/>
              <a:gd name="connsiteX2824" fmla="*/ 2057571 w 3044273"/>
              <a:gd name="connsiteY2824" fmla="*/ 1028158 h 3047670"/>
              <a:gd name="connsiteX2825" fmla="*/ 2077795 w 3044273"/>
              <a:gd name="connsiteY2825" fmla="*/ 1048256 h 3047670"/>
              <a:gd name="connsiteX2826" fmla="*/ 2057697 w 3044273"/>
              <a:gd name="connsiteY2826" fmla="*/ 1068480 h 3047670"/>
              <a:gd name="connsiteX2827" fmla="*/ 2037473 w 3044273"/>
              <a:gd name="connsiteY2827" fmla="*/ 1048382 h 3047670"/>
              <a:gd name="connsiteX2828" fmla="*/ 2057571 w 3044273"/>
              <a:gd name="connsiteY2828" fmla="*/ 1028158 h 3047670"/>
              <a:gd name="connsiteX2829" fmla="*/ 2312948 w 3044273"/>
              <a:gd name="connsiteY2829" fmla="*/ 1028033 h 3047670"/>
              <a:gd name="connsiteX2830" fmla="*/ 2346487 w 3044273"/>
              <a:gd name="connsiteY2830" fmla="*/ 1061320 h 3047670"/>
              <a:gd name="connsiteX2831" fmla="*/ 2313199 w 3044273"/>
              <a:gd name="connsiteY2831" fmla="*/ 1094859 h 3047670"/>
              <a:gd name="connsiteX2832" fmla="*/ 2279661 w 3044273"/>
              <a:gd name="connsiteY2832" fmla="*/ 1061571 h 3047670"/>
              <a:gd name="connsiteX2833" fmla="*/ 2312948 w 3044273"/>
              <a:gd name="connsiteY2833" fmla="*/ 1028033 h 3047670"/>
              <a:gd name="connsiteX2834" fmla="*/ 209399 w 3044273"/>
              <a:gd name="connsiteY2834" fmla="*/ 1026901 h 3047670"/>
              <a:gd name="connsiteX2835" fmla="*/ 214926 w 3044273"/>
              <a:gd name="connsiteY2835" fmla="*/ 1032428 h 3047670"/>
              <a:gd name="connsiteX2836" fmla="*/ 209399 w 3044273"/>
              <a:gd name="connsiteY2836" fmla="*/ 1037955 h 3047670"/>
              <a:gd name="connsiteX2837" fmla="*/ 203872 w 3044273"/>
              <a:gd name="connsiteY2837" fmla="*/ 1032428 h 3047670"/>
              <a:gd name="connsiteX2838" fmla="*/ 209399 w 3044273"/>
              <a:gd name="connsiteY2838" fmla="*/ 1026901 h 3047670"/>
              <a:gd name="connsiteX2839" fmla="*/ 1435023 w 3044273"/>
              <a:gd name="connsiteY2839" fmla="*/ 1023259 h 3047670"/>
              <a:gd name="connsiteX2840" fmla="*/ 1436155 w 3044273"/>
              <a:gd name="connsiteY2840" fmla="*/ 1024389 h 3047670"/>
              <a:gd name="connsiteX2841" fmla="*/ 1435023 w 3044273"/>
              <a:gd name="connsiteY2841" fmla="*/ 1025520 h 3047670"/>
              <a:gd name="connsiteX2842" fmla="*/ 1433893 w 3044273"/>
              <a:gd name="connsiteY2842" fmla="*/ 1024389 h 3047670"/>
              <a:gd name="connsiteX2843" fmla="*/ 1435023 w 3044273"/>
              <a:gd name="connsiteY2843" fmla="*/ 1023259 h 3047670"/>
              <a:gd name="connsiteX2844" fmla="*/ 1604981 w 3044273"/>
              <a:gd name="connsiteY2844" fmla="*/ 1022631 h 3047670"/>
              <a:gd name="connsiteX2845" fmla="*/ 1606113 w 3044273"/>
              <a:gd name="connsiteY2845" fmla="*/ 1023761 h 3047670"/>
              <a:gd name="connsiteX2846" fmla="*/ 1604981 w 3044273"/>
              <a:gd name="connsiteY2846" fmla="*/ 1024891 h 3047670"/>
              <a:gd name="connsiteX2847" fmla="*/ 1603851 w 3044273"/>
              <a:gd name="connsiteY2847" fmla="*/ 1023761 h 3047670"/>
              <a:gd name="connsiteX2848" fmla="*/ 1604981 w 3044273"/>
              <a:gd name="connsiteY2848" fmla="*/ 1022631 h 3047670"/>
              <a:gd name="connsiteX2849" fmla="*/ 1157039 w 3044273"/>
              <a:gd name="connsiteY2849" fmla="*/ 1022003 h 3047670"/>
              <a:gd name="connsiteX2850" fmla="*/ 1166585 w 3044273"/>
              <a:gd name="connsiteY2850" fmla="*/ 1031550 h 3047670"/>
              <a:gd name="connsiteX2851" fmla="*/ 1157164 w 3044273"/>
              <a:gd name="connsiteY2851" fmla="*/ 1041096 h 3047670"/>
              <a:gd name="connsiteX2852" fmla="*/ 1147618 w 3044273"/>
              <a:gd name="connsiteY2852" fmla="*/ 1031675 h 3047670"/>
              <a:gd name="connsiteX2853" fmla="*/ 1157039 w 3044273"/>
              <a:gd name="connsiteY2853" fmla="*/ 1022003 h 3047670"/>
              <a:gd name="connsiteX2854" fmla="*/ 629330 w 3044273"/>
              <a:gd name="connsiteY2854" fmla="*/ 1019491 h 3047670"/>
              <a:gd name="connsiteX2855" fmla="*/ 653950 w 3044273"/>
              <a:gd name="connsiteY2855" fmla="*/ 1043986 h 3047670"/>
              <a:gd name="connsiteX2856" fmla="*/ 629455 w 3044273"/>
              <a:gd name="connsiteY2856" fmla="*/ 1068606 h 3047670"/>
              <a:gd name="connsiteX2857" fmla="*/ 604835 w 3044273"/>
              <a:gd name="connsiteY2857" fmla="*/ 1044111 h 3047670"/>
              <a:gd name="connsiteX2858" fmla="*/ 629330 w 3044273"/>
              <a:gd name="connsiteY2858" fmla="*/ 1019491 h 3047670"/>
              <a:gd name="connsiteX2859" fmla="*/ 2830480 w 3044273"/>
              <a:gd name="connsiteY2859" fmla="*/ 1019113 h 3047670"/>
              <a:gd name="connsiteX2860" fmla="*/ 2834248 w 3044273"/>
              <a:gd name="connsiteY2860" fmla="*/ 1022882 h 3047670"/>
              <a:gd name="connsiteX2861" fmla="*/ 2830480 w 3044273"/>
              <a:gd name="connsiteY2861" fmla="*/ 1026650 h 3047670"/>
              <a:gd name="connsiteX2862" fmla="*/ 2826711 w 3044273"/>
              <a:gd name="connsiteY2862" fmla="*/ 1022882 h 3047670"/>
              <a:gd name="connsiteX2863" fmla="*/ 2830480 w 3044273"/>
              <a:gd name="connsiteY2863" fmla="*/ 1019113 h 3047670"/>
              <a:gd name="connsiteX2864" fmla="*/ 1519941 w 3044273"/>
              <a:gd name="connsiteY2864" fmla="*/ 1016852 h 3047670"/>
              <a:gd name="connsiteX2865" fmla="*/ 1520820 w 3044273"/>
              <a:gd name="connsiteY2865" fmla="*/ 1017732 h 3047670"/>
              <a:gd name="connsiteX2866" fmla="*/ 1519941 w 3044273"/>
              <a:gd name="connsiteY2866" fmla="*/ 1018611 h 3047670"/>
              <a:gd name="connsiteX2867" fmla="*/ 1519061 w 3044273"/>
              <a:gd name="connsiteY2867" fmla="*/ 1017732 h 3047670"/>
              <a:gd name="connsiteX2868" fmla="*/ 1519941 w 3044273"/>
              <a:gd name="connsiteY2868" fmla="*/ 1016852 h 3047670"/>
              <a:gd name="connsiteX2869" fmla="*/ 1882967 w 3044273"/>
              <a:gd name="connsiteY2869" fmla="*/ 1016226 h 3047670"/>
              <a:gd name="connsiteX2870" fmla="*/ 1895779 w 3044273"/>
              <a:gd name="connsiteY2870" fmla="*/ 1029038 h 3047670"/>
              <a:gd name="connsiteX2871" fmla="*/ 1882967 w 3044273"/>
              <a:gd name="connsiteY2871" fmla="*/ 1041977 h 3047670"/>
              <a:gd name="connsiteX2872" fmla="*/ 1870028 w 3044273"/>
              <a:gd name="connsiteY2872" fmla="*/ 1029165 h 3047670"/>
              <a:gd name="connsiteX2873" fmla="*/ 1882967 w 3044273"/>
              <a:gd name="connsiteY2873" fmla="*/ 1016226 h 3047670"/>
              <a:gd name="connsiteX2874" fmla="*/ 115313 w 3044273"/>
              <a:gd name="connsiteY2874" fmla="*/ 1008562 h 3047670"/>
              <a:gd name="connsiteX2875" fmla="*/ 117825 w 3044273"/>
              <a:gd name="connsiteY2875" fmla="*/ 1010949 h 3047670"/>
              <a:gd name="connsiteX2876" fmla="*/ 115439 w 3044273"/>
              <a:gd name="connsiteY2876" fmla="*/ 1013461 h 3047670"/>
              <a:gd name="connsiteX2877" fmla="*/ 112927 w 3044273"/>
              <a:gd name="connsiteY2877" fmla="*/ 1011074 h 3047670"/>
              <a:gd name="connsiteX2878" fmla="*/ 115313 w 3044273"/>
              <a:gd name="connsiteY2878" fmla="*/ 1008562 h 3047670"/>
              <a:gd name="connsiteX2879" fmla="*/ 532479 w 3044273"/>
              <a:gd name="connsiteY2879" fmla="*/ 1004667 h 3047670"/>
              <a:gd name="connsiteX2880" fmla="*/ 549186 w 3044273"/>
              <a:gd name="connsiteY2880" fmla="*/ 1021248 h 3047670"/>
              <a:gd name="connsiteX2881" fmla="*/ 532604 w 3044273"/>
              <a:gd name="connsiteY2881" fmla="*/ 1037955 h 3047670"/>
              <a:gd name="connsiteX2882" fmla="*/ 515898 w 3044273"/>
              <a:gd name="connsiteY2882" fmla="*/ 1021374 h 3047670"/>
              <a:gd name="connsiteX2883" fmla="*/ 532479 w 3044273"/>
              <a:gd name="connsiteY2883" fmla="*/ 1004667 h 3047670"/>
              <a:gd name="connsiteX2884" fmla="*/ 2410549 w 3044273"/>
              <a:gd name="connsiteY2884" fmla="*/ 1004165 h 3047670"/>
              <a:gd name="connsiteX2885" fmla="*/ 2444088 w 3044273"/>
              <a:gd name="connsiteY2885" fmla="*/ 1037452 h 3047670"/>
              <a:gd name="connsiteX2886" fmla="*/ 2410800 w 3044273"/>
              <a:gd name="connsiteY2886" fmla="*/ 1070991 h 3047670"/>
              <a:gd name="connsiteX2887" fmla="*/ 2377262 w 3044273"/>
              <a:gd name="connsiteY2887" fmla="*/ 1037704 h 3047670"/>
              <a:gd name="connsiteX2888" fmla="*/ 2410549 w 3044273"/>
              <a:gd name="connsiteY2888" fmla="*/ 1004165 h 3047670"/>
              <a:gd name="connsiteX2889" fmla="*/ 2924439 w 3044273"/>
              <a:gd name="connsiteY2889" fmla="*/ 999644 h 3047670"/>
              <a:gd name="connsiteX2890" fmla="*/ 2925822 w 3044273"/>
              <a:gd name="connsiteY2890" fmla="*/ 1000900 h 3047670"/>
              <a:gd name="connsiteX2891" fmla="*/ 2924439 w 3044273"/>
              <a:gd name="connsiteY2891" fmla="*/ 1002156 h 3047670"/>
              <a:gd name="connsiteX2892" fmla="*/ 2923057 w 3044273"/>
              <a:gd name="connsiteY2892" fmla="*/ 1000900 h 3047670"/>
              <a:gd name="connsiteX2893" fmla="*/ 2924439 w 3044273"/>
              <a:gd name="connsiteY2893" fmla="*/ 999644 h 3047670"/>
              <a:gd name="connsiteX2894" fmla="*/ 878675 w 3044273"/>
              <a:gd name="connsiteY2894" fmla="*/ 993740 h 3047670"/>
              <a:gd name="connsiteX2895" fmla="*/ 909326 w 3044273"/>
              <a:gd name="connsiteY2895" fmla="*/ 1024139 h 3047670"/>
              <a:gd name="connsiteX2896" fmla="*/ 878927 w 3044273"/>
              <a:gd name="connsiteY2896" fmla="*/ 1054790 h 3047670"/>
              <a:gd name="connsiteX2897" fmla="*/ 848277 w 3044273"/>
              <a:gd name="connsiteY2897" fmla="*/ 1024391 h 3047670"/>
              <a:gd name="connsiteX2898" fmla="*/ 878675 w 3044273"/>
              <a:gd name="connsiteY2898" fmla="*/ 993740 h 3047670"/>
              <a:gd name="connsiteX2899" fmla="*/ 2160953 w 3044273"/>
              <a:gd name="connsiteY2899" fmla="*/ 989090 h 3047670"/>
              <a:gd name="connsiteX2900" fmla="*/ 2191604 w 3044273"/>
              <a:gd name="connsiteY2900" fmla="*/ 1019489 h 3047670"/>
              <a:gd name="connsiteX2901" fmla="*/ 2161205 w 3044273"/>
              <a:gd name="connsiteY2901" fmla="*/ 1050140 h 3047670"/>
              <a:gd name="connsiteX2902" fmla="*/ 2130554 w 3044273"/>
              <a:gd name="connsiteY2902" fmla="*/ 1019741 h 3047670"/>
              <a:gd name="connsiteX2903" fmla="*/ 2160953 w 3044273"/>
              <a:gd name="connsiteY2903" fmla="*/ 989090 h 3047670"/>
              <a:gd name="connsiteX2904" fmla="*/ 2507272 w 3044273"/>
              <a:gd name="connsiteY2904" fmla="*/ 985826 h 3047670"/>
              <a:gd name="connsiteX2905" fmla="*/ 2535661 w 3044273"/>
              <a:gd name="connsiteY2905" fmla="*/ 1014089 h 3047670"/>
              <a:gd name="connsiteX2906" fmla="*/ 2507397 w 3044273"/>
              <a:gd name="connsiteY2906" fmla="*/ 1042478 h 3047670"/>
              <a:gd name="connsiteX2907" fmla="*/ 2479009 w 3044273"/>
              <a:gd name="connsiteY2907" fmla="*/ 1014214 h 3047670"/>
              <a:gd name="connsiteX2908" fmla="*/ 2507272 w 3044273"/>
              <a:gd name="connsiteY2908" fmla="*/ 985826 h 3047670"/>
              <a:gd name="connsiteX2909" fmla="*/ 1231277 w 3044273"/>
              <a:gd name="connsiteY2909" fmla="*/ 984947 h 3047670"/>
              <a:gd name="connsiteX2910" fmla="*/ 1235924 w 3044273"/>
              <a:gd name="connsiteY2910" fmla="*/ 989595 h 3047670"/>
              <a:gd name="connsiteX2911" fmla="*/ 1231277 w 3044273"/>
              <a:gd name="connsiteY2911" fmla="*/ 994243 h 3047670"/>
              <a:gd name="connsiteX2912" fmla="*/ 1226629 w 3044273"/>
              <a:gd name="connsiteY2912" fmla="*/ 989595 h 3047670"/>
              <a:gd name="connsiteX2913" fmla="*/ 1231277 w 3044273"/>
              <a:gd name="connsiteY2913" fmla="*/ 984947 h 3047670"/>
              <a:gd name="connsiteX2914" fmla="*/ 436259 w 3044273"/>
              <a:gd name="connsiteY2914" fmla="*/ 984947 h 3047670"/>
              <a:gd name="connsiteX2915" fmla="*/ 450203 w 3044273"/>
              <a:gd name="connsiteY2915" fmla="*/ 998890 h 3047670"/>
              <a:gd name="connsiteX2916" fmla="*/ 436259 w 3044273"/>
              <a:gd name="connsiteY2916" fmla="*/ 1012959 h 3047670"/>
              <a:gd name="connsiteX2917" fmla="*/ 422316 w 3044273"/>
              <a:gd name="connsiteY2917" fmla="*/ 999016 h 3047670"/>
              <a:gd name="connsiteX2918" fmla="*/ 436259 w 3044273"/>
              <a:gd name="connsiteY2918" fmla="*/ 984947 h 3047670"/>
              <a:gd name="connsiteX2919" fmla="*/ 1808352 w 3044273"/>
              <a:gd name="connsiteY2919" fmla="*/ 981555 h 3047670"/>
              <a:gd name="connsiteX2920" fmla="*/ 1814382 w 3044273"/>
              <a:gd name="connsiteY2920" fmla="*/ 987458 h 3047670"/>
              <a:gd name="connsiteX2921" fmla="*/ 1808478 w 3044273"/>
              <a:gd name="connsiteY2921" fmla="*/ 993487 h 3047670"/>
              <a:gd name="connsiteX2922" fmla="*/ 1802448 w 3044273"/>
              <a:gd name="connsiteY2922" fmla="*/ 987584 h 3047670"/>
              <a:gd name="connsiteX2923" fmla="*/ 1808352 w 3044273"/>
              <a:gd name="connsiteY2923" fmla="*/ 981555 h 3047670"/>
              <a:gd name="connsiteX2924" fmla="*/ 1045869 w 3044273"/>
              <a:gd name="connsiteY2924" fmla="*/ 977661 h 3047670"/>
              <a:gd name="connsiteX2925" fmla="*/ 1063455 w 3044273"/>
              <a:gd name="connsiteY2925" fmla="*/ 995122 h 3047670"/>
              <a:gd name="connsiteX2926" fmla="*/ 1045994 w 3044273"/>
              <a:gd name="connsiteY2926" fmla="*/ 1012708 h 3047670"/>
              <a:gd name="connsiteX2927" fmla="*/ 1028408 w 3044273"/>
              <a:gd name="connsiteY2927" fmla="*/ 995247 h 3047670"/>
              <a:gd name="connsiteX2928" fmla="*/ 1045869 w 3044273"/>
              <a:gd name="connsiteY2928" fmla="*/ 977661 h 3047670"/>
              <a:gd name="connsiteX2929" fmla="*/ 1993759 w 3044273"/>
              <a:gd name="connsiteY2929" fmla="*/ 972762 h 3047670"/>
              <a:gd name="connsiteX2930" fmla="*/ 2012853 w 3044273"/>
              <a:gd name="connsiteY2930" fmla="*/ 991730 h 3047670"/>
              <a:gd name="connsiteX2931" fmla="*/ 1993885 w 3044273"/>
              <a:gd name="connsiteY2931" fmla="*/ 1010823 h 3047670"/>
              <a:gd name="connsiteX2932" fmla="*/ 1974792 w 3044273"/>
              <a:gd name="connsiteY2932" fmla="*/ 991855 h 3047670"/>
              <a:gd name="connsiteX2933" fmla="*/ 1993759 w 3044273"/>
              <a:gd name="connsiteY2933" fmla="*/ 972762 h 3047670"/>
              <a:gd name="connsiteX2934" fmla="*/ 2603370 w 3044273"/>
              <a:gd name="connsiteY2934" fmla="*/ 969370 h 3047670"/>
              <a:gd name="connsiteX2935" fmla="*/ 2625101 w 3044273"/>
              <a:gd name="connsiteY2935" fmla="*/ 990976 h 3047670"/>
              <a:gd name="connsiteX2936" fmla="*/ 2603495 w 3044273"/>
              <a:gd name="connsiteY2936" fmla="*/ 1012707 h 3047670"/>
              <a:gd name="connsiteX2937" fmla="*/ 2581764 w 3044273"/>
              <a:gd name="connsiteY2937" fmla="*/ 991101 h 3047670"/>
              <a:gd name="connsiteX2938" fmla="*/ 2603370 w 3044273"/>
              <a:gd name="connsiteY2938" fmla="*/ 969370 h 3047670"/>
              <a:gd name="connsiteX2939" fmla="*/ 776927 w 3044273"/>
              <a:gd name="connsiteY2939" fmla="*/ 968868 h 3047670"/>
              <a:gd name="connsiteX2940" fmla="*/ 806322 w 3044273"/>
              <a:gd name="connsiteY2940" fmla="*/ 998011 h 3047670"/>
              <a:gd name="connsiteX2941" fmla="*/ 777179 w 3044273"/>
              <a:gd name="connsiteY2941" fmla="*/ 1027279 h 3047670"/>
              <a:gd name="connsiteX2942" fmla="*/ 747785 w 3044273"/>
              <a:gd name="connsiteY2942" fmla="*/ 998136 h 3047670"/>
              <a:gd name="connsiteX2943" fmla="*/ 776927 w 3044273"/>
              <a:gd name="connsiteY2943" fmla="*/ 968868 h 3047670"/>
              <a:gd name="connsiteX2944" fmla="*/ 340291 w 3044273"/>
              <a:gd name="connsiteY2944" fmla="*/ 966104 h 3047670"/>
              <a:gd name="connsiteX2945" fmla="*/ 350969 w 3044273"/>
              <a:gd name="connsiteY2945" fmla="*/ 976655 h 3047670"/>
              <a:gd name="connsiteX2946" fmla="*/ 340416 w 3044273"/>
              <a:gd name="connsiteY2946" fmla="*/ 987332 h 3047670"/>
              <a:gd name="connsiteX2947" fmla="*/ 329739 w 3044273"/>
              <a:gd name="connsiteY2947" fmla="*/ 976781 h 3047670"/>
              <a:gd name="connsiteX2948" fmla="*/ 340291 w 3044273"/>
              <a:gd name="connsiteY2948" fmla="*/ 966104 h 3047670"/>
              <a:gd name="connsiteX2949" fmla="*/ 2262574 w 3044273"/>
              <a:gd name="connsiteY2949" fmla="*/ 958190 h 3047670"/>
              <a:gd name="connsiteX2950" fmla="*/ 2297246 w 3044273"/>
              <a:gd name="connsiteY2950" fmla="*/ 992608 h 3047670"/>
              <a:gd name="connsiteX2951" fmla="*/ 2262826 w 3044273"/>
              <a:gd name="connsiteY2951" fmla="*/ 1027278 h 3047670"/>
              <a:gd name="connsiteX2952" fmla="*/ 2228156 w 3044273"/>
              <a:gd name="connsiteY2952" fmla="*/ 992860 h 3047670"/>
              <a:gd name="connsiteX2953" fmla="*/ 2262574 w 3044273"/>
              <a:gd name="connsiteY2953" fmla="*/ 958190 h 3047670"/>
              <a:gd name="connsiteX2954" fmla="*/ 1310163 w 3044273"/>
              <a:gd name="connsiteY2954" fmla="*/ 954924 h 3047670"/>
              <a:gd name="connsiteX2955" fmla="*/ 1312423 w 3044273"/>
              <a:gd name="connsiteY2955" fmla="*/ 957186 h 3047670"/>
              <a:gd name="connsiteX2956" fmla="*/ 1310163 w 3044273"/>
              <a:gd name="connsiteY2956" fmla="*/ 959446 h 3047670"/>
              <a:gd name="connsiteX2957" fmla="*/ 1307901 w 3044273"/>
              <a:gd name="connsiteY2957" fmla="*/ 957311 h 3047670"/>
              <a:gd name="connsiteX2958" fmla="*/ 1310163 w 3044273"/>
              <a:gd name="connsiteY2958" fmla="*/ 954924 h 3047670"/>
              <a:gd name="connsiteX2959" fmla="*/ 1729339 w 3044273"/>
              <a:gd name="connsiteY2959" fmla="*/ 953164 h 3047670"/>
              <a:gd name="connsiteX2960" fmla="*/ 1731976 w 3044273"/>
              <a:gd name="connsiteY2960" fmla="*/ 955801 h 3047670"/>
              <a:gd name="connsiteX2961" fmla="*/ 1729339 w 3044273"/>
              <a:gd name="connsiteY2961" fmla="*/ 958439 h 3047670"/>
              <a:gd name="connsiteX2962" fmla="*/ 1726702 w 3044273"/>
              <a:gd name="connsiteY2962" fmla="*/ 955801 h 3047670"/>
              <a:gd name="connsiteX2963" fmla="*/ 1729339 w 3044273"/>
              <a:gd name="connsiteY2963" fmla="*/ 953164 h 3047670"/>
              <a:gd name="connsiteX2964" fmla="*/ 2699087 w 3044273"/>
              <a:gd name="connsiteY2964" fmla="*/ 951784 h 3047670"/>
              <a:gd name="connsiteX2965" fmla="*/ 2715543 w 3044273"/>
              <a:gd name="connsiteY2965" fmla="*/ 968114 h 3047670"/>
              <a:gd name="connsiteX2966" fmla="*/ 2699214 w 3044273"/>
              <a:gd name="connsiteY2966" fmla="*/ 984569 h 3047670"/>
              <a:gd name="connsiteX2967" fmla="*/ 2682757 w 3044273"/>
              <a:gd name="connsiteY2967" fmla="*/ 968240 h 3047670"/>
              <a:gd name="connsiteX2968" fmla="*/ 2699087 w 3044273"/>
              <a:gd name="connsiteY2968" fmla="*/ 951784 h 3047670"/>
              <a:gd name="connsiteX2969" fmla="*/ 244947 w 3044273"/>
              <a:gd name="connsiteY2969" fmla="*/ 950654 h 3047670"/>
              <a:gd name="connsiteX2970" fmla="*/ 249218 w 3044273"/>
              <a:gd name="connsiteY2970" fmla="*/ 954799 h 3047670"/>
              <a:gd name="connsiteX2971" fmla="*/ 245073 w 3044273"/>
              <a:gd name="connsiteY2971" fmla="*/ 959071 h 3047670"/>
              <a:gd name="connsiteX2972" fmla="*/ 240802 w 3044273"/>
              <a:gd name="connsiteY2972" fmla="*/ 954925 h 3047670"/>
              <a:gd name="connsiteX2973" fmla="*/ 244947 w 3044273"/>
              <a:gd name="connsiteY2973" fmla="*/ 950654 h 3047670"/>
              <a:gd name="connsiteX2974" fmla="*/ 676687 w 3044273"/>
              <a:gd name="connsiteY2974" fmla="*/ 948518 h 3047670"/>
              <a:gd name="connsiteX2975" fmla="*/ 701308 w 3044273"/>
              <a:gd name="connsiteY2975" fmla="*/ 973013 h 3047670"/>
              <a:gd name="connsiteX2976" fmla="*/ 676813 w 3044273"/>
              <a:gd name="connsiteY2976" fmla="*/ 997633 h 3047670"/>
              <a:gd name="connsiteX2977" fmla="*/ 652192 w 3044273"/>
              <a:gd name="connsiteY2977" fmla="*/ 973138 h 3047670"/>
              <a:gd name="connsiteX2978" fmla="*/ 676687 w 3044273"/>
              <a:gd name="connsiteY2978" fmla="*/ 948518 h 3047670"/>
              <a:gd name="connsiteX2979" fmla="*/ 2794429 w 3044273"/>
              <a:gd name="connsiteY2979" fmla="*/ 939224 h 3047670"/>
              <a:gd name="connsiteX2980" fmla="*/ 2800836 w 3044273"/>
              <a:gd name="connsiteY2980" fmla="*/ 945630 h 3047670"/>
              <a:gd name="connsiteX2981" fmla="*/ 2794429 w 3044273"/>
              <a:gd name="connsiteY2981" fmla="*/ 952036 h 3047670"/>
              <a:gd name="connsiteX2982" fmla="*/ 2788022 w 3044273"/>
              <a:gd name="connsiteY2982" fmla="*/ 945630 h 3047670"/>
              <a:gd name="connsiteX2983" fmla="*/ 2794429 w 3044273"/>
              <a:gd name="connsiteY2983" fmla="*/ 939224 h 3047670"/>
              <a:gd name="connsiteX2984" fmla="*/ 938092 w 3044273"/>
              <a:gd name="connsiteY2984" fmla="*/ 938720 h 3047670"/>
              <a:gd name="connsiteX2985" fmla="*/ 962461 w 3044273"/>
              <a:gd name="connsiteY2985" fmla="*/ 962964 h 3047670"/>
              <a:gd name="connsiteX2986" fmla="*/ 938217 w 3044273"/>
              <a:gd name="connsiteY2986" fmla="*/ 987334 h 3047670"/>
              <a:gd name="connsiteX2987" fmla="*/ 913722 w 3044273"/>
              <a:gd name="connsiteY2987" fmla="*/ 963089 h 3047670"/>
              <a:gd name="connsiteX2988" fmla="*/ 938092 w 3044273"/>
              <a:gd name="connsiteY2988" fmla="*/ 938720 h 3047670"/>
              <a:gd name="connsiteX2989" fmla="*/ 2362690 w 3044273"/>
              <a:gd name="connsiteY2989" fmla="*/ 933570 h 3047670"/>
              <a:gd name="connsiteX2990" fmla="*/ 2396229 w 3044273"/>
              <a:gd name="connsiteY2990" fmla="*/ 966858 h 3047670"/>
              <a:gd name="connsiteX2991" fmla="*/ 2362941 w 3044273"/>
              <a:gd name="connsiteY2991" fmla="*/ 1000397 h 3047670"/>
              <a:gd name="connsiteX2992" fmla="*/ 2329403 w 3044273"/>
              <a:gd name="connsiteY2992" fmla="*/ 967108 h 3047670"/>
              <a:gd name="connsiteX2993" fmla="*/ 2362690 w 3044273"/>
              <a:gd name="connsiteY2993" fmla="*/ 933570 h 3047670"/>
              <a:gd name="connsiteX2994" fmla="*/ 2101287 w 3044273"/>
              <a:gd name="connsiteY2994" fmla="*/ 933193 h 3047670"/>
              <a:gd name="connsiteX2995" fmla="*/ 2127037 w 3044273"/>
              <a:gd name="connsiteY2995" fmla="*/ 958818 h 3047670"/>
              <a:gd name="connsiteX2996" fmla="*/ 2101412 w 3044273"/>
              <a:gd name="connsiteY2996" fmla="*/ 984569 h 3047670"/>
              <a:gd name="connsiteX2997" fmla="*/ 2075661 w 3044273"/>
              <a:gd name="connsiteY2997" fmla="*/ 958944 h 3047670"/>
              <a:gd name="connsiteX2998" fmla="*/ 2101287 w 3044273"/>
              <a:gd name="connsiteY2998" fmla="*/ 933193 h 3047670"/>
              <a:gd name="connsiteX2999" fmla="*/ 149982 w 3044273"/>
              <a:gd name="connsiteY2999" fmla="*/ 931684 h 3047670"/>
              <a:gd name="connsiteX3000" fmla="*/ 151490 w 3044273"/>
              <a:gd name="connsiteY3000" fmla="*/ 933191 h 3047670"/>
              <a:gd name="connsiteX3001" fmla="*/ 149982 w 3044273"/>
              <a:gd name="connsiteY3001" fmla="*/ 934699 h 3047670"/>
              <a:gd name="connsiteX3002" fmla="*/ 148350 w 3044273"/>
              <a:gd name="connsiteY3002" fmla="*/ 933191 h 3047670"/>
              <a:gd name="connsiteX3003" fmla="*/ 149982 w 3044273"/>
              <a:gd name="connsiteY3003" fmla="*/ 931684 h 3047670"/>
              <a:gd name="connsiteX3004" fmla="*/ 577577 w 3044273"/>
              <a:gd name="connsiteY3004" fmla="*/ 929676 h 3047670"/>
              <a:gd name="connsiteX3005" fmla="*/ 596923 w 3044273"/>
              <a:gd name="connsiteY3005" fmla="*/ 948895 h 3047670"/>
              <a:gd name="connsiteX3006" fmla="*/ 577704 w 3044273"/>
              <a:gd name="connsiteY3006" fmla="*/ 968241 h 3047670"/>
              <a:gd name="connsiteX3007" fmla="*/ 558358 w 3044273"/>
              <a:gd name="connsiteY3007" fmla="*/ 949022 h 3047670"/>
              <a:gd name="connsiteX3008" fmla="*/ 577577 w 3044273"/>
              <a:gd name="connsiteY3008" fmla="*/ 929676 h 3047670"/>
              <a:gd name="connsiteX3009" fmla="*/ 1392439 w 3044273"/>
              <a:gd name="connsiteY3009" fmla="*/ 926535 h 3047670"/>
              <a:gd name="connsiteX3010" fmla="*/ 1401358 w 3044273"/>
              <a:gd name="connsiteY3010" fmla="*/ 935328 h 3047670"/>
              <a:gd name="connsiteX3011" fmla="*/ 1392566 w 3044273"/>
              <a:gd name="connsiteY3011" fmla="*/ 944246 h 3047670"/>
              <a:gd name="connsiteX3012" fmla="*/ 1383647 w 3044273"/>
              <a:gd name="connsiteY3012" fmla="*/ 935453 h 3047670"/>
              <a:gd name="connsiteX3013" fmla="*/ 1392439 w 3044273"/>
              <a:gd name="connsiteY3013" fmla="*/ 926535 h 3047670"/>
              <a:gd name="connsiteX3014" fmla="*/ 1646811 w 3044273"/>
              <a:gd name="connsiteY3014" fmla="*/ 925782 h 3047670"/>
              <a:gd name="connsiteX3015" fmla="*/ 1655478 w 3044273"/>
              <a:gd name="connsiteY3015" fmla="*/ 934449 h 3047670"/>
              <a:gd name="connsiteX3016" fmla="*/ 1646811 w 3044273"/>
              <a:gd name="connsiteY3016" fmla="*/ 943117 h 3047670"/>
              <a:gd name="connsiteX3017" fmla="*/ 1638144 w 3044273"/>
              <a:gd name="connsiteY3017" fmla="*/ 934575 h 3047670"/>
              <a:gd name="connsiteX3018" fmla="*/ 1646811 w 3044273"/>
              <a:gd name="connsiteY3018" fmla="*/ 925782 h 3047670"/>
              <a:gd name="connsiteX3019" fmla="*/ 1115209 w 3044273"/>
              <a:gd name="connsiteY3019" fmla="*/ 925155 h 3047670"/>
              <a:gd name="connsiteX3020" fmla="*/ 1135810 w 3044273"/>
              <a:gd name="connsiteY3020" fmla="*/ 945631 h 3047670"/>
              <a:gd name="connsiteX3021" fmla="*/ 1115334 w 3044273"/>
              <a:gd name="connsiteY3021" fmla="*/ 966232 h 3047670"/>
              <a:gd name="connsiteX3022" fmla="*/ 1094733 w 3044273"/>
              <a:gd name="connsiteY3022" fmla="*/ 945756 h 3047670"/>
              <a:gd name="connsiteX3023" fmla="*/ 1115209 w 3044273"/>
              <a:gd name="connsiteY3023" fmla="*/ 925155 h 3047670"/>
              <a:gd name="connsiteX3024" fmla="*/ 2889140 w 3044273"/>
              <a:gd name="connsiteY3024" fmla="*/ 920882 h 3047670"/>
              <a:gd name="connsiteX3025" fmla="*/ 2891652 w 3044273"/>
              <a:gd name="connsiteY3025" fmla="*/ 923269 h 3047670"/>
              <a:gd name="connsiteX3026" fmla="*/ 2889267 w 3044273"/>
              <a:gd name="connsiteY3026" fmla="*/ 925656 h 3047670"/>
              <a:gd name="connsiteX3027" fmla="*/ 2886880 w 3044273"/>
              <a:gd name="connsiteY3027" fmla="*/ 923269 h 3047670"/>
              <a:gd name="connsiteX3028" fmla="*/ 2889140 w 3044273"/>
              <a:gd name="connsiteY3028" fmla="*/ 920882 h 3047670"/>
              <a:gd name="connsiteX3029" fmla="*/ 1923917 w 3044273"/>
              <a:gd name="connsiteY3029" fmla="*/ 920253 h 3047670"/>
              <a:gd name="connsiteX3030" fmla="*/ 1946402 w 3044273"/>
              <a:gd name="connsiteY3030" fmla="*/ 942486 h 3047670"/>
              <a:gd name="connsiteX3031" fmla="*/ 1924169 w 3044273"/>
              <a:gd name="connsiteY3031" fmla="*/ 964971 h 3047670"/>
              <a:gd name="connsiteX3032" fmla="*/ 1901683 w 3044273"/>
              <a:gd name="connsiteY3032" fmla="*/ 942738 h 3047670"/>
              <a:gd name="connsiteX3033" fmla="*/ 1923917 w 3044273"/>
              <a:gd name="connsiteY3033" fmla="*/ 920253 h 3047670"/>
              <a:gd name="connsiteX3034" fmla="*/ 2461800 w 3044273"/>
              <a:gd name="connsiteY3034" fmla="*/ 918622 h 3047670"/>
              <a:gd name="connsiteX3035" fmla="*/ 2485289 w 3044273"/>
              <a:gd name="connsiteY3035" fmla="*/ 941986 h 3047670"/>
              <a:gd name="connsiteX3036" fmla="*/ 2461925 w 3044273"/>
              <a:gd name="connsiteY3036" fmla="*/ 965476 h 3047670"/>
              <a:gd name="connsiteX3037" fmla="*/ 2438310 w 3044273"/>
              <a:gd name="connsiteY3037" fmla="*/ 942112 h 3047670"/>
              <a:gd name="connsiteX3038" fmla="*/ 2461800 w 3044273"/>
              <a:gd name="connsiteY3038" fmla="*/ 918622 h 3047670"/>
              <a:gd name="connsiteX3039" fmla="*/ 1562272 w 3044273"/>
              <a:gd name="connsiteY3039" fmla="*/ 916234 h 3047670"/>
              <a:gd name="connsiteX3040" fmla="*/ 1570060 w 3044273"/>
              <a:gd name="connsiteY3040" fmla="*/ 923897 h 3047670"/>
              <a:gd name="connsiteX3041" fmla="*/ 1562272 w 3044273"/>
              <a:gd name="connsiteY3041" fmla="*/ 931685 h 3047670"/>
              <a:gd name="connsiteX3042" fmla="*/ 1554483 w 3044273"/>
              <a:gd name="connsiteY3042" fmla="*/ 923897 h 3047670"/>
              <a:gd name="connsiteX3043" fmla="*/ 1562272 w 3044273"/>
              <a:gd name="connsiteY3043" fmla="*/ 916234 h 3047670"/>
              <a:gd name="connsiteX3044" fmla="*/ 1476980 w 3044273"/>
              <a:gd name="connsiteY3044" fmla="*/ 915356 h 3047670"/>
              <a:gd name="connsiteX3045" fmla="*/ 1485897 w 3044273"/>
              <a:gd name="connsiteY3045" fmla="*/ 924149 h 3047670"/>
              <a:gd name="connsiteX3046" fmla="*/ 1477105 w 3044273"/>
              <a:gd name="connsiteY3046" fmla="*/ 933066 h 3047670"/>
              <a:gd name="connsiteX3047" fmla="*/ 1468186 w 3044273"/>
              <a:gd name="connsiteY3047" fmla="*/ 924274 h 3047670"/>
              <a:gd name="connsiteX3048" fmla="*/ 1476980 w 3044273"/>
              <a:gd name="connsiteY3048" fmla="*/ 915356 h 3047670"/>
              <a:gd name="connsiteX3049" fmla="*/ 55143 w 3044273"/>
              <a:gd name="connsiteY3049" fmla="*/ 910959 h 3047670"/>
              <a:gd name="connsiteX3050" fmla="*/ 55771 w 3044273"/>
              <a:gd name="connsiteY3050" fmla="*/ 911587 h 3047670"/>
              <a:gd name="connsiteX3051" fmla="*/ 55143 w 3044273"/>
              <a:gd name="connsiteY3051" fmla="*/ 912215 h 3047670"/>
              <a:gd name="connsiteX3052" fmla="*/ 54516 w 3044273"/>
              <a:gd name="connsiteY3052" fmla="*/ 911587 h 3047670"/>
              <a:gd name="connsiteX3053" fmla="*/ 55143 w 3044273"/>
              <a:gd name="connsiteY3053" fmla="*/ 910959 h 3047670"/>
              <a:gd name="connsiteX3054" fmla="*/ 479471 w 3044273"/>
              <a:gd name="connsiteY3054" fmla="*/ 908698 h 3047670"/>
              <a:gd name="connsiteX3055" fmla="*/ 496178 w 3044273"/>
              <a:gd name="connsiteY3055" fmla="*/ 925279 h 3047670"/>
              <a:gd name="connsiteX3056" fmla="*/ 479597 w 3044273"/>
              <a:gd name="connsiteY3056" fmla="*/ 941986 h 3047670"/>
              <a:gd name="connsiteX3057" fmla="*/ 462890 w 3044273"/>
              <a:gd name="connsiteY3057" fmla="*/ 925405 h 3047670"/>
              <a:gd name="connsiteX3058" fmla="*/ 479471 w 3044273"/>
              <a:gd name="connsiteY3058" fmla="*/ 908698 h 3047670"/>
              <a:gd name="connsiteX3059" fmla="*/ 832826 w 3044273"/>
              <a:gd name="connsiteY3059" fmla="*/ 902543 h 3047670"/>
              <a:gd name="connsiteX3060" fmla="*/ 864104 w 3044273"/>
              <a:gd name="connsiteY3060" fmla="*/ 933696 h 3047670"/>
              <a:gd name="connsiteX3061" fmla="*/ 832951 w 3044273"/>
              <a:gd name="connsiteY3061" fmla="*/ 964974 h 3047670"/>
              <a:gd name="connsiteX3062" fmla="*/ 801674 w 3044273"/>
              <a:gd name="connsiteY3062" fmla="*/ 933821 h 3047670"/>
              <a:gd name="connsiteX3063" fmla="*/ 832826 w 3044273"/>
              <a:gd name="connsiteY3063" fmla="*/ 902543 h 3047670"/>
              <a:gd name="connsiteX3064" fmla="*/ 2559654 w 3044273"/>
              <a:gd name="connsiteY3064" fmla="*/ 900533 h 3047670"/>
              <a:gd name="connsiteX3065" fmla="*/ 2576990 w 3044273"/>
              <a:gd name="connsiteY3065" fmla="*/ 917741 h 3047670"/>
              <a:gd name="connsiteX3066" fmla="*/ 2559781 w 3044273"/>
              <a:gd name="connsiteY3066" fmla="*/ 935076 h 3047670"/>
              <a:gd name="connsiteX3067" fmla="*/ 2542445 w 3044273"/>
              <a:gd name="connsiteY3067" fmla="*/ 917867 h 3047670"/>
              <a:gd name="connsiteX3068" fmla="*/ 2559654 w 3044273"/>
              <a:gd name="connsiteY3068" fmla="*/ 900533 h 3047670"/>
              <a:gd name="connsiteX3069" fmla="*/ 2206301 w 3044273"/>
              <a:gd name="connsiteY3069" fmla="*/ 897896 h 3047670"/>
              <a:gd name="connsiteX3070" fmla="*/ 2237201 w 3044273"/>
              <a:gd name="connsiteY3070" fmla="*/ 928546 h 3047670"/>
              <a:gd name="connsiteX3071" fmla="*/ 2206551 w 3044273"/>
              <a:gd name="connsiteY3071" fmla="*/ 959447 h 3047670"/>
              <a:gd name="connsiteX3072" fmla="*/ 2175651 w 3044273"/>
              <a:gd name="connsiteY3072" fmla="*/ 928797 h 3047670"/>
              <a:gd name="connsiteX3073" fmla="*/ 2206301 w 3044273"/>
              <a:gd name="connsiteY3073" fmla="*/ 897896 h 3047670"/>
              <a:gd name="connsiteX3074" fmla="*/ 381870 w 3044273"/>
              <a:gd name="connsiteY3074" fmla="*/ 889352 h 3047670"/>
              <a:gd name="connsiteX3075" fmla="*/ 395059 w 3044273"/>
              <a:gd name="connsiteY3075" fmla="*/ 902416 h 3047670"/>
              <a:gd name="connsiteX3076" fmla="*/ 381995 w 3044273"/>
              <a:gd name="connsiteY3076" fmla="*/ 915480 h 3047670"/>
              <a:gd name="connsiteX3077" fmla="*/ 368931 w 3044273"/>
              <a:gd name="connsiteY3077" fmla="*/ 902416 h 3047670"/>
              <a:gd name="connsiteX3078" fmla="*/ 381870 w 3044273"/>
              <a:gd name="connsiteY3078" fmla="*/ 889352 h 3047670"/>
              <a:gd name="connsiteX3079" fmla="*/ 1849303 w 3044273"/>
              <a:gd name="connsiteY3079" fmla="*/ 885082 h 3047670"/>
              <a:gd name="connsiteX3080" fmla="*/ 1866009 w 3044273"/>
              <a:gd name="connsiteY3080" fmla="*/ 901663 h 3047670"/>
              <a:gd name="connsiteX3081" fmla="*/ 1849428 w 3044273"/>
              <a:gd name="connsiteY3081" fmla="*/ 918370 h 3047670"/>
              <a:gd name="connsiteX3082" fmla="*/ 1832721 w 3044273"/>
              <a:gd name="connsiteY3082" fmla="*/ 901789 h 3047670"/>
              <a:gd name="connsiteX3083" fmla="*/ 1849303 w 3044273"/>
              <a:gd name="connsiteY3083" fmla="*/ 885082 h 3047670"/>
              <a:gd name="connsiteX3084" fmla="*/ 1189572 w 3044273"/>
              <a:gd name="connsiteY3084" fmla="*/ 883575 h 3047670"/>
              <a:gd name="connsiteX3085" fmla="*/ 1210300 w 3044273"/>
              <a:gd name="connsiteY3085" fmla="*/ 904051 h 3047670"/>
              <a:gd name="connsiteX3086" fmla="*/ 1189824 w 3044273"/>
              <a:gd name="connsiteY3086" fmla="*/ 924652 h 3047670"/>
              <a:gd name="connsiteX3087" fmla="*/ 1169223 w 3044273"/>
              <a:gd name="connsiteY3087" fmla="*/ 904176 h 3047670"/>
              <a:gd name="connsiteX3088" fmla="*/ 1189572 w 3044273"/>
              <a:gd name="connsiteY3088" fmla="*/ 883575 h 3047670"/>
              <a:gd name="connsiteX3089" fmla="*/ 2657007 w 3044273"/>
              <a:gd name="connsiteY3089" fmla="*/ 881440 h 3047670"/>
              <a:gd name="connsiteX3090" fmla="*/ 2669693 w 3044273"/>
              <a:gd name="connsiteY3090" fmla="*/ 894001 h 3047670"/>
              <a:gd name="connsiteX3091" fmla="*/ 2657132 w 3044273"/>
              <a:gd name="connsiteY3091" fmla="*/ 906688 h 3047670"/>
              <a:gd name="connsiteX3092" fmla="*/ 2644445 w 3044273"/>
              <a:gd name="connsiteY3092" fmla="*/ 894127 h 3047670"/>
              <a:gd name="connsiteX3093" fmla="*/ 2657007 w 3044273"/>
              <a:gd name="connsiteY3093" fmla="*/ 881440 h 3047670"/>
              <a:gd name="connsiteX3094" fmla="*/ 729570 w 3044273"/>
              <a:gd name="connsiteY3094" fmla="*/ 879178 h 3047670"/>
              <a:gd name="connsiteX3095" fmla="*/ 756703 w 3044273"/>
              <a:gd name="connsiteY3095" fmla="*/ 906059 h 3047670"/>
              <a:gd name="connsiteX3096" fmla="*/ 729822 w 3044273"/>
              <a:gd name="connsiteY3096" fmla="*/ 933192 h 3047670"/>
              <a:gd name="connsiteX3097" fmla="*/ 702689 w 3044273"/>
              <a:gd name="connsiteY3097" fmla="*/ 906311 h 3047670"/>
              <a:gd name="connsiteX3098" fmla="*/ 729570 w 3044273"/>
              <a:gd name="connsiteY3098" fmla="*/ 879178 h 3047670"/>
              <a:gd name="connsiteX3099" fmla="*/ 2035842 w 3044273"/>
              <a:gd name="connsiteY3099" fmla="*/ 877922 h 3047670"/>
              <a:gd name="connsiteX3100" fmla="*/ 2062221 w 3044273"/>
              <a:gd name="connsiteY3100" fmla="*/ 904175 h 3047670"/>
              <a:gd name="connsiteX3101" fmla="*/ 2035967 w 3044273"/>
              <a:gd name="connsiteY3101" fmla="*/ 930555 h 3047670"/>
              <a:gd name="connsiteX3102" fmla="*/ 2009461 w 3044273"/>
              <a:gd name="connsiteY3102" fmla="*/ 904301 h 3047670"/>
              <a:gd name="connsiteX3103" fmla="*/ 2035842 w 3044273"/>
              <a:gd name="connsiteY3103" fmla="*/ 877922 h 3047670"/>
              <a:gd name="connsiteX3104" fmla="*/ 1003160 w 3044273"/>
              <a:gd name="connsiteY3104" fmla="*/ 877168 h 3047670"/>
              <a:gd name="connsiteX3105" fmla="*/ 1034061 w 3044273"/>
              <a:gd name="connsiteY3105" fmla="*/ 907818 h 3047670"/>
              <a:gd name="connsiteX3106" fmla="*/ 1003411 w 3044273"/>
              <a:gd name="connsiteY3106" fmla="*/ 938720 h 3047670"/>
              <a:gd name="connsiteX3107" fmla="*/ 972510 w 3044273"/>
              <a:gd name="connsiteY3107" fmla="*/ 908068 h 3047670"/>
              <a:gd name="connsiteX3108" fmla="*/ 1003160 w 3044273"/>
              <a:gd name="connsiteY3108" fmla="*/ 877168 h 3047670"/>
              <a:gd name="connsiteX3109" fmla="*/ 285145 w 3044273"/>
              <a:gd name="connsiteY3109" fmla="*/ 870134 h 3047670"/>
              <a:gd name="connsiteX3110" fmla="*/ 294692 w 3044273"/>
              <a:gd name="connsiteY3110" fmla="*/ 879555 h 3047670"/>
              <a:gd name="connsiteX3111" fmla="*/ 285145 w 3044273"/>
              <a:gd name="connsiteY3111" fmla="*/ 889102 h 3047670"/>
              <a:gd name="connsiteX3112" fmla="*/ 275598 w 3044273"/>
              <a:gd name="connsiteY3112" fmla="*/ 879680 h 3047670"/>
              <a:gd name="connsiteX3113" fmla="*/ 285145 w 3044273"/>
              <a:gd name="connsiteY3113" fmla="*/ 870134 h 3047670"/>
              <a:gd name="connsiteX3114" fmla="*/ 2309304 w 3044273"/>
              <a:gd name="connsiteY3114" fmla="*/ 869130 h 3047670"/>
              <a:gd name="connsiteX3115" fmla="*/ 2340834 w 3044273"/>
              <a:gd name="connsiteY3115" fmla="*/ 900408 h 3047670"/>
              <a:gd name="connsiteX3116" fmla="*/ 2309555 w 3044273"/>
              <a:gd name="connsiteY3116" fmla="*/ 931938 h 3047670"/>
              <a:gd name="connsiteX3117" fmla="*/ 2278027 w 3044273"/>
              <a:gd name="connsiteY3117" fmla="*/ 900659 h 3047670"/>
              <a:gd name="connsiteX3118" fmla="*/ 2309304 w 3044273"/>
              <a:gd name="connsiteY3118" fmla="*/ 869130 h 3047670"/>
              <a:gd name="connsiteX3119" fmla="*/ 2753729 w 3044273"/>
              <a:gd name="connsiteY3119" fmla="*/ 864356 h 3047670"/>
              <a:gd name="connsiteX3120" fmla="*/ 2760134 w 3044273"/>
              <a:gd name="connsiteY3120" fmla="*/ 870762 h 3047670"/>
              <a:gd name="connsiteX3121" fmla="*/ 2753729 w 3044273"/>
              <a:gd name="connsiteY3121" fmla="*/ 877168 h 3047670"/>
              <a:gd name="connsiteX3122" fmla="*/ 2747322 w 3044273"/>
              <a:gd name="connsiteY3122" fmla="*/ 870762 h 3047670"/>
              <a:gd name="connsiteX3123" fmla="*/ 2753729 w 3044273"/>
              <a:gd name="connsiteY3123" fmla="*/ 864356 h 3047670"/>
              <a:gd name="connsiteX3124" fmla="*/ 627948 w 3044273"/>
              <a:gd name="connsiteY3124" fmla="*/ 857070 h 3047670"/>
              <a:gd name="connsiteX3125" fmla="*/ 651061 w 3044273"/>
              <a:gd name="connsiteY3125" fmla="*/ 880058 h 3047670"/>
              <a:gd name="connsiteX3126" fmla="*/ 628073 w 3044273"/>
              <a:gd name="connsiteY3126" fmla="*/ 903172 h 3047670"/>
              <a:gd name="connsiteX3127" fmla="*/ 604960 w 3044273"/>
              <a:gd name="connsiteY3127" fmla="*/ 880184 h 3047670"/>
              <a:gd name="connsiteX3128" fmla="*/ 627948 w 3044273"/>
              <a:gd name="connsiteY3128" fmla="*/ 857070 h 3047670"/>
              <a:gd name="connsiteX3129" fmla="*/ 1268208 w 3044273"/>
              <a:gd name="connsiteY3129" fmla="*/ 855310 h 3047670"/>
              <a:gd name="connsiteX3130" fmla="*/ 1284160 w 3044273"/>
              <a:gd name="connsiteY3130" fmla="*/ 871138 h 3047670"/>
              <a:gd name="connsiteX3131" fmla="*/ 1268333 w 3044273"/>
              <a:gd name="connsiteY3131" fmla="*/ 887092 h 3047670"/>
              <a:gd name="connsiteX3132" fmla="*/ 1252379 w 3044273"/>
              <a:gd name="connsiteY3132" fmla="*/ 871264 h 3047670"/>
              <a:gd name="connsiteX3133" fmla="*/ 1268208 w 3044273"/>
              <a:gd name="connsiteY3133" fmla="*/ 855310 h 3047670"/>
              <a:gd name="connsiteX3134" fmla="*/ 188798 w 3044273"/>
              <a:gd name="connsiteY3134" fmla="*/ 853427 h 3047670"/>
              <a:gd name="connsiteX3135" fmla="*/ 192566 w 3044273"/>
              <a:gd name="connsiteY3135" fmla="*/ 857195 h 3047670"/>
              <a:gd name="connsiteX3136" fmla="*/ 188798 w 3044273"/>
              <a:gd name="connsiteY3136" fmla="*/ 860964 h 3047670"/>
              <a:gd name="connsiteX3137" fmla="*/ 185029 w 3044273"/>
              <a:gd name="connsiteY3137" fmla="*/ 857195 h 3047670"/>
              <a:gd name="connsiteX3138" fmla="*/ 188798 w 3044273"/>
              <a:gd name="connsiteY3138" fmla="*/ 853427 h 3047670"/>
              <a:gd name="connsiteX3139" fmla="*/ 1770417 w 3044273"/>
              <a:gd name="connsiteY3139" fmla="*/ 852799 h 3047670"/>
              <a:gd name="connsiteX3140" fmla="*/ 1787123 w 3044273"/>
              <a:gd name="connsiteY3140" fmla="*/ 869380 h 3047670"/>
              <a:gd name="connsiteX3141" fmla="*/ 1770542 w 3044273"/>
              <a:gd name="connsiteY3141" fmla="*/ 886087 h 3047670"/>
              <a:gd name="connsiteX3142" fmla="*/ 1753835 w 3044273"/>
              <a:gd name="connsiteY3142" fmla="*/ 869506 h 3047670"/>
              <a:gd name="connsiteX3143" fmla="*/ 1770417 w 3044273"/>
              <a:gd name="connsiteY3143" fmla="*/ 852799 h 3047670"/>
              <a:gd name="connsiteX3144" fmla="*/ 2849949 w 3044273"/>
              <a:gd name="connsiteY3144" fmla="*/ 846141 h 3047670"/>
              <a:gd name="connsiteX3145" fmla="*/ 2851456 w 3044273"/>
              <a:gd name="connsiteY3145" fmla="*/ 847648 h 3047670"/>
              <a:gd name="connsiteX3146" fmla="*/ 2849949 w 3044273"/>
              <a:gd name="connsiteY3146" fmla="*/ 849156 h 3047670"/>
              <a:gd name="connsiteX3147" fmla="*/ 2848316 w 3044273"/>
              <a:gd name="connsiteY3147" fmla="*/ 847648 h 3047670"/>
              <a:gd name="connsiteX3148" fmla="*/ 2849949 w 3044273"/>
              <a:gd name="connsiteY3148" fmla="*/ 846141 h 3047670"/>
              <a:gd name="connsiteX3149" fmla="*/ 2410674 w 3044273"/>
              <a:gd name="connsiteY3149" fmla="*/ 844885 h 3047670"/>
              <a:gd name="connsiteX3150" fmla="*/ 2439566 w 3044273"/>
              <a:gd name="connsiteY3150" fmla="*/ 873525 h 3047670"/>
              <a:gd name="connsiteX3151" fmla="*/ 2410925 w 3044273"/>
              <a:gd name="connsiteY3151" fmla="*/ 902416 h 3047670"/>
              <a:gd name="connsiteX3152" fmla="*/ 2382034 w 3044273"/>
              <a:gd name="connsiteY3152" fmla="*/ 873776 h 3047670"/>
              <a:gd name="connsiteX3153" fmla="*/ 2410674 w 3044273"/>
              <a:gd name="connsiteY3153" fmla="*/ 844885 h 3047670"/>
              <a:gd name="connsiteX3154" fmla="*/ 894126 w 3044273"/>
              <a:gd name="connsiteY3154" fmla="*/ 843378 h 3047670"/>
              <a:gd name="connsiteX3155" fmla="*/ 925405 w 3044273"/>
              <a:gd name="connsiteY3155" fmla="*/ 874404 h 3047670"/>
              <a:gd name="connsiteX3156" fmla="*/ 894378 w 3044273"/>
              <a:gd name="connsiteY3156" fmla="*/ 905684 h 3047670"/>
              <a:gd name="connsiteX3157" fmla="*/ 863100 w 3044273"/>
              <a:gd name="connsiteY3157" fmla="*/ 874656 h 3047670"/>
              <a:gd name="connsiteX3158" fmla="*/ 894126 w 3044273"/>
              <a:gd name="connsiteY3158" fmla="*/ 843378 h 3047670"/>
              <a:gd name="connsiteX3159" fmla="*/ 2144497 w 3044273"/>
              <a:gd name="connsiteY3159" fmla="*/ 840867 h 3047670"/>
              <a:gd name="connsiteX3160" fmla="*/ 2173765 w 3044273"/>
              <a:gd name="connsiteY3160" fmla="*/ 870010 h 3047670"/>
              <a:gd name="connsiteX3161" fmla="*/ 2144623 w 3044273"/>
              <a:gd name="connsiteY3161" fmla="*/ 899278 h 3047670"/>
              <a:gd name="connsiteX3162" fmla="*/ 2115355 w 3044273"/>
              <a:gd name="connsiteY3162" fmla="*/ 870135 h 3047670"/>
              <a:gd name="connsiteX3163" fmla="*/ 2144497 w 3044273"/>
              <a:gd name="connsiteY3163" fmla="*/ 840867 h 3047670"/>
              <a:gd name="connsiteX3164" fmla="*/ 527582 w 3044273"/>
              <a:gd name="connsiteY3164" fmla="*/ 838353 h 3047670"/>
              <a:gd name="connsiteX3165" fmla="*/ 544289 w 3044273"/>
              <a:gd name="connsiteY3165" fmla="*/ 854934 h 3047670"/>
              <a:gd name="connsiteX3166" fmla="*/ 527707 w 3044273"/>
              <a:gd name="connsiteY3166" fmla="*/ 871641 h 3047670"/>
              <a:gd name="connsiteX3167" fmla="*/ 511001 w 3044273"/>
              <a:gd name="connsiteY3167" fmla="*/ 855060 h 3047670"/>
              <a:gd name="connsiteX3168" fmla="*/ 527582 w 3044273"/>
              <a:gd name="connsiteY3168" fmla="*/ 838353 h 3047670"/>
              <a:gd name="connsiteX3169" fmla="*/ 92827 w 3044273"/>
              <a:gd name="connsiteY3169" fmla="*/ 833706 h 3047670"/>
              <a:gd name="connsiteX3170" fmla="*/ 94210 w 3044273"/>
              <a:gd name="connsiteY3170" fmla="*/ 835088 h 3047670"/>
              <a:gd name="connsiteX3171" fmla="*/ 92954 w 3044273"/>
              <a:gd name="connsiteY3171" fmla="*/ 836343 h 3047670"/>
              <a:gd name="connsiteX3172" fmla="*/ 91572 w 3044273"/>
              <a:gd name="connsiteY3172" fmla="*/ 835088 h 3047670"/>
              <a:gd name="connsiteX3173" fmla="*/ 92827 w 3044273"/>
              <a:gd name="connsiteY3173" fmla="*/ 833706 h 3047670"/>
              <a:gd name="connsiteX3174" fmla="*/ 1073379 w 3044273"/>
              <a:gd name="connsiteY3174" fmla="*/ 833204 h 3047670"/>
              <a:gd name="connsiteX3175" fmla="*/ 1100010 w 3044273"/>
              <a:gd name="connsiteY3175" fmla="*/ 859709 h 3047670"/>
              <a:gd name="connsiteX3176" fmla="*/ 1073505 w 3044273"/>
              <a:gd name="connsiteY3176" fmla="*/ 886339 h 3047670"/>
              <a:gd name="connsiteX3177" fmla="*/ 1046874 w 3044273"/>
              <a:gd name="connsiteY3177" fmla="*/ 859834 h 3047670"/>
              <a:gd name="connsiteX3178" fmla="*/ 1073379 w 3044273"/>
              <a:gd name="connsiteY3178" fmla="*/ 833204 h 3047670"/>
              <a:gd name="connsiteX3179" fmla="*/ 1965119 w 3044273"/>
              <a:gd name="connsiteY3179" fmla="*/ 830064 h 3047670"/>
              <a:gd name="connsiteX3180" fmla="*/ 1991625 w 3044273"/>
              <a:gd name="connsiteY3180" fmla="*/ 856317 h 3047670"/>
              <a:gd name="connsiteX3181" fmla="*/ 1965371 w 3044273"/>
              <a:gd name="connsiteY3181" fmla="*/ 882821 h 3047670"/>
              <a:gd name="connsiteX3182" fmla="*/ 1938865 w 3044273"/>
              <a:gd name="connsiteY3182" fmla="*/ 856568 h 3047670"/>
              <a:gd name="connsiteX3183" fmla="*/ 1965119 w 3044273"/>
              <a:gd name="connsiteY3183" fmla="*/ 830064 h 3047670"/>
              <a:gd name="connsiteX3184" fmla="*/ 2510914 w 3044273"/>
              <a:gd name="connsiteY3184" fmla="*/ 829059 h 3047670"/>
              <a:gd name="connsiteX3185" fmla="*/ 2529757 w 3044273"/>
              <a:gd name="connsiteY3185" fmla="*/ 847776 h 3047670"/>
              <a:gd name="connsiteX3186" fmla="*/ 2511041 w 3044273"/>
              <a:gd name="connsiteY3186" fmla="*/ 866619 h 3047670"/>
              <a:gd name="connsiteX3187" fmla="*/ 2492198 w 3044273"/>
              <a:gd name="connsiteY3187" fmla="*/ 847902 h 3047670"/>
              <a:gd name="connsiteX3188" fmla="*/ 2510914 w 3044273"/>
              <a:gd name="connsiteY3188" fmla="*/ 829059 h 3047670"/>
              <a:gd name="connsiteX3189" fmla="*/ 1350108 w 3044273"/>
              <a:gd name="connsiteY3189" fmla="*/ 825415 h 3047670"/>
              <a:gd name="connsiteX3190" fmla="*/ 1372089 w 3044273"/>
              <a:gd name="connsiteY3190" fmla="*/ 847271 h 3047670"/>
              <a:gd name="connsiteX3191" fmla="*/ 1350233 w 3044273"/>
              <a:gd name="connsiteY3191" fmla="*/ 869254 h 3047670"/>
              <a:gd name="connsiteX3192" fmla="*/ 1328250 w 3044273"/>
              <a:gd name="connsiteY3192" fmla="*/ 847398 h 3047670"/>
              <a:gd name="connsiteX3193" fmla="*/ 1350108 w 3044273"/>
              <a:gd name="connsiteY3193" fmla="*/ 825415 h 3047670"/>
              <a:gd name="connsiteX3194" fmla="*/ 1688390 w 3044273"/>
              <a:gd name="connsiteY3194" fmla="*/ 823656 h 3047670"/>
              <a:gd name="connsiteX3195" fmla="*/ 1710875 w 3044273"/>
              <a:gd name="connsiteY3195" fmla="*/ 845889 h 3047670"/>
              <a:gd name="connsiteX3196" fmla="*/ 1688642 w 3044273"/>
              <a:gd name="connsiteY3196" fmla="*/ 868374 h 3047670"/>
              <a:gd name="connsiteX3197" fmla="*/ 1666157 w 3044273"/>
              <a:gd name="connsiteY3197" fmla="*/ 846141 h 3047670"/>
              <a:gd name="connsiteX3198" fmla="*/ 1688390 w 3044273"/>
              <a:gd name="connsiteY3198" fmla="*/ 823656 h 3047670"/>
              <a:gd name="connsiteX3199" fmla="*/ 787730 w 3044273"/>
              <a:gd name="connsiteY3199" fmla="*/ 818883 h 3047670"/>
              <a:gd name="connsiteX3200" fmla="*/ 812853 w 3044273"/>
              <a:gd name="connsiteY3200" fmla="*/ 843754 h 3047670"/>
              <a:gd name="connsiteX3201" fmla="*/ 787982 w 3044273"/>
              <a:gd name="connsiteY3201" fmla="*/ 868877 h 3047670"/>
              <a:gd name="connsiteX3202" fmla="*/ 762859 w 3044273"/>
              <a:gd name="connsiteY3202" fmla="*/ 844006 h 3047670"/>
              <a:gd name="connsiteX3203" fmla="*/ 787730 w 3044273"/>
              <a:gd name="connsiteY3203" fmla="*/ 818883 h 3047670"/>
              <a:gd name="connsiteX3204" fmla="*/ 428093 w 3044273"/>
              <a:gd name="connsiteY3204" fmla="*/ 817753 h 3047670"/>
              <a:gd name="connsiteX3205" fmla="*/ 441032 w 3044273"/>
              <a:gd name="connsiteY3205" fmla="*/ 830566 h 3047670"/>
              <a:gd name="connsiteX3206" fmla="*/ 428220 w 3044273"/>
              <a:gd name="connsiteY3206" fmla="*/ 843504 h 3047670"/>
              <a:gd name="connsiteX3207" fmla="*/ 415407 w 3044273"/>
              <a:gd name="connsiteY3207" fmla="*/ 830692 h 3047670"/>
              <a:gd name="connsiteX3208" fmla="*/ 428093 w 3044273"/>
              <a:gd name="connsiteY3208" fmla="*/ 817753 h 3047670"/>
              <a:gd name="connsiteX3209" fmla="*/ 1434145 w 3044273"/>
              <a:gd name="connsiteY3209" fmla="*/ 812855 h 3047670"/>
              <a:gd name="connsiteX3210" fmla="*/ 1454117 w 3044273"/>
              <a:gd name="connsiteY3210" fmla="*/ 832703 h 3047670"/>
              <a:gd name="connsiteX3211" fmla="*/ 1434271 w 3044273"/>
              <a:gd name="connsiteY3211" fmla="*/ 852675 h 3047670"/>
              <a:gd name="connsiteX3212" fmla="*/ 1414298 w 3044273"/>
              <a:gd name="connsiteY3212" fmla="*/ 832828 h 3047670"/>
              <a:gd name="connsiteX3213" fmla="*/ 1434145 w 3044273"/>
              <a:gd name="connsiteY3213" fmla="*/ 812855 h 3047670"/>
              <a:gd name="connsiteX3214" fmla="*/ 1604353 w 3044273"/>
              <a:gd name="connsiteY3214" fmla="*/ 812225 h 3047670"/>
              <a:gd name="connsiteX3215" fmla="*/ 1624325 w 3044273"/>
              <a:gd name="connsiteY3215" fmla="*/ 832072 h 3047670"/>
              <a:gd name="connsiteX3216" fmla="*/ 1604479 w 3044273"/>
              <a:gd name="connsiteY3216" fmla="*/ 852045 h 3047670"/>
              <a:gd name="connsiteX3217" fmla="*/ 1584506 w 3044273"/>
              <a:gd name="connsiteY3217" fmla="*/ 832198 h 3047670"/>
              <a:gd name="connsiteX3218" fmla="*/ 1604353 w 3044273"/>
              <a:gd name="connsiteY3218" fmla="*/ 812225 h 3047670"/>
              <a:gd name="connsiteX3219" fmla="*/ 2250768 w 3044273"/>
              <a:gd name="connsiteY3219" fmla="*/ 811221 h 3047670"/>
              <a:gd name="connsiteX3220" fmla="*/ 2278278 w 3044273"/>
              <a:gd name="connsiteY3220" fmla="*/ 838606 h 3047670"/>
              <a:gd name="connsiteX3221" fmla="*/ 2250894 w 3044273"/>
              <a:gd name="connsiteY3221" fmla="*/ 866115 h 3047670"/>
              <a:gd name="connsiteX3222" fmla="*/ 2223385 w 3044273"/>
              <a:gd name="connsiteY3222" fmla="*/ 838731 h 3047670"/>
              <a:gd name="connsiteX3223" fmla="*/ 2250768 w 3044273"/>
              <a:gd name="connsiteY3223" fmla="*/ 811221 h 3047670"/>
              <a:gd name="connsiteX3224" fmla="*/ 2610152 w 3044273"/>
              <a:gd name="connsiteY3224" fmla="*/ 810216 h 3047670"/>
              <a:gd name="connsiteX3225" fmla="*/ 2622838 w 3044273"/>
              <a:gd name="connsiteY3225" fmla="*/ 822777 h 3047670"/>
              <a:gd name="connsiteX3226" fmla="*/ 2610277 w 3044273"/>
              <a:gd name="connsiteY3226" fmla="*/ 835464 h 3047670"/>
              <a:gd name="connsiteX3227" fmla="*/ 2597590 w 3044273"/>
              <a:gd name="connsiteY3227" fmla="*/ 822903 h 3047670"/>
              <a:gd name="connsiteX3228" fmla="*/ 2610152 w 3044273"/>
              <a:gd name="connsiteY3228" fmla="*/ 810216 h 3047670"/>
              <a:gd name="connsiteX3229" fmla="*/ 1519186 w 3044273"/>
              <a:gd name="connsiteY3229" fmla="*/ 808958 h 3047670"/>
              <a:gd name="connsiteX3230" fmla="*/ 1538028 w 3044273"/>
              <a:gd name="connsiteY3230" fmla="*/ 827675 h 3047670"/>
              <a:gd name="connsiteX3231" fmla="*/ 1519312 w 3044273"/>
              <a:gd name="connsiteY3231" fmla="*/ 846518 h 3047670"/>
              <a:gd name="connsiteX3232" fmla="*/ 1500470 w 3044273"/>
              <a:gd name="connsiteY3232" fmla="*/ 827801 h 3047670"/>
              <a:gd name="connsiteX3233" fmla="*/ 1519186 w 3044273"/>
              <a:gd name="connsiteY3233" fmla="*/ 808958 h 3047670"/>
              <a:gd name="connsiteX3234" fmla="*/ 329611 w 3044273"/>
              <a:gd name="connsiteY3234" fmla="*/ 798157 h 3047670"/>
              <a:gd name="connsiteX3235" fmla="*/ 338278 w 3044273"/>
              <a:gd name="connsiteY3235" fmla="*/ 806824 h 3047670"/>
              <a:gd name="connsiteX3236" fmla="*/ 329737 w 3044273"/>
              <a:gd name="connsiteY3236" fmla="*/ 815491 h 3047670"/>
              <a:gd name="connsiteX3237" fmla="*/ 321070 w 3044273"/>
              <a:gd name="connsiteY3237" fmla="*/ 806949 h 3047670"/>
              <a:gd name="connsiteX3238" fmla="*/ 329611 w 3044273"/>
              <a:gd name="connsiteY3238" fmla="*/ 798157 h 3047670"/>
              <a:gd name="connsiteX3239" fmla="*/ 683343 w 3044273"/>
              <a:gd name="connsiteY3239" fmla="*/ 792505 h 3047670"/>
              <a:gd name="connsiteX3240" fmla="*/ 706205 w 3044273"/>
              <a:gd name="connsiteY3240" fmla="*/ 815241 h 3047670"/>
              <a:gd name="connsiteX3241" fmla="*/ 683468 w 3044273"/>
              <a:gd name="connsiteY3241" fmla="*/ 838103 h 3047670"/>
              <a:gd name="connsiteX3242" fmla="*/ 660607 w 3044273"/>
              <a:gd name="connsiteY3242" fmla="*/ 815367 h 3047670"/>
              <a:gd name="connsiteX3243" fmla="*/ 683343 w 3044273"/>
              <a:gd name="connsiteY3243" fmla="*/ 792505 h 3047670"/>
              <a:gd name="connsiteX3244" fmla="*/ 2708635 w 3044273"/>
              <a:gd name="connsiteY3244" fmla="*/ 789992 h 3047670"/>
              <a:gd name="connsiteX3245" fmla="*/ 2717050 w 3044273"/>
              <a:gd name="connsiteY3245" fmla="*/ 798409 h 3047670"/>
              <a:gd name="connsiteX3246" fmla="*/ 2708635 w 3044273"/>
              <a:gd name="connsiteY3246" fmla="*/ 806826 h 3047670"/>
              <a:gd name="connsiteX3247" fmla="*/ 2700218 w 3044273"/>
              <a:gd name="connsiteY3247" fmla="*/ 798409 h 3047670"/>
              <a:gd name="connsiteX3248" fmla="*/ 2708635 w 3044273"/>
              <a:gd name="connsiteY3248" fmla="*/ 789992 h 3047670"/>
              <a:gd name="connsiteX3249" fmla="*/ 960575 w 3044273"/>
              <a:gd name="connsiteY3249" fmla="*/ 789741 h 3047670"/>
              <a:gd name="connsiteX3250" fmla="*/ 992105 w 3044273"/>
              <a:gd name="connsiteY3250" fmla="*/ 821019 h 3047670"/>
              <a:gd name="connsiteX3251" fmla="*/ 960827 w 3044273"/>
              <a:gd name="connsiteY3251" fmla="*/ 852549 h 3047670"/>
              <a:gd name="connsiteX3252" fmla="*/ 929298 w 3044273"/>
              <a:gd name="connsiteY3252" fmla="*/ 821270 h 3047670"/>
              <a:gd name="connsiteX3253" fmla="*/ 960575 w 3044273"/>
              <a:gd name="connsiteY3253" fmla="*/ 789741 h 3047670"/>
              <a:gd name="connsiteX3254" fmla="*/ 1148119 w 3044273"/>
              <a:gd name="connsiteY3254" fmla="*/ 789490 h 3047670"/>
              <a:gd name="connsiteX3255" fmla="*/ 1177387 w 3044273"/>
              <a:gd name="connsiteY3255" fmla="*/ 818633 h 3047670"/>
              <a:gd name="connsiteX3256" fmla="*/ 1148244 w 3044273"/>
              <a:gd name="connsiteY3256" fmla="*/ 847901 h 3047670"/>
              <a:gd name="connsiteX3257" fmla="*/ 1118977 w 3044273"/>
              <a:gd name="connsiteY3257" fmla="*/ 818758 h 3047670"/>
              <a:gd name="connsiteX3258" fmla="*/ 1148119 w 3044273"/>
              <a:gd name="connsiteY3258" fmla="*/ 789490 h 3047670"/>
              <a:gd name="connsiteX3259" fmla="*/ 2077544 w 3044273"/>
              <a:gd name="connsiteY3259" fmla="*/ 788234 h 3047670"/>
              <a:gd name="connsiteX3260" fmla="*/ 2106436 w 3044273"/>
              <a:gd name="connsiteY3260" fmla="*/ 816874 h 3047670"/>
              <a:gd name="connsiteX3261" fmla="*/ 2077796 w 3044273"/>
              <a:gd name="connsiteY3261" fmla="*/ 845765 h 3047670"/>
              <a:gd name="connsiteX3262" fmla="*/ 2048904 w 3044273"/>
              <a:gd name="connsiteY3262" fmla="*/ 817125 h 3047670"/>
              <a:gd name="connsiteX3263" fmla="*/ 2077544 w 3044273"/>
              <a:gd name="connsiteY3263" fmla="*/ 788234 h 3047670"/>
              <a:gd name="connsiteX3264" fmla="*/ 1890126 w 3044273"/>
              <a:gd name="connsiteY3264" fmla="*/ 787730 h 3047670"/>
              <a:gd name="connsiteX3265" fmla="*/ 1918515 w 3044273"/>
              <a:gd name="connsiteY3265" fmla="*/ 815993 h 3047670"/>
              <a:gd name="connsiteX3266" fmla="*/ 1890251 w 3044273"/>
              <a:gd name="connsiteY3266" fmla="*/ 844382 h 3047670"/>
              <a:gd name="connsiteX3267" fmla="*/ 1861863 w 3044273"/>
              <a:gd name="connsiteY3267" fmla="*/ 816119 h 3047670"/>
              <a:gd name="connsiteX3268" fmla="*/ 1890126 w 3044273"/>
              <a:gd name="connsiteY3268" fmla="*/ 787730 h 3047670"/>
              <a:gd name="connsiteX3269" fmla="*/ 2355028 w 3044273"/>
              <a:gd name="connsiteY3269" fmla="*/ 784842 h 3047670"/>
              <a:gd name="connsiteX3270" fmla="*/ 2379397 w 3044273"/>
              <a:gd name="connsiteY3270" fmla="*/ 809086 h 3047670"/>
              <a:gd name="connsiteX3271" fmla="*/ 2355154 w 3044273"/>
              <a:gd name="connsiteY3271" fmla="*/ 833581 h 3047670"/>
              <a:gd name="connsiteX3272" fmla="*/ 2330658 w 3044273"/>
              <a:gd name="connsiteY3272" fmla="*/ 809337 h 3047670"/>
              <a:gd name="connsiteX3273" fmla="*/ 2355028 w 3044273"/>
              <a:gd name="connsiteY3273" fmla="*/ 784842 h 3047670"/>
              <a:gd name="connsiteX3274" fmla="*/ 231882 w 3044273"/>
              <a:gd name="connsiteY3274" fmla="*/ 779817 h 3047670"/>
              <a:gd name="connsiteX3275" fmla="*/ 235651 w 3044273"/>
              <a:gd name="connsiteY3275" fmla="*/ 783585 h 3047670"/>
              <a:gd name="connsiteX3276" fmla="*/ 231882 w 3044273"/>
              <a:gd name="connsiteY3276" fmla="*/ 787354 h 3047670"/>
              <a:gd name="connsiteX3277" fmla="*/ 228114 w 3044273"/>
              <a:gd name="connsiteY3277" fmla="*/ 783585 h 3047670"/>
              <a:gd name="connsiteX3278" fmla="*/ 231882 w 3044273"/>
              <a:gd name="connsiteY3278" fmla="*/ 779817 h 3047670"/>
              <a:gd name="connsiteX3279" fmla="*/ 2806361 w 3044273"/>
              <a:gd name="connsiteY3279" fmla="*/ 770270 h 3047670"/>
              <a:gd name="connsiteX3280" fmla="*/ 2810381 w 3044273"/>
              <a:gd name="connsiteY3280" fmla="*/ 774290 h 3047670"/>
              <a:gd name="connsiteX3281" fmla="*/ 2806361 w 3044273"/>
              <a:gd name="connsiteY3281" fmla="*/ 778309 h 3047670"/>
              <a:gd name="connsiteX3282" fmla="*/ 2802341 w 3044273"/>
              <a:gd name="connsiteY3282" fmla="*/ 774290 h 3047670"/>
              <a:gd name="connsiteX3283" fmla="*/ 2806361 w 3044273"/>
              <a:gd name="connsiteY3283" fmla="*/ 770270 h 3047670"/>
              <a:gd name="connsiteX3284" fmla="*/ 580466 w 3044273"/>
              <a:gd name="connsiteY3284" fmla="*/ 768511 h 3047670"/>
              <a:gd name="connsiteX3285" fmla="*/ 600187 w 3044273"/>
              <a:gd name="connsiteY3285" fmla="*/ 788107 h 3047670"/>
              <a:gd name="connsiteX3286" fmla="*/ 580591 w 3044273"/>
              <a:gd name="connsiteY3286" fmla="*/ 807829 h 3047670"/>
              <a:gd name="connsiteX3287" fmla="*/ 560870 w 3044273"/>
              <a:gd name="connsiteY3287" fmla="*/ 788233 h 3047670"/>
              <a:gd name="connsiteX3288" fmla="*/ 580466 w 3044273"/>
              <a:gd name="connsiteY3288" fmla="*/ 768511 h 3047670"/>
              <a:gd name="connsiteX3289" fmla="*/ 2457529 w 3044273"/>
              <a:gd name="connsiteY3289" fmla="*/ 762607 h 3047670"/>
              <a:gd name="connsiteX3290" fmla="*/ 2476372 w 3044273"/>
              <a:gd name="connsiteY3290" fmla="*/ 781323 h 3047670"/>
              <a:gd name="connsiteX3291" fmla="*/ 2457655 w 3044273"/>
              <a:gd name="connsiteY3291" fmla="*/ 800166 h 3047670"/>
              <a:gd name="connsiteX3292" fmla="*/ 2438812 w 3044273"/>
              <a:gd name="connsiteY3292" fmla="*/ 781450 h 3047670"/>
              <a:gd name="connsiteX3293" fmla="*/ 2457529 w 3044273"/>
              <a:gd name="connsiteY3293" fmla="*/ 762607 h 3047670"/>
              <a:gd name="connsiteX3294" fmla="*/ 1226629 w 3044273"/>
              <a:gd name="connsiteY3294" fmla="*/ 759593 h 3047670"/>
              <a:gd name="connsiteX3295" fmla="*/ 1252380 w 3044273"/>
              <a:gd name="connsiteY3295" fmla="*/ 785218 h 3047670"/>
              <a:gd name="connsiteX3296" fmla="*/ 1226754 w 3044273"/>
              <a:gd name="connsiteY3296" fmla="*/ 810969 h 3047670"/>
              <a:gd name="connsiteX3297" fmla="*/ 1201004 w 3044273"/>
              <a:gd name="connsiteY3297" fmla="*/ 785344 h 3047670"/>
              <a:gd name="connsiteX3298" fmla="*/ 1226629 w 3044273"/>
              <a:gd name="connsiteY3298" fmla="*/ 759593 h 3047670"/>
              <a:gd name="connsiteX3299" fmla="*/ 134531 w 3044273"/>
              <a:gd name="connsiteY3299" fmla="*/ 759468 h 3047670"/>
              <a:gd name="connsiteX3300" fmla="*/ 135912 w 3044273"/>
              <a:gd name="connsiteY3300" fmla="*/ 760724 h 3047670"/>
              <a:gd name="connsiteX3301" fmla="*/ 134531 w 3044273"/>
              <a:gd name="connsiteY3301" fmla="*/ 762105 h 3047670"/>
              <a:gd name="connsiteX3302" fmla="*/ 133274 w 3044273"/>
              <a:gd name="connsiteY3302" fmla="*/ 760724 h 3047670"/>
              <a:gd name="connsiteX3303" fmla="*/ 134531 w 3044273"/>
              <a:gd name="connsiteY3303" fmla="*/ 759468 h 3047670"/>
              <a:gd name="connsiteX3304" fmla="*/ 850789 w 3044273"/>
              <a:gd name="connsiteY3304" fmla="*/ 758337 h 3047670"/>
              <a:gd name="connsiteX3305" fmla="*/ 879052 w 3044273"/>
              <a:gd name="connsiteY3305" fmla="*/ 786349 h 3047670"/>
              <a:gd name="connsiteX3306" fmla="*/ 851040 w 3044273"/>
              <a:gd name="connsiteY3306" fmla="*/ 814612 h 3047670"/>
              <a:gd name="connsiteX3307" fmla="*/ 822777 w 3044273"/>
              <a:gd name="connsiteY3307" fmla="*/ 786600 h 3047670"/>
              <a:gd name="connsiteX3308" fmla="*/ 850789 w 3044273"/>
              <a:gd name="connsiteY3308" fmla="*/ 758337 h 3047670"/>
              <a:gd name="connsiteX3309" fmla="*/ 1811492 w 3044273"/>
              <a:gd name="connsiteY3309" fmla="*/ 757835 h 3047670"/>
              <a:gd name="connsiteX3310" fmla="*/ 1836866 w 3044273"/>
              <a:gd name="connsiteY3310" fmla="*/ 782958 h 3047670"/>
              <a:gd name="connsiteX3311" fmla="*/ 1811743 w 3044273"/>
              <a:gd name="connsiteY3311" fmla="*/ 808332 h 3047670"/>
              <a:gd name="connsiteX3312" fmla="*/ 1786369 w 3044273"/>
              <a:gd name="connsiteY3312" fmla="*/ 783209 h 3047670"/>
              <a:gd name="connsiteX3313" fmla="*/ 1811492 w 3044273"/>
              <a:gd name="connsiteY3313" fmla="*/ 757835 h 3047670"/>
              <a:gd name="connsiteX3314" fmla="*/ 2187332 w 3044273"/>
              <a:gd name="connsiteY3314" fmla="*/ 753563 h 3047670"/>
              <a:gd name="connsiteX3315" fmla="*/ 2215470 w 3044273"/>
              <a:gd name="connsiteY3315" fmla="*/ 781575 h 3047670"/>
              <a:gd name="connsiteX3316" fmla="*/ 2187457 w 3044273"/>
              <a:gd name="connsiteY3316" fmla="*/ 809838 h 3047670"/>
              <a:gd name="connsiteX3317" fmla="*/ 2159195 w 3044273"/>
              <a:gd name="connsiteY3317" fmla="*/ 781826 h 3047670"/>
              <a:gd name="connsiteX3318" fmla="*/ 2187332 w 3044273"/>
              <a:gd name="connsiteY3318" fmla="*/ 753563 h 3047670"/>
              <a:gd name="connsiteX3319" fmla="*/ 2903452 w 3044273"/>
              <a:gd name="connsiteY3319" fmla="*/ 749793 h 3047670"/>
              <a:gd name="connsiteX3320" fmla="*/ 2904331 w 3044273"/>
              <a:gd name="connsiteY3320" fmla="*/ 750673 h 3047670"/>
              <a:gd name="connsiteX3321" fmla="*/ 2903452 w 3044273"/>
              <a:gd name="connsiteY3321" fmla="*/ 751553 h 3047670"/>
              <a:gd name="connsiteX3322" fmla="*/ 2902572 w 3044273"/>
              <a:gd name="connsiteY3322" fmla="*/ 750673 h 3047670"/>
              <a:gd name="connsiteX3323" fmla="*/ 2903452 w 3044273"/>
              <a:gd name="connsiteY3323" fmla="*/ 749793 h 3047670"/>
              <a:gd name="connsiteX3324" fmla="*/ 2558900 w 3044273"/>
              <a:gd name="connsiteY3324" fmla="*/ 746781 h 3047670"/>
              <a:gd name="connsiteX3325" fmla="*/ 2566689 w 3044273"/>
              <a:gd name="connsiteY3325" fmla="*/ 754568 h 3047670"/>
              <a:gd name="connsiteX3326" fmla="*/ 2559025 w 3044273"/>
              <a:gd name="connsiteY3326" fmla="*/ 762357 h 3047670"/>
              <a:gd name="connsiteX3327" fmla="*/ 2551237 w 3044273"/>
              <a:gd name="connsiteY3327" fmla="*/ 754695 h 3047670"/>
              <a:gd name="connsiteX3328" fmla="*/ 2558900 w 3044273"/>
              <a:gd name="connsiteY3328" fmla="*/ 746781 h 3047670"/>
              <a:gd name="connsiteX3329" fmla="*/ 478969 w 3044273"/>
              <a:gd name="connsiteY3329" fmla="*/ 745524 h 3047670"/>
              <a:gd name="connsiteX3330" fmla="*/ 495676 w 3044273"/>
              <a:gd name="connsiteY3330" fmla="*/ 762105 h 3047670"/>
              <a:gd name="connsiteX3331" fmla="*/ 479094 w 3044273"/>
              <a:gd name="connsiteY3331" fmla="*/ 778812 h 3047670"/>
              <a:gd name="connsiteX3332" fmla="*/ 462388 w 3044273"/>
              <a:gd name="connsiteY3332" fmla="*/ 762231 h 3047670"/>
              <a:gd name="connsiteX3333" fmla="*/ 478969 w 3044273"/>
              <a:gd name="connsiteY3333" fmla="*/ 745524 h 3047670"/>
              <a:gd name="connsiteX3334" fmla="*/ 1031673 w 3044273"/>
              <a:gd name="connsiteY3334" fmla="*/ 742008 h 3047670"/>
              <a:gd name="connsiteX3335" fmla="*/ 1063831 w 3044273"/>
              <a:gd name="connsiteY3335" fmla="*/ 773914 h 3047670"/>
              <a:gd name="connsiteX3336" fmla="*/ 1031925 w 3044273"/>
              <a:gd name="connsiteY3336" fmla="*/ 806071 h 3047670"/>
              <a:gd name="connsiteX3337" fmla="*/ 999642 w 3044273"/>
              <a:gd name="connsiteY3337" fmla="*/ 774039 h 3047670"/>
              <a:gd name="connsiteX3338" fmla="*/ 1031673 w 3044273"/>
              <a:gd name="connsiteY3338" fmla="*/ 742008 h 3047670"/>
              <a:gd name="connsiteX3339" fmla="*/ 2006445 w 3044273"/>
              <a:gd name="connsiteY3339" fmla="*/ 741254 h 3047670"/>
              <a:gd name="connsiteX3340" fmla="*/ 2035715 w 3044273"/>
              <a:gd name="connsiteY3340" fmla="*/ 770397 h 3047670"/>
              <a:gd name="connsiteX3341" fmla="*/ 2006572 w 3044273"/>
              <a:gd name="connsiteY3341" fmla="*/ 799665 h 3047670"/>
              <a:gd name="connsiteX3342" fmla="*/ 1977177 w 3044273"/>
              <a:gd name="connsiteY3342" fmla="*/ 770522 h 3047670"/>
              <a:gd name="connsiteX3343" fmla="*/ 2006445 w 3044273"/>
              <a:gd name="connsiteY3343" fmla="*/ 741254 h 3047670"/>
              <a:gd name="connsiteX3344" fmla="*/ 743388 w 3044273"/>
              <a:gd name="connsiteY3344" fmla="*/ 731958 h 3047670"/>
              <a:gd name="connsiteX3345" fmla="*/ 766250 w 3044273"/>
              <a:gd name="connsiteY3345" fmla="*/ 754694 h 3047670"/>
              <a:gd name="connsiteX3346" fmla="*/ 743513 w 3044273"/>
              <a:gd name="connsiteY3346" fmla="*/ 777556 h 3047670"/>
              <a:gd name="connsiteX3347" fmla="*/ 720652 w 3044273"/>
              <a:gd name="connsiteY3347" fmla="*/ 754819 h 3047670"/>
              <a:gd name="connsiteX3348" fmla="*/ 743388 w 3044273"/>
              <a:gd name="connsiteY3348" fmla="*/ 731958 h 3047670"/>
              <a:gd name="connsiteX3349" fmla="*/ 1307903 w 3044273"/>
              <a:gd name="connsiteY3349" fmla="*/ 729069 h 3047670"/>
              <a:gd name="connsiteX3350" fmla="*/ 1338803 w 3044273"/>
              <a:gd name="connsiteY3350" fmla="*/ 759719 h 3047670"/>
              <a:gd name="connsiteX3351" fmla="*/ 1308153 w 3044273"/>
              <a:gd name="connsiteY3351" fmla="*/ 790620 h 3047670"/>
              <a:gd name="connsiteX3352" fmla="*/ 1277253 w 3044273"/>
              <a:gd name="connsiteY3352" fmla="*/ 759970 h 3047670"/>
              <a:gd name="connsiteX3353" fmla="*/ 1307903 w 3044273"/>
              <a:gd name="connsiteY3353" fmla="*/ 729069 h 3047670"/>
              <a:gd name="connsiteX3354" fmla="*/ 1729842 w 3044273"/>
              <a:gd name="connsiteY3354" fmla="*/ 728189 h 3047670"/>
              <a:gd name="connsiteX3355" fmla="*/ 1760241 w 3044273"/>
              <a:gd name="connsiteY3355" fmla="*/ 758337 h 3047670"/>
              <a:gd name="connsiteX3356" fmla="*/ 1730092 w 3044273"/>
              <a:gd name="connsiteY3356" fmla="*/ 788735 h 3047670"/>
              <a:gd name="connsiteX3357" fmla="*/ 1699694 w 3044273"/>
              <a:gd name="connsiteY3357" fmla="*/ 758462 h 3047670"/>
              <a:gd name="connsiteX3358" fmla="*/ 1729842 w 3044273"/>
              <a:gd name="connsiteY3358" fmla="*/ 728189 h 3047670"/>
              <a:gd name="connsiteX3359" fmla="*/ 2294355 w 3044273"/>
              <a:gd name="connsiteY3359" fmla="*/ 725300 h 3047670"/>
              <a:gd name="connsiteX3360" fmla="*/ 2318348 w 3044273"/>
              <a:gd name="connsiteY3360" fmla="*/ 749166 h 3047670"/>
              <a:gd name="connsiteX3361" fmla="*/ 2294607 w 3044273"/>
              <a:gd name="connsiteY3361" fmla="*/ 773159 h 3047670"/>
              <a:gd name="connsiteX3362" fmla="*/ 2270614 w 3044273"/>
              <a:gd name="connsiteY3362" fmla="*/ 749293 h 3047670"/>
              <a:gd name="connsiteX3363" fmla="*/ 2294355 w 3044273"/>
              <a:gd name="connsiteY3363" fmla="*/ 725300 h 3047670"/>
              <a:gd name="connsiteX3364" fmla="*/ 2659267 w 3044273"/>
              <a:gd name="connsiteY3364" fmla="*/ 725050 h 3047670"/>
              <a:gd name="connsiteX3365" fmla="*/ 2663035 w 3044273"/>
              <a:gd name="connsiteY3365" fmla="*/ 728818 h 3047670"/>
              <a:gd name="connsiteX3366" fmla="*/ 2659267 w 3044273"/>
              <a:gd name="connsiteY3366" fmla="*/ 732587 h 3047670"/>
              <a:gd name="connsiteX3367" fmla="*/ 2655498 w 3044273"/>
              <a:gd name="connsiteY3367" fmla="*/ 728818 h 3047670"/>
              <a:gd name="connsiteX3368" fmla="*/ 2659267 w 3044273"/>
              <a:gd name="connsiteY3368" fmla="*/ 725050 h 3047670"/>
              <a:gd name="connsiteX3369" fmla="*/ 378476 w 3044273"/>
              <a:gd name="connsiteY3369" fmla="*/ 724922 h 3047670"/>
              <a:gd name="connsiteX3370" fmla="*/ 390661 w 3044273"/>
              <a:gd name="connsiteY3370" fmla="*/ 737107 h 3047670"/>
              <a:gd name="connsiteX3371" fmla="*/ 378476 w 3044273"/>
              <a:gd name="connsiteY3371" fmla="*/ 749293 h 3047670"/>
              <a:gd name="connsiteX3372" fmla="*/ 366292 w 3044273"/>
              <a:gd name="connsiteY3372" fmla="*/ 737107 h 3047670"/>
              <a:gd name="connsiteX3373" fmla="*/ 378476 w 3044273"/>
              <a:gd name="connsiteY3373" fmla="*/ 724922 h 3047670"/>
              <a:gd name="connsiteX3374" fmla="*/ 1391436 w 3044273"/>
              <a:gd name="connsiteY3374" fmla="*/ 713492 h 3047670"/>
              <a:gd name="connsiteX3375" fmla="*/ 1420704 w 3044273"/>
              <a:gd name="connsiteY3375" fmla="*/ 742635 h 3047670"/>
              <a:gd name="connsiteX3376" fmla="*/ 1391561 w 3044273"/>
              <a:gd name="connsiteY3376" fmla="*/ 771903 h 3047670"/>
              <a:gd name="connsiteX3377" fmla="*/ 1362294 w 3044273"/>
              <a:gd name="connsiteY3377" fmla="*/ 742760 h 3047670"/>
              <a:gd name="connsiteX3378" fmla="*/ 1391436 w 3044273"/>
              <a:gd name="connsiteY3378" fmla="*/ 713492 h 3047670"/>
              <a:gd name="connsiteX3379" fmla="*/ 1646184 w 3044273"/>
              <a:gd name="connsiteY3379" fmla="*/ 712488 h 3047670"/>
              <a:gd name="connsiteX3380" fmla="*/ 1675703 w 3044273"/>
              <a:gd name="connsiteY3380" fmla="*/ 741756 h 3047670"/>
              <a:gd name="connsiteX3381" fmla="*/ 1646436 w 3044273"/>
              <a:gd name="connsiteY3381" fmla="*/ 771276 h 3047670"/>
              <a:gd name="connsiteX3382" fmla="*/ 1616916 w 3044273"/>
              <a:gd name="connsiteY3382" fmla="*/ 741882 h 3047670"/>
              <a:gd name="connsiteX3383" fmla="*/ 1646184 w 3044273"/>
              <a:gd name="connsiteY3383" fmla="*/ 712488 h 3047670"/>
              <a:gd name="connsiteX3384" fmla="*/ 918370 w 3044273"/>
              <a:gd name="connsiteY3384" fmla="*/ 706835 h 3047670"/>
              <a:gd name="connsiteX3385" fmla="*/ 946132 w 3044273"/>
              <a:gd name="connsiteY3385" fmla="*/ 734470 h 3047670"/>
              <a:gd name="connsiteX3386" fmla="*/ 918622 w 3044273"/>
              <a:gd name="connsiteY3386" fmla="*/ 762231 h 3047670"/>
              <a:gd name="connsiteX3387" fmla="*/ 890861 w 3044273"/>
              <a:gd name="connsiteY3387" fmla="*/ 734596 h 3047670"/>
              <a:gd name="connsiteX3388" fmla="*/ 918370 w 3044273"/>
              <a:gd name="connsiteY3388" fmla="*/ 706835 h 3047670"/>
              <a:gd name="connsiteX3389" fmla="*/ 278988 w 3044273"/>
              <a:gd name="connsiteY3389" fmla="*/ 704950 h 3047670"/>
              <a:gd name="connsiteX3390" fmla="*/ 286777 w 3044273"/>
              <a:gd name="connsiteY3390" fmla="*/ 712613 h 3047670"/>
              <a:gd name="connsiteX3391" fmla="*/ 278988 w 3044273"/>
              <a:gd name="connsiteY3391" fmla="*/ 720401 h 3047670"/>
              <a:gd name="connsiteX3392" fmla="*/ 271201 w 3044273"/>
              <a:gd name="connsiteY3392" fmla="*/ 712613 h 3047670"/>
              <a:gd name="connsiteX3393" fmla="*/ 278988 w 3044273"/>
              <a:gd name="connsiteY3393" fmla="*/ 704950 h 3047670"/>
              <a:gd name="connsiteX3394" fmla="*/ 1476225 w 3044273"/>
              <a:gd name="connsiteY3394" fmla="*/ 704699 h 3047670"/>
              <a:gd name="connsiteX3395" fmla="*/ 1505492 w 3044273"/>
              <a:gd name="connsiteY3395" fmla="*/ 733842 h 3047670"/>
              <a:gd name="connsiteX3396" fmla="*/ 1476350 w 3044273"/>
              <a:gd name="connsiteY3396" fmla="*/ 763110 h 3047670"/>
              <a:gd name="connsiteX3397" fmla="*/ 1447082 w 3044273"/>
              <a:gd name="connsiteY3397" fmla="*/ 733967 h 3047670"/>
              <a:gd name="connsiteX3398" fmla="*/ 1476225 w 3044273"/>
              <a:gd name="connsiteY3398" fmla="*/ 704699 h 3047670"/>
              <a:gd name="connsiteX3399" fmla="*/ 1561519 w 3044273"/>
              <a:gd name="connsiteY3399" fmla="*/ 704574 h 3047670"/>
              <a:gd name="connsiteX3400" fmla="*/ 1590537 w 3044273"/>
              <a:gd name="connsiteY3400" fmla="*/ 733464 h 3047670"/>
              <a:gd name="connsiteX3401" fmla="*/ 1561645 w 3044273"/>
              <a:gd name="connsiteY3401" fmla="*/ 762607 h 3047670"/>
              <a:gd name="connsiteX3402" fmla="*/ 1532502 w 3044273"/>
              <a:gd name="connsiteY3402" fmla="*/ 733716 h 3047670"/>
              <a:gd name="connsiteX3403" fmla="*/ 1561519 w 3044273"/>
              <a:gd name="connsiteY3403" fmla="*/ 704574 h 3047670"/>
              <a:gd name="connsiteX3404" fmla="*/ 2119248 w 3044273"/>
              <a:gd name="connsiteY3404" fmla="*/ 704449 h 3047670"/>
              <a:gd name="connsiteX3405" fmla="*/ 2144998 w 3044273"/>
              <a:gd name="connsiteY3405" fmla="*/ 730074 h 3047670"/>
              <a:gd name="connsiteX3406" fmla="*/ 2119373 w 3044273"/>
              <a:gd name="connsiteY3406" fmla="*/ 755825 h 3047670"/>
              <a:gd name="connsiteX3407" fmla="*/ 2093622 w 3044273"/>
              <a:gd name="connsiteY3407" fmla="*/ 730200 h 3047670"/>
              <a:gd name="connsiteX3408" fmla="*/ 2119248 w 3044273"/>
              <a:gd name="connsiteY3408" fmla="*/ 704449 h 3047670"/>
              <a:gd name="connsiteX3409" fmla="*/ 637872 w 3044273"/>
              <a:gd name="connsiteY3409" fmla="*/ 703443 h 3047670"/>
              <a:gd name="connsiteX3410" fmla="*/ 659603 w 3044273"/>
              <a:gd name="connsiteY3410" fmla="*/ 725049 h 3047670"/>
              <a:gd name="connsiteX3411" fmla="*/ 637997 w 3044273"/>
              <a:gd name="connsiteY3411" fmla="*/ 746780 h 3047670"/>
              <a:gd name="connsiteX3412" fmla="*/ 616266 w 3044273"/>
              <a:gd name="connsiteY3412" fmla="*/ 725174 h 3047670"/>
              <a:gd name="connsiteX3413" fmla="*/ 637872 w 3044273"/>
              <a:gd name="connsiteY3413" fmla="*/ 703443 h 3047670"/>
              <a:gd name="connsiteX3414" fmla="*/ 2758626 w 3044273"/>
              <a:gd name="connsiteY3414" fmla="*/ 701810 h 3047670"/>
              <a:gd name="connsiteX3415" fmla="*/ 2760386 w 3044273"/>
              <a:gd name="connsiteY3415" fmla="*/ 703568 h 3047670"/>
              <a:gd name="connsiteX3416" fmla="*/ 2758626 w 3044273"/>
              <a:gd name="connsiteY3416" fmla="*/ 705327 h 3047670"/>
              <a:gd name="connsiteX3417" fmla="*/ 2756868 w 3044273"/>
              <a:gd name="connsiteY3417" fmla="*/ 703568 h 3047670"/>
              <a:gd name="connsiteX3418" fmla="*/ 2758626 w 3044273"/>
              <a:gd name="connsiteY3418" fmla="*/ 701810 h 3047670"/>
              <a:gd name="connsiteX3419" fmla="*/ 1931076 w 3044273"/>
              <a:gd name="connsiteY3419" fmla="*/ 701182 h 3047670"/>
              <a:gd name="connsiteX3420" fmla="*/ 1960219 w 3044273"/>
              <a:gd name="connsiteY3420" fmla="*/ 730072 h 3047670"/>
              <a:gd name="connsiteX3421" fmla="*/ 1931328 w 3044273"/>
              <a:gd name="connsiteY3421" fmla="*/ 759215 h 3047670"/>
              <a:gd name="connsiteX3422" fmla="*/ 1902186 w 3044273"/>
              <a:gd name="connsiteY3422" fmla="*/ 730324 h 3047670"/>
              <a:gd name="connsiteX3423" fmla="*/ 1931076 w 3044273"/>
              <a:gd name="connsiteY3423" fmla="*/ 701182 h 3047670"/>
              <a:gd name="connsiteX3424" fmla="*/ 1106415 w 3044273"/>
              <a:gd name="connsiteY3424" fmla="*/ 700304 h 3047670"/>
              <a:gd name="connsiteX3425" fmla="*/ 1139452 w 3044273"/>
              <a:gd name="connsiteY3425" fmla="*/ 733215 h 3047670"/>
              <a:gd name="connsiteX3426" fmla="*/ 1106667 w 3044273"/>
              <a:gd name="connsiteY3426" fmla="*/ 766252 h 3047670"/>
              <a:gd name="connsiteX3427" fmla="*/ 1073630 w 3044273"/>
              <a:gd name="connsiteY3427" fmla="*/ 733341 h 3047670"/>
              <a:gd name="connsiteX3428" fmla="*/ 1106415 w 3044273"/>
              <a:gd name="connsiteY3428" fmla="*/ 700304 h 3047670"/>
              <a:gd name="connsiteX3429" fmla="*/ 2399747 w 3044273"/>
              <a:gd name="connsiteY3429" fmla="*/ 698291 h 3047670"/>
              <a:gd name="connsiteX3430" fmla="*/ 2420348 w 3044273"/>
              <a:gd name="connsiteY3430" fmla="*/ 718767 h 3047670"/>
              <a:gd name="connsiteX3431" fmla="*/ 2399873 w 3044273"/>
              <a:gd name="connsiteY3431" fmla="*/ 739368 h 3047670"/>
              <a:gd name="connsiteX3432" fmla="*/ 2379272 w 3044273"/>
              <a:gd name="connsiteY3432" fmla="*/ 718892 h 3047670"/>
              <a:gd name="connsiteX3433" fmla="*/ 2399747 w 3044273"/>
              <a:gd name="connsiteY3433" fmla="*/ 698291 h 3047670"/>
              <a:gd name="connsiteX3434" fmla="*/ 180252 w 3044273"/>
              <a:gd name="connsiteY3434" fmla="*/ 685230 h 3047670"/>
              <a:gd name="connsiteX3435" fmla="*/ 183643 w 3044273"/>
              <a:gd name="connsiteY3435" fmla="*/ 688496 h 3047670"/>
              <a:gd name="connsiteX3436" fmla="*/ 180252 w 3044273"/>
              <a:gd name="connsiteY3436" fmla="*/ 691887 h 3047670"/>
              <a:gd name="connsiteX3437" fmla="*/ 176860 w 3044273"/>
              <a:gd name="connsiteY3437" fmla="*/ 688622 h 3047670"/>
              <a:gd name="connsiteX3438" fmla="*/ 180252 w 3044273"/>
              <a:gd name="connsiteY3438" fmla="*/ 685230 h 3047670"/>
              <a:gd name="connsiteX3439" fmla="*/ 533862 w 3044273"/>
              <a:gd name="connsiteY3439" fmla="*/ 677567 h 3047670"/>
              <a:gd name="connsiteX3440" fmla="*/ 553458 w 3044273"/>
              <a:gd name="connsiteY3440" fmla="*/ 697037 h 3047670"/>
              <a:gd name="connsiteX3441" fmla="*/ 534113 w 3044273"/>
              <a:gd name="connsiteY3441" fmla="*/ 716508 h 3047670"/>
              <a:gd name="connsiteX3442" fmla="*/ 514517 w 3044273"/>
              <a:gd name="connsiteY3442" fmla="*/ 697163 h 3047670"/>
              <a:gd name="connsiteX3443" fmla="*/ 533862 w 3044273"/>
              <a:gd name="connsiteY3443" fmla="*/ 677567 h 3047670"/>
              <a:gd name="connsiteX3444" fmla="*/ 807829 w 3044273"/>
              <a:gd name="connsiteY3444" fmla="*/ 676185 h 3047670"/>
              <a:gd name="connsiteX3445" fmla="*/ 830691 w 3044273"/>
              <a:gd name="connsiteY3445" fmla="*/ 698921 h 3047670"/>
              <a:gd name="connsiteX3446" fmla="*/ 807954 w 3044273"/>
              <a:gd name="connsiteY3446" fmla="*/ 721783 h 3047670"/>
              <a:gd name="connsiteX3447" fmla="*/ 785093 w 3044273"/>
              <a:gd name="connsiteY3447" fmla="*/ 699046 h 3047670"/>
              <a:gd name="connsiteX3448" fmla="*/ 807829 w 3044273"/>
              <a:gd name="connsiteY3448" fmla="*/ 676185 h 3047670"/>
              <a:gd name="connsiteX3449" fmla="*/ 2503503 w 3044273"/>
              <a:gd name="connsiteY3449" fmla="*/ 674927 h 3047670"/>
              <a:gd name="connsiteX3450" fmla="*/ 2518577 w 3044273"/>
              <a:gd name="connsiteY3450" fmla="*/ 689876 h 3047670"/>
              <a:gd name="connsiteX3451" fmla="*/ 2503503 w 3044273"/>
              <a:gd name="connsiteY3451" fmla="*/ 705075 h 3047670"/>
              <a:gd name="connsiteX3452" fmla="*/ 2488429 w 3044273"/>
              <a:gd name="connsiteY3452" fmla="*/ 690001 h 3047670"/>
              <a:gd name="connsiteX3453" fmla="*/ 2503503 w 3044273"/>
              <a:gd name="connsiteY3453" fmla="*/ 674927 h 3047670"/>
              <a:gd name="connsiteX3454" fmla="*/ 2229538 w 3044273"/>
              <a:gd name="connsiteY3454" fmla="*/ 668774 h 3047670"/>
              <a:gd name="connsiteX3455" fmla="*/ 2254660 w 3044273"/>
              <a:gd name="connsiteY3455" fmla="*/ 693645 h 3047670"/>
              <a:gd name="connsiteX3456" fmla="*/ 2229789 w 3044273"/>
              <a:gd name="connsiteY3456" fmla="*/ 718768 h 3047670"/>
              <a:gd name="connsiteX3457" fmla="*/ 2204666 w 3044273"/>
              <a:gd name="connsiteY3457" fmla="*/ 693897 h 3047670"/>
              <a:gd name="connsiteX3458" fmla="*/ 2229538 w 3044273"/>
              <a:gd name="connsiteY3458" fmla="*/ 668774 h 3047670"/>
              <a:gd name="connsiteX3459" fmla="*/ 1852567 w 3044273"/>
              <a:gd name="connsiteY3459" fmla="*/ 666889 h 3047670"/>
              <a:gd name="connsiteX3460" fmla="*/ 1882967 w 3044273"/>
              <a:gd name="connsiteY3460" fmla="*/ 697037 h 3047670"/>
              <a:gd name="connsiteX3461" fmla="*/ 1852692 w 3044273"/>
              <a:gd name="connsiteY3461" fmla="*/ 727435 h 3047670"/>
              <a:gd name="connsiteX3462" fmla="*/ 1822294 w 3044273"/>
              <a:gd name="connsiteY3462" fmla="*/ 697162 h 3047670"/>
              <a:gd name="connsiteX3463" fmla="*/ 1852567 w 3044273"/>
              <a:gd name="connsiteY3463" fmla="*/ 666889 h 3047670"/>
              <a:gd name="connsiteX3464" fmla="*/ 1184925 w 3044273"/>
              <a:gd name="connsiteY3464" fmla="*/ 666386 h 3047670"/>
              <a:gd name="connsiteX3465" fmla="*/ 1217962 w 3044273"/>
              <a:gd name="connsiteY3465" fmla="*/ 699297 h 3047670"/>
              <a:gd name="connsiteX3466" fmla="*/ 1185050 w 3044273"/>
              <a:gd name="connsiteY3466" fmla="*/ 732334 h 3047670"/>
              <a:gd name="connsiteX3467" fmla="*/ 1152014 w 3044273"/>
              <a:gd name="connsiteY3467" fmla="*/ 699548 h 3047670"/>
              <a:gd name="connsiteX3468" fmla="*/ 1184925 w 3044273"/>
              <a:gd name="connsiteY3468" fmla="*/ 666386 h 3047670"/>
              <a:gd name="connsiteX3469" fmla="*/ 989970 w 3044273"/>
              <a:gd name="connsiteY3469" fmla="*/ 660482 h 3047670"/>
              <a:gd name="connsiteX3470" fmla="*/ 1017730 w 3044273"/>
              <a:gd name="connsiteY3470" fmla="*/ 687991 h 3047670"/>
              <a:gd name="connsiteX3471" fmla="*/ 990095 w 3044273"/>
              <a:gd name="connsiteY3471" fmla="*/ 715753 h 3047670"/>
              <a:gd name="connsiteX3472" fmla="*/ 962335 w 3044273"/>
              <a:gd name="connsiteY3472" fmla="*/ 688243 h 3047670"/>
              <a:gd name="connsiteX3473" fmla="*/ 989970 w 3044273"/>
              <a:gd name="connsiteY3473" fmla="*/ 660482 h 3047670"/>
              <a:gd name="connsiteX3474" fmla="*/ 431487 w 3044273"/>
              <a:gd name="connsiteY3474" fmla="*/ 659228 h 3047670"/>
              <a:gd name="connsiteX3475" fmla="*/ 442542 w 3044273"/>
              <a:gd name="connsiteY3475" fmla="*/ 670282 h 3047670"/>
              <a:gd name="connsiteX3476" fmla="*/ 431487 w 3044273"/>
              <a:gd name="connsiteY3476" fmla="*/ 681336 h 3047670"/>
              <a:gd name="connsiteX3477" fmla="*/ 420433 w 3044273"/>
              <a:gd name="connsiteY3477" fmla="*/ 670282 h 3047670"/>
              <a:gd name="connsiteX3478" fmla="*/ 431487 w 3044273"/>
              <a:gd name="connsiteY3478" fmla="*/ 659228 h 3047670"/>
              <a:gd name="connsiteX3479" fmla="*/ 2047397 w 3044273"/>
              <a:gd name="connsiteY3479" fmla="*/ 657217 h 3047670"/>
              <a:gd name="connsiteX3480" fmla="*/ 2074656 w 3044273"/>
              <a:gd name="connsiteY3480" fmla="*/ 684350 h 3047670"/>
              <a:gd name="connsiteX3481" fmla="*/ 2047523 w 3044273"/>
              <a:gd name="connsiteY3481" fmla="*/ 711608 h 3047670"/>
              <a:gd name="connsiteX3482" fmla="*/ 2020265 w 3044273"/>
              <a:gd name="connsiteY3482" fmla="*/ 684475 h 3047670"/>
              <a:gd name="connsiteX3483" fmla="*/ 2047397 w 3044273"/>
              <a:gd name="connsiteY3483" fmla="*/ 657217 h 3047670"/>
              <a:gd name="connsiteX3484" fmla="*/ 2605754 w 3044273"/>
              <a:gd name="connsiteY3484" fmla="*/ 656338 h 3047670"/>
              <a:gd name="connsiteX3485" fmla="*/ 2611784 w 3044273"/>
              <a:gd name="connsiteY3485" fmla="*/ 662241 h 3047670"/>
              <a:gd name="connsiteX3486" fmla="*/ 2605880 w 3044273"/>
              <a:gd name="connsiteY3486" fmla="*/ 668270 h 3047670"/>
              <a:gd name="connsiteX3487" fmla="*/ 2599850 w 3044273"/>
              <a:gd name="connsiteY3487" fmla="*/ 662367 h 3047670"/>
              <a:gd name="connsiteX3488" fmla="*/ 2605754 w 3044273"/>
              <a:gd name="connsiteY3488" fmla="*/ 656338 h 3047670"/>
              <a:gd name="connsiteX3489" fmla="*/ 699423 w 3044273"/>
              <a:gd name="connsiteY3489" fmla="*/ 646664 h 3047670"/>
              <a:gd name="connsiteX3490" fmla="*/ 719019 w 3044273"/>
              <a:gd name="connsiteY3490" fmla="*/ 666010 h 3047670"/>
              <a:gd name="connsiteX3491" fmla="*/ 699674 w 3044273"/>
              <a:gd name="connsiteY3491" fmla="*/ 685607 h 3047670"/>
              <a:gd name="connsiteX3492" fmla="*/ 680078 w 3044273"/>
              <a:gd name="connsiteY3492" fmla="*/ 666261 h 3047670"/>
              <a:gd name="connsiteX3493" fmla="*/ 699423 w 3044273"/>
              <a:gd name="connsiteY3493" fmla="*/ 646664 h 3047670"/>
              <a:gd name="connsiteX3494" fmla="*/ 2337693 w 3044273"/>
              <a:gd name="connsiteY3494" fmla="*/ 643022 h 3047670"/>
              <a:gd name="connsiteX3495" fmla="*/ 2355029 w 3044273"/>
              <a:gd name="connsiteY3495" fmla="*/ 660230 h 3047670"/>
              <a:gd name="connsiteX3496" fmla="*/ 2337820 w 3044273"/>
              <a:gd name="connsiteY3496" fmla="*/ 677565 h 3047670"/>
              <a:gd name="connsiteX3497" fmla="*/ 2320484 w 3044273"/>
              <a:gd name="connsiteY3497" fmla="*/ 660357 h 3047670"/>
              <a:gd name="connsiteX3498" fmla="*/ 2337693 w 3044273"/>
              <a:gd name="connsiteY3498" fmla="*/ 643022 h 3047670"/>
              <a:gd name="connsiteX3499" fmla="*/ 1771421 w 3044273"/>
              <a:gd name="connsiteY3499" fmla="*/ 640761 h 3047670"/>
              <a:gd name="connsiteX3500" fmla="*/ 1801821 w 3044273"/>
              <a:gd name="connsiteY3500" fmla="*/ 670909 h 3047670"/>
              <a:gd name="connsiteX3501" fmla="*/ 1771546 w 3044273"/>
              <a:gd name="connsiteY3501" fmla="*/ 701307 h 3047670"/>
              <a:gd name="connsiteX3502" fmla="*/ 1741148 w 3044273"/>
              <a:gd name="connsiteY3502" fmla="*/ 671034 h 3047670"/>
              <a:gd name="connsiteX3503" fmla="*/ 1771421 w 3044273"/>
              <a:gd name="connsiteY3503" fmla="*/ 640761 h 3047670"/>
              <a:gd name="connsiteX3504" fmla="*/ 1265821 w 3044273"/>
              <a:gd name="connsiteY3504" fmla="*/ 640259 h 3047670"/>
              <a:gd name="connsiteX3505" fmla="*/ 1298481 w 3044273"/>
              <a:gd name="connsiteY3505" fmla="*/ 672667 h 3047670"/>
              <a:gd name="connsiteX3506" fmla="*/ 1266073 w 3044273"/>
              <a:gd name="connsiteY3506" fmla="*/ 705327 h 3047670"/>
              <a:gd name="connsiteX3507" fmla="*/ 1233414 w 3044273"/>
              <a:gd name="connsiteY3507" fmla="*/ 672919 h 3047670"/>
              <a:gd name="connsiteX3508" fmla="*/ 1265821 w 3044273"/>
              <a:gd name="connsiteY3508" fmla="*/ 640259 h 3047670"/>
              <a:gd name="connsiteX3509" fmla="*/ 329990 w 3044273"/>
              <a:gd name="connsiteY3509" fmla="*/ 637872 h 3047670"/>
              <a:gd name="connsiteX3510" fmla="*/ 336397 w 3044273"/>
              <a:gd name="connsiteY3510" fmla="*/ 644278 h 3047670"/>
              <a:gd name="connsiteX3511" fmla="*/ 329990 w 3044273"/>
              <a:gd name="connsiteY3511" fmla="*/ 650684 h 3047670"/>
              <a:gd name="connsiteX3512" fmla="*/ 323584 w 3044273"/>
              <a:gd name="connsiteY3512" fmla="*/ 644278 h 3047670"/>
              <a:gd name="connsiteX3513" fmla="*/ 329990 w 3044273"/>
              <a:gd name="connsiteY3513" fmla="*/ 637872 h 3047670"/>
              <a:gd name="connsiteX3514" fmla="*/ 2707126 w 3044273"/>
              <a:gd name="connsiteY3514" fmla="*/ 633225 h 3047670"/>
              <a:gd name="connsiteX3515" fmla="*/ 2709387 w 3044273"/>
              <a:gd name="connsiteY3515" fmla="*/ 635487 h 3047670"/>
              <a:gd name="connsiteX3516" fmla="*/ 2707126 w 3044273"/>
              <a:gd name="connsiteY3516" fmla="*/ 637747 h 3047670"/>
              <a:gd name="connsiteX3517" fmla="*/ 2704865 w 3044273"/>
              <a:gd name="connsiteY3517" fmla="*/ 635612 h 3047670"/>
              <a:gd name="connsiteX3518" fmla="*/ 2707126 w 3044273"/>
              <a:gd name="connsiteY3518" fmla="*/ 633225 h 3047670"/>
              <a:gd name="connsiteX3519" fmla="*/ 876288 w 3044273"/>
              <a:gd name="connsiteY3519" fmla="*/ 627321 h 3047670"/>
              <a:gd name="connsiteX3520" fmla="*/ 897141 w 3044273"/>
              <a:gd name="connsiteY3520" fmla="*/ 648047 h 3047670"/>
              <a:gd name="connsiteX3521" fmla="*/ 876414 w 3044273"/>
              <a:gd name="connsiteY3521" fmla="*/ 668900 h 3047670"/>
              <a:gd name="connsiteX3522" fmla="*/ 855562 w 3044273"/>
              <a:gd name="connsiteY3522" fmla="*/ 648173 h 3047670"/>
              <a:gd name="connsiteX3523" fmla="*/ 876288 w 3044273"/>
              <a:gd name="connsiteY3523" fmla="*/ 627321 h 3047670"/>
              <a:gd name="connsiteX3524" fmla="*/ 1688265 w 3044273"/>
              <a:gd name="connsiteY3524" fmla="*/ 624055 h 3047670"/>
              <a:gd name="connsiteX3525" fmla="*/ 1716655 w 3044273"/>
              <a:gd name="connsiteY3525" fmla="*/ 652318 h 3047670"/>
              <a:gd name="connsiteX3526" fmla="*/ 1688390 w 3044273"/>
              <a:gd name="connsiteY3526" fmla="*/ 680707 h 3047670"/>
              <a:gd name="connsiteX3527" fmla="*/ 1660002 w 3044273"/>
              <a:gd name="connsiteY3527" fmla="*/ 652443 h 3047670"/>
              <a:gd name="connsiteX3528" fmla="*/ 1688265 w 3044273"/>
              <a:gd name="connsiteY3528" fmla="*/ 624055 h 3047670"/>
              <a:gd name="connsiteX3529" fmla="*/ 1348852 w 3044273"/>
              <a:gd name="connsiteY3529" fmla="*/ 624055 h 3047670"/>
              <a:gd name="connsiteX3530" fmla="*/ 1378372 w 3044273"/>
              <a:gd name="connsiteY3530" fmla="*/ 653449 h 3047670"/>
              <a:gd name="connsiteX3531" fmla="*/ 1349103 w 3044273"/>
              <a:gd name="connsiteY3531" fmla="*/ 682968 h 3047670"/>
              <a:gd name="connsiteX3532" fmla="*/ 1319585 w 3044273"/>
              <a:gd name="connsiteY3532" fmla="*/ 653700 h 3047670"/>
              <a:gd name="connsiteX3533" fmla="*/ 1348852 w 3044273"/>
              <a:gd name="connsiteY3533" fmla="*/ 624055 h 3047670"/>
              <a:gd name="connsiteX3534" fmla="*/ 1065086 w 3044273"/>
              <a:gd name="connsiteY3534" fmla="*/ 622548 h 3047670"/>
              <a:gd name="connsiteX3535" fmla="*/ 1090336 w 3044273"/>
              <a:gd name="connsiteY3535" fmla="*/ 647671 h 3047670"/>
              <a:gd name="connsiteX3536" fmla="*/ 1065213 w 3044273"/>
              <a:gd name="connsiteY3536" fmla="*/ 673045 h 3047670"/>
              <a:gd name="connsiteX3537" fmla="*/ 1039838 w 3044273"/>
              <a:gd name="connsiteY3537" fmla="*/ 647922 h 3047670"/>
              <a:gd name="connsiteX3538" fmla="*/ 1065086 w 3044273"/>
              <a:gd name="connsiteY3538" fmla="*/ 622548 h 3047670"/>
              <a:gd name="connsiteX3539" fmla="*/ 2160829 w 3044273"/>
              <a:gd name="connsiteY3539" fmla="*/ 622045 h 3047670"/>
              <a:gd name="connsiteX3540" fmla="*/ 2182310 w 3044273"/>
              <a:gd name="connsiteY3540" fmla="*/ 643399 h 3047670"/>
              <a:gd name="connsiteX3541" fmla="*/ 2160956 w 3044273"/>
              <a:gd name="connsiteY3541" fmla="*/ 665005 h 3047670"/>
              <a:gd name="connsiteX3542" fmla="*/ 2139475 w 3044273"/>
              <a:gd name="connsiteY3542" fmla="*/ 643526 h 3047670"/>
              <a:gd name="connsiteX3543" fmla="*/ 2160829 w 3044273"/>
              <a:gd name="connsiteY3543" fmla="*/ 622045 h 3047670"/>
              <a:gd name="connsiteX3544" fmla="*/ 1971902 w 3044273"/>
              <a:gd name="connsiteY3544" fmla="*/ 620914 h 3047670"/>
              <a:gd name="connsiteX3545" fmla="*/ 1995518 w 3044273"/>
              <a:gd name="connsiteY3545" fmla="*/ 644279 h 3047670"/>
              <a:gd name="connsiteX3546" fmla="*/ 1972154 w 3044273"/>
              <a:gd name="connsiteY3546" fmla="*/ 667894 h 3047670"/>
              <a:gd name="connsiteX3547" fmla="*/ 1948664 w 3044273"/>
              <a:gd name="connsiteY3547" fmla="*/ 644530 h 3047670"/>
              <a:gd name="connsiteX3548" fmla="*/ 1971902 w 3044273"/>
              <a:gd name="connsiteY3548" fmla="*/ 620914 h 3047670"/>
              <a:gd name="connsiteX3549" fmla="*/ 593153 w 3044273"/>
              <a:gd name="connsiteY3549" fmla="*/ 618026 h 3047670"/>
              <a:gd name="connsiteX3550" fmla="*/ 610739 w 3044273"/>
              <a:gd name="connsiteY3550" fmla="*/ 635487 h 3047670"/>
              <a:gd name="connsiteX3551" fmla="*/ 593278 w 3044273"/>
              <a:gd name="connsiteY3551" fmla="*/ 653073 h 3047670"/>
              <a:gd name="connsiteX3552" fmla="*/ 575692 w 3044273"/>
              <a:gd name="connsiteY3552" fmla="*/ 635612 h 3047670"/>
              <a:gd name="connsiteX3553" fmla="*/ 593153 w 3044273"/>
              <a:gd name="connsiteY3553" fmla="*/ 618026 h 3047670"/>
              <a:gd name="connsiteX3554" fmla="*/ 229493 w 3044273"/>
              <a:gd name="connsiteY3554" fmla="*/ 616645 h 3047670"/>
              <a:gd name="connsiteX3555" fmla="*/ 232005 w 3044273"/>
              <a:gd name="connsiteY3555" fmla="*/ 619032 h 3047670"/>
              <a:gd name="connsiteX3556" fmla="*/ 229493 w 3044273"/>
              <a:gd name="connsiteY3556" fmla="*/ 621419 h 3047670"/>
              <a:gd name="connsiteX3557" fmla="*/ 227107 w 3044273"/>
              <a:gd name="connsiteY3557" fmla="*/ 619032 h 3047670"/>
              <a:gd name="connsiteX3558" fmla="*/ 229493 w 3044273"/>
              <a:gd name="connsiteY3558" fmla="*/ 616645 h 3047670"/>
              <a:gd name="connsiteX3559" fmla="*/ 2443962 w 3044273"/>
              <a:gd name="connsiteY3559" fmla="*/ 616017 h 3047670"/>
              <a:gd name="connsiteX3560" fmla="*/ 2456902 w 3044273"/>
              <a:gd name="connsiteY3560" fmla="*/ 628830 h 3047670"/>
              <a:gd name="connsiteX3561" fmla="*/ 2444088 w 3044273"/>
              <a:gd name="connsiteY3561" fmla="*/ 641768 h 3047670"/>
              <a:gd name="connsiteX3562" fmla="*/ 2431150 w 3044273"/>
              <a:gd name="connsiteY3562" fmla="*/ 628956 h 3047670"/>
              <a:gd name="connsiteX3563" fmla="*/ 2443962 w 3044273"/>
              <a:gd name="connsiteY3563" fmla="*/ 616017 h 3047670"/>
              <a:gd name="connsiteX3564" fmla="*/ 1433517 w 3044273"/>
              <a:gd name="connsiteY3564" fmla="*/ 612623 h 3047670"/>
              <a:gd name="connsiteX3565" fmla="*/ 1462785 w 3044273"/>
              <a:gd name="connsiteY3565" fmla="*/ 641766 h 3047670"/>
              <a:gd name="connsiteX3566" fmla="*/ 1433643 w 3044273"/>
              <a:gd name="connsiteY3566" fmla="*/ 671034 h 3047670"/>
              <a:gd name="connsiteX3567" fmla="*/ 1404250 w 3044273"/>
              <a:gd name="connsiteY3567" fmla="*/ 641891 h 3047670"/>
              <a:gd name="connsiteX3568" fmla="*/ 1433517 w 3044273"/>
              <a:gd name="connsiteY3568" fmla="*/ 612623 h 3047670"/>
              <a:gd name="connsiteX3569" fmla="*/ 1603726 w 3044273"/>
              <a:gd name="connsiteY3569" fmla="*/ 611870 h 3047670"/>
              <a:gd name="connsiteX3570" fmla="*/ 1632994 w 3044273"/>
              <a:gd name="connsiteY3570" fmla="*/ 641013 h 3047670"/>
              <a:gd name="connsiteX3571" fmla="*/ 1603851 w 3044273"/>
              <a:gd name="connsiteY3571" fmla="*/ 670407 h 3047670"/>
              <a:gd name="connsiteX3572" fmla="*/ 1574584 w 3044273"/>
              <a:gd name="connsiteY3572" fmla="*/ 641264 h 3047670"/>
              <a:gd name="connsiteX3573" fmla="*/ 1603726 w 3044273"/>
              <a:gd name="connsiteY3573" fmla="*/ 611870 h 3047670"/>
              <a:gd name="connsiteX3574" fmla="*/ 1518558 w 3044273"/>
              <a:gd name="connsiteY3574" fmla="*/ 608478 h 3047670"/>
              <a:gd name="connsiteX3575" fmla="*/ 1547826 w 3044273"/>
              <a:gd name="connsiteY3575" fmla="*/ 637621 h 3047670"/>
              <a:gd name="connsiteX3576" fmla="*/ 1518683 w 3044273"/>
              <a:gd name="connsiteY3576" fmla="*/ 666889 h 3047670"/>
              <a:gd name="connsiteX3577" fmla="*/ 1489416 w 3044273"/>
              <a:gd name="connsiteY3577" fmla="*/ 637746 h 3047670"/>
              <a:gd name="connsiteX3578" fmla="*/ 1518558 w 3044273"/>
              <a:gd name="connsiteY3578" fmla="*/ 608478 h 3047670"/>
              <a:gd name="connsiteX3579" fmla="*/ 2548475 w 3044273"/>
              <a:gd name="connsiteY3579" fmla="*/ 593152 h 3047670"/>
              <a:gd name="connsiteX3580" fmla="*/ 2554505 w 3044273"/>
              <a:gd name="connsiteY3580" fmla="*/ 599055 h 3047670"/>
              <a:gd name="connsiteX3581" fmla="*/ 2548601 w 3044273"/>
              <a:gd name="connsiteY3581" fmla="*/ 605084 h 3047670"/>
              <a:gd name="connsiteX3582" fmla="*/ 2542571 w 3044273"/>
              <a:gd name="connsiteY3582" fmla="*/ 599181 h 3047670"/>
              <a:gd name="connsiteX3583" fmla="*/ 2548475 w 3044273"/>
              <a:gd name="connsiteY3583" fmla="*/ 593152 h 3047670"/>
              <a:gd name="connsiteX3584" fmla="*/ 764994 w 3044273"/>
              <a:gd name="connsiteY3584" fmla="*/ 591771 h 3047670"/>
              <a:gd name="connsiteX3585" fmla="*/ 784966 w 3044273"/>
              <a:gd name="connsiteY3585" fmla="*/ 611618 h 3047670"/>
              <a:gd name="connsiteX3586" fmla="*/ 765119 w 3044273"/>
              <a:gd name="connsiteY3586" fmla="*/ 631591 h 3047670"/>
              <a:gd name="connsiteX3587" fmla="*/ 745146 w 3044273"/>
              <a:gd name="connsiteY3587" fmla="*/ 611744 h 3047670"/>
              <a:gd name="connsiteX3588" fmla="*/ 764994 w 3044273"/>
              <a:gd name="connsiteY3588" fmla="*/ 591771 h 3047670"/>
              <a:gd name="connsiteX3589" fmla="*/ 488264 w 3044273"/>
              <a:gd name="connsiteY3589" fmla="*/ 591268 h 3047670"/>
              <a:gd name="connsiteX3590" fmla="*/ 503589 w 3044273"/>
              <a:gd name="connsiteY3590" fmla="*/ 606467 h 3047670"/>
              <a:gd name="connsiteX3591" fmla="*/ 488390 w 3044273"/>
              <a:gd name="connsiteY3591" fmla="*/ 621792 h 3047670"/>
              <a:gd name="connsiteX3592" fmla="*/ 473065 w 3044273"/>
              <a:gd name="connsiteY3592" fmla="*/ 606593 h 3047670"/>
              <a:gd name="connsiteX3593" fmla="*/ 488264 w 3044273"/>
              <a:gd name="connsiteY3593" fmla="*/ 591268 h 3047670"/>
              <a:gd name="connsiteX3594" fmla="*/ 2271745 w 3044273"/>
              <a:gd name="connsiteY3594" fmla="*/ 586245 h 3047670"/>
              <a:gd name="connsiteX3595" fmla="*/ 2291717 w 3044273"/>
              <a:gd name="connsiteY3595" fmla="*/ 606093 h 3047670"/>
              <a:gd name="connsiteX3596" fmla="*/ 2271871 w 3044273"/>
              <a:gd name="connsiteY3596" fmla="*/ 626065 h 3047670"/>
              <a:gd name="connsiteX3597" fmla="*/ 2251897 w 3044273"/>
              <a:gd name="connsiteY3597" fmla="*/ 606218 h 3047670"/>
              <a:gd name="connsiteX3598" fmla="*/ 2271745 w 3044273"/>
              <a:gd name="connsiteY3598" fmla="*/ 586245 h 3047670"/>
              <a:gd name="connsiteX3599" fmla="*/ 1893519 w 3044273"/>
              <a:gd name="connsiteY3599" fmla="*/ 586119 h 3047670"/>
              <a:gd name="connsiteX3600" fmla="*/ 1918392 w 3044273"/>
              <a:gd name="connsiteY3600" fmla="*/ 610864 h 3047670"/>
              <a:gd name="connsiteX3601" fmla="*/ 1893770 w 3044273"/>
              <a:gd name="connsiteY3601" fmla="*/ 635736 h 3047670"/>
              <a:gd name="connsiteX3602" fmla="*/ 1868898 w 3044273"/>
              <a:gd name="connsiteY3602" fmla="*/ 610990 h 3047670"/>
              <a:gd name="connsiteX3603" fmla="*/ 1893519 w 3044273"/>
              <a:gd name="connsiteY3603" fmla="*/ 586119 h 3047670"/>
              <a:gd name="connsiteX3604" fmla="*/ 1143221 w 3044273"/>
              <a:gd name="connsiteY3604" fmla="*/ 585363 h 3047670"/>
              <a:gd name="connsiteX3605" fmla="*/ 1171610 w 3044273"/>
              <a:gd name="connsiteY3605" fmla="*/ 613626 h 3047670"/>
              <a:gd name="connsiteX3606" fmla="*/ 1143347 w 3044273"/>
              <a:gd name="connsiteY3606" fmla="*/ 642015 h 3047670"/>
              <a:gd name="connsiteX3607" fmla="*/ 1114958 w 3044273"/>
              <a:gd name="connsiteY3607" fmla="*/ 613752 h 3047670"/>
              <a:gd name="connsiteX3608" fmla="*/ 1143221 w 3044273"/>
              <a:gd name="connsiteY3608" fmla="*/ 585363 h 3047670"/>
              <a:gd name="connsiteX3609" fmla="*/ 948267 w 3044273"/>
              <a:gd name="connsiteY3609" fmla="*/ 579965 h 3047670"/>
              <a:gd name="connsiteX3610" fmla="*/ 970753 w 3044273"/>
              <a:gd name="connsiteY3610" fmla="*/ 602198 h 3047670"/>
              <a:gd name="connsiteX3611" fmla="*/ 948519 w 3044273"/>
              <a:gd name="connsiteY3611" fmla="*/ 624683 h 3047670"/>
              <a:gd name="connsiteX3612" fmla="*/ 926034 w 3044273"/>
              <a:gd name="connsiteY3612" fmla="*/ 602450 h 3047670"/>
              <a:gd name="connsiteX3613" fmla="*/ 948267 w 3044273"/>
              <a:gd name="connsiteY3613" fmla="*/ 579965 h 3047670"/>
              <a:gd name="connsiteX3614" fmla="*/ 2088346 w 3044273"/>
              <a:gd name="connsiteY3614" fmla="*/ 575943 h 3047670"/>
              <a:gd name="connsiteX3615" fmla="*/ 2110831 w 3044273"/>
              <a:gd name="connsiteY3615" fmla="*/ 598176 h 3047670"/>
              <a:gd name="connsiteX3616" fmla="*/ 2088598 w 3044273"/>
              <a:gd name="connsiteY3616" fmla="*/ 620661 h 3047670"/>
              <a:gd name="connsiteX3617" fmla="*/ 2066112 w 3044273"/>
              <a:gd name="connsiteY3617" fmla="*/ 598428 h 3047670"/>
              <a:gd name="connsiteX3618" fmla="*/ 2088346 w 3044273"/>
              <a:gd name="connsiteY3618" fmla="*/ 575943 h 3047670"/>
              <a:gd name="connsiteX3619" fmla="*/ 2651981 w 3044273"/>
              <a:gd name="connsiteY3619" fmla="*/ 568407 h 3047670"/>
              <a:gd name="connsiteX3620" fmla="*/ 2654242 w 3044273"/>
              <a:gd name="connsiteY3620" fmla="*/ 570669 h 3047670"/>
              <a:gd name="connsiteX3621" fmla="*/ 2651981 w 3044273"/>
              <a:gd name="connsiteY3621" fmla="*/ 572929 h 3047670"/>
              <a:gd name="connsiteX3622" fmla="*/ 2649720 w 3044273"/>
              <a:gd name="connsiteY3622" fmla="*/ 570669 h 3047670"/>
              <a:gd name="connsiteX3623" fmla="*/ 2651981 w 3044273"/>
              <a:gd name="connsiteY3623" fmla="*/ 568407 h 3047670"/>
              <a:gd name="connsiteX3624" fmla="*/ 384756 w 3044273"/>
              <a:gd name="connsiteY3624" fmla="*/ 567904 h 3047670"/>
              <a:gd name="connsiteX3625" fmla="*/ 395810 w 3044273"/>
              <a:gd name="connsiteY3625" fmla="*/ 578958 h 3047670"/>
              <a:gd name="connsiteX3626" fmla="*/ 384756 w 3044273"/>
              <a:gd name="connsiteY3626" fmla="*/ 590012 h 3047670"/>
              <a:gd name="connsiteX3627" fmla="*/ 373702 w 3044273"/>
              <a:gd name="connsiteY3627" fmla="*/ 578958 h 3047670"/>
              <a:gd name="connsiteX3628" fmla="*/ 384756 w 3044273"/>
              <a:gd name="connsiteY3628" fmla="*/ 567904 h 3047670"/>
              <a:gd name="connsiteX3629" fmla="*/ 655960 w 3044273"/>
              <a:gd name="connsiteY3629" fmla="*/ 558483 h 3047670"/>
              <a:gd name="connsiteX3630" fmla="*/ 675554 w 3044273"/>
              <a:gd name="connsiteY3630" fmla="*/ 577829 h 3047670"/>
              <a:gd name="connsiteX3631" fmla="*/ 656210 w 3044273"/>
              <a:gd name="connsiteY3631" fmla="*/ 597426 h 3047670"/>
              <a:gd name="connsiteX3632" fmla="*/ 636614 w 3044273"/>
              <a:gd name="connsiteY3632" fmla="*/ 578080 h 3047670"/>
              <a:gd name="connsiteX3633" fmla="*/ 655960 w 3044273"/>
              <a:gd name="connsiteY3633" fmla="*/ 558483 h 3047670"/>
              <a:gd name="connsiteX3634" fmla="*/ 1812749 w 3044273"/>
              <a:gd name="connsiteY3634" fmla="*/ 557102 h 3047670"/>
              <a:gd name="connsiteX3635" fmla="*/ 1839630 w 3044273"/>
              <a:gd name="connsiteY3635" fmla="*/ 583733 h 3047670"/>
              <a:gd name="connsiteX3636" fmla="*/ 1813000 w 3044273"/>
              <a:gd name="connsiteY3636" fmla="*/ 610614 h 3047670"/>
              <a:gd name="connsiteX3637" fmla="*/ 1786119 w 3044273"/>
              <a:gd name="connsiteY3637" fmla="*/ 583983 h 3047670"/>
              <a:gd name="connsiteX3638" fmla="*/ 1812749 w 3044273"/>
              <a:gd name="connsiteY3638" fmla="*/ 557102 h 3047670"/>
              <a:gd name="connsiteX3639" fmla="*/ 1223740 w 3044273"/>
              <a:gd name="connsiteY3639" fmla="*/ 556348 h 3047670"/>
              <a:gd name="connsiteX3640" fmla="*/ 1253510 w 3044273"/>
              <a:gd name="connsiteY3640" fmla="*/ 585867 h 3047670"/>
              <a:gd name="connsiteX3641" fmla="*/ 1223991 w 3044273"/>
              <a:gd name="connsiteY3641" fmla="*/ 615639 h 3047670"/>
              <a:gd name="connsiteX3642" fmla="*/ 1194220 w 3044273"/>
              <a:gd name="connsiteY3642" fmla="*/ 586119 h 3047670"/>
              <a:gd name="connsiteX3643" fmla="*/ 1223740 w 3044273"/>
              <a:gd name="connsiteY3643" fmla="*/ 556348 h 3047670"/>
              <a:gd name="connsiteX3644" fmla="*/ 2380527 w 3044273"/>
              <a:gd name="connsiteY3644" fmla="*/ 554463 h 3047670"/>
              <a:gd name="connsiteX3645" fmla="*/ 2397863 w 3044273"/>
              <a:gd name="connsiteY3645" fmla="*/ 571671 h 3047670"/>
              <a:gd name="connsiteX3646" fmla="*/ 2380654 w 3044273"/>
              <a:gd name="connsiteY3646" fmla="*/ 589006 h 3047670"/>
              <a:gd name="connsiteX3647" fmla="*/ 2363318 w 3044273"/>
              <a:gd name="connsiteY3647" fmla="*/ 571798 h 3047670"/>
              <a:gd name="connsiteX3648" fmla="*/ 2380527 w 3044273"/>
              <a:gd name="connsiteY3648" fmla="*/ 554463 h 3047670"/>
              <a:gd name="connsiteX3649" fmla="*/ 282253 w 3044273"/>
              <a:gd name="connsiteY3649" fmla="*/ 547808 h 3047670"/>
              <a:gd name="connsiteX3650" fmla="*/ 286775 w 3044273"/>
              <a:gd name="connsiteY3650" fmla="*/ 552205 h 3047670"/>
              <a:gd name="connsiteX3651" fmla="*/ 282378 w 3044273"/>
              <a:gd name="connsiteY3651" fmla="*/ 556601 h 3047670"/>
              <a:gd name="connsiteX3652" fmla="*/ 277982 w 3044273"/>
              <a:gd name="connsiteY3652" fmla="*/ 552205 h 3047670"/>
              <a:gd name="connsiteX3653" fmla="*/ 282253 w 3044273"/>
              <a:gd name="connsiteY3653" fmla="*/ 547808 h 3047670"/>
              <a:gd name="connsiteX3654" fmla="*/ 834333 w 3044273"/>
              <a:gd name="connsiteY3654" fmla="*/ 545042 h 3047670"/>
              <a:gd name="connsiteX3655" fmla="*/ 851165 w 3044273"/>
              <a:gd name="connsiteY3655" fmla="*/ 561749 h 3047670"/>
              <a:gd name="connsiteX3656" fmla="*/ 834459 w 3044273"/>
              <a:gd name="connsiteY3656" fmla="*/ 578582 h 3047670"/>
              <a:gd name="connsiteX3657" fmla="*/ 817500 w 3044273"/>
              <a:gd name="connsiteY3657" fmla="*/ 561875 h 3047670"/>
              <a:gd name="connsiteX3658" fmla="*/ 834333 w 3044273"/>
              <a:gd name="connsiteY3658" fmla="*/ 545042 h 3047670"/>
              <a:gd name="connsiteX3659" fmla="*/ 1023634 w 3044273"/>
              <a:gd name="connsiteY3659" fmla="*/ 541777 h 3047670"/>
              <a:gd name="connsiteX3660" fmla="*/ 1044110 w 3044273"/>
              <a:gd name="connsiteY3660" fmla="*/ 562126 h 3047670"/>
              <a:gd name="connsiteX3661" fmla="*/ 1023761 w 3044273"/>
              <a:gd name="connsiteY3661" fmla="*/ 582602 h 3047670"/>
              <a:gd name="connsiteX3662" fmla="*/ 1003285 w 3044273"/>
              <a:gd name="connsiteY3662" fmla="*/ 562378 h 3047670"/>
              <a:gd name="connsiteX3663" fmla="*/ 1023634 w 3044273"/>
              <a:gd name="connsiteY3663" fmla="*/ 541777 h 3047670"/>
              <a:gd name="connsiteX3664" fmla="*/ 1306395 w 3044273"/>
              <a:gd name="connsiteY3664" fmla="*/ 540897 h 3047670"/>
              <a:gd name="connsiteX3665" fmla="*/ 1330638 w 3044273"/>
              <a:gd name="connsiteY3665" fmla="*/ 564890 h 3047670"/>
              <a:gd name="connsiteX3666" fmla="*/ 1306646 w 3044273"/>
              <a:gd name="connsiteY3666" fmla="*/ 589133 h 3047670"/>
              <a:gd name="connsiteX3667" fmla="*/ 1282402 w 3044273"/>
              <a:gd name="connsiteY3667" fmla="*/ 565140 h 3047670"/>
              <a:gd name="connsiteX3668" fmla="*/ 1306395 w 3044273"/>
              <a:gd name="connsiteY3668" fmla="*/ 540897 h 3047670"/>
              <a:gd name="connsiteX3669" fmla="*/ 1729967 w 3044273"/>
              <a:gd name="connsiteY3669" fmla="*/ 540772 h 3047670"/>
              <a:gd name="connsiteX3670" fmla="*/ 1752830 w 3044273"/>
              <a:gd name="connsiteY3670" fmla="*/ 563508 h 3047670"/>
              <a:gd name="connsiteX3671" fmla="*/ 1730092 w 3044273"/>
              <a:gd name="connsiteY3671" fmla="*/ 586370 h 3047670"/>
              <a:gd name="connsiteX3672" fmla="*/ 1707231 w 3044273"/>
              <a:gd name="connsiteY3672" fmla="*/ 563633 h 3047670"/>
              <a:gd name="connsiteX3673" fmla="*/ 1729967 w 3044273"/>
              <a:gd name="connsiteY3673" fmla="*/ 540772 h 3047670"/>
              <a:gd name="connsiteX3674" fmla="*/ 2202281 w 3044273"/>
              <a:gd name="connsiteY3674" fmla="*/ 540395 h 3047670"/>
              <a:gd name="connsiteX3675" fmla="*/ 2218736 w 3044273"/>
              <a:gd name="connsiteY3675" fmla="*/ 556724 h 3047670"/>
              <a:gd name="connsiteX3676" fmla="*/ 2202407 w 3044273"/>
              <a:gd name="connsiteY3676" fmla="*/ 573180 h 3047670"/>
              <a:gd name="connsiteX3677" fmla="*/ 2185950 w 3044273"/>
              <a:gd name="connsiteY3677" fmla="*/ 556851 h 3047670"/>
              <a:gd name="connsiteX3678" fmla="*/ 2202281 w 3044273"/>
              <a:gd name="connsiteY3678" fmla="*/ 540395 h 3047670"/>
              <a:gd name="connsiteX3679" fmla="*/ 2012853 w 3044273"/>
              <a:gd name="connsiteY3679" fmla="*/ 540142 h 3047670"/>
              <a:gd name="connsiteX3680" fmla="*/ 2031570 w 3044273"/>
              <a:gd name="connsiteY3680" fmla="*/ 558607 h 3047670"/>
              <a:gd name="connsiteX3681" fmla="*/ 2012978 w 3044273"/>
              <a:gd name="connsiteY3681" fmla="*/ 577323 h 3047670"/>
              <a:gd name="connsiteX3682" fmla="*/ 1994387 w 3044273"/>
              <a:gd name="connsiteY3682" fmla="*/ 558733 h 3047670"/>
              <a:gd name="connsiteX3683" fmla="*/ 2012853 w 3044273"/>
              <a:gd name="connsiteY3683" fmla="*/ 540142 h 3047670"/>
              <a:gd name="connsiteX3684" fmla="*/ 548559 w 3044273"/>
              <a:gd name="connsiteY3684" fmla="*/ 531476 h 3047670"/>
              <a:gd name="connsiteX3685" fmla="*/ 563759 w 3044273"/>
              <a:gd name="connsiteY3685" fmla="*/ 546425 h 3047670"/>
              <a:gd name="connsiteX3686" fmla="*/ 548811 w 3044273"/>
              <a:gd name="connsiteY3686" fmla="*/ 561499 h 3047670"/>
              <a:gd name="connsiteX3687" fmla="*/ 533737 w 3044273"/>
              <a:gd name="connsiteY3687" fmla="*/ 546550 h 3047670"/>
              <a:gd name="connsiteX3688" fmla="*/ 548559 w 3044273"/>
              <a:gd name="connsiteY3688" fmla="*/ 531476 h 3047670"/>
              <a:gd name="connsiteX3689" fmla="*/ 2487677 w 3044273"/>
              <a:gd name="connsiteY3689" fmla="*/ 530094 h 3047670"/>
              <a:gd name="connsiteX3690" fmla="*/ 2497223 w 3044273"/>
              <a:gd name="connsiteY3690" fmla="*/ 539515 h 3047670"/>
              <a:gd name="connsiteX3691" fmla="*/ 2487677 w 3044273"/>
              <a:gd name="connsiteY3691" fmla="*/ 549062 h 3047670"/>
              <a:gd name="connsiteX3692" fmla="*/ 2478130 w 3044273"/>
              <a:gd name="connsiteY3692" fmla="*/ 539515 h 3047670"/>
              <a:gd name="connsiteX3693" fmla="*/ 2487677 w 3044273"/>
              <a:gd name="connsiteY3693" fmla="*/ 530094 h 3047670"/>
              <a:gd name="connsiteX3694" fmla="*/ 1390557 w 3044273"/>
              <a:gd name="connsiteY3694" fmla="*/ 527331 h 3047670"/>
              <a:gd name="connsiteX3695" fmla="*/ 1414298 w 3044273"/>
              <a:gd name="connsiteY3695" fmla="*/ 550947 h 3047670"/>
              <a:gd name="connsiteX3696" fmla="*/ 1390682 w 3044273"/>
              <a:gd name="connsiteY3696" fmla="*/ 574688 h 3047670"/>
              <a:gd name="connsiteX3697" fmla="*/ 1366941 w 3044273"/>
              <a:gd name="connsiteY3697" fmla="*/ 551072 h 3047670"/>
              <a:gd name="connsiteX3698" fmla="*/ 1390557 w 3044273"/>
              <a:gd name="connsiteY3698" fmla="*/ 527331 h 3047670"/>
              <a:gd name="connsiteX3699" fmla="*/ 1645932 w 3044273"/>
              <a:gd name="connsiteY3699" fmla="*/ 526578 h 3047670"/>
              <a:gd name="connsiteX3700" fmla="*/ 1669421 w 3044273"/>
              <a:gd name="connsiteY3700" fmla="*/ 549942 h 3047670"/>
              <a:gd name="connsiteX3701" fmla="*/ 1646057 w 3044273"/>
              <a:gd name="connsiteY3701" fmla="*/ 573432 h 3047670"/>
              <a:gd name="connsiteX3702" fmla="*/ 1622442 w 3044273"/>
              <a:gd name="connsiteY3702" fmla="*/ 550068 h 3047670"/>
              <a:gd name="connsiteX3703" fmla="*/ 1645932 w 3044273"/>
              <a:gd name="connsiteY3703" fmla="*/ 526578 h 3047670"/>
              <a:gd name="connsiteX3704" fmla="*/ 1475597 w 3044273"/>
              <a:gd name="connsiteY3704" fmla="*/ 520046 h 3047670"/>
              <a:gd name="connsiteX3705" fmla="*/ 1499338 w 3044273"/>
              <a:gd name="connsiteY3705" fmla="*/ 543662 h 3047670"/>
              <a:gd name="connsiteX3706" fmla="*/ 1475723 w 3044273"/>
              <a:gd name="connsiteY3706" fmla="*/ 567403 h 3047670"/>
              <a:gd name="connsiteX3707" fmla="*/ 1451982 w 3044273"/>
              <a:gd name="connsiteY3707" fmla="*/ 543787 h 3047670"/>
              <a:gd name="connsiteX3708" fmla="*/ 1475597 w 3044273"/>
              <a:gd name="connsiteY3708" fmla="*/ 520046 h 3047670"/>
              <a:gd name="connsiteX3709" fmla="*/ 1560766 w 3044273"/>
              <a:gd name="connsiteY3709" fmla="*/ 519794 h 3047670"/>
              <a:gd name="connsiteX3710" fmla="*/ 1584255 w 3044273"/>
              <a:gd name="connsiteY3710" fmla="*/ 543159 h 3047670"/>
              <a:gd name="connsiteX3711" fmla="*/ 1560891 w 3044273"/>
              <a:gd name="connsiteY3711" fmla="*/ 566774 h 3047670"/>
              <a:gd name="connsiteX3712" fmla="*/ 1537400 w 3044273"/>
              <a:gd name="connsiteY3712" fmla="*/ 543410 h 3047670"/>
              <a:gd name="connsiteX3713" fmla="*/ 1560766 w 3044273"/>
              <a:gd name="connsiteY3713" fmla="*/ 519794 h 3047670"/>
              <a:gd name="connsiteX3714" fmla="*/ 722412 w 3044273"/>
              <a:gd name="connsiteY3714" fmla="*/ 507985 h 3047670"/>
              <a:gd name="connsiteX3715" fmla="*/ 739118 w 3044273"/>
              <a:gd name="connsiteY3715" fmla="*/ 524566 h 3047670"/>
              <a:gd name="connsiteX3716" fmla="*/ 722537 w 3044273"/>
              <a:gd name="connsiteY3716" fmla="*/ 541273 h 3047670"/>
              <a:gd name="connsiteX3717" fmla="*/ 705956 w 3044273"/>
              <a:gd name="connsiteY3717" fmla="*/ 524692 h 3047670"/>
              <a:gd name="connsiteX3718" fmla="*/ 722412 w 3044273"/>
              <a:gd name="connsiteY3718" fmla="*/ 507985 h 3047670"/>
              <a:gd name="connsiteX3719" fmla="*/ 1934593 w 3044273"/>
              <a:gd name="connsiteY3719" fmla="*/ 505473 h 3047670"/>
              <a:gd name="connsiteX3720" fmla="*/ 1954190 w 3044273"/>
              <a:gd name="connsiteY3720" fmla="*/ 524817 h 3047670"/>
              <a:gd name="connsiteX3721" fmla="*/ 1934845 w 3044273"/>
              <a:gd name="connsiteY3721" fmla="*/ 544288 h 3047670"/>
              <a:gd name="connsiteX3722" fmla="*/ 1915249 w 3044273"/>
              <a:gd name="connsiteY3722" fmla="*/ 524944 h 3047670"/>
              <a:gd name="connsiteX3723" fmla="*/ 1934593 w 3044273"/>
              <a:gd name="connsiteY3723" fmla="*/ 505473 h 3047670"/>
              <a:gd name="connsiteX3724" fmla="*/ 1101515 w 3044273"/>
              <a:gd name="connsiteY3724" fmla="*/ 505223 h 3047670"/>
              <a:gd name="connsiteX3725" fmla="*/ 1124377 w 3044273"/>
              <a:gd name="connsiteY3725" fmla="*/ 527959 h 3047670"/>
              <a:gd name="connsiteX3726" fmla="*/ 1101640 w 3044273"/>
              <a:gd name="connsiteY3726" fmla="*/ 550821 h 3047670"/>
              <a:gd name="connsiteX3727" fmla="*/ 1078779 w 3044273"/>
              <a:gd name="connsiteY3727" fmla="*/ 528084 h 3047670"/>
              <a:gd name="connsiteX3728" fmla="*/ 1101515 w 3044273"/>
              <a:gd name="connsiteY3728" fmla="*/ 505223 h 3047670"/>
              <a:gd name="connsiteX3729" fmla="*/ 2593068 w 3044273"/>
              <a:gd name="connsiteY3729" fmla="*/ 504343 h 3047670"/>
              <a:gd name="connsiteX3730" fmla="*/ 2597717 w 3044273"/>
              <a:gd name="connsiteY3730" fmla="*/ 508991 h 3047670"/>
              <a:gd name="connsiteX3731" fmla="*/ 2593068 w 3044273"/>
              <a:gd name="connsiteY3731" fmla="*/ 513639 h 3047670"/>
              <a:gd name="connsiteX3732" fmla="*/ 2588420 w 3044273"/>
              <a:gd name="connsiteY3732" fmla="*/ 508991 h 3047670"/>
              <a:gd name="connsiteX3733" fmla="*/ 2593068 w 3044273"/>
              <a:gd name="connsiteY3733" fmla="*/ 504343 h 3047670"/>
              <a:gd name="connsiteX3734" fmla="*/ 2313826 w 3044273"/>
              <a:gd name="connsiteY3734" fmla="*/ 504094 h 3047670"/>
              <a:gd name="connsiteX3735" fmla="*/ 2328647 w 3044273"/>
              <a:gd name="connsiteY3735" fmla="*/ 518917 h 3047670"/>
              <a:gd name="connsiteX3736" fmla="*/ 2313826 w 3044273"/>
              <a:gd name="connsiteY3736" fmla="*/ 533739 h 3047670"/>
              <a:gd name="connsiteX3737" fmla="*/ 2298878 w 3044273"/>
              <a:gd name="connsiteY3737" fmla="*/ 518917 h 3047670"/>
              <a:gd name="connsiteX3738" fmla="*/ 2313826 w 3044273"/>
              <a:gd name="connsiteY3738" fmla="*/ 504094 h 3047670"/>
              <a:gd name="connsiteX3739" fmla="*/ 443169 w 3044273"/>
              <a:gd name="connsiteY3739" fmla="*/ 503715 h 3047670"/>
              <a:gd name="connsiteX3740" fmla="*/ 456233 w 3044273"/>
              <a:gd name="connsiteY3740" fmla="*/ 516779 h 3047670"/>
              <a:gd name="connsiteX3741" fmla="*/ 443169 w 3044273"/>
              <a:gd name="connsiteY3741" fmla="*/ 529843 h 3047670"/>
              <a:gd name="connsiteX3742" fmla="*/ 430105 w 3044273"/>
              <a:gd name="connsiteY3742" fmla="*/ 516779 h 3047670"/>
              <a:gd name="connsiteX3743" fmla="*/ 443169 w 3044273"/>
              <a:gd name="connsiteY3743" fmla="*/ 503715 h 3047670"/>
              <a:gd name="connsiteX3744" fmla="*/ 906561 w 3044273"/>
              <a:gd name="connsiteY3744" fmla="*/ 499945 h 3047670"/>
              <a:gd name="connsiteX3745" fmla="*/ 923395 w 3044273"/>
              <a:gd name="connsiteY3745" fmla="*/ 516652 h 3047670"/>
              <a:gd name="connsiteX3746" fmla="*/ 906688 w 3044273"/>
              <a:gd name="connsiteY3746" fmla="*/ 533485 h 3047670"/>
              <a:gd name="connsiteX3747" fmla="*/ 889855 w 3044273"/>
              <a:gd name="connsiteY3747" fmla="*/ 516778 h 3047670"/>
              <a:gd name="connsiteX3748" fmla="*/ 906561 w 3044273"/>
              <a:gd name="connsiteY3748" fmla="*/ 499945 h 3047670"/>
              <a:gd name="connsiteX3749" fmla="*/ 2129547 w 3044273"/>
              <a:gd name="connsiteY3749" fmla="*/ 495047 h 3047670"/>
              <a:gd name="connsiteX3750" fmla="*/ 2146883 w 3044273"/>
              <a:gd name="connsiteY3750" fmla="*/ 512255 h 3047670"/>
              <a:gd name="connsiteX3751" fmla="*/ 2129674 w 3044273"/>
              <a:gd name="connsiteY3751" fmla="*/ 529590 h 3047670"/>
              <a:gd name="connsiteX3752" fmla="*/ 2112339 w 3044273"/>
              <a:gd name="connsiteY3752" fmla="*/ 512382 h 3047670"/>
              <a:gd name="connsiteX3753" fmla="*/ 2129547 w 3044273"/>
              <a:gd name="connsiteY3753" fmla="*/ 495047 h 3047670"/>
              <a:gd name="connsiteX3754" fmla="*/ 338778 w 3044273"/>
              <a:gd name="connsiteY3754" fmla="*/ 483868 h 3047670"/>
              <a:gd name="connsiteX3755" fmla="*/ 343174 w 3044273"/>
              <a:gd name="connsiteY3755" fmla="*/ 488265 h 3047670"/>
              <a:gd name="connsiteX3756" fmla="*/ 338778 w 3044273"/>
              <a:gd name="connsiteY3756" fmla="*/ 492662 h 3047670"/>
              <a:gd name="connsiteX3757" fmla="*/ 334382 w 3044273"/>
              <a:gd name="connsiteY3757" fmla="*/ 488265 h 3047670"/>
              <a:gd name="connsiteX3758" fmla="*/ 338778 w 3044273"/>
              <a:gd name="connsiteY3758" fmla="*/ 483868 h 3047670"/>
              <a:gd name="connsiteX3759" fmla="*/ 1181909 w 3044273"/>
              <a:gd name="connsiteY3759" fmla="*/ 476708 h 3047670"/>
              <a:gd name="connsiteX3760" fmla="*/ 1204772 w 3044273"/>
              <a:gd name="connsiteY3760" fmla="*/ 499444 h 3047670"/>
              <a:gd name="connsiteX3761" fmla="*/ 1182034 w 3044273"/>
              <a:gd name="connsiteY3761" fmla="*/ 522306 h 3047670"/>
              <a:gd name="connsiteX3762" fmla="*/ 1159173 w 3044273"/>
              <a:gd name="connsiteY3762" fmla="*/ 499569 h 3047670"/>
              <a:gd name="connsiteX3763" fmla="*/ 1181909 w 3044273"/>
              <a:gd name="connsiteY3763" fmla="*/ 476708 h 3047670"/>
              <a:gd name="connsiteX3764" fmla="*/ 1853949 w 3044273"/>
              <a:gd name="connsiteY3764" fmla="*/ 475703 h 3047670"/>
              <a:gd name="connsiteX3765" fmla="*/ 1875555 w 3044273"/>
              <a:gd name="connsiteY3765" fmla="*/ 497057 h 3047670"/>
              <a:gd name="connsiteX3766" fmla="*/ 1854201 w 3044273"/>
              <a:gd name="connsiteY3766" fmla="*/ 518538 h 3047670"/>
              <a:gd name="connsiteX3767" fmla="*/ 1832595 w 3044273"/>
              <a:gd name="connsiteY3767" fmla="*/ 497184 h 3047670"/>
              <a:gd name="connsiteX3768" fmla="*/ 1853949 w 3044273"/>
              <a:gd name="connsiteY3768" fmla="*/ 475703 h 3047670"/>
              <a:gd name="connsiteX3769" fmla="*/ 612749 w 3044273"/>
              <a:gd name="connsiteY3769" fmla="*/ 475200 h 3047670"/>
              <a:gd name="connsiteX3770" fmla="*/ 627823 w 3044273"/>
              <a:gd name="connsiteY3770" fmla="*/ 490149 h 3047670"/>
              <a:gd name="connsiteX3771" fmla="*/ 612875 w 3044273"/>
              <a:gd name="connsiteY3771" fmla="*/ 505223 h 3047670"/>
              <a:gd name="connsiteX3772" fmla="*/ 597801 w 3044273"/>
              <a:gd name="connsiteY3772" fmla="*/ 490274 h 3047670"/>
              <a:gd name="connsiteX3773" fmla="*/ 612749 w 3044273"/>
              <a:gd name="connsiteY3773" fmla="*/ 475200 h 3047670"/>
              <a:gd name="connsiteX3774" fmla="*/ 2423111 w 3044273"/>
              <a:gd name="connsiteY3774" fmla="*/ 471056 h 3047670"/>
              <a:gd name="connsiteX3775" fmla="*/ 2435797 w 3044273"/>
              <a:gd name="connsiteY3775" fmla="*/ 483617 h 3047670"/>
              <a:gd name="connsiteX3776" fmla="*/ 2423236 w 3044273"/>
              <a:gd name="connsiteY3776" fmla="*/ 496304 h 3047670"/>
              <a:gd name="connsiteX3777" fmla="*/ 2410549 w 3044273"/>
              <a:gd name="connsiteY3777" fmla="*/ 483743 h 3047670"/>
              <a:gd name="connsiteX3778" fmla="*/ 2423111 w 3044273"/>
              <a:gd name="connsiteY3778" fmla="*/ 471056 h 3047670"/>
              <a:gd name="connsiteX3779" fmla="*/ 792251 w 3044273"/>
              <a:gd name="connsiteY3779" fmla="*/ 465781 h 3047670"/>
              <a:gd name="connsiteX3780" fmla="*/ 802049 w 3044273"/>
              <a:gd name="connsiteY3780" fmla="*/ 475453 h 3047670"/>
              <a:gd name="connsiteX3781" fmla="*/ 792378 w 3044273"/>
              <a:gd name="connsiteY3781" fmla="*/ 485252 h 3047670"/>
              <a:gd name="connsiteX3782" fmla="*/ 782580 w 3044273"/>
              <a:gd name="connsiteY3782" fmla="*/ 475578 h 3047670"/>
              <a:gd name="connsiteX3783" fmla="*/ 792251 w 3044273"/>
              <a:gd name="connsiteY3783" fmla="*/ 465781 h 3047670"/>
              <a:gd name="connsiteX3784" fmla="*/ 981929 w 3044273"/>
              <a:gd name="connsiteY3784" fmla="*/ 464524 h 3047670"/>
              <a:gd name="connsiteX3785" fmla="*/ 994365 w 3044273"/>
              <a:gd name="connsiteY3785" fmla="*/ 476833 h 3047670"/>
              <a:gd name="connsiteX3786" fmla="*/ 982056 w 3044273"/>
              <a:gd name="connsiteY3786" fmla="*/ 489269 h 3047670"/>
              <a:gd name="connsiteX3787" fmla="*/ 969620 w 3044273"/>
              <a:gd name="connsiteY3787" fmla="*/ 476958 h 3047670"/>
              <a:gd name="connsiteX3788" fmla="*/ 981929 w 3044273"/>
              <a:gd name="connsiteY3788" fmla="*/ 464524 h 3047670"/>
              <a:gd name="connsiteX3789" fmla="*/ 2053802 w 3044273"/>
              <a:gd name="connsiteY3789" fmla="*/ 464146 h 3047670"/>
              <a:gd name="connsiteX3790" fmla="*/ 2062721 w 3044273"/>
              <a:gd name="connsiteY3790" fmla="*/ 472939 h 3047670"/>
              <a:gd name="connsiteX3791" fmla="*/ 2053929 w 3044273"/>
              <a:gd name="connsiteY3791" fmla="*/ 481857 h 3047670"/>
              <a:gd name="connsiteX3792" fmla="*/ 2045010 w 3044273"/>
              <a:gd name="connsiteY3792" fmla="*/ 473065 h 3047670"/>
              <a:gd name="connsiteX3793" fmla="*/ 2053802 w 3044273"/>
              <a:gd name="connsiteY3793" fmla="*/ 464146 h 3047670"/>
              <a:gd name="connsiteX3794" fmla="*/ 2243608 w 3044273"/>
              <a:gd name="connsiteY3794" fmla="*/ 463141 h 3047670"/>
              <a:gd name="connsiteX3795" fmla="*/ 2250767 w 3044273"/>
              <a:gd name="connsiteY3795" fmla="*/ 470175 h 3047670"/>
              <a:gd name="connsiteX3796" fmla="*/ 2243733 w 3044273"/>
              <a:gd name="connsiteY3796" fmla="*/ 477335 h 3047670"/>
              <a:gd name="connsiteX3797" fmla="*/ 2236573 w 3044273"/>
              <a:gd name="connsiteY3797" fmla="*/ 470301 h 3047670"/>
              <a:gd name="connsiteX3798" fmla="*/ 2243608 w 3044273"/>
              <a:gd name="connsiteY3798" fmla="*/ 463141 h 3047670"/>
              <a:gd name="connsiteX3799" fmla="*/ 1771671 w 3044273"/>
              <a:gd name="connsiteY3799" fmla="*/ 462011 h 3047670"/>
              <a:gd name="connsiteX3800" fmla="*/ 1784985 w 3044273"/>
              <a:gd name="connsiteY3800" fmla="*/ 475202 h 3047670"/>
              <a:gd name="connsiteX3801" fmla="*/ 1771797 w 3044273"/>
              <a:gd name="connsiteY3801" fmla="*/ 488517 h 3047670"/>
              <a:gd name="connsiteX3802" fmla="*/ 1758482 w 3044273"/>
              <a:gd name="connsiteY3802" fmla="*/ 475327 h 3047670"/>
              <a:gd name="connsiteX3803" fmla="*/ 1771671 w 3044273"/>
              <a:gd name="connsiteY3803" fmla="*/ 462011 h 3047670"/>
              <a:gd name="connsiteX3804" fmla="*/ 1264063 w 3044273"/>
              <a:gd name="connsiteY3804" fmla="*/ 458494 h 3047670"/>
              <a:gd name="connsiteX3805" fmla="*/ 1282779 w 3044273"/>
              <a:gd name="connsiteY3805" fmla="*/ 476960 h 3047670"/>
              <a:gd name="connsiteX3806" fmla="*/ 1264314 w 3044273"/>
              <a:gd name="connsiteY3806" fmla="*/ 495677 h 3047670"/>
              <a:gd name="connsiteX3807" fmla="*/ 1245723 w 3044273"/>
              <a:gd name="connsiteY3807" fmla="*/ 477211 h 3047670"/>
              <a:gd name="connsiteX3808" fmla="*/ 1264063 w 3044273"/>
              <a:gd name="connsiteY3808" fmla="*/ 458494 h 3047670"/>
              <a:gd name="connsiteX3809" fmla="*/ 504846 w 3044273"/>
              <a:gd name="connsiteY3809" fmla="*/ 449952 h 3047670"/>
              <a:gd name="connsiteX3810" fmla="*/ 512886 w 3044273"/>
              <a:gd name="connsiteY3810" fmla="*/ 457866 h 3047670"/>
              <a:gd name="connsiteX3811" fmla="*/ 504972 w 3044273"/>
              <a:gd name="connsiteY3811" fmla="*/ 465906 h 3047670"/>
              <a:gd name="connsiteX3812" fmla="*/ 496932 w 3044273"/>
              <a:gd name="connsiteY3812" fmla="*/ 457992 h 3047670"/>
              <a:gd name="connsiteX3813" fmla="*/ 504846 w 3044273"/>
              <a:gd name="connsiteY3813" fmla="*/ 449952 h 3047670"/>
              <a:gd name="connsiteX3814" fmla="*/ 2530763 w 3044273"/>
              <a:gd name="connsiteY3814" fmla="*/ 448068 h 3047670"/>
              <a:gd name="connsiteX3815" fmla="*/ 2533276 w 3044273"/>
              <a:gd name="connsiteY3815" fmla="*/ 450455 h 3047670"/>
              <a:gd name="connsiteX3816" fmla="*/ 2530888 w 3044273"/>
              <a:gd name="connsiteY3816" fmla="*/ 452967 h 3047670"/>
              <a:gd name="connsiteX3817" fmla="*/ 2528501 w 3044273"/>
              <a:gd name="connsiteY3817" fmla="*/ 450580 h 3047670"/>
              <a:gd name="connsiteX3818" fmla="*/ 2530763 w 3044273"/>
              <a:gd name="connsiteY3818" fmla="*/ 448068 h 3047670"/>
              <a:gd name="connsiteX3819" fmla="*/ 1687761 w 3044273"/>
              <a:gd name="connsiteY3819" fmla="*/ 445054 h 3047670"/>
              <a:gd name="connsiteX3820" fmla="*/ 1702458 w 3044273"/>
              <a:gd name="connsiteY3820" fmla="*/ 459625 h 3047670"/>
              <a:gd name="connsiteX3821" fmla="*/ 1687886 w 3044273"/>
              <a:gd name="connsiteY3821" fmla="*/ 474322 h 3047670"/>
              <a:gd name="connsiteX3822" fmla="*/ 1673315 w 3044273"/>
              <a:gd name="connsiteY3822" fmla="*/ 459751 h 3047670"/>
              <a:gd name="connsiteX3823" fmla="*/ 1687761 w 3044273"/>
              <a:gd name="connsiteY3823" fmla="*/ 445054 h 3047670"/>
              <a:gd name="connsiteX3824" fmla="*/ 1347848 w 3044273"/>
              <a:gd name="connsiteY3824" fmla="*/ 443043 h 3047670"/>
              <a:gd name="connsiteX3825" fmla="*/ 1365810 w 3044273"/>
              <a:gd name="connsiteY3825" fmla="*/ 460880 h 3047670"/>
              <a:gd name="connsiteX3826" fmla="*/ 1347973 w 3044273"/>
              <a:gd name="connsiteY3826" fmla="*/ 478843 h 3047670"/>
              <a:gd name="connsiteX3827" fmla="*/ 1330009 w 3044273"/>
              <a:gd name="connsiteY3827" fmla="*/ 461006 h 3047670"/>
              <a:gd name="connsiteX3828" fmla="*/ 1347848 w 3044273"/>
              <a:gd name="connsiteY3828" fmla="*/ 443043 h 3047670"/>
              <a:gd name="connsiteX3829" fmla="*/ 1602972 w 3044273"/>
              <a:gd name="connsiteY3829" fmla="*/ 435506 h 3047670"/>
              <a:gd name="connsiteX3830" fmla="*/ 1618046 w 3044273"/>
              <a:gd name="connsiteY3830" fmla="*/ 450455 h 3047670"/>
              <a:gd name="connsiteX3831" fmla="*/ 1603097 w 3044273"/>
              <a:gd name="connsiteY3831" fmla="*/ 465529 h 3047670"/>
              <a:gd name="connsiteX3832" fmla="*/ 1588023 w 3044273"/>
              <a:gd name="connsiteY3832" fmla="*/ 450580 h 3047670"/>
              <a:gd name="connsiteX3833" fmla="*/ 1602972 w 3044273"/>
              <a:gd name="connsiteY3833" fmla="*/ 435506 h 3047670"/>
              <a:gd name="connsiteX3834" fmla="*/ 1432511 w 3044273"/>
              <a:gd name="connsiteY3834" fmla="*/ 434376 h 3047670"/>
              <a:gd name="connsiteX3835" fmla="*/ 1449344 w 3044273"/>
              <a:gd name="connsiteY3835" fmla="*/ 451083 h 3047670"/>
              <a:gd name="connsiteX3836" fmla="*/ 1432638 w 3044273"/>
              <a:gd name="connsiteY3836" fmla="*/ 467916 h 3047670"/>
              <a:gd name="connsiteX3837" fmla="*/ 1415804 w 3044273"/>
              <a:gd name="connsiteY3837" fmla="*/ 451209 h 3047670"/>
              <a:gd name="connsiteX3838" fmla="*/ 1432511 w 3044273"/>
              <a:gd name="connsiteY3838" fmla="*/ 434376 h 3047670"/>
              <a:gd name="connsiteX3839" fmla="*/ 1517805 w 3044273"/>
              <a:gd name="connsiteY3839" fmla="*/ 431863 h 3047670"/>
              <a:gd name="connsiteX3840" fmla="*/ 1533633 w 3044273"/>
              <a:gd name="connsiteY3840" fmla="*/ 447564 h 3047670"/>
              <a:gd name="connsiteX3841" fmla="*/ 1517931 w 3044273"/>
              <a:gd name="connsiteY3841" fmla="*/ 463392 h 3047670"/>
              <a:gd name="connsiteX3842" fmla="*/ 1502229 w 3044273"/>
              <a:gd name="connsiteY3842" fmla="*/ 447690 h 3047670"/>
              <a:gd name="connsiteX3843" fmla="*/ 1517805 w 3044273"/>
              <a:gd name="connsiteY3843" fmla="*/ 431863 h 3047670"/>
              <a:gd name="connsiteX3844" fmla="*/ 1975671 w 3044273"/>
              <a:gd name="connsiteY3844" fmla="*/ 429101 h 3047670"/>
              <a:gd name="connsiteX3845" fmla="*/ 1985721 w 3044273"/>
              <a:gd name="connsiteY3845" fmla="*/ 439024 h 3047670"/>
              <a:gd name="connsiteX3846" fmla="*/ 1975797 w 3044273"/>
              <a:gd name="connsiteY3846" fmla="*/ 448946 h 3047670"/>
              <a:gd name="connsiteX3847" fmla="*/ 1965747 w 3044273"/>
              <a:gd name="connsiteY3847" fmla="*/ 439024 h 3047670"/>
              <a:gd name="connsiteX3848" fmla="*/ 1975671 w 3044273"/>
              <a:gd name="connsiteY3848" fmla="*/ 429101 h 3047670"/>
              <a:gd name="connsiteX3849" fmla="*/ 679952 w 3044273"/>
              <a:gd name="connsiteY3849" fmla="*/ 427844 h 3047670"/>
              <a:gd name="connsiteX3850" fmla="*/ 690000 w 3044273"/>
              <a:gd name="connsiteY3850" fmla="*/ 437768 h 3047670"/>
              <a:gd name="connsiteX3851" fmla="*/ 680077 w 3044273"/>
              <a:gd name="connsiteY3851" fmla="*/ 447691 h 3047670"/>
              <a:gd name="connsiteX3852" fmla="*/ 670154 w 3044273"/>
              <a:gd name="connsiteY3852" fmla="*/ 437768 h 3047670"/>
              <a:gd name="connsiteX3853" fmla="*/ 679952 w 3044273"/>
              <a:gd name="connsiteY3853" fmla="*/ 427844 h 3047670"/>
              <a:gd name="connsiteX3854" fmla="*/ 1059938 w 3044273"/>
              <a:gd name="connsiteY3854" fmla="*/ 426714 h 3047670"/>
              <a:gd name="connsiteX3855" fmla="*/ 1075514 w 3044273"/>
              <a:gd name="connsiteY3855" fmla="*/ 442165 h 3047670"/>
              <a:gd name="connsiteX3856" fmla="*/ 1060063 w 3044273"/>
              <a:gd name="connsiteY3856" fmla="*/ 457742 h 3047670"/>
              <a:gd name="connsiteX3857" fmla="*/ 1044487 w 3044273"/>
              <a:gd name="connsiteY3857" fmla="*/ 442291 h 3047670"/>
              <a:gd name="connsiteX3858" fmla="*/ 1059938 w 3044273"/>
              <a:gd name="connsiteY3858" fmla="*/ 426714 h 3047670"/>
              <a:gd name="connsiteX3859" fmla="*/ 2355655 w 3044273"/>
              <a:gd name="connsiteY3859" fmla="*/ 425958 h 3047670"/>
              <a:gd name="connsiteX3860" fmla="*/ 2361434 w 3044273"/>
              <a:gd name="connsiteY3860" fmla="*/ 431736 h 3047670"/>
              <a:gd name="connsiteX3861" fmla="*/ 2355655 w 3044273"/>
              <a:gd name="connsiteY3861" fmla="*/ 437515 h 3047670"/>
              <a:gd name="connsiteX3862" fmla="*/ 2349877 w 3044273"/>
              <a:gd name="connsiteY3862" fmla="*/ 431736 h 3047670"/>
              <a:gd name="connsiteX3863" fmla="*/ 2355655 w 3044273"/>
              <a:gd name="connsiteY3863" fmla="*/ 425958 h 3047670"/>
              <a:gd name="connsiteX3864" fmla="*/ 398445 w 3044273"/>
              <a:gd name="connsiteY3864" fmla="*/ 422695 h 3047670"/>
              <a:gd name="connsiteX3865" fmla="*/ 403093 w 3044273"/>
              <a:gd name="connsiteY3865" fmla="*/ 427343 h 3047670"/>
              <a:gd name="connsiteX3866" fmla="*/ 398445 w 3044273"/>
              <a:gd name="connsiteY3866" fmla="*/ 431991 h 3047670"/>
              <a:gd name="connsiteX3867" fmla="*/ 393798 w 3044273"/>
              <a:gd name="connsiteY3867" fmla="*/ 427343 h 3047670"/>
              <a:gd name="connsiteX3868" fmla="*/ 398445 w 3044273"/>
              <a:gd name="connsiteY3868" fmla="*/ 422695 h 3047670"/>
              <a:gd name="connsiteX3869" fmla="*/ 865108 w 3044273"/>
              <a:gd name="connsiteY3869" fmla="*/ 420935 h 3047670"/>
              <a:gd name="connsiteX3870" fmla="*/ 875284 w 3044273"/>
              <a:gd name="connsiteY3870" fmla="*/ 431109 h 3047670"/>
              <a:gd name="connsiteX3871" fmla="*/ 865108 w 3044273"/>
              <a:gd name="connsiteY3871" fmla="*/ 441284 h 3047670"/>
              <a:gd name="connsiteX3872" fmla="*/ 854934 w 3044273"/>
              <a:gd name="connsiteY3872" fmla="*/ 431109 h 3047670"/>
              <a:gd name="connsiteX3873" fmla="*/ 865108 w 3044273"/>
              <a:gd name="connsiteY3873" fmla="*/ 420935 h 3047670"/>
              <a:gd name="connsiteX3874" fmla="*/ 2170501 w 3044273"/>
              <a:gd name="connsiteY3874" fmla="*/ 418423 h 3047670"/>
              <a:gd name="connsiteX3875" fmla="*/ 2178541 w 3044273"/>
              <a:gd name="connsiteY3875" fmla="*/ 426337 h 3047670"/>
              <a:gd name="connsiteX3876" fmla="*/ 2170626 w 3044273"/>
              <a:gd name="connsiteY3876" fmla="*/ 434377 h 3047670"/>
              <a:gd name="connsiteX3877" fmla="*/ 2162586 w 3044273"/>
              <a:gd name="connsiteY3877" fmla="*/ 426463 h 3047670"/>
              <a:gd name="connsiteX3878" fmla="*/ 2170501 w 3044273"/>
              <a:gd name="connsiteY3878" fmla="*/ 418423 h 3047670"/>
              <a:gd name="connsiteX3879" fmla="*/ 1895278 w 3044273"/>
              <a:gd name="connsiteY3879" fmla="*/ 398828 h 3047670"/>
              <a:gd name="connsiteX3880" fmla="*/ 1906835 w 3044273"/>
              <a:gd name="connsiteY3880" fmla="*/ 410258 h 3047670"/>
              <a:gd name="connsiteX3881" fmla="*/ 1895403 w 3044273"/>
              <a:gd name="connsiteY3881" fmla="*/ 421815 h 3047670"/>
              <a:gd name="connsiteX3882" fmla="*/ 1883846 w 3044273"/>
              <a:gd name="connsiteY3882" fmla="*/ 410384 h 3047670"/>
              <a:gd name="connsiteX3883" fmla="*/ 1895278 w 3044273"/>
              <a:gd name="connsiteY3883" fmla="*/ 398828 h 3047670"/>
              <a:gd name="connsiteX3884" fmla="*/ 1140080 w 3044273"/>
              <a:gd name="connsiteY3884" fmla="*/ 395184 h 3047670"/>
              <a:gd name="connsiteX3885" fmla="*/ 1158042 w 3044273"/>
              <a:gd name="connsiteY3885" fmla="*/ 413022 h 3047670"/>
              <a:gd name="connsiteX3886" fmla="*/ 1140205 w 3044273"/>
              <a:gd name="connsiteY3886" fmla="*/ 430984 h 3047670"/>
              <a:gd name="connsiteX3887" fmla="*/ 1122242 w 3044273"/>
              <a:gd name="connsiteY3887" fmla="*/ 413147 h 3047670"/>
              <a:gd name="connsiteX3888" fmla="*/ 1140080 w 3044273"/>
              <a:gd name="connsiteY3888" fmla="*/ 395184 h 3047670"/>
              <a:gd name="connsiteX3889" fmla="*/ 569786 w 3044273"/>
              <a:gd name="connsiteY3889" fmla="*/ 392924 h 3047670"/>
              <a:gd name="connsiteX3890" fmla="*/ 579584 w 3044273"/>
              <a:gd name="connsiteY3890" fmla="*/ 402595 h 3047670"/>
              <a:gd name="connsiteX3891" fmla="*/ 569911 w 3044273"/>
              <a:gd name="connsiteY3891" fmla="*/ 412393 h 3047670"/>
              <a:gd name="connsiteX3892" fmla="*/ 560115 w 3044273"/>
              <a:gd name="connsiteY3892" fmla="*/ 402722 h 3047670"/>
              <a:gd name="connsiteX3893" fmla="*/ 569786 w 3044273"/>
              <a:gd name="connsiteY3893" fmla="*/ 392924 h 3047670"/>
              <a:gd name="connsiteX3894" fmla="*/ 2465442 w 3044273"/>
              <a:gd name="connsiteY3894" fmla="*/ 391543 h 3047670"/>
              <a:gd name="connsiteX3895" fmla="*/ 2469713 w 3044273"/>
              <a:gd name="connsiteY3895" fmla="*/ 395688 h 3047670"/>
              <a:gd name="connsiteX3896" fmla="*/ 2465567 w 3044273"/>
              <a:gd name="connsiteY3896" fmla="*/ 399960 h 3047670"/>
              <a:gd name="connsiteX3897" fmla="*/ 2461297 w 3044273"/>
              <a:gd name="connsiteY3897" fmla="*/ 395815 h 3047670"/>
              <a:gd name="connsiteX3898" fmla="*/ 2465442 w 3044273"/>
              <a:gd name="connsiteY3898" fmla="*/ 391543 h 3047670"/>
              <a:gd name="connsiteX3899" fmla="*/ 750296 w 3044273"/>
              <a:gd name="connsiteY3899" fmla="*/ 379732 h 3047670"/>
              <a:gd name="connsiteX3900" fmla="*/ 760094 w 3044273"/>
              <a:gd name="connsiteY3900" fmla="*/ 389404 h 3047670"/>
              <a:gd name="connsiteX3901" fmla="*/ 750422 w 3044273"/>
              <a:gd name="connsiteY3901" fmla="*/ 399203 h 3047670"/>
              <a:gd name="connsiteX3902" fmla="*/ 740624 w 3044273"/>
              <a:gd name="connsiteY3902" fmla="*/ 389531 h 3047670"/>
              <a:gd name="connsiteX3903" fmla="*/ 750296 w 3044273"/>
              <a:gd name="connsiteY3903" fmla="*/ 379732 h 3047670"/>
              <a:gd name="connsiteX3904" fmla="*/ 940353 w 3044273"/>
              <a:gd name="connsiteY3904" fmla="*/ 378980 h 3047670"/>
              <a:gd name="connsiteX3905" fmla="*/ 952787 w 3044273"/>
              <a:gd name="connsiteY3905" fmla="*/ 391289 h 3047670"/>
              <a:gd name="connsiteX3906" fmla="*/ 940478 w 3044273"/>
              <a:gd name="connsiteY3906" fmla="*/ 403726 h 3047670"/>
              <a:gd name="connsiteX3907" fmla="*/ 928042 w 3044273"/>
              <a:gd name="connsiteY3907" fmla="*/ 391415 h 3047670"/>
              <a:gd name="connsiteX3908" fmla="*/ 940353 w 3044273"/>
              <a:gd name="connsiteY3908" fmla="*/ 378980 h 3047670"/>
              <a:gd name="connsiteX3909" fmla="*/ 2094752 w 3044273"/>
              <a:gd name="connsiteY3909" fmla="*/ 378353 h 3047670"/>
              <a:gd name="connsiteX3910" fmla="*/ 2103671 w 3044273"/>
              <a:gd name="connsiteY3910" fmla="*/ 387145 h 3047670"/>
              <a:gd name="connsiteX3911" fmla="*/ 2094879 w 3044273"/>
              <a:gd name="connsiteY3911" fmla="*/ 396064 h 3047670"/>
              <a:gd name="connsiteX3912" fmla="*/ 2085960 w 3044273"/>
              <a:gd name="connsiteY3912" fmla="*/ 387272 h 3047670"/>
              <a:gd name="connsiteX3913" fmla="*/ 2094752 w 3044273"/>
              <a:gd name="connsiteY3913" fmla="*/ 378353 h 3047670"/>
              <a:gd name="connsiteX3914" fmla="*/ 2284935 w 3044273"/>
              <a:gd name="connsiteY3914" fmla="*/ 376845 h 3047670"/>
              <a:gd name="connsiteX3915" fmla="*/ 2291971 w 3044273"/>
              <a:gd name="connsiteY3915" fmla="*/ 383879 h 3047670"/>
              <a:gd name="connsiteX3916" fmla="*/ 2284935 w 3044273"/>
              <a:gd name="connsiteY3916" fmla="*/ 391039 h 3047670"/>
              <a:gd name="connsiteX3917" fmla="*/ 2277900 w 3044273"/>
              <a:gd name="connsiteY3917" fmla="*/ 384005 h 3047670"/>
              <a:gd name="connsiteX3918" fmla="*/ 2284935 w 3044273"/>
              <a:gd name="connsiteY3918" fmla="*/ 376845 h 3047670"/>
              <a:gd name="connsiteX3919" fmla="*/ 1813126 w 3044273"/>
              <a:gd name="connsiteY3919" fmla="*/ 374206 h 3047670"/>
              <a:gd name="connsiteX3920" fmla="*/ 1826442 w 3044273"/>
              <a:gd name="connsiteY3920" fmla="*/ 387397 h 3047670"/>
              <a:gd name="connsiteX3921" fmla="*/ 1813252 w 3044273"/>
              <a:gd name="connsiteY3921" fmla="*/ 400712 h 3047670"/>
              <a:gd name="connsiteX3922" fmla="*/ 1799936 w 3044273"/>
              <a:gd name="connsiteY3922" fmla="*/ 387522 h 3047670"/>
              <a:gd name="connsiteX3923" fmla="*/ 1813126 w 3044273"/>
              <a:gd name="connsiteY3923" fmla="*/ 374206 h 3047670"/>
              <a:gd name="connsiteX3924" fmla="*/ 1222108 w 3044273"/>
              <a:gd name="connsiteY3924" fmla="*/ 370941 h 3047670"/>
              <a:gd name="connsiteX3925" fmla="*/ 1240824 w 3044273"/>
              <a:gd name="connsiteY3925" fmla="*/ 389407 h 3047670"/>
              <a:gd name="connsiteX3926" fmla="*/ 1222233 w 3044273"/>
              <a:gd name="connsiteY3926" fmla="*/ 408124 h 3047670"/>
              <a:gd name="connsiteX3927" fmla="*/ 1203517 w 3044273"/>
              <a:gd name="connsiteY3927" fmla="*/ 389658 h 3047670"/>
              <a:gd name="connsiteX3928" fmla="*/ 1222108 w 3044273"/>
              <a:gd name="connsiteY3928" fmla="*/ 370941 h 3047670"/>
              <a:gd name="connsiteX3929" fmla="*/ 461253 w 3044273"/>
              <a:gd name="connsiteY3929" fmla="*/ 366166 h 3047670"/>
              <a:gd name="connsiteX3930" fmla="*/ 464770 w 3044273"/>
              <a:gd name="connsiteY3930" fmla="*/ 369684 h 3047670"/>
              <a:gd name="connsiteX3931" fmla="*/ 461253 w 3044273"/>
              <a:gd name="connsiteY3931" fmla="*/ 373201 h 3047670"/>
              <a:gd name="connsiteX3932" fmla="*/ 457736 w 3044273"/>
              <a:gd name="connsiteY3932" fmla="*/ 369684 h 3047670"/>
              <a:gd name="connsiteX3933" fmla="*/ 461253 w 3044273"/>
              <a:gd name="connsiteY3933" fmla="*/ 366166 h 3047670"/>
              <a:gd name="connsiteX3934" fmla="*/ 1729715 w 3044273"/>
              <a:gd name="connsiteY3934" fmla="*/ 362901 h 3047670"/>
              <a:gd name="connsiteX3935" fmla="*/ 1737000 w 3044273"/>
              <a:gd name="connsiteY3935" fmla="*/ 370186 h 3047670"/>
              <a:gd name="connsiteX3936" fmla="*/ 1729715 w 3044273"/>
              <a:gd name="connsiteY3936" fmla="*/ 377472 h 3047670"/>
              <a:gd name="connsiteX3937" fmla="*/ 1722429 w 3044273"/>
              <a:gd name="connsiteY3937" fmla="*/ 370186 h 3047670"/>
              <a:gd name="connsiteX3938" fmla="*/ 1729715 w 3044273"/>
              <a:gd name="connsiteY3938" fmla="*/ 362901 h 3047670"/>
              <a:gd name="connsiteX3939" fmla="*/ 1305389 w 3044273"/>
              <a:gd name="connsiteY3939" fmla="*/ 357373 h 3047670"/>
              <a:gd name="connsiteX3940" fmla="*/ 1319835 w 3044273"/>
              <a:gd name="connsiteY3940" fmla="*/ 371692 h 3047670"/>
              <a:gd name="connsiteX3941" fmla="*/ 1305516 w 3044273"/>
              <a:gd name="connsiteY3941" fmla="*/ 386138 h 3047670"/>
              <a:gd name="connsiteX3942" fmla="*/ 1291070 w 3044273"/>
              <a:gd name="connsiteY3942" fmla="*/ 371819 h 3047670"/>
              <a:gd name="connsiteX3943" fmla="*/ 1305389 w 3044273"/>
              <a:gd name="connsiteY3943" fmla="*/ 357373 h 3047670"/>
              <a:gd name="connsiteX3944" fmla="*/ 1645303 w 3044273"/>
              <a:gd name="connsiteY3944" fmla="*/ 350464 h 3047670"/>
              <a:gd name="connsiteX3945" fmla="*/ 1653470 w 3044273"/>
              <a:gd name="connsiteY3945" fmla="*/ 358629 h 3047670"/>
              <a:gd name="connsiteX3946" fmla="*/ 1645303 w 3044273"/>
              <a:gd name="connsiteY3946" fmla="*/ 366920 h 3047670"/>
              <a:gd name="connsiteX3947" fmla="*/ 1637013 w 3044273"/>
              <a:gd name="connsiteY3947" fmla="*/ 358754 h 3047670"/>
              <a:gd name="connsiteX3948" fmla="*/ 1645303 w 3044273"/>
              <a:gd name="connsiteY3948" fmla="*/ 350464 h 3047670"/>
              <a:gd name="connsiteX3949" fmla="*/ 2016747 w 3044273"/>
              <a:gd name="connsiteY3949" fmla="*/ 349209 h 3047670"/>
              <a:gd name="connsiteX3950" fmla="*/ 2020515 w 3044273"/>
              <a:gd name="connsiteY3950" fmla="*/ 352978 h 3047670"/>
              <a:gd name="connsiteX3951" fmla="*/ 2016747 w 3044273"/>
              <a:gd name="connsiteY3951" fmla="*/ 356746 h 3047670"/>
              <a:gd name="connsiteX3952" fmla="*/ 2012978 w 3044273"/>
              <a:gd name="connsiteY3952" fmla="*/ 352978 h 3047670"/>
              <a:gd name="connsiteX3953" fmla="*/ 2016747 w 3044273"/>
              <a:gd name="connsiteY3953" fmla="*/ 349209 h 3047670"/>
              <a:gd name="connsiteX3954" fmla="*/ 1389802 w 3044273"/>
              <a:gd name="connsiteY3954" fmla="*/ 347325 h 3047670"/>
              <a:gd name="connsiteX3955" fmla="*/ 1402238 w 3044273"/>
              <a:gd name="connsiteY3955" fmla="*/ 359635 h 3047670"/>
              <a:gd name="connsiteX3956" fmla="*/ 1389928 w 3044273"/>
              <a:gd name="connsiteY3956" fmla="*/ 372071 h 3047670"/>
              <a:gd name="connsiteX3957" fmla="*/ 1377492 w 3044273"/>
              <a:gd name="connsiteY3957" fmla="*/ 359761 h 3047670"/>
              <a:gd name="connsiteX3958" fmla="*/ 1389802 w 3044273"/>
              <a:gd name="connsiteY3958" fmla="*/ 347325 h 3047670"/>
              <a:gd name="connsiteX3959" fmla="*/ 637745 w 3044273"/>
              <a:gd name="connsiteY3959" fmla="*/ 346949 h 3047670"/>
              <a:gd name="connsiteX3960" fmla="*/ 642016 w 3044273"/>
              <a:gd name="connsiteY3960" fmla="*/ 351094 h 3047670"/>
              <a:gd name="connsiteX3961" fmla="*/ 637871 w 3044273"/>
              <a:gd name="connsiteY3961" fmla="*/ 355366 h 3047670"/>
              <a:gd name="connsiteX3962" fmla="*/ 633600 w 3044273"/>
              <a:gd name="connsiteY3962" fmla="*/ 351220 h 3047670"/>
              <a:gd name="connsiteX3963" fmla="*/ 637745 w 3044273"/>
              <a:gd name="connsiteY3963" fmla="*/ 346949 h 3047670"/>
              <a:gd name="connsiteX3964" fmla="*/ 1018359 w 3044273"/>
              <a:gd name="connsiteY3964" fmla="*/ 345441 h 3047670"/>
              <a:gd name="connsiteX3965" fmla="*/ 1029414 w 3044273"/>
              <a:gd name="connsiteY3965" fmla="*/ 356495 h 3047670"/>
              <a:gd name="connsiteX3966" fmla="*/ 1018359 w 3044273"/>
              <a:gd name="connsiteY3966" fmla="*/ 367675 h 3047670"/>
              <a:gd name="connsiteX3967" fmla="*/ 1007305 w 3044273"/>
              <a:gd name="connsiteY3967" fmla="*/ 356621 h 3047670"/>
              <a:gd name="connsiteX3968" fmla="*/ 1018359 w 3044273"/>
              <a:gd name="connsiteY3968" fmla="*/ 345441 h 3047670"/>
              <a:gd name="connsiteX3969" fmla="*/ 1560137 w 3044273"/>
              <a:gd name="connsiteY3969" fmla="*/ 343179 h 3047670"/>
              <a:gd name="connsiteX3970" fmla="*/ 1570187 w 3044273"/>
              <a:gd name="connsiteY3970" fmla="*/ 353103 h 3047670"/>
              <a:gd name="connsiteX3971" fmla="*/ 1560263 w 3044273"/>
              <a:gd name="connsiteY3971" fmla="*/ 363152 h 3047670"/>
              <a:gd name="connsiteX3972" fmla="*/ 1550213 w 3044273"/>
              <a:gd name="connsiteY3972" fmla="*/ 353228 h 3047670"/>
              <a:gd name="connsiteX3973" fmla="*/ 1560137 w 3044273"/>
              <a:gd name="connsiteY3973" fmla="*/ 343179 h 3047670"/>
              <a:gd name="connsiteX3974" fmla="*/ 2397233 w 3044273"/>
              <a:gd name="connsiteY3974" fmla="*/ 342803 h 3047670"/>
              <a:gd name="connsiteX3975" fmla="*/ 2399242 w 3044273"/>
              <a:gd name="connsiteY3975" fmla="*/ 344813 h 3047670"/>
              <a:gd name="connsiteX3976" fmla="*/ 2397233 w 3044273"/>
              <a:gd name="connsiteY3976" fmla="*/ 346823 h 3047670"/>
              <a:gd name="connsiteX3977" fmla="*/ 2395223 w 3044273"/>
              <a:gd name="connsiteY3977" fmla="*/ 344813 h 3047670"/>
              <a:gd name="connsiteX3978" fmla="*/ 2397233 w 3044273"/>
              <a:gd name="connsiteY3978" fmla="*/ 342803 h 3047670"/>
              <a:gd name="connsiteX3979" fmla="*/ 823405 w 3044273"/>
              <a:gd name="connsiteY3979" fmla="*/ 341422 h 3047670"/>
              <a:gd name="connsiteX3980" fmla="*/ 827676 w 3044273"/>
              <a:gd name="connsiteY3980" fmla="*/ 345568 h 3047670"/>
              <a:gd name="connsiteX3981" fmla="*/ 823530 w 3044273"/>
              <a:gd name="connsiteY3981" fmla="*/ 349713 h 3047670"/>
              <a:gd name="connsiteX3982" fmla="*/ 819260 w 3044273"/>
              <a:gd name="connsiteY3982" fmla="*/ 345568 h 3047670"/>
              <a:gd name="connsiteX3983" fmla="*/ 823405 w 3044273"/>
              <a:gd name="connsiteY3983" fmla="*/ 341422 h 3047670"/>
              <a:gd name="connsiteX3984" fmla="*/ 1474844 w 3044273"/>
              <a:gd name="connsiteY3984" fmla="*/ 341044 h 3047670"/>
              <a:gd name="connsiteX3985" fmla="*/ 1487278 w 3044273"/>
              <a:gd name="connsiteY3985" fmla="*/ 353354 h 3047670"/>
              <a:gd name="connsiteX3986" fmla="*/ 1474969 w 3044273"/>
              <a:gd name="connsiteY3986" fmla="*/ 365790 h 3047670"/>
              <a:gd name="connsiteX3987" fmla="*/ 1462533 w 3044273"/>
              <a:gd name="connsiteY3987" fmla="*/ 353480 h 3047670"/>
              <a:gd name="connsiteX3988" fmla="*/ 1474844 w 3044273"/>
              <a:gd name="connsiteY3988" fmla="*/ 341044 h 3047670"/>
              <a:gd name="connsiteX3989" fmla="*/ 2211576 w 3044273"/>
              <a:gd name="connsiteY3989" fmla="*/ 337652 h 3047670"/>
              <a:gd name="connsiteX3990" fmla="*/ 2214464 w 3044273"/>
              <a:gd name="connsiteY3990" fmla="*/ 340542 h 3047670"/>
              <a:gd name="connsiteX3991" fmla="*/ 2211576 w 3044273"/>
              <a:gd name="connsiteY3991" fmla="*/ 343431 h 3047670"/>
              <a:gd name="connsiteX3992" fmla="*/ 2208686 w 3044273"/>
              <a:gd name="connsiteY3992" fmla="*/ 340542 h 3047670"/>
              <a:gd name="connsiteX3993" fmla="*/ 2211576 w 3044273"/>
              <a:gd name="connsiteY3993" fmla="*/ 337652 h 3047670"/>
              <a:gd name="connsiteX3994" fmla="*/ 1936605 w 3044273"/>
              <a:gd name="connsiteY3994" fmla="*/ 319187 h 3047670"/>
              <a:gd name="connsiteX3995" fmla="*/ 1941252 w 3044273"/>
              <a:gd name="connsiteY3995" fmla="*/ 323835 h 3047670"/>
              <a:gd name="connsiteX3996" fmla="*/ 1936605 w 3044273"/>
              <a:gd name="connsiteY3996" fmla="*/ 328483 h 3047670"/>
              <a:gd name="connsiteX3997" fmla="*/ 1931957 w 3044273"/>
              <a:gd name="connsiteY3997" fmla="*/ 323835 h 3047670"/>
              <a:gd name="connsiteX3998" fmla="*/ 1936605 w 3044273"/>
              <a:gd name="connsiteY3998" fmla="*/ 319187 h 3047670"/>
              <a:gd name="connsiteX3999" fmla="*/ 1098125 w 3044273"/>
              <a:gd name="connsiteY3999" fmla="*/ 315921 h 3047670"/>
              <a:gd name="connsiteX4000" fmla="*/ 1109305 w 3044273"/>
              <a:gd name="connsiteY4000" fmla="*/ 326975 h 3047670"/>
              <a:gd name="connsiteX4001" fmla="*/ 1098250 w 3044273"/>
              <a:gd name="connsiteY4001" fmla="*/ 338029 h 3047670"/>
              <a:gd name="connsiteX4002" fmla="*/ 1087196 w 3044273"/>
              <a:gd name="connsiteY4002" fmla="*/ 326975 h 3047670"/>
              <a:gd name="connsiteX4003" fmla="*/ 1098125 w 3044273"/>
              <a:gd name="connsiteY4003" fmla="*/ 315921 h 3047670"/>
              <a:gd name="connsiteX4004" fmla="*/ 527075 w 3044273"/>
              <a:gd name="connsiteY4004" fmla="*/ 311900 h 3047670"/>
              <a:gd name="connsiteX4005" fmla="*/ 530592 w 3044273"/>
              <a:gd name="connsiteY4005" fmla="*/ 315418 h 3047670"/>
              <a:gd name="connsiteX4006" fmla="*/ 527075 w 3044273"/>
              <a:gd name="connsiteY4006" fmla="*/ 318935 h 3047670"/>
              <a:gd name="connsiteX4007" fmla="*/ 523558 w 3044273"/>
              <a:gd name="connsiteY4007" fmla="*/ 315418 h 3047670"/>
              <a:gd name="connsiteX4008" fmla="*/ 527075 w 3044273"/>
              <a:gd name="connsiteY4008" fmla="*/ 311900 h 3047670"/>
              <a:gd name="connsiteX4009" fmla="*/ 898899 w 3044273"/>
              <a:gd name="connsiteY4009" fmla="*/ 301727 h 3047670"/>
              <a:gd name="connsiteX4010" fmla="*/ 903170 w 3044273"/>
              <a:gd name="connsiteY4010" fmla="*/ 305872 h 3047670"/>
              <a:gd name="connsiteX4011" fmla="*/ 899024 w 3044273"/>
              <a:gd name="connsiteY4011" fmla="*/ 310144 h 3047670"/>
              <a:gd name="connsiteX4012" fmla="*/ 894754 w 3044273"/>
              <a:gd name="connsiteY4012" fmla="*/ 305999 h 3047670"/>
              <a:gd name="connsiteX4013" fmla="*/ 898899 w 3044273"/>
              <a:gd name="connsiteY4013" fmla="*/ 301727 h 3047670"/>
              <a:gd name="connsiteX4014" fmla="*/ 708467 w 3044273"/>
              <a:gd name="connsiteY4014" fmla="*/ 299214 h 3047670"/>
              <a:gd name="connsiteX4015" fmla="*/ 712738 w 3044273"/>
              <a:gd name="connsiteY4015" fmla="*/ 303359 h 3047670"/>
              <a:gd name="connsiteX4016" fmla="*/ 708593 w 3044273"/>
              <a:gd name="connsiteY4016" fmla="*/ 307630 h 3047670"/>
              <a:gd name="connsiteX4017" fmla="*/ 704322 w 3044273"/>
              <a:gd name="connsiteY4017" fmla="*/ 303485 h 3047670"/>
              <a:gd name="connsiteX4018" fmla="*/ 708467 w 3044273"/>
              <a:gd name="connsiteY4018" fmla="*/ 299214 h 3047670"/>
              <a:gd name="connsiteX4019" fmla="*/ 2135829 w 3044273"/>
              <a:gd name="connsiteY4019" fmla="*/ 298335 h 3047670"/>
              <a:gd name="connsiteX4020" fmla="*/ 2138971 w 3044273"/>
              <a:gd name="connsiteY4020" fmla="*/ 301475 h 3047670"/>
              <a:gd name="connsiteX4021" fmla="*/ 2135829 w 3044273"/>
              <a:gd name="connsiteY4021" fmla="*/ 304616 h 3047670"/>
              <a:gd name="connsiteX4022" fmla="*/ 2132689 w 3044273"/>
              <a:gd name="connsiteY4022" fmla="*/ 301475 h 3047670"/>
              <a:gd name="connsiteX4023" fmla="*/ 2135829 w 3044273"/>
              <a:gd name="connsiteY4023" fmla="*/ 298335 h 3047670"/>
              <a:gd name="connsiteX4024" fmla="*/ 2326260 w 3044273"/>
              <a:gd name="connsiteY4024" fmla="*/ 295320 h 3047670"/>
              <a:gd name="connsiteX4025" fmla="*/ 2328647 w 3044273"/>
              <a:gd name="connsiteY4025" fmla="*/ 297708 h 3047670"/>
              <a:gd name="connsiteX4026" fmla="*/ 2326260 w 3044273"/>
              <a:gd name="connsiteY4026" fmla="*/ 300095 h 3047670"/>
              <a:gd name="connsiteX4027" fmla="*/ 2323748 w 3044273"/>
              <a:gd name="connsiteY4027" fmla="*/ 297708 h 3047670"/>
              <a:gd name="connsiteX4028" fmla="*/ 2326260 w 3044273"/>
              <a:gd name="connsiteY4028" fmla="*/ 295320 h 3047670"/>
              <a:gd name="connsiteX4029" fmla="*/ 1854579 w 3044273"/>
              <a:gd name="connsiteY4029" fmla="*/ 293687 h 3047670"/>
              <a:gd name="connsiteX4030" fmla="*/ 1860859 w 3044273"/>
              <a:gd name="connsiteY4030" fmla="*/ 299842 h 3047670"/>
              <a:gd name="connsiteX4031" fmla="*/ 1854704 w 3044273"/>
              <a:gd name="connsiteY4031" fmla="*/ 305998 h 3047670"/>
              <a:gd name="connsiteX4032" fmla="*/ 1848549 w 3044273"/>
              <a:gd name="connsiteY4032" fmla="*/ 299842 h 3047670"/>
              <a:gd name="connsiteX4033" fmla="*/ 1854579 w 3044273"/>
              <a:gd name="connsiteY4033" fmla="*/ 293687 h 3047670"/>
              <a:gd name="connsiteX4034" fmla="*/ 1179900 w 3044273"/>
              <a:gd name="connsiteY4034" fmla="*/ 287658 h 3047670"/>
              <a:gd name="connsiteX4035" fmla="*/ 1194597 w 3044273"/>
              <a:gd name="connsiteY4035" fmla="*/ 302229 h 3047670"/>
              <a:gd name="connsiteX4036" fmla="*/ 1180025 w 3044273"/>
              <a:gd name="connsiteY4036" fmla="*/ 316926 h 3047670"/>
              <a:gd name="connsiteX4037" fmla="*/ 1165329 w 3044273"/>
              <a:gd name="connsiteY4037" fmla="*/ 302355 h 3047670"/>
              <a:gd name="connsiteX4038" fmla="*/ 1179900 w 3044273"/>
              <a:gd name="connsiteY4038" fmla="*/ 287658 h 3047670"/>
              <a:gd name="connsiteX4039" fmla="*/ 1771546 w 3044273"/>
              <a:gd name="connsiteY4039" fmla="*/ 279116 h 3047670"/>
              <a:gd name="connsiteX4040" fmla="*/ 1773555 w 3044273"/>
              <a:gd name="connsiteY4040" fmla="*/ 281126 h 3047670"/>
              <a:gd name="connsiteX4041" fmla="*/ 1771546 w 3044273"/>
              <a:gd name="connsiteY4041" fmla="*/ 283136 h 3047670"/>
              <a:gd name="connsiteX4042" fmla="*/ 1769536 w 3044273"/>
              <a:gd name="connsiteY4042" fmla="*/ 281126 h 3047670"/>
              <a:gd name="connsiteX4043" fmla="*/ 1771546 w 3044273"/>
              <a:gd name="connsiteY4043" fmla="*/ 279116 h 3047670"/>
              <a:gd name="connsiteX4044" fmla="*/ 1262933 w 3044273"/>
              <a:gd name="connsiteY4044" fmla="*/ 270197 h 3047670"/>
              <a:gd name="connsiteX4045" fmla="*/ 1275870 w 3044273"/>
              <a:gd name="connsiteY4045" fmla="*/ 283010 h 3047670"/>
              <a:gd name="connsiteX4046" fmla="*/ 1263058 w 3044273"/>
              <a:gd name="connsiteY4046" fmla="*/ 295948 h 3047670"/>
              <a:gd name="connsiteX4047" fmla="*/ 1250119 w 3044273"/>
              <a:gd name="connsiteY4047" fmla="*/ 283136 h 3047670"/>
              <a:gd name="connsiteX4048" fmla="*/ 1262933 w 3044273"/>
              <a:gd name="connsiteY4048" fmla="*/ 270197 h 3047670"/>
              <a:gd name="connsiteX4049" fmla="*/ 976780 w 3044273"/>
              <a:gd name="connsiteY4049" fmla="*/ 268061 h 3047670"/>
              <a:gd name="connsiteX4050" fmla="*/ 979669 w 3044273"/>
              <a:gd name="connsiteY4050" fmla="*/ 270951 h 3047670"/>
              <a:gd name="connsiteX4051" fmla="*/ 976780 w 3044273"/>
              <a:gd name="connsiteY4051" fmla="*/ 273839 h 3047670"/>
              <a:gd name="connsiteX4052" fmla="*/ 973891 w 3044273"/>
              <a:gd name="connsiteY4052" fmla="*/ 270951 h 3047670"/>
              <a:gd name="connsiteX4053" fmla="*/ 976780 w 3044273"/>
              <a:gd name="connsiteY4053" fmla="*/ 268061 h 3047670"/>
              <a:gd name="connsiteX4054" fmla="*/ 2057698 w 3044273"/>
              <a:gd name="connsiteY4054" fmla="*/ 266178 h 3047670"/>
              <a:gd name="connsiteX4055" fmla="*/ 2058577 w 3044273"/>
              <a:gd name="connsiteY4055" fmla="*/ 267058 h 3047670"/>
              <a:gd name="connsiteX4056" fmla="*/ 2057698 w 3044273"/>
              <a:gd name="connsiteY4056" fmla="*/ 267937 h 3047670"/>
              <a:gd name="connsiteX4057" fmla="*/ 2056818 w 3044273"/>
              <a:gd name="connsiteY4057" fmla="*/ 267058 h 3047670"/>
              <a:gd name="connsiteX4058" fmla="*/ 2057698 w 3044273"/>
              <a:gd name="connsiteY4058" fmla="*/ 266178 h 3047670"/>
              <a:gd name="connsiteX4059" fmla="*/ 1687133 w 3044273"/>
              <a:gd name="connsiteY4059" fmla="*/ 265549 h 3047670"/>
              <a:gd name="connsiteX4060" fmla="*/ 1689645 w 3044273"/>
              <a:gd name="connsiteY4060" fmla="*/ 267936 h 3047670"/>
              <a:gd name="connsiteX4061" fmla="*/ 1687259 w 3044273"/>
              <a:gd name="connsiteY4061" fmla="*/ 270323 h 3047670"/>
              <a:gd name="connsiteX4062" fmla="*/ 1684872 w 3044273"/>
              <a:gd name="connsiteY4062" fmla="*/ 267936 h 3047670"/>
              <a:gd name="connsiteX4063" fmla="*/ 1687133 w 3044273"/>
              <a:gd name="connsiteY4063" fmla="*/ 265549 h 3047670"/>
              <a:gd name="connsiteX4064" fmla="*/ 595659 w 3044273"/>
              <a:gd name="connsiteY4064" fmla="*/ 263414 h 3047670"/>
              <a:gd name="connsiteX4065" fmla="*/ 596790 w 3044273"/>
              <a:gd name="connsiteY4065" fmla="*/ 264544 h 3047670"/>
              <a:gd name="connsiteX4066" fmla="*/ 595659 w 3044273"/>
              <a:gd name="connsiteY4066" fmla="*/ 265675 h 3047670"/>
              <a:gd name="connsiteX4067" fmla="*/ 594530 w 3044273"/>
              <a:gd name="connsiteY4067" fmla="*/ 264544 h 3047670"/>
              <a:gd name="connsiteX4068" fmla="*/ 595659 w 3044273"/>
              <a:gd name="connsiteY4068" fmla="*/ 263414 h 3047670"/>
              <a:gd name="connsiteX4069" fmla="*/ 781825 w 3044273"/>
              <a:gd name="connsiteY4069" fmla="*/ 258767 h 3047670"/>
              <a:gd name="connsiteX4070" fmla="*/ 782956 w 3044273"/>
              <a:gd name="connsiteY4070" fmla="*/ 259897 h 3047670"/>
              <a:gd name="connsiteX4071" fmla="*/ 781825 w 3044273"/>
              <a:gd name="connsiteY4071" fmla="*/ 261028 h 3047670"/>
              <a:gd name="connsiteX4072" fmla="*/ 780695 w 3044273"/>
              <a:gd name="connsiteY4072" fmla="*/ 259897 h 3047670"/>
              <a:gd name="connsiteX4073" fmla="*/ 781825 w 3044273"/>
              <a:gd name="connsiteY4073" fmla="*/ 258767 h 3047670"/>
              <a:gd name="connsiteX4074" fmla="*/ 1347093 w 3044273"/>
              <a:gd name="connsiteY4074" fmla="*/ 256884 h 3047670"/>
              <a:gd name="connsiteX4075" fmla="*/ 1359530 w 3044273"/>
              <a:gd name="connsiteY4075" fmla="*/ 269193 h 3047670"/>
              <a:gd name="connsiteX4076" fmla="*/ 1347219 w 3044273"/>
              <a:gd name="connsiteY4076" fmla="*/ 281629 h 3047670"/>
              <a:gd name="connsiteX4077" fmla="*/ 1334784 w 3044273"/>
              <a:gd name="connsiteY4077" fmla="*/ 269193 h 3047670"/>
              <a:gd name="connsiteX4078" fmla="*/ 1347093 w 3044273"/>
              <a:gd name="connsiteY4078" fmla="*/ 256884 h 3047670"/>
              <a:gd name="connsiteX4079" fmla="*/ 1602469 w 3044273"/>
              <a:gd name="connsiteY4079" fmla="*/ 256253 h 3047670"/>
              <a:gd name="connsiteX4080" fmla="*/ 1606237 w 3044273"/>
              <a:gd name="connsiteY4080" fmla="*/ 260022 h 3047670"/>
              <a:gd name="connsiteX4081" fmla="*/ 1602469 w 3044273"/>
              <a:gd name="connsiteY4081" fmla="*/ 263790 h 3047670"/>
              <a:gd name="connsiteX4082" fmla="*/ 1598700 w 3044273"/>
              <a:gd name="connsiteY4082" fmla="*/ 260022 h 3047670"/>
              <a:gd name="connsiteX4083" fmla="*/ 1602469 w 3044273"/>
              <a:gd name="connsiteY4083" fmla="*/ 256253 h 3047670"/>
              <a:gd name="connsiteX4084" fmla="*/ 1517176 w 3044273"/>
              <a:gd name="connsiteY4084" fmla="*/ 250978 h 3047670"/>
              <a:gd name="connsiteX4085" fmla="*/ 1523833 w 3044273"/>
              <a:gd name="connsiteY4085" fmla="*/ 257635 h 3047670"/>
              <a:gd name="connsiteX4086" fmla="*/ 1517176 w 3044273"/>
              <a:gd name="connsiteY4086" fmla="*/ 264294 h 3047670"/>
              <a:gd name="connsiteX4087" fmla="*/ 1510518 w 3044273"/>
              <a:gd name="connsiteY4087" fmla="*/ 257635 h 3047670"/>
              <a:gd name="connsiteX4088" fmla="*/ 1517176 w 3044273"/>
              <a:gd name="connsiteY4088" fmla="*/ 250978 h 3047670"/>
              <a:gd name="connsiteX4089" fmla="*/ 1431883 w 3044273"/>
              <a:gd name="connsiteY4089" fmla="*/ 250351 h 3047670"/>
              <a:gd name="connsiteX4090" fmla="*/ 1442310 w 3044273"/>
              <a:gd name="connsiteY4090" fmla="*/ 260650 h 3047670"/>
              <a:gd name="connsiteX4091" fmla="*/ 1432010 w 3044273"/>
              <a:gd name="connsiteY4091" fmla="*/ 271076 h 3047670"/>
              <a:gd name="connsiteX4092" fmla="*/ 1421583 w 3044273"/>
              <a:gd name="connsiteY4092" fmla="*/ 260650 h 3047670"/>
              <a:gd name="connsiteX4093" fmla="*/ 1431883 w 3044273"/>
              <a:gd name="connsiteY4093" fmla="*/ 250351 h 3047670"/>
              <a:gd name="connsiteX4094" fmla="*/ 1977807 w 3044273"/>
              <a:gd name="connsiteY4094" fmla="*/ 236532 h 3047670"/>
              <a:gd name="connsiteX4095" fmla="*/ 1978686 w 3044273"/>
              <a:gd name="connsiteY4095" fmla="*/ 237412 h 3047670"/>
              <a:gd name="connsiteX4096" fmla="*/ 1977807 w 3044273"/>
              <a:gd name="connsiteY4096" fmla="*/ 238291 h 3047670"/>
              <a:gd name="connsiteX4097" fmla="*/ 1976927 w 3044273"/>
              <a:gd name="connsiteY4097" fmla="*/ 237412 h 3047670"/>
              <a:gd name="connsiteX4098" fmla="*/ 1977807 w 3044273"/>
              <a:gd name="connsiteY4098" fmla="*/ 236532 h 3047670"/>
              <a:gd name="connsiteX4099" fmla="*/ 1056420 w 3044273"/>
              <a:gd name="connsiteY4099" fmla="*/ 234398 h 3047670"/>
              <a:gd name="connsiteX4100" fmla="*/ 1062827 w 3044273"/>
              <a:gd name="connsiteY4100" fmla="*/ 240804 h 3047670"/>
              <a:gd name="connsiteX4101" fmla="*/ 1056420 w 3044273"/>
              <a:gd name="connsiteY4101" fmla="*/ 247209 h 3047670"/>
              <a:gd name="connsiteX4102" fmla="*/ 1050014 w 3044273"/>
              <a:gd name="connsiteY4102" fmla="*/ 240804 h 3047670"/>
              <a:gd name="connsiteX4103" fmla="*/ 1056420 w 3044273"/>
              <a:gd name="connsiteY4103" fmla="*/ 234398 h 3047670"/>
              <a:gd name="connsiteX4104" fmla="*/ 857446 w 3044273"/>
              <a:gd name="connsiteY4104" fmla="*/ 219073 h 3047670"/>
              <a:gd name="connsiteX4105" fmla="*/ 858827 w 3044273"/>
              <a:gd name="connsiteY4105" fmla="*/ 220455 h 3047670"/>
              <a:gd name="connsiteX4106" fmla="*/ 857571 w 3044273"/>
              <a:gd name="connsiteY4106" fmla="*/ 221836 h 3047670"/>
              <a:gd name="connsiteX4107" fmla="*/ 856189 w 3044273"/>
              <a:gd name="connsiteY4107" fmla="*/ 220455 h 3047670"/>
              <a:gd name="connsiteX4108" fmla="*/ 857446 w 3044273"/>
              <a:gd name="connsiteY4108" fmla="*/ 219073 h 3047670"/>
              <a:gd name="connsiteX4109" fmla="*/ 1896282 w 3044273"/>
              <a:gd name="connsiteY4109" fmla="*/ 211284 h 3047670"/>
              <a:gd name="connsiteX4110" fmla="*/ 1897665 w 3044273"/>
              <a:gd name="connsiteY4110" fmla="*/ 212540 h 3047670"/>
              <a:gd name="connsiteX4111" fmla="*/ 1896282 w 3044273"/>
              <a:gd name="connsiteY4111" fmla="*/ 213921 h 3047670"/>
              <a:gd name="connsiteX4112" fmla="*/ 1894900 w 3044273"/>
              <a:gd name="connsiteY4112" fmla="*/ 212540 h 3047670"/>
              <a:gd name="connsiteX4113" fmla="*/ 1896282 w 3044273"/>
              <a:gd name="connsiteY4113" fmla="*/ 211284 h 3047670"/>
              <a:gd name="connsiteX4114" fmla="*/ 1137822 w 3044273"/>
              <a:gd name="connsiteY4114" fmla="*/ 204375 h 3047670"/>
              <a:gd name="connsiteX4115" fmla="*/ 1148625 w 3044273"/>
              <a:gd name="connsiteY4115" fmla="*/ 215177 h 3047670"/>
              <a:gd name="connsiteX4116" fmla="*/ 1137822 w 3044273"/>
              <a:gd name="connsiteY4116" fmla="*/ 226106 h 3047670"/>
              <a:gd name="connsiteX4117" fmla="*/ 1127018 w 3044273"/>
              <a:gd name="connsiteY4117" fmla="*/ 215304 h 3047670"/>
              <a:gd name="connsiteX4118" fmla="*/ 1137822 w 3044273"/>
              <a:gd name="connsiteY4118" fmla="*/ 204375 h 3047670"/>
              <a:gd name="connsiteX4119" fmla="*/ 1813251 w 3044273"/>
              <a:gd name="connsiteY4119" fmla="*/ 190684 h 3047670"/>
              <a:gd name="connsiteX4120" fmla="*/ 1815261 w 3044273"/>
              <a:gd name="connsiteY4120" fmla="*/ 192694 h 3047670"/>
              <a:gd name="connsiteX4121" fmla="*/ 1813251 w 3044273"/>
              <a:gd name="connsiteY4121" fmla="*/ 194704 h 3047670"/>
              <a:gd name="connsiteX4122" fmla="*/ 1811241 w 3044273"/>
              <a:gd name="connsiteY4122" fmla="*/ 192694 h 3047670"/>
              <a:gd name="connsiteX4123" fmla="*/ 1813251 w 3044273"/>
              <a:gd name="connsiteY4123" fmla="*/ 190684 h 3047670"/>
              <a:gd name="connsiteX4124" fmla="*/ 935201 w 3044273"/>
              <a:gd name="connsiteY4124" fmla="*/ 183900 h 3047670"/>
              <a:gd name="connsiteX4125" fmla="*/ 936456 w 3044273"/>
              <a:gd name="connsiteY4125" fmla="*/ 185282 h 3047670"/>
              <a:gd name="connsiteX4126" fmla="*/ 935201 w 3044273"/>
              <a:gd name="connsiteY4126" fmla="*/ 186663 h 3047670"/>
              <a:gd name="connsiteX4127" fmla="*/ 933820 w 3044273"/>
              <a:gd name="connsiteY4127" fmla="*/ 185408 h 3047670"/>
              <a:gd name="connsiteX4128" fmla="*/ 935201 w 3044273"/>
              <a:gd name="connsiteY4128" fmla="*/ 183900 h 3047670"/>
              <a:gd name="connsiteX4129" fmla="*/ 1220598 w 3044273"/>
              <a:gd name="connsiteY4129" fmla="*/ 181889 h 3047670"/>
              <a:gd name="connsiteX4130" fmla="*/ 1233537 w 3044273"/>
              <a:gd name="connsiteY4130" fmla="*/ 194702 h 3047670"/>
              <a:gd name="connsiteX4131" fmla="*/ 1220725 w 3044273"/>
              <a:gd name="connsiteY4131" fmla="*/ 207640 h 3047670"/>
              <a:gd name="connsiteX4132" fmla="*/ 1207786 w 3044273"/>
              <a:gd name="connsiteY4132" fmla="*/ 194828 h 3047670"/>
              <a:gd name="connsiteX4133" fmla="*/ 1220598 w 3044273"/>
              <a:gd name="connsiteY4133" fmla="*/ 181889 h 3047670"/>
              <a:gd name="connsiteX4134" fmla="*/ 1729341 w 3044273"/>
              <a:gd name="connsiteY4134" fmla="*/ 176865 h 3047670"/>
              <a:gd name="connsiteX4135" fmla="*/ 1730220 w 3044273"/>
              <a:gd name="connsiteY4135" fmla="*/ 177745 h 3047670"/>
              <a:gd name="connsiteX4136" fmla="*/ 1729341 w 3044273"/>
              <a:gd name="connsiteY4136" fmla="*/ 178625 h 3047670"/>
              <a:gd name="connsiteX4137" fmla="*/ 1728461 w 3044273"/>
              <a:gd name="connsiteY4137" fmla="*/ 177745 h 3047670"/>
              <a:gd name="connsiteX4138" fmla="*/ 1729341 w 3044273"/>
              <a:gd name="connsiteY4138" fmla="*/ 176865 h 3047670"/>
              <a:gd name="connsiteX4139" fmla="*/ 1304509 w 3044273"/>
              <a:gd name="connsiteY4139" fmla="*/ 169956 h 3047670"/>
              <a:gd name="connsiteX4140" fmla="*/ 1313806 w 3044273"/>
              <a:gd name="connsiteY4140" fmla="*/ 179253 h 3047670"/>
              <a:gd name="connsiteX4141" fmla="*/ 1304509 w 3044273"/>
              <a:gd name="connsiteY4141" fmla="*/ 188547 h 3047670"/>
              <a:gd name="connsiteX4142" fmla="*/ 1295214 w 3044273"/>
              <a:gd name="connsiteY4142" fmla="*/ 179253 h 3047670"/>
              <a:gd name="connsiteX4143" fmla="*/ 1304509 w 3044273"/>
              <a:gd name="connsiteY4143" fmla="*/ 169956 h 3047670"/>
              <a:gd name="connsiteX4144" fmla="*/ 1644550 w 3044273"/>
              <a:gd name="connsiteY4144" fmla="*/ 165435 h 3047670"/>
              <a:gd name="connsiteX4145" fmla="*/ 1646938 w 3044273"/>
              <a:gd name="connsiteY4145" fmla="*/ 167822 h 3047670"/>
              <a:gd name="connsiteX4146" fmla="*/ 1644550 w 3044273"/>
              <a:gd name="connsiteY4146" fmla="*/ 170209 h 3047670"/>
              <a:gd name="connsiteX4147" fmla="*/ 1642163 w 3044273"/>
              <a:gd name="connsiteY4147" fmla="*/ 167822 h 3047670"/>
              <a:gd name="connsiteX4148" fmla="*/ 1644550 w 3044273"/>
              <a:gd name="connsiteY4148" fmla="*/ 165435 h 3047670"/>
              <a:gd name="connsiteX4149" fmla="*/ 1389050 w 3044273"/>
              <a:gd name="connsiteY4149" fmla="*/ 160788 h 3047670"/>
              <a:gd name="connsiteX4150" fmla="*/ 1397090 w 3044273"/>
              <a:gd name="connsiteY4150" fmla="*/ 168703 h 3047670"/>
              <a:gd name="connsiteX4151" fmla="*/ 1389175 w 3044273"/>
              <a:gd name="connsiteY4151" fmla="*/ 176743 h 3047670"/>
              <a:gd name="connsiteX4152" fmla="*/ 1381135 w 3044273"/>
              <a:gd name="connsiteY4152" fmla="*/ 168828 h 3047670"/>
              <a:gd name="connsiteX4153" fmla="*/ 1389050 w 3044273"/>
              <a:gd name="connsiteY4153" fmla="*/ 160788 h 3047670"/>
              <a:gd name="connsiteX4154" fmla="*/ 1559509 w 3044273"/>
              <a:gd name="connsiteY4154" fmla="*/ 158275 h 3047670"/>
              <a:gd name="connsiteX4155" fmla="*/ 1564407 w 3044273"/>
              <a:gd name="connsiteY4155" fmla="*/ 163048 h 3047670"/>
              <a:gd name="connsiteX4156" fmla="*/ 1559509 w 3044273"/>
              <a:gd name="connsiteY4156" fmla="*/ 167947 h 3047670"/>
              <a:gd name="connsiteX4157" fmla="*/ 1554610 w 3044273"/>
              <a:gd name="connsiteY4157" fmla="*/ 163048 h 3047670"/>
              <a:gd name="connsiteX4158" fmla="*/ 1559509 w 3044273"/>
              <a:gd name="connsiteY4158" fmla="*/ 158275 h 3047670"/>
              <a:gd name="connsiteX4159" fmla="*/ 1474215 w 3044273"/>
              <a:gd name="connsiteY4159" fmla="*/ 155385 h 3047670"/>
              <a:gd name="connsiteX4160" fmla="*/ 1482254 w 3044273"/>
              <a:gd name="connsiteY4160" fmla="*/ 163300 h 3047670"/>
              <a:gd name="connsiteX4161" fmla="*/ 1474340 w 3044273"/>
              <a:gd name="connsiteY4161" fmla="*/ 171339 h 3047670"/>
              <a:gd name="connsiteX4162" fmla="*/ 1466301 w 3044273"/>
              <a:gd name="connsiteY4162" fmla="*/ 163425 h 3047670"/>
              <a:gd name="connsiteX4163" fmla="*/ 1474215 w 3044273"/>
              <a:gd name="connsiteY4163" fmla="*/ 155385 h 3047670"/>
              <a:gd name="connsiteX4164" fmla="*/ 1014716 w 3044273"/>
              <a:gd name="connsiteY4164" fmla="*/ 151115 h 3047670"/>
              <a:gd name="connsiteX4165" fmla="*/ 1018233 w 3044273"/>
              <a:gd name="connsiteY4165" fmla="*/ 154632 h 3047670"/>
              <a:gd name="connsiteX4166" fmla="*/ 1014716 w 3044273"/>
              <a:gd name="connsiteY4166" fmla="*/ 158149 h 3047670"/>
              <a:gd name="connsiteX4167" fmla="*/ 1011199 w 3044273"/>
              <a:gd name="connsiteY4167" fmla="*/ 154632 h 3047670"/>
              <a:gd name="connsiteX4168" fmla="*/ 1014716 w 3044273"/>
              <a:gd name="connsiteY4168" fmla="*/ 151115 h 3047670"/>
              <a:gd name="connsiteX4169" fmla="*/ 1095862 w 3044273"/>
              <a:gd name="connsiteY4169" fmla="*/ 124986 h 3047670"/>
              <a:gd name="connsiteX4170" fmla="*/ 1099379 w 3044273"/>
              <a:gd name="connsiteY4170" fmla="*/ 128503 h 3047670"/>
              <a:gd name="connsiteX4171" fmla="*/ 1095862 w 3044273"/>
              <a:gd name="connsiteY4171" fmla="*/ 132020 h 3047670"/>
              <a:gd name="connsiteX4172" fmla="*/ 1092345 w 3044273"/>
              <a:gd name="connsiteY4172" fmla="*/ 128503 h 3047670"/>
              <a:gd name="connsiteX4173" fmla="*/ 1095862 w 3044273"/>
              <a:gd name="connsiteY4173" fmla="*/ 124986 h 3047670"/>
              <a:gd name="connsiteX4174" fmla="*/ 1854956 w 3044273"/>
              <a:gd name="connsiteY4174" fmla="*/ 103507 h 3047670"/>
              <a:gd name="connsiteX4175" fmla="*/ 1855837 w 3044273"/>
              <a:gd name="connsiteY4175" fmla="*/ 104387 h 3047670"/>
              <a:gd name="connsiteX4176" fmla="*/ 1854956 w 3044273"/>
              <a:gd name="connsiteY4176" fmla="*/ 105268 h 3047670"/>
              <a:gd name="connsiteX4177" fmla="*/ 1854076 w 3044273"/>
              <a:gd name="connsiteY4177" fmla="*/ 104387 h 3047670"/>
              <a:gd name="connsiteX4178" fmla="*/ 1854956 w 3044273"/>
              <a:gd name="connsiteY4178" fmla="*/ 103507 h 3047670"/>
              <a:gd name="connsiteX4179" fmla="*/ 1178391 w 3044273"/>
              <a:gd name="connsiteY4179" fmla="*/ 100240 h 3047670"/>
              <a:gd name="connsiteX4180" fmla="*/ 1185049 w 3044273"/>
              <a:gd name="connsiteY4180" fmla="*/ 106898 h 3047670"/>
              <a:gd name="connsiteX4181" fmla="*/ 1178391 w 3044273"/>
              <a:gd name="connsiteY4181" fmla="*/ 113555 h 3047670"/>
              <a:gd name="connsiteX4182" fmla="*/ 1171734 w 3044273"/>
              <a:gd name="connsiteY4182" fmla="*/ 106898 h 3047670"/>
              <a:gd name="connsiteX4183" fmla="*/ 1178391 w 3044273"/>
              <a:gd name="connsiteY4183" fmla="*/ 100240 h 3047670"/>
              <a:gd name="connsiteX4184" fmla="*/ 893493 w 3044273"/>
              <a:gd name="connsiteY4184" fmla="*/ 99110 h 3047670"/>
              <a:gd name="connsiteX4185" fmla="*/ 894121 w 3044273"/>
              <a:gd name="connsiteY4185" fmla="*/ 99738 h 3047670"/>
              <a:gd name="connsiteX4186" fmla="*/ 893493 w 3044273"/>
              <a:gd name="connsiteY4186" fmla="*/ 100365 h 3047670"/>
              <a:gd name="connsiteX4187" fmla="*/ 892866 w 3044273"/>
              <a:gd name="connsiteY4187" fmla="*/ 99738 h 3047670"/>
              <a:gd name="connsiteX4188" fmla="*/ 893493 w 3044273"/>
              <a:gd name="connsiteY4188" fmla="*/ 99110 h 3047670"/>
              <a:gd name="connsiteX4189" fmla="*/ 1771168 w 3044273"/>
              <a:gd name="connsiteY4189" fmla="*/ 87552 h 3047670"/>
              <a:gd name="connsiteX4190" fmla="*/ 1771797 w 3044273"/>
              <a:gd name="connsiteY4190" fmla="*/ 88181 h 3047670"/>
              <a:gd name="connsiteX4191" fmla="*/ 1771168 w 3044273"/>
              <a:gd name="connsiteY4191" fmla="*/ 88809 h 3047670"/>
              <a:gd name="connsiteX4192" fmla="*/ 1770540 w 3044273"/>
              <a:gd name="connsiteY4192" fmla="*/ 88181 h 3047670"/>
              <a:gd name="connsiteX4193" fmla="*/ 1771168 w 3044273"/>
              <a:gd name="connsiteY4193" fmla="*/ 87552 h 3047670"/>
              <a:gd name="connsiteX4194" fmla="*/ 1261926 w 3044273"/>
              <a:gd name="connsiteY4194" fmla="*/ 86799 h 3047670"/>
              <a:gd name="connsiteX4195" fmla="*/ 1265068 w 3044273"/>
              <a:gd name="connsiteY4195" fmla="*/ 89939 h 3047670"/>
              <a:gd name="connsiteX4196" fmla="*/ 1261926 w 3044273"/>
              <a:gd name="connsiteY4196" fmla="*/ 93080 h 3047670"/>
              <a:gd name="connsiteX4197" fmla="*/ 1258786 w 3044273"/>
              <a:gd name="connsiteY4197" fmla="*/ 89939 h 3047670"/>
              <a:gd name="connsiteX4198" fmla="*/ 1261926 w 3044273"/>
              <a:gd name="connsiteY4198" fmla="*/ 86799 h 3047670"/>
              <a:gd name="connsiteX4199" fmla="*/ 1686755 w 3044273"/>
              <a:gd name="connsiteY4199" fmla="*/ 75870 h 3047670"/>
              <a:gd name="connsiteX4200" fmla="*/ 1687384 w 3044273"/>
              <a:gd name="connsiteY4200" fmla="*/ 76498 h 3047670"/>
              <a:gd name="connsiteX4201" fmla="*/ 1686755 w 3044273"/>
              <a:gd name="connsiteY4201" fmla="*/ 77125 h 3047670"/>
              <a:gd name="connsiteX4202" fmla="*/ 1686127 w 3044273"/>
              <a:gd name="connsiteY4202" fmla="*/ 76498 h 3047670"/>
              <a:gd name="connsiteX4203" fmla="*/ 1686755 w 3044273"/>
              <a:gd name="connsiteY4203" fmla="*/ 75870 h 3047670"/>
              <a:gd name="connsiteX4204" fmla="*/ 1346339 w 3044273"/>
              <a:gd name="connsiteY4204" fmla="*/ 73987 h 3047670"/>
              <a:gd name="connsiteX4205" fmla="*/ 1350107 w 3044273"/>
              <a:gd name="connsiteY4205" fmla="*/ 77756 h 3047670"/>
              <a:gd name="connsiteX4206" fmla="*/ 1346339 w 3044273"/>
              <a:gd name="connsiteY4206" fmla="*/ 81524 h 3047670"/>
              <a:gd name="connsiteX4207" fmla="*/ 1342570 w 3044273"/>
              <a:gd name="connsiteY4207" fmla="*/ 77756 h 3047670"/>
              <a:gd name="connsiteX4208" fmla="*/ 1346339 w 3044273"/>
              <a:gd name="connsiteY4208" fmla="*/ 73987 h 3047670"/>
              <a:gd name="connsiteX4209" fmla="*/ 1601840 w 3044273"/>
              <a:gd name="connsiteY4209" fmla="*/ 68208 h 3047670"/>
              <a:gd name="connsiteX4210" fmla="*/ 1603221 w 3044273"/>
              <a:gd name="connsiteY4210" fmla="*/ 69465 h 3047670"/>
              <a:gd name="connsiteX4211" fmla="*/ 1601840 w 3044273"/>
              <a:gd name="connsiteY4211" fmla="*/ 70845 h 3047670"/>
              <a:gd name="connsiteX4212" fmla="*/ 1600458 w 3044273"/>
              <a:gd name="connsiteY4212" fmla="*/ 69590 h 3047670"/>
              <a:gd name="connsiteX4213" fmla="*/ 1601840 w 3044273"/>
              <a:gd name="connsiteY4213" fmla="*/ 68208 h 3047670"/>
              <a:gd name="connsiteX4214" fmla="*/ 972881 w 3044273"/>
              <a:gd name="connsiteY4214" fmla="*/ 67832 h 3047670"/>
              <a:gd name="connsiteX4215" fmla="*/ 973760 w 3044273"/>
              <a:gd name="connsiteY4215" fmla="*/ 68712 h 3047670"/>
              <a:gd name="connsiteX4216" fmla="*/ 972881 w 3044273"/>
              <a:gd name="connsiteY4216" fmla="*/ 69591 h 3047670"/>
              <a:gd name="connsiteX4217" fmla="*/ 972001 w 3044273"/>
              <a:gd name="connsiteY4217" fmla="*/ 68712 h 3047670"/>
              <a:gd name="connsiteX4218" fmla="*/ 972881 w 3044273"/>
              <a:gd name="connsiteY4218" fmla="*/ 67832 h 3047670"/>
              <a:gd name="connsiteX4219" fmla="*/ 1431254 w 3044273"/>
              <a:gd name="connsiteY4219" fmla="*/ 66701 h 3047670"/>
              <a:gd name="connsiteX4220" fmla="*/ 1434772 w 3044273"/>
              <a:gd name="connsiteY4220" fmla="*/ 70218 h 3047670"/>
              <a:gd name="connsiteX4221" fmla="*/ 1431254 w 3044273"/>
              <a:gd name="connsiteY4221" fmla="*/ 73735 h 3047670"/>
              <a:gd name="connsiteX4222" fmla="*/ 1427737 w 3044273"/>
              <a:gd name="connsiteY4222" fmla="*/ 70218 h 3047670"/>
              <a:gd name="connsiteX4223" fmla="*/ 1431254 w 3044273"/>
              <a:gd name="connsiteY4223" fmla="*/ 66701 h 3047670"/>
              <a:gd name="connsiteX4224" fmla="*/ 1516423 w 3044273"/>
              <a:gd name="connsiteY4224" fmla="*/ 65193 h 3047670"/>
              <a:gd name="connsiteX4225" fmla="*/ 1518809 w 3044273"/>
              <a:gd name="connsiteY4225" fmla="*/ 67580 h 3047670"/>
              <a:gd name="connsiteX4226" fmla="*/ 1516423 w 3044273"/>
              <a:gd name="connsiteY4226" fmla="*/ 70093 h 3047670"/>
              <a:gd name="connsiteX4227" fmla="*/ 1514036 w 3044273"/>
              <a:gd name="connsiteY4227" fmla="*/ 67580 h 3047670"/>
              <a:gd name="connsiteX4228" fmla="*/ 1516423 w 3044273"/>
              <a:gd name="connsiteY4228" fmla="*/ 65193 h 3047670"/>
              <a:gd name="connsiteX4229" fmla="*/ 1053902 w 3044273"/>
              <a:gd name="connsiteY4229" fmla="*/ 40448 h 3047670"/>
              <a:gd name="connsiteX4230" fmla="*/ 1055284 w 3044273"/>
              <a:gd name="connsiteY4230" fmla="*/ 41830 h 3047670"/>
              <a:gd name="connsiteX4231" fmla="*/ 1053902 w 3044273"/>
              <a:gd name="connsiteY4231" fmla="*/ 43212 h 3047670"/>
              <a:gd name="connsiteX4232" fmla="*/ 1052520 w 3044273"/>
              <a:gd name="connsiteY4232" fmla="*/ 41830 h 3047670"/>
              <a:gd name="connsiteX4233" fmla="*/ 1053902 w 3044273"/>
              <a:gd name="connsiteY4233" fmla="*/ 40448 h 3047670"/>
              <a:gd name="connsiteX4234" fmla="*/ 1136181 w 3044273"/>
              <a:gd name="connsiteY4234" fmla="*/ 16957 h 3047670"/>
              <a:gd name="connsiteX4235" fmla="*/ 1138442 w 3044273"/>
              <a:gd name="connsiteY4235" fmla="*/ 19217 h 3047670"/>
              <a:gd name="connsiteX4236" fmla="*/ 1136181 w 3044273"/>
              <a:gd name="connsiteY4236" fmla="*/ 21479 h 3047670"/>
              <a:gd name="connsiteX4237" fmla="*/ 1133920 w 3044273"/>
              <a:gd name="connsiteY4237" fmla="*/ 19344 h 3047670"/>
              <a:gd name="connsiteX4238" fmla="*/ 1136181 w 3044273"/>
              <a:gd name="connsiteY4238" fmla="*/ 16957 h 3047670"/>
              <a:gd name="connsiteX4239" fmla="*/ 1219461 w 3044273"/>
              <a:gd name="connsiteY4239" fmla="*/ 0 h 3047670"/>
              <a:gd name="connsiteX4240" fmla="*/ 1220593 w 3044273"/>
              <a:gd name="connsiteY4240" fmla="*/ 1130 h 3047670"/>
              <a:gd name="connsiteX4241" fmla="*/ 1219461 w 3044273"/>
              <a:gd name="connsiteY4241" fmla="*/ 2261 h 3047670"/>
              <a:gd name="connsiteX4242" fmla="*/ 1218331 w 3044273"/>
              <a:gd name="connsiteY4242" fmla="*/ 1130 h 3047670"/>
              <a:gd name="connsiteX4243" fmla="*/ 1219461 w 3044273"/>
              <a:gd name="connsiteY4243" fmla="*/ 0 h 30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Lst>
            <a:rect l="l" t="t" r="r" b="b"/>
            <a:pathLst>
              <a:path w="3044273" h="3047670">
                <a:moveTo>
                  <a:pt x="1948158" y="3046415"/>
                </a:moveTo>
                <a:cubicBezTo>
                  <a:pt x="1948535" y="3046415"/>
                  <a:pt x="1948787" y="3046666"/>
                  <a:pt x="1948787" y="3047043"/>
                </a:cubicBezTo>
                <a:cubicBezTo>
                  <a:pt x="1948787" y="3047420"/>
                  <a:pt x="1948535" y="3047670"/>
                  <a:pt x="1948158" y="3047670"/>
                </a:cubicBezTo>
                <a:cubicBezTo>
                  <a:pt x="1947782" y="3047670"/>
                  <a:pt x="1947530" y="3047420"/>
                  <a:pt x="1947530" y="3047043"/>
                </a:cubicBezTo>
                <a:cubicBezTo>
                  <a:pt x="1947530" y="3046666"/>
                  <a:pt x="1947782" y="3046415"/>
                  <a:pt x="1948158" y="3046415"/>
                </a:cubicBezTo>
                <a:close/>
                <a:moveTo>
                  <a:pt x="2262811" y="3022973"/>
                </a:moveTo>
                <a:cubicBezTo>
                  <a:pt x="2263063" y="3022973"/>
                  <a:pt x="2263440" y="3023224"/>
                  <a:pt x="2263440" y="3023601"/>
                </a:cubicBezTo>
                <a:cubicBezTo>
                  <a:pt x="2263440" y="3023979"/>
                  <a:pt x="2263188" y="3024229"/>
                  <a:pt x="2262811" y="3024229"/>
                </a:cubicBezTo>
                <a:cubicBezTo>
                  <a:pt x="2262435" y="3024229"/>
                  <a:pt x="2262183" y="3023979"/>
                  <a:pt x="2262183" y="3023601"/>
                </a:cubicBezTo>
                <a:cubicBezTo>
                  <a:pt x="2262183" y="3023224"/>
                  <a:pt x="2262435" y="3022847"/>
                  <a:pt x="2262811" y="3022973"/>
                </a:cubicBezTo>
                <a:close/>
                <a:moveTo>
                  <a:pt x="2029306" y="3020035"/>
                </a:moveTo>
                <a:cubicBezTo>
                  <a:pt x="2029809" y="3020035"/>
                  <a:pt x="2030185" y="3020413"/>
                  <a:pt x="2030185" y="3020915"/>
                </a:cubicBezTo>
                <a:cubicBezTo>
                  <a:pt x="2030185" y="3021418"/>
                  <a:pt x="2029809" y="3021794"/>
                  <a:pt x="2029306" y="3021794"/>
                </a:cubicBezTo>
                <a:cubicBezTo>
                  <a:pt x="2028804" y="3021794"/>
                  <a:pt x="2028426" y="3021418"/>
                  <a:pt x="2028426" y="3020915"/>
                </a:cubicBezTo>
                <a:cubicBezTo>
                  <a:pt x="2028426" y="3020413"/>
                  <a:pt x="2028804" y="3020035"/>
                  <a:pt x="2029306" y="3020035"/>
                </a:cubicBezTo>
                <a:close/>
                <a:moveTo>
                  <a:pt x="1527099" y="3010364"/>
                </a:moveTo>
                <a:cubicBezTo>
                  <a:pt x="1528606" y="3010364"/>
                  <a:pt x="1529736" y="3011494"/>
                  <a:pt x="1529736" y="3013001"/>
                </a:cubicBezTo>
                <a:cubicBezTo>
                  <a:pt x="1529736" y="3014383"/>
                  <a:pt x="1528606" y="3015640"/>
                  <a:pt x="1527099" y="3015640"/>
                </a:cubicBezTo>
                <a:cubicBezTo>
                  <a:pt x="1525592" y="3015640"/>
                  <a:pt x="1524462" y="3014508"/>
                  <a:pt x="1524462" y="3013001"/>
                </a:cubicBezTo>
                <a:cubicBezTo>
                  <a:pt x="1524462" y="3011494"/>
                  <a:pt x="1525717" y="3010364"/>
                  <a:pt x="1527099" y="3010364"/>
                </a:cubicBezTo>
                <a:close/>
                <a:moveTo>
                  <a:pt x="1612392" y="3008101"/>
                </a:moveTo>
                <a:cubicBezTo>
                  <a:pt x="1613522" y="3008101"/>
                  <a:pt x="1614401" y="3008981"/>
                  <a:pt x="1614401" y="3010111"/>
                </a:cubicBezTo>
                <a:cubicBezTo>
                  <a:pt x="1614401" y="3011242"/>
                  <a:pt x="1613522" y="3012122"/>
                  <a:pt x="1612392" y="3012122"/>
                </a:cubicBezTo>
                <a:cubicBezTo>
                  <a:pt x="1611262" y="3012122"/>
                  <a:pt x="1610382" y="3011242"/>
                  <a:pt x="1610382" y="3010111"/>
                </a:cubicBezTo>
                <a:cubicBezTo>
                  <a:pt x="1610382" y="3009106"/>
                  <a:pt x="1611262" y="3008101"/>
                  <a:pt x="1612392" y="3008101"/>
                </a:cubicBezTo>
                <a:close/>
                <a:moveTo>
                  <a:pt x="1441807" y="3007221"/>
                </a:moveTo>
                <a:cubicBezTo>
                  <a:pt x="1443566" y="3007221"/>
                  <a:pt x="1444949" y="3008729"/>
                  <a:pt x="1444949" y="3010361"/>
                </a:cubicBezTo>
                <a:lnTo>
                  <a:pt x="1438667" y="3010361"/>
                </a:lnTo>
                <a:cubicBezTo>
                  <a:pt x="1438667" y="3008603"/>
                  <a:pt x="1440049" y="3007221"/>
                  <a:pt x="1441807" y="3007221"/>
                </a:cubicBezTo>
                <a:close/>
                <a:moveTo>
                  <a:pt x="1697183" y="3000691"/>
                </a:moveTo>
                <a:cubicBezTo>
                  <a:pt x="1698062" y="3000691"/>
                  <a:pt x="1698816" y="3001319"/>
                  <a:pt x="1698816" y="3002198"/>
                </a:cubicBezTo>
                <a:cubicBezTo>
                  <a:pt x="1698816" y="3002951"/>
                  <a:pt x="1698188" y="3003706"/>
                  <a:pt x="1697309" y="3003706"/>
                </a:cubicBezTo>
                <a:cubicBezTo>
                  <a:pt x="1696429" y="3003706"/>
                  <a:pt x="1695801" y="3003078"/>
                  <a:pt x="1695801" y="3002198"/>
                </a:cubicBezTo>
                <a:cubicBezTo>
                  <a:pt x="1695801" y="3001319"/>
                  <a:pt x="1696429" y="3000691"/>
                  <a:pt x="1697183" y="3000691"/>
                </a:cubicBezTo>
                <a:close/>
                <a:moveTo>
                  <a:pt x="2108820" y="2989510"/>
                </a:moveTo>
                <a:cubicBezTo>
                  <a:pt x="2109072" y="2989510"/>
                  <a:pt x="2109447" y="2989761"/>
                  <a:pt x="2109447" y="2990138"/>
                </a:cubicBezTo>
                <a:cubicBezTo>
                  <a:pt x="2109447" y="2990390"/>
                  <a:pt x="2109197" y="2990765"/>
                  <a:pt x="2108820" y="2990765"/>
                </a:cubicBezTo>
                <a:cubicBezTo>
                  <a:pt x="2108444" y="2990765"/>
                  <a:pt x="2108192" y="2990515"/>
                  <a:pt x="2108192" y="2990138"/>
                </a:cubicBezTo>
                <a:cubicBezTo>
                  <a:pt x="2108192" y="2989887"/>
                  <a:pt x="2108444" y="2989510"/>
                  <a:pt x="2108820" y="2989510"/>
                </a:cubicBezTo>
                <a:close/>
                <a:moveTo>
                  <a:pt x="1781596" y="2987877"/>
                </a:moveTo>
                <a:cubicBezTo>
                  <a:pt x="1782349" y="2987877"/>
                  <a:pt x="1782979" y="2988380"/>
                  <a:pt x="1782979" y="2989135"/>
                </a:cubicBezTo>
                <a:cubicBezTo>
                  <a:pt x="1782979" y="2989888"/>
                  <a:pt x="1782349" y="2990516"/>
                  <a:pt x="1781596" y="2990516"/>
                </a:cubicBezTo>
                <a:cubicBezTo>
                  <a:pt x="1780842" y="2990516"/>
                  <a:pt x="1780214" y="2989888"/>
                  <a:pt x="1780214" y="2989135"/>
                </a:cubicBezTo>
                <a:cubicBezTo>
                  <a:pt x="1780214" y="2988505"/>
                  <a:pt x="1780842" y="2987877"/>
                  <a:pt x="1781596" y="2987877"/>
                </a:cubicBezTo>
                <a:close/>
                <a:moveTo>
                  <a:pt x="2340852" y="2979519"/>
                </a:moveTo>
                <a:cubicBezTo>
                  <a:pt x="2341229" y="2979519"/>
                  <a:pt x="2341607" y="2979771"/>
                  <a:pt x="2341607" y="2980147"/>
                </a:cubicBezTo>
                <a:cubicBezTo>
                  <a:pt x="2341480" y="2980524"/>
                  <a:pt x="2341229" y="2980774"/>
                  <a:pt x="2340852" y="2980774"/>
                </a:cubicBezTo>
                <a:cubicBezTo>
                  <a:pt x="2340475" y="2980774"/>
                  <a:pt x="2340223" y="2980524"/>
                  <a:pt x="2340223" y="2980147"/>
                </a:cubicBezTo>
                <a:cubicBezTo>
                  <a:pt x="2340223" y="2979771"/>
                  <a:pt x="2340475" y="2979519"/>
                  <a:pt x="2340852" y="2979519"/>
                </a:cubicBezTo>
                <a:close/>
                <a:moveTo>
                  <a:pt x="1864879" y="2969789"/>
                </a:moveTo>
                <a:cubicBezTo>
                  <a:pt x="1865632" y="2969789"/>
                  <a:pt x="1866259" y="2970417"/>
                  <a:pt x="1866259" y="2971171"/>
                </a:cubicBezTo>
                <a:cubicBezTo>
                  <a:pt x="1866386" y="2971924"/>
                  <a:pt x="1865757" y="2972554"/>
                  <a:pt x="1865005" y="2972554"/>
                </a:cubicBezTo>
                <a:cubicBezTo>
                  <a:pt x="1864251" y="2972554"/>
                  <a:pt x="1863623" y="2971924"/>
                  <a:pt x="1863623" y="2971171"/>
                </a:cubicBezTo>
                <a:cubicBezTo>
                  <a:pt x="1863623" y="2970417"/>
                  <a:pt x="1864125" y="2969789"/>
                  <a:pt x="1864879" y="2969789"/>
                </a:cubicBezTo>
                <a:close/>
                <a:moveTo>
                  <a:pt x="2186577" y="2954463"/>
                </a:moveTo>
                <a:cubicBezTo>
                  <a:pt x="2186954" y="2954463"/>
                  <a:pt x="2187204" y="2954715"/>
                  <a:pt x="2187204" y="2955091"/>
                </a:cubicBezTo>
                <a:cubicBezTo>
                  <a:pt x="2187204" y="2955343"/>
                  <a:pt x="2186954" y="2955720"/>
                  <a:pt x="2186577" y="2955720"/>
                </a:cubicBezTo>
                <a:cubicBezTo>
                  <a:pt x="2186200" y="2955720"/>
                  <a:pt x="2185949" y="2955468"/>
                  <a:pt x="2185949" y="2955091"/>
                </a:cubicBezTo>
                <a:cubicBezTo>
                  <a:pt x="2185949" y="2954715"/>
                  <a:pt x="2186200" y="2954463"/>
                  <a:pt x="2186577" y="2954463"/>
                </a:cubicBezTo>
                <a:close/>
                <a:moveTo>
                  <a:pt x="1947029" y="2947053"/>
                </a:moveTo>
                <a:cubicBezTo>
                  <a:pt x="1947657" y="2947053"/>
                  <a:pt x="1948159" y="2947556"/>
                  <a:pt x="1948159" y="2948183"/>
                </a:cubicBezTo>
                <a:cubicBezTo>
                  <a:pt x="1948159" y="2948811"/>
                  <a:pt x="1947657" y="2949313"/>
                  <a:pt x="1947029" y="2949313"/>
                </a:cubicBezTo>
                <a:cubicBezTo>
                  <a:pt x="1946402" y="2949313"/>
                  <a:pt x="1945899" y="2948811"/>
                  <a:pt x="1945899" y="2948183"/>
                </a:cubicBezTo>
                <a:cubicBezTo>
                  <a:pt x="1945899" y="2947556"/>
                  <a:pt x="1946402" y="2947053"/>
                  <a:pt x="1947029" y="2947053"/>
                </a:cubicBezTo>
                <a:close/>
                <a:moveTo>
                  <a:pt x="2413200" y="2934380"/>
                </a:moveTo>
                <a:cubicBezTo>
                  <a:pt x="2413577" y="2934380"/>
                  <a:pt x="2413830" y="2934631"/>
                  <a:pt x="2413830" y="2935008"/>
                </a:cubicBezTo>
                <a:cubicBezTo>
                  <a:pt x="2413830" y="2935385"/>
                  <a:pt x="2413577" y="2935635"/>
                  <a:pt x="2413200" y="2935635"/>
                </a:cubicBezTo>
                <a:cubicBezTo>
                  <a:pt x="2412824" y="2935635"/>
                  <a:pt x="2412446" y="2935385"/>
                  <a:pt x="2412446" y="2935008"/>
                </a:cubicBezTo>
                <a:cubicBezTo>
                  <a:pt x="2412572" y="2934631"/>
                  <a:pt x="2412824" y="2934380"/>
                  <a:pt x="2413200" y="2934380"/>
                </a:cubicBezTo>
                <a:close/>
                <a:moveTo>
                  <a:pt x="2027550" y="2917782"/>
                </a:moveTo>
                <a:cubicBezTo>
                  <a:pt x="2028932" y="2917782"/>
                  <a:pt x="2030062" y="2918787"/>
                  <a:pt x="2030062" y="2920169"/>
                </a:cubicBezTo>
                <a:cubicBezTo>
                  <a:pt x="2030062" y="2921551"/>
                  <a:pt x="2029057" y="2922682"/>
                  <a:pt x="2027675" y="2922682"/>
                </a:cubicBezTo>
                <a:cubicBezTo>
                  <a:pt x="2026293" y="2922682"/>
                  <a:pt x="2025163" y="2921677"/>
                  <a:pt x="2025163" y="2920295"/>
                </a:cubicBezTo>
                <a:cubicBezTo>
                  <a:pt x="2025163" y="2919039"/>
                  <a:pt x="2026293" y="2917908"/>
                  <a:pt x="2027550" y="2917782"/>
                </a:cubicBezTo>
                <a:close/>
                <a:moveTo>
                  <a:pt x="2262194" y="2915021"/>
                </a:moveTo>
                <a:cubicBezTo>
                  <a:pt x="2262571" y="2915021"/>
                  <a:pt x="2262823" y="2915273"/>
                  <a:pt x="2262823" y="2915649"/>
                </a:cubicBezTo>
                <a:cubicBezTo>
                  <a:pt x="2262823" y="2916026"/>
                  <a:pt x="2262571" y="2916278"/>
                  <a:pt x="2262194" y="2916278"/>
                </a:cubicBezTo>
                <a:cubicBezTo>
                  <a:pt x="2261943" y="2916278"/>
                  <a:pt x="2261566" y="2916026"/>
                  <a:pt x="2261566" y="2915649"/>
                </a:cubicBezTo>
                <a:cubicBezTo>
                  <a:pt x="2261566" y="2915273"/>
                  <a:pt x="2261818" y="2915021"/>
                  <a:pt x="2262194" y="2915021"/>
                </a:cubicBezTo>
                <a:close/>
                <a:moveTo>
                  <a:pt x="1526850" y="2912005"/>
                </a:moveTo>
                <a:cubicBezTo>
                  <a:pt x="1530115" y="2912005"/>
                  <a:pt x="1532880" y="2914643"/>
                  <a:pt x="1532880" y="2917909"/>
                </a:cubicBezTo>
                <a:cubicBezTo>
                  <a:pt x="1532880" y="2921299"/>
                  <a:pt x="1530115" y="2923938"/>
                  <a:pt x="1526850" y="2923938"/>
                </a:cubicBezTo>
                <a:cubicBezTo>
                  <a:pt x="1523458" y="2923938"/>
                  <a:pt x="1520820" y="2921299"/>
                  <a:pt x="1520820" y="2918034"/>
                </a:cubicBezTo>
                <a:cubicBezTo>
                  <a:pt x="1520820" y="2914768"/>
                  <a:pt x="1523458" y="2912005"/>
                  <a:pt x="1526850" y="2912005"/>
                </a:cubicBezTo>
                <a:close/>
                <a:moveTo>
                  <a:pt x="1612017" y="2909746"/>
                </a:moveTo>
                <a:cubicBezTo>
                  <a:pt x="1614906" y="2909619"/>
                  <a:pt x="1617166" y="2912006"/>
                  <a:pt x="1617166" y="2914770"/>
                </a:cubicBezTo>
                <a:cubicBezTo>
                  <a:pt x="1617166" y="2917658"/>
                  <a:pt x="1615031" y="2919919"/>
                  <a:pt x="1612142" y="2919919"/>
                </a:cubicBezTo>
                <a:cubicBezTo>
                  <a:pt x="1609254" y="2920045"/>
                  <a:pt x="1606992" y="2917784"/>
                  <a:pt x="1606992" y="2914895"/>
                </a:cubicBezTo>
                <a:cubicBezTo>
                  <a:pt x="1606992" y="2912131"/>
                  <a:pt x="1609254" y="2909871"/>
                  <a:pt x="1612017" y="2909746"/>
                </a:cubicBezTo>
                <a:close/>
                <a:moveTo>
                  <a:pt x="1441556" y="2908739"/>
                </a:moveTo>
                <a:cubicBezTo>
                  <a:pt x="1445325" y="2908739"/>
                  <a:pt x="1448465" y="2911754"/>
                  <a:pt x="1448465" y="2915523"/>
                </a:cubicBezTo>
                <a:cubicBezTo>
                  <a:pt x="1448590" y="2919290"/>
                  <a:pt x="1445450" y="2922430"/>
                  <a:pt x="1441681" y="2922430"/>
                </a:cubicBezTo>
                <a:cubicBezTo>
                  <a:pt x="1437913" y="2922430"/>
                  <a:pt x="1434773" y="2919416"/>
                  <a:pt x="1434773" y="2915648"/>
                </a:cubicBezTo>
                <a:cubicBezTo>
                  <a:pt x="1434647" y="2911754"/>
                  <a:pt x="1437788" y="2908739"/>
                  <a:pt x="1441556" y="2908739"/>
                </a:cubicBezTo>
                <a:close/>
                <a:moveTo>
                  <a:pt x="1696805" y="2902207"/>
                </a:moveTo>
                <a:cubicBezTo>
                  <a:pt x="1699192" y="2902207"/>
                  <a:pt x="1701077" y="2904092"/>
                  <a:pt x="1701077" y="2906352"/>
                </a:cubicBezTo>
                <a:cubicBezTo>
                  <a:pt x="1701077" y="2908739"/>
                  <a:pt x="1699192" y="2910624"/>
                  <a:pt x="1696930" y="2910624"/>
                </a:cubicBezTo>
                <a:cubicBezTo>
                  <a:pt x="1694545" y="2910749"/>
                  <a:pt x="1692660" y="2908739"/>
                  <a:pt x="1692660" y="2906479"/>
                </a:cubicBezTo>
                <a:cubicBezTo>
                  <a:pt x="1692660" y="2904092"/>
                  <a:pt x="1694545" y="2902207"/>
                  <a:pt x="1696805" y="2902207"/>
                </a:cubicBezTo>
                <a:close/>
                <a:moveTo>
                  <a:pt x="1356767" y="2900575"/>
                </a:moveTo>
                <a:cubicBezTo>
                  <a:pt x="1360536" y="2900575"/>
                  <a:pt x="1363801" y="2903715"/>
                  <a:pt x="1363801" y="2907610"/>
                </a:cubicBezTo>
                <a:cubicBezTo>
                  <a:pt x="1363801" y="2911504"/>
                  <a:pt x="1360661" y="2914769"/>
                  <a:pt x="1356767" y="2914769"/>
                </a:cubicBezTo>
                <a:cubicBezTo>
                  <a:pt x="1352747" y="2914769"/>
                  <a:pt x="1349607" y="2911629"/>
                  <a:pt x="1349607" y="2907735"/>
                </a:cubicBezTo>
                <a:cubicBezTo>
                  <a:pt x="1349607" y="2903841"/>
                  <a:pt x="1352747" y="2900575"/>
                  <a:pt x="1356767" y="2900575"/>
                </a:cubicBezTo>
                <a:close/>
                <a:moveTo>
                  <a:pt x="1781094" y="2888766"/>
                </a:moveTo>
                <a:cubicBezTo>
                  <a:pt x="1783230" y="2888766"/>
                  <a:pt x="1784863" y="2890399"/>
                  <a:pt x="1784863" y="2892535"/>
                </a:cubicBezTo>
                <a:cubicBezTo>
                  <a:pt x="1784863" y="2894671"/>
                  <a:pt x="1783230" y="2896303"/>
                  <a:pt x="1781094" y="2896303"/>
                </a:cubicBezTo>
                <a:cubicBezTo>
                  <a:pt x="1778958" y="2896303"/>
                  <a:pt x="1777326" y="2894671"/>
                  <a:pt x="1777326" y="2892535"/>
                </a:cubicBezTo>
                <a:cubicBezTo>
                  <a:pt x="1777199" y="2890524"/>
                  <a:pt x="1778958" y="2888766"/>
                  <a:pt x="1781094" y="2888766"/>
                </a:cubicBezTo>
                <a:close/>
                <a:moveTo>
                  <a:pt x="1272353" y="2887510"/>
                </a:moveTo>
                <a:cubicBezTo>
                  <a:pt x="1276121" y="2887385"/>
                  <a:pt x="1279261" y="2890525"/>
                  <a:pt x="1279261" y="2894292"/>
                </a:cubicBezTo>
                <a:cubicBezTo>
                  <a:pt x="1279261" y="2898061"/>
                  <a:pt x="1276246" y="2901201"/>
                  <a:pt x="1272479" y="2901201"/>
                </a:cubicBezTo>
                <a:cubicBezTo>
                  <a:pt x="1268709" y="2901201"/>
                  <a:pt x="1265569" y="2898187"/>
                  <a:pt x="1265569" y="2894419"/>
                </a:cubicBezTo>
                <a:cubicBezTo>
                  <a:pt x="1265569" y="2890650"/>
                  <a:pt x="1268584" y="2887510"/>
                  <a:pt x="1272353" y="2887510"/>
                </a:cubicBezTo>
                <a:close/>
                <a:moveTo>
                  <a:pt x="2106435" y="2886128"/>
                </a:moveTo>
                <a:cubicBezTo>
                  <a:pt x="2107189" y="2886128"/>
                  <a:pt x="2107942" y="2886756"/>
                  <a:pt x="2107942" y="2887636"/>
                </a:cubicBezTo>
                <a:cubicBezTo>
                  <a:pt x="2107942" y="2888390"/>
                  <a:pt x="2107315" y="2889143"/>
                  <a:pt x="2106435" y="2889143"/>
                </a:cubicBezTo>
                <a:cubicBezTo>
                  <a:pt x="2105555" y="2889143"/>
                  <a:pt x="2104802" y="2888515"/>
                  <a:pt x="2104802" y="2887636"/>
                </a:cubicBezTo>
                <a:cubicBezTo>
                  <a:pt x="2104802" y="2886883"/>
                  <a:pt x="2105555" y="2886128"/>
                  <a:pt x="2106435" y="2886128"/>
                </a:cubicBezTo>
                <a:close/>
                <a:moveTo>
                  <a:pt x="2483053" y="2885373"/>
                </a:moveTo>
                <a:cubicBezTo>
                  <a:pt x="2483430" y="2885373"/>
                  <a:pt x="2483682" y="2885625"/>
                  <a:pt x="2483682" y="2886001"/>
                </a:cubicBezTo>
                <a:cubicBezTo>
                  <a:pt x="2483682" y="2886253"/>
                  <a:pt x="2483430" y="2886630"/>
                  <a:pt x="2483053" y="2886630"/>
                </a:cubicBezTo>
                <a:cubicBezTo>
                  <a:pt x="2482677" y="2886630"/>
                  <a:pt x="2482425" y="2886378"/>
                  <a:pt x="2482425" y="2886001"/>
                </a:cubicBezTo>
                <a:cubicBezTo>
                  <a:pt x="2482425" y="2885625"/>
                  <a:pt x="2482677" y="2885373"/>
                  <a:pt x="2483053" y="2885373"/>
                </a:cubicBezTo>
                <a:close/>
                <a:moveTo>
                  <a:pt x="2335429" y="2871432"/>
                </a:moveTo>
                <a:cubicBezTo>
                  <a:pt x="2335806" y="2871432"/>
                  <a:pt x="2336058" y="2871684"/>
                  <a:pt x="2336058" y="2872060"/>
                </a:cubicBezTo>
                <a:cubicBezTo>
                  <a:pt x="2336058" y="2872437"/>
                  <a:pt x="2335806" y="2872689"/>
                  <a:pt x="2335429" y="2872689"/>
                </a:cubicBezTo>
                <a:cubicBezTo>
                  <a:pt x="2335053" y="2872689"/>
                  <a:pt x="2334801" y="2872437"/>
                  <a:pt x="2334801" y="2872060"/>
                </a:cubicBezTo>
                <a:cubicBezTo>
                  <a:pt x="2334801" y="2871684"/>
                  <a:pt x="2335053" y="2871432"/>
                  <a:pt x="2335429" y="2871432"/>
                </a:cubicBezTo>
                <a:close/>
                <a:moveTo>
                  <a:pt x="1864125" y="2869549"/>
                </a:moveTo>
                <a:cubicBezTo>
                  <a:pt x="1866262" y="2869549"/>
                  <a:pt x="1867895" y="2871307"/>
                  <a:pt x="1867895" y="2873319"/>
                </a:cubicBezTo>
                <a:cubicBezTo>
                  <a:pt x="1867895" y="2875454"/>
                  <a:pt x="1866135" y="2877087"/>
                  <a:pt x="1864125" y="2877087"/>
                </a:cubicBezTo>
                <a:cubicBezTo>
                  <a:pt x="1862115" y="2877087"/>
                  <a:pt x="1860356" y="2875454"/>
                  <a:pt x="1860356" y="2873319"/>
                </a:cubicBezTo>
                <a:cubicBezTo>
                  <a:pt x="1860356" y="2871182"/>
                  <a:pt x="1861989" y="2869549"/>
                  <a:pt x="1864125" y="2869549"/>
                </a:cubicBezTo>
                <a:close/>
                <a:moveTo>
                  <a:pt x="1189323" y="2869549"/>
                </a:moveTo>
                <a:cubicBezTo>
                  <a:pt x="1192713" y="2869549"/>
                  <a:pt x="1195478" y="2872314"/>
                  <a:pt x="1195478" y="2875704"/>
                </a:cubicBezTo>
                <a:cubicBezTo>
                  <a:pt x="1195478" y="2879096"/>
                  <a:pt x="1192713" y="2881859"/>
                  <a:pt x="1189323" y="2881859"/>
                </a:cubicBezTo>
                <a:cubicBezTo>
                  <a:pt x="1185805" y="2881859"/>
                  <a:pt x="1183041" y="2879096"/>
                  <a:pt x="1183041" y="2875704"/>
                </a:cubicBezTo>
                <a:cubicBezTo>
                  <a:pt x="1183041" y="2872314"/>
                  <a:pt x="1185805" y="2869549"/>
                  <a:pt x="1189323" y="2869549"/>
                </a:cubicBezTo>
                <a:close/>
                <a:moveTo>
                  <a:pt x="2182937" y="2848067"/>
                </a:moveTo>
                <a:cubicBezTo>
                  <a:pt x="2184319" y="2847942"/>
                  <a:pt x="2185449" y="2849072"/>
                  <a:pt x="2185449" y="2850455"/>
                </a:cubicBezTo>
                <a:cubicBezTo>
                  <a:pt x="2185449" y="2851711"/>
                  <a:pt x="2184444" y="2852842"/>
                  <a:pt x="2183063" y="2852842"/>
                </a:cubicBezTo>
                <a:cubicBezTo>
                  <a:pt x="2181807" y="2852842"/>
                  <a:pt x="2180676" y="2851837"/>
                  <a:pt x="2180676" y="2850455"/>
                </a:cubicBezTo>
                <a:cubicBezTo>
                  <a:pt x="2180676" y="2849072"/>
                  <a:pt x="2181807" y="2847942"/>
                  <a:pt x="2182937" y="2848067"/>
                </a:cubicBezTo>
                <a:close/>
                <a:moveTo>
                  <a:pt x="1107422" y="2843796"/>
                </a:moveTo>
                <a:cubicBezTo>
                  <a:pt x="1111692" y="2843796"/>
                  <a:pt x="1115210" y="2847313"/>
                  <a:pt x="1115210" y="2851584"/>
                </a:cubicBezTo>
                <a:cubicBezTo>
                  <a:pt x="1115210" y="2855855"/>
                  <a:pt x="1111818" y="2859373"/>
                  <a:pt x="1107547" y="2859373"/>
                </a:cubicBezTo>
                <a:cubicBezTo>
                  <a:pt x="1103276" y="2859498"/>
                  <a:pt x="1099758" y="2855981"/>
                  <a:pt x="1099758" y="2851710"/>
                </a:cubicBezTo>
                <a:cubicBezTo>
                  <a:pt x="1099633" y="2847439"/>
                  <a:pt x="1103150" y="2844048"/>
                  <a:pt x="1107422" y="2843796"/>
                </a:cubicBezTo>
                <a:close/>
                <a:moveTo>
                  <a:pt x="1945774" y="2842288"/>
                </a:moveTo>
                <a:cubicBezTo>
                  <a:pt x="1949291" y="2842288"/>
                  <a:pt x="1952181" y="2845177"/>
                  <a:pt x="1952181" y="2848694"/>
                </a:cubicBezTo>
                <a:cubicBezTo>
                  <a:pt x="1952181" y="2852211"/>
                  <a:pt x="1949291" y="2855099"/>
                  <a:pt x="1945774" y="2855099"/>
                </a:cubicBezTo>
                <a:cubicBezTo>
                  <a:pt x="1942257" y="2855099"/>
                  <a:pt x="1939367" y="2852211"/>
                  <a:pt x="1939367" y="2848694"/>
                </a:cubicBezTo>
                <a:cubicBezTo>
                  <a:pt x="1939242" y="2845177"/>
                  <a:pt x="1942131" y="2842288"/>
                  <a:pt x="1945774" y="2842288"/>
                </a:cubicBezTo>
                <a:close/>
                <a:moveTo>
                  <a:pt x="2550112" y="2832866"/>
                </a:moveTo>
                <a:cubicBezTo>
                  <a:pt x="2550364" y="2832866"/>
                  <a:pt x="2550739" y="2833117"/>
                  <a:pt x="2550739" y="2833494"/>
                </a:cubicBezTo>
                <a:cubicBezTo>
                  <a:pt x="2550739" y="2833871"/>
                  <a:pt x="2550489" y="2834121"/>
                  <a:pt x="2550112" y="2834121"/>
                </a:cubicBezTo>
                <a:cubicBezTo>
                  <a:pt x="2549861" y="2834121"/>
                  <a:pt x="2549484" y="2833871"/>
                  <a:pt x="2549484" y="2833494"/>
                </a:cubicBezTo>
                <a:cubicBezTo>
                  <a:pt x="2549484" y="2833117"/>
                  <a:pt x="2549861" y="2832866"/>
                  <a:pt x="2550112" y="2832866"/>
                </a:cubicBezTo>
                <a:close/>
                <a:moveTo>
                  <a:pt x="2406151" y="2823573"/>
                </a:moveTo>
                <a:cubicBezTo>
                  <a:pt x="2406654" y="2823573"/>
                  <a:pt x="2407030" y="2823951"/>
                  <a:pt x="2407030" y="2824453"/>
                </a:cubicBezTo>
                <a:cubicBezTo>
                  <a:pt x="2407030" y="2824956"/>
                  <a:pt x="2406654" y="2825332"/>
                  <a:pt x="2406151" y="2825332"/>
                </a:cubicBezTo>
                <a:cubicBezTo>
                  <a:pt x="2405649" y="2825332"/>
                  <a:pt x="2405271" y="2824956"/>
                  <a:pt x="2405271" y="2824453"/>
                </a:cubicBezTo>
                <a:cubicBezTo>
                  <a:pt x="2405271" y="2823951"/>
                  <a:pt x="2405774" y="2823573"/>
                  <a:pt x="2406151" y="2823573"/>
                </a:cubicBezTo>
                <a:close/>
                <a:moveTo>
                  <a:pt x="1027151" y="2814905"/>
                </a:moveTo>
                <a:cubicBezTo>
                  <a:pt x="1031423" y="2814780"/>
                  <a:pt x="1034940" y="2818297"/>
                  <a:pt x="1034940" y="2822569"/>
                </a:cubicBezTo>
                <a:cubicBezTo>
                  <a:pt x="1034940" y="2826839"/>
                  <a:pt x="1031548" y="2830356"/>
                  <a:pt x="1027276" y="2830356"/>
                </a:cubicBezTo>
                <a:cubicBezTo>
                  <a:pt x="1023006" y="2830356"/>
                  <a:pt x="1019489" y="2826966"/>
                  <a:pt x="1019489" y="2822694"/>
                </a:cubicBezTo>
                <a:cubicBezTo>
                  <a:pt x="1019489" y="2818297"/>
                  <a:pt x="1023006" y="2814905"/>
                  <a:pt x="1027151" y="2814905"/>
                </a:cubicBezTo>
                <a:close/>
                <a:moveTo>
                  <a:pt x="1526472" y="2814026"/>
                </a:moveTo>
                <a:cubicBezTo>
                  <a:pt x="1531370" y="2813901"/>
                  <a:pt x="1535389" y="2817920"/>
                  <a:pt x="1535389" y="2822819"/>
                </a:cubicBezTo>
                <a:cubicBezTo>
                  <a:pt x="1535389" y="2827717"/>
                  <a:pt x="1531496" y="2831737"/>
                  <a:pt x="1526597" y="2831737"/>
                </a:cubicBezTo>
                <a:cubicBezTo>
                  <a:pt x="1521698" y="2831863"/>
                  <a:pt x="1517678" y="2827844"/>
                  <a:pt x="1517678" y="2822945"/>
                </a:cubicBezTo>
                <a:cubicBezTo>
                  <a:pt x="1517553" y="2818171"/>
                  <a:pt x="1521572" y="2814151"/>
                  <a:pt x="1526472" y="2814026"/>
                </a:cubicBezTo>
                <a:close/>
                <a:moveTo>
                  <a:pt x="2025790" y="2813776"/>
                </a:moveTo>
                <a:cubicBezTo>
                  <a:pt x="2028680" y="2813776"/>
                  <a:pt x="2031065" y="2816161"/>
                  <a:pt x="2031065" y="2819050"/>
                </a:cubicBezTo>
                <a:cubicBezTo>
                  <a:pt x="2031065" y="2821940"/>
                  <a:pt x="2028680" y="2824327"/>
                  <a:pt x="2025790" y="2824327"/>
                </a:cubicBezTo>
                <a:cubicBezTo>
                  <a:pt x="2022775" y="2824327"/>
                  <a:pt x="2020388" y="2821940"/>
                  <a:pt x="2020388" y="2819050"/>
                </a:cubicBezTo>
                <a:cubicBezTo>
                  <a:pt x="2020388" y="2816036"/>
                  <a:pt x="2022650" y="2813649"/>
                  <a:pt x="2025790" y="2813776"/>
                </a:cubicBezTo>
                <a:close/>
                <a:moveTo>
                  <a:pt x="1611639" y="2811640"/>
                </a:moveTo>
                <a:cubicBezTo>
                  <a:pt x="1616162" y="2811640"/>
                  <a:pt x="1619804" y="2815283"/>
                  <a:pt x="1619804" y="2819806"/>
                </a:cubicBezTo>
                <a:cubicBezTo>
                  <a:pt x="1619804" y="2824329"/>
                  <a:pt x="1616162" y="2827972"/>
                  <a:pt x="1611639" y="2827972"/>
                </a:cubicBezTo>
                <a:cubicBezTo>
                  <a:pt x="1607117" y="2827972"/>
                  <a:pt x="1603474" y="2824329"/>
                  <a:pt x="1603474" y="2819806"/>
                </a:cubicBezTo>
                <a:cubicBezTo>
                  <a:pt x="1603474" y="2815283"/>
                  <a:pt x="1607117" y="2811515"/>
                  <a:pt x="1611639" y="2811640"/>
                </a:cubicBezTo>
                <a:close/>
                <a:moveTo>
                  <a:pt x="1441179" y="2810760"/>
                </a:moveTo>
                <a:cubicBezTo>
                  <a:pt x="1446454" y="2810635"/>
                  <a:pt x="1450726" y="2814905"/>
                  <a:pt x="1450726" y="2820181"/>
                </a:cubicBezTo>
                <a:cubicBezTo>
                  <a:pt x="1450851" y="2825456"/>
                  <a:pt x="1446581" y="2829728"/>
                  <a:pt x="1441305" y="2829728"/>
                </a:cubicBezTo>
                <a:cubicBezTo>
                  <a:pt x="1436028" y="2829853"/>
                  <a:pt x="1431758" y="2825583"/>
                  <a:pt x="1431758" y="2820307"/>
                </a:cubicBezTo>
                <a:cubicBezTo>
                  <a:pt x="1431758" y="2815157"/>
                  <a:pt x="1436028" y="2810885"/>
                  <a:pt x="1441179" y="2810760"/>
                </a:cubicBezTo>
                <a:close/>
                <a:moveTo>
                  <a:pt x="2257423" y="2807494"/>
                </a:moveTo>
                <a:cubicBezTo>
                  <a:pt x="2258051" y="2807494"/>
                  <a:pt x="2258555" y="2807997"/>
                  <a:pt x="2258555" y="2808624"/>
                </a:cubicBezTo>
                <a:cubicBezTo>
                  <a:pt x="2258555" y="2809252"/>
                  <a:pt x="2258051" y="2809754"/>
                  <a:pt x="2257423" y="2809754"/>
                </a:cubicBezTo>
                <a:cubicBezTo>
                  <a:pt x="2256796" y="2809754"/>
                  <a:pt x="2256293" y="2809252"/>
                  <a:pt x="2256293" y="2808624"/>
                </a:cubicBezTo>
                <a:cubicBezTo>
                  <a:pt x="2256293" y="2807997"/>
                  <a:pt x="2256796" y="2807494"/>
                  <a:pt x="2257423" y="2807494"/>
                </a:cubicBezTo>
                <a:close/>
                <a:moveTo>
                  <a:pt x="1696430" y="2802847"/>
                </a:moveTo>
                <a:cubicBezTo>
                  <a:pt x="1700701" y="2802722"/>
                  <a:pt x="1704219" y="2806239"/>
                  <a:pt x="1704219" y="2810511"/>
                </a:cubicBezTo>
                <a:cubicBezTo>
                  <a:pt x="1704344" y="2814781"/>
                  <a:pt x="1700827" y="2818299"/>
                  <a:pt x="1696555" y="2818299"/>
                </a:cubicBezTo>
                <a:cubicBezTo>
                  <a:pt x="1692285" y="2818424"/>
                  <a:pt x="1688767" y="2814907"/>
                  <a:pt x="1688767" y="2810636"/>
                </a:cubicBezTo>
                <a:cubicBezTo>
                  <a:pt x="1688767" y="2806364"/>
                  <a:pt x="1692159" y="2802847"/>
                  <a:pt x="1696430" y="2802847"/>
                </a:cubicBezTo>
                <a:close/>
                <a:moveTo>
                  <a:pt x="1356389" y="2802092"/>
                </a:moveTo>
                <a:cubicBezTo>
                  <a:pt x="1361790" y="2802092"/>
                  <a:pt x="1366187" y="2806363"/>
                  <a:pt x="1366187" y="2811764"/>
                </a:cubicBezTo>
                <a:cubicBezTo>
                  <a:pt x="1366187" y="2817166"/>
                  <a:pt x="1361915" y="2821563"/>
                  <a:pt x="1356514" y="2821563"/>
                </a:cubicBezTo>
                <a:cubicBezTo>
                  <a:pt x="1351114" y="2821688"/>
                  <a:pt x="1346717" y="2817291"/>
                  <a:pt x="1346717" y="2811890"/>
                </a:cubicBezTo>
                <a:cubicBezTo>
                  <a:pt x="1346717" y="2806489"/>
                  <a:pt x="1350989" y="2802092"/>
                  <a:pt x="1356389" y="2802092"/>
                </a:cubicBezTo>
                <a:close/>
                <a:moveTo>
                  <a:pt x="1780465" y="2788150"/>
                </a:moveTo>
                <a:cubicBezTo>
                  <a:pt x="1784610" y="2788150"/>
                  <a:pt x="1788002" y="2791542"/>
                  <a:pt x="1788002" y="2795686"/>
                </a:cubicBezTo>
                <a:cubicBezTo>
                  <a:pt x="1788002" y="2799831"/>
                  <a:pt x="1784610" y="2803223"/>
                  <a:pt x="1780465" y="2803223"/>
                </a:cubicBezTo>
                <a:cubicBezTo>
                  <a:pt x="1776319" y="2803223"/>
                  <a:pt x="1772928" y="2799831"/>
                  <a:pt x="1772928" y="2795686"/>
                </a:cubicBezTo>
                <a:cubicBezTo>
                  <a:pt x="1772802" y="2791542"/>
                  <a:pt x="1776193" y="2788150"/>
                  <a:pt x="1780465" y="2788150"/>
                </a:cubicBezTo>
                <a:close/>
                <a:moveTo>
                  <a:pt x="1272353" y="2787649"/>
                </a:moveTo>
                <a:cubicBezTo>
                  <a:pt x="1277880" y="2787649"/>
                  <a:pt x="1282403" y="2792045"/>
                  <a:pt x="1282403" y="2797572"/>
                </a:cubicBezTo>
                <a:cubicBezTo>
                  <a:pt x="1282403" y="2802972"/>
                  <a:pt x="1278006" y="2807494"/>
                  <a:pt x="1272479" y="2807494"/>
                </a:cubicBezTo>
                <a:cubicBezTo>
                  <a:pt x="1266951" y="2807494"/>
                  <a:pt x="1262429" y="2803099"/>
                  <a:pt x="1262429" y="2797572"/>
                </a:cubicBezTo>
                <a:cubicBezTo>
                  <a:pt x="1262429" y="2792045"/>
                  <a:pt x="1266826" y="2787524"/>
                  <a:pt x="1272353" y="2787649"/>
                </a:cubicBezTo>
                <a:close/>
                <a:moveTo>
                  <a:pt x="949144" y="2782874"/>
                </a:moveTo>
                <a:cubicBezTo>
                  <a:pt x="952159" y="2782874"/>
                  <a:pt x="954671" y="2785387"/>
                  <a:pt x="954671" y="2788401"/>
                </a:cubicBezTo>
                <a:cubicBezTo>
                  <a:pt x="954671" y="2791416"/>
                  <a:pt x="952159" y="2793928"/>
                  <a:pt x="949144" y="2793928"/>
                </a:cubicBezTo>
                <a:cubicBezTo>
                  <a:pt x="946130" y="2793928"/>
                  <a:pt x="943618" y="2791416"/>
                  <a:pt x="943618" y="2788401"/>
                </a:cubicBezTo>
                <a:cubicBezTo>
                  <a:pt x="943618" y="2785261"/>
                  <a:pt x="946130" y="2782874"/>
                  <a:pt x="949144" y="2782874"/>
                </a:cubicBezTo>
                <a:close/>
                <a:moveTo>
                  <a:pt x="2103549" y="2780361"/>
                </a:moveTo>
                <a:cubicBezTo>
                  <a:pt x="2105685" y="2780361"/>
                  <a:pt x="2107318" y="2782119"/>
                  <a:pt x="2107318" y="2784130"/>
                </a:cubicBezTo>
                <a:cubicBezTo>
                  <a:pt x="2107318" y="2786266"/>
                  <a:pt x="2105558" y="2787898"/>
                  <a:pt x="2103549" y="2787898"/>
                </a:cubicBezTo>
                <a:cubicBezTo>
                  <a:pt x="2101538" y="2787898"/>
                  <a:pt x="2099779" y="2786266"/>
                  <a:pt x="2099779" y="2784130"/>
                </a:cubicBezTo>
                <a:cubicBezTo>
                  <a:pt x="2099779" y="2782119"/>
                  <a:pt x="2101412" y="2780361"/>
                  <a:pt x="2103549" y="2780361"/>
                </a:cubicBezTo>
                <a:close/>
                <a:moveTo>
                  <a:pt x="2474108" y="2772322"/>
                </a:moveTo>
                <a:cubicBezTo>
                  <a:pt x="2474485" y="2772322"/>
                  <a:pt x="2474735" y="2772574"/>
                  <a:pt x="2474735" y="2772950"/>
                </a:cubicBezTo>
                <a:cubicBezTo>
                  <a:pt x="2474735" y="2773327"/>
                  <a:pt x="2474485" y="2773579"/>
                  <a:pt x="2474108" y="2773579"/>
                </a:cubicBezTo>
                <a:cubicBezTo>
                  <a:pt x="2473731" y="2773579"/>
                  <a:pt x="2473480" y="2773327"/>
                  <a:pt x="2473480" y="2772950"/>
                </a:cubicBezTo>
                <a:cubicBezTo>
                  <a:pt x="2473480" y="2772574"/>
                  <a:pt x="2473731" y="2772322"/>
                  <a:pt x="2474108" y="2772322"/>
                </a:cubicBezTo>
                <a:close/>
                <a:moveTo>
                  <a:pt x="1189447" y="2768428"/>
                </a:moveTo>
                <a:cubicBezTo>
                  <a:pt x="1194471" y="2768428"/>
                  <a:pt x="1198616" y="2772448"/>
                  <a:pt x="1198616" y="2777472"/>
                </a:cubicBezTo>
                <a:cubicBezTo>
                  <a:pt x="1198616" y="2782371"/>
                  <a:pt x="1194597" y="2786516"/>
                  <a:pt x="1189572" y="2786516"/>
                </a:cubicBezTo>
                <a:cubicBezTo>
                  <a:pt x="1184548" y="2786516"/>
                  <a:pt x="1180403" y="2782497"/>
                  <a:pt x="1180403" y="2777472"/>
                </a:cubicBezTo>
                <a:cubicBezTo>
                  <a:pt x="1180403" y="2772448"/>
                  <a:pt x="1184548" y="2768303"/>
                  <a:pt x="1189447" y="2768428"/>
                </a:cubicBezTo>
                <a:close/>
                <a:moveTo>
                  <a:pt x="1863121" y="2767422"/>
                </a:moveTo>
                <a:cubicBezTo>
                  <a:pt x="1867266" y="2767422"/>
                  <a:pt x="1870658" y="2770814"/>
                  <a:pt x="1870658" y="2774958"/>
                </a:cubicBezTo>
                <a:cubicBezTo>
                  <a:pt x="1870658" y="2779103"/>
                  <a:pt x="1867266" y="2782495"/>
                  <a:pt x="1863121" y="2782495"/>
                </a:cubicBezTo>
                <a:cubicBezTo>
                  <a:pt x="1858976" y="2782495"/>
                  <a:pt x="1855584" y="2779103"/>
                  <a:pt x="1855584" y="2774958"/>
                </a:cubicBezTo>
                <a:cubicBezTo>
                  <a:pt x="1855584" y="2770814"/>
                  <a:pt x="1858976" y="2767422"/>
                  <a:pt x="1863121" y="2767422"/>
                </a:cubicBezTo>
                <a:close/>
                <a:moveTo>
                  <a:pt x="2329151" y="2761393"/>
                </a:moveTo>
                <a:cubicBezTo>
                  <a:pt x="2329779" y="2761393"/>
                  <a:pt x="2330281" y="2761896"/>
                  <a:pt x="2330281" y="2762523"/>
                </a:cubicBezTo>
                <a:cubicBezTo>
                  <a:pt x="2330281" y="2763151"/>
                  <a:pt x="2329779" y="2763653"/>
                  <a:pt x="2329151" y="2763653"/>
                </a:cubicBezTo>
                <a:cubicBezTo>
                  <a:pt x="2328524" y="2763653"/>
                  <a:pt x="2328021" y="2763151"/>
                  <a:pt x="2328021" y="2762523"/>
                </a:cubicBezTo>
                <a:cubicBezTo>
                  <a:pt x="2328021" y="2761896"/>
                  <a:pt x="2328524" y="2761393"/>
                  <a:pt x="2329151" y="2761393"/>
                </a:cubicBezTo>
                <a:close/>
                <a:moveTo>
                  <a:pt x="873401" y="2744309"/>
                </a:moveTo>
                <a:cubicBezTo>
                  <a:pt x="876164" y="2744309"/>
                  <a:pt x="878299" y="2746570"/>
                  <a:pt x="878299" y="2749208"/>
                </a:cubicBezTo>
                <a:cubicBezTo>
                  <a:pt x="878299" y="2751846"/>
                  <a:pt x="876038" y="2754106"/>
                  <a:pt x="873401" y="2754106"/>
                </a:cubicBezTo>
                <a:cubicBezTo>
                  <a:pt x="870763" y="2754106"/>
                  <a:pt x="868502" y="2751846"/>
                  <a:pt x="868502" y="2749208"/>
                </a:cubicBezTo>
                <a:cubicBezTo>
                  <a:pt x="868627" y="2746444"/>
                  <a:pt x="870763" y="2744309"/>
                  <a:pt x="873401" y="2744309"/>
                </a:cubicBezTo>
                <a:close/>
                <a:moveTo>
                  <a:pt x="1108300" y="2742802"/>
                </a:moveTo>
                <a:cubicBezTo>
                  <a:pt x="1113073" y="2742802"/>
                  <a:pt x="1116967" y="2746697"/>
                  <a:pt x="1116967" y="2751469"/>
                </a:cubicBezTo>
                <a:cubicBezTo>
                  <a:pt x="1116967" y="2756244"/>
                  <a:pt x="1113073" y="2760137"/>
                  <a:pt x="1108300" y="2760137"/>
                </a:cubicBezTo>
                <a:cubicBezTo>
                  <a:pt x="1103526" y="2760263"/>
                  <a:pt x="1099631" y="2756369"/>
                  <a:pt x="1099631" y="2751595"/>
                </a:cubicBezTo>
                <a:cubicBezTo>
                  <a:pt x="1099506" y="2746822"/>
                  <a:pt x="1103401" y="2743053"/>
                  <a:pt x="1108300" y="2742802"/>
                </a:cubicBezTo>
                <a:close/>
                <a:moveTo>
                  <a:pt x="2178915" y="2738908"/>
                </a:moveTo>
                <a:cubicBezTo>
                  <a:pt x="2181929" y="2738908"/>
                  <a:pt x="2184442" y="2741421"/>
                  <a:pt x="2184442" y="2744435"/>
                </a:cubicBezTo>
                <a:cubicBezTo>
                  <a:pt x="2184442" y="2747450"/>
                  <a:pt x="2181929" y="2749962"/>
                  <a:pt x="2178915" y="2749962"/>
                </a:cubicBezTo>
                <a:cubicBezTo>
                  <a:pt x="2175900" y="2749962"/>
                  <a:pt x="2173388" y="2747575"/>
                  <a:pt x="2173388" y="2744435"/>
                </a:cubicBezTo>
                <a:cubicBezTo>
                  <a:pt x="2173388" y="2741421"/>
                  <a:pt x="2175900" y="2738908"/>
                  <a:pt x="2178915" y="2738908"/>
                </a:cubicBezTo>
                <a:close/>
                <a:moveTo>
                  <a:pt x="1944140" y="2738029"/>
                </a:moveTo>
                <a:cubicBezTo>
                  <a:pt x="1949918" y="2738029"/>
                  <a:pt x="1954566" y="2742677"/>
                  <a:pt x="1954566" y="2748456"/>
                </a:cubicBezTo>
                <a:cubicBezTo>
                  <a:pt x="1954692" y="2754233"/>
                  <a:pt x="1950043" y="2758882"/>
                  <a:pt x="1944266" y="2758882"/>
                </a:cubicBezTo>
                <a:cubicBezTo>
                  <a:pt x="1938487" y="2759007"/>
                  <a:pt x="1933839" y="2754360"/>
                  <a:pt x="1933839" y="2748581"/>
                </a:cubicBezTo>
                <a:cubicBezTo>
                  <a:pt x="1933839" y="2742929"/>
                  <a:pt x="1938361" y="2738155"/>
                  <a:pt x="1944140" y="2738029"/>
                </a:cubicBezTo>
                <a:close/>
                <a:moveTo>
                  <a:pt x="2539052" y="2717051"/>
                </a:moveTo>
                <a:cubicBezTo>
                  <a:pt x="2539429" y="2717051"/>
                  <a:pt x="2539679" y="2717303"/>
                  <a:pt x="2539679" y="2717679"/>
                </a:cubicBezTo>
                <a:cubicBezTo>
                  <a:pt x="2539679" y="2718056"/>
                  <a:pt x="2539429" y="2718306"/>
                  <a:pt x="2539052" y="2718306"/>
                </a:cubicBezTo>
                <a:cubicBezTo>
                  <a:pt x="2538676" y="2718306"/>
                  <a:pt x="2538424" y="2718056"/>
                  <a:pt x="2538424" y="2717679"/>
                </a:cubicBezTo>
                <a:cubicBezTo>
                  <a:pt x="2538424" y="2717303"/>
                  <a:pt x="2538676" y="2717051"/>
                  <a:pt x="2539052" y="2717051"/>
                </a:cubicBezTo>
                <a:close/>
                <a:moveTo>
                  <a:pt x="1526096" y="2716423"/>
                </a:moveTo>
                <a:cubicBezTo>
                  <a:pt x="1532501" y="2716423"/>
                  <a:pt x="1537653" y="2721448"/>
                  <a:pt x="1537653" y="2727855"/>
                </a:cubicBezTo>
                <a:cubicBezTo>
                  <a:pt x="1537653" y="2734260"/>
                  <a:pt x="1532628" y="2739412"/>
                  <a:pt x="1526221" y="2739412"/>
                </a:cubicBezTo>
                <a:cubicBezTo>
                  <a:pt x="1519814" y="2739412"/>
                  <a:pt x="1514664" y="2734387"/>
                  <a:pt x="1514664" y="2727980"/>
                </a:cubicBezTo>
                <a:cubicBezTo>
                  <a:pt x="1514664" y="2721699"/>
                  <a:pt x="1519689" y="2716423"/>
                  <a:pt x="1526096" y="2716423"/>
                </a:cubicBezTo>
                <a:close/>
                <a:moveTo>
                  <a:pt x="1440929" y="2713284"/>
                </a:moveTo>
                <a:cubicBezTo>
                  <a:pt x="1447461" y="2713284"/>
                  <a:pt x="1452738" y="2718434"/>
                  <a:pt x="1452738" y="2724967"/>
                </a:cubicBezTo>
                <a:cubicBezTo>
                  <a:pt x="1452738" y="2731499"/>
                  <a:pt x="1447461" y="2736776"/>
                  <a:pt x="1441056" y="2736776"/>
                </a:cubicBezTo>
                <a:cubicBezTo>
                  <a:pt x="1434522" y="2736776"/>
                  <a:pt x="1429247" y="2731625"/>
                  <a:pt x="1429247" y="2725093"/>
                </a:cubicBezTo>
                <a:cubicBezTo>
                  <a:pt x="1429247" y="2718686"/>
                  <a:pt x="1434397" y="2713410"/>
                  <a:pt x="1440929" y="2713284"/>
                </a:cubicBezTo>
                <a:close/>
                <a:moveTo>
                  <a:pt x="1611261" y="2713284"/>
                </a:moveTo>
                <a:cubicBezTo>
                  <a:pt x="1617416" y="2713159"/>
                  <a:pt x="1622566" y="2718182"/>
                  <a:pt x="1622566" y="2724463"/>
                </a:cubicBezTo>
                <a:cubicBezTo>
                  <a:pt x="1622692" y="2730618"/>
                  <a:pt x="1617668" y="2735768"/>
                  <a:pt x="1611386" y="2735768"/>
                </a:cubicBezTo>
                <a:cubicBezTo>
                  <a:pt x="1605106" y="2735768"/>
                  <a:pt x="1600082" y="2730744"/>
                  <a:pt x="1600082" y="2724463"/>
                </a:cubicBezTo>
                <a:cubicBezTo>
                  <a:pt x="1599957" y="2718309"/>
                  <a:pt x="1605106" y="2713159"/>
                  <a:pt x="1611261" y="2713284"/>
                </a:cubicBezTo>
                <a:close/>
                <a:moveTo>
                  <a:pt x="1028784" y="2711651"/>
                </a:moveTo>
                <a:cubicBezTo>
                  <a:pt x="1033557" y="2711526"/>
                  <a:pt x="1037451" y="2715420"/>
                  <a:pt x="1037451" y="2720193"/>
                </a:cubicBezTo>
                <a:cubicBezTo>
                  <a:pt x="1037576" y="2724967"/>
                  <a:pt x="1033683" y="2728861"/>
                  <a:pt x="1028910" y="2728861"/>
                </a:cubicBezTo>
                <a:cubicBezTo>
                  <a:pt x="1024137" y="2728986"/>
                  <a:pt x="1020243" y="2725092"/>
                  <a:pt x="1020243" y="2720319"/>
                </a:cubicBezTo>
                <a:cubicBezTo>
                  <a:pt x="1020243" y="2715545"/>
                  <a:pt x="1024137" y="2711651"/>
                  <a:pt x="1028784" y="2711651"/>
                </a:cubicBezTo>
                <a:close/>
                <a:moveTo>
                  <a:pt x="2397988" y="2710268"/>
                </a:moveTo>
                <a:cubicBezTo>
                  <a:pt x="2398993" y="2710268"/>
                  <a:pt x="2399746" y="2711023"/>
                  <a:pt x="2399746" y="2712026"/>
                </a:cubicBezTo>
                <a:cubicBezTo>
                  <a:pt x="2399746" y="2713033"/>
                  <a:pt x="2398993" y="2713786"/>
                  <a:pt x="2397988" y="2713786"/>
                </a:cubicBezTo>
                <a:cubicBezTo>
                  <a:pt x="2396983" y="2713786"/>
                  <a:pt x="2396229" y="2713033"/>
                  <a:pt x="2396229" y="2712026"/>
                </a:cubicBezTo>
                <a:cubicBezTo>
                  <a:pt x="2396104" y="2711148"/>
                  <a:pt x="2396983" y="2710268"/>
                  <a:pt x="2397988" y="2710268"/>
                </a:cubicBezTo>
                <a:close/>
                <a:moveTo>
                  <a:pt x="2023280" y="2707378"/>
                </a:moveTo>
                <a:cubicBezTo>
                  <a:pt x="2028430" y="2707378"/>
                  <a:pt x="2032575" y="2711523"/>
                  <a:pt x="2032575" y="2716675"/>
                </a:cubicBezTo>
                <a:cubicBezTo>
                  <a:pt x="2032575" y="2721825"/>
                  <a:pt x="2028430" y="2725970"/>
                  <a:pt x="2023280" y="2725970"/>
                </a:cubicBezTo>
                <a:cubicBezTo>
                  <a:pt x="2018128" y="2725970"/>
                  <a:pt x="2013983" y="2721825"/>
                  <a:pt x="2013983" y="2716675"/>
                </a:cubicBezTo>
                <a:cubicBezTo>
                  <a:pt x="2013983" y="2711649"/>
                  <a:pt x="2018128" y="2707378"/>
                  <a:pt x="2023280" y="2707378"/>
                </a:cubicBezTo>
                <a:close/>
                <a:moveTo>
                  <a:pt x="1356140" y="2703863"/>
                </a:moveTo>
                <a:cubicBezTo>
                  <a:pt x="1362797" y="2703863"/>
                  <a:pt x="1368199" y="2709265"/>
                  <a:pt x="1368199" y="2715797"/>
                </a:cubicBezTo>
                <a:cubicBezTo>
                  <a:pt x="1368199" y="2722454"/>
                  <a:pt x="1362797" y="2727856"/>
                  <a:pt x="1356265" y="2727856"/>
                </a:cubicBezTo>
                <a:cubicBezTo>
                  <a:pt x="1349608" y="2727856"/>
                  <a:pt x="1344206" y="2722579"/>
                  <a:pt x="1344206" y="2715922"/>
                </a:cubicBezTo>
                <a:cubicBezTo>
                  <a:pt x="1344206" y="2709265"/>
                  <a:pt x="1349481" y="2703863"/>
                  <a:pt x="1356140" y="2703863"/>
                </a:cubicBezTo>
                <a:close/>
                <a:moveTo>
                  <a:pt x="1695926" y="2703360"/>
                </a:moveTo>
                <a:cubicBezTo>
                  <a:pt x="1702207" y="2703360"/>
                  <a:pt x="1707232" y="2708385"/>
                  <a:pt x="1707232" y="2714664"/>
                </a:cubicBezTo>
                <a:cubicBezTo>
                  <a:pt x="1707357" y="2720945"/>
                  <a:pt x="1702207" y="2725970"/>
                  <a:pt x="1696052" y="2725970"/>
                </a:cubicBezTo>
                <a:cubicBezTo>
                  <a:pt x="1689896" y="2725970"/>
                  <a:pt x="1684746" y="2720945"/>
                  <a:pt x="1684746" y="2714664"/>
                </a:cubicBezTo>
                <a:cubicBezTo>
                  <a:pt x="1684746" y="2708385"/>
                  <a:pt x="1689771" y="2703360"/>
                  <a:pt x="1695926" y="2703360"/>
                </a:cubicBezTo>
                <a:close/>
                <a:moveTo>
                  <a:pt x="800417" y="2701727"/>
                </a:moveTo>
                <a:cubicBezTo>
                  <a:pt x="802301" y="2701727"/>
                  <a:pt x="803934" y="2703235"/>
                  <a:pt x="803934" y="2705244"/>
                </a:cubicBezTo>
                <a:cubicBezTo>
                  <a:pt x="803934" y="2707129"/>
                  <a:pt x="802426" y="2708762"/>
                  <a:pt x="800417" y="2708762"/>
                </a:cubicBezTo>
                <a:cubicBezTo>
                  <a:pt x="798532" y="2708762"/>
                  <a:pt x="796899" y="2707254"/>
                  <a:pt x="796899" y="2705244"/>
                </a:cubicBezTo>
                <a:cubicBezTo>
                  <a:pt x="796774" y="2703360"/>
                  <a:pt x="798407" y="2701727"/>
                  <a:pt x="800417" y="2701727"/>
                </a:cubicBezTo>
                <a:close/>
                <a:moveTo>
                  <a:pt x="2251646" y="2696451"/>
                </a:moveTo>
                <a:cubicBezTo>
                  <a:pt x="2253531" y="2696451"/>
                  <a:pt x="2255164" y="2697959"/>
                  <a:pt x="2255164" y="2699968"/>
                </a:cubicBezTo>
                <a:cubicBezTo>
                  <a:pt x="2255164" y="2701853"/>
                  <a:pt x="2253656" y="2703486"/>
                  <a:pt x="2251646" y="2703486"/>
                </a:cubicBezTo>
                <a:cubicBezTo>
                  <a:pt x="2249762" y="2703486"/>
                  <a:pt x="2248129" y="2701978"/>
                  <a:pt x="2248129" y="2699968"/>
                </a:cubicBezTo>
                <a:cubicBezTo>
                  <a:pt x="2248129" y="2698084"/>
                  <a:pt x="2249762" y="2696451"/>
                  <a:pt x="2251646" y="2696451"/>
                </a:cubicBezTo>
                <a:close/>
                <a:moveTo>
                  <a:pt x="1272226" y="2688537"/>
                </a:moveTo>
                <a:cubicBezTo>
                  <a:pt x="1278758" y="2688537"/>
                  <a:pt x="1284035" y="2693813"/>
                  <a:pt x="1284035" y="2700220"/>
                </a:cubicBezTo>
                <a:cubicBezTo>
                  <a:pt x="1284035" y="2706752"/>
                  <a:pt x="1278758" y="2712029"/>
                  <a:pt x="1272353" y="2712029"/>
                </a:cubicBezTo>
                <a:cubicBezTo>
                  <a:pt x="1265819" y="2712029"/>
                  <a:pt x="1260544" y="2706878"/>
                  <a:pt x="1260544" y="2700346"/>
                </a:cubicBezTo>
                <a:cubicBezTo>
                  <a:pt x="1260544" y="2693813"/>
                  <a:pt x="1265819" y="2688663"/>
                  <a:pt x="1272226" y="2688537"/>
                </a:cubicBezTo>
                <a:close/>
                <a:moveTo>
                  <a:pt x="1779588" y="2687406"/>
                </a:moveTo>
                <a:cubicBezTo>
                  <a:pt x="1785743" y="2687406"/>
                  <a:pt x="1790768" y="2692306"/>
                  <a:pt x="1790768" y="2698460"/>
                </a:cubicBezTo>
                <a:cubicBezTo>
                  <a:pt x="1790768" y="2704490"/>
                  <a:pt x="1785743" y="2709515"/>
                  <a:pt x="1779713" y="2709515"/>
                </a:cubicBezTo>
                <a:cubicBezTo>
                  <a:pt x="1773683" y="2709515"/>
                  <a:pt x="1768658" y="2704615"/>
                  <a:pt x="1768658" y="2698460"/>
                </a:cubicBezTo>
                <a:cubicBezTo>
                  <a:pt x="1768658" y="2692431"/>
                  <a:pt x="1773558" y="2687406"/>
                  <a:pt x="1779588" y="2687406"/>
                </a:cubicBezTo>
                <a:close/>
                <a:moveTo>
                  <a:pt x="951909" y="2676729"/>
                </a:moveTo>
                <a:cubicBezTo>
                  <a:pt x="955802" y="2676604"/>
                  <a:pt x="958817" y="2679744"/>
                  <a:pt x="958817" y="2683512"/>
                </a:cubicBezTo>
                <a:cubicBezTo>
                  <a:pt x="958817" y="2687281"/>
                  <a:pt x="955802" y="2690421"/>
                  <a:pt x="952034" y="2690421"/>
                </a:cubicBezTo>
                <a:cubicBezTo>
                  <a:pt x="948265" y="2690421"/>
                  <a:pt x="945125" y="2687406"/>
                  <a:pt x="945125" y="2683638"/>
                </a:cubicBezTo>
                <a:cubicBezTo>
                  <a:pt x="945125" y="2679869"/>
                  <a:pt x="948140" y="2676729"/>
                  <a:pt x="951909" y="2676729"/>
                </a:cubicBezTo>
                <a:close/>
                <a:moveTo>
                  <a:pt x="2100027" y="2671828"/>
                </a:moveTo>
                <a:cubicBezTo>
                  <a:pt x="2104298" y="2671703"/>
                  <a:pt x="2107815" y="2675220"/>
                  <a:pt x="2107815" y="2679492"/>
                </a:cubicBezTo>
                <a:cubicBezTo>
                  <a:pt x="2107815" y="2683762"/>
                  <a:pt x="2104298" y="2687279"/>
                  <a:pt x="2100027" y="2687279"/>
                </a:cubicBezTo>
                <a:cubicBezTo>
                  <a:pt x="2095757" y="2687279"/>
                  <a:pt x="2092240" y="2683762"/>
                  <a:pt x="2092240" y="2679492"/>
                </a:cubicBezTo>
                <a:cubicBezTo>
                  <a:pt x="2092240" y="2675220"/>
                  <a:pt x="2095632" y="2671703"/>
                  <a:pt x="2100027" y="2671828"/>
                </a:cubicBezTo>
                <a:close/>
                <a:moveTo>
                  <a:pt x="1189824" y="2668313"/>
                </a:moveTo>
                <a:cubicBezTo>
                  <a:pt x="1195602" y="2668188"/>
                  <a:pt x="1200251" y="2672835"/>
                  <a:pt x="1200251" y="2678612"/>
                </a:cubicBezTo>
                <a:cubicBezTo>
                  <a:pt x="1200251" y="2684266"/>
                  <a:pt x="1195602" y="2689038"/>
                  <a:pt x="1189824" y="2689038"/>
                </a:cubicBezTo>
                <a:cubicBezTo>
                  <a:pt x="1184171" y="2689038"/>
                  <a:pt x="1179398" y="2684391"/>
                  <a:pt x="1179398" y="2678612"/>
                </a:cubicBezTo>
                <a:cubicBezTo>
                  <a:pt x="1179398" y="2672835"/>
                  <a:pt x="1184046" y="2668188"/>
                  <a:pt x="1189824" y="2668313"/>
                </a:cubicBezTo>
                <a:close/>
                <a:moveTo>
                  <a:pt x="1861864" y="2665047"/>
                </a:moveTo>
                <a:cubicBezTo>
                  <a:pt x="1868019" y="2665047"/>
                  <a:pt x="1873044" y="2669947"/>
                  <a:pt x="1873044" y="2676101"/>
                </a:cubicBezTo>
                <a:cubicBezTo>
                  <a:pt x="1873044" y="2682131"/>
                  <a:pt x="1868144" y="2687156"/>
                  <a:pt x="1861989" y="2687156"/>
                </a:cubicBezTo>
                <a:cubicBezTo>
                  <a:pt x="1855959" y="2687156"/>
                  <a:pt x="1850934" y="2682256"/>
                  <a:pt x="1850934" y="2676101"/>
                </a:cubicBezTo>
                <a:cubicBezTo>
                  <a:pt x="1850934" y="2670072"/>
                  <a:pt x="1855834" y="2665047"/>
                  <a:pt x="1861864" y="2665047"/>
                </a:cubicBezTo>
                <a:close/>
                <a:moveTo>
                  <a:pt x="588127" y="2662031"/>
                </a:moveTo>
                <a:cubicBezTo>
                  <a:pt x="589383" y="2662031"/>
                  <a:pt x="590513" y="2663036"/>
                  <a:pt x="590513" y="2664418"/>
                </a:cubicBezTo>
                <a:cubicBezTo>
                  <a:pt x="590639" y="2665800"/>
                  <a:pt x="589508" y="2666931"/>
                  <a:pt x="588127" y="2666931"/>
                </a:cubicBezTo>
                <a:cubicBezTo>
                  <a:pt x="586871" y="2666931"/>
                  <a:pt x="585741" y="2665800"/>
                  <a:pt x="585741" y="2664544"/>
                </a:cubicBezTo>
                <a:cubicBezTo>
                  <a:pt x="585741" y="2663161"/>
                  <a:pt x="586871" y="2662031"/>
                  <a:pt x="588127" y="2662031"/>
                </a:cubicBezTo>
                <a:close/>
                <a:moveTo>
                  <a:pt x="2600854" y="2657761"/>
                </a:moveTo>
                <a:cubicBezTo>
                  <a:pt x="2601482" y="2657761"/>
                  <a:pt x="2601984" y="2658264"/>
                  <a:pt x="2601984" y="2658891"/>
                </a:cubicBezTo>
                <a:cubicBezTo>
                  <a:pt x="2601984" y="2659519"/>
                  <a:pt x="2601482" y="2660021"/>
                  <a:pt x="2600854" y="2660021"/>
                </a:cubicBezTo>
                <a:cubicBezTo>
                  <a:pt x="2600227" y="2660021"/>
                  <a:pt x="2599724" y="2659519"/>
                  <a:pt x="2599724" y="2658891"/>
                </a:cubicBezTo>
                <a:cubicBezTo>
                  <a:pt x="2599724" y="2658264"/>
                  <a:pt x="2600227" y="2657761"/>
                  <a:pt x="2600854" y="2657761"/>
                </a:cubicBezTo>
                <a:close/>
                <a:moveTo>
                  <a:pt x="2463685" y="2655374"/>
                </a:moveTo>
                <a:cubicBezTo>
                  <a:pt x="2464940" y="2655374"/>
                  <a:pt x="2465945" y="2656379"/>
                  <a:pt x="2465945" y="2657636"/>
                </a:cubicBezTo>
                <a:cubicBezTo>
                  <a:pt x="2465945" y="2658891"/>
                  <a:pt x="2464940" y="2659896"/>
                  <a:pt x="2463685" y="2659896"/>
                </a:cubicBezTo>
                <a:cubicBezTo>
                  <a:pt x="2462428" y="2659896"/>
                  <a:pt x="2461423" y="2658891"/>
                  <a:pt x="2461423" y="2657636"/>
                </a:cubicBezTo>
                <a:cubicBezTo>
                  <a:pt x="2461423" y="2656504"/>
                  <a:pt x="2462428" y="2655500"/>
                  <a:pt x="2463685" y="2655374"/>
                </a:cubicBezTo>
                <a:close/>
                <a:moveTo>
                  <a:pt x="730198" y="2652360"/>
                </a:moveTo>
                <a:cubicBezTo>
                  <a:pt x="732585" y="2652360"/>
                  <a:pt x="734595" y="2654369"/>
                  <a:pt x="734595" y="2656757"/>
                </a:cubicBezTo>
                <a:cubicBezTo>
                  <a:pt x="734595" y="2659144"/>
                  <a:pt x="732711" y="2661154"/>
                  <a:pt x="730198" y="2661154"/>
                </a:cubicBezTo>
                <a:cubicBezTo>
                  <a:pt x="727812" y="2661154"/>
                  <a:pt x="725802" y="2659144"/>
                  <a:pt x="725802" y="2656757"/>
                </a:cubicBezTo>
                <a:cubicBezTo>
                  <a:pt x="725802" y="2654244"/>
                  <a:pt x="727812" y="2652234"/>
                  <a:pt x="730198" y="2652360"/>
                </a:cubicBezTo>
                <a:close/>
                <a:moveTo>
                  <a:pt x="2321490" y="2643819"/>
                </a:moveTo>
                <a:cubicBezTo>
                  <a:pt x="2325384" y="2643819"/>
                  <a:pt x="2328526" y="2646959"/>
                  <a:pt x="2328526" y="2650854"/>
                </a:cubicBezTo>
                <a:cubicBezTo>
                  <a:pt x="2328526" y="2654748"/>
                  <a:pt x="2325384" y="2658013"/>
                  <a:pt x="2321490" y="2658013"/>
                </a:cubicBezTo>
                <a:cubicBezTo>
                  <a:pt x="2317596" y="2658013"/>
                  <a:pt x="2314455" y="2654873"/>
                  <a:pt x="2314455" y="2650979"/>
                </a:cubicBezTo>
                <a:cubicBezTo>
                  <a:pt x="2314329" y="2647085"/>
                  <a:pt x="2317596" y="2643945"/>
                  <a:pt x="2321490" y="2643819"/>
                </a:cubicBezTo>
                <a:close/>
                <a:moveTo>
                  <a:pt x="1109179" y="2639421"/>
                </a:moveTo>
                <a:cubicBezTo>
                  <a:pt x="1115334" y="2639421"/>
                  <a:pt x="1120485" y="2644446"/>
                  <a:pt x="1120485" y="2650727"/>
                </a:cubicBezTo>
                <a:cubicBezTo>
                  <a:pt x="1120611" y="2656882"/>
                  <a:pt x="1115586" y="2662032"/>
                  <a:pt x="1109305" y="2662032"/>
                </a:cubicBezTo>
                <a:cubicBezTo>
                  <a:pt x="1103024" y="2662032"/>
                  <a:pt x="1098000" y="2657008"/>
                  <a:pt x="1098000" y="2650727"/>
                </a:cubicBezTo>
                <a:cubicBezTo>
                  <a:pt x="1098000" y="2644446"/>
                  <a:pt x="1103024" y="2639421"/>
                  <a:pt x="1109179" y="2639421"/>
                </a:cubicBezTo>
                <a:close/>
                <a:moveTo>
                  <a:pt x="877671" y="2635654"/>
                </a:moveTo>
                <a:cubicBezTo>
                  <a:pt x="881061" y="2635654"/>
                  <a:pt x="883700" y="2638292"/>
                  <a:pt x="883700" y="2641558"/>
                </a:cubicBezTo>
                <a:cubicBezTo>
                  <a:pt x="883700" y="2644948"/>
                  <a:pt x="881061" y="2647587"/>
                  <a:pt x="877796" y="2647587"/>
                </a:cubicBezTo>
                <a:cubicBezTo>
                  <a:pt x="874404" y="2647712"/>
                  <a:pt x="871767" y="2644948"/>
                  <a:pt x="871767" y="2641683"/>
                </a:cubicBezTo>
                <a:cubicBezTo>
                  <a:pt x="871767" y="2638292"/>
                  <a:pt x="874404" y="2635654"/>
                  <a:pt x="877671" y="2635654"/>
                </a:cubicBezTo>
                <a:close/>
                <a:moveTo>
                  <a:pt x="1942382" y="2634144"/>
                </a:moveTo>
                <a:cubicBezTo>
                  <a:pt x="1949919" y="2634144"/>
                  <a:pt x="1955949" y="2640173"/>
                  <a:pt x="1955949" y="2647585"/>
                </a:cubicBezTo>
                <a:cubicBezTo>
                  <a:pt x="1955949" y="2654996"/>
                  <a:pt x="1949919" y="2661151"/>
                  <a:pt x="1942508" y="2661151"/>
                </a:cubicBezTo>
                <a:cubicBezTo>
                  <a:pt x="1934971" y="2661151"/>
                  <a:pt x="1928941" y="2655121"/>
                  <a:pt x="1928941" y="2647710"/>
                </a:cubicBezTo>
                <a:cubicBezTo>
                  <a:pt x="1928941" y="2640173"/>
                  <a:pt x="1934845" y="2634144"/>
                  <a:pt x="1942382" y="2634144"/>
                </a:cubicBezTo>
                <a:close/>
                <a:moveTo>
                  <a:pt x="2173891" y="2627235"/>
                </a:moveTo>
                <a:cubicBezTo>
                  <a:pt x="2179292" y="2627235"/>
                  <a:pt x="2183689" y="2631507"/>
                  <a:pt x="2183689" y="2636907"/>
                </a:cubicBezTo>
                <a:cubicBezTo>
                  <a:pt x="2183689" y="2642308"/>
                  <a:pt x="2179417" y="2646705"/>
                  <a:pt x="2174017" y="2646705"/>
                </a:cubicBezTo>
                <a:cubicBezTo>
                  <a:pt x="2168616" y="2646705"/>
                  <a:pt x="2164219" y="2642433"/>
                  <a:pt x="2164219" y="2637032"/>
                </a:cubicBezTo>
                <a:cubicBezTo>
                  <a:pt x="2164219" y="2631632"/>
                  <a:pt x="2168491" y="2627235"/>
                  <a:pt x="2173891" y="2627235"/>
                </a:cubicBezTo>
                <a:close/>
                <a:moveTo>
                  <a:pt x="1525719" y="2618820"/>
                </a:moveTo>
                <a:cubicBezTo>
                  <a:pt x="1533508" y="2618694"/>
                  <a:pt x="1539913" y="2625101"/>
                  <a:pt x="1539913" y="2632888"/>
                </a:cubicBezTo>
                <a:cubicBezTo>
                  <a:pt x="1540040" y="2640677"/>
                  <a:pt x="1533633" y="2647084"/>
                  <a:pt x="1525844" y="2647084"/>
                </a:cubicBezTo>
                <a:cubicBezTo>
                  <a:pt x="1518057" y="2647209"/>
                  <a:pt x="1511650" y="2640803"/>
                  <a:pt x="1511650" y="2633015"/>
                </a:cubicBezTo>
                <a:cubicBezTo>
                  <a:pt x="1511650" y="2625226"/>
                  <a:pt x="1517932" y="2618820"/>
                  <a:pt x="1525719" y="2618820"/>
                </a:cubicBezTo>
                <a:close/>
                <a:moveTo>
                  <a:pt x="1440425" y="2615681"/>
                </a:moveTo>
                <a:cubicBezTo>
                  <a:pt x="1448212" y="2615555"/>
                  <a:pt x="1454619" y="2621962"/>
                  <a:pt x="1454619" y="2629749"/>
                </a:cubicBezTo>
                <a:cubicBezTo>
                  <a:pt x="1454744" y="2637538"/>
                  <a:pt x="1448339" y="2643945"/>
                  <a:pt x="1440550" y="2643945"/>
                </a:cubicBezTo>
                <a:cubicBezTo>
                  <a:pt x="1432763" y="2644070"/>
                  <a:pt x="1426356" y="2637664"/>
                  <a:pt x="1426356" y="2629876"/>
                </a:cubicBezTo>
                <a:cubicBezTo>
                  <a:pt x="1426356" y="2621962"/>
                  <a:pt x="1432638" y="2615681"/>
                  <a:pt x="1440425" y="2615681"/>
                </a:cubicBezTo>
                <a:close/>
                <a:moveTo>
                  <a:pt x="1610886" y="2615053"/>
                </a:moveTo>
                <a:cubicBezTo>
                  <a:pt x="1618673" y="2614927"/>
                  <a:pt x="1625080" y="2621334"/>
                  <a:pt x="1625080" y="2629121"/>
                </a:cubicBezTo>
                <a:cubicBezTo>
                  <a:pt x="1625207" y="2636910"/>
                  <a:pt x="1618925" y="2643317"/>
                  <a:pt x="1611011" y="2643317"/>
                </a:cubicBezTo>
                <a:cubicBezTo>
                  <a:pt x="1603224" y="2643442"/>
                  <a:pt x="1596817" y="2637036"/>
                  <a:pt x="1596817" y="2629248"/>
                </a:cubicBezTo>
                <a:cubicBezTo>
                  <a:pt x="1596817" y="2621334"/>
                  <a:pt x="1603099" y="2615053"/>
                  <a:pt x="1610886" y="2615053"/>
                </a:cubicBezTo>
                <a:close/>
                <a:moveTo>
                  <a:pt x="1031045" y="2607390"/>
                </a:moveTo>
                <a:cubicBezTo>
                  <a:pt x="1036322" y="2607390"/>
                  <a:pt x="1040592" y="2611660"/>
                  <a:pt x="1040592" y="2616937"/>
                </a:cubicBezTo>
                <a:cubicBezTo>
                  <a:pt x="1040592" y="2622212"/>
                  <a:pt x="1036322" y="2626484"/>
                  <a:pt x="1031045" y="2626484"/>
                </a:cubicBezTo>
                <a:cubicBezTo>
                  <a:pt x="1025770" y="2626484"/>
                  <a:pt x="1021498" y="2622212"/>
                  <a:pt x="1021498" y="2616937"/>
                </a:cubicBezTo>
                <a:cubicBezTo>
                  <a:pt x="1021498" y="2611660"/>
                  <a:pt x="1025770" y="2607390"/>
                  <a:pt x="1031045" y="2607390"/>
                </a:cubicBezTo>
                <a:close/>
                <a:moveTo>
                  <a:pt x="1355885" y="2606134"/>
                </a:moveTo>
                <a:cubicBezTo>
                  <a:pt x="1363422" y="2606134"/>
                  <a:pt x="1369452" y="2612163"/>
                  <a:pt x="1369452" y="2619575"/>
                </a:cubicBezTo>
                <a:cubicBezTo>
                  <a:pt x="1369452" y="2627111"/>
                  <a:pt x="1363422" y="2633141"/>
                  <a:pt x="1356011" y="2633141"/>
                </a:cubicBezTo>
                <a:cubicBezTo>
                  <a:pt x="1348474" y="2633141"/>
                  <a:pt x="1342444" y="2627111"/>
                  <a:pt x="1342444" y="2619700"/>
                </a:cubicBezTo>
                <a:cubicBezTo>
                  <a:pt x="1342444" y="2612289"/>
                  <a:pt x="1348474" y="2606260"/>
                  <a:pt x="1355885" y="2606134"/>
                </a:cubicBezTo>
                <a:close/>
                <a:moveTo>
                  <a:pt x="525447" y="2605003"/>
                </a:moveTo>
                <a:cubicBezTo>
                  <a:pt x="526452" y="2605003"/>
                  <a:pt x="527205" y="2605756"/>
                  <a:pt x="527205" y="2606761"/>
                </a:cubicBezTo>
                <a:cubicBezTo>
                  <a:pt x="527205" y="2607768"/>
                  <a:pt x="526452" y="2608521"/>
                  <a:pt x="525447" y="2608521"/>
                </a:cubicBezTo>
                <a:cubicBezTo>
                  <a:pt x="524442" y="2608521"/>
                  <a:pt x="523688" y="2607768"/>
                  <a:pt x="523688" y="2606761"/>
                </a:cubicBezTo>
                <a:cubicBezTo>
                  <a:pt x="523688" y="2605756"/>
                  <a:pt x="524442" y="2605003"/>
                  <a:pt x="525447" y="2605003"/>
                </a:cubicBezTo>
                <a:close/>
                <a:moveTo>
                  <a:pt x="1695423" y="2604374"/>
                </a:moveTo>
                <a:cubicBezTo>
                  <a:pt x="1703210" y="2604248"/>
                  <a:pt x="1709617" y="2610655"/>
                  <a:pt x="1709617" y="2618442"/>
                </a:cubicBezTo>
                <a:cubicBezTo>
                  <a:pt x="1709742" y="2626231"/>
                  <a:pt x="1703337" y="2632638"/>
                  <a:pt x="1695548" y="2632638"/>
                </a:cubicBezTo>
                <a:cubicBezTo>
                  <a:pt x="1687761" y="2632763"/>
                  <a:pt x="1681354" y="2626357"/>
                  <a:pt x="1681354" y="2618569"/>
                </a:cubicBezTo>
                <a:cubicBezTo>
                  <a:pt x="1681354" y="2610655"/>
                  <a:pt x="1687761" y="2604248"/>
                  <a:pt x="1695423" y="2604374"/>
                </a:cubicBezTo>
                <a:close/>
                <a:moveTo>
                  <a:pt x="2020390" y="2600230"/>
                </a:moveTo>
                <a:cubicBezTo>
                  <a:pt x="2027550" y="2600230"/>
                  <a:pt x="2033454" y="2606135"/>
                  <a:pt x="2033454" y="2613294"/>
                </a:cubicBezTo>
                <a:cubicBezTo>
                  <a:pt x="2033454" y="2620454"/>
                  <a:pt x="2027550" y="2626358"/>
                  <a:pt x="2020390" y="2626358"/>
                </a:cubicBezTo>
                <a:cubicBezTo>
                  <a:pt x="2013231" y="2626358"/>
                  <a:pt x="2007326" y="2620454"/>
                  <a:pt x="2007326" y="2613294"/>
                </a:cubicBezTo>
                <a:cubicBezTo>
                  <a:pt x="2007326" y="2606135"/>
                  <a:pt x="2013231" y="2600230"/>
                  <a:pt x="2020390" y="2600230"/>
                </a:cubicBezTo>
                <a:close/>
                <a:moveTo>
                  <a:pt x="663497" y="2600230"/>
                </a:moveTo>
                <a:cubicBezTo>
                  <a:pt x="665382" y="2600230"/>
                  <a:pt x="667015" y="2601738"/>
                  <a:pt x="667015" y="2603747"/>
                </a:cubicBezTo>
                <a:cubicBezTo>
                  <a:pt x="667015" y="2605632"/>
                  <a:pt x="665382" y="2607265"/>
                  <a:pt x="663497" y="2607265"/>
                </a:cubicBezTo>
                <a:cubicBezTo>
                  <a:pt x="661487" y="2607265"/>
                  <a:pt x="659855" y="2605757"/>
                  <a:pt x="659855" y="2603747"/>
                </a:cubicBezTo>
                <a:cubicBezTo>
                  <a:pt x="659855" y="2601863"/>
                  <a:pt x="661487" y="2600230"/>
                  <a:pt x="663497" y="2600230"/>
                </a:cubicBezTo>
                <a:close/>
                <a:moveTo>
                  <a:pt x="2525864" y="2597341"/>
                </a:moveTo>
                <a:cubicBezTo>
                  <a:pt x="2527121" y="2597341"/>
                  <a:pt x="2528126" y="2598220"/>
                  <a:pt x="2528126" y="2599476"/>
                </a:cubicBezTo>
                <a:cubicBezTo>
                  <a:pt x="2528126" y="2600733"/>
                  <a:pt x="2527246" y="2601738"/>
                  <a:pt x="2525989" y="2601738"/>
                </a:cubicBezTo>
                <a:cubicBezTo>
                  <a:pt x="2524733" y="2601738"/>
                  <a:pt x="2523728" y="2600733"/>
                  <a:pt x="2523728" y="2599476"/>
                </a:cubicBezTo>
                <a:cubicBezTo>
                  <a:pt x="2523728" y="2598220"/>
                  <a:pt x="2524733" y="2597216"/>
                  <a:pt x="2525864" y="2597341"/>
                </a:cubicBezTo>
                <a:close/>
                <a:moveTo>
                  <a:pt x="2659138" y="2596083"/>
                </a:moveTo>
                <a:cubicBezTo>
                  <a:pt x="2659515" y="2596083"/>
                  <a:pt x="2659767" y="2596335"/>
                  <a:pt x="2659767" y="2596711"/>
                </a:cubicBezTo>
                <a:cubicBezTo>
                  <a:pt x="2659767" y="2597088"/>
                  <a:pt x="2659515" y="2597466"/>
                  <a:pt x="2659138" y="2597466"/>
                </a:cubicBezTo>
                <a:cubicBezTo>
                  <a:pt x="2658887" y="2597340"/>
                  <a:pt x="2658510" y="2597088"/>
                  <a:pt x="2658510" y="2596711"/>
                </a:cubicBezTo>
                <a:cubicBezTo>
                  <a:pt x="2658510" y="2596335"/>
                  <a:pt x="2658887" y="2596083"/>
                  <a:pt x="2659138" y="2596083"/>
                </a:cubicBezTo>
                <a:close/>
                <a:moveTo>
                  <a:pt x="2388064" y="2593572"/>
                </a:moveTo>
                <a:cubicBezTo>
                  <a:pt x="2390324" y="2593572"/>
                  <a:pt x="2392084" y="2595457"/>
                  <a:pt x="2392084" y="2597592"/>
                </a:cubicBezTo>
                <a:cubicBezTo>
                  <a:pt x="2392084" y="2599854"/>
                  <a:pt x="2390324" y="2601612"/>
                  <a:pt x="2388064" y="2601612"/>
                </a:cubicBezTo>
                <a:cubicBezTo>
                  <a:pt x="2385802" y="2601612"/>
                  <a:pt x="2384044" y="2599854"/>
                  <a:pt x="2384044" y="2597592"/>
                </a:cubicBezTo>
                <a:cubicBezTo>
                  <a:pt x="2383919" y="2595330"/>
                  <a:pt x="2385677" y="2593572"/>
                  <a:pt x="2388064" y="2593572"/>
                </a:cubicBezTo>
                <a:close/>
                <a:moveTo>
                  <a:pt x="1272226" y="2590306"/>
                </a:moveTo>
                <a:cubicBezTo>
                  <a:pt x="1279010" y="2590306"/>
                  <a:pt x="1284662" y="2595833"/>
                  <a:pt x="1284662" y="2602616"/>
                </a:cubicBezTo>
                <a:cubicBezTo>
                  <a:pt x="1284662" y="2609400"/>
                  <a:pt x="1279135" y="2615052"/>
                  <a:pt x="1272353" y="2615052"/>
                </a:cubicBezTo>
                <a:cubicBezTo>
                  <a:pt x="1265569" y="2615177"/>
                  <a:pt x="1259917" y="2609525"/>
                  <a:pt x="1259917" y="2602742"/>
                </a:cubicBezTo>
                <a:cubicBezTo>
                  <a:pt x="1259917" y="2595959"/>
                  <a:pt x="1265444" y="2590306"/>
                  <a:pt x="1272226" y="2590306"/>
                </a:cubicBezTo>
                <a:close/>
                <a:moveTo>
                  <a:pt x="806573" y="2590306"/>
                </a:moveTo>
                <a:cubicBezTo>
                  <a:pt x="808960" y="2590306"/>
                  <a:pt x="810970" y="2592191"/>
                  <a:pt x="810970" y="2594703"/>
                </a:cubicBezTo>
                <a:cubicBezTo>
                  <a:pt x="810970" y="2597088"/>
                  <a:pt x="808960" y="2599098"/>
                  <a:pt x="806573" y="2599098"/>
                </a:cubicBezTo>
                <a:cubicBezTo>
                  <a:pt x="804186" y="2599098"/>
                  <a:pt x="802176" y="2597215"/>
                  <a:pt x="802176" y="2594703"/>
                </a:cubicBezTo>
                <a:cubicBezTo>
                  <a:pt x="802051" y="2592316"/>
                  <a:pt x="804061" y="2590306"/>
                  <a:pt x="806573" y="2590306"/>
                </a:cubicBezTo>
                <a:close/>
                <a:moveTo>
                  <a:pt x="1778958" y="2586914"/>
                </a:moveTo>
                <a:cubicBezTo>
                  <a:pt x="1786620" y="2586914"/>
                  <a:pt x="1792902" y="2593195"/>
                  <a:pt x="1792902" y="2600857"/>
                </a:cubicBezTo>
                <a:cubicBezTo>
                  <a:pt x="1792902" y="2608519"/>
                  <a:pt x="1786745" y="2614801"/>
                  <a:pt x="1778958" y="2614801"/>
                </a:cubicBezTo>
                <a:cubicBezTo>
                  <a:pt x="1771296" y="2614801"/>
                  <a:pt x="1765014" y="2608519"/>
                  <a:pt x="1765014" y="2600857"/>
                </a:cubicBezTo>
                <a:cubicBezTo>
                  <a:pt x="1765014" y="2593195"/>
                  <a:pt x="1771169" y="2586914"/>
                  <a:pt x="1778958" y="2586914"/>
                </a:cubicBezTo>
                <a:close/>
                <a:moveTo>
                  <a:pt x="2244737" y="2579629"/>
                </a:moveTo>
                <a:cubicBezTo>
                  <a:pt x="2250139" y="2579629"/>
                  <a:pt x="2254536" y="2583900"/>
                  <a:pt x="2254536" y="2589301"/>
                </a:cubicBezTo>
                <a:cubicBezTo>
                  <a:pt x="2254536" y="2594703"/>
                  <a:pt x="2250264" y="2599100"/>
                  <a:pt x="2244864" y="2599100"/>
                </a:cubicBezTo>
                <a:cubicBezTo>
                  <a:pt x="2239462" y="2599225"/>
                  <a:pt x="2235065" y="2594828"/>
                  <a:pt x="2235065" y="2589427"/>
                </a:cubicBezTo>
                <a:cubicBezTo>
                  <a:pt x="2234940" y="2584151"/>
                  <a:pt x="2239336" y="2579755"/>
                  <a:pt x="2244737" y="2579629"/>
                </a:cubicBezTo>
                <a:close/>
                <a:moveTo>
                  <a:pt x="955426" y="2569453"/>
                </a:moveTo>
                <a:cubicBezTo>
                  <a:pt x="959698" y="2569453"/>
                  <a:pt x="963215" y="2572970"/>
                  <a:pt x="963215" y="2577241"/>
                </a:cubicBezTo>
                <a:cubicBezTo>
                  <a:pt x="963215" y="2581512"/>
                  <a:pt x="959823" y="2585030"/>
                  <a:pt x="955553" y="2585030"/>
                </a:cubicBezTo>
                <a:cubicBezTo>
                  <a:pt x="951281" y="2585030"/>
                  <a:pt x="947764" y="2581638"/>
                  <a:pt x="947764" y="2577367"/>
                </a:cubicBezTo>
                <a:cubicBezTo>
                  <a:pt x="947764" y="2573096"/>
                  <a:pt x="951156" y="2569579"/>
                  <a:pt x="955426" y="2569453"/>
                </a:cubicBezTo>
                <a:close/>
                <a:moveTo>
                  <a:pt x="1190451" y="2567821"/>
                </a:moveTo>
                <a:cubicBezTo>
                  <a:pt x="1196607" y="2567696"/>
                  <a:pt x="1201757" y="2572719"/>
                  <a:pt x="1201757" y="2579000"/>
                </a:cubicBezTo>
                <a:cubicBezTo>
                  <a:pt x="1201757" y="2585155"/>
                  <a:pt x="1196732" y="2590307"/>
                  <a:pt x="1190451" y="2590307"/>
                </a:cubicBezTo>
                <a:cubicBezTo>
                  <a:pt x="1184296" y="2590307"/>
                  <a:pt x="1179146" y="2585281"/>
                  <a:pt x="1179146" y="2579000"/>
                </a:cubicBezTo>
                <a:cubicBezTo>
                  <a:pt x="1179146" y="2572846"/>
                  <a:pt x="1184171" y="2567696"/>
                  <a:pt x="1190451" y="2567821"/>
                </a:cubicBezTo>
                <a:close/>
                <a:moveTo>
                  <a:pt x="1860606" y="2562798"/>
                </a:moveTo>
                <a:cubicBezTo>
                  <a:pt x="1868395" y="2562672"/>
                  <a:pt x="1874677" y="2568953"/>
                  <a:pt x="1874677" y="2576615"/>
                </a:cubicBezTo>
                <a:cubicBezTo>
                  <a:pt x="1874677" y="2584277"/>
                  <a:pt x="1868395" y="2590559"/>
                  <a:pt x="1860733" y="2590559"/>
                </a:cubicBezTo>
                <a:cubicBezTo>
                  <a:pt x="1853071" y="2590559"/>
                  <a:pt x="1846789" y="2584277"/>
                  <a:pt x="1846789" y="2576615"/>
                </a:cubicBezTo>
                <a:cubicBezTo>
                  <a:pt x="1846789" y="2568953"/>
                  <a:pt x="1852944" y="2562672"/>
                  <a:pt x="1860606" y="2562798"/>
                </a:cubicBezTo>
                <a:close/>
                <a:moveTo>
                  <a:pt x="2095633" y="2561667"/>
                </a:moveTo>
                <a:cubicBezTo>
                  <a:pt x="2102039" y="2561542"/>
                  <a:pt x="2107189" y="2566692"/>
                  <a:pt x="2107189" y="2573097"/>
                </a:cubicBezTo>
                <a:cubicBezTo>
                  <a:pt x="2107189" y="2579504"/>
                  <a:pt x="2102166" y="2584654"/>
                  <a:pt x="2095759" y="2584654"/>
                </a:cubicBezTo>
                <a:cubicBezTo>
                  <a:pt x="2089478" y="2584654"/>
                  <a:pt x="2084203" y="2579631"/>
                  <a:pt x="2084203" y="2573224"/>
                </a:cubicBezTo>
                <a:cubicBezTo>
                  <a:pt x="2084078" y="2566817"/>
                  <a:pt x="2089227" y="2561667"/>
                  <a:pt x="2095633" y="2561667"/>
                </a:cubicBezTo>
                <a:close/>
                <a:moveTo>
                  <a:pt x="600060" y="2542950"/>
                </a:moveTo>
                <a:cubicBezTo>
                  <a:pt x="602070" y="2542950"/>
                  <a:pt x="603830" y="2544708"/>
                  <a:pt x="603830" y="2546720"/>
                </a:cubicBezTo>
                <a:cubicBezTo>
                  <a:pt x="603830" y="2548728"/>
                  <a:pt x="602070" y="2550488"/>
                  <a:pt x="600060" y="2550488"/>
                </a:cubicBezTo>
                <a:cubicBezTo>
                  <a:pt x="598050" y="2550488"/>
                  <a:pt x="596292" y="2548855"/>
                  <a:pt x="596292" y="2546720"/>
                </a:cubicBezTo>
                <a:cubicBezTo>
                  <a:pt x="596292" y="2544583"/>
                  <a:pt x="597925" y="2542950"/>
                  <a:pt x="600060" y="2542950"/>
                </a:cubicBezTo>
                <a:close/>
                <a:moveTo>
                  <a:pt x="466407" y="2542195"/>
                </a:moveTo>
                <a:cubicBezTo>
                  <a:pt x="468166" y="2542195"/>
                  <a:pt x="469548" y="2543577"/>
                  <a:pt x="469548" y="2545335"/>
                </a:cubicBezTo>
                <a:cubicBezTo>
                  <a:pt x="469548" y="2547094"/>
                  <a:pt x="468039" y="2548477"/>
                  <a:pt x="466407" y="2548477"/>
                </a:cubicBezTo>
                <a:cubicBezTo>
                  <a:pt x="464649" y="2548477"/>
                  <a:pt x="463267" y="2546968"/>
                  <a:pt x="463267" y="2545335"/>
                </a:cubicBezTo>
                <a:cubicBezTo>
                  <a:pt x="463267" y="2543577"/>
                  <a:pt x="464522" y="2542195"/>
                  <a:pt x="466407" y="2542195"/>
                </a:cubicBezTo>
                <a:close/>
                <a:moveTo>
                  <a:pt x="738740" y="2536667"/>
                </a:moveTo>
                <a:cubicBezTo>
                  <a:pt x="742257" y="2536667"/>
                  <a:pt x="745021" y="2539431"/>
                  <a:pt x="745021" y="2542822"/>
                </a:cubicBezTo>
                <a:cubicBezTo>
                  <a:pt x="745021" y="2546339"/>
                  <a:pt x="742257" y="2549104"/>
                  <a:pt x="738866" y="2549104"/>
                </a:cubicBezTo>
                <a:cubicBezTo>
                  <a:pt x="735349" y="2549104"/>
                  <a:pt x="732585" y="2546339"/>
                  <a:pt x="732585" y="2542949"/>
                </a:cubicBezTo>
                <a:cubicBezTo>
                  <a:pt x="732585" y="2539557"/>
                  <a:pt x="735349" y="2536667"/>
                  <a:pt x="738740" y="2536667"/>
                </a:cubicBezTo>
                <a:close/>
                <a:moveTo>
                  <a:pt x="2584650" y="2535035"/>
                </a:moveTo>
                <a:cubicBezTo>
                  <a:pt x="2586032" y="2535035"/>
                  <a:pt x="2587287" y="2536166"/>
                  <a:pt x="2587287" y="2537673"/>
                </a:cubicBezTo>
                <a:cubicBezTo>
                  <a:pt x="2587287" y="2539055"/>
                  <a:pt x="2586157" y="2540310"/>
                  <a:pt x="2584650" y="2540310"/>
                </a:cubicBezTo>
                <a:cubicBezTo>
                  <a:pt x="2583143" y="2540310"/>
                  <a:pt x="2582013" y="2539180"/>
                  <a:pt x="2582013" y="2537673"/>
                </a:cubicBezTo>
                <a:cubicBezTo>
                  <a:pt x="2582013" y="2536166"/>
                  <a:pt x="2583143" y="2534909"/>
                  <a:pt x="2584650" y="2535035"/>
                </a:cubicBezTo>
                <a:close/>
                <a:moveTo>
                  <a:pt x="2450873" y="2534910"/>
                </a:moveTo>
                <a:cubicBezTo>
                  <a:pt x="2453762" y="2534910"/>
                  <a:pt x="2456022" y="2537171"/>
                  <a:pt x="2456022" y="2539935"/>
                </a:cubicBezTo>
                <a:cubicBezTo>
                  <a:pt x="2456022" y="2542824"/>
                  <a:pt x="2453762" y="2545084"/>
                  <a:pt x="2450998" y="2545084"/>
                </a:cubicBezTo>
                <a:cubicBezTo>
                  <a:pt x="2448109" y="2545084"/>
                  <a:pt x="2445848" y="2542824"/>
                  <a:pt x="2445848" y="2540060"/>
                </a:cubicBezTo>
                <a:cubicBezTo>
                  <a:pt x="2445848" y="2537171"/>
                  <a:pt x="2447983" y="2534910"/>
                  <a:pt x="2450873" y="2534910"/>
                </a:cubicBezTo>
                <a:close/>
                <a:moveTo>
                  <a:pt x="1110686" y="2534532"/>
                </a:moveTo>
                <a:cubicBezTo>
                  <a:pt x="1118473" y="2534406"/>
                  <a:pt x="1124880" y="2540813"/>
                  <a:pt x="1124880" y="2548600"/>
                </a:cubicBezTo>
                <a:cubicBezTo>
                  <a:pt x="1124880" y="2556389"/>
                  <a:pt x="1118600" y="2562796"/>
                  <a:pt x="1110811" y="2562796"/>
                </a:cubicBezTo>
                <a:cubicBezTo>
                  <a:pt x="1103023" y="2562921"/>
                  <a:pt x="1096617" y="2556515"/>
                  <a:pt x="1096617" y="2548727"/>
                </a:cubicBezTo>
                <a:cubicBezTo>
                  <a:pt x="1096617" y="2540938"/>
                  <a:pt x="1102898" y="2534532"/>
                  <a:pt x="1110686" y="2534532"/>
                </a:cubicBezTo>
                <a:close/>
                <a:moveTo>
                  <a:pt x="2714032" y="2530136"/>
                </a:moveTo>
                <a:cubicBezTo>
                  <a:pt x="2714785" y="2530011"/>
                  <a:pt x="2715415" y="2530638"/>
                  <a:pt x="2715415" y="2531393"/>
                </a:cubicBezTo>
                <a:cubicBezTo>
                  <a:pt x="2715415" y="2532146"/>
                  <a:pt x="2714785" y="2532773"/>
                  <a:pt x="2714032" y="2532773"/>
                </a:cubicBezTo>
                <a:cubicBezTo>
                  <a:pt x="2713278" y="2532773"/>
                  <a:pt x="2712650" y="2532146"/>
                  <a:pt x="2712650" y="2531393"/>
                </a:cubicBezTo>
                <a:cubicBezTo>
                  <a:pt x="2712650" y="2530638"/>
                  <a:pt x="2713278" y="2530011"/>
                  <a:pt x="2714032" y="2530136"/>
                </a:cubicBezTo>
                <a:close/>
                <a:moveTo>
                  <a:pt x="1940121" y="2527876"/>
                </a:moveTo>
                <a:cubicBezTo>
                  <a:pt x="1949795" y="2527876"/>
                  <a:pt x="1957835" y="2535790"/>
                  <a:pt x="1957835" y="2545588"/>
                </a:cubicBezTo>
                <a:cubicBezTo>
                  <a:pt x="1957835" y="2555260"/>
                  <a:pt x="1949920" y="2563299"/>
                  <a:pt x="1940121" y="2563299"/>
                </a:cubicBezTo>
                <a:cubicBezTo>
                  <a:pt x="1930449" y="2563426"/>
                  <a:pt x="1922409" y="2555511"/>
                  <a:pt x="1922409" y="2545713"/>
                </a:cubicBezTo>
                <a:cubicBezTo>
                  <a:pt x="1922409" y="2535916"/>
                  <a:pt x="1930324" y="2528002"/>
                  <a:pt x="1940121" y="2527876"/>
                </a:cubicBezTo>
                <a:close/>
                <a:moveTo>
                  <a:pt x="2312067" y="2525489"/>
                </a:moveTo>
                <a:cubicBezTo>
                  <a:pt x="2318599" y="2525489"/>
                  <a:pt x="2323876" y="2530639"/>
                  <a:pt x="2323876" y="2537172"/>
                </a:cubicBezTo>
                <a:cubicBezTo>
                  <a:pt x="2323876" y="2543704"/>
                  <a:pt x="2318724" y="2548981"/>
                  <a:pt x="2312194" y="2548981"/>
                </a:cubicBezTo>
                <a:cubicBezTo>
                  <a:pt x="2305660" y="2548981"/>
                  <a:pt x="2300385" y="2543829"/>
                  <a:pt x="2300385" y="2537298"/>
                </a:cubicBezTo>
                <a:cubicBezTo>
                  <a:pt x="2300385" y="2530765"/>
                  <a:pt x="2305660" y="2525489"/>
                  <a:pt x="2312067" y="2525489"/>
                </a:cubicBezTo>
                <a:close/>
                <a:moveTo>
                  <a:pt x="883072" y="2524107"/>
                </a:moveTo>
                <a:cubicBezTo>
                  <a:pt x="887594" y="2524107"/>
                  <a:pt x="891237" y="2527751"/>
                  <a:pt x="891237" y="2532273"/>
                </a:cubicBezTo>
                <a:cubicBezTo>
                  <a:pt x="891237" y="2536796"/>
                  <a:pt x="887594" y="2540439"/>
                  <a:pt x="883072" y="2540439"/>
                </a:cubicBezTo>
                <a:cubicBezTo>
                  <a:pt x="878675" y="2540439"/>
                  <a:pt x="874907" y="2536796"/>
                  <a:pt x="874907" y="2532273"/>
                </a:cubicBezTo>
                <a:cubicBezTo>
                  <a:pt x="874907" y="2527624"/>
                  <a:pt x="878549" y="2523982"/>
                  <a:pt x="883072" y="2524107"/>
                </a:cubicBezTo>
                <a:close/>
                <a:moveTo>
                  <a:pt x="1525341" y="2519333"/>
                </a:moveTo>
                <a:cubicBezTo>
                  <a:pt x="1535640" y="2519207"/>
                  <a:pt x="1544057" y="2527497"/>
                  <a:pt x="1544057" y="2537798"/>
                </a:cubicBezTo>
                <a:cubicBezTo>
                  <a:pt x="1544182" y="2548098"/>
                  <a:pt x="1535892" y="2556515"/>
                  <a:pt x="1525591" y="2556515"/>
                </a:cubicBezTo>
                <a:cubicBezTo>
                  <a:pt x="1515292" y="2556640"/>
                  <a:pt x="1506875" y="2548350"/>
                  <a:pt x="1506875" y="2538049"/>
                </a:cubicBezTo>
                <a:cubicBezTo>
                  <a:pt x="1506875" y="2527749"/>
                  <a:pt x="1515166" y="2519333"/>
                  <a:pt x="1525341" y="2519333"/>
                </a:cubicBezTo>
                <a:close/>
                <a:moveTo>
                  <a:pt x="1440173" y="2516570"/>
                </a:moveTo>
                <a:cubicBezTo>
                  <a:pt x="1449971" y="2516570"/>
                  <a:pt x="1458136" y="2524484"/>
                  <a:pt x="1458136" y="2534407"/>
                </a:cubicBezTo>
                <a:cubicBezTo>
                  <a:pt x="1458261" y="2544331"/>
                  <a:pt x="1450222" y="2552370"/>
                  <a:pt x="1440299" y="2552370"/>
                </a:cubicBezTo>
                <a:cubicBezTo>
                  <a:pt x="1430376" y="2552370"/>
                  <a:pt x="1422336" y="2544457"/>
                  <a:pt x="1422336" y="2534534"/>
                </a:cubicBezTo>
                <a:cubicBezTo>
                  <a:pt x="1422336" y="2524610"/>
                  <a:pt x="1430250" y="2516570"/>
                  <a:pt x="1440173" y="2516570"/>
                </a:cubicBezTo>
                <a:close/>
                <a:moveTo>
                  <a:pt x="1610633" y="2515440"/>
                </a:moveTo>
                <a:cubicBezTo>
                  <a:pt x="1620807" y="2515440"/>
                  <a:pt x="1629097" y="2523605"/>
                  <a:pt x="1629097" y="2533781"/>
                </a:cubicBezTo>
                <a:cubicBezTo>
                  <a:pt x="1629097" y="2543955"/>
                  <a:pt x="1620933" y="2552245"/>
                  <a:pt x="1610758" y="2552245"/>
                </a:cubicBezTo>
                <a:cubicBezTo>
                  <a:pt x="1600584" y="2552245"/>
                  <a:pt x="1592293" y="2544081"/>
                  <a:pt x="1592293" y="2533906"/>
                </a:cubicBezTo>
                <a:cubicBezTo>
                  <a:pt x="1592167" y="2523732"/>
                  <a:pt x="1600332" y="2515440"/>
                  <a:pt x="1610633" y="2515440"/>
                </a:cubicBezTo>
                <a:close/>
                <a:moveTo>
                  <a:pt x="2167737" y="2513429"/>
                </a:moveTo>
                <a:cubicBezTo>
                  <a:pt x="2175526" y="2513303"/>
                  <a:pt x="2181931" y="2519710"/>
                  <a:pt x="2181931" y="2527497"/>
                </a:cubicBezTo>
                <a:cubicBezTo>
                  <a:pt x="2181931" y="2535286"/>
                  <a:pt x="2175526" y="2541693"/>
                  <a:pt x="2167737" y="2541693"/>
                </a:cubicBezTo>
                <a:cubicBezTo>
                  <a:pt x="2159950" y="2541818"/>
                  <a:pt x="2153543" y="2535412"/>
                  <a:pt x="2153543" y="2527624"/>
                </a:cubicBezTo>
                <a:cubicBezTo>
                  <a:pt x="2153543" y="2519710"/>
                  <a:pt x="2159825" y="2513429"/>
                  <a:pt x="2167737" y="2513429"/>
                </a:cubicBezTo>
                <a:close/>
                <a:moveTo>
                  <a:pt x="1355637" y="2506270"/>
                </a:moveTo>
                <a:cubicBezTo>
                  <a:pt x="1365057" y="2506270"/>
                  <a:pt x="1372721" y="2513807"/>
                  <a:pt x="1372721" y="2523229"/>
                </a:cubicBezTo>
                <a:cubicBezTo>
                  <a:pt x="1372721" y="2532649"/>
                  <a:pt x="1365184" y="2540313"/>
                  <a:pt x="1355762" y="2540313"/>
                </a:cubicBezTo>
                <a:cubicBezTo>
                  <a:pt x="1346341" y="2540313"/>
                  <a:pt x="1338678" y="2532776"/>
                  <a:pt x="1338678" y="2523354"/>
                </a:cubicBezTo>
                <a:cubicBezTo>
                  <a:pt x="1338678" y="2513933"/>
                  <a:pt x="1346215" y="2506270"/>
                  <a:pt x="1355637" y="2506270"/>
                </a:cubicBezTo>
                <a:close/>
                <a:moveTo>
                  <a:pt x="1695047" y="2503883"/>
                </a:moveTo>
                <a:cubicBezTo>
                  <a:pt x="1705097" y="2503883"/>
                  <a:pt x="1713261" y="2511923"/>
                  <a:pt x="1713261" y="2521972"/>
                </a:cubicBezTo>
                <a:cubicBezTo>
                  <a:pt x="1713261" y="2532021"/>
                  <a:pt x="1705222" y="2540185"/>
                  <a:pt x="1695173" y="2540185"/>
                </a:cubicBezTo>
                <a:cubicBezTo>
                  <a:pt x="1685123" y="2540185"/>
                  <a:pt x="1676959" y="2532146"/>
                  <a:pt x="1676959" y="2522097"/>
                </a:cubicBezTo>
                <a:cubicBezTo>
                  <a:pt x="1676833" y="2512048"/>
                  <a:pt x="1684998" y="2503883"/>
                  <a:pt x="1695047" y="2503883"/>
                </a:cubicBezTo>
                <a:close/>
                <a:moveTo>
                  <a:pt x="1033684" y="2499989"/>
                </a:moveTo>
                <a:cubicBezTo>
                  <a:pt x="1040341" y="2499989"/>
                  <a:pt x="1045743" y="2505264"/>
                  <a:pt x="1045743" y="2511923"/>
                </a:cubicBezTo>
                <a:cubicBezTo>
                  <a:pt x="1045743" y="2518580"/>
                  <a:pt x="1040467" y="2523982"/>
                  <a:pt x="1033809" y="2523982"/>
                </a:cubicBezTo>
                <a:cubicBezTo>
                  <a:pt x="1027277" y="2523982"/>
                  <a:pt x="1021876" y="2518580"/>
                  <a:pt x="1021876" y="2512048"/>
                </a:cubicBezTo>
                <a:cubicBezTo>
                  <a:pt x="1021876" y="2505391"/>
                  <a:pt x="1027277" y="2499989"/>
                  <a:pt x="1033684" y="2499989"/>
                </a:cubicBezTo>
                <a:close/>
                <a:moveTo>
                  <a:pt x="2016871" y="2491573"/>
                </a:moveTo>
                <a:cubicBezTo>
                  <a:pt x="2026168" y="2491447"/>
                  <a:pt x="2033705" y="2498984"/>
                  <a:pt x="2033705" y="2508279"/>
                </a:cubicBezTo>
                <a:cubicBezTo>
                  <a:pt x="2033705" y="2517575"/>
                  <a:pt x="2026168" y="2525112"/>
                  <a:pt x="2016871" y="2525112"/>
                </a:cubicBezTo>
                <a:cubicBezTo>
                  <a:pt x="2007702" y="2525237"/>
                  <a:pt x="2000039" y="2517700"/>
                  <a:pt x="2000039" y="2508406"/>
                </a:cubicBezTo>
                <a:cubicBezTo>
                  <a:pt x="2000039" y="2499109"/>
                  <a:pt x="2007576" y="2491573"/>
                  <a:pt x="2016871" y="2491573"/>
                </a:cubicBezTo>
                <a:close/>
                <a:moveTo>
                  <a:pt x="1272479" y="2488935"/>
                </a:moveTo>
                <a:cubicBezTo>
                  <a:pt x="1281272" y="2488935"/>
                  <a:pt x="1288307" y="2495970"/>
                  <a:pt x="1288307" y="2504637"/>
                </a:cubicBezTo>
                <a:cubicBezTo>
                  <a:pt x="1288307" y="2513305"/>
                  <a:pt x="1281272" y="2520340"/>
                  <a:pt x="1272605" y="2520340"/>
                </a:cubicBezTo>
                <a:cubicBezTo>
                  <a:pt x="1263937" y="2520340"/>
                  <a:pt x="1256903" y="2513305"/>
                  <a:pt x="1256903" y="2504637"/>
                </a:cubicBezTo>
                <a:cubicBezTo>
                  <a:pt x="1256777" y="2495970"/>
                  <a:pt x="1263812" y="2488935"/>
                  <a:pt x="1272479" y="2488935"/>
                </a:cubicBezTo>
                <a:close/>
                <a:moveTo>
                  <a:pt x="1778080" y="2484915"/>
                </a:moveTo>
                <a:cubicBezTo>
                  <a:pt x="1788002" y="2484915"/>
                  <a:pt x="1796042" y="2492829"/>
                  <a:pt x="1796042" y="2502752"/>
                </a:cubicBezTo>
                <a:cubicBezTo>
                  <a:pt x="1796169" y="2512676"/>
                  <a:pt x="1788129" y="2520715"/>
                  <a:pt x="1778205" y="2520715"/>
                </a:cubicBezTo>
                <a:cubicBezTo>
                  <a:pt x="1768281" y="2520840"/>
                  <a:pt x="1760242" y="2512801"/>
                  <a:pt x="1760242" y="2502878"/>
                </a:cubicBezTo>
                <a:cubicBezTo>
                  <a:pt x="1760116" y="2492955"/>
                  <a:pt x="1768156" y="2484915"/>
                  <a:pt x="1778080" y="2484915"/>
                </a:cubicBezTo>
                <a:close/>
                <a:moveTo>
                  <a:pt x="674801" y="2482024"/>
                </a:moveTo>
                <a:cubicBezTo>
                  <a:pt x="677314" y="2482024"/>
                  <a:pt x="679450" y="2484034"/>
                  <a:pt x="679450" y="2486672"/>
                </a:cubicBezTo>
                <a:cubicBezTo>
                  <a:pt x="679450" y="2489311"/>
                  <a:pt x="677440" y="2491322"/>
                  <a:pt x="674801" y="2491322"/>
                </a:cubicBezTo>
                <a:cubicBezTo>
                  <a:pt x="672289" y="2491322"/>
                  <a:pt x="670154" y="2489311"/>
                  <a:pt x="670154" y="2486672"/>
                </a:cubicBezTo>
                <a:cubicBezTo>
                  <a:pt x="670029" y="2484034"/>
                  <a:pt x="672164" y="2482024"/>
                  <a:pt x="674801" y="2482024"/>
                </a:cubicBezTo>
                <a:close/>
                <a:moveTo>
                  <a:pt x="540520" y="2481900"/>
                </a:moveTo>
                <a:cubicBezTo>
                  <a:pt x="542529" y="2481900"/>
                  <a:pt x="544289" y="2483658"/>
                  <a:pt x="544289" y="2485670"/>
                </a:cubicBezTo>
                <a:cubicBezTo>
                  <a:pt x="544289" y="2487678"/>
                  <a:pt x="542656" y="2489438"/>
                  <a:pt x="540520" y="2489438"/>
                </a:cubicBezTo>
                <a:cubicBezTo>
                  <a:pt x="538384" y="2489438"/>
                  <a:pt x="536752" y="2487678"/>
                  <a:pt x="536752" y="2485670"/>
                </a:cubicBezTo>
                <a:cubicBezTo>
                  <a:pt x="536752" y="2483533"/>
                  <a:pt x="538384" y="2481900"/>
                  <a:pt x="540520" y="2481900"/>
                </a:cubicBezTo>
                <a:close/>
                <a:moveTo>
                  <a:pt x="410885" y="2477881"/>
                </a:moveTo>
                <a:cubicBezTo>
                  <a:pt x="412266" y="2477881"/>
                  <a:pt x="413397" y="2478886"/>
                  <a:pt x="413397" y="2480268"/>
                </a:cubicBezTo>
                <a:cubicBezTo>
                  <a:pt x="413397" y="2481650"/>
                  <a:pt x="412392" y="2482781"/>
                  <a:pt x="411011" y="2482781"/>
                </a:cubicBezTo>
                <a:cubicBezTo>
                  <a:pt x="409629" y="2482781"/>
                  <a:pt x="408499" y="2481776"/>
                  <a:pt x="408499" y="2480394"/>
                </a:cubicBezTo>
                <a:cubicBezTo>
                  <a:pt x="408499" y="2479138"/>
                  <a:pt x="409629" y="2478007"/>
                  <a:pt x="410885" y="2477881"/>
                </a:cubicBezTo>
                <a:close/>
                <a:moveTo>
                  <a:pt x="814235" y="2475493"/>
                </a:moveTo>
                <a:cubicBezTo>
                  <a:pt x="817753" y="2475493"/>
                  <a:pt x="820517" y="2478256"/>
                  <a:pt x="820517" y="2481648"/>
                </a:cubicBezTo>
                <a:cubicBezTo>
                  <a:pt x="820642" y="2485165"/>
                  <a:pt x="817878" y="2487930"/>
                  <a:pt x="814361" y="2487930"/>
                </a:cubicBezTo>
                <a:cubicBezTo>
                  <a:pt x="810970" y="2487930"/>
                  <a:pt x="808206" y="2485165"/>
                  <a:pt x="808206" y="2481775"/>
                </a:cubicBezTo>
                <a:cubicBezTo>
                  <a:pt x="808206" y="2478383"/>
                  <a:pt x="810843" y="2475619"/>
                  <a:pt x="814235" y="2475493"/>
                </a:cubicBezTo>
                <a:close/>
                <a:moveTo>
                  <a:pt x="2509910" y="2473358"/>
                </a:moveTo>
                <a:cubicBezTo>
                  <a:pt x="2512800" y="2473358"/>
                  <a:pt x="2515060" y="2475620"/>
                  <a:pt x="2515060" y="2478383"/>
                </a:cubicBezTo>
                <a:cubicBezTo>
                  <a:pt x="2515185" y="2481272"/>
                  <a:pt x="2512925" y="2483532"/>
                  <a:pt x="2510035" y="2483532"/>
                </a:cubicBezTo>
                <a:cubicBezTo>
                  <a:pt x="2507272" y="2483532"/>
                  <a:pt x="2504885" y="2481272"/>
                  <a:pt x="2504885" y="2478508"/>
                </a:cubicBezTo>
                <a:cubicBezTo>
                  <a:pt x="2504885" y="2475745"/>
                  <a:pt x="2507146" y="2473484"/>
                  <a:pt x="2509910" y="2473358"/>
                </a:cubicBezTo>
                <a:close/>
                <a:moveTo>
                  <a:pt x="2375628" y="2472480"/>
                </a:moveTo>
                <a:cubicBezTo>
                  <a:pt x="2380025" y="2472480"/>
                  <a:pt x="2383667" y="2475998"/>
                  <a:pt x="2383667" y="2480395"/>
                </a:cubicBezTo>
                <a:cubicBezTo>
                  <a:pt x="2383667" y="2484791"/>
                  <a:pt x="2380150" y="2488435"/>
                  <a:pt x="2375754" y="2488435"/>
                </a:cubicBezTo>
                <a:cubicBezTo>
                  <a:pt x="2371358" y="2488435"/>
                  <a:pt x="2367840" y="2484917"/>
                  <a:pt x="2367840" y="2480520"/>
                </a:cubicBezTo>
                <a:cubicBezTo>
                  <a:pt x="2367840" y="2476123"/>
                  <a:pt x="2371358" y="2472480"/>
                  <a:pt x="2375628" y="2472480"/>
                </a:cubicBezTo>
                <a:close/>
                <a:moveTo>
                  <a:pt x="2639546" y="2470972"/>
                </a:moveTo>
                <a:cubicBezTo>
                  <a:pt x="2640298" y="2470972"/>
                  <a:pt x="2640800" y="2471600"/>
                  <a:pt x="2640800" y="2472354"/>
                </a:cubicBezTo>
                <a:cubicBezTo>
                  <a:pt x="2640927" y="2473107"/>
                  <a:pt x="2640298" y="2473735"/>
                  <a:pt x="2639546" y="2473735"/>
                </a:cubicBezTo>
                <a:cubicBezTo>
                  <a:pt x="2638792" y="2473735"/>
                  <a:pt x="2638164" y="2473107"/>
                  <a:pt x="2638164" y="2472354"/>
                </a:cubicBezTo>
                <a:cubicBezTo>
                  <a:pt x="2638164" y="2471600"/>
                  <a:pt x="2638792" y="2471098"/>
                  <a:pt x="2639546" y="2470972"/>
                </a:cubicBezTo>
                <a:close/>
                <a:moveTo>
                  <a:pt x="1191330" y="2464441"/>
                </a:moveTo>
                <a:cubicBezTo>
                  <a:pt x="1199119" y="2464315"/>
                  <a:pt x="1205526" y="2470722"/>
                  <a:pt x="1205526" y="2478509"/>
                </a:cubicBezTo>
                <a:cubicBezTo>
                  <a:pt x="1205651" y="2486298"/>
                  <a:pt x="1199245" y="2492705"/>
                  <a:pt x="1191457" y="2492705"/>
                </a:cubicBezTo>
                <a:cubicBezTo>
                  <a:pt x="1183668" y="2492830"/>
                  <a:pt x="1177261" y="2486424"/>
                  <a:pt x="1177261" y="2478636"/>
                </a:cubicBezTo>
                <a:cubicBezTo>
                  <a:pt x="1177136" y="2470847"/>
                  <a:pt x="1183543" y="2464441"/>
                  <a:pt x="1191330" y="2464441"/>
                </a:cubicBezTo>
                <a:close/>
                <a:moveTo>
                  <a:pt x="2236197" y="2462555"/>
                </a:moveTo>
                <a:cubicBezTo>
                  <a:pt x="2243985" y="2462429"/>
                  <a:pt x="2250392" y="2468836"/>
                  <a:pt x="2250392" y="2476623"/>
                </a:cubicBezTo>
                <a:cubicBezTo>
                  <a:pt x="2250392" y="2484412"/>
                  <a:pt x="2243985" y="2490819"/>
                  <a:pt x="2236197" y="2490819"/>
                </a:cubicBezTo>
                <a:cubicBezTo>
                  <a:pt x="2228408" y="2490944"/>
                  <a:pt x="2222002" y="2484538"/>
                  <a:pt x="2222002" y="2476750"/>
                </a:cubicBezTo>
                <a:cubicBezTo>
                  <a:pt x="2221876" y="2468836"/>
                  <a:pt x="2228283" y="2462555"/>
                  <a:pt x="2236197" y="2462555"/>
                </a:cubicBezTo>
                <a:close/>
                <a:moveTo>
                  <a:pt x="2765032" y="2461927"/>
                </a:moveTo>
                <a:cubicBezTo>
                  <a:pt x="2765660" y="2461927"/>
                  <a:pt x="2766164" y="2462430"/>
                  <a:pt x="2766164" y="2463057"/>
                </a:cubicBezTo>
                <a:cubicBezTo>
                  <a:pt x="2766164" y="2463685"/>
                  <a:pt x="2765660" y="2464187"/>
                  <a:pt x="2765032" y="2464187"/>
                </a:cubicBezTo>
                <a:cubicBezTo>
                  <a:pt x="2764405" y="2464187"/>
                  <a:pt x="2763902" y="2463685"/>
                  <a:pt x="2763902" y="2463057"/>
                </a:cubicBezTo>
                <a:cubicBezTo>
                  <a:pt x="2763902" y="2462430"/>
                  <a:pt x="2764405" y="2461927"/>
                  <a:pt x="2765032" y="2461927"/>
                </a:cubicBezTo>
                <a:close/>
                <a:moveTo>
                  <a:pt x="1858974" y="2458285"/>
                </a:moveTo>
                <a:cubicBezTo>
                  <a:pt x="1868899" y="2458285"/>
                  <a:pt x="1876938" y="2466199"/>
                  <a:pt x="1876938" y="2476122"/>
                </a:cubicBezTo>
                <a:cubicBezTo>
                  <a:pt x="1876938" y="2486046"/>
                  <a:pt x="1869024" y="2494085"/>
                  <a:pt x="1859101" y="2494085"/>
                </a:cubicBezTo>
                <a:cubicBezTo>
                  <a:pt x="1849177" y="2494085"/>
                  <a:pt x="1841137" y="2486172"/>
                  <a:pt x="1841137" y="2476249"/>
                </a:cubicBezTo>
                <a:cubicBezTo>
                  <a:pt x="1841137" y="2466325"/>
                  <a:pt x="1849177" y="2458285"/>
                  <a:pt x="1858974" y="2458285"/>
                </a:cubicBezTo>
                <a:close/>
                <a:moveTo>
                  <a:pt x="960073" y="2454893"/>
                </a:moveTo>
                <a:cubicBezTo>
                  <a:pt x="967862" y="2454767"/>
                  <a:pt x="974268" y="2461174"/>
                  <a:pt x="974268" y="2468961"/>
                </a:cubicBezTo>
                <a:cubicBezTo>
                  <a:pt x="974394" y="2476750"/>
                  <a:pt x="967987" y="2483157"/>
                  <a:pt x="960200" y="2483157"/>
                </a:cubicBezTo>
                <a:cubicBezTo>
                  <a:pt x="952411" y="2483282"/>
                  <a:pt x="946004" y="2476876"/>
                  <a:pt x="946004" y="2469088"/>
                </a:cubicBezTo>
                <a:cubicBezTo>
                  <a:pt x="945879" y="2461299"/>
                  <a:pt x="952285" y="2454893"/>
                  <a:pt x="960073" y="2454893"/>
                </a:cubicBezTo>
                <a:close/>
                <a:moveTo>
                  <a:pt x="2090106" y="2445975"/>
                </a:moveTo>
                <a:cubicBezTo>
                  <a:pt x="2100658" y="2445975"/>
                  <a:pt x="2109200" y="2454392"/>
                  <a:pt x="2109200" y="2464943"/>
                </a:cubicBezTo>
                <a:cubicBezTo>
                  <a:pt x="2109200" y="2475495"/>
                  <a:pt x="2100783" y="2484037"/>
                  <a:pt x="2090232" y="2484037"/>
                </a:cubicBezTo>
                <a:cubicBezTo>
                  <a:pt x="2079680" y="2484037"/>
                  <a:pt x="2071138" y="2475620"/>
                  <a:pt x="2071138" y="2465069"/>
                </a:cubicBezTo>
                <a:cubicBezTo>
                  <a:pt x="2071138" y="2454517"/>
                  <a:pt x="2079680" y="2445975"/>
                  <a:pt x="2090106" y="2445975"/>
                </a:cubicBezTo>
                <a:close/>
                <a:moveTo>
                  <a:pt x="1112696" y="2426756"/>
                </a:moveTo>
                <a:cubicBezTo>
                  <a:pt x="1122996" y="2426630"/>
                  <a:pt x="1131412" y="2434920"/>
                  <a:pt x="1131412" y="2445221"/>
                </a:cubicBezTo>
                <a:cubicBezTo>
                  <a:pt x="1131538" y="2455396"/>
                  <a:pt x="1123248" y="2463812"/>
                  <a:pt x="1112947" y="2463812"/>
                </a:cubicBezTo>
                <a:cubicBezTo>
                  <a:pt x="1102647" y="2463938"/>
                  <a:pt x="1094231" y="2455648"/>
                  <a:pt x="1094231" y="2445347"/>
                </a:cubicBezTo>
                <a:cubicBezTo>
                  <a:pt x="1094231" y="2435172"/>
                  <a:pt x="1102521" y="2426756"/>
                  <a:pt x="1112696" y="2426756"/>
                </a:cubicBezTo>
                <a:close/>
                <a:moveTo>
                  <a:pt x="1937232" y="2420979"/>
                </a:moveTo>
                <a:cubicBezTo>
                  <a:pt x="1949041" y="2420853"/>
                  <a:pt x="1958713" y="2430400"/>
                  <a:pt x="1958713" y="2442332"/>
                </a:cubicBezTo>
                <a:cubicBezTo>
                  <a:pt x="1958838" y="2454141"/>
                  <a:pt x="1949166" y="2463813"/>
                  <a:pt x="1937359" y="2463813"/>
                </a:cubicBezTo>
                <a:cubicBezTo>
                  <a:pt x="1925550" y="2463938"/>
                  <a:pt x="1915878" y="2454266"/>
                  <a:pt x="1915878" y="2442459"/>
                </a:cubicBezTo>
                <a:cubicBezTo>
                  <a:pt x="1915878" y="2430525"/>
                  <a:pt x="1925425" y="2420979"/>
                  <a:pt x="1937232" y="2420979"/>
                </a:cubicBezTo>
                <a:close/>
                <a:moveTo>
                  <a:pt x="1525089" y="2420977"/>
                </a:moveTo>
                <a:cubicBezTo>
                  <a:pt x="1537148" y="2420977"/>
                  <a:pt x="1547072" y="2430774"/>
                  <a:pt x="1547072" y="2442835"/>
                </a:cubicBezTo>
                <a:cubicBezTo>
                  <a:pt x="1547072" y="2454892"/>
                  <a:pt x="1537275" y="2464816"/>
                  <a:pt x="1525216" y="2464816"/>
                </a:cubicBezTo>
                <a:cubicBezTo>
                  <a:pt x="1513157" y="2464816"/>
                  <a:pt x="1503233" y="2455019"/>
                  <a:pt x="1503233" y="2442960"/>
                </a:cubicBezTo>
                <a:cubicBezTo>
                  <a:pt x="1503107" y="2430901"/>
                  <a:pt x="1512905" y="2421103"/>
                  <a:pt x="1525089" y="2420977"/>
                </a:cubicBezTo>
                <a:close/>
                <a:moveTo>
                  <a:pt x="614885" y="2420725"/>
                </a:moveTo>
                <a:cubicBezTo>
                  <a:pt x="617773" y="2420725"/>
                  <a:pt x="620160" y="2423112"/>
                  <a:pt x="620160" y="2426000"/>
                </a:cubicBezTo>
                <a:cubicBezTo>
                  <a:pt x="620160" y="2428890"/>
                  <a:pt x="617773" y="2431277"/>
                  <a:pt x="614885" y="2431277"/>
                </a:cubicBezTo>
                <a:cubicBezTo>
                  <a:pt x="611870" y="2431277"/>
                  <a:pt x="609483" y="2428890"/>
                  <a:pt x="609483" y="2426000"/>
                </a:cubicBezTo>
                <a:cubicBezTo>
                  <a:pt x="609483" y="2423112"/>
                  <a:pt x="611870" y="2420725"/>
                  <a:pt x="614885" y="2420725"/>
                </a:cubicBezTo>
                <a:close/>
                <a:moveTo>
                  <a:pt x="1439923" y="2417461"/>
                </a:moveTo>
                <a:cubicBezTo>
                  <a:pt x="1451730" y="2417335"/>
                  <a:pt x="1461402" y="2427007"/>
                  <a:pt x="1461402" y="2438814"/>
                </a:cubicBezTo>
                <a:cubicBezTo>
                  <a:pt x="1461529" y="2450748"/>
                  <a:pt x="1451857" y="2460420"/>
                  <a:pt x="1440048" y="2460420"/>
                </a:cubicBezTo>
                <a:cubicBezTo>
                  <a:pt x="1428114" y="2460547"/>
                  <a:pt x="1418442" y="2451000"/>
                  <a:pt x="1418442" y="2439066"/>
                </a:cubicBezTo>
                <a:cubicBezTo>
                  <a:pt x="1418442" y="2427258"/>
                  <a:pt x="1427989" y="2417586"/>
                  <a:pt x="1439923" y="2417461"/>
                </a:cubicBezTo>
                <a:close/>
                <a:moveTo>
                  <a:pt x="749417" y="2417460"/>
                </a:moveTo>
                <a:cubicBezTo>
                  <a:pt x="754315" y="2417335"/>
                  <a:pt x="758335" y="2421354"/>
                  <a:pt x="758335" y="2426253"/>
                </a:cubicBezTo>
                <a:cubicBezTo>
                  <a:pt x="758335" y="2431151"/>
                  <a:pt x="754442" y="2435171"/>
                  <a:pt x="749543" y="2435171"/>
                </a:cubicBezTo>
                <a:cubicBezTo>
                  <a:pt x="744643" y="2435297"/>
                  <a:pt x="740624" y="2431278"/>
                  <a:pt x="740624" y="2426379"/>
                </a:cubicBezTo>
                <a:cubicBezTo>
                  <a:pt x="740624" y="2421479"/>
                  <a:pt x="744643" y="2417586"/>
                  <a:pt x="749417" y="2417460"/>
                </a:cubicBezTo>
                <a:close/>
                <a:moveTo>
                  <a:pt x="1610257" y="2416455"/>
                </a:moveTo>
                <a:cubicBezTo>
                  <a:pt x="1622316" y="2416455"/>
                  <a:pt x="1632240" y="2426252"/>
                  <a:pt x="1632240" y="2438313"/>
                </a:cubicBezTo>
                <a:cubicBezTo>
                  <a:pt x="1632240" y="2450372"/>
                  <a:pt x="1622443" y="2460294"/>
                  <a:pt x="1610384" y="2460294"/>
                </a:cubicBezTo>
                <a:cubicBezTo>
                  <a:pt x="1598325" y="2460294"/>
                  <a:pt x="1588401" y="2450497"/>
                  <a:pt x="1588401" y="2438438"/>
                </a:cubicBezTo>
                <a:cubicBezTo>
                  <a:pt x="1588275" y="2426379"/>
                  <a:pt x="1598073" y="2416455"/>
                  <a:pt x="1610257" y="2416455"/>
                </a:cubicBezTo>
                <a:close/>
                <a:moveTo>
                  <a:pt x="484872" y="2416455"/>
                </a:moveTo>
                <a:cubicBezTo>
                  <a:pt x="487384" y="2416455"/>
                  <a:pt x="489394" y="2418465"/>
                  <a:pt x="489394" y="2420852"/>
                </a:cubicBezTo>
                <a:cubicBezTo>
                  <a:pt x="489394" y="2423365"/>
                  <a:pt x="487384" y="2425375"/>
                  <a:pt x="484997" y="2425375"/>
                </a:cubicBezTo>
                <a:cubicBezTo>
                  <a:pt x="482611" y="2425375"/>
                  <a:pt x="480601" y="2423365"/>
                  <a:pt x="480601" y="2420978"/>
                </a:cubicBezTo>
                <a:cubicBezTo>
                  <a:pt x="480601" y="2418465"/>
                  <a:pt x="482611" y="2416455"/>
                  <a:pt x="484872" y="2416455"/>
                </a:cubicBezTo>
                <a:close/>
                <a:moveTo>
                  <a:pt x="890108" y="2408541"/>
                </a:moveTo>
                <a:cubicBezTo>
                  <a:pt x="896640" y="2408541"/>
                  <a:pt x="901916" y="2413691"/>
                  <a:pt x="901916" y="2420224"/>
                </a:cubicBezTo>
                <a:cubicBezTo>
                  <a:pt x="901916" y="2426756"/>
                  <a:pt x="896765" y="2432033"/>
                  <a:pt x="890234" y="2432033"/>
                </a:cubicBezTo>
                <a:cubicBezTo>
                  <a:pt x="883701" y="2432033"/>
                  <a:pt x="878426" y="2426881"/>
                  <a:pt x="878426" y="2420349"/>
                </a:cubicBezTo>
                <a:cubicBezTo>
                  <a:pt x="878426" y="2413943"/>
                  <a:pt x="883701" y="2408667"/>
                  <a:pt x="890108" y="2408541"/>
                </a:cubicBezTo>
                <a:close/>
                <a:moveTo>
                  <a:pt x="2564930" y="2408290"/>
                </a:moveTo>
                <a:cubicBezTo>
                  <a:pt x="2567819" y="2408290"/>
                  <a:pt x="2570079" y="2410551"/>
                  <a:pt x="2570079" y="2413315"/>
                </a:cubicBezTo>
                <a:cubicBezTo>
                  <a:pt x="2570206" y="2416204"/>
                  <a:pt x="2567819" y="2418464"/>
                  <a:pt x="2565055" y="2418464"/>
                </a:cubicBezTo>
                <a:cubicBezTo>
                  <a:pt x="2562167" y="2418590"/>
                  <a:pt x="2559905" y="2416204"/>
                  <a:pt x="2559905" y="2413440"/>
                </a:cubicBezTo>
                <a:cubicBezTo>
                  <a:pt x="2559905" y="2410551"/>
                  <a:pt x="2562167" y="2408290"/>
                  <a:pt x="2564930" y="2408290"/>
                </a:cubicBezTo>
                <a:close/>
                <a:moveTo>
                  <a:pt x="359508" y="2408290"/>
                </a:moveTo>
                <a:cubicBezTo>
                  <a:pt x="361770" y="2408290"/>
                  <a:pt x="363528" y="2410175"/>
                  <a:pt x="363528" y="2412310"/>
                </a:cubicBezTo>
                <a:cubicBezTo>
                  <a:pt x="363528" y="2414572"/>
                  <a:pt x="361770" y="2416330"/>
                  <a:pt x="359508" y="2416330"/>
                </a:cubicBezTo>
                <a:cubicBezTo>
                  <a:pt x="357248" y="2416455"/>
                  <a:pt x="355489" y="2414572"/>
                  <a:pt x="355489" y="2412435"/>
                </a:cubicBezTo>
                <a:cubicBezTo>
                  <a:pt x="355614" y="2410175"/>
                  <a:pt x="357373" y="2408416"/>
                  <a:pt x="359508" y="2408290"/>
                </a:cubicBezTo>
                <a:close/>
                <a:moveTo>
                  <a:pt x="2435295" y="2407661"/>
                </a:moveTo>
                <a:cubicBezTo>
                  <a:pt x="2441827" y="2407661"/>
                  <a:pt x="2447104" y="2412937"/>
                  <a:pt x="2447104" y="2419344"/>
                </a:cubicBezTo>
                <a:cubicBezTo>
                  <a:pt x="2447104" y="2425876"/>
                  <a:pt x="2441952" y="2431153"/>
                  <a:pt x="2435422" y="2431153"/>
                </a:cubicBezTo>
                <a:cubicBezTo>
                  <a:pt x="2428888" y="2431153"/>
                  <a:pt x="2423613" y="2426002"/>
                  <a:pt x="2423613" y="2419470"/>
                </a:cubicBezTo>
                <a:cubicBezTo>
                  <a:pt x="2423613" y="2412937"/>
                  <a:pt x="2428763" y="2407661"/>
                  <a:pt x="2435295" y="2407661"/>
                </a:cubicBezTo>
                <a:close/>
                <a:moveTo>
                  <a:pt x="2300511" y="2405903"/>
                </a:moveTo>
                <a:cubicBezTo>
                  <a:pt x="2308802" y="2405777"/>
                  <a:pt x="2315585" y="2412561"/>
                  <a:pt x="2315585" y="2420851"/>
                </a:cubicBezTo>
                <a:cubicBezTo>
                  <a:pt x="2315710" y="2429143"/>
                  <a:pt x="2308928" y="2435925"/>
                  <a:pt x="2300636" y="2435925"/>
                </a:cubicBezTo>
                <a:cubicBezTo>
                  <a:pt x="2292346" y="2435925"/>
                  <a:pt x="2285563" y="2429143"/>
                  <a:pt x="2285563" y="2420851"/>
                </a:cubicBezTo>
                <a:cubicBezTo>
                  <a:pt x="2285437" y="2412561"/>
                  <a:pt x="2292221" y="2405777"/>
                  <a:pt x="2300511" y="2405903"/>
                </a:cubicBezTo>
                <a:close/>
                <a:moveTo>
                  <a:pt x="1355510" y="2405778"/>
                </a:moveTo>
                <a:cubicBezTo>
                  <a:pt x="1366942" y="2405778"/>
                  <a:pt x="1376364" y="2415073"/>
                  <a:pt x="1376364" y="2426505"/>
                </a:cubicBezTo>
                <a:cubicBezTo>
                  <a:pt x="1376364" y="2437936"/>
                  <a:pt x="1367067" y="2447358"/>
                  <a:pt x="1355635" y="2447358"/>
                </a:cubicBezTo>
                <a:cubicBezTo>
                  <a:pt x="1344205" y="2447358"/>
                  <a:pt x="1334783" y="2438061"/>
                  <a:pt x="1334783" y="2426630"/>
                </a:cubicBezTo>
                <a:cubicBezTo>
                  <a:pt x="1334783" y="2415200"/>
                  <a:pt x="1344078" y="2405778"/>
                  <a:pt x="1355510" y="2405778"/>
                </a:cubicBezTo>
                <a:close/>
                <a:moveTo>
                  <a:pt x="1694420" y="2403391"/>
                </a:moveTo>
                <a:cubicBezTo>
                  <a:pt x="1706479" y="2403391"/>
                  <a:pt x="1716401" y="2413188"/>
                  <a:pt x="1716401" y="2425249"/>
                </a:cubicBezTo>
                <a:cubicBezTo>
                  <a:pt x="1716401" y="2437306"/>
                  <a:pt x="1706604" y="2447230"/>
                  <a:pt x="1694545" y="2447230"/>
                </a:cubicBezTo>
                <a:cubicBezTo>
                  <a:pt x="1682486" y="2447230"/>
                  <a:pt x="1672562" y="2437433"/>
                  <a:pt x="1672562" y="2425374"/>
                </a:cubicBezTo>
                <a:cubicBezTo>
                  <a:pt x="1672562" y="2413315"/>
                  <a:pt x="1682359" y="2403517"/>
                  <a:pt x="1694420" y="2403391"/>
                </a:cubicBezTo>
                <a:close/>
                <a:moveTo>
                  <a:pt x="2690419" y="2400752"/>
                </a:moveTo>
                <a:cubicBezTo>
                  <a:pt x="2692178" y="2400752"/>
                  <a:pt x="2693561" y="2402134"/>
                  <a:pt x="2693561" y="2403892"/>
                </a:cubicBezTo>
                <a:cubicBezTo>
                  <a:pt x="2693561" y="2405651"/>
                  <a:pt x="2692178" y="2407034"/>
                  <a:pt x="2690419" y="2407034"/>
                </a:cubicBezTo>
                <a:cubicBezTo>
                  <a:pt x="2688661" y="2407034"/>
                  <a:pt x="2687279" y="2405651"/>
                  <a:pt x="2687279" y="2404019"/>
                </a:cubicBezTo>
                <a:cubicBezTo>
                  <a:pt x="2687279" y="2402260"/>
                  <a:pt x="2688661" y="2400878"/>
                  <a:pt x="2690419" y="2400752"/>
                </a:cubicBezTo>
                <a:close/>
                <a:moveTo>
                  <a:pt x="2159822" y="2398492"/>
                </a:moveTo>
                <a:cubicBezTo>
                  <a:pt x="2169369" y="2398492"/>
                  <a:pt x="2177158" y="2406154"/>
                  <a:pt x="2177158" y="2415701"/>
                </a:cubicBezTo>
                <a:cubicBezTo>
                  <a:pt x="2177158" y="2425247"/>
                  <a:pt x="2169494" y="2433036"/>
                  <a:pt x="2159947" y="2433036"/>
                </a:cubicBezTo>
                <a:cubicBezTo>
                  <a:pt x="2150401" y="2433036"/>
                  <a:pt x="2142613" y="2425372"/>
                  <a:pt x="2142613" y="2415827"/>
                </a:cubicBezTo>
                <a:cubicBezTo>
                  <a:pt x="2142613" y="2406279"/>
                  <a:pt x="2150275" y="2398492"/>
                  <a:pt x="2159822" y="2398492"/>
                </a:cubicBezTo>
                <a:close/>
                <a:moveTo>
                  <a:pt x="2812137" y="2390830"/>
                </a:moveTo>
                <a:cubicBezTo>
                  <a:pt x="2812765" y="2390830"/>
                  <a:pt x="2813269" y="2391333"/>
                  <a:pt x="2813269" y="2391960"/>
                </a:cubicBezTo>
                <a:cubicBezTo>
                  <a:pt x="2813269" y="2392588"/>
                  <a:pt x="2812765" y="2393090"/>
                  <a:pt x="2812137" y="2393090"/>
                </a:cubicBezTo>
                <a:cubicBezTo>
                  <a:pt x="2811510" y="2393090"/>
                  <a:pt x="2811007" y="2392588"/>
                  <a:pt x="2811007" y="2391960"/>
                </a:cubicBezTo>
                <a:cubicBezTo>
                  <a:pt x="2811007" y="2391333"/>
                  <a:pt x="2811510" y="2390830"/>
                  <a:pt x="2812137" y="2390830"/>
                </a:cubicBezTo>
                <a:close/>
                <a:moveTo>
                  <a:pt x="1037577" y="2389070"/>
                </a:moveTo>
                <a:cubicBezTo>
                  <a:pt x="1046496" y="2389070"/>
                  <a:pt x="1053781" y="2396230"/>
                  <a:pt x="1053781" y="2405149"/>
                </a:cubicBezTo>
                <a:cubicBezTo>
                  <a:pt x="1053781" y="2414068"/>
                  <a:pt x="1046621" y="2421353"/>
                  <a:pt x="1037702" y="2421353"/>
                </a:cubicBezTo>
                <a:cubicBezTo>
                  <a:pt x="1028784" y="2421353"/>
                  <a:pt x="1021498" y="2414193"/>
                  <a:pt x="1021498" y="2405274"/>
                </a:cubicBezTo>
                <a:cubicBezTo>
                  <a:pt x="1021498" y="2396357"/>
                  <a:pt x="1028658" y="2389070"/>
                  <a:pt x="1037577" y="2389070"/>
                </a:cubicBezTo>
                <a:close/>
                <a:moveTo>
                  <a:pt x="1272856" y="2385930"/>
                </a:moveTo>
                <a:cubicBezTo>
                  <a:pt x="1283909" y="2385930"/>
                  <a:pt x="1292828" y="2394723"/>
                  <a:pt x="1292828" y="2405778"/>
                </a:cubicBezTo>
                <a:cubicBezTo>
                  <a:pt x="1292828" y="2416706"/>
                  <a:pt x="1284036" y="2425750"/>
                  <a:pt x="1272982" y="2425750"/>
                </a:cubicBezTo>
                <a:cubicBezTo>
                  <a:pt x="1261927" y="2425750"/>
                  <a:pt x="1253008" y="2416958"/>
                  <a:pt x="1253008" y="2405904"/>
                </a:cubicBezTo>
                <a:cubicBezTo>
                  <a:pt x="1253008" y="2394975"/>
                  <a:pt x="1261801" y="2385930"/>
                  <a:pt x="1272856" y="2385930"/>
                </a:cubicBezTo>
                <a:close/>
                <a:moveTo>
                  <a:pt x="1776949" y="2382036"/>
                </a:moveTo>
                <a:cubicBezTo>
                  <a:pt x="1789006" y="2382036"/>
                  <a:pt x="1798930" y="2391833"/>
                  <a:pt x="1798930" y="2403892"/>
                </a:cubicBezTo>
                <a:cubicBezTo>
                  <a:pt x="1798930" y="2415951"/>
                  <a:pt x="1789133" y="2425875"/>
                  <a:pt x="1777074" y="2425875"/>
                </a:cubicBezTo>
                <a:cubicBezTo>
                  <a:pt x="1765015" y="2425875"/>
                  <a:pt x="1755091" y="2416078"/>
                  <a:pt x="1755091" y="2404019"/>
                </a:cubicBezTo>
                <a:cubicBezTo>
                  <a:pt x="1755091" y="2391960"/>
                  <a:pt x="1764888" y="2382162"/>
                  <a:pt x="1776949" y="2382036"/>
                </a:cubicBezTo>
                <a:close/>
                <a:moveTo>
                  <a:pt x="2012224" y="2381156"/>
                </a:moveTo>
                <a:cubicBezTo>
                  <a:pt x="2023529" y="2381156"/>
                  <a:pt x="2032825" y="2390326"/>
                  <a:pt x="2032825" y="2401632"/>
                </a:cubicBezTo>
                <a:cubicBezTo>
                  <a:pt x="2032951" y="2412936"/>
                  <a:pt x="2023781" y="2422232"/>
                  <a:pt x="2012350" y="2422232"/>
                </a:cubicBezTo>
                <a:cubicBezTo>
                  <a:pt x="2001045" y="2422358"/>
                  <a:pt x="1991749" y="2413188"/>
                  <a:pt x="1991749" y="2401757"/>
                </a:cubicBezTo>
                <a:cubicBezTo>
                  <a:pt x="1991623" y="2390326"/>
                  <a:pt x="2000793" y="2381156"/>
                  <a:pt x="2012224" y="2381156"/>
                </a:cubicBezTo>
                <a:close/>
                <a:moveTo>
                  <a:pt x="688998" y="2355907"/>
                </a:moveTo>
                <a:cubicBezTo>
                  <a:pt x="694775" y="2355907"/>
                  <a:pt x="699423" y="2360555"/>
                  <a:pt x="699423" y="2366333"/>
                </a:cubicBezTo>
                <a:cubicBezTo>
                  <a:pt x="699423" y="2371986"/>
                  <a:pt x="694775" y="2376760"/>
                  <a:pt x="688998" y="2376760"/>
                </a:cubicBezTo>
                <a:cubicBezTo>
                  <a:pt x="683346" y="2376760"/>
                  <a:pt x="678572" y="2372111"/>
                  <a:pt x="678572" y="2366333"/>
                </a:cubicBezTo>
                <a:cubicBezTo>
                  <a:pt x="678572" y="2360555"/>
                  <a:pt x="683219" y="2355907"/>
                  <a:pt x="688998" y="2355907"/>
                </a:cubicBezTo>
                <a:close/>
                <a:moveTo>
                  <a:pt x="1192713" y="2354777"/>
                </a:moveTo>
                <a:cubicBezTo>
                  <a:pt x="1205022" y="2354651"/>
                  <a:pt x="1214946" y="2364574"/>
                  <a:pt x="1214946" y="2376760"/>
                </a:cubicBezTo>
                <a:cubicBezTo>
                  <a:pt x="1214946" y="2389069"/>
                  <a:pt x="1205022" y="2398993"/>
                  <a:pt x="1192838" y="2398993"/>
                </a:cubicBezTo>
                <a:cubicBezTo>
                  <a:pt x="1180654" y="2399119"/>
                  <a:pt x="1170729" y="2389195"/>
                  <a:pt x="1170604" y="2377010"/>
                </a:cubicBezTo>
                <a:cubicBezTo>
                  <a:pt x="1170479" y="2364826"/>
                  <a:pt x="1180402" y="2354902"/>
                  <a:pt x="1192713" y="2354777"/>
                </a:cubicBezTo>
                <a:close/>
                <a:moveTo>
                  <a:pt x="558986" y="2353270"/>
                </a:moveTo>
                <a:cubicBezTo>
                  <a:pt x="563635" y="2353270"/>
                  <a:pt x="567277" y="2356913"/>
                  <a:pt x="567277" y="2361435"/>
                </a:cubicBezTo>
                <a:cubicBezTo>
                  <a:pt x="567277" y="2365957"/>
                  <a:pt x="563635" y="2369601"/>
                  <a:pt x="559112" y="2369601"/>
                </a:cubicBezTo>
                <a:cubicBezTo>
                  <a:pt x="554590" y="2369601"/>
                  <a:pt x="550946" y="2365957"/>
                  <a:pt x="550946" y="2361435"/>
                </a:cubicBezTo>
                <a:cubicBezTo>
                  <a:pt x="550821" y="2356913"/>
                  <a:pt x="554590" y="2353270"/>
                  <a:pt x="558986" y="2353270"/>
                </a:cubicBezTo>
                <a:close/>
                <a:moveTo>
                  <a:pt x="1856964" y="2352016"/>
                </a:moveTo>
                <a:cubicBezTo>
                  <a:pt x="1869400" y="2352016"/>
                  <a:pt x="1879575" y="2362065"/>
                  <a:pt x="1879575" y="2374502"/>
                </a:cubicBezTo>
                <a:cubicBezTo>
                  <a:pt x="1879575" y="2386937"/>
                  <a:pt x="1869526" y="2397113"/>
                  <a:pt x="1857090" y="2397113"/>
                </a:cubicBezTo>
                <a:cubicBezTo>
                  <a:pt x="1844654" y="2397113"/>
                  <a:pt x="1834479" y="2387063"/>
                  <a:pt x="1834479" y="2374627"/>
                </a:cubicBezTo>
                <a:cubicBezTo>
                  <a:pt x="1834479" y="2362191"/>
                  <a:pt x="1844528" y="2352016"/>
                  <a:pt x="1856964" y="2352016"/>
                </a:cubicBezTo>
                <a:close/>
                <a:moveTo>
                  <a:pt x="824409" y="2350381"/>
                </a:moveTo>
                <a:cubicBezTo>
                  <a:pt x="833078" y="2350381"/>
                  <a:pt x="840112" y="2357416"/>
                  <a:pt x="840112" y="2366083"/>
                </a:cubicBezTo>
                <a:cubicBezTo>
                  <a:pt x="840112" y="2374751"/>
                  <a:pt x="833078" y="2381786"/>
                  <a:pt x="824409" y="2381786"/>
                </a:cubicBezTo>
                <a:cubicBezTo>
                  <a:pt x="815742" y="2381786"/>
                  <a:pt x="808708" y="2374751"/>
                  <a:pt x="808708" y="2366083"/>
                </a:cubicBezTo>
                <a:cubicBezTo>
                  <a:pt x="808708" y="2357416"/>
                  <a:pt x="815742" y="2350381"/>
                  <a:pt x="824409" y="2350381"/>
                </a:cubicBezTo>
                <a:close/>
                <a:moveTo>
                  <a:pt x="433748" y="2346864"/>
                </a:moveTo>
                <a:cubicBezTo>
                  <a:pt x="437138" y="2346739"/>
                  <a:pt x="439777" y="2349501"/>
                  <a:pt x="439777" y="2352768"/>
                </a:cubicBezTo>
                <a:cubicBezTo>
                  <a:pt x="439777" y="2356033"/>
                  <a:pt x="437138" y="2358797"/>
                  <a:pt x="433873" y="2358797"/>
                </a:cubicBezTo>
                <a:cubicBezTo>
                  <a:pt x="430481" y="2358797"/>
                  <a:pt x="427844" y="2356033"/>
                  <a:pt x="427844" y="2352768"/>
                </a:cubicBezTo>
                <a:cubicBezTo>
                  <a:pt x="427844" y="2349501"/>
                  <a:pt x="430481" y="2346739"/>
                  <a:pt x="433748" y="2346864"/>
                </a:cubicBezTo>
                <a:close/>
                <a:moveTo>
                  <a:pt x="2360554" y="2345233"/>
                </a:moveTo>
                <a:cubicBezTo>
                  <a:pt x="2368845" y="2345107"/>
                  <a:pt x="2375628" y="2351891"/>
                  <a:pt x="2375628" y="2360181"/>
                </a:cubicBezTo>
                <a:cubicBezTo>
                  <a:pt x="2375753" y="2368472"/>
                  <a:pt x="2368971" y="2375255"/>
                  <a:pt x="2360679" y="2375255"/>
                </a:cubicBezTo>
                <a:cubicBezTo>
                  <a:pt x="2352389" y="2375380"/>
                  <a:pt x="2345606" y="2368598"/>
                  <a:pt x="2345606" y="2360306"/>
                </a:cubicBezTo>
                <a:cubicBezTo>
                  <a:pt x="2345480" y="2352016"/>
                  <a:pt x="2352264" y="2345233"/>
                  <a:pt x="2360554" y="2345233"/>
                </a:cubicBezTo>
                <a:close/>
                <a:moveTo>
                  <a:pt x="2490566" y="2342216"/>
                </a:moveTo>
                <a:cubicBezTo>
                  <a:pt x="2497223" y="2342216"/>
                  <a:pt x="2502750" y="2347618"/>
                  <a:pt x="2502750" y="2354401"/>
                </a:cubicBezTo>
                <a:cubicBezTo>
                  <a:pt x="2502750" y="2361060"/>
                  <a:pt x="2497349" y="2366586"/>
                  <a:pt x="2490566" y="2366586"/>
                </a:cubicBezTo>
                <a:cubicBezTo>
                  <a:pt x="2483909" y="2366586"/>
                  <a:pt x="2478382" y="2361185"/>
                  <a:pt x="2478382" y="2354401"/>
                </a:cubicBezTo>
                <a:cubicBezTo>
                  <a:pt x="2478255" y="2347744"/>
                  <a:pt x="2483782" y="2342216"/>
                  <a:pt x="2490566" y="2342216"/>
                </a:cubicBezTo>
                <a:close/>
                <a:moveTo>
                  <a:pt x="966229" y="2340081"/>
                </a:moveTo>
                <a:cubicBezTo>
                  <a:pt x="976405" y="2340081"/>
                  <a:pt x="984695" y="2348246"/>
                  <a:pt x="984695" y="2358422"/>
                </a:cubicBezTo>
                <a:cubicBezTo>
                  <a:pt x="984695" y="2368596"/>
                  <a:pt x="976530" y="2376886"/>
                  <a:pt x="966356" y="2376886"/>
                </a:cubicBezTo>
                <a:cubicBezTo>
                  <a:pt x="956181" y="2376886"/>
                  <a:pt x="947890" y="2368722"/>
                  <a:pt x="947890" y="2358547"/>
                </a:cubicBezTo>
                <a:cubicBezTo>
                  <a:pt x="947890" y="2348373"/>
                  <a:pt x="956054" y="2340207"/>
                  <a:pt x="966229" y="2340081"/>
                </a:cubicBezTo>
                <a:close/>
                <a:moveTo>
                  <a:pt x="2225143" y="2339955"/>
                </a:moveTo>
                <a:cubicBezTo>
                  <a:pt x="2236700" y="2339955"/>
                  <a:pt x="2246247" y="2349376"/>
                  <a:pt x="2246247" y="2360933"/>
                </a:cubicBezTo>
                <a:cubicBezTo>
                  <a:pt x="2246247" y="2372489"/>
                  <a:pt x="2236950" y="2382036"/>
                  <a:pt x="2225269" y="2382036"/>
                </a:cubicBezTo>
                <a:cubicBezTo>
                  <a:pt x="2213587" y="2382036"/>
                  <a:pt x="2204165" y="2372614"/>
                  <a:pt x="2204165" y="2361058"/>
                </a:cubicBezTo>
                <a:cubicBezTo>
                  <a:pt x="2204165" y="2349502"/>
                  <a:pt x="2213587" y="2340081"/>
                  <a:pt x="2225143" y="2339955"/>
                </a:cubicBezTo>
                <a:close/>
                <a:moveTo>
                  <a:pt x="312277" y="2337068"/>
                </a:moveTo>
                <a:cubicBezTo>
                  <a:pt x="314789" y="2337068"/>
                  <a:pt x="316799" y="2338952"/>
                  <a:pt x="316799" y="2341465"/>
                </a:cubicBezTo>
                <a:cubicBezTo>
                  <a:pt x="316799" y="2343852"/>
                  <a:pt x="314789" y="2345862"/>
                  <a:pt x="312402" y="2345862"/>
                </a:cubicBezTo>
                <a:cubicBezTo>
                  <a:pt x="309890" y="2345862"/>
                  <a:pt x="307880" y="2343852"/>
                  <a:pt x="307880" y="2341465"/>
                </a:cubicBezTo>
                <a:cubicBezTo>
                  <a:pt x="307880" y="2338952"/>
                  <a:pt x="309890" y="2336942"/>
                  <a:pt x="312277" y="2337068"/>
                </a:cubicBezTo>
                <a:close/>
                <a:moveTo>
                  <a:pt x="2615805" y="2335559"/>
                </a:moveTo>
                <a:cubicBezTo>
                  <a:pt x="2620830" y="2335559"/>
                  <a:pt x="2625100" y="2339704"/>
                  <a:pt x="2625100" y="2344855"/>
                </a:cubicBezTo>
                <a:cubicBezTo>
                  <a:pt x="2625100" y="2350005"/>
                  <a:pt x="2620955" y="2354150"/>
                  <a:pt x="2615805" y="2354150"/>
                </a:cubicBezTo>
                <a:cubicBezTo>
                  <a:pt x="2610654" y="2354150"/>
                  <a:pt x="2606509" y="2350005"/>
                  <a:pt x="2606509" y="2344855"/>
                </a:cubicBezTo>
                <a:cubicBezTo>
                  <a:pt x="2606384" y="2339704"/>
                  <a:pt x="2610529" y="2335559"/>
                  <a:pt x="2615805" y="2335559"/>
                </a:cubicBezTo>
                <a:close/>
                <a:moveTo>
                  <a:pt x="2083196" y="2331664"/>
                </a:moveTo>
                <a:cubicBezTo>
                  <a:pt x="2095758" y="2331664"/>
                  <a:pt x="2106059" y="2341839"/>
                  <a:pt x="2106059" y="2354400"/>
                </a:cubicBezTo>
                <a:cubicBezTo>
                  <a:pt x="2106059" y="2366962"/>
                  <a:pt x="2095884" y="2377263"/>
                  <a:pt x="2083323" y="2377263"/>
                </a:cubicBezTo>
                <a:cubicBezTo>
                  <a:pt x="2070761" y="2377263"/>
                  <a:pt x="2060460" y="2367088"/>
                  <a:pt x="2060460" y="2354527"/>
                </a:cubicBezTo>
                <a:cubicBezTo>
                  <a:pt x="2060460" y="2341965"/>
                  <a:pt x="2070635" y="2331664"/>
                  <a:pt x="2083196" y="2331664"/>
                </a:cubicBezTo>
                <a:close/>
                <a:moveTo>
                  <a:pt x="2737023" y="2329529"/>
                </a:moveTo>
                <a:cubicBezTo>
                  <a:pt x="2738782" y="2329655"/>
                  <a:pt x="2740163" y="2331037"/>
                  <a:pt x="2740163" y="2332669"/>
                </a:cubicBezTo>
                <a:cubicBezTo>
                  <a:pt x="2740163" y="2334428"/>
                  <a:pt x="2738908" y="2335811"/>
                  <a:pt x="2737148" y="2335811"/>
                </a:cubicBezTo>
                <a:cubicBezTo>
                  <a:pt x="2735390" y="2335811"/>
                  <a:pt x="2734008" y="2334428"/>
                  <a:pt x="2734008" y="2332669"/>
                </a:cubicBezTo>
                <a:cubicBezTo>
                  <a:pt x="2734008" y="2330911"/>
                  <a:pt x="2735390" y="2329529"/>
                  <a:pt x="2737023" y="2329529"/>
                </a:cubicBezTo>
                <a:close/>
                <a:moveTo>
                  <a:pt x="1524712" y="2328399"/>
                </a:moveTo>
                <a:cubicBezTo>
                  <a:pt x="1535514" y="2328273"/>
                  <a:pt x="1544308" y="2337066"/>
                  <a:pt x="1544308" y="2347743"/>
                </a:cubicBezTo>
                <a:cubicBezTo>
                  <a:pt x="1544308" y="2358547"/>
                  <a:pt x="1535639" y="2367341"/>
                  <a:pt x="1524837" y="2367341"/>
                </a:cubicBezTo>
                <a:cubicBezTo>
                  <a:pt x="1514034" y="2367467"/>
                  <a:pt x="1505241" y="2358798"/>
                  <a:pt x="1505241" y="2347995"/>
                </a:cubicBezTo>
                <a:cubicBezTo>
                  <a:pt x="1505241" y="2337191"/>
                  <a:pt x="1513908" y="2328524"/>
                  <a:pt x="1524712" y="2328399"/>
                </a:cubicBezTo>
                <a:close/>
                <a:moveTo>
                  <a:pt x="1439672" y="2323751"/>
                </a:moveTo>
                <a:cubicBezTo>
                  <a:pt x="1450476" y="2323751"/>
                  <a:pt x="1459393" y="2332418"/>
                  <a:pt x="1459393" y="2343347"/>
                </a:cubicBezTo>
                <a:cubicBezTo>
                  <a:pt x="1459393" y="2354149"/>
                  <a:pt x="1450726" y="2363068"/>
                  <a:pt x="1439799" y="2363068"/>
                </a:cubicBezTo>
                <a:cubicBezTo>
                  <a:pt x="1428870" y="2363193"/>
                  <a:pt x="1420077" y="2354401"/>
                  <a:pt x="1419951" y="2343472"/>
                </a:cubicBezTo>
                <a:cubicBezTo>
                  <a:pt x="1419951" y="2332670"/>
                  <a:pt x="1428744" y="2323751"/>
                  <a:pt x="1439672" y="2323751"/>
                </a:cubicBezTo>
                <a:close/>
                <a:moveTo>
                  <a:pt x="1609754" y="2322872"/>
                </a:moveTo>
                <a:cubicBezTo>
                  <a:pt x="1620683" y="2322872"/>
                  <a:pt x="1629727" y="2331665"/>
                  <a:pt x="1629727" y="2342720"/>
                </a:cubicBezTo>
                <a:cubicBezTo>
                  <a:pt x="1629727" y="2353774"/>
                  <a:pt x="1620935" y="2362692"/>
                  <a:pt x="1609881" y="2362692"/>
                </a:cubicBezTo>
                <a:cubicBezTo>
                  <a:pt x="1598952" y="2362692"/>
                  <a:pt x="1589907" y="2353900"/>
                  <a:pt x="1589907" y="2342846"/>
                </a:cubicBezTo>
                <a:cubicBezTo>
                  <a:pt x="1589907" y="2331917"/>
                  <a:pt x="1598826" y="2322872"/>
                  <a:pt x="1609754" y="2322872"/>
                </a:cubicBezTo>
                <a:close/>
                <a:moveTo>
                  <a:pt x="1115711" y="2318224"/>
                </a:moveTo>
                <a:cubicBezTo>
                  <a:pt x="1128022" y="2318098"/>
                  <a:pt x="1137945" y="2328021"/>
                  <a:pt x="1137945" y="2340206"/>
                </a:cubicBezTo>
                <a:cubicBezTo>
                  <a:pt x="1137945" y="2352390"/>
                  <a:pt x="1128022" y="2362439"/>
                  <a:pt x="1115836" y="2362439"/>
                </a:cubicBezTo>
                <a:cubicBezTo>
                  <a:pt x="1103527" y="2362439"/>
                  <a:pt x="1093603" y="2352515"/>
                  <a:pt x="1093603" y="2340331"/>
                </a:cubicBezTo>
                <a:cubicBezTo>
                  <a:pt x="1093603" y="2328147"/>
                  <a:pt x="1103400" y="2318224"/>
                  <a:pt x="1115711" y="2318224"/>
                </a:cubicBezTo>
                <a:close/>
                <a:moveTo>
                  <a:pt x="2855224" y="2317218"/>
                </a:moveTo>
                <a:cubicBezTo>
                  <a:pt x="2855852" y="2317218"/>
                  <a:pt x="2856354" y="2317721"/>
                  <a:pt x="2856354" y="2318348"/>
                </a:cubicBezTo>
                <a:cubicBezTo>
                  <a:pt x="2856354" y="2318976"/>
                  <a:pt x="2855852" y="2319478"/>
                  <a:pt x="2855224" y="2319478"/>
                </a:cubicBezTo>
                <a:cubicBezTo>
                  <a:pt x="2854597" y="2319478"/>
                  <a:pt x="2854094" y="2318976"/>
                  <a:pt x="2854094" y="2318348"/>
                </a:cubicBezTo>
                <a:cubicBezTo>
                  <a:pt x="2854094" y="2317721"/>
                  <a:pt x="2854597" y="2317218"/>
                  <a:pt x="2855224" y="2317218"/>
                </a:cubicBezTo>
                <a:close/>
                <a:moveTo>
                  <a:pt x="1933716" y="2313325"/>
                </a:moveTo>
                <a:cubicBezTo>
                  <a:pt x="1946906" y="2313325"/>
                  <a:pt x="1957708" y="2324002"/>
                  <a:pt x="1957708" y="2337191"/>
                </a:cubicBezTo>
                <a:cubicBezTo>
                  <a:pt x="1957708" y="2350382"/>
                  <a:pt x="1947031" y="2361184"/>
                  <a:pt x="1933842" y="2361184"/>
                </a:cubicBezTo>
                <a:cubicBezTo>
                  <a:pt x="1920652" y="2361184"/>
                  <a:pt x="1909850" y="2350507"/>
                  <a:pt x="1909850" y="2337318"/>
                </a:cubicBezTo>
                <a:cubicBezTo>
                  <a:pt x="1909724" y="2324254"/>
                  <a:pt x="1920401" y="2313451"/>
                  <a:pt x="1933716" y="2313325"/>
                </a:cubicBezTo>
                <a:close/>
                <a:moveTo>
                  <a:pt x="1355385" y="2308803"/>
                </a:moveTo>
                <a:cubicBezTo>
                  <a:pt x="1366816" y="2308803"/>
                  <a:pt x="1376112" y="2317973"/>
                  <a:pt x="1376112" y="2329279"/>
                </a:cubicBezTo>
                <a:cubicBezTo>
                  <a:pt x="1376238" y="2340709"/>
                  <a:pt x="1367068" y="2350005"/>
                  <a:pt x="1355637" y="2350005"/>
                </a:cubicBezTo>
                <a:cubicBezTo>
                  <a:pt x="1344330" y="2350131"/>
                  <a:pt x="1335036" y="2340961"/>
                  <a:pt x="1335036" y="2329530"/>
                </a:cubicBezTo>
                <a:cubicBezTo>
                  <a:pt x="1334910" y="2318098"/>
                  <a:pt x="1344080" y="2308929"/>
                  <a:pt x="1355385" y="2308803"/>
                </a:cubicBezTo>
                <a:close/>
                <a:moveTo>
                  <a:pt x="1693792" y="2306794"/>
                </a:moveTo>
                <a:cubicBezTo>
                  <a:pt x="1705599" y="2306668"/>
                  <a:pt x="1715271" y="2316215"/>
                  <a:pt x="1715271" y="2328147"/>
                </a:cubicBezTo>
                <a:cubicBezTo>
                  <a:pt x="1715398" y="2339956"/>
                  <a:pt x="1705724" y="2349628"/>
                  <a:pt x="1693917" y="2349628"/>
                </a:cubicBezTo>
                <a:cubicBezTo>
                  <a:pt x="1681983" y="2349753"/>
                  <a:pt x="1672437" y="2340081"/>
                  <a:pt x="1672311" y="2328274"/>
                </a:cubicBezTo>
                <a:cubicBezTo>
                  <a:pt x="1672311" y="2316466"/>
                  <a:pt x="1681858" y="2306794"/>
                  <a:pt x="1693792" y="2306794"/>
                </a:cubicBezTo>
                <a:close/>
                <a:moveTo>
                  <a:pt x="763235" y="2293730"/>
                </a:moveTo>
                <a:cubicBezTo>
                  <a:pt x="770396" y="2293730"/>
                  <a:pt x="776174" y="2299508"/>
                  <a:pt x="776174" y="2306542"/>
                </a:cubicBezTo>
                <a:cubicBezTo>
                  <a:pt x="776174" y="2313704"/>
                  <a:pt x="770396" y="2319481"/>
                  <a:pt x="763362" y="2319481"/>
                </a:cubicBezTo>
                <a:cubicBezTo>
                  <a:pt x="756200" y="2319481"/>
                  <a:pt x="750423" y="2313704"/>
                  <a:pt x="750423" y="2306669"/>
                </a:cubicBezTo>
                <a:cubicBezTo>
                  <a:pt x="750423" y="2299635"/>
                  <a:pt x="756200" y="2293856"/>
                  <a:pt x="763235" y="2293730"/>
                </a:cubicBezTo>
                <a:close/>
                <a:moveTo>
                  <a:pt x="633224" y="2291468"/>
                </a:moveTo>
                <a:cubicBezTo>
                  <a:pt x="639001" y="2291468"/>
                  <a:pt x="643649" y="2296116"/>
                  <a:pt x="643649" y="2301894"/>
                </a:cubicBezTo>
                <a:cubicBezTo>
                  <a:pt x="643649" y="2307672"/>
                  <a:pt x="639001" y="2312321"/>
                  <a:pt x="633224" y="2312321"/>
                </a:cubicBezTo>
                <a:cubicBezTo>
                  <a:pt x="627445" y="2312321"/>
                  <a:pt x="622798" y="2307672"/>
                  <a:pt x="622798" y="2301894"/>
                </a:cubicBezTo>
                <a:cubicBezTo>
                  <a:pt x="622798" y="2296242"/>
                  <a:pt x="627445" y="2291468"/>
                  <a:pt x="633224" y="2291468"/>
                </a:cubicBezTo>
                <a:close/>
                <a:moveTo>
                  <a:pt x="899401" y="2289962"/>
                </a:moveTo>
                <a:cubicBezTo>
                  <a:pt x="908195" y="2289962"/>
                  <a:pt x="915229" y="2296996"/>
                  <a:pt x="915229" y="2305663"/>
                </a:cubicBezTo>
                <a:cubicBezTo>
                  <a:pt x="915229" y="2314331"/>
                  <a:pt x="908195" y="2321366"/>
                  <a:pt x="899528" y="2321366"/>
                </a:cubicBezTo>
                <a:cubicBezTo>
                  <a:pt x="890734" y="2321366"/>
                  <a:pt x="883700" y="2314331"/>
                  <a:pt x="883700" y="2305663"/>
                </a:cubicBezTo>
                <a:cubicBezTo>
                  <a:pt x="883700" y="2296996"/>
                  <a:pt x="890734" y="2289836"/>
                  <a:pt x="899401" y="2289962"/>
                </a:cubicBezTo>
                <a:close/>
                <a:moveTo>
                  <a:pt x="507861" y="2285941"/>
                </a:moveTo>
                <a:cubicBezTo>
                  <a:pt x="511880" y="2285941"/>
                  <a:pt x="515020" y="2289081"/>
                  <a:pt x="515020" y="2292976"/>
                </a:cubicBezTo>
                <a:cubicBezTo>
                  <a:pt x="515020" y="2296995"/>
                  <a:pt x="511880" y="2300135"/>
                  <a:pt x="507986" y="2300135"/>
                </a:cubicBezTo>
                <a:cubicBezTo>
                  <a:pt x="504217" y="2300135"/>
                  <a:pt x="500952" y="2296995"/>
                  <a:pt x="500952" y="2293101"/>
                </a:cubicBezTo>
                <a:cubicBezTo>
                  <a:pt x="500952" y="2289208"/>
                  <a:pt x="504092" y="2286066"/>
                  <a:pt x="507861" y="2285941"/>
                </a:cubicBezTo>
                <a:close/>
                <a:moveTo>
                  <a:pt x="1273481" y="2284308"/>
                </a:moveTo>
                <a:cubicBezTo>
                  <a:pt x="1285540" y="2284308"/>
                  <a:pt x="1295464" y="2294105"/>
                  <a:pt x="1295464" y="2306164"/>
                </a:cubicBezTo>
                <a:cubicBezTo>
                  <a:pt x="1295464" y="2318223"/>
                  <a:pt x="1285667" y="2328147"/>
                  <a:pt x="1273608" y="2328147"/>
                </a:cubicBezTo>
                <a:cubicBezTo>
                  <a:pt x="1261549" y="2328147"/>
                  <a:pt x="1251625" y="2318350"/>
                  <a:pt x="1251625" y="2306291"/>
                </a:cubicBezTo>
                <a:cubicBezTo>
                  <a:pt x="1251625" y="2294105"/>
                  <a:pt x="1261422" y="2284308"/>
                  <a:pt x="1273481" y="2284308"/>
                </a:cubicBezTo>
                <a:close/>
                <a:moveTo>
                  <a:pt x="2285813" y="2282675"/>
                </a:moveTo>
                <a:cubicBezTo>
                  <a:pt x="2295987" y="2282675"/>
                  <a:pt x="2304277" y="2290840"/>
                  <a:pt x="2304277" y="2301014"/>
                </a:cubicBezTo>
                <a:cubicBezTo>
                  <a:pt x="2304277" y="2311190"/>
                  <a:pt x="2296113" y="2319480"/>
                  <a:pt x="2285938" y="2319480"/>
                </a:cubicBezTo>
                <a:cubicBezTo>
                  <a:pt x="2275764" y="2319480"/>
                  <a:pt x="2267472" y="2311316"/>
                  <a:pt x="2267472" y="2301141"/>
                </a:cubicBezTo>
                <a:cubicBezTo>
                  <a:pt x="2267472" y="2290967"/>
                  <a:pt x="2275637" y="2282800"/>
                  <a:pt x="2285813" y="2282675"/>
                </a:cubicBezTo>
                <a:close/>
                <a:moveTo>
                  <a:pt x="1775690" y="2281796"/>
                </a:moveTo>
                <a:cubicBezTo>
                  <a:pt x="1788126" y="2281796"/>
                  <a:pt x="1798300" y="2291845"/>
                  <a:pt x="1798300" y="2304282"/>
                </a:cubicBezTo>
                <a:cubicBezTo>
                  <a:pt x="1798300" y="2316717"/>
                  <a:pt x="1788251" y="2326893"/>
                  <a:pt x="1775815" y="2326893"/>
                </a:cubicBezTo>
                <a:cubicBezTo>
                  <a:pt x="1763254" y="2326893"/>
                  <a:pt x="1753079" y="2316843"/>
                  <a:pt x="1753079" y="2304407"/>
                </a:cubicBezTo>
                <a:cubicBezTo>
                  <a:pt x="1753079" y="2291971"/>
                  <a:pt x="1763128" y="2281796"/>
                  <a:pt x="1775690" y="2281796"/>
                </a:cubicBezTo>
                <a:close/>
                <a:moveTo>
                  <a:pt x="2415951" y="2280413"/>
                </a:moveTo>
                <a:cubicBezTo>
                  <a:pt x="2424242" y="2280288"/>
                  <a:pt x="2431025" y="2287072"/>
                  <a:pt x="2431025" y="2295362"/>
                </a:cubicBezTo>
                <a:cubicBezTo>
                  <a:pt x="2431025" y="2303654"/>
                  <a:pt x="2424367" y="2310436"/>
                  <a:pt x="2416076" y="2310436"/>
                </a:cubicBezTo>
                <a:cubicBezTo>
                  <a:pt x="2407660" y="2310436"/>
                  <a:pt x="2401003" y="2303779"/>
                  <a:pt x="2400877" y="2295488"/>
                </a:cubicBezTo>
                <a:cubicBezTo>
                  <a:pt x="2400877" y="2287197"/>
                  <a:pt x="2407660" y="2280413"/>
                  <a:pt x="2415951" y="2280413"/>
                </a:cubicBezTo>
                <a:close/>
                <a:moveTo>
                  <a:pt x="2149647" y="2278279"/>
                </a:moveTo>
                <a:cubicBezTo>
                  <a:pt x="2162209" y="2278279"/>
                  <a:pt x="2172510" y="2288454"/>
                  <a:pt x="2172510" y="2301015"/>
                </a:cubicBezTo>
                <a:cubicBezTo>
                  <a:pt x="2172510" y="2313577"/>
                  <a:pt x="2162334" y="2323878"/>
                  <a:pt x="2149772" y="2323878"/>
                </a:cubicBezTo>
                <a:cubicBezTo>
                  <a:pt x="2137211" y="2323878"/>
                  <a:pt x="2126911" y="2313703"/>
                  <a:pt x="2126911" y="2301142"/>
                </a:cubicBezTo>
                <a:cubicBezTo>
                  <a:pt x="2126911" y="2288580"/>
                  <a:pt x="2137086" y="2278279"/>
                  <a:pt x="2149647" y="2278279"/>
                </a:cubicBezTo>
                <a:close/>
                <a:moveTo>
                  <a:pt x="2541061" y="2276519"/>
                </a:moveTo>
                <a:cubicBezTo>
                  <a:pt x="2546213" y="2276519"/>
                  <a:pt x="2550358" y="2280664"/>
                  <a:pt x="2550358" y="2285815"/>
                </a:cubicBezTo>
                <a:cubicBezTo>
                  <a:pt x="2550358" y="2290965"/>
                  <a:pt x="2546213" y="2295110"/>
                  <a:pt x="2541061" y="2295110"/>
                </a:cubicBezTo>
                <a:cubicBezTo>
                  <a:pt x="2535911" y="2295110"/>
                  <a:pt x="2531766" y="2290965"/>
                  <a:pt x="2531766" y="2285815"/>
                </a:cubicBezTo>
                <a:cubicBezTo>
                  <a:pt x="2531766" y="2280664"/>
                  <a:pt x="2535911" y="2276519"/>
                  <a:pt x="2541061" y="2276519"/>
                </a:cubicBezTo>
                <a:close/>
                <a:moveTo>
                  <a:pt x="1042603" y="2275515"/>
                </a:moveTo>
                <a:cubicBezTo>
                  <a:pt x="1054033" y="2275390"/>
                  <a:pt x="1063329" y="2284560"/>
                  <a:pt x="1063329" y="2295991"/>
                </a:cubicBezTo>
                <a:cubicBezTo>
                  <a:pt x="1063329" y="2307296"/>
                  <a:pt x="1054285" y="2316592"/>
                  <a:pt x="1042854" y="2316592"/>
                </a:cubicBezTo>
                <a:cubicBezTo>
                  <a:pt x="1031549" y="2316718"/>
                  <a:pt x="1022253" y="2307548"/>
                  <a:pt x="1022253" y="2296117"/>
                </a:cubicBezTo>
                <a:cubicBezTo>
                  <a:pt x="1022253" y="2284812"/>
                  <a:pt x="1031422" y="2275515"/>
                  <a:pt x="1042603" y="2275515"/>
                </a:cubicBezTo>
                <a:close/>
                <a:moveTo>
                  <a:pt x="387019" y="2274887"/>
                </a:moveTo>
                <a:cubicBezTo>
                  <a:pt x="390662" y="2274887"/>
                  <a:pt x="393677" y="2277902"/>
                  <a:pt x="393677" y="2281545"/>
                </a:cubicBezTo>
                <a:cubicBezTo>
                  <a:pt x="393677" y="2285187"/>
                  <a:pt x="390662" y="2288202"/>
                  <a:pt x="387019" y="2288202"/>
                </a:cubicBezTo>
                <a:cubicBezTo>
                  <a:pt x="383377" y="2288202"/>
                  <a:pt x="380362" y="2285187"/>
                  <a:pt x="380362" y="2281545"/>
                </a:cubicBezTo>
                <a:cubicBezTo>
                  <a:pt x="380362" y="2277777"/>
                  <a:pt x="383251" y="2274887"/>
                  <a:pt x="387019" y="2274887"/>
                </a:cubicBezTo>
                <a:close/>
                <a:moveTo>
                  <a:pt x="2006196" y="2268480"/>
                </a:moveTo>
                <a:cubicBezTo>
                  <a:pt x="2019511" y="2268355"/>
                  <a:pt x="2030439" y="2279157"/>
                  <a:pt x="2030439" y="2292473"/>
                </a:cubicBezTo>
                <a:cubicBezTo>
                  <a:pt x="2030565" y="2305788"/>
                  <a:pt x="2019761" y="2316716"/>
                  <a:pt x="2006447" y="2316716"/>
                </a:cubicBezTo>
                <a:cubicBezTo>
                  <a:pt x="1993132" y="2316842"/>
                  <a:pt x="1982204" y="2306039"/>
                  <a:pt x="1982204" y="2292724"/>
                </a:cubicBezTo>
                <a:cubicBezTo>
                  <a:pt x="1982077" y="2279409"/>
                  <a:pt x="1992880" y="2268480"/>
                  <a:pt x="2006196" y="2268480"/>
                </a:cubicBezTo>
                <a:close/>
                <a:moveTo>
                  <a:pt x="2661904" y="2263455"/>
                </a:moveTo>
                <a:cubicBezTo>
                  <a:pt x="2667305" y="2263455"/>
                  <a:pt x="2671702" y="2267725"/>
                  <a:pt x="2671702" y="2273126"/>
                </a:cubicBezTo>
                <a:cubicBezTo>
                  <a:pt x="2671702" y="2278528"/>
                  <a:pt x="2667430" y="2282924"/>
                  <a:pt x="2662029" y="2282924"/>
                </a:cubicBezTo>
                <a:cubicBezTo>
                  <a:pt x="2656629" y="2282924"/>
                  <a:pt x="2652232" y="2278653"/>
                  <a:pt x="2652232" y="2273252"/>
                </a:cubicBezTo>
                <a:cubicBezTo>
                  <a:pt x="2652232" y="2267852"/>
                  <a:pt x="2656629" y="2263580"/>
                  <a:pt x="2661904" y="2263455"/>
                </a:cubicBezTo>
                <a:close/>
                <a:moveTo>
                  <a:pt x="269444" y="2263330"/>
                </a:moveTo>
                <a:cubicBezTo>
                  <a:pt x="271831" y="2263330"/>
                  <a:pt x="273841" y="2265215"/>
                  <a:pt x="273841" y="2267727"/>
                </a:cubicBezTo>
                <a:cubicBezTo>
                  <a:pt x="273841" y="2270114"/>
                  <a:pt x="271956" y="2272123"/>
                  <a:pt x="269444" y="2272123"/>
                </a:cubicBezTo>
                <a:cubicBezTo>
                  <a:pt x="266932" y="2272123"/>
                  <a:pt x="264922" y="2270114"/>
                  <a:pt x="264922" y="2267727"/>
                </a:cubicBezTo>
                <a:cubicBezTo>
                  <a:pt x="264922" y="2265340"/>
                  <a:pt x="266932" y="2263330"/>
                  <a:pt x="269444" y="2263330"/>
                </a:cubicBezTo>
                <a:close/>
                <a:moveTo>
                  <a:pt x="1854201" y="2254160"/>
                </a:moveTo>
                <a:cubicBezTo>
                  <a:pt x="1863748" y="2254160"/>
                  <a:pt x="1871537" y="2261822"/>
                  <a:pt x="1871537" y="2271368"/>
                </a:cubicBezTo>
                <a:cubicBezTo>
                  <a:pt x="1871537" y="2280915"/>
                  <a:pt x="1863873" y="2288703"/>
                  <a:pt x="1854326" y="2288703"/>
                </a:cubicBezTo>
                <a:cubicBezTo>
                  <a:pt x="1844780" y="2288703"/>
                  <a:pt x="1836992" y="2281040"/>
                  <a:pt x="1836992" y="2271495"/>
                </a:cubicBezTo>
                <a:cubicBezTo>
                  <a:pt x="1836992" y="2261949"/>
                  <a:pt x="1844654" y="2254285"/>
                  <a:pt x="1854201" y="2254160"/>
                </a:cubicBezTo>
                <a:close/>
                <a:moveTo>
                  <a:pt x="1194598" y="2253659"/>
                </a:moveTo>
                <a:cubicBezTo>
                  <a:pt x="1205777" y="2253659"/>
                  <a:pt x="1214821" y="2262578"/>
                  <a:pt x="1214821" y="2273757"/>
                </a:cubicBezTo>
                <a:cubicBezTo>
                  <a:pt x="1214821" y="2284937"/>
                  <a:pt x="1205904" y="2293981"/>
                  <a:pt x="1194723" y="2293981"/>
                </a:cubicBezTo>
                <a:cubicBezTo>
                  <a:pt x="1183544" y="2293981"/>
                  <a:pt x="1174499" y="2284937"/>
                  <a:pt x="1174499" y="2273883"/>
                </a:cubicBezTo>
                <a:cubicBezTo>
                  <a:pt x="1174499" y="2262829"/>
                  <a:pt x="1183418" y="2253784"/>
                  <a:pt x="1194598" y="2253659"/>
                </a:cubicBezTo>
                <a:close/>
                <a:moveTo>
                  <a:pt x="2779480" y="2253531"/>
                </a:moveTo>
                <a:cubicBezTo>
                  <a:pt x="2782370" y="2253531"/>
                  <a:pt x="2784630" y="2255793"/>
                  <a:pt x="2784630" y="2258555"/>
                </a:cubicBezTo>
                <a:cubicBezTo>
                  <a:pt x="2784757" y="2261445"/>
                  <a:pt x="2782495" y="2263705"/>
                  <a:pt x="2779605" y="2263705"/>
                </a:cubicBezTo>
                <a:cubicBezTo>
                  <a:pt x="2776842" y="2263705"/>
                  <a:pt x="2774455" y="2261445"/>
                  <a:pt x="2774455" y="2258681"/>
                </a:cubicBezTo>
                <a:cubicBezTo>
                  <a:pt x="2774455" y="2255793"/>
                  <a:pt x="2776717" y="2253531"/>
                  <a:pt x="2779480" y="2253531"/>
                </a:cubicBezTo>
                <a:close/>
                <a:moveTo>
                  <a:pt x="1524463" y="2241850"/>
                </a:moveTo>
                <a:cubicBezTo>
                  <a:pt x="1530493" y="2241850"/>
                  <a:pt x="1535518" y="2246749"/>
                  <a:pt x="1535518" y="2252904"/>
                </a:cubicBezTo>
                <a:cubicBezTo>
                  <a:pt x="1535518" y="2258934"/>
                  <a:pt x="1530493" y="2263958"/>
                  <a:pt x="1524463" y="2263958"/>
                </a:cubicBezTo>
                <a:cubicBezTo>
                  <a:pt x="1518434" y="2263958"/>
                  <a:pt x="1513409" y="2259059"/>
                  <a:pt x="1513409" y="2252904"/>
                </a:cubicBezTo>
                <a:cubicBezTo>
                  <a:pt x="1513282" y="2246875"/>
                  <a:pt x="1518307" y="2241850"/>
                  <a:pt x="1524463" y="2241850"/>
                </a:cubicBezTo>
                <a:close/>
                <a:moveTo>
                  <a:pt x="2894164" y="2240469"/>
                </a:moveTo>
                <a:cubicBezTo>
                  <a:pt x="2895294" y="2240469"/>
                  <a:pt x="2896174" y="2241349"/>
                  <a:pt x="2896174" y="2242479"/>
                </a:cubicBezTo>
                <a:cubicBezTo>
                  <a:pt x="2896174" y="2243610"/>
                  <a:pt x="2895294" y="2244489"/>
                  <a:pt x="2894164" y="2244489"/>
                </a:cubicBezTo>
                <a:cubicBezTo>
                  <a:pt x="2893034" y="2244489"/>
                  <a:pt x="2892154" y="2243610"/>
                  <a:pt x="2892154" y="2242479"/>
                </a:cubicBezTo>
                <a:cubicBezTo>
                  <a:pt x="2892029" y="2241349"/>
                  <a:pt x="2892908" y="2240469"/>
                  <a:pt x="2894164" y="2240469"/>
                </a:cubicBezTo>
                <a:close/>
                <a:moveTo>
                  <a:pt x="1439295" y="2235947"/>
                </a:moveTo>
                <a:cubicBezTo>
                  <a:pt x="1445827" y="2235947"/>
                  <a:pt x="1451104" y="2241097"/>
                  <a:pt x="1451104" y="2247629"/>
                </a:cubicBezTo>
                <a:cubicBezTo>
                  <a:pt x="1451104" y="2254162"/>
                  <a:pt x="1445952" y="2259438"/>
                  <a:pt x="1439420" y="2259438"/>
                </a:cubicBezTo>
                <a:cubicBezTo>
                  <a:pt x="1432888" y="2259438"/>
                  <a:pt x="1427613" y="2254288"/>
                  <a:pt x="1427613" y="2247756"/>
                </a:cubicBezTo>
                <a:cubicBezTo>
                  <a:pt x="1427613" y="2241349"/>
                  <a:pt x="1432888" y="2236072"/>
                  <a:pt x="1439295" y="2235947"/>
                </a:cubicBezTo>
                <a:close/>
                <a:moveTo>
                  <a:pt x="1609379" y="2235067"/>
                </a:moveTo>
                <a:cubicBezTo>
                  <a:pt x="1615911" y="2235067"/>
                  <a:pt x="1621313" y="2240469"/>
                  <a:pt x="1621313" y="2247001"/>
                </a:cubicBezTo>
                <a:cubicBezTo>
                  <a:pt x="1621313" y="2253658"/>
                  <a:pt x="1616036" y="2259059"/>
                  <a:pt x="1609379" y="2259059"/>
                </a:cubicBezTo>
                <a:cubicBezTo>
                  <a:pt x="1602847" y="2259059"/>
                  <a:pt x="1597445" y="2253783"/>
                  <a:pt x="1597445" y="2247126"/>
                </a:cubicBezTo>
                <a:cubicBezTo>
                  <a:pt x="1597445" y="2240594"/>
                  <a:pt x="1602847" y="2235192"/>
                  <a:pt x="1609379" y="2235067"/>
                </a:cubicBezTo>
                <a:close/>
                <a:moveTo>
                  <a:pt x="707085" y="2229413"/>
                </a:moveTo>
                <a:cubicBezTo>
                  <a:pt x="714245" y="2229413"/>
                  <a:pt x="720149" y="2235318"/>
                  <a:pt x="720149" y="2242479"/>
                </a:cubicBezTo>
                <a:cubicBezTo>
                  <a:pt x="720275" y="2249638"/>
                  <a:pt x="714497" y="2255542"/>
                  <a:pt x="707211" y="2255542"/>
                </a:cubicBezTo>
                <a:cubicBezTo>
                  <a:pt x="700051" y="2255542"/>
                  <a:pt x="694147" y="2249764"/>
                  <a:pt x="694147" y="2242479"/>
                </a:cubicBezTo>
                <a:cubicBezTo>
                  <a:pt x="694147" y="2235192"/>
                  <a:pt x="699926" y="2229288"/>
                  <a:pt x="707085" y="2229413"/>
                </a:cubicBezTo>
                <a:close/>
                <a:moveTo>
                  <a:pt x="837598" y="2229162"/>
                </a:moveTo>
                <a:cubicBezTo>
                  <a:pt x="847271" y="2229037"/>
                  <a:pt x="855309" y="2236951"/>
                  <a:pt x="855309" y="2246748"/>
                </a:cubicBezTo>
                <a:cubicBezTo>
                  <a:pt x="855436" y="2256547"/>
                  <a:pt x="847522" y="2264586"/>
                  <a:pt x="837725" y="2264586"/>
                </a:cubicBezTo>
                <a:cubicBezTo>
                  <a:pt x="827926" y="2264711"/>
                  <a:pt x="819887" y="2256797"/>
                  <a:pt x="819887" y="2247000"/>
                </a:cubicBezTo>
                <a:cubicBezTo>
                  <a:pt x="819887" y="2237202"/>
                  <a:pt x="827801" y="2229162"/>
                  <a:pt x="837598" y="2229162"/>
                </a:cubicBezTo>
                <a:close/>
                <a:moveTo>
                  <a:pt x="974645" y="2224641"/>
                </a:moveTo>
                <a:cubicBezTo>
                  <a:pt x="985824" y="2224641"/>
                  <a:pt x="994869" y="2233560"/>
                  <a:pt x="994869" y="2244739"/>
                </a:cubicBezTo>
                <a:cubicBezTo>
                  <a:pt x="994869" y="2255919"/>
                  <a:pt x="985951" y="2264963"/>
                  <a:pt x="974770" y="2264963"/>
                </a:cubicBezTo>
                <a:cubicBezTo>
                  <a:pt x="963591" y="2264963"/>
                  <a:pt x="954547" y="2256045"/>
                  <a:pt x="954547" y="2244865"/>
                </a:cubicBezTo>
                <a:cubicBezTo>
                  <a:pt x="954547" y="2233811"/>
                  <a:pt x="963591" y="2224766"/>
                  <a:pt x="974645" y="2224641"/>
                </a:cubicBezTo>
                <a:close/>
                <a:moveTo>
                  <a:pt x="582224" y="2222883"/>
                </a:moveTo>
                <a:cubicBezTo>
                  <a:pt x="588129" y="2222883"/>
                  <a:pt x="592902" y="2227530"/>
                  <a:pt x="592902" y="2233434"/>
                </a:cubicBezTo>
                <a:cubicBezTo>
                  <a:pt x="592902" y="2239339"/>
                  <a:pt x="588254" y="2244111"/>
                  <a:pt x="582349" y="2244111"/>
                </a:cubicBezTo>
                <a:cubicBezTo>
                  <a:pt x="576446" y="2244111"/>
                  <a:pt x="571672" y="2239464"/>
                  <a:pt x="571672" y="2233560"/>
                </a:cubicBezTo>
                <a:cubicBezTo>
                  <a:pt x="571672" y="2227656"/>
                  <a:pt x="576319" y="2222883"/>
                  <a:pt x="582224" y="2222883"/>
                </a:cubicBezTo>
                <a:close/>
                <a:moveTo>
                  <a:pt x="2211073" y="2217983"/>
                </a:moveTo>
                <a:cubicBezTo>
                  <a:pt x="2224262" y="2217983"/>
                  <a:pt x="2234939" y="2228660"/>
                  <a:pt x="2235064" y="2241849"/>
                </a:cubicBezTo>
                <a:cubicBezTo>
                  <a:pt x="2235064" y="2255040"/>
                  <a:pt x="2224387" y="2265842"/>
                  <a:pt x="2211198" y="2265842"/>
                </a:cubicBezTo>
                <a:cubicBezTo>
                  <a:pt x="2198009" y="2265842"/>
                  <a:pt x="2187205" y="2255165"/>
                  <a:pt x="2187205" y="2241976"/>
                </a:cubicBezTo>
                <a:cubicBezTo>
                  <a:pt x="2187205" y="2228785"/>
                  <a:pt x="2197882" y="2218108"/>
                  <a:pt x="2211073" y="2217983"/>
                </a:cubicBezTo>
                <a:close/>
                <a:moveTo>
                  <a:pt x="1355636" y="2217731"/>
                </a:moveTo>
                <a:cubicBezTo>
                  <a:pt x="1363298" y="2217731"/>
                  <a:pt x="1369579" y="2224012"/>
                  <a:pt x="1369579" y="2231675"/>
                </a:cubicBezTo>
                <a:cubicBezTo>
                  <a:pt x="1369705" y="2239337"/>
                  <a:pt x="1363423" y="2245618"/>
                  <a:pt x="1355761" y="2245618"/>
                </a:cubicBezTo>
                <a:cubicBezTo>
                  <a:pt x="1347974" y="2245743"/>
                  <a:pt x="1341692" y="2239462"/>
                  <a:pt x="1341692" y="2231800"/>
                </a:cubicBezTo>
                <a:cubicBezTo>
                  <a:pt x="1341692" y="2224138"/>
                  <a:pt x="1347847" y="2217856"/>
                  <a:pt x="1355636" y="2217731"/>
                </a:cubicBezTo>
                <a:close/>
                <a:moveTo>
                  <a:pt x="1693038" y="2215847"/>
                </a:moveTo>
                <a:cubicBezTo>
                  <a:pt x="1701202" y="2215847"/>
                  <a:pt x="1707734" y="2222379"/>
                  <a:pt x="1707734" y="2230418"/>
                </a:cubicBezTo>
                <a:cubicBezTo>
                  <a:pt x="1707734" y="2238583"/>
                  <a:pt x="1701202" y="2245115"/>
                  <a:pt x="1693163" y="2245115"/>
                </a:cubicBezTo>
                <a:cubicBezTo>
                  <a:pt x="1685124" y="2245115"/>
                  <a:pt x="1678466" y="2238583"/>
                  <a:pt x="1678466" y="2230544"/>
                </a:cubicBezTo>
                <a:cubicBezTo>
                  <a:pt x="1678466" y="2222504"/>
                  <a:pt x="1684873" y="2215972"/>
                  <a:pt x="1693038" y="2215847"/>
                </a:cubicBezTo>
                <a:close/>
                <a:moveTo>
                  <a:pt x="2073901" y="2215596"/>
                </a:moveTo>
                <a:cubicBezTo>
                  <a:pt x="2087843" y="2215596"/>
                  <a:pt x="2099275" y="2226776"/>
                  <a:pt x="2099275" y="2240719"/>
                </a:cubicBezTo>
                <a:cubicBezTo>
                  <a:pt x="2099275" y="2254663"/>
                  <a:pt x="2088095" y="2265968"/>
                  <a:pt x="2074152" y="2266093"/>
                </a:cubicBezTo>
                <a:cubicBezTo>
                  <a:pt x="2060208" y="2266219"/>
                  <a:pt x="2048904" y="2254913"/>
                  <a:pt x="2048904" y="2240970"/>
                </a:cubicBezTo>
                <a:cubicBezTo>
                  <a:pt x="2048778" y="2227027"/>
                  <a:pt x="2060083" y="2215721"/>
                  <a:pt x="2073901" y="2215596"/>
                </a:cubicBezTo>
                <a:close/>
                <a:moveTo>
                  <a:pt x="2341462" y="2215471"/>
                </a:moveTo>
                <a:cubicBezTo>
                  <a:pt x="2353144" y="2215471"/>
                  <a:pt x="2362566" y="2224892"/>
                  <a:pt x="2362566" y="2236449"/>
                </a:cubicBezTo>
                <a:cubicBezTo>
                  <a:pt x="2362566" y="2248005"/>
                  <a:pt x="2353144" y="2257426"/>
                  <a:pt x="2341588" y="2257551"/>
                </a:cubicBezTo>
                <a:cubicBezTo>
                  <a:pt x="2330031" y="2257551"/>
                  <a:pt x="2320484" y="2248130"/>
                  <a:pt x="2320484" y="2236574"/>
                </a:cubicBezTo>
                <a:cubicBezTo>
                  <a:pt x="2320484" y="2224892"/>
                  <a:pt x="2329780" y="2215471"/>
                  <a:pt x="2341462" y="2215471"/>
                </a:cubicBezTo>
                <a:close/>
                <a:moveTo>
                  <a:pt x="461633" y="2212832"/>
                </a:moveTo>
                <a:cubicBezTo>
                  <a:pt x="466407" y="2212832"/>
                  <a:pt x="470300" y="2216726"/>
                  <a:pt x="470300" y="2221499"/>
                </a:cubicBezTo>
                <a:cubicBezTo>
                  <a:pt x="470427" y="2226273"/>
                  <a:pt x="466532" y="2230166"/>
                  <a:pt x="461759" y="2230166"/>
                </a:cubicBezTo>
                <a:cubicBezTo>
                  <a:pt x="456986" y="2230166"/>
                  <a:pt x="453092" y="2226273"/>
                  <a:pt x="453092" y="2221499"/>
                </a:cubicBezTo>
                <a:cubicBezTo>
                  <a:pt x="453092" y="2216726"/>
                  <a:pt x="456986" y="2212832"/>
                  <a:pt x="461633" y="2212832"/>
                </a:cubicBezTo>
                <a:close/>
                <a:moveTo>
                  <a:pt x="1119855" y="2212707"/>
                </a:moveTo>
                <a:cubicBezTo>
                  <a:pt x="1131034" y="2212707"/>
                  <a:pt x="1140079" y="2221626"/>
                  <a:pt x="1140079" y="2232805"/>
                </a:cubicBezTo>
                <a:cubicBezTo>
                  <a:pt x="1140079" y="2243985"/>
                  <a:pt x="1131161" y="2253029"/>
                  <a:pt x="1119980" y="2253029"/>
                </a:cubicBezTo>
                <a:cubicBezTo>
                  <a:pt x="1108801" y="2253029"/>
                  <a:pt x="1099757" y="2244111"/>
                  <a:pt x="1099757" y="2232931"/>
                </a:cubicBezTo>
                <a:cubicBezTo>
                  <a:pt x="1099757" y="2221877"/>
                  <a:pt x="1108676" y="2212707"/>
                  <a:pt x="1119855" y="2212707"/>
                </a:cubicBezTo>
                <a:close/>
                <a:moveTo>
                  <a:pt x="2466323" y="2211701"/>
                </a:moveTo>
                <a:cubicBezTo>
                  <a:pt x="2474613" y="2211576"/>
                  <a:pt x="2481397" y="2218360"/>
                  <a:pt x="2481397" y="2226650"/>
                </a:cubicBezTo>
                <a:cubicBezTo>
                  <a:pt x="2481522" y="2235067"/>
                  <a:pt x="2474740" y="2241849"/>
                  <a:pt x="2466448" y="2241849"/>
                </a:cubicBezTo>
                <a:cubicBezTo>
                  <a:pt x="2458158" y="2241849"/>
                  <a:pt x="2451374" y="2235067"/>
                  <a:pt x="2451374" y="2226775"/>
                </a:cubicBezTo>
                <a:cubicBezTo>
                  <a:pt x="2451374" y="2218360"/>
                  <a:pt x="2458032" y="2211701"/>
                  <a:pt x="2466323" y="2211701"/>
                </a:cubicBezTo>
                <a:close/>
                <a:moveTo>
                  <a:pt x="1928565" y="2208687"/>
                </a:moveTo>
                <a:cubicBezTo>
                  <a:pt x="1940372" y="2208687"/>
                  <a:pt x="1949919" y="2218234"/>
                  <a:pt x="1949919" y="2229915"/>
                </a:cubicBezTo>
                <a:cubicBezTo>
                  <a:pt x="1950046" y="2241724"/>
                  <a:pt x="1940499" y="2251270"/>
                  <a:pt x="1928816" y="2251270"/>
                </a:cubicBezTo>
                <a:cubicBezTo>
                  <a:pt x="1917009" y="2251270"/>
                  <a:pt x="1907462" y="2241724"/>
                  <a:pt x="1907462" y="2230041"/>
                </a:cubicBezTo>
                <a:cubicBezTo>
                  <a:pt x="1907462" y="2218234"/>
                  <a:pt x="1916884" y="2208687"/>
                  <a:pt x="1928565" y="2208687"/>
                </a:cubicBezTo>
                <a:close/>
                <a:moveTo>
                  <a:pt x="344812" y="2202910"/>
                </a:moveTo>
                <a:cubicBezTo>
                  <a:pt x="347198" y="2202910"/>
                  <a:pt x="349208" y="2204795"/>
                  <a:pt x="349208" y="2207307"/>
                </a:cubicBezTo>
                <a:cubicBezTo>
                  <a:pt x="349208" y="2209694"/>
                  <a:pt x="347325" y="2211703"/>
                  <a:pt x="344812" y="2211703"/>
                </a:cubicBezTo>
                <a:cubicBezTo>
                  <a:pt x="342426" y="2211703"/>
                  <a:pt x="340416" y="2209694"/>
                  <a:pt x="340416" y="2207307"/>
                </a:cubicBezTo>
                <a:cubicBezTo>
                  <a:pt x="340416" y="2204920"/>
                  <a:pt x="342426" y="2202910"/>
                  <a:pt x="344812" y="2202910"/>
                </a:cubicBezTo>
                <a:close/>
                <a:moveTo>
                  <a:pt x="2586788" y="2201150"/>
                </a:moveTo>
                <a:cubicBezTo>
                  <a:pt x="2593697" y="2201150"/>
                  <a:pt x="2599474" y="2206802"/>
                  <a:pt x="2599474" y="2213711"/>
                </a:cubicBezTo>
                <a:cubicBezTo>
                  <a:pt x="2599474" y="2220746"/>
                  <a:pt x="2593822" y="2226398"/>
                  <a:pt x="2586913" y="2226398"/>
                </a:cubicBezTo>
                <a:cubicBezTo>
                  <a:pt x="2579879" y="2226398"/>
                  <a:pt x="2574226" y="2220746"/>
                  <a:pt x="2574226" y="2213837"/>
                </a:cubicBezTo>
                <a:cubicBezTo>
                  <a:pt x="2574226" y="2206929"/>
                  <a:pt x="2579753" y="2201275"/>
                  <a:pt x="2586788" y="2201150"/>
                </a:cubicBezTo>
                <a:close/>
                <a:moveTo>
                  <a:pt x="231007" y="2190348"/>
                </a:moveTo>
                <a:cubicBezTo>
                  <a:pt x="231760" y="2190348"/>
                  <a:pt x="232388" y="2190850"/>
                  <a:pt x="232388" y="2191605"/>
                </a:cubicBezTo>
                <a:cubicBezTo>
                  <a:pt x="232388" y="2192357"/>
                  <a:pt x="231760" y="2192985"/>
                  <a:pt x="231007" y="2192985"/>
                </a:cubicBezTo>
                <a:cubicBezTo>
                  <a:pt x="230253" y="2192985"/>
                  <a:pt x="229625" y="2192357"/>
                  <a:pt x="229625" y="2191605"/>
                </a:cubicBezTo>
                <a:cubicBezTo>
                  <a:pt x="229625" y="2190850"/>
                  <a:pt x="230253" y="2190223"/>
                  <a:pt x="231007" y="2190348"/>
                </a:cubicBezTo>
                <a:close/>
                <a:moveTo>
                  <a:pt x="2703483" y="2188965"/>
                </a:moveTo>
                <a:cubicBezTo>
                  <a:pt x="2708884" y="2188965"/>
                  <a:pt x="2713281" y="2193236"/>
                  <a:pt x="2713281" y="2198636"/>
                </a:cubicBezTo>
                <a:cubicBezTo>
                  <a:pt x="2713281" y="2204038"/>
                  <a:pt x="2709009" y="2208434"/>
                  <a:pt x="2703608" y="2208434"/>
                </a:cubicBezTo>
                <a:cubicBezTo>
                  <a:pt x="2698208" y="2208434"/>
                  <a:pt x="2693811" y="2204163"/>
                  <a:pt x="2693811" y="2198762"/>
                </a:cubicBezTo>
                <a:cubicBezTo>
                  <a:pt x="2693811" y="2193487"/>
                  <a:pt x="2698208" y="2189090"/>
                  <a:pt x="2703483" y="2188965"/>
                </a:cubicBezTo>
                <a:close/>
                <a:moveTo>
                  <a:pt x="1274613" y="2187962"/>
                </a:moveTo>
                <a:cubicBezTo>
                  <a:pt x="1284160" y="2187962"/>
                  <a:pt x="1291949" y="2195624"/>
                  <a:pt x="1291949" y="2205170"/>
                </a:cubicBezTo>
                <a:cubicBezTo>
                  <a:pt x="1291949" y="2214717"/>
                  <a:pt x="1284286" y="2222505"/>
                  <a:pt x="1274740" y="2222505"/>
                </a:cubicBezTo>
                <a:cubicBezTo>
                  <a:pt x="1265193" y="2222505"/>
                  <a:pt x="1257405" y="2214844"/>
                  <a:pt x="1257405" y="2205297"/>
                </a:cubicBezTo>
                <a:cubicBezTo>
                  <a:pt x="1257279" y="2195751"/>
                  <a:pt x="1265067" y="2187962"/>
                  <a:pt x="1274613" y="2187962"/>
                </a:cubicBezTo>
                <a:close/>
                <a:moveTo>
                  <a:pt x="1773806" y="2186078"/>
                </a:moveTo>
                <a:cubicBezTo>
                  <a:pt x="1783353" y="2186078"/>
                  <a:pt x="1791142" y="2193740"/>
                  <a:pt x="1791142" y="2203286"/>
                </a:cubicBezTo>
                <a:cubicBezTo>
                  <a:pt x="1791142" y="2212833"/>
                  <a:pt x="1783478" y="2220621"/>
                  <a:pt x="1773933" y="2220621"/>
                </a:cubicBezTo>
                <a:cubicBezTo>
                  <a:pt x="1764386" y="2220621"/>
                  <a:pt x="1756597" y="2212958"/>
                  <a:pt x="1756597" y="2203413"/>
                </a:cubicBezTo>
                <a:cubicBezTo>
                  <a:pt x="1756597" y="2193865"/>
                  <a:pt x="1764259" y="2186203"/>
                  <a:pt x="1773806" y="2186078"/>
                </a:cubicBezTo>
                <a:close/>
                <a:moveTo>
                  <a:pt x="2817415" y="2178414"/>
                </a:moveTo>
                <a:cubicBezTo>
                  <a:pt x="2819425" y="2178414"/>
                  <a:pt x="2821185" y="2180047"/>
                  <a:pt x="2821185" y="2182183"/>
                </a:cubicBezTo>
                <a:cubicBezTo>
                  <a:pt x="2821185" y="2184318"/>
                  <a:pt x="2819552" y="2185951"/>
                  <a:pt x="2817415" y="2185951"/>
                </a:cubicBezTo>
                <a:cubicBezTo>
                  <a:pt x="2815405" y="2185951"/>
                  <a:pt x="2813646" y="2184318"/>
                  <a:pt x="2813646" y="2182183"/>
                </a:cubicBezTo>
                <a:cubicBezTo>
                  <a:pt x="2813646" y="2180172"/>
                  <a:pt x="2815279" y="2178414"/>
                  <a:pt x="2817415" y="2178414"/>
                </a:cubicBezTo>
                <a:close/>
                <a:moveTo>
                  <a:pt x="911963" y="2168365"/>
                </a:moveTo>
                <a:cubicBezTo>
                  <a:pt x="922390" y="2168365"/>
                  <a:pt x="930806" y="2176657"/>
                  <a:pt x="930806" y="2187082"/>
                </a:cubicBezTo>
                <a:cubicBezTo>
                  <a:pt x="930806" y="2197383"/>
                  <a:pt x="922515" y="2205925"/>
                  <a:pt x="912090" y="2205925"/>
                </a:cubicBezTo>
                <a:cubicBezTo>
                  <a:pt x="901789" y="2206050"/>
                  <a:pt x="893372" y="2197634"/>
                  <a:pt x="893247" y="2187208"/>
                </a:cubicBezTo>
                <a:cubicBezTo>
                  <a:pt x="893122" y="2176782"/>
                  <a:pt x="901538" y="2168365"/>
                  <a:pt x="911963" y="2168365"/>
                </a:cubicBezTo>
                <a:close/>
                <a:moveTo>
                  <a:pt x="1050140" y="2166732"/>
                </a:moveTo>
                <a:cubicBezTo>
                  <a:pt x="1059560" y="2166732"/>
                  <a:pt x="1067224" y="2174269"/>
                  <a:pt x="1067224" y="2183691"/>
                </a:cubicBezTo>
                <a:cubicBezTo>
                  <a:pt x="1067224" y="2193111"/>
                  <a:pt x="1059687" y="2200774"/>
                  <a:pt x="1050266" y="2200774"/>
                </a:cubicBezTo>
                <a:cubicBezTo>
                  <a:pt x="1040844" y="2200774"/>
                  <a:pt x="1033182" y="2193237"/>
                  <a:pt x="1033182" y="2183816"/>
                </a:cubicBezTo>
                <a:cubicBezTo>
                  <a:pt x="1033182" y="2174394"/>
                  <a:pt x="1040719" y="2166732"/>
                  <a:pt x="1050140" y="2166732"/>
                </a:cubicBezTo>
                <a:close/>
                <a:moveTo>
                  <a:pt x="781324" y="2165476"/>
                </a:moveTo>
                <a:cubicBezTo>
                  <a:pt x="790996" y="2165351"/>
                  <a:pt x="798910" y="2173139"/>
                  <a:pt x="798910" y="2182812"/>
                </a:cubicBezTo>
                <a:cubicBezTo>
                  <a:pt x="798910" y="2192484"/>
                  <a:pt x="791121" y="2200398"/>
                  <a:pt x="781450" y="2200398"/>
                </a:cubicBezTo>
                <a:cubicBezTo>
                  <a:pt x="771778" y="2200398"/>
                  <a:pt x="763864" y="2192610"/>
                  <a:pt x="763864" y="2182937"/>
                </a:cubicBezTo>
                <a:cubicBezTo>
                  <a:pt x="763739" y="2173265"/>
                  <a:pt x="771653" y="2165476"/>
                  <a:pt x="781324" y="2165476"/>
                </a:cubicBezTo>
                <a:close/>
                <a:moveTo>
                  <a:pt x="2928708" y="2163341"/>
                </a:moveTo>
                <a:cubicBezTo>
                  <a:pt x="2929336" y="2163341"/>
                  <a:pt x="2929840" y="2163843"/>
                  <a:pt x="2929840" y="2164471"/>
                </a:cubicBezTo>
                <a:cubicBezTo>
                  <a:pt x="2929840" y="2165099"/>
                  <a:pt x="2929336" y="2165601"/>
                  <a:pt x="2928708" y="2165601"/>
                </a:cubicBezTo>
                <a:cubicBezTo>
                  <a:pt x="2928081" y="2165601"/>
                  <a:pt x="2927578" y="2165099"/>
                  <a:pt x="2927578" y="2164471"/>
                </a:cubicBezTo>
                <a:cubicBezTo>
                  <a:pt x="2927578" y="2163843"/>
                  <a:pt x="2927955" y="2163341"/>
                  <a:pt x="2928708" y="2163341"/>
                </a:cubicBezTo>
                <a:close/>
                <a:moveTo>
                  <a:pt x="1998030" y="2161331"/>
                </a:moveTo>
                <a:cubicBezTo>
                  <a:pt x="2008582" y="2161331"/>
                  <a:pt x="2017124" y="2169748"/>
                  <a:pt x="2017124" y="2180299"/>
                </a:cubicBezTo>
                <a:cubicBezTo>
                  <a:pt x="2017124" y="2190851"/>
                  <a:pt x="2008582" y="2199392"/>
                  <a:pt x="1998156" y="2199392"/>
                </a:cubicBezTo>
                <a:cubicBezTo>
                  <a:pt x="1987604" y="2199392"/>
                  <a:pt x="1979062" y="2190976"/>
                  <a:pt x="1979062" y="2180424"/>
                </a:cubicBezTo>
                <a:cubicBezTo>
                  <a:pt x="1979062" y="2169873"/>
                  <a:pt x="1987479" y="2161331"/>
                  <a:pt x="1998030" y="2161331"/>
                </a:cubicBezTo>
                <a:close/>
                <a:moveTo>
                  <a:pt x="1850432" y="2158567"/>
                </a:moveTo>
                <a:cubicBezTo>
                  <a:pt x="1854577" y="2158567"/>
                  <a:pt x="1857969" y="2161959"/>
                  <a:pt x="1857969" y="2166103"/>
                </a:cubicBezTo>
                <a:cubicBezTo>
                  <a:pt x="1857969" y="2170248"/>
                  <a:pt x="1854577" y="2173639"/>
                  <a:pt x="1850432" y="2173639"/>
                </a:cubicBezTo>
                <a:cubicBezTo>
                  <a:pt x="1846287" y="2173639"/>
                  <a:pt x="1842895" y="2170248"/>
                  <a:pt x="1842895" y="2166103"/>
                </a:cubicBezTo>
                <a:cubicBezTo>
                  <a:pt x="1842895" y="2161959"/>
                  <a:pt x="1846287" y="2158567"/>
                  <a:pt x="1850432" y="2158567"/>
                </a:cubicBezTo>
                <a:close/>
                <a:moveTo>
                  <a:pt x="656463" y="2158567"/>
                </a:moveTo>
                <a:cubicBezTo>
                  <a:pt x="664879" y="2158567"/>
                  <a:pt x="671788" y="2165351"/>
                  <a:pt x="671788" y="2173766"/>
                </a:cubicBezTo>
                <a:cubicBezTo>
                  <a:pt x="671788" y="2182182"/>
                  <a:pt x="665004" y="2189091"/>
                  <a:pt x="656589" y="2189091"/>
                </a:cubicBezTo>
                <a:cubicBezTo>
                  <a:pt x="648173" y="2189091"/>
                  <a:pt x="641264" y="2182308"/>
                  <a:pt x="641264" y="2173893"/>
                </a:cubicBezTo>
                <a:cubicBezTo>
                  <a:pt x="641264" y="2165476"/>
                  <a:pt x="648048" y="2158567"/>
                  <a:pt x="656463" y="2158567"/>
                </a:cubicBezTo>
                <a:close/>
                <a:moveTo>
                  <a:pt x="2136081" y="2158191"/>
                </a:moveTo>
                <a:cubicBezTo>
                  <a:pt x="2149522" y="2158191"/>
                  <a:pt x="2160576" y="2168995"/>
                  <a:pt x="2160576" y="2182435"/>
                </a:cubicBezTo>
                <a:cubicBezTo>
                  <a:pt x="2160702" y="2195876"/>
                  <a:pt x="2149773" y="2206930"/>
                  <a:pt x="2136333" y="2206930"/>
                </a:cubicBezTo>
                <a:cubicBezTo>
                  <a:pt x="2123017" y="2206930"/>
                  <a:pt x="2111963" y="2196128"/>
                  <a:pt x="2111963" y="2182687"/>
                </a:cubicBezTo>
                <a:cubicBezTo>
                  <a:pt x="2111963" y="2169245"/>
                  <a:pt x="2122767" y="2158316"/>
                  <a:pt x="2136081" y="2158191"/>
                </a:cubicBezTo>
                <a:close/>
                <a:moveTo>
                  <a:pt x="1197738" y="2156683"/>
                </a:moveTo>
                <a:cubicBezTo>
                  <a:pt x="1204270" y="2156683"/>
                  <a:pt x="1209545" y="2161959"/>
                  <a:pt x="1209545" y="2168365"/>
                </a:cubicBezTo>
                <a:cubicBezTo>
                  <a:pt x="1209545" y="2174898"/>
                  <a:pt x="1204395" y="2180174"/>
                  <a:pt x="1197863" y="2180174"/>
                </a:cubicBezTo>
                <a:cubicBezTo>
                  <a:pt x="1191331" y="2180174"/>
                  <a:pt x="1186056" y="2175023"/>
                  <a:pt x="1186056" y="2168492"/>
                </a:cubicBezTo>
                <a:cubicBezTo>
                  <a:pt x="1185929" y="2162085"/>
                  <a:pt x="1191206" y="2156808"/>
                  <a:pt x="1197738" y="2156683"/>
                </a:cubicBezTo>
                <a:close/>
                <a:moveTo>
                  <a:pt x="1524086" y="2155426"/>
                </a:moveTo>
                <a:cubicBezTo>
                  <a:pt x="1525343" y="2155426"/>
                  <a:pt x="1526473" y="2156431"/>
                  <a:pt x="1526473" y="2157813"/>
                </a:cubicBezTo>
                <a:cubicBezTo>
                  <a:pt x="1526473" y="2159195"/>
                  <a:pt x="1525468" y="2160325"/>
                  <a:pt x="1524086" y="2160325"/>
                </a:cubicBezTo>
                <a:cubicBezTo>
                  <a:pt x="1522831" y="2160325"/>
                  <a:pt x="1521699" y="2159321"/>
                  <a:pt x="1521699" y="2157938"/>
                </a:cubicBezTo>
                <a:cubicBezTo>
                  <a:pt x="1521574" y="2156556"/>
                  <a:pt x="1522704" y="2155426"/>
                  <a:pt x="1524086" y="2155426"/>
                </a:cubicBezTo>
                <a:close/>
                <a:moveTo>
                  <a:pt x="2266973" y="2153039"/>
                </a:moveTo>
                <a:cubicBezTo>
                  <a:pt x="2280539" y="2153039"/>
                  <a:pt x="2291592" y="2163968"/>
                  <a:pt x="2291592" y="2177534"/>
                </a:cubicBezTo>
                <a:cubicBezTo>
                  <a:pt x="2291592" y="2191100"/>
                  <a:pt x="2280665" y="2202154"/>
                  <a:pt x="2267098" y="2202154"/>
                </a:cubicBezTo>
                <a:cubicBezTo>
                  <a:pt x="2253532" y="2202154"/>
                  <a:pt x="2242478" y="2191226"/>
                  <a:pt x="2242478" y="2177659"/>
                </a:cubicBezTo>
                <a:cubicBezTo>
                  <a:pt x="2242351" y="2163968"/>
                  <a:pt x="2253280" y="2153039"/>
                  <a:pt x="2266973" y="2153039"/>
                </a:cubicBezTo>
                <a:close/>
                <a:moveTo>
                  <a:pt x="536501" y="2152286"/>
                </a:moveTo>
                <a:cubicBezTo>
                  <a:pt x="541525" y="2152286"/>
                  <a:pt x="545670" y="2156306"/>
                  <a:pt x="545670" y="2161330"/>
                </a:cubicBezTo>
                <a:cubicBezTo>
                  <a:pt x="545670" y="2166355"/>
                  <a:pt x="541650" y="2170500"/>
                  <a:pt x="536626" y="2170500"/>
                </a:cubicBezTo>
                <a:cubicBezTo>
                  <a:pt x="531727" y="2170500"/>
                  <a:pt x="527582" y="2166480"/>
                  <a:pt x="527582" y="2161456"/>
                </a:cubicBezTo>
                <a:cubicBezTo>
                  <a:pt x="527582" y="2156431"/>
                  <a:pt x="531601" y="2152411"/>
                  <a:pt x="536501" y="2152286"/>
                </a:cubicBezTo>
                <a:close/>
                <a:moveTo>
                  <a:pt x="1439042" y="2149146"/>
                </a:moveTo>
                <a:cubicBezTo>
                  <a:pt x="1440549" y="2149146"/>
                  <a:pt x="1441679" y="2150276"/>
                  <a:pt x="1441679" y="2151783"/>
                </a:cubicBezTo>
                <a:cubicBezTo>
                  <a:pt x="1441679" y="2153165"/>
                  <a:pt x="1440549" y="2154420"/>
                  <a:pt x="1439042" y="2154420"/>
                </a:cubicBezTo>
                <a:cubicBezTo>
                  <a:pt x="1437535" y="2154420"/>
                  <a:pt x="1436405" y="2153290"/>
                  <a:pt x="1436405" y="2151783"/>
                </a:cubicBezTo>
                <a:cubicBezTo>
                  <a:pt x="1436405" y="2150403"/>
                  <a:pt x="1437660" y="2149146"/>
                  <a:pt x="1439042" y="2149146"/>
                </a:cubicBezTo>
                <a:close/>
                <a:moveTo>
                  <a:pt x="1609001" y="2148267"/>
                </a:moveTo>
                <a:cubicBezTo>
                  <a:pt x="1610634" y="2148267"/>
                  <a:pt x="1611891" y="2149523"/>
                  <a:pt x="1611891" y="2151157"/>
                </a:cubicBezTo>
                <a:cubicBezTo>
                  <a:pt x="1611891" y="2152790"/>
                  <a:pt x="1610634" y="2154045"/>
                  <a:pt x="1609001" y="2154045"/>
                </a:cubicBezTo>
                <a:cubicBezTo>
                  <a:pt x="1607367" y="2154045"/>
                  <a:pt x="1606111" y="2152790"/>
                  <a:pt x="1606111" y="2151157"/>
                </a:cubicBezTo>
                <a:cubicBezTo>
                  <a:pt x="1606111" y="2149649"/>
                  <a:pt x="1607493" y="2148392"/>
                  <a:pt x="1609001" y="2148267"/>
                </a:cubicBezTo>
                <a:close/>
                <a:moveTo>
                  <a:pt x="2391582" y="2146509"/>
                </a:moveTo>
                <a:cubicBezTo>
                  <a:pt x="2403264" y="2146509"/>
                  <a:pt x="2412686" y="2155930"/>
                  <a:pt x="2412686" y="2167487"/>
                </a:cubicBezTo>
                <a:cubicBezTo>
                  <a:pt x="2412686" y="2179168"/>
                  <a:pt x="2403389" y="2188589"/>
                  <a:pt x="2391708" y="2188589"/>
                </a:cubicBezTo>
                <a:cubicBezTo>
                  <a:pt x="2380026" y="2188589"/>
                  <a:pt x="2370604" y="2179168"/>
                  <a:pt x="2370604" y="2167612"/>
                </a:cubicBezTo>
                <a:cubicBezTo>
                  <a:pt x="2370604" y="2155930"/>
                  <a:pt x="2380026" y="2146509"/>
                  <a:pt x="2391582" y="2146509"/>
                </a:cubicBezTo>
                <a:close/>
                <a:moveTo>
                  <a:pt x="420557" y="2141108"/>
                </a:moveTo>
                <a:cubicBezTo>
                  <a:pt x="423699" y="2141108"/>
                  <a:pt x="426336" y="2143746"/>
                  <a:pt x="426336" y="2146887"/>
                </a:cubicBezTo>
                <a:cubicBezTo>
                  <a:pt x="426336" y="2150027"/>
                  <a:pt x="423699" y="2152664"/>
                  <a:pt x="420557" y="2152664"/>
                </a:cubicBezTo>
                <a:cubicBezTo>
                  <a:pt x="417417" y="2152664"/>
                  <a:pt x="414780" y="2150027"/>
                  <a:pt x="414780" y="2146887"/>
                </a:cubicBezTo>
                <a:cubicBezTo>
                  <a:pt x="414780" y="2143746"/>
                  <a:pt x="417417" y="2141108"/>
                  <a:pt x="420557" y="2141108"/>
                </a:cubicBezTo>
                <a:close/>
                <a:moveTo>
                  <a:pt x="2511417" y="2135956"/>
                </a:moveTo>
                <a:cubicBezTo>
                  <a:pt x="2521593" y="2135956"/>
                  <a:pt x="2529883" y="2144121"/>
                  <a:pt x="2529883" y="2154297"/>
                </a:cubicBezTo>
                <a:cubicBezTo>
                  <a:pt x="2529883" y="2164471"/>
                  <a:pt x="2521719" y="2172761"/>
                  <a:pt x="2511544" y="2172761"/>
                </a:cubicBezTo>
                <a:cubicBezTo>
                  <a:pt x="2501370" y="2172761"/>
                  <a:pt x="2493078" y="2164596"/>
                  <a:pt x="2493078" y="2154422"/>
                </a:cubicBezTo>
                <a:cubicBezTo>
                  <a:pt x="2493078" y="2144247"/>
                  <a:pt x="2501243" y="2135956"/>
                  <a:pt x="2511417" y="2135956"/>
                </a:cubicBezTo>
                <a:close/>
                <a:moveTo>
                  <a:pt x="1356013" y="2129173"/>
                </a:moveTo>
                <a:cubicBezTo>
                  <a:pt x="1358275" y="2129173"/>
                  <a:pt x="1360033" y="2131058"/>
                  <a:pt x="1360033" y="2133193"/>
                </a:cubicBezTo>
                <a:cubicBezTo>
                  <a:pt x="1360033" y="2135455"/>
                  <a:pt x="1358148" y="2137212"/>
                  <a:pt x="1356013" y="2137212"/>
                </a:cubicBezTo>
                <a:cubicBezTo>
                  <a:pt x="1353751" y="2137212"/>
                  <a:pt x="1351993" y="2135328"/>
                  <a:pt x="1351993" y="2133193"/>
                </a:cubicBezTo>
                <a:cubicBezTo>
                  <a:pt x="1351993" y="2130931"/>
                  <a:pt x="1353751" y="2129173"/>
                  <a:pt x="1356013" y="2129173"/>
                </a:cubicBezTo>
                <a:close/>
                <a:moveTo>
                  <a:pt x="1692032" y="2127542"/>
                </a:moveTo>
                <a:cubicBezTo>
                  <a:pt x="1694417" y="2127542"/>
                  <a:pt x="1696427" y="2129427"/>
                  <a:pt x="1696427" y="2131939"/>
                </a:cubicBezTo>
                <a:cubicBezTo>
                  <a:pt x="1696427" y="2134326"/>
                  <a:pt x="1694417" y="2136335"/>
                  <a:pt x="1692032" y="2136335"/>
                </a:cubicBezTo>
                <a:cubicBezTo>
                  <a:pt x="1689645" y="2136335"/>
                  <a:pt x="1687635" y="2134326"/>
                  <a:pt x="1687635" y="2131939"/>
                </a:cubicBezTo>
                <a:cubicBezTo>
                  <a:pt x="1687635" y="2129552"/>
                  <a:pt x="1689520" y="2127542"/>
                  <a:pt x="1692032" y="2127542"/>
                </a:cubicBezTo>
                <a:close/>
                <a:moveTo>
                  <a:pt x="307755" y="2127163"/>
                </a:moveTo>
                <a:cubicBezTo>
                  <a:pt x="309640" y="2127163"/>
                  <a:pt x="311273" y="2128796"/>
                  <a:pt x="311273" y="2130680"/>
                </a:cubicBezTo>
                <a:cubicBezTo>
                  <a:pt x="311273" y="2132565"/>
                  <a:pt x="309765" y="2134197"/>
                  <a:pt x="307755" y="2134197"/>
                </a:cubicBezTo>
                <a:cubicBezTo>
                  <a:pt x="305745" y="2134197"/>
                  <a:pt x="304113" y="2132565"/>
                  <a:pt x="304113" y="2130680"/>
                </a:cubicBezTo>
                <a:cubicBezTo>
                  <a:pt x="304113" y="2128670"/>
                  <a:pt x="305620" y="2127163"/>
                  <a:pt x="307755" y="2127163"/>
                </a:cubicBezTo>
                <a:close/>
                <a:moveTo>
                  <a:pt x="2627361" y="2125279"/>
                </a:moveTo>
                <a:cubicBezTo>
                  <a:pt x="2634898" y="2125279"/>
                  <a:pt x="2640928" y="2131308"/>
                  <a:pt x="2640928" y="2138720"/>
                </a:cubicBezTo>
                <a:cubicBezTo>
                  <a:pt x="2640928" y="2146131"/>
                  <a:pt x="2634898" y="2152285"/>
                  <a:pt x="2627487" y="2152285"/>
                </a:cubicBezTo>
                <a:cubicBezTo>
                  <a:pt x="2620075" y="2152285"/>
                  <a:pt x="2613920" y="2146256"/>
                  <a:pt x="2613920" y="2138845"/>
                </a:cubicBezTo>
                <a:cubicBezTo>
                  <a:pt x="2613920" y="2131434"/>
                  <a:pt x="2619950" y="2125404"/>
                  <a:pt x="2627361" y="2125279"/>
                </a:cubicBezTo>
                <a:close/>
                <a:moveTo>
                  <a:pt x="2740289" y="2113220"/>
                </a:moveTo>
                <a:cubicBezTo>
                  <a:pt x="2745063" y="2113094"/>
                  <a:pt x="2748956" y="2116989"/>
                  <a:pt x="2748956" y="2121761"/>
                </a:cubicBezTo>
                <a:cubicBezTo>
                  <a:pt x="2749082" y="2126535"/>
                  <a:pt x="2745188" y="2130430"/>
                  <a:pt x="2740415" y="2130430"/>
                </a:cubicBezTo>
                <a:cubicBezTo>
                  <a:pt x="2735641" y="2130555"/>
                  <a:pt x="2731747" y="2126661"/>
                  <a:pt x="2731747" y="2121888"/>
                </a:cubicBezTo>
                <a:cubicBezTo>
                  <a:pt x="2731622" y="2117114"/>
                  <a:pt x="2735516" y="2113220"/>
                  <a:pt x="2740289" y="2113220"/>
                </a:cubicBezTo>
                <a:close/>
                <a:moveTo>
                  <a:pt x="197215" y="2111838"/>
                </a:moveTo>
                <a:cubicBezTo>
                  <a:pt x="197968" y="2111838"/>
                  <a:pt x="198597" y="2112466"/>
                  <a:pt x="198597" y="2113220"/>
                </a:cubicBezTo>
                <a:cubicBezTo>
                  <a:pt x="198597" y="2113973"/>
                  <a:pt x="197968" y="2114602"/>
                  <a:pt x="197215" y="2114602"/>
                </a:cubicBezTo>
                <a:cubicBezTo>
                  <a:pt x="196461" y="2114602"/>
                  <a:pt x="195833" y="2113973"/>
                  <a:pt x="195833" y="2113220"/>
                </a:cubicBezTo>
                <a:cubicBezTo>
                  <a:pt x="195833" y="2112591"/>
                  <a:pt x="196461" y="2111963"/>
                  <a:pt x="197215" y="2111838"/>
                </a:cubicBezTo>
                <a:close/>
                <a:moveTo>
                  <a:pt x="1126137" y="2110457"/>
                </a:moveTo>
                <a:cubicBezTo>
                  <a:pt x="1132670" y="2110457"/>
                  <a:pt x="1137945" y="2115607"/>
                  <a:pt x="1137945" y="2122139"/>
                </a:cubicBezTo>
                <a:cubicBezTo>
                  <a:pt x="1137945" y="2128672"/>
                  <a:pt x="1132795" y="2133948"/>
                  <a:pt x="1126263" y="2133948"/>
                </a:cubicBezTo>
                <a:cubicBezTo>
                  <a:pt x="1119731" y="2133948"/>
                  <a:pt x="1114455" y="2128672"/>
                  <a:pt x="1114455" y="2122266"/>
                </a:cubicBezTo>
                <a:cubicBezTo>
                  <a:pt x="1114329" y="2115859"/>
                  <a:pt x="1119605" y="2110582"/>
                  <a:pt x="1126137" y="2110457"/>
                </a:cubicBezTo>
                <a:close/>
                <a:moveTo>
                  <a:pt x="986454" y="2108194"/>
                </a:moveTo>
                <a:cubicBezTo>
                  <a:pt x="997005" y="2108194"/>
                  <a:pt x="1005547" y="2116611"/>
                  <a:pt x="1005547" y="2127162"/>
                </a:cubicBezTo>
                <a:cubicBezTo>
                  <a:pt x="1005547" y="2137714"/>
                  <a:pt x="997131" y="2146255"/>
                  <a:pt x="986579" y="2146255"/>
                </a:cubicBezTo>
                <a:cubicBezTo>
                  <a:pt x="976153" y="2146255"/>
                  <a:pt x="967486" y="2137839"/>
                  <a:pt x="967486" y="2127287"/>
                </a:cubicBezTo>
                <a:cubicBezTo>
                  <a:pt x="967361" y="2116736"/>
                  <a:pt x="975902" y="2108194"/>
                  <a:pt x="986454" y="2108194"/>
                </a:cubicBezTo>
                <a:close/>
                <a:moveTo>
                  <a:pt x="1921781" y="2106310"/>
                </a:moveTo>
                <a:cubicBezTo>
                  <a:pt x="1928941" y="2106310"/>
                  <a:pt x="1934845" y="2112214"/>
                  <a:pt x="1934845" y="2119374"/>
                </a:cubicBezTo>
                <a:cubicBezTo>
                  <a:pt x="1934845" y="2126534"/>
                  <a:pt x="1928941" y="2132438"/>
                  <a:pt x="1921781" y="2132438"/>
                </a:cubicBezTo>
                <a:cubicBezTo>
                  <a:pt x="1914622" y="2132438"/>
                  <a:pt x="1908717" y="2126534"/>
                  <a:pt x="1908717" y="2119374"/>
                </a:cubicBezTo>
                <a:cubicBezTo>
                  <a:pt x="1908717" y="2112214"/>
                  <a:pt x="1914496" y="2106310"/>
                  <a:pt x="1921781" y="2106310"/>
                </a:cubicBezTo>
                <a:close/>
                <a:moveTo>
                  <a:pt x="855310" y="2104553"/>
                </a:moveTo>
                <a:cubicBezTo>
                  <a:pt x="865611" y="2104553"/>
                  <a:pt x="874153" y="2112845"/>
                  <a:pt x="874153" y="2123270"/>
                </a:cubicBezTo>
                <a:cubicBezTo>
                  <a:pt x="874153" y="2133571"/>
                  <a:pt x="865862" y="2142113"/>
                  <a:pt x="855437" y="2142113"/>
                </a:cubicBezTo>
                <a:cubicBezTo>
                  <a:pt x="845136" y="2142238"/>
                  <a:pt x="836594" y="2133822"/>
                  <a:pt x="836594" y="2123396"/>
                </a:cubicBezTo>
                <a:cubicBezTo>
                  <a:pt x="836594" y="2113095"/>
                  <a:pt x="844885" y="2104553"/>
                  <a:pt x="855310" y="2104553"/>
                </a:cubicBezTo>
                <a:close/>
                <a:moveTo>
                  <a:pt x="2850578" y="2099905"/>
                </a:moveTo>
                <a:cubicBezTo>
                  <a:pt x="2852588" y="2099905"/>
                  <a:pt x="2854348" y="2101538"/>
                  <a:pt x="2854348" y="2103674"/>
                </a:cubicBezTo>
                <a:cubicBezTo>
                  <a:pt x="2854348" y="2105809"/>
                  <a:pt x="2852715" y="2107442"/>
                  <a:pt x="2850578" y="2107442"/>
                </a:cubicBezTo>
                <a:cubicBezTo>
                  <a:pt x="2848442" y="2107442"/>
                  <a:pt x="2846809" y="2105684"/>
                  <a:pt x="2846809" y="2103674"/>
                </a:cubicBezTo>
                <a:cubicBezTo>
                  <a:pt x="2846809" y="2101663"/>
                  <a:pt x="2848568" y="2099905"/>
                  <a:pt x="2850578" y="2099905"/>
                </a:cubicBezTo>
                <a:close/>
                <a:moveTo>
                  <a:pt x="2061340" y="2098900"/>
                </a:moveTo>
                <a:cubicBezTo>
                  <a:pt x="2074781" y="2098900"/>
                  <a:pt x="2085710" y="2109704"/>
                  <a:pt x="2085710" y="2123144"/>
                </a:cubicBezTo>
                <a:cubicBezTo>
                  <a:pt x="2085710" y="2136710"/>
                  <a:pt x="2074906" y="2147639"/>
                  <a:pt x="2061466" y="2147639"/>
                </a:cubicBezTo>
                <a:cubicBezTo>
                  <a:pt x="2048025" y="2147764"/>
                  <a:pt x="2037096" y="2136837"/>
                  <a:pt x="2037096" y="2123396"/>
                </a:cubicBezTo>
                <a:cubicBezTo>
                  <a:pt x="2037096" y="2109954"/>
                  <a:pt x="2047900" y="2099025"/>
                  <a:pt x="2061340" y="2098900"/>
                </a:cubicBezTo>
                <a:close/>
                <a:moveTo>
                  <a:pt x="730827" y="2096514"/>
                </a:moveTo>
                <a:cubicBezTo>
                  <a:pt x="740499" y="2096514"/>
                  <a:pt x="748413" y="2104303"/>
                  <a:pt x="748413" y="2113975"/>
                </a:cubicBezTo>
                <a:cubicBezTo>
                  <a:pt x="748413" y="2123647"/>
                  <a:pt x="740624" y="2131561"/>
                  <a:pt x="730952" y="2131561"/>
                </a:cubicBezTo>
                <a:cubicBezTo>
                  <a:pt x="721406" y="2131561"/>
                  <a:pt x="713492" y="2123773"/>
                  <a:pt x="713492" y="2114100"/>
                </a:cubicBezTo>
                <a:cubicBezTo>
                  <a:pt x="713492" y="2104554"/>
                  <a:pt x="721279" y="2096639"/>
                  <a:pt x="730827" y="2096514"/>
                </a:cubicBezTo>
                <a:close/>
                <a:moveTo>
                  <a:pt x="1771169" y="2096136"/>
                </a:moveTo>
                <a:cubicBezTo>
                  <a:pt x="1773556" y="2096136"/>
                  <a:pt x="1775566" y="2098021"/>
                  <a:pt x="1775566" y="2100533"/>
                </a:cubicBezTo>
                <a:cubicBezTo>
                  <a:pt x="1775566" y="2102920"/>
                  <a:pt x="1773681" y="2104929"/>
                  <a:pt x="1771169" y="2104929"/>
                </a:cubicBezTo>
                <a:cubicBezTo>
                  <a:pt x="1768782" y="2104929"/>
                  <a:pt x="1766772" y="2102920"/>
                  <a:pt x="1766772" y="2100533"/>
                </a:cubicBezTo>
                <a:cubicBezTo>
                  <a:pt x="1766772" y="2098146"/>
                  <a:pt x="1768782" y="2096136"/>
                  <a:pt x="1771169" y="2096136"/>
                </a:cubicBezTo>
                <a:close/>
                <a:moveTo>
                  <a:pt x="1276499" y="2094754"/>
                </a:moveTo>
                <a:cubicBezTo>
                  <a:pt x="1280644" y="2094754"/>
                  <a:pt x="1284036" y="2098146"/>
                  <a:pt x="1284036" y="2102291"/>
                </a:cubicBezTo>
                <a:cubicBezTo>
                  <a:pt x="1284036" y="2106436"/>
                  <a:pt x="1280644" y="2109828"/>
                  <a:pt x="1276499" y="2109828"/>
                </a:cubicBezTo>
                <a:cubicBezTo>
                  <a:pt x="1272353" y="2109828"/>
                  <a:pt x="1268961" y="2106436"/>
                  <a:pt x="1268961" y="2102291"/>
                </a:cubicBezTo>
                <a:cubicBezTo>
                  <a:pt x="1268961" y="2098146"/>
                  <a:pt x="1272353" y="2094754"/>
                  <a:pt x="1276499" y="2094754"/>
                </a:cubicBezTo>
                <a:close/>
                <a:moveTo>
                  <a:pt x="2192357" y="2092368"/>
                </a:moveTo>
                <a:cubicBezTo>
                  <a:pt x="2206801" y="2092242"/>
                  <a:pt x="2218484" y="2103925"/>
                  <a:pt x="2218610" y="2118369"/>
                </a:cubicBezTo>
                <a:cubicBezTo>
                  <a:pt x="2218610" y="2132815"/>
                  <a:pt x="2207053" y="2144497"/>
                  <a:pt x="2192607" y="2144623"/>
                </a:cubicBezTo>
                <a:cubicBezTo>
                  <a:pt x="2178161" y="2144748"/>
                  <a:pt x="2166354" y="2133067"/>
                  <a:pt x="2166354" y="2118621"/>
                </a:cubicBezTo>
                <a:cubicBezTo>
                  <a:pt x="2166354" y="2104175"/>
                  <a:pt x="2178036" y="2092494"/>
                  <a:pt x="2192357" y="2092368"/>
                </a:cubicBezTo>
                <a:close/>
                <a:moveTo>
                  <a:pt x="611620" y="2089480"/>
                </a:moveTo>
                <a:cubicBezTo>
                  <a:pt x="618277" y="2089480"/>
                  <a:pt x="623679" y="2094755"/>
                  <a:pt x="623679" y="2101413"/>
                </a:cubicBezTo>
                <a:cubicBezTo>
                  <a:pt x="623679" y="2107945"/>
                  <a:pt x="618277" y="2113347"/>
                  <a:pt x="611745" y="2113347"/>
                </a:cubicBezTo>
                <a:cubicBezTo>
                  <a:pt x="605213" y="2113347"/>
                  <a:pt x="599812" y="2108072"/>
                  <a:pt x="599812" y="2101413"/>
                </a:cubicBezTo>
                <a:cubicBezTo>
                  <a:pt x="599686" y="2094755"/>
                  <a:pt x="605088" y="2089353"/>
                  <a:pt x="611620" y="2089480"/>
                </a:cubicBezTo>
                <a:close/>
                <a:moveTo>
                  <a:pt x="2316841" y="2083827"/>
                </a:moveTo>
                <a:cubicBezTo>
                  <a:pt x="2330407" y="2083827"/>
                  <a:pt x="2341460" y="2094756"/>
                  <a:pt x="2341460" y="2108322"/>
                </a:cubicBezTo>
                <a:cubicBezTo>
                  <a:pt x="2341460" y="2121888"/>
                  <a:pt x="2330533" y="2132942"/>
                  <a:pt x="2316966" y="2132942"/>
                </a:cubicBezTo>
                <a:cubicBezTo>
                  <a:pt x="2303400" y="2132942"/>
                  <a:pt x="2292346" y="2122014"/>
                  <a:pt x="2292346" y="2108447"/>
                </a:cubicBezTo>
                <a:cubicBezTo>
                  <a:pt x="2292219" y="2094881"/>
                  <a:pt x="2303274" y="2083827"/>
                  <a:pt x="2316841" y="2083827"/>
                </a:cubicBezTo>
                <a:close/>
                <a:moveTo>
                  <a:pt x="2958731" y="2082444"/>
                </a:moveTo>
                <a:cubicBezTo>
                  <a:pt x="2959988" y="2082444"/>
                  <a:pt x="2960993" y="2083449"/>
                  <a:pt x="2960993" y="2084706"/>
                </a:cubicBezTo>
                <a:cubicBezTo>
                  <a:pt x="2960993" y="2085961"/>
                  <a:pt x="2960113" y="2086966"/>
                  <a:pt x="2958857" y="2086966"/>
                </a:cubicBezTo>
                <a:cubicBezTo>
                  <a:pt x="2957600" y="2086966"/>
                  <a:pt x="2956595" y="2085961"/>
                  <a:pt x="2956595" y="2084706"/>
                </a:cubicBezTo>
                <a:cubicBezTo>
                  <a:pt x="2956595" y="2083449"/>
                  <a:pt x="2957475" y="2082444"/>
                  <a:pt x="2958731" y="2082444"/>
                </a:cubicBezTo>
                <a:close/>
                <a:moveTo>
                  <a:pt x="496556" y="2076540"/>
                </a:moveTo>
                <a:cubicBezTo>
                  <a:pt x="501833" y="2076540"/>
                  <a:pt x="506103" y="2080810"/>
                  <a:pt x="506103" y="2086087"/>
                </a:cubicBezTo>
                <a:cubicBezTo>
                  <a:pt x="506103" y="2091363"/>
                  <a:pt x="501833" y="2095633"/>
                  <a:pt x="496556" y="2095633"/>
                </a:cubicBezTo>
                <a:cubicBezTo>
                  <a:pt x="491281" y="2095759"/>
                  <a:pt x="487010" y="2091489"/>
                  <a:pt x="487010" y="2086212"/>
                </a:cubicBezTo>
                <a:cubicBezTo>
                  <a:pt x="487010" y="2080937"/>
                  <a:pt x="491281" y="2076665"/>
                  <a:pt x="496556" y="2076540"/>
                </a:cubicBezTo>
                <a:close/>
                <a:moveTo>
                  <a:pt x="2435924" y="2073652"/>
                </a:moveTo>
                <a:cubicBezTo>
                  <a:pt x="2447606" y="2073652"/>
                  <a:pt x="2457028" y="2083073"/>
                  <a:pt x="2457028" y="2094630"/>
                </a:cubicBezTo>
                <a:cubicBezTo>
                  <a:pt x="2457028" y="2106186"/>
                  <a:pt x="2447606" y="2115732"/>
                  <a:pt x="2436050" y="2115732"/>
                </a:cubicBezTo>
                <a:cubicBezTo>
                  <a:pt x="2424493" y="2115732"/>
                  <a:pt x="2414946" y="2106311"/>
                  <a:pt x="2414946" y="2094755"/>
                </a:cubicBezTo>
                <a:cubicBezTo>
                  <a:pt x="2414946" y="2083199"/>
                  <a:pt x="2424368" y="2073777"/>
                  <a:pt x="2435924" y="2073652"/>
                </a:cubicBezTo>
                <a:close/>
                <a:moveTo>
                  <a:pt x="384508" y="2064231"/>
                </a:moveTo>
                <a:cubicBezTo>
                  <a:pt x="387523" y="2064231"/>
                  <a:pt x="389910" y="2066618"/>
                  <a:pt x="389910" y="2069506"/>
                </a:cubicBezTo>
                <a:cubicBezTo>
                  <a:pt x="389910" y="2072396"/>
                  <a:pt x="387648" y="2074782"/>
                  <a:pt x="384634" y="2074782"/>
                </a:cubicBezTo>
                <a:cubicBezTo>
                  <a:pt x="381745" y="2074782"/>
                  <a:pt x="379358" y="2072396"/>
                  <a:pt x="379358" y="2069506"/>
                </a:cubicBezTo>
                <a:cubicBezTo>
                  <a:pt x="379358" y="2066618"/>
                  <a:pt x="381618" y="2064231"/>
                  <a:pt x="384508" y="2064231"/>
                </a:cubicBezTo>
                <a:close/>
                <a:moveTo>
                  <a:pt x="2550986" y="2059959"/>
                </a:moveTo>
                <a:cubicBezTo>
                  <a:pt x="2561287" y="2059959"/>
                  <a:pt x="2569829" y="2068249"/>
                  <a:pt x="2569829" y="2078675"/>
                </a:cubicBezTo>
                <a:cubicBezTo>
                  <a:pt x="2569955" y="2089102"/>
                  <a:pt x="2561538" y="2097518"/>
                  <a:pt x="2551113" y="2097518"/>
                </a:cubicBezTo>
                <a:cubicBezTo>
                  <a:pt x="2540687" y="2097518"/>
                  <a:pt x="2532270" y="2089227"/>
                  <a:pt x="2532270" y="2078802"/>
                </a:cubicBezTo>
                <a:cubicBezTo>
                  <a:pt x="2532270" y="2068501"/>
                  <a:pt x="2540687" y="2059959"/>
                  <a:pt x="2550986" y="2059959"/>
                </a:cubicBezTo>
                <a:close/>
                <a:moveTo>
                  <a:pt x="1202636" y="2058705"/>
                </a:moveTo>
                <a:cubicBezTo>
                  <a:pt x="1203389" y="2058705"/>
                  <a:pt x="1204019" y="2059208"/>
                  <a:pt x="1204019" y="2059963"/>
                </a:cubicBezTo>
                <a:cubicBezTo>
                  <a:pt x="1204019" y="2060716"/>
                  <a:pt x="1203389" y="2061344"/>
                  <a:pt x="1202636" y="2061344"/>
                </a:cubicBezTo>
                <a:cubicBezTo>
                  <a:pt x="1201882" y="2061344"/>
                  <a:pt x="1201254" y="2060716"/>
                  <a:pt x="1201254" y="2059963"/>
                </a:cubicBezTo>
                <a:cubicBezTo>
                  <a:pt x="1201254" y="2059208"/>
                  <a:pt x="1201882" y="2058705"/>
                  <a:pt x="1202636" y="2058705"/>
                </a:cubicBezTo>
                <a:close/>
                <a:moveTo>
                  <a:pt x="1060942" y="2057446"/>
                </a:moveTo>
                <a:cubicBezTo>
                  <a:pt x="1066344" y="2057320"/>
                  <a:pt x="1070740" y="2061717"/>
                  <a:pt x="1070740" y="2067118"/>
                </a:cubicBezTo>
                <a:cubicBezTo>
                  <a:pt x="1070740" y="2072520"/>
                  <a:pt x="1066469" y="2076916"/>
                  <a:pt x="1061067" y="2076916"/>
                </a:cubicBezTo>
                <a:cubicBezTo>
                  <a:pt x="1055667" y="2076916"/>
                  <a:pt x="1051271" y="2072645"/>
                  <a:pt x="1051271" y="2067244"/>
                </a:cubicBezTo>
                <a:cubicBezTo>
                  <a:pt x="1051271" y="2061843"/>
                  <a:pt x="1055667" y="2057446"/>
                  <a:pt x="1060942" y="2057446"/>
                </a:cubicBezTo>
                <a:close/>
                <a:moveTo>
                  <a:pt x="1844780" y="2056190"/>
                </a:moveTo>
                <a:cubicBezTo>
                  <a:pt x="1845659" y="2056190"/>
                  <a:pt x="1846412" y="2056819"/>
                  <a:pt x="1846412" y="2057698"/>
                </a:cubicBezTo>
                <a:cubicBezTo>
                  <a:pt x="1846412" y="2058452"/>
                  <a:pt x="1845785" y="2059205"/>
                  <a:pt x="1844905" y="2059205"/>
                </a:cubicBezTo>
                <a:cubicBezTo>
                  <a:pt x="1844025" y="2059205"/>
                  <a:pt x="1843272" y="2058577"/>
                  <a:pt x="1843272" y="2057698"/>
                </a:cubicBezTo>
                <a:cubicBezTo>
                  <a:pt x="1843272" y="2056819"/>
                  <a:pt x="1844025" y="2056065"/>
                  <a:pt x="1844780" y="2056190"/>
                </a:cubicBezTo>
                <a:close/>
                <a:moveTo>
                  <a:pt x="1438919" y="2055311"/>
                </a:moveTo>
                <a:cubicBezTo>
                  <a:pt x="1439044" y="2055311"/>
                  <a:pt x="1439169" y="2055437"/>
                  <a:pt x="1439169" y="2055563"/>
                </a:cubicBezTo>
                <a:cubicBezTo>
                  <a:pt x="1439169" y="2055689"/>
                  <a:pt x="1439044" y="2055814"/>
                  <a:pt x="1438919" y="2055814"/>
                </a:cubicBezTo>
                <a:cubicBezTo>
                  <a:pt x="1438792" y="2055814"/>
                  <a:pt x="1438667" y="2055689"/>
                  <a:pt x="1438667" y="2055563"/>
                </a:cubicBezTo>
                <a:cubicBezTo>
                  <a:pt x="1438667" y="2055437"/>
                  <a:pt x="1438792" y="2055311"/>
                  <a:pt x="1438919" y="2055311"/>
                </a:cubicBezTo>
                <a:close/>
                <a:moveTo>
                  <a:pt x="1608624" y="2054683"/>
                </a:moveTo>
                <a:cubicBezTo>
                  <a:pt x="1608749" y="2054683"/>
                  <a:pt x="1608874" y="2054808"/>
                  <a:pt x="1608874" y="2054934"/>
                </a:cubicBezTo>
                <a:cubicBezTo>
                  <a:pt x="1608874" y="2055060"/>
                  <a:pt x="1608749" y="2055185"/>
                  <a:pt x="1608624" y="2055185"/>
                </a:cubicBezTo>
                <a:cubicBezTo>
                  <a:pt x="1608497" y="2055185"/>
                  <a:pt x="1608372" y="2055060"/>
                  <a:pt x="1608372" y="2054934"/>
                </a:cubicBezTo>
                <a:cubicBezTo>
                  <a:pt x="1608372" y="2054808"/>
                  <a:pt x="1608372" y="2054683"/>
                  <a:pt x="1608624" y="2054683"/>
                </a:cubicBezTo>
                <a:close/>
                <a:moveTo>
                  <a:pt x="1986474" y="2052925"/>
                </a:moveTo>
                <a:cubicBezTo>
                  <a:pt x="1992504" y="2052925"/>
                  <a:pt x="1997529" y="2057949"/>
                  <a:pt x="1997529" y="2063979"/>
                </a:cubicBezTo>
                <a:cubicBezTo>
                  <a:pt x="1997529" y="2070009"/>
                  <a:pt x="1992629" y="2075033"/>
                  <a:pt x="1986474" y="2075033"/>
                </a:cubicBezTo>
                <a:cubicBezTo>
                  <a:pt x="1980445" y="2075033"/>
                  <a:pt x="1975420" y="2070134"/>
                  <a:pt x="1975420" y="2063979"/>
                </a:cubicBezTo>
                <a:cubicBezTo>
                  <a:pt x="1975295" y="2057824"/>
                  <a:pt x="1980318" y="2052799"/>
                  <a:pt x="1986474" y="2052925"/>
                </a:cubicBezTo>
                <a:close/>
                <a:moveTo>
                  <a:pt x="275346" y="2048529"/>
                </a:moveTo>
                <a:cubicBezTo>
                  <a:pt x="277105" y="2048529"/>
                  <a:pt x="278487" y="2050036"/>
                  <a:pt x="278487" y="2051669"/>
                </a:cubicBezTo>
                <a:cubicBezTo>
                  <a:pt x="278487" y="2053428"/>
                  <a:pt x="277105" y="2054810"/>
                  <a:pt x="275346" y="2054810"/>
                </a:cubicBezTo>
                <a:cubicBezTo>
                  <a:pt x="273588" y="2054810"/>
                  <a:pt x="272206" y="2053428"/>
                  <a:pt x="272206" y="2051669"/>
                </a:cubicBezTo>
                <a:cubicBezTo>
                  <a:pt x="272206" y="2050036"/>
                  <a:pt x="273588" y="2048654"/>
                  <a:pt x="275346" y="2048529"/>
                </a:cubicBezTo>
                <a:close/>
                <a:moveTo>
                  <a:pt x="929550" y="2048152"/>
                </a:moveTo>
                <a:cubicBezTo>
                  <a:pt x="938217" y="2048152"/>
                  <a:pt x="945251" y="2055186"/>
                  <a:pt x="945251" y="2063853"/>
                </a:cubicBezTo>
                <a:cubicBezTo>
                  <a:pt x="945251" y="2072522"/>
                  <a:pt x="938217" y="2079681"/>
                  <a:pt x="929550" y="2079681"/>
                </a:cubicBezTo>
                <a:cubicBezTo>
                  <a:pt x="920756" y="2079681"/>
                  <a:pt x="913722" y="2072647"/>
                  <a:pt x="913722" y="2063979"/>
                </a:cubicBezTo>
                <a:cubicBezTo>
                  <a:pt x="913722" y="2055312"/>
                  <a:pt x="920756" y="2048152"/>
                  <a:pt x="929550" y="2048152"/>
                </a:cubicBezTo>
                <a:close/>
                <a:moveTo>
                  <a:pt x="2662784" y="2044007"/>
                </a:moveTo>
                <a:cubicBezTo>
                  <a:pt x="2672331" y="2044007"/>
                  <a:pt x="2680120" y="2051669"/>
                  <a:pt x="2680120" y="2061215"/>
                </a:cubicBezTo>
                <a:cubicBezTo>
                  <a:pt x="2680120" y="2070762"/>
                  <a:pt x="2672456" y="2078550"/>
                  <a:pt x="2662911" y="2078550"/>
                </a:cubicBezTo>
                <a:cubicBezTo>
                  <a:pt x="2653363" y="2078550"/>
                  <a:pt x="2645575" y="2070887"/>
                  <a:pt x="2645575" y="2061342"/>
                </a:cubicBezTo>
                <a:cubicBezTo>
                  <a:pt x="2645575" y="2051794"/>
                  <a:pt x="2653237" y="2044007"/>
                  <a:pt x="2662784" y="2044007"/>
                </a:cubicBezTo>
                <a:close/>
                <a:moveTo>
                  <a:pt x="2117866" y="2039860"/>
                </a:moveTo>
                <a:cubicBezTo>
                  <a:pt x="2128669" y="2039735"/>
                  <a:pt x="2137587" y="2048528"/>
                  <a:pt x="2137587" y="2059456"/>
                </a:cubicBezTo>
                <a:cubicBezTo>
                  <a:pt x="2137712" y="2070259"/>
                  <a:pt x="2128920" y="2079178"/>
                  <a:pt x="2117991" y="2079178"/>
                </a:cubicBezTo>
                <a:cubicBezTo>
                  <a:pt x="2107189" y="2079304"/>
                  <a:pt x="2098270" y="2070511"/>
                  <a:pt x="2098270" y="2059582"/>
                </a:cubicBezTo>
                <a:cubicBezTo>
                  <a:pt x="2098270" y="2048779"/>
                  <a:pt x="2107064" y="2039860"/>
                  <a:pt x="2117866" y="2039860"/>
                </a:cubicBezTo>
                <a:close/>
                <a:moveTo>
                  <a:pt x="805316" y="2034208"/>
                </a:moveTo>
                <a:cubicBezTo>
                  <a:pt x="816495" y="2034208"/>
                  <a:pt x="825540" y="2043127"/>
                  <a:pt x="825540" y="2054306"/>
                </a:cubicBezTo>
                <a:cubicBezTo>
                  <a:pt x="825540" y="2065486"/>
                  <a:pt x="816622" y="2074530"/>
                  <a:pt x="805441" y="2074530"/>
                </a:cubicBezTo>
                <a:cubicBezTo>
                  <a:pt x="794262" y="2074530"/>
                  <a:pt x="785218" y="2065486"/>
                  <a:pt x="785218" y="2054432"/>
                </a:cubicBezTo>
                <a:cubicBezTo>
                  <a:pt x="785218" y="2043252"/>
                  <a:pt x="794137" y="2034208"/>
                  <a:pt x="805316" y="2034208"/>
                </a:cubicBezTo>
                <a:close/>
                <a:moveTo>
                  <a:pt x="1356767" y="2032576"/>
                </a:moveTo>
                <a:cubicBezTo>
                  <a:pt x="1357017" y="2032576"/>
                  <a:pt x="1357269" y="2032828"/>
                  <a:pt x="1357269" y="2033079"/>
                </a:cubicBezTo>
                <a:cubicBezTo>
                  <a:pt x="1357269" y="2033329"/>
                  <a:pt x="1357017" y="2033581"/>
                  <a:pt x="1356767" y="2033581"/>
                </a:cubicBezTo>
                <a:cubicBezTo>
                  <a:pt x="1356515" y="2033581"/>
                  <a:pt x="1356264" y="2033456"/>
                  <a:pt x="1356264" y="2033204"/>
                </a:cubicBezTo>
                <a:cubicBezTo>
                  <a:pt x="1356264" y="2032953"/>
                  <a:pt x="1356390" y="2032701"/>
                  <a:pt x="1356767" y="2032576"/>
                </a:cubicBezTo>
                <a:close/>
                <a:moveTo>
                  <a:pt x="168072" y="2031696"/>
                </a:moveTo>
                <a:cubicBezTo>
                  <a:pt x="168825" y="2031696"/>
                  <a:pt x="169453" y="2032199"/>
                  <a:pt x="169453" y="2032951"/>
                </a:cubicBezTo>
                <a:cubicBezTo>
                  <a:pt x="169453" y="2033706"/>
                  <a:pt x="168950" y="2034333"/>
                  <a:pt x="168197" y="2034333"/>
                </a:cubicBezTo>
                <a:cubicBezTo>
                  <a:pt x="167443" y="2034460"/>
                  <a:pt x="166815" y="2033831"/>
                  <a:pt x="166815" y="2033078"/>
                </a:cubicBezTo>
                <a:cubicBezTo>
                  <a:pt x="166815" y="2032324"/>
                  <a:pt x="167443" y="2031821"/>
                  <a:pt x="168072" y="2031696"/>
                </a:cubicBezTo>
                <a:close/>
                <a:moveTo>
                  <a:pt x="1690524" y="2031571"/>
                </a:moveTo>
                <a:cubicBezTo>
                  <a:pt x="1690775" y="2031571"/>
                  <a:pt x="1691027" y="2031823"/>
                  <a:pt x="1691027" y="2032074"/>
                </a:cubicBezTo>
                <a:cubicBezTo>
                  <a:pt x="1691027" y="2032199"/>
                  <a:pt x="1690775" y="2032451"/>
                  <a:pt x="1690524" y="2032451"/>
                </a:cubicBezTo>
                <a:cubicBezTo>
                  <a:pt x="1690272" y="2032451"/>
                  <a:pt x="1690147" y="2032199"/>
                  <a:pt x="1690147" y="2031949"/>
                </a:cubicBezTo>
                <a:cubicBezTo>
                  <a:pt x="1690147" y="2031697"/>
                  <a:pt x="1690272" y="2031571"/>
                  <a:pt x="1690524" y="2031571"/>
                </a:cubicBezTo>
                <a:close/>
                <a:moveTo>
                  <a:pt x="2772068" y="2029686"/>
                </a:moveTo>
                <a:cubicBezTo>
                  <a:pt x="2779229" y="2029686"/>
                  <a:pt x="2785134" y="2035590"/>
                  <a:pt x="2785134" y="2042750"/>
                </a:cubicBezTo>
                <a:cubicBezTo>
                  <a:pt x="2785134" y="2049910"/>
                  <a:pt x="2779229" y="2055814"/>
                  <a:pt x="2772068" y="2055814"/>
                </a:cubicBezTo>
                <a:cubicBezTo>
                  <a:pt x="2764908" y="2055814"/>
                  <a:pt x="2759004" y="2049910"/>
                  <a:pt x="2759004" y="2042750"/>
                </a:cubicBezTo>
                <a:cubicBezTo>
                  <a:pt x="2758878" y="2035464"/>
                  <a:pt x="2764783" y="2029686"/>
                  <a:pt x="2772068" y="2029686"/>
                </a:cubicBezTo>
                <a:close/>
                <a:moveTo>
                  <a:pt x="2241848" y="2024034"/>
                </a:moveTo>
                <a:cubicBezTo>
                  <a:pt x="2255666" y="2023908"/>
                  <a:pt x="2266970" y="2035088"/>
                  <a:pt x="2266970" y="2048905"/>
                </a:cubicBezTo>
                <a:cubicBezTo>
                  <a:pt x="2267097" y="2062723"/>
                  <a:pt x="2255916" y="2074028"/>
                  <a:pt x="2242100" y="2074028"/>
                </a:cubicBezTo>
                <a:cubicBezTo>
                  <a:pt x="2228282" y="2074153"/>
                  <a:pt x="2216977" y="2062974"/>
                  <a:pt x="2216977" y="2049157"/>
                </a:cubicBezTo>
                <a:cubicBezTo>
                  <a:pt x="2216977" y="2035464"/>
                  <a:pt x="2228156" y="2024160"/>
                  <a:pt x="2241848" y="2024034"/>
                </a:cubicBezTo>
                <a:close/>
                <a:moveTo>
                  <a:pt x="686863" y="2023154"/>
                </a:moveTo>
                <a:cubicBezTo>
                  <a:pt x="696786" y="2023029"/>
                  <a:pt x="704826" y="2031068"/>
                  <a:pt x="704826" y="2040992"/>
                </a:cubicBezTo>
                <a:cubicBezTo>
                  <a:pt x="704826" y="2050790"/>
                  <a:pt x="696913" y="2058829"/>
                  <a:pt x="686989" y="2058954"/>
                </a:cubicBezTo>
                <a:cubicBezTo>
                  <a:pt x="677064" y="2058954"/>
                  <a:pt x="669025" y="2051041"/>
                  <a:pt x="669025" y="2041118"/>
                </a:cubicBezTo>
                <a:cubicBezTo>
                  <a:pt x="669025" y="2031194"/>
                  <a:pt x="676939" y="2023154"/>
                  <a:pt x="686863" y="2023154"/>
                </a:cubicBezTo>
                <a:close/>
                <a:moveTo>
                  <a:pt x="2879092" y="2015994"/>
                </a:moveTo>
                <a:cubicBezTo>
                  <a:pt x="2883112" y="2015994"/>
                  <a:pt x="2886377" y="2019259"/>
                  <a:pt x="2886377" y="2023280"/>
                </a:cubicBezTo>
                <a:cubicBezTo>
                  <a:pt x="2886377" y="2027299"/>
                  <a:pt x="2883112" y="2030565"/>
                  <a:pt x="2879092" y="2030565"/>
                </a:cubicBezTo>
                <a:cubicBezTo>
                  <a:pt x="2875073" y="2030565"/>
                  <a:pt x="2871806" y="2027299"/>
                  <a:pt x="2871806" y="2023280"/>
                </a:cubicBezTo>
                <a:cubicBezTo>
                  <a:pt x="2871806" y="2019259"/>
                  <a:pt x="2875073" y="2015994"/>
                  <a:pt x="2879092" y="2015994"/>
                </a:cubicBezTo>
                <a:close/>
                <a:moveTo>
                  <a:pt x="572802" y="2011597"/>
                </a:moveTo>
                <a:cubicBezTo>
                  <a:pt x="580465" y="2011597"/>
                  <a:pt x="586620" y="2017752"/>
                  <a:pt x="586620" y="2025289"/>
                </a:cubicBezTo>
                <a:cubicBezTo>
                  <a:pt x="586620" y="2032951"/>
                  <a:pt x="580465" y="2039107"/>
                  <a:pt x="572928" y="2039107"/>
                </a:cubicBezTo>
                <a:cubicBezTo>
                  <a:pt x="565265" y="2039107"/>
                  <a:pt x="559110" y="2032951"/>
                  <a:pt x="559110" y="2025416"/>
                </a:cubicBezTo>
                <a:cubicBezTo>
                  <a:pt x="559110" y="2017879"/>
                  <a:pt x="565265" y="2011722"/>
                  <a:pt x="572802" y="2011597"/>
                </a:cubicBezTo>
                <a:close/>
                <a:moveTo>
                  <a:pt x="2360053" y="2010592"/>
                </a:moveTo>
                <a:cubicBezTo>
                  <a:pt x="2373494" y="2010467"/>
                  <a:pt x="2384548" y="2021395"/>
                  <a:pt x="2384548" y="2034836"/>
                </a:cubicBezTo>
                <a:cubicBezTo>
                  <a:pt x="2384674" y="2048402"/>
                  <a:pt x="2373745" y="2059331"/>
                  <a:pt x="2360304" y="2059331"/>
                </a:cubicBezTo>
                <a:cubicBezTo>
                  <a:pt x="2346864" y="2059456"/>
                  <a:pt x="2335935" y="2048528"/>
                  <a:pt x="2335935" y="2035088"/>
                </a:cubicBezTo>
                <a:cubicBezTo>
                  <a:pt x="2335935" y="2021647"/>
                  <a:pt x="2346864" y="2010718"/>
                  <a:pt x="2360053" y="2010592"/>
                </a:cubicBezTo>
                <a:close/>
                <a:moveTo>
                  <a:pt x="1135810" y="2003306"/>
                </a:moveTo>
                <a:cubicBezTo>
                  <a:pt x="1137947" y="2003306"/>
                  <a:pt x="1139580" y="2004939"/>
                  <a:pt x="1139580" y="2007075"/>
                </a:cubicBezTo>
                <a:cubicBezTo>
                  <a:pt x="1139580" y="2009085"/>
                  <a:pt x="1137820" y="2010843"/>
                  <a:pt x="1135810" y="2010843"/>
                </a:cubicBezTo>
                <a:cubicBezTo>
                  <a:pt x="1133800" y="2010843"/>
                  <a:pt x="1132042" y="2009085"/>
                  <a:pt x="1132042" y="2007075"/>
                </a:cubicBezTo>
                <a:cubicBezTo>
                  <a:pt x="1132042" y="2005064"/>
                  <a:pt x="1133675" y="2003306"/>
                  <a:pt x="1135810" y="2003306"/>
                </a:cubicBezTo>
                <a:close/>
                <a:moveTo>
                  <a:pt x="2984356" y="2001171"/>
                </a:moveTo>
                <a:cubicBezTo>
                  <a:pt x="2985611" y="2001171"/>
                  <a:pt x="2986616" y="2002051"/>
                  <a:pt x="2986616" y="2003306"/>
                </a:cubicBezTo>
                <a:cubicBezTo>
                  <a:pt x="2986616" y="2004563"/>
                  <a:pt x="2985611" y="2005568"/>
                  <a:pt x="2984356" y="2005568"/>
                </a:cubicBezTo>
                <a:cubicBezTo>
                  <a:pt x="2983099" y="2005568"/>
                  <a:pt x="2982094" y="2004563"/>
                  <a:pt x="2982094" y="2003306"/>
                </a:cubicBezTo>
                <a:cubicBezTo>
                  <a:pt x="2982094" y="2002176"/>
                  <a:pt x="2983099" y="2001171"/>
                  <a:pt x="2984356" y="2001171"/>
                </a:cubicBezTo>
                <a:close/>
                <a:moveTo>
                  <a:pt x="1911230" y="1999413"/>
                </a:moveTo>
                <a:cubicBezTo>
                  <a:pt x="1913994" y="1999413"/>
                  <a:pt x="1916129" y="2001675"/>
                  <a:pt x="1916129" y="2004312"/>
                </a:cubicBezTo>
                <a:cubicBezTo>
                  <a:pt x="1916255" y="2007075"/>
                  <a:pt x="1913994" y="2009210"/>
                  <a:pt x="1911357" y="2009210"/>
                </a:cubicBezTo>
                <a:cubicBezTo>
                  <a:pt x="1908592" y="2009210"/>
                  <a:pt x="1906457" y="2006950"/>
                  <a:pt x="1906457" y="2004312"/>
                </a:cubicBezTo>
                <a:cubicBezTo>
                  <a:pt x="1906457" y="2001548"/>
                  <a:pt x="1908592" y="1999413"/>
                  <a:pt x="1911230" y="1999413"/>
                </a:cubicBezTo>
                <a:close/>
                <a:moveTo>
                  <a:pt x="462010" y="1998534"/>
                </a:moveTo>
                <a:cubicBezTo>
                  <a:pt x="467285" y="1998534"/>
                  <a:pt x="471556" y="2002804"/>
                  <a:pt x="471556" y="2008081"/>
                </a:cubicBezTo>
                <a:cubicBezTo>
                  <a:pt x="471682" y="2013356"/>
                  <a:pt x="467412" y="2017627"/>
                  <a:pt x="462135" y="2017627"/>
                </a:cubicBezTo>
                <a:cubicBezTo>
                  <a:pt x="456860" y="2017627"/>
                  <a:pt x="452589" y="2013483"/>
                  <a:pt x="452589" y="2008206"/>
                </a:cubicBezTo>
                <a:cubicBezTo>
                  <a:pt x="452589" y="2002931"/>
                  <a:pt x="456860" y="1998659"/>
                  <a:pt x="462010" y="1998534"/>
                </a:cubicBezTo>
                <a:close/>
                <a:moveTo>
                  <a:pt x="2474235" y="1997278"/>
                </a:moveTo>
                <a:cubicBezTo>
                  <a:pt x="2486043" y="1997278"/>
                  <a:pt x="2495590" y="2006825"/>
                  <a:pt x="2495590" y="2018506"/>
                </a:cubicBezTo>
                <a:cubicBezTo>
                  <a:pt x="2495590" y="2030315"/>
                  <a:pt x="2486043" y="2039861"/>
                  <a:pt x="2474360" y="2039861"/>
                </a:cubicBezTo>
                <a:cubicBezTo>
                  <a:pt x="2462553" y="2039861"/>
                  <a:pt x="2453006" y="2030315"/>
                  <a:pt x="2453006" y="2018632"/>
                </a:cubicBezTo>
                <a:cubicBezTo>
                  <a:pt x="2453006" y="2006825"/>
                  <a:pt x="2462553" y="1997278"/>
                  <a:pt x="2474235" y="1997278"/>
                </a:cubicBezTo>
                <a:close/>
                <a:moveTo>
                  <a:pt x="1279889" y="1996271"/>
                </a:moveTo>
                <a:cubicBezTo>
                  <a:pt x="1280015" y="1996271"/>
                  <a:pt x="1280140" y="1996397"/>
                  <a:pt x="1280140" y="1996523"/>
                </a:cubicBezTo>
                <a:cubicBezTo>
                  <a:pt x="1280140" y="1996649"/>
                  <a:pt x="1280015" y="1996774"/>
                  <a:pt x="1279889" y="1996774"/>
                </a:cubicBezTo>
                <a:cubicBezTo>
                  <a:pt x="1279763" y="1996774"/>
                  <a:pt x="1279638" y="1996649"/>
                  <a:pt x="1279638" y="1996523"/>
                </a:cubicBezTo>
                <a:cubicBezTo>
                  <a:pt x="1279638" y="1996397"/>
                  <a:pt x="1279763" y="1996271"/>
                  <a:pt x="1279889" y="1996271"/>
                </a:cubicBezTo>
                <a:close/>
                <a:moveTo>
                  <a:pt x="2043504" y="1989489"/>
                </a:moveTo>
                <a:cubicBezTo>
                  <a:pt x="2049534" y="1989489"/>
                  <a:pt x="2054559" y="1994389"/>
                  <a:pt x="2054559" y="2000543"/>
                </a:cubicBezTo>
                <a:cubicBezTo>
                  <a:pt x="2054559" y="2006698"/>
                  <a:pt x="2049659" y="2011723"/>
                  <a:pt x="2043504" y="2011723"/>
                </a:cubicBezTo>
                <a:cubicBezTo>
                  <a:pt x="2037474" y="2011723"/>
                  <a:pt x="2032449" y="2006824"/>
                  <a:pt x="2032449" y="2000669"/>
                </a:cubicBezTo>
                <a:cubicBezTo>
                  <a:pt x="2032449" y="1994514"/>
                  <a:pt x="2037349" y="1989489"/>
                  <a:pt x="2043504" y="1989489"/>
                </a:cubicBezTo>
                <a:close/>
                <a:moveTo>
                  <a:pt x="1003535" y="1988735"/>
                </a:moveTo>
                <a:cubicBezTo>
                  <a:pt x="1012329" y="1988735"/>
                  <a:pt x="1019363" y="1995770"/>
                  <a:pt x="1019363" y="2004437"/>
                </a:cubicBezTo>
                <a:cubicBezTo>
                  <a:pt x="1019363" y="2013105"/>
                  <a:pt x="1012329" y="2020139"/>
                  <a:pt x="1003662" y="2020139"/>
                </a:cubicBezTo>
                <a:cubicBezTo>
                  <a:pt x="994868" y="2020139"/>
                  <a:pt x="987834" y="2013105"/>
                  <a:pt x="987834" y="2004437"/>
                </a:cubicBezTo>
                <a:cubicBezTo>
                  <a:pt x="987834" y="1995770"/>
                  <a:pt x="994743" y="1988610"/>
                  <a:pt x="1003535" y="1988735"/>
                </a:cubicBezTo>
                <a:close/>
                <a:moveTo>
                  <a:pt x="354234" y="1983711"/>
                </a:moveTo>
                <a:cubicBezTo>
                  <a:pt x="357626" y="1983711"/>
                  <a:pt x="360390" y="1986475"/>
                  <a:pt x="360390" y="1989866"/>
                </a:cubicBezTo>
                <a:cubicBezTo>
                  <a:pt x="360390" y="1993258"/>
                  <a:pt x="357626" y="1996021"/>
                  <a:pt x="354234" y="1996021"/>
                </a:cubicBezTo>
                <a:cubicBezTo>
                  <a:pt x="350717" y="1996021"/>
                  <a:pt x="347954" y="1993258"/>
                  <a:pt x="347954" y="1989866"/>
                </a:cubicBezTo>
                <a:cubicBezTo>
                  <a:pt x="347828" y="1986475"/>
                  <a:pt x="350717" y="1983711"/>
                  <a:pt x="354234" y="1983711"/>
                </a:cubicBezTo>
                <a:close/>
                <a:moveTo>
                  <a:pt x="2584776" y="1981700"/>
                </a:moveTo>
                <a:cubicBezTo>
                  <a:pt x="2595077" y="1981575"/>
                  <a:pt x="2603619" y="1989992"/>
                  <a:pt x="2603619" y="2000417"/>
                </a:cubicBezTo>
                <a:cubicBezTo>
                  <a:pt x="2603745" y="2010718"/>
                  <a:pt x="2595328" y="2019260"/>
                  <a:pt x="2584903" y="2019260"/>
                </a:cubicBezTo>
                <a:cubicBezTo>
                  <a:pt x="2574602" y="2019385"/>
                  <a:pt x="2566060" y="2010969"/>
                  <a:pt x="2566060" y="2000544"/>
                </a:cubicBezTo>
                <a:cubicBezTo>
                  <a:pt x="2566060" y="1990117"/>
                  <a:pt x="2574351" y="1981700"/>
                  <a:pt x="2584776" y="1981700"/>
                </a:cubicBezTo>
                <a:close/>
                <a:moveTo>
                  <a:pt x="879807" y="1974666"/>
                </a:moveTo>
                <a:cubicBezTo>
                  <a:pt x="890860" y="1974666"/>
                  <a:pt x="899779" y="1983459"/>
                  <a:pt x="899779" y="1994514"/>
                </a:cubicBezTo>
                <a:cubicBezTo>
                  <a:pt x="899779" y="2005442"/>
                  <a:pt x="890986" y="2014486"/>
                  <a:pt x="879932" y="2014486"/>
                </a:cubicBezTo>
                <a:cubicBezTo>
                  <a:pt x="868878" y="2014486"/>
                  <a:pt x="859959" y="2005694"/>
                  <a:pt x="859959" y="1994639"/>
                </a:cubicBezTo>
                <a:cubicBezTo>
                  <a:pt x="859959" y="1983585"/>
                  <a:pt x="868753" y="1974666"/>
                  <a:pt x="879807" y="1974666"/>
                </a:cubicBezTo>
                <a:close/>
                <a:moveTo>
                  <a:pt x="248214" y="1968889"/>
                </a:moveTo>
                <a:cubicBezTo>
                  <a:pt x="249345" y="1968889"/>
                  <a:pt x="250224" y="1969769"/>
                  <a:pt x="250224" y="1970899"/>
                </a:cubicBezTo>
                <a:cubicBezTo>
                  <a:pt x="250224" y="1972030"/>
                  <a:pt x="249345" y="1972909"/>
                  <a:pt x="248214" y="1972909"/>
                </a:cubicBezTo>
                <a:cubicBezTo>
                  <a:pt x="247084" y="1972909"/>
                  <a:pt x="246205" y="1972030"/>
                  <a:pt x="246205" y="1970899"/>
                </a:cubicBezTo>
                <a:cubicBezTo>
                  <a:pt x="246205" y="1969769"/>
                  <a:pt x="247084" y="1968889"/>
                  <a:pt x="248214" y="1968889"/>
                </a:cubicBezTo>
                <a:close/>
                <a:moveTo>
                  <a:pt x="2166982" y="1968261"/>
                </a:moveTo>
                <a:cubicBezTo>
                  <a:pt x="2178916" y="1968261"/>
                  <a:pt x="2188713" y="1977933"/>
                  <a:pt x="2188713" y="1989867"/>
                </a:cubicBezTo>
                <a:cubicBezTo>
                  <a:pt x="2188713" y="2001801"/>
                  <a:pt x="2179041" y="2011598"/>
                  <a:pt x="2167107" y="2011598"/>
                </a:cubicBezTo>
                <a:cubicBezTo>
                  <a:pt x="2155175" y="2011598"/>
                  <a:pt x="2145376" y="2001926"/>
                  <a:pt x="2145376" y="1989992"/>
                </a:cubicBezTo>
                <a:cubicBezTo>
                  <a:pt x="2145376" y="1977933"/>
                  <a:pt x="2155048" y="1968261"/>
                  <a:pt x="2166982" y="1968261"/>
                </a:cubicBezTo>
                <a:close/>
                <a:moveTo>
                  <a:pt x="2692808" y="1961854"/>
                </a:moveTo>
                <a:cubicBezTo>
                  <a:pt x="2703610" y="1961729"/>
                  <a:pt x="2712404" y="1970397"/>
                  <a:pt x="2712404" y="1981200"/>
                </a:cubicBezTo>
                <a:cubicBezTo>
                  <a:pt x="2712404" y="1992003"/>
                  <a:pt x="2703735" y="2000797"/>
                  <a:pt x="2692933" y="2000797"/>
                </a:cubicBezTo>
                <a:cubicBezTo>
                  <a:pt x="2682130" y="2000922"/>
                  <a:pt x="2673337" y="1992255"/>
                  <a:pt x="2673337" y="1981451"/>
                </a:cubicBezTo>
                <a:cubicBezTo>
                  <a:pt x="2673337" y="1970774"/>
                  <a:pt x="2682004" y="1961980"/>
                  <a:pt x="2692808" y="1961854"/>
                </a:cubicBezTo>
                <a:close/>
                <a:moveTo>
                  <a:pt x="762357" y="1957834"/>
                </a:moveTo>
                <a:cubicBezTo>
                  <a:pt x="774918" y="1957834"/>
                  <a:pt x="785219" y="1968009"/>
                  <a:pt x="785219" y="1980570"/>
                </a:cubicBezTo>
                <a:cubicBezTo>
                  <a:pt x="785219" y="1993131"/>
                  <a:pt x="775043" y="2003432"/>
                  <a:pt x="762482" y="2003432"/>
                </a:cubicBezTo>
                <a:cubicBezTo>
                  <a:pt x="749920" y="2003432"/>
                  <a:pt x="739621" y="1993257"/>
                  <a:pt x="739621" y="1980695"/>
                </a:cubicBezTo>
                <a:cubicBezTo>
                  <a:pt x="739621" y="1968134"/>
                  <a:pt x="749795" y="1957959"/>
                  <a:pt x="762357" y="1957834"/>
                </a:cubicBezTo>
                <a:close/>
                <a:moveTo>
                  <a:pt x="143954" y="1950172"/>
                </a:moveTo>
                <a:cubicBezTo>
                  <a:pt x="144583" y="1950172"/>
                  <a:pt x="145085" y="1950674"/>
                  <a:pt x="145085" y="1951302"/>
                </a:cubicBezTo>
                <a:cubicBezTo>
                  <a:pt x="145085" y="1951930"/>
                  <a:pt x="144583" y="1952432"/>
                  <a:pt x="143954" y="1952432"/>
                </a:cubicBezTo>
                <a:cubicBezTo>
                  <a:pt x="143326" y="1952432"/>
                  <a:pt x="142824" y="1951930"/>
                  <a:pt x="142824" y="1951302"/>
                </a:cubicBezTo>
                <a:cubicBezTo>
                  <a:pt x="142824" y="1950674"/>
                  <a:pt x="143326" y="1950172"/>
                  <a:pt x="143954" y="1950172"/>
                </a:cubicBezTo>
                <a:close/>
                <a:moveTo>
                  <a:pt x="2284306" y="1948162"/>
                </a:moveTo>
                <a:cubicBezTo>
                  <a:pt x="2299255" y="1948037"/>
                  <a:pt x="2311439" y="1960095"/>
                  <a:pt x="2311439" y="1975043"/>
                </a:cubicBezTo>
                <a:cubicBezTo>
                  <a:pt x="2311565" y="1989992"/>
                  <a:pt x="2299506" y="2002176"/>
                  <a:pt x="2284558" y="2002176"/>
                </a:cubicBezTo>
                <a:cubicBezTo>
                  <a:pt x="2269610" y="2002301"/>
                  <a:pt x="2257426" y="1990243"/>
                  <a:pt x="2257426" y="1975295"/>
                </a:cubicBezTo>
                <a:cubicBezTo>
                  <a:pt x="2257299" y="1960347"/>
                  <a:pt x="2269358" y="1948162"/>
                  <a:pt x="2284306" y="1948162"/>
                </a:cubicBezTo>
                <a:close/>
                <a:moveTo>
                  <a:pt x="1210801" y="1946403"/>
                </a:moveTo>
                <a:cubicBezTo>
                  <a:pt x="1210927" y="1946403"/>
                  <a:pt x="1211052" y="1946655"/>
                  <a:pt x="1211052" y="1946655"/>
                </a:cubicBezTo>
                <a:cubicBezTo>
                  <a:pt x="1211052" y="1946781"/>
                  <a:pt x="1210927" y="1946906"/>
                  <a:pt x="1210801" y="1946906"/>
                </a:cubicBezTo>
                <a:cubicBezTo>
                  <a:pt x="1210675" y="1946906"/>
                  <a:pt x="1210550" y="1946781"/>
                  <a:pt x="1210550" y="1946655"/>
                </a:cubicBezTo>
                <a:cubicBezTo>
                  <a:pt x="1210550" y="1946529"/>
                  <a:pt x="1210675" y="1946529"/>
                  <a:pt x="1210801" y="1946403"/>
                </a:cubicBezTo>
                <a:close/>
                <a:moveTo>
                  <a:pt x="2798574" y="1945022"/>
                </a:moveTo>
                <a:cubicBezTo>
                  <a:pt x="2807743" y="1945022"/>
                  <a:pt x="2815280" y="1952434"/>
                  <a:pt x="2815280" y="1961603"/>
                </a:cubicBezTo>
                <a:cubicBezTo>
                  <a:pt x="2815280" y="1970773"/>
                  <a:pt x="2807869" y="1978310"/>
                  <a:pt x="2798699" y="1978310"/>
                </a:cubicBezTo>
                <a:cubicBezTo>
                  <a:pt x="2789529" y="1978310"/>
                  <a:pt x="2781992" y="1970898"/>
                  <a:pt x="2781992" y="1961729"/>
                </a:cubicBezTo>
                <a:cubicBezTo>
                  <a:pt x="2781992" y="1952559"/>
                  <a:pt x="2789404" y="1945022"/>
                  <a:pt x="2798574" y="1945022"/>
                </a:cubicBezTo>
                <a:close/>
                <a:moveTo>
                  <a:pt x="1835861" y="1944143"/>
                </a:moveTo>
                <a:cubicBezTo>
                  <a:pt x="1835987" y="1944143"/>
                  <a:pt x="1836113" y="1944268"/>
                  <a:pt x="1836113" y="1944394"/>
                </a:cubicBezTo>
                <a:cubicBezTo>
                  <a:pt x="1836113" y="1944520"/>
                  <a:pt x="1835987" y="1944645"/>
                  <a:pt x="1835861" y="1944645"/>
                </a:cubicBezTo>
                <a:cubicBezTo>
                  <a:pt x="1835735" y="1944645"/>
                  <a:pt x="1835610" y="1944520"/>
                  <a:pt x="1835610" y="1944394"/>
                </a:cubicBezTo>
                <a:cubicBezTo>
                  <a:pt x="1835610" y="1944268"/>
                  <a:pt x="1835735" y="1944143"/>
                  <a:pt x="1835861" y="1944143"/>
                </a:cubicBezTo>
                <a:close/>
                <a:moveTo>
                  <a:pt x="649680" y="1943388"/>
                </a:moveTo>
                <a:cubicBezTo>
                  <a:pt x="661236" y="1943388"/>
                  <a:pt x="670783" y="1952809"/>
                  <a:pt x="670783" y="1964366"/>
                </a:cubicBezTo>
                <a:cubicBezTo>
                  <a:pt x="670783" y="1976047"/>
                  <a:pt x="661362" y="1985468"/>
                  <a:pt x="649805" y="1985468"/>
                </a:cubicBezTo>
                <a:cubicBezTo>
                  <a:pt x="638123" y="1985468"/>
                  <a:pt x="628702" y="1976047"/>
                  <a:pt x="628702" y="1964491"/>
                </a:cubicBezTo>
                <a:cubicBezTo>
                  <a:pt x="628577" y="1952809"/>
                  <a:pt x="637997" y="1943388"/>
                  <a:pt x="649680" y="1943388"/>
                </a:cubicBezTo>
                <a:close/>
                <a:moveTo>
                  <a:pt x="1077523" y="1939871"/>
                </a:moveTo>
                <a:cubicBezTo>
                  <a:pt x="1080287" y="1939871"/>
                  <a:pt x="1082422" y="1942133"/>
                  <a:pt x="1082422" y="1944771"/>
                </a:cubicBezTo>
                <a:cubicBezTo>
                  <a:pt x="1082548" y="1947534"/>
                  <a:pt x="1080287" y="1949671"/>
                  <a:pt x="1077650" y="1949671"/>
                </a:cubicBezTo>
                <a:cubicBezTo>
                  <a:pt x="1075012" y="1949796"/>
                  <a:pt x="1072751" y="1947534"/>
                  <a:pt x="1072751" y="1944896"/>
                </a:cubicBezTo>
                <a:cubicBezTo>
                  <a:pt x="1072751" y="1942133"/>
                  <a:pt x="1074886" y="1939996"/>
                  <a:pt x="1077523" y="1939871"/>
                </a:cubicBezTo>
                <a:close/>
                <a:moveTo>
                  <a:pt x="1969012" y="1936229"/>
                </a:moveTo>
                <a:cubicBezTo>
                  <a:pt x="1971902" y="1936229"/>
                  <a:pt x="1974289" y="1938616"/>
                  <a:pt x="1974289" y="1941504"/>
                </a:cubicBezTo>
                <a:cubicBezTo>
                  <a:pt x="1974289" y="1944520"/>
                  <a:pt x="1971902" y="1946906"/>
                  <a:pt x="1969012" y="1946906"/>
                </a:cubicBezTo>
                <a:cubicBezTo>
                  <a:pt x="1966124" y="1946906"/>
                  <a:pt x="1963737" y="1944520"/>
                  <a:pt x="1963737" y="1941631"/>
                </a:cubicBezTo>
                <a:cubicBezTo>
                  <a:pt x="1963737" y="1938741"/>
                  <a:pt x="1966124" y="1936354"/>
                  <a:pt x="1969012" y="1936229"/>
                </a:cubicBezTo>
                <a:close/>
                <a:moveTo>
                  <a:pt x="2396984" y="1931456"/>
                </a:moveTo>
                <a:cubicBezTo>
                  <a:pt x="2411681" y="1931456"/>
                  <a:pt x="2423615" y="1943265"/>
                  <a:pt x="2423615" y="1957961"/>
                </a:cubicBezTo>
                <a:cubicBezTo>
                  <a:pt x="2423615" y="1972658"/>
                  <a:pt x="2411806" y="1984591"/>
                  <a:pt x="2397109" y="1984591"/>
                </a:cubicBezTo>
                <a:cubicBezTo>
                  <a:pt x="2382537" y="1984591"/>
                  <a:pt x="2370478" y="1972783"/>
                  <a:pt x="2370478" y="1958086"/>
                </a:cubicBezTo>
                <a:cubicBezTo>
                  <a:pt x="2370478" y="1943515"/>
                  <a:pt x="2382286" y="1931581"/>
                  <a:pt x="2396984" y="1931456"/>
                </a:cubicBezTo>
                <a:close/>
                <a:moveTo>
                  <a:pt x="2902584" y="1930953"/>
                </a:moveTo>
                <a:cubicBezTo>
                  <a:pt x="2908362" y="1930953"/>
                  <a:pt x="2913010" y="1935600"/>
                  <a:pt x="2913010" y="1941379"/>
                </a:cubicBezTo>
                <a:cubicBezTo>
                  <a:pt x="2913136" y="1947032"/>
                  <a:pt x="2908487" y="1951805"/>
                  <a:pt x="2902710" y="1951805"/>
                </a:cubicBezTo>
                <a:cubicBezTo>
                  <a:pt x="2897057" y="1951805"/>
                  <a:pt x="2892283" y="1947157"/>
                  <a:pt x="2892283" y="1941379"/>
                </a:cubicBezTo>
                <a:cubicBezTo>
                  <a:pt x="2892283" y="1935600"/>
                  <a:pt x="2896931" y="1930953"/>
                  <a:pt x="2902584" y="1930953"/>
                </a:cubicBezTo>
                <a:close/>
                <a:moveTo>
                  <a:pt x="540395" y="1930701"/>
                </a:moveTo>
                <a:cubicBezTo>
                  <a:pt x="549188" y="1930576"/>
                  <a:pt x="556349" y="1937736"/>
                  <a:pt x="556349" y="1946530"/>
                </a:cubicBezTo>
                <a:cubicBezTo>
                  <a:pt x="556349" y="1955322"/>
                  <a:pt x="549188" y="1962482"/>
                  <a:pt x="540395" y="1962482"/>
                </a:cubicBezTo>
                <a:cubicBezTo>
                  <a:pt x="531601" y="1962608"/>
                  <a:pt x="524441" y="1955447"/>
                  <a:pt x="524441" y="1946655"/>
                </a:cubicBezTo>
                <a:cubicBezTo>
                  <a:pt x="524316" y="1937863"/>
                  <a:pt x="531476" y="1930701"/>
                  <a:pt x="540395" y="1930701"/>
                </a:cubicBezTo>
                <a:close/>
                <a:moveTo>
                  <a:pt x="954546" y="1922661"/>
                </a:moveTo>
                <a:cubicBezTo>
                  <a:pt x="961204" y="1922536"/>
                  <a:pt x="966731" y="1927937"/>
                  <a:pt x="966731" y="1934720"/>
                </a:cubicBezTo>
                <a:cubicBezTo>
                  <a:pt x="966731" y="1941378"/>
                  <a:pt x="961204" y="1946905"/>
                  <a:pt x="954546" y="1946905"/>
                </a:cubicBezTo>
                <a:cubicBezTo>
                  <a:pt x="947889" y="1946905"/>
                  <a:pt x="942362" y="1941504"/>
                  <a:pt x="942362" y="1934720"/>
                </a:cubicBezTo>
                <a:cubicBezTo>
                  <a:pt x="942362" y="1927937"/>
                  <a:pt x="947763" y="1922410"/>
                  <a:pt x="954546" y="1922661"/>
                </a:cubicBezTo>
                <a:close/>
                <a:moveTo>
                  <a:pt x="433747" y="1921657"/>
                </a:moveTo>
                <a:cubicBezTo>
                  <a:pt x="437138" y="1921657"/>
                  <a:pt x="439902" y="1924421"/>
                  <a:pt x="439902" y="1927812"/>
                </a:cubicBezTo>
                <a:cubicBezTo>
                  <a:pt x="439902" y="1931204"/>
                  <a:pt x="437138" y="1933968"/>
                  <a:pt x="433747" y="1933968"/>
                </a:cubicBezTo>
                <a:cubicBezTo>
                  <a:pt x="430230" y="1933968"/>
                  <a:pt x="427466" y="1931204"/>
                  <a:pt x="427466" y="1927812"/>
                </a:cubicBezTo>
                <a:cubicBezTo>
                  <a:pt x="427466" y="1924421"/>
                  <a:pt x="430230" y="1921657"/>
                  <a:pt x="433747" y="1921657"/>
                </a:cubicBezTo>
                <a:close/>
                <a:moveTo>
                  <a:pt x="3005208" y="1917512"/>
                </a:moveTo>
                <a:cubicBezTo>
                  <a:pt x="3007093" y="1917512"/>
                  <a:pt x="3008601" y="1918893"/>
                  <a:pt x="3008601" y="1920778"/>
                </a:cubicBezTo>
                <a:cubicBezTo>
                  <a:pt x="3008601" y="1922538"/>
                  <a:pt x="3007218" y="1924045"/>
                  <a:pt x="3005334" y="1924045"/>
                </a:cubicBezTo>
                <a:cubicBezTo>
                  <a:pt x="3003576" y="1924045"/>
                  <a:pt x="3002068" y="1922538"/>
                  <a:pt x="3002068" y="1920778"/>
                </a:cubicBezTo>
                <a:cubicBezTo>
                  <a:pt x="3002068" y="1918893"/>
                  <a:pt x="3003576" y="1917385"/>
                  <a:pt x="3005208" y="1917512"/>
                </a:cubicBezTo>
                <a:close/>
                <a:moveTo>
                  <a:pt x="2091990" y="1916381"/>
                </a:moveTo>
                <a:cubicBezTo>
                  <a:pt x="2099779" y="1916256"/>
                  <a:pt x="2106186" y="1922663"/>
                  <a:pt x="2106186" y="1930450"/>
                </a:cubicBezTo>
                <a:cubicBezTo>
                  <a:pt x="2106311" y="1938239"/>
                  <a:pt x="2099905" y="1944646"/>
                  <a:pt x="2092117" y="1944646"/>
                </a:cubicBezTo>
                <a:cubicBezTo>
                  <a:pt x="2084328" y="1944771"/>
                  <a:pt x="2077922" y="1938364"/>
                  <a:pt x="2077922" y="1930577"/>
                </a:cubicBezTo>
                <a:cubicBezTo>
                  <a:pt x="2077796" y="1922788"/>
                  <a:pt x="2084203" y="1916381"/>
                  <a:pt x="2091990" y="1916381"/>
                </a:cubicBezTo>
                <a:close/>
                <a:moveTo>
                  <a:pt x="2506142" y="1915754"/>
                </a:moveTo>
                <a:cubicBezTo>
                  <a:pt x="2519206" y="1915754"/>
                  <a:pt x="2529758" y="1926306"/>
                  <a:pt x="2529883" y="1939370"/>
                </a:cubicBezTo>
                <a:cubicBezTo>
                  <a:pt x="2529883" y="1952434"/>
                  <a:pt x="2519331" y="1963111"/>
                  <a:pt x="2506267" y="1963111"/>
                </a:cubicBezTo>
                <a:cubicBezTo>
                  <a:pt x="2493203" y="1963111"/>
                  <a:pt x="2482526" y="1952559"/>
                  <a:pt x="2482526" y="1939495"/>
                </a:cubicBezTo>
                <a:cubicBezTo>
                  <a:pt x="2482526" y="1926431"/>
                  <a:pt x="2493078" y="1915879"/>
                  <a:pt x="2506142" y="1915754"/>
                </a:cubicBezTo>
                <a:close/>
                <a:moveTo>
                  <a:pt x="329111" y="1904574"/>
                </a:moveTo>
                <a:cubicBezTo>
                  <a:pt x="331246" y="1904574"/>
                  <a:pt x="332879" y="1906207"/>
                  <a:pt x="332879" y="1908343"/>
                </a:cubicBezTo>
                <a:cubicBezTo>
                  <a:pt x="332879" y="1910353"/>
                  <a:pt x="331121" y="1912111"/>
                  <a:pt x="329111" y="1912111"/>
                </a:cubicBezTo>
                <a:cubicBezTo>
                  <a:pt x="327101" y="1912111"/>
                  <a:pt x="325342" y="1910353"/>
                  <a:pt x="325342" y="1908343"/>
                </a:cubicBezTo>
                <a:cubicBezTo>
                  <a:pt x="325342" y="1906332"/>
                  <a:pt x="327101" y="1904574"/>
                  <a:pt x="329111" y="1904574"/>
                </a:cubicBezTo>
                <a:close/>
                <a:moveTo>
                  <a:pt x="838352" y="1900177"/>
                </a:moveTo>
                <a:cubicBezTo>
                  <a:pt x="849406" y="1900177"/>
                  <a:pt x="858325" y="1908970"/>
                  <a:pt x="858325" y="1920025"/>
                </a:cubicBezTo>
                <a:cubicBezTo>
                  <a:pt x="858325" y="1930953"/>
                  <a:pt x="849532" y="1939997"/>
                  <a:pt x="838478" y="1939997"/>
                </a:cubicBezTo>
                <a:cubicBezTo>
                  <a:pt x="827424" y="1939997"/>
                  <a:pt x="818505" y="1931205"/>
                  <a:pt x="818505" y="1920150"/>
                </a:cubicBezTo>
                <a:cubicBezTo>
                  <a:pt x="818380" y="1909096"/>
                  <a:pt x="827297" y="1900177"/>
                  <a:pt x="838352" y="1900177"/>
                </a:cubicBezTo>
                <a:close/>
                <a:moveTo>
                  <a:pt x="2612664" y="1899172"/>
                </a:moveTo>
                <a:cubicBezTo>
                  <a:pt x="2624096" y="1899172"/>
                  <a:pt x="2633518" y="1908342"/>
                  <a:pt x="2633518" y="1919898"/>
                </a:cubicBezTo>
                <a:cubicBezTo>
                  <a:pt x="2633518" y="1931330"/>
                  <a:pt x="2624221" y="1940751"/>
                  <a:pt x="2612791" y="1940751"/>
                </a:cubicBezTo>
                <a:cubicBezTo>
                  <a:pt x="2601359" y="1940751"/>
                  <a:pt x="2591937" y="1931455"/>
                  <a:pt x="2591937" y="1920025"/>
                </a:cubicBezTo>
                <a:cubicBezTo>
                  <a:pt x="2591937" y="1908467"/>
                  <a:pt x="2601234" y="1899172"/>
                  <a:pt x="2612664" y="1899172"/>
                </a:cubicBezTo>
                <a:close/>
                <a:moveTo>
                  <a:pt x="2207933" y="1893520"/>
                </a:moveTo>
                <a:cubicBezTo>
                  <a:pt x="2219867" y="1893520"/>
                  <a:pt x="2229664" y="1903067"/>
                  <a:pt x="2229664" y="1915126"/>
                </a:cubicBezTo>
                <a:cubicBezTo>
                  <a:pt x="2229789" y="1927060"/>
                  <a:pt x="2219992" y="1936857"/>
                  <a:pt x="2208058" y="1936857"/>
                </a:cubicBezTo>
                <a:cubicBezTo>
                  <a:pt x="2196125" y="1936857"/>
                  <a:pt x="2186453" y="1927185"/>
                  <a:pt x="2186327" y="1915251"/>
                </a:cubicBezTo>
                <a:cubicBezTo>
                  <a:pt x="2186327" y="1903192"/>
                  <a:pt x="2195999" y="1893395"/>
                  <a:pt x="2207933" y="1893520"/>
                </a:cubicBezTo>
                <a:close/>
                <a:moveTo>
                  <a:pt x="1151635" y="1885103"/>
                </a:moveTo>
                <a:cubicBezTo>
                  <a:pt x="1151762" y="1885103"/>
                  <a:pt x="1151887" y="1885228"/>
                  <a:pt x="1151887" y="1885354"/>
                </a:cubicBezTo>
                <a:cubicBezTo>
                  <a:pt x="1151887" y="1885480"/>
                  <a:pt x="1151762" y="1885605"/>
                  <a:pt x="1151635" y="1885605"/>
                </a:cubicBezTo>
                <a:cubicBezTo>
                  <a:pt x="1151510" y="1885605"/>
                  <a:pt x="1151385" y="1885480"/>
                  <a:pt x="1151385" y="1885354"/>
                </a:cubicBezTo>
                <a:cubicBezTo>
                  <a:pt x="1151385" y="1885228"/>
                  <a:pt x="1151510" y="1885103"/>
                  <a:pt x="1151635" y="1885103"/>
                </a:cubicBezTo>
                <a:close/>
                <a:moveTo>
                  <a:pt x="226232" y="1885103"/>
                </a:moveTo>
                <a:cubicBezTo>
                  <a:pt x="227990" y="1885103"/>
                  <a:pt x="229497" y="1886485"/>
                  <a:pt x="229497" y="1888368"/>
                </a:cubicBezTo>
                <a:cubicBezTo>
                  <a:pt x="229622" y="1890253"/>
                  <a:pt x="228115" y="1891760"/>
                  <a:pt x="226232" y="1891760"/>
                </a:cubicBezTo>
                <a:cubicBezTo>
                  <a:pt x="224472" y="1891760"/>
                  <a:pt x="222965" y="1890378"/>
                  <a:pt x="222965" y="1888495"/>
                </a:cubicBezTo>
                <a:cubicBezTo>
                  <a:pt x="222965" y="1886610"/>
                  <a:pt x="224347" y="1885228"/>
                  <a:pt x="226232" y="1885103"/>
                </a:cubicBezTo>
                <a:close/>
                <a:moveTo>
                  <a:pt x="1894525" y="1882340"/>
                </a:moveTo>
                <a:cubicBezTo>
                  <a:pt x="1894650" y="1882340"/>
                  <a:pt x="1894776" y="1882465"/>
                  <a:pt x="1894776" y="1882591"/>
                </a:cubicBezTo>
                <a:cubicBezTo>
                  <a:pt x="1894776" y="1882717"/>
                  <a:pt x="1894650" y="1882842"/>
                  <a:pt x="1894525" y="1882842"/>
                </a:cubicBezTo>
                <a:cubicBezTo>
                  <a:pt x="1894398" y="1882842"/>
                  <a:pt x="1894273" y="1882717"/>
                  <a:pt x="1894273" y="1882591"/>
                </a:cubicBezTo>
                <a:cubicBezTo>
                  <a:pt x="1894273" y="1882591"/>
                  <a:pt x="1894525" y="1882465"/>
                  <a:pt x="1894525" y="1882340"/>
                </a:cubicBezTo>
                <a:close/>
                <a:moveTo>
                  <a:pt x="2717175" y="1880330"/>
                </a:moveTo>
                <a:cubicBezTo>
                  <a:pt x="2727852" y="1880205"/>
                  <a:pt x="2736645" y="1888872"/>
                  <a:pt x="2736645" y="1899674"/>
                </a:cubicBezTo>
                <a:cubicBezTo>
                  <a:pt x="2736771" y="1910478"/>
                  <a:pt x="2727977" y="1919270"/>
                  <a:pt x="2717300" y="1919270"/>
                </a:cubicBezTo>
                <a:cubicBezTo>
                  <a:pt x="2706498" y="1919270"/>
                  <a:pt x="2697704" y="1910603"/>
                  <a:pt x="2697704" y="1899801"/>
                </a:cubicBezTo>
                <a:cubicBezTo>
                  <a:pt x="2697704" y="1888997"/>
                  <a:pt x="2706371" y="1880330"/>
                  <a:pt x="2717175" y="1880330"/>
                </a:cubicBezTo>
                <a:close/>
                <a:moveTo>
                  <a:pt x="726931" y="1878195"/>
                </a:moveTo>
                <a:cubicBezTo>
                  <a:pt x="740749" y="1878069"/>
                  <a:pt x="751928" y="1889249"/>
                  <a:pt x="752053" y="1903066"/>
                </a:cubicBezTo>
                <a:cubicBezTo>
                  <a:pt x="752180" y="1916885"/>
                  <a:pt x="741001" y="1928189"/>
                  <a:pt x="727183" y="1928189"/>
                </a:cubicBezTo>
                <a:cubicBezTo>
                  <a:pt x="713366" y="1928189"/>
                  <a:pt x="702186" y="1917010"/>
                  <a:pt x="702061" y="1903192"/>
                </a:cubicBezTo>
                <a:cubicBezTo>
                  <a:pt x="702061" y="1889375"/>
                  <a:pt x="713240" y="1878195"/>
                  <a:pt x="726931" y="1878195"/>
                </a:cubicBezTo>
                <a:close/>
                <a:moveTo>
                  <a:pt x="2319226" y="1872039"/>
                </a:moveTo>
                <a:cubicBezTo>
                  <a:pt x="2333044" y="1871914"/>
                  <a:pt x="2344474" y="1883219"/>
                  <a:pt x="2344474" y="1897162"/>
                </a:cubicBezTo>
                <a:cubicBezTo>
                  <a:pt x="2344474" y="1911106"/>
                  <a:pt x="2333295" y="1922536"/>
                  <a:pt x="2319351" y="1922536"/>
                </a:cubicBezTo>
                <a:cubicBezTo>
                  <a:pt x="2305409" y="1922536"/>
                  <a:pt x="2294103" y="1911357"/>
                  <a:pt x="2293978" y="1897413"/>
                </a:cubicBezTo>
                <a:cubicBezTo>
                  <a:pt x="2293852" y="1883471"/>
                  <a:pt x="2305157" y="1872165"/>
                  <a:pt x="2319226" y="1872039"/>
                </a:cubicBezTo>
                <a:close/>
                <a:moveTo>
                  <a:pt x="1029413" y="1871412"/>
                </a:moveTo>
                <a:cubicBezTo>
                  <a:pt x="1031172" y="1871412"/>
                  <a:pt x="1032554" y="1872794"/>
                  <a:pt x="1032554" y="1874552"/>
                </a:cubicBezTo>
                <a:cubicBezTo>
                  <a:pt x="1032554" y="1876311"/>
                  <a:pt x="1031047" y="1877694"/>
                  <a:pt x="1029413" y="1877694"/>
                </a:cubicBezTo>
                <a:cubicBezTo>
                  <a:pt x="1027655" y="1877819"/>
                  <a:pt x="1026273" y="1876311"/>
                  <a:pt x="1026273" y="1874679"/>
                </a:cubicBezTo>
                <a:cubicBezTo>
                  <a:pt x="1026273" y="1872920"/>
                  <a:pt x="1027655" y="1871537"/>
                  <a:pt x="1029413" y="1871412"/>
                </a:cubicBezTo>
                <a:close/>
                <a:moveTo>
                  <a:pt x="2016745" y="1869276"/>
                </a:moveTo>
                <a:cubicBezTo>
                  <a:pt x="2017752" y="1869276"/>
                  <a:pt x="2018505" y="1870029"/>
                  <a:pt x="2018505" y="1871034"/>
                </a:cubicBezTo>
                <a:cubicBezTo>
                  <a:pt x="2018505" y="1872040"/>
                  <a:pt x="2017752" y="1872793"/>
                  <a:pt x="2016745" y="1872793"/>
                </a:cubicBezTo>
                <a:cubicBezTo>
                  <a:pt x="2015740" y="1872793"/>
                  <a:pt x="2014987" y="1872040"/>
                  <a:pt x="2014987" y="1871034"/>
                </a:cubicBezTo>
                <a:cubicBezTo>
                  <a:pt x="2014987" y="1870029"/>
                  <a:pt x="2015740" y="1869276"/>
                  <a:pt x="2016745" y="1869276"/>
                </a:cubicBezTo>
                <a:close/>
                <a:moveTo>
                  <a:pt x="124610" y="1866512"/>
                </a:moveTo>
                <a:cubicBezTo>
                  <a:pt x="125615" y="1866512"/>
                  <a:pt x="126368" y="1867265"/>
                  <a:pt x="126368" y="1868270"/>
                </a:cubicBezTo>
                <a:cubicBezTo>
                  <a:pt x="126368" y="1869276"/>
                  <a:pt x="125615" y="1870029"/>
                  <a:pt x="124610" y="1870029"/>
                </a:cubicBezTo>
                <a:cubicBezTo>
                  <a:pt x="123605" y="1870029"/>
                  <a:pt x="122851" y="1869276"/>
                  <a:pt x="122851" y="1868270"/>
                </a:cubicBezTo>
                <a:cubicBezTo>
                  <a:pt x="122851" y="1867265"/>
                  <a:pt x="123730" y="1866512"/>
                  <a:pt x="124610" y="1866512"/>
                </a:cubicBezTo>
                <a:close/>
                <a:moveTo>
                  <a:pt x="619406" y="1865382"/>
                </a:moveTo>
                <a:cubicBezTo>
                  <a:pt x="630085" y="1865382"/>
                  <a:pt x="638752" y="1873924"/>
                  <a:pt x="638752" y="1884601"/>
                </a:cubicBezTo>
                <a:cubicBezTo>
                  <a:pt x="638752" y="1895280"/>
                  <a:pt x="630210" y="1903947"/>
                  <a:pt x="619533" y="1903947"/>
                </a:cubicBezTo>
                <a:cubicBezTo>
                  <a:pt x="608854" y="1903947"/>
                  <a:pt x="600187" y="1895405"/>
                  <a:pt x="600187" y="1884727"/>
                </a:cubicBezTo>
                <a:cubicBezTo>
                  <a:pt x="600187" y="1874049"/>
                  <a:pt x="608729" y="1865507"/>
                  <a:pt x="619406" y="1865382"/>
                </a:cubicBezTo>
                <a:close/>
                <a:moveTo>
                  <a:pt x="2819803" y="1865004"/>
                </a:moveTo>
                <a:cubicBezTo>
                  <a:pt x="2827592" y="1865004"/>
                  <a:pt x="2833997" y="1871286"/>
                  <a:pt x="2833997" y="1879073"/>
                </a:cubicBezTo>
                <a:cubicBezTo>
                  <a:pt x="2834122" y="1886862"/>
                  <a:pt x="2827717" y="1893269"/>
                  <a:pt x="2819928" y="1893269"/>
                </a:cubicBezTo>
                <a:cubicBezTo>
                  <a:pt x="2812141" y="1893394"/>
                  <a:pt x="2805734" y="1886987"/>
                  <a:pt x="2805734" y="1879200"/>
                </a:cubicBezTo>
                <a:cubicBezTo>
                  <a:pt x="2805734" y="1871286"/>
                  <a:pt x="2812016" y="1864879"/>
                  <a:pt x="2819803" y="1865004"/>
                </a:cubicBezTo>
                <a:close/>
                <a:moveTo>
                  <a:pt x="2921300" y="1853072"/>
                </a:moveTo>
                <a:cubicBezTo>
                  <a:pt x="2924189" y="1852946"/>
                  <a:pt x="2926449" y="1855333"/>
                  <a:pt x="2926449" y="1858097"/>
                </a:cubicBezTo>
                <a:cubicBezTo>
                  <a:pt x="2926449" y="1860985"/>
                  <a:pt x="2924189" y="1863246"/>
                  <a:pt x="2921300" y="1863246"/>
                </a:cubicBezTo>
                <a:cubicBezTo>
                  <a:pt x="2918536" y="1863246"/>
                  <a:pt x="2916275" y="1860985"/>
                  <a:pt x="2916275" y="1858222"/>
                </a:cubicBezTo>
                <a:cubicBezTo>
                  <a:pt x="2916275" y="1855333"/>
                  <a:pt x="2918536" y="1853072"/>
                  <a:pt x="2921300" y="1853072"/>
                </a:cubicBezTo>
                <a:close/>
                <a:moveTo>
                  <a:pt x="514268" y="1851815"/>
                </a:moveTo>
                <a:cubicBezTo>
                  <a:pt x="521805" y="1851815"/>
                  <a:pt x="527834" y="1857844"/>
                  <a:pt x="527834" y="1865256"/>
                </a:cubicBezTo>
                <a:cubicBezTo>
                  <a:pt x="527834" y="1872792"/>
                  <a:pt x="521805" y="1878821"/>
                  <a:pt x="514393" y="1878821"/>
                </a:cubicBezTo>
                <a:cubicBezTo>
                  <a:pt x="506982" y="1878821"/>
                  <a:pt x="500827" y="1872792"/>
                  <a:pt x="500827" y="1865381"/>
                </a:cubicBezTo>
                <a:cubicBezTo>
                  <a:pt x="500827" y="1857970"/>
                  <a:pt x="506856" y="1851940"/>
                  <a:pt x="514268" y="1851815"/>
                </a:cubicBezTo>
                <a:close/>
                <a:moveTo>
                  <a:pt x="2426754" y="1849931"/>
                </a:moveTo>
                <a:cubicBezTo>
                  <a:pt x="2442204" y="1849931"/>
                  <a:pt x="2454892" y="1862493"/>
                  <a:pt x="2454892" y="1877944"/>
                </a:cubicBezTo>
                <a:cubicBezTo>
                  <a:pt x="2454892" y="1893520"/>
                  <a:pt x="2442455" y="1906206"/>
                  <a:pt x="2426879" y="1906206"/>
                </a:cubicBezTo>
                <a:cubicBezTo>
                  <a:pt x="2411303" y="1906206"/>
                  <a:pt x="2398617" y="1893770"/>
                  <a:pt x="2398617" y="1878194"/>
                </a:cubicBezTo>
                <a:cubicBezTo>
                  <a:pt x="2398491" y="1862743"/>
                  <a:pt x="2411053" y="1850056"/>
                  <a:pt x="2426754" y="1849931"/>
                </a:cubicBezTo>
                <a:close/>
                <a:moveTo>
                  <a:pt x="2131057" y="1846917"/>
                </a:moveTo>
                <a:cubicBezTo>
                  <a:pt x="2135328" y="1846917"/>
                  <a:pt x="2138846" y="1850434"/>
                  <a:pt x="2138846" y="1854705"/>
                </a:cubicBezTo>
                <a:cubicBezTo>
                  <a:pt x="2138971" y="1858976"/>
                  <a:pt x="2135454" y="1862493"/>
                  <a:pt x="2131183" y="1862493"/>
                </a:cubicBezTo>
                <a:cubicBezTo>
                  <a:pt x="2126912" y="1862619"/>
                  <a:pt x="2123394" y="1859102"/>
                  <a:pt x="2123394" y="1854831"/>
                </a:cubicBezTo>
                <a:cubicBezTo>
                  <a:pt x="2123394" y="1850560"/>
                  <a:pt x="2126912" y="1847042"/>
                  <a:pt x="2131057" y="1846917"/>
                </a:cubicBezTo>
                <a:close/>
                <a:moveTo>
                  <a:pt x="24117" y="1846539"/>
                </a:moveTo>
                <a:cubicBezTo>
                  <a:pt x="24872" y="1846539"/>
                  <a:pt x="25500" y="1847167"/>
                  <a:pt x="25500" y="1847921"/>
                </a:cubicBezTo>
                <a:cubicBezTo>
                  <a:pt x="25500" y="1848674"/>
                  <a:pt x="24872" y="1849303"/>
                  <a:pt x="24117" y="1849303"/>
                </a:cubicBezTo>
                <a:cubicBezTo>
                  <a:pt x="23490" y="1849303"/>
                  <a:pt x="22862" y="1848674"/>
                  <a:pt x="22862" y="1847921"/>
                </a:cubicBezTo>
                <a:cubicBezTo>
                  <a:pt x="22862" y="1847167"/>
                  <a:pt x="23490" y="1846539"/>
                  <a:pt x="24117" y="1846539"/>
                </a:cubicBezTo>
                <a:close/>
                <a:moveTo>
                  <a:pt x="914727" y="1839254"/>
                </a:moveTo>
                <a:cubicBezTo>
                  <a:pt x="925654" y="1839254"/>
                  <a:pt x="934699" y="1848047"/>
                  <a:pt x="934699" y="1859102"/>
                </a:cubicBezTo>
                <a:cubicBezTo>
                  <a:pt x="934699" y="1870156"/>
                  <a:pt x="925906" y="1879074"/>
                  <a:pt x="914852" y="1879074"/>
                </a:cubicBezTo>
                <a:cubicBezTo>
                  <a:pt x="903923" y="1879074"/>
                  <a:pt x="894879" y="1870282"/>
                  <a:pt x="894879" y="1859227"/>
                </a:cubicBezTo>
                <a:cubicBezTo>
                  <a:pt x="894879" y="1848298"/>
                  <a:pt x="903798" y="1839379"/>
                  <a:pt x="914727" y="1839254"/>
                </a:cubicBezTo>
                <a:close/>
                <a:moveTo>
                  <a:pt x="411263" y="1837369"/>
                </a:moveTo>
                <a:cubicBezTo>
                  <a:pt x="415660" y="1837369"/>
                  <a:pt x="419428" y="1841012"/>
                  <a:pt x="419428" y="1845534"/>
                </a:cubicBezTo>
                <a:cubicBezTo>
                  <a:pt x="419428" y="1850056"/>
                  <a:pt x="415785" y="1853699"/>
                  <a:pt x="411263" y="1853699"/>
                </a:cubicBezTo>
                <a:cubicBezTo>
                  <a:pt x="406866" y="1853699"/>
                  <a:pt x="403098" y="1850056"/>
                  <a:pt x="403098" y="1845534"/>
                </a:cubicBezTo>
                <a:cubicBezTo>
                  <a:pt x="403098" y="1841012"/>
                  <a:pt x="406740" y="1837369"/>
                  <a:pt x="411263" y="1837369"/>
                </a:cubicBezTo>
                <a:close/>
                <a:moveTo>
                  <a:pt x="3021790" y="1835737"/>
                </a:moveTo>
                <a:cubicBezTo>
                  <a:pt x="3022543" y="1835612"/>
                  <a:pt x="3023173" y="1836239"/>
                  <a:pt x="3023173" y="1836994"/>
                </a:cubicBezTo>
                <a:cubicBezTo>
                  <a:pt x="3023173" y="1837746"/>
                  <a:pt x="3022543" y="1838375"/>
                  <a:pt x="3021790" y="1838375"/>
                </a:cubicBezTo>
                <a:cubicBezTo>
                  <a:pt x="3021036" y="1838375"/>
                  <a:pt x="3020408" y="1837746"/>
                  <a:pt x="3020408" y="1836994"/>
                </a:cubicBezTo>
                <a:cubicBezTo>
                  <a:pt x="3020408" y="1836239"/>
                  <a:pt x="3020911" y="1835612"/>
                  <a:pt x="3021790" y="1835737"/>
                </a:cubicBezTo>
                <a:close/>
                <a:moveTo>
                  <a:pt x="2531517" y="1835235"/>
                </a:moveTo>
                <a:cubicBezTo>
                  <a:pt x="2544079" y="1835235"/>
                  <a:pt x="2554380" y="1845410"/>
                  <a:pt x="2554380" y="1857971"/>
                </a:cubicBezTo>
                <a:cubicBezTo>
                  <a:pt x="2554380" y="1870532"/>
                  <a:pt x="2544204" y="1880833"/>
                  <a:pt x="2531642" y="1880833"/>
                </a:cubicBezTo>
                <a:cubicBezTo>
                  <a:pt x="2519081" y="1880833"/>
                  <a:pt x="2508781" y="1870658"/>
                  <a:pt x="2508781" y="1858096"/>
                </a:cubicBezTo>
                <a:cubicBezTo>
                  <a:pt x="2508781" y="1845535"/>
                  <a:pt x="2518956" y="1835360"/>
                  <a:pt x="2531517" y="1835235"/>
                </a:cubicBezTo>
                <a:close/>
                <a:moveTo>
                  <a:pt x="309892" y="1819783"/>
                </a:moveTo>
                <a:cubicBezTo>
                  <a:pt x="312906" y="1819783"/>
                  <a:pt x="315419" y="1822295"/>
                  <a:pt x="315419" y="1825310"/>
                </a:cubicBezTo>
                <a:cubicBezTo>
                  <a:pt x="315419" y="1828325"/>
                  <a:pt x="312906" y="1830837"/>
                  <a:pt x="309892" y="1830837"/>
                </a:cubicBezTo>
                <a:cubicBezTo>
                  <a:pt x="306877" y="1830837"/>
                  <a:pt x="304365" y="1828325"/>
                  <a:pt x="304365" y="1825310"/>
                </a:cubicBezTo>
                <a:cubicBezTo>
                  <a:pt x="304365" y="1822295"/>
                  <a:pt x="306752" y="1819783"/>
                  <a:pt x="309892" y="1819783"/>
                </a:cubicBezTo>
                <a:close/>
                <a:moveTo>
                  <a:pt x="2240216" y="1819532"/>
                </a:moveTo>
                <a:cubicBezTo>
                  <a:pt x="2249512" y="1819407"/>
                  <a:pt x="2257049" y="1826944"/>
                  <a:pt x="2257049" y="1836239"/>
                </a:cubicBezTo>
                <a:cubicBezTo>
                  <a:pt x="2257175" y="1845410"/>
                  <a:pt x="2249638" y="1853072"/>
                  <a:pt x="2240343" y="1853072"/>
                </a:cubicBezTo>
                <a:cubicBezTo>
                  <a:pt x="2231046" y="1853197"/>
                  <a:pt x="2223509" y="1845660"/>
                  <a:pt x="2223509" y="1836365"/>
                </a:cubicBezTo>
                <a:cubicBezTo>
                  <a:pt x="2223509" y="1826944"/>
                  <a:pt x="2231046" y="1819407"/>
                  <a:pt x="2240216" y="1819532"/>
                </a:cubicBezTo>
                <a:close/>
                <a:moveTo>
                  <a:pt x="805316" y="1816392"/>
                </a:moveTo>
                <a:cubicBezTo>
                  <a:pt x="819134" y="1816266"/>
                  <a:pt x="830438" y="1827446"/>
                  <a:pt x="830438" y="1841263"/>
                </a:cubicBezTo>
                <a:cubicBezTo>
                  <a:pt x="830565" y="1855081"/>
                  <a:pt x="819386" y="1866386"/>
                  <a:pt x="805568" y="1866386"/>
                </a:cubicBezTo>
                <a:cubicBezTo>
                  <a:pt x="791750" y="1866511"/>
                  <a:pt x="780446" y="1855332"/>
                  <a:pt x="780446" y="1841515"/>
                </a:cubicBezTo>
                <a:cubicBezTo>
                  <a:pt x="780446" y="1827697"/>
                  <a:pt x="791500" y="1816518"/>
                  <a:pt x="805316" y="1816392"/>
                </a:cubicBezTo>
                <a:close/>
                <a:moveTo>
                  <a:pt x="2634397" y="1815890"/>
                </a:moveTo>
                <a:cubicBezTo>
                  <a:pt x="2646331" y="1815890"/>
                  <a:pt x="2656128" y="1825562"/>
                  <a:pt x="2656128" y="1837496"/>
                </a:cubicBezTo>
                <a:cubicBezTo>
                  <a:pt x="2656128" y="1849430"/>
                  <a:pt x="2646456" y="1859227"/>
                  <a:pt x="2634522" y="1859227"/>
                </a:cubicBezTo>
                <a:cubicBezTo>
                  <a:pt x="2622589" y="1859227"/>
                  <a:pt x="2612791" y="1849555"/>
                  <a:pt x="2612791" y="1837621"/>
                </a:cubicBezTo>
                <a:cubicBezTo>
                  <a:pt x="2612791" y="1825562"/>
                  <a:pt x="2622463" y="1815765"/>
                  <a:pt x="2634397" y="1815890"/>
                </a:cubicBezTo>
                <a:close/>
                <a:moveTo>
                  <a:pt x="1104532" y="1811241"/>
                </a:moveTo>
                <a:cubicBezTo>
                  <a:pt x="1106291" y="1811241"/>
                  <a:pt x="1107673" y="1812623"/>
                  <a:pt x="1107673" y="1814381"/>
                </a:cubicBezTo>
                <a:cubicBezTo>
                  <a:pt x="1107673" y="1816140"/>
                  <a:pt x="1106291" y="1817522"/>
                  <a:pt x="1104532" y="1817522"/>
                </a:cubicBezTo>
                <a:cubicBezTo>
                  <a:pt x="1102774" y="1817522"/>
                  <a:pt x="1101392" y="1816140"/>
                  <a:pt x="1101392" y="1814381"/>
                </a:cubicBezTo>
                <a:cubicBezTo>
                  <a:pt x="1101392" y="1812748"/>
                  <a:pt x="1102774" y="1811366"/>
                  <a:pt x="1104532" y="1811241"/>
                </a:cubicBezTo>
                <a:close/>
                <a:moveTo>
                  <a:pt x="1941253" y="1811116"/>
                </a:moveTo>
                <a:cubicBezTo>
                  <a:pt x="1941379" y="1811116"/>
                  <a:pt x="1941505" y="1811242"/>
                  <a:pt x="1941505" y="1811368"/>
                </a:cubicBezTo>
                <a:cubicBezTo>
                  <a:pt x="1941505" y="1811494"/>
                  <a:pt x="1941379" y="1811619"/>
                  <a:pt x="1941253" y="1811619"/>
                </a:cubicBezTo>
                <a:cubicBezTo>
                  <a:pt x="1941127" y="1811619"/>
                  <a:pt x="1941002" y="1811494"/>
                  <a:pt x="1941002" y="1811368"/>
                </a:cubicBezTo>
                <a:cubicBezTo>
                  <a:pt x="1941002" y="1811242"/>
                  <a:pt x="1941127" y="1811242"/>
                  <a:pt x="1941253" y="1811116"/>
                </a:cubicBezTo>
                <a:close/>
                <a:moveTo>
                  <a:pt x="209652" y="1799937"/>
                </a:moveTo>
                <a:cubicBezTo>
                  <a:pt x="212289" y="1799937"/>
                  <a:pt x="214551" y="1802199"/>
                  <a:pt x="214551" y="1804836"/>
                </a:cubicBezTo>
                <a:cubicBezTo>
                  <a:pt x="214551" y="1807599"/>
                  <a:pt x="212289" y="1809735"/>
                  <a:pt x="209652" y="1809735"/>
                </a:cubicBezTo>
                <a:cubicBezTo>
                  <a:pt x="207014" y="1809735"/>
                  <a:pt x="204753" y="1807474"/>
                  <a:pt x="204753" y="1804836"/>
                </a:cubicBezTo>
                <a:cubicBezTo>
                  <a:pt x="204753" y="1802199"/>
                  <a:pt x="206888" y="1799937"/>
                  <a:pt x="209652" y="1799937"/>
                </a:cubicBezTo>
                <a:close/>
                <a:moveTo>
                  <a:pt x="699547" y="1798177"/>
                </a:moveTo>
                <a:cubicBezTo>
                  <a:pt x="712862" y="1798052"/>
                  <a:pt x="723791" y="1808854"/>
                  <a:pt x="723791" y="1822170"/>
                </a:cubicBezTo>
                <a:cubicBezTo>
                  <a:pt x="723916" y="1835484"/>
                  <a:pt x="713114" y="1846413"/>
                  <a:pt x="699798" y="1846413"/>
                </a:cubicBezTo>
                <a:cubicBezTo>
                  <a:pt x="686484" y="1846538"/>
                  <a:pt x="675555" y="1835736"/>
                  <a:pt x="675555" y="1822421"/>
                </a:cubicBezTo>
                <a:cubicBezTo>
                  <a:pt x="675555" y="1809106"/>
                  <a:pt x="686232" y="1798303"/>
                  <a:pt x="699547" y="1798177"/>
                </a:cubicBezTo>
                <a:close/>
                <a:moveTo>
                  <a:pt x="2735641" y="1796923"/>
                </a:moveTo>
                <a:cubicBezTo>
                  <a:pt x="2746568" y="1796798"/>
                  <a:pt x="2755362" y="1805591"/>
                  <a:pt x="2755487" y="1816519"/>
                </a:cubicBezTo>
                <a:cubicBezTo>
                  <a:pt x="2755487" y="1827322"/>
                  <a:pt x="2746695" y="1836241"/>
                  <a:pt x="2735892" y="1836241"/>
                </a:cubicBezTo>
                <a:cubicBezTo>
                  <a:pt x="2725089" y="1836367"/>
                  <a:pt x="2716171" y="1827574"/>
                  <a:pt x="2716171" y="1816645"/>
                </a:cubicBezTo>
                <a:cubicBezTo>
                  <a:pt x="2716045" y="1805716"/>
                  <a:pt x="2724838" y="1796798"/>
                  <a:pt x="2735641" y="1796923"/>
                </a:cubicBezTo>
                <a:close/>
                <a:moveTo>
                  <a:pt x="2053553" y="1793655"/>
                </a:moveTo>
                <a:cubicBezTo>
                  <a:pt x="2053678" y="1793655"/>
                  <a:pt x="2053930" y="1793907"/>
                  <a:pt x="2053930" y="1794158"/>
                </a:cubicBezTo>
                <a:cubicBezTo>
                  <a:pt x="2053930" y="1794410"/>
                  <a:pt x="2053803" y="1794660"/>
                  <a:pt x="2053553" y="1794660"/>
                </a:cubicBezTo>
                <a:cubicBezTo>
                  <a:pt x="2053175" y="1794660"/>
                  <a:pt x="2053050" y="1794410"/>
                  <a:pt x="2053050" y="1794158"/>
                </a:cubicBezTo>
                <a:cubicBezTo>
                  <a:pt x="2053050" y="1793907"/>
                  <a:pt x="2053175" y="1793655"/>
                  <a:pt x="2053553" y="1793655"/>
                </a:cubicBezTo>
                <a:close/>
                <a:moveTo>
                  <a:pt x="2345982" y="1788255"/>
                </a:moveTo>
                <a:cubicBezTo>
                  <a:pt x="2361559" y="1788255"/>
                  <a:pt x="2374120" y="1800691"/>
                  <a:pt x="2374247" y="1816268"/>
                </a:cubicBezTo>
                <a:cubicBezTo>
                  <a:pt x="2374247" y="1831844"/>
                  <a:pt x="2361810" y="1844530"/>
                  <a:pt x="2346234" y="1844530"/>
                </a:cubicBezTo>
                <a:cubicBezTo>
                  <a:pt x="2330658" y="1844530"/>
                  <a:pt x="2318097" y="1832094"/>
                  <a:pt x="2317972" y="1816518"/>
                </a:cubicBezTo>
                <a:cubicBezTo>
                  <a:pt x="2317846" y="1801068"/>
                  <a:pt x="2330408" y="1788380"/>
                  <a:pt x="2345982" y="1788255"/>
                </a:cubicBezTo>
                <a:close/>
                <a:moveTo>
                  <a:pt x="991978" y="1788255"/>
                </a:moveTo>
                <a:cubicBezTo>
                  <a:pt x="997380" y="1788255"/>
                  <a:pt x="1001776" y="1792525"/>
                  <a:pt x="1001776" y="1797927"/>
                </a:cubicBezTo>
                <a:cubicBezTo>
                  <a:pt x="1001776" y="1803329"/>
                  <a:pt x="997505" y="1807726"/>
                  <a:pt x="992105" y="1807726"/>
                </a:cubicBezTo>
                <a:cubicBezTo>
                  <a:pt x="986703" y="1807851"/>
                  <a:pt x="982307" y="1803454"/>
                  <a:pt x="982307" y="1798052"/>
                </a:cubicBezTo>
                <a:cubicBezTo>
                  <a:pt x="982307" y="1792652"/>
                  <a:pt x="986703" y="1788255"/>
                  <a:pt x="991978" y="1788255"/>
                </a:cubicBezTo>
                <a:close/>
                <a:moveTo>
                  <a:pt x="110414" y="1781596"/>
                </a:moveTo>
                <a:cubicBezTo>
                  <a:pt x="111922" y="1781596"/>
                  <a:pt x="113052" y="1782726"/>
                  <a:pt x="113052" y="1784233"/>
                </a:cubicBezTo>
                <a:cubicBezTo>
                  <a:pt x="113052" y="1785615"/>
                  <a:pt x="111922" y="1786870"/>
                  <a:pt x="110414" y="1786870"/>
                </a:cubicBezTo>
                <a:cubicBezTo>
                  <a:pt x="108907" y="1786870"/>
                  <a:pt x="107777" y="1785740"/>
                  <a:pt x="107777" y="1784233"/>
                </a:cubicBezTo>
                <a:cubicBezTo>
                  <a:pt x="107650" y="1782726"/>
                  <a:pt x="108907" y="1781596"/>
                  <a:pt x="110414" y="1781596"/>
                </a:cubicBezTo>
                <a:close/>
                <a:moveTo>
                  <a:pt x="596293" y="1780466"/>
                </a:moveTo>
                <a:cubicBezTo>
                  <a:pt x="608603" y="1780341"/>
                  <a:pt x="618527" y="1790264"/>
                  <a:pt x="618527" y="1802449"/>
                </a:cubicBezTo>
                <a:cubicBezTo>
                  <a:pt x="618652" y="1814759"/>
                  <a:pt x="608728" y="1824683"/>
                  <a:pt x="596544" y="1824683"/>
                </a:cubicBezTo>
                <a:cubicBezTo>
                  <a:pt x="584235" y="1824808"/>
                  <a:pt x="574311" y="1814884"/>
                  <a:pt x="574311" y="1802700"/>
                </a:cubicBezTo>
                <a:cubicBezTo>
                  <a:pt x="574311" y="1790390"/>
                  <a:pt x="584108" y="1780466"/>
                  <a:pt x="596293" y="1780466"/>
                </a:cubicBezTo>
                <a:close/>
                <a:moveTo>
                  <a:pt x="2835757" y="1778708"/>
                </a:moveTo>
                <a:cubicBezTo>
                  <a:pt x="2844927" y="1778708"/>
                  <a:pt x="2852464" y="1786120"/>
                  <a:pt x="2852464" y="1795289"/>
                </a:cubicBezTo>
                <a:cubicBezTo>
                  <a:pt x="2852464" y="1804459"/>
                  <a:pt x="2845052" y="1811996"/>
                  <a:pt x="2835882" y="1811996"/>
                </a:cubicBezTo>
                <a:cubicBezTo>
                  <a:pt x="2826838" y="1811996"/>
                  <a:pt x="2819301" y="1804584"/>
                  <a:pt x="2819301" y="1795415"/>
                </a:cubicBezTo>
                <a:cubicBezTo>
                  <a:pt x="2819301" y="1786245"/>
                  <a:pt x="2826713" y="1778708"/>
                  <a:pt x="2835757" y="1778708"/>
                </a:cubicBezTo>
                <a:close/>
                <a:moveTo>
                  <a:pt x="2448988" y="1767905"/>
                </a:moveTo>
                <a:cubicBezTo>
                  <a:pt x="2464439" y="1767905"/>
                  <a:pt x="2477000" y="1780215"/>
                  <a:pt x="2477000" y="1795666"/>
                </a:cubicBezTo>
                <a:cubicBezTo>
                  <a:pt x="2477126" y="1811117"/>
                  <a:pt x="2464689" y="1823679"/>
                  <a:pt x="2449239" y="1823679"/>
                </a:cubicBezTo>
                <a:cubicBezTo>
                  <a:pt x="2433789" y="1823804"/>
                  <a:pt x="2421228" y="1811368"/>
                  <a:pt x="2421228" y="1795918"/>
                </a:cubicBezTo>
                <a:cubicBezTo>
                  <a:pt x="2421102" y="1780592"/>
                  <a:pt x="2433537" y="1768030"/>
                  <a:pt x="2448988" y="1767905"/>
                </a:cubicBezTo>
                <a:close/>
                <a:moveTo>
                  <a:pt x="2934991" y="1767150"/>
                </a:moveTo>
                <a:cubicBezTo>
                  <a:pt x="2938760" y="1767150"/>
                  <a:pt x="2941900" y="1770165"/>
                  <a:pt x="2941900" y="1773934"/>
                </a:cubicBezTo>
                <a:cubicBezTo>
                  <a:pt x="2941900" y="1777701"/>
                  <a:pt x="2938885" y="1780841"/>
                  <a:pt x="2935118" y="1780841"/>
                </a:cubicBezTo>
                <a:cubicBezTo>
                  <a:pt x="2931348" y="1780841"/>
                  <a:pt x="2928208" y="1777827"/>
                  <a:pt x="2928208" y="1774059"/>
                </a:cubicBezTo>
                <a:cubicBezTo>
                  <a:pt x="2928208" y="1770165"/>
                  <a:pt x="2931223" y="1767150"/>
                  <a:pt x="2934991" y="1767150"/>
                </a:cubicBezTo>
                <a:close/>
                <a:moveTo>
                  <a:pt x="495047" y="1765517"/>
                </a:moveTo>
                <a:cubicBezTo>
                  <a:pt x="504343" y="1765392"/>
                  <a:pt x="511880" y="1772929"/>
                  <a:pt x="511880" y="1782224"/>
                </a:cubicBezTo>
                <a:cubicBezTo>
                  <a:pt x="511880" y="1791520"/>
                  <a:pt x="504468" y="1799057"/>
                  <a:pt x="495173" y="1799057"/>
                </a:cubicBezTo>
                <a:cubicBezTo>
                  <a:pt x="485877" y="1799182"/>
                  <a:pt x="478340" y="1791645"/>
                  <a:pt x="478340" y="1782350"/>
                </a:cubicBezTo>
                <a:cubicBezTo>
                  <a:pt x="478215" y="1773054"/>
                  <a:pt x="485752" y="1765517"/>
                  <a:pt x="495047" y="1765517"/>
                </a:cubicBezTo>
                <a:close/>
                <a:moveTo>
                  <a:pt x="11932" y="1762126"/>
                </a:moveTo>
                <a:cubicBezTo>
                  <a:pt x="12685" y="1762126"/>
                  <a:pt x="13313" y="1762754"/>
                  <a:pt x="13313" y="1763508"/>
                </a:cubicBezTo>
                <a:cubicBezTo>
                  <a:pt x="13313" y="1764261"/>
                  <a:pt x="12685" y="1764890"/>
                  <a:pt x="11932" y="1764890"/>
                </a:cubicBezTo>
                <a:cubicBezTo>
                  <a:pt x="11178" y="1764890"/>
                  <a:pt x="10550" y="1764261"/>
                  <a:pt x="10550" y="1763508"/>
                </a:cubicBezTo>
                <a:cubicBezTo>
                  <a:pt x="10550" y="1762754"/>
                  <a:pt x="11178" y="1762126"/>
                  <a:pt x="11932" y="1762126"/>
                </a:cubicBezTo>
                <a:close/>
                <a:moveTo>
                  <a:pt x="2160324" y="1761750"/>
                </a:moveTo>
                <a:cubicBezTo>
                  <a:pt x="2167484" y="1761750"/>
                  <a:pt x="2173388" y="1767654"/>
                  <a:pt x="2173388" y="1774814"/>
                </a:cubicBezTo>
                <a:cubicBezTo>
                  <a:pt x="2173388" y="1781974"/>
                  <a:pt x="2167484" y="1787878"/>
                  <a:pt x="2160324" y="1787878"/>
                </a:cubicBezTo>
                <a:cubicBezTo>
                  <a:pt x="2153165" y="1787878"/>
                  <a:pt x="2147260" y="1781974"/>
                  <a:pt x="2147260" y="1774814"/>
                </a:cubicBezTo>
                <a:cubicBezTo>
                  <a:pt x="2147260" y="1767529"/>
                  <a:pt x="2153038" y="1761750"/>
                  <a:pt x="2160324" y="1761750"/>
                </a:cubicBezTo>
                <a:close/>
                <a:moveTo>
                  <a:pt x="884955" y="1759866"/>
                </a:moveTo>
                <a:cubicBezTo>
                  <a:pt x="895758" y="1759741"/>
                  <a:pt x="904550" y="1768409"/>
                  <a:pt x="904550" y="1779211"/>
                </a:cubicBezTo>
                <a:cubicBezTo>
                  <a:pt x="904677" y="1790015"/>
                  <a:pt x="896009" y="1798808"/>
                  <a:pt x="885207" y="1798808"/>
                </a:cubicBezTo>
                <a:cubicBezTo>
                  <a:pt x="874403" y="1798934"/>
                  <a:pt x="865736" y="1790267"/>
                  <a:pt x="865611" y="1779463"/>
                </a:cubicBezTo>
                <a:cubicBezTo>
                  <a:pt x="865611" y="1768659"/>
                  <a:pt x="874278" y="1759866"/>
                  <a:pt x="884955" y="1759866"/>
                </a:cubicBezTo>
                <a:close/>
                <a:moveTo>
                  <a:pt x="1180277" y="1753710"/>
                </a:moveTo>
                <a:cubicBezTo>
                  <a:pt x="1180403" y="1753710"/>
                  <a:pt x="1180528" y="1753835"/>
                  <a:pt x="1180528" y="1753962"/>
                </a:cubicBezTo>
                <a:cubicBezTo>
                  <a:pt x="1180528" y="1754087"/>
                  <a:pt x="1180403" y="1754212"/>
                  <a:pt x="1180277" y="1754212"/>
                </a:cubicBezTo>
                <a:cubicBezTo>
                  <a:pt x="1180151" y="1754212"/>
                  <a:pt x="1180026" y="1754087"/>
                  <a:pt x="1180026" y="1753962"/>
                </a:cubicBezTo>
                <a:cubicBezTo>
                  <a:pt x="1180026" y="1753835"/>
                  <a:pt x="1180026" y="1753710"/>
                  <a:pt x="1180277" y="1753710"/>
                </a:cubicBezTo>
                <a:close/>
                <a:moveTo>
                  <a:pt x="395184" y="1750821"/>
                </a:moveTo>
                <a:cubicBezTo>
                  <a:pt x="401213" y="1750821"/>
                  <a:pt x="406238" y="1755720"/>
                  <a:pt x="406238" y="1761875"/>
                </a:cubicBezTo>
                <a:cubicBezTo>
                  <a:pt x="406238" y="1767905"/>
                  <a:pt x="401338" y="1772929"/>
                  <a:pt x="395184" y="1772929"/>
                </a:cubicBezTo>
                <a:cubicBezTo>
                  <a:pt x="389154" y="1772929"/>
                  <a:pt x="384130" y="1768030"/>
                  <a:pt x="384130" y="1761875"/>
                </a:cubicBezTo>
                <a:cubicBezTo>
                  <a:pt x="384130" y="1755720"/>
                  <a:pt x="389029" y="1750821"/>
                  <a:pt x="395184" y="1750821"/>
                </a:cubicBezTo>
                <a:close/>
                <a:moveTo>
                  <a:pt x="2550108" y="1750695"/>
                </a:moveTo>
                <a:cubicBezTo>
                  <a:pt x="2563422" y="1750570"/>
                  <a:pt x="2574351" y="1761372"/>
                  <a:pt x="2574351" y="1774688"/>
                </a:cubicBezTo>
                <a:cubicBezTo>
                  <a:pt x="2574477" y="1788002"/>
                  <a:pt x="2563674" y="1798931"/>
                  <a:pt x="2550359" y="1798931"/>
                </a:cubicBezTo>
                <a:cubicBezTo>
                  <a:pt x="2537044" y="1799056"/>
                  <a:pt x="2526115" y="1788254"/>
                  <a:pt x="2526115" y="1774939"/>
                </a:cubicBezTo>
                <a:cubicBezTo>
                  <a:pt x="2526115" y="1761624"/>
                  <a:pt x="2536919" y="1750820"/>
                  <a:pt x="2550108" y="1750695"/>
                </a:cubicBezTo>
                <a:close/>
                <a:moveTo>
                  <a:pt x="3033348" y="1750570"/>
                </a:moveTo>
                <a:cubicBezTo>
                  <a:pt x="3034478" y="1750570"/>
                  <a:pt x="3035358" y="1751450"/>
                  <a:pt x="3035358" y="1752580"/>
                </a:cubicBezTo>
                <a:cubicBezTo>
                  <a:pt x="3035358" y="1753711"/>
                  <a:pt x="3034478" y="1754590"/>
                  <a:pt x="3033348" y="1754590"/>
                </a:cubicBezTo>
                <a:cubicBezTo>
                  <a:pt x="3032218" y="1754590"/>
                  <a:pt x="3031338" y="1753711"/>
                  <a:pt x="3031338" y="1752580"/>
                </a:cubicBezTo>
                <a:cubicBezTo>
                  <a:pt x="3031338" y="1751450"/>
                  <a:pt x="3032218" y="1750570"/>
                  <a:pt x="3033348" y="1750570"/>
                </a:cubicBezTo>
                <a:close/>
                <a:moveTo>
                  <a:pt x="781324" y="1734366"/>
                </a:moveTo>
                <a:cubicBezTo>
                  <a:pt x="795267" y="1734366"/>
                  <a:pt x="806697" y="1745545"/>
                  <a:pt x="806697" y="1759489"/>
                </a:cubicBezTo>
                <a:cubicBezTo>
                  <a:pt x="806824" y="1773432"/>
                  <a:pt x="795518" y="1784737"/>
                  <a:pt x="781574" y="1784862"/>
                </a:cubicBezTo>
                <a:cubicBezTo>
                  <a:pt x="767757" y="1784862"/>
                  <a:pt x="756326" y="1773683"/>
                  <a:pt x="756326" y="1759739"/>
                </a:cubicBezTo>
                <a:cubicBezTo>
                  <a:pt x="756326" y="1745797"/>
                  <a:pt x="767505" y="1734491"/>
                  <a:pt x="781324" y="1734366"/>
                </a:cubicBezTo>
                <a:close/>
                <a:moveTo>
                  <a:pt x="1070741" y="1733360"/>
                </a:moveTo>
                <a:cubicBezTo>
                  <a:pt x="1072374" y="1733360"/>
                  <a:pt x="1073630" y="1734615"/>
                  <a:pt x="1073630" y="1736250"/>
                </a:cubicBezTo>
                <a:cubicBezTo>
                  <a:pt x="1073630" y="1737882"/>
                  <a:pt x="1072374" y="1739138"/>
                  <a:pt x="1070741" y="1739138"/>
                </a:cubicBezTo>
                <a:cubicBezTo>
                  <a:pt x="1069107" y="1739138"/>
                  <a:pt x="1067852" y="1737882"/>
                  <a:pt x="1067852" y="1736250"/>
                </a:cubicBezTo>
                <a:cubicBezTo>
                  <a:pt x="1067852" y="1734615"/>
                  <a:pt x="1069107" y="1733360"/>
                  <a:pt x="1070741" y="1733360"/>
                </a:cubicBezTo>
                <a:close/>
                <a:moveTo>
                  <a:pt x="296325" y="1733235"/>
                </a:moveTo>
                <a:cubicBezTo>
                  <a:pt x="300597" y="1733235"/>
                  <a:pt x="304114" y="1736752"/>
                  <a:pt x="304114" y="1741024"/>
                </a:cubicBezTo>
                <a:cubicBezTo>
                  <a:pt x="304239" y="1745294"/>
                  <a:pt x="300722" y="1748811"/>
                  <a:pt x="296452" y="1748811"/>
                </a:cubicBezTo>
                <a:cubicBezTo>
                  <a:pt x="292180" y="1748937"/>
                  <a:pt x="288663" y="1745419"/>
                  <a:pt x="288663" y="1741149"/>
                </a:cubicBezTo>
                <a:cubicBezTo>
                  <a:pt x="288663" y="1736877"/>
                  <a:pt x="292055" y="1733360"/>
                  <a:pt x="296325" y="1733235"/>
                </a:cubicBezTo>
                <a:close/>
                <a:moveTo>
                  <a:pt x="1974415" y="1732606"/>
                </a:moveTo>
                <a:cubicBezTo>
                  <a:pt x="1974665" y="1732481"/>
                  <a:pt x="1974917" y="1732733"/>
                  <a:pt x="1974917" y="1732983"/>
                </a:cubicBezTo>
                <a:cubicBezTo>
                  <a:pt x="1974917" y="1733235"/>
                  <a:pt x="1974665" y="1733486"/>
                  <a:pt x="1974415" y="1733486"/>
                </a:cubicBezTo>
                <a:cubicBezTo>
                  <a:pt x="1974164" y="1733361"/>
                  <a:pt x="1973912" y="1733235"/>
                  <a:pt x="1973912" y="1732983"/>
                </a:cubicBezTo>
                <a:cubicBezTo>
                  <a:pt x="1973912" y="1732733"/>
                  <a:pt x="1974164" y="1732481"/>
                  <a:pt x="1974415" y="1732606"/>
                </a:cubicBezTo>
                <a:close/>
                <a:moveTo>
                  <a:pt x="2263580" y="1730973"/>
                </a:moveTo>
                <a:cubicBezTo>
                  <a:pt x="2276519" y="1730848"/>
                  <a:pt x="2286944" y="1741273"/>
                  <a:pt x="2286944" y="1754087"/>
                </a:cubicBezTo>
                <a:cubicBezTo>
                  <a:pt x="2287071" y="1766900"/>
                  <a:pt x="2276644" y="1777452"/>
                  <a:pt x="2263831" y="1777452"/>
                </a:cubicBezTo>
                <a:cubicBezTo>
                  <a:pt x="2250894" y="1777578"/>
                  <a:pt x="2240468" y="1767152"/>
                  <a:pt x="2240468" y="1754338"/>
                </a:cubicBezTo>
                <a:cubicBezTo>
                  <a:pt x="2240342" y="1741525"/>
                  <a:pt x="2250767" y="1731098"/>
                  <a:pt x="2263580" y="1730973"/>
                </a:cubicBezTo>
                <a:close/>
                <a:moveTo>
                  <a:pt x="2649971" y="1730848"/>
                </a:moveTo>
                <a:cubicBezTo>
                  <a:pt x="2662533" y="1730848"/>
                  <a:pt x="2672834" y="1741022"/>
                  <a:pt x="2672834" y="1753584"/>
                </a:cubicBezTo>
                <a:cubicBezTo>
                  <a:pt x="2672834" y="1766145"/>
                  <a:pt x="2662659" y="1776446"/>
                  <a:pt x="2650098" y="1776446"/>
                </a:cubicBezTo>
                <a:cubicBezTo>
                  <a:pt x="2637536" y="1776446"/>
                  <a:pt x="2627235" y="1766272"/>
                  <a:pt x="2627235" y="1753711"/>
                </a:cubicBezTo>
                <a:cubicBezTo>
                  <a:pt x="2627235" y="1741149"/>
                  <a:pt x="2637410" y="1730848"/>
                  <a:pt x="2649971" y="1730848"/>
                </a:cubicBezTo>
                <a:close/>
                <a:moveTo>
                  <a:pt x="198346" y="1715397"/>
                </a:moveTo>
                <a:cubicBezTo>
                  <a:pt x="201109" y="1715397"/>
                  <a:pt x="203244" y="1717659"/>
                  <a:pt x="203244" y="1720296"/>
                </a:cubicBezTo>
                <a:cubicBezTo>
                  <a:pt x="203244" y="1723059"/>
                  <a:pt x="201109" y="1725194"/>
                  <a:pt x="198471" y="1725194"/>
                </a:cubicBezTo>
                <a:cubicBezTo>
                  <a:pt x="195707" y="1725194"/>
                  <a:pt x="193572" y="1722934"/>
                  <a:pt x="193572" y="1720296"/>
                </a:cubicBezTo>
                <a:cubicBezTo>
                  <a:pt x="193572" y="1717659"/>
                  <a:pt x="195707" y="1715397"/>
                  <a:pt x="198346" y="1715397"/>
                </a:cubicBezTo>
                <a:close/>
                <a:moveTo>
                  <a:pt x="680330" y="1713136"/>
                </a:moveTo>
                <a:cubicBezTo>
                  <a:pt x="694774" y="1713010"/>
                  <a:pt x="706583" y="1724693"/>
                  <a:pt x="706583" y="1739137"/>
                </a:cubicBezTo>
                <a:cubicBezTo>
                  <a:pt x="706708" y="1753583"/>
                  <a:pt x="695026" y="1765391"/>
                  <a:pt x="680580" y="1765391"/>
                </a:cubicBezTo>
                <a:cubicBezTo>
                  <a:pt x="666134" y="1765516"/>
                  <a:pt x="654327" y="1753835"/>
                  <a:pt x="654327" y="1739389"/>
                </a:cubicBezTo>
                <a:cubicBezTo>
                  <a:pt x="654202" y="1724943"/>
                  <a:pt x="665884" y="1713261"/>
                  <a:pt x="680330" y="1713136"/>
                </a:cubicBezTo>
                <a:close/>
                <a:moveTo>
                  <a:pt x="2748578" y="1710876"/>
                </a:moveTo>
                <a:cubicBezTo>
                  <a:pt x="2760512" y="1710751"/>
                  <a:pt x="2770184" y="1720423"/>
                  <a:pt x="2770184" y="1732230"/>
                </a:cubicBezTo>
                <a:cubicBezTo>
                  <a:pt x="2770184" y="1744039"/>
                  <a:pt x="2760639" y="1753711"/>
                  <a:pt x="2748830" y="1753711"/>
                </a:cubicBezTo>
                <a:cubicBezTo>
                  <a:pt x="2736896" y="1753836"/>
                  <a:pt x="2727224" y="1744289"/>
                  <a:pt x="2727224" y="1732357"/>
                </a:cubicBezTo>
                <a:cubicBezTo>
                  <a:pt x="2727224" y="1720423"/>
                  <a:pt x="2736771" y="1710751"/>
                  <a:pt x="2748578" y="1710876"/>
                </a:cubicBezTo>
                <a:close/>
                <a:moveTo>
                  <a:pt x="2078046" y="1708364"/>
                </a:moveTo>
                <a:cubicBezTo>
                  <a:pt x="2080433" y="1708364"/>
                  <a:pt x="2082318" y="1710249"/>
                  <a:pt x="2082318" y="1712509"/>
                </a:cubicBezTo>
                <a:cubicBezTo>
                  <a:pt x="2082318" y="1714896"/>
                  <a:pt x="2080558" y="1716781"/>
                  <a:pt x="2078172" y="1716781"/>
                </a:cubicBezTo>
                <a:cubicBezTo>
                  <a:pt x="2075912" y="1716781"/>
                  <a:pt x="2074027" y="1715022"/>
                  <a:pt x="2074027" y="1712635"/>
                </a:cubicBezTo>
                <a:cubicBezTo>
                  <a:pt x="2074027" y="1710374"/>
                  <a:pt x="2075912" y="1708489"/>
                  <a:pt x="2078046" y="1708364"/>
                </a:cubicBezTo>
                <a:close/>
                <a:moveTo>
                  <a:pt x="966606" y="1706856"/>
                </a:moveTo>
                <a:cubicBezTo>
                  <a:pt x="972008" y="1706856"/>
                  <a:pt x="976404" y="1711126"/>
                  <a:pt x="976404" y="1716527"/>
                </a:cubicBezTo>
                <a:cubicBezTo>
                  <a:pt x="976530" y="1721929"/>
                  <a:pt x="972133" y="1726325"/>
                  <a:pt x="966731" y="1726325"/>
                </a:cubicBezTo>
                <a:cubicBezTo>
                  <a:pt x="961331" y="1726325"/>
                  <a:pt x="956934" y="1722054"/>
                  <a:pt x="956934" y="1716653"/>
                </a:cubicBezTo>
                <a:cubicBezTo>
                  <a:pt x="956934" y="1711252"/>
                  <a:pt x="961204" y="1706981"/>
                  <a:pt x="966606" y="1706856"/>
                </a:cubicBezTo>
                <a:close/>
                <a:moveTo>
                  <a:pt x="2364575" y="1704469"/>
                </a:moveTo>
                <a:cubicBezTo>
                  <a:pt x="2380527" y="1704343"/>
                  <a:pt x="2393465" y="1717156"/>
                  <a:pt x="2393465" y="1733109"/>
                </a:cubicBezTo>
                <a:cubicBezTo>
                  <a:pt x="2393591" y="1749061"/>
                  <a:pt x="2380779" y="1762000"/>
                  <a:pt x="2364825" y="1762000"/>
                </a:cubicBezTo>
                <a:cubicBezTo>
                  <a:pt x="2348872" y="1762125"/>
                  <a:pt x="2335935" y="1749313"/>
                  <a:pt x="2335935" y="1733360"/>
                </a:cubicBezTo>
                <a:cubicBezTo>
                  <a:pt x="2335808" y="1717406"/>
                  <a:pt x="2348747" y="1704594"/>
                  <a:pt x="2364575" y="1704469"/>
                </a:cubicBezTo>
                <a:close/>
                <a:moveTo>
                  <a:pt x="580843" y="1696680"/>
                </a:moveTo>
                <a:cubicBezTo>
                  <a:pt x="593154" y="1696555"/>
                  <a:pt x="603077" y="1706477"/>
                  <a:pt x="603077" y="1718662"/>
                </a:cubicBezTo>
                <a:cubicBezTo>
                  <a:pt x="603077" y="1730972"/>
                  <a:pt x="593154" y="1740895"/>
                  <a:pt x="580968" y="1740895"/>
                </a:cubicBezTo>
                <a:cubicBezTo>
                  <a:pt x="568659" y="1740895"/>
                  <a:pt x="558860" y="1730972"/>
                  <a:pt x="558735" y="1718788"/>
                </a:cubicBezTo>
                <a:cubicBezTo>
                  <a:pt x="558735" y="1706604"/>
                  <a:pt x="568659" y="1696680"/>
                  <a:pt x="580843" y="1696680"/>
                </a:cubicBezTo>
                <a:close/>
                <a:moveTo>
                  <a:pt x="101243" y="1695425"/>
                </a:moveTo>
                <a:cubicBezTo>
                  <a:pt x="103378" y="1695425"/>
                  <a:pt x="105263" y="1697309"/>
                  <a:pt x="105263" y="1699445"/>
                </a:cubicBezTo>
                <a:cubicBezTo>
                  <a:pt x="105263" y="1701706"/>
                  <a:pt x="103378" y="1703464"/>
                  <a:pt x="101243" y="1703464"/>
                </a:cubicBezTo>
                <a:cubicBezTo>
                  <a:pt x="98983" y="1703464"/>
                  <a:pt x="97224" y="1701580"/>
                  <a:pt x="97224" y="1699445"/>
                </a:cubicBezTo>
                <a:cubicBezTo>
                  <a:pt x="97224" y="1697309"/>
                  <a:pt x="98983" y="1695425"/>
                  <a:pt x="101243" y="1695425"/>
                </a:cubicBezTo>
                <a:close/>
                <a:moveTo>
                  <a:pt x="2846435" y="1694043"/>
                </a:moveTo>
                <a:cubicBezTo>
                  <a:pt x="2855605" y="1694043"/>
                  <a:pt x="2863142" y="1701455"/>
                  <a:pt x="2863142" y="1710624"/>
                </a:cubicBezTo>
                <a:cubicBezTo>
                  <a:pt x="2863142" y="1719794"/>
                  <a:pt x="2855730" y="1727331"/>
                  <a:pt x="2846560" y="1727331"/>
                </a:cubicBezTo>
                <a:cubicBezTo>
                  <a:pt x="2837516" y="1727331"/>
                  <a:pt x="2829979" y="1719919"/>
                  <a:pt x="2829979" y="1710750"/>
                </a:cubicBezTo>
                <a:cubicBezTo>
                  <a:pt x="2829979" y="1701580"/>
                  <a:pt x="2837266" y="1694168"/>
                  <a:pt x="2846435" y="1694043"/>
                </a:cubicBezTo>
                <a:close/>
                <a:moveTo>
                  <a:pt x="2463935" y="1683993"/>
                </a:moveTo>
                <a:cubicBezTo>
                  <a:pt x="2479386" y="1683868"/>
                  <a:pt x="2491821" y="1696303"/>
                  <a:pt x="2491947" y="1711754"/>
                </a:cubicBezTo>
                <a:cubicBezTo>
                  <a:pt x="2492073" y="1727204"/>
                  <a:pt x="2479636" y="1739766"/>
                  <a:pt x="2464186" y="1739766"/>
                </a:cubicBezTo>
                <a:cubicBezTo>
                  <a:pt x="2448736" y="1739891"/>
                  <a:pt x="2436300" y="1727455"/>
                  <a:pt x="2436175" y="1712004"/>
                </a:cubicBezTo>
                <a:cubicBezTo>
                  <a:pt x="2436048" y="1696555"/>
                  <a:pt x="2448484" y="1684118"/>
                  <a:pt x="2463935" y="1683993"/>
                </a:cubicBezTo>
                <a:close/>
                <a:moveTo>
                  <a:pt x="2178916" y="1681482"/>
                </a:moveTo>
                <a:cubicBezTo>
                  <a:pt x="2184569" y="1681482"/>
                  <a:pt x="2189092" y="1686004"/>
                  <a:pt x="2189092" y="1691656"/>
                </a:cubicBezTo>
                <a:cubicBezTo>
                  <a:pt x="2189092" y="1697183"/>
                  <a:pt x="2184569" y="1701831"/>
                  <a:pt x="2178916" y="1701831"/>
                </a:cubicBezTo>
                <a:cubicBezTo>
                  <a:pt x="2173389" y="1701831"/>
                  <a:pt x="2168741" y="1697309"/>
                  <a:pt x="2168741" y="1691656"/>
                </a:cubicBezTo>
                <a:cubicBezTo>
                  <a:pt x="2168741" y="1686004"/>
                  <a:pt x="2173263" y="1681356"/>
                  <a:pt x="2178916" y="1681482"/>
                </a:cubicBezTo>
                <a:close/>
                <a:moveTo>
                  <a:pt x="2943534" y="1681356"/>
                </a:moveTo>
                <a:cubicBezTo>
                  <a:pt x="2947805" y="1681356"/>
                  <a:pt x="2951323" y="1684873"/>
                  <a:pt x="2951323" y="1689143"/>
                </a:cubicBezTo>
                <a:cubicBezTo>
                  <a:pt x="2951448" y="1693415"/>
                  <a:pt x="2947931" y="1696932"/>
                  <a:pt x="2943659" y="1696932"/>
                </a:cubicBezTo>
                <a:cubicBezTo>
                  <a:pt x="2939389" y="1696932"/>
                  <a:pt x="2935871" y="1693415"/>
                  <a:pt x="2935871" y="1689143"/>
                </a:cubicBezTo>
                <a:cubicBezTo>
                  <a:pt x="2935871" y="1684873"/>
                  <a:pt x="2939389" y="1681481"/>
                  <a:pt x="2943534" y="1681356"/>
                </a:cubicBezTo>
                <a:close/>
                <a:moveTo>
                  <a:pt x="865736" y="1677964"/>
                </a:moveTo>
                <a:cubicBezTo>
                  <a:pt x="875912" y="1677964"/>
                  <a:pt x="884202" y="1686129"/>
                  <a:pt x="884202" y="1696303"/>
                </a:cubicBezTo>
                <a:cubicBezTo>
                  <a:pt x="884202" y="1706479"/>
                  <a:pt x="876037" y="1714769"/>
                  <a:pt x="865863" y="1714769"/>
                </a:cubicBezTo>
                <a:cubicBezTo>
                  <a:pt x="855688" y="1714769"/>
                  <a:pt x="847522" y="1706604"/>
                  <a:pt x="847397" y="1696430"/>
                </a:cubicBezTo>
                <a:cubicBezTo>
                  <a:pt x="847397" y="1686255"/>
                  <a:pt x="855688" y="1677964"/>
                  <a:pt x="865736" y="1677964"/>
                </a:cubicBezTo>
                <a:close/>
                <a:moveTo>
                  <a:pt x="482611" y="1677839"/>
                </a:moveTo>
                <a:cubicBezTo>
                  <a:pt x="493790" y="1677839"/>
                  <a:pt x="502835" y="1686883"/>
                  <a:pt x="502835" y="1697937"/>
                </a:cubicBezTo>
                <a:cubicBezTo>
                  <a:pt x="502835" y="1709117"/>
                  <a:pt x="493790" y="1718161"/>
                  <a:pt x="482736" y="1718161"/>
                </a:cubicBezTo>
                <a:cubicBezTo>
                  <a:pt x="471557" y="1718161"/>
                  <a:pt x="462513" y="1709243"/>
                  <a:pt x="462513" y="1698063"/>
                </a:cubicBezTo>
                <a:cubicBezTo>
                  <a:pt x="462513" y="1686883"/>
                  <a:pt x="471432" y="1677839"/>
                  <a:pt x="482611" y="1677839"/>
                </a:cubicBezTo>
                <a:close/>
                <a:moveTo>
                  <a:pt x="4520" y="1677084"/>
                </a:moveTo>
                <a:cubicBezTo>
                  <a:pt x="5275" y="1677084"/>
                  <a:pt x="6028" y="1677713"/>
                  <a:pt x="6028" y="1678593"/>
                </a:cubicBezTo>
                <a:cubicBezTo>
                  <a:pt x="6028" y="1679346"/>
                  <a:pt x="5275" y="1680099"/>
                  <a:pt x="4395" y="1680099"/>
                </a:cubicBezTo>
                <a:cubicBezTo>
                  <a:pt x="3641" y="1680099"/>
                  <a:pt x="2888" y="1679471"/>
                  <a:pt x="2888" y="1678593"/>
                </a:cubicBezTo>
                <a:cubicBezTo>
                  <a:pt x="2888" y="1677713"/>
                  <a:pt x="3641" y="1676959"/>
                  <a:pt x="4520" y="1677084"/>
                </a:cubicBezTo>
                <a:close/>
                <a:moveTo>
                  <a:pt x="1151762" y="1673442"/>
                </a:moveTo>
                <a:cubicBezTo>
                  <a:pt x="1151888" y="1673442"/>
                  <a:pt x="1152013" y="1673567"/>
                  <a:pt x="1152013" y="1673694"/>
                </a:cubicBezTo>
                <a:cubicBezTo>
                  <a:pt x="1152013" y="1673819"/>
                  <a:pt x="1151888" y="1673944"/>
                  <a:pt x="1151762" y="1673944"/>
                </a:cubicBezTo>
                <a:cubicBezTo>
                  <a:pt x="1151636" y="1673944"/>
                  <a:pt x="1151511" y="1673819"/>
                  <a:pt x="1151511" y="1673694"/>
                </a:cubicBezTo>
                <a:cubicBezTo>
                  <a:pt x="1151511" y="1673567"/>
                  <a:pt x="1151636" y="1673442"/>
                  <a:pt x="1151762" y="1673442"/>
                </a:cubicBezTo>
                <a:close/>
                <a:moveTo>
                  <a:pt x="3040131" y="1665527"/>
                </a:moveTo>
                <a:cubicBezTo>
                  <a:pt x="3041261" y="1665527"/>
                  <a:pt x="3042141" y="1666407"/>
                  <a:pt x="3042141" y="1667537"/>
                </a:cubicBezTo>
                <a:cubicBezTo>
                  <a:pt x="3042141" y="1668667"/>
                  <a:pt x="3041261" y="1669547"/>
                  <a:pt x="3040131" y="1669547"/>
                </a:cubicBezTo>
                <a:cubicBezTo>
                  <a:pt x="3039001" y="1669547"/>
                  <a:pt x="3038121" y="1668667"/>
                  <a:pt x="3038121" y="1667537"/>
                </a:cubicBezTo>
                <a:cubicBezTo>
                  <a:pt x="3038121" y="1666407"/>
                  <a:pt x="3039001" y="1665527"/>
                  <a:pt x="3040131" y="1665527"/>
                </a:cubicBezTo>
                <a:close/>
                <a:moveTo>
                  <a:pt x="2562042" y="1665026"/>
                </a:moveTo>
                <a:cubicBezTo>
                  <a:pt x="2576110" y="1665026"/>
                  <a:pt x="2587541" y="1676331"/>
                  <a:pt x="2587541" y="1690401"/>
                </a:cubicBezTo>
                <a:cubicBezTo>
                  <a:pt x="2587541" y="1704469"/>
                  <a:pt x="2576237" y="1715900"/>
                  <a:pt x="2562168" y="1715900"/>
                </a:cubicBezTo>
                <a:cubicBezTo>
                  <a:pt x="2548224" y="1715900"/>
                  <a:pt x="2536793" y="1704595"/>
                  <a:pt x="2536667" y="1690526"/>
                </a:cubicBezTo>
                <a:cubicBezTo>
                  <a:pt x="2536667" y="1676457"/>
                  <a:pt x="2547972" y="1665026"/>
                  <a:pt x="2562042" y="1665026"/>
                </a:cubicBezTo>
                <a:close/>
                <a:moveTo>
                  <a:pt x="385259" y="1663015"/>
                </a:moveTo>
                <a:cubicBezTo>
                  <a:pt x="393048" y="1662890"/>
                  <a:pt x="399453" y="1669297"/>
                  <a:pt x="399453" y="1677084"/>
                </a:cubicBezTo>
                <a:cubicBezTo>
                  <a:pt x="399580" y="1684873"/>
                  <a:pt x="393173" y="1691280"/>
                  <a:pt x="385385" y="1691280"/>
                </a:cubicBezTo>
                <a:cubicBezTo>
                  <a:pt x="377597" y="1691405"/>
                  <a:pt x="371191" y="1684998"/>
                  <a:pt x="371191" y="1677211"/>
                </a:cubicBezTo>
                <a:cubicBezTo>
                  <a:pt x="371191" y="1669297"/>
                  <a:pt x="377472" y="1663015"/>
                  <a:pt x="385259" y="1663015"/>
                </a:cubicBezTo>
                <a:close/>
                <a:moveTo>
                  <a:pt x="1051394" y="1650831"/>
                </a:moveTo>
                <a:cubicBezTo>
                  <a:pt x="1052775" y="1650831"/>
                  <a:pt x="1053906" y="1651836"/>
                  <a:pt x="1053906" y="1653218"/>
                </a:cubicBezTo>
                <a:cubicBezTo>
                  <a:pt x="1053906" y="1654474"/>
                  <a:pt x="1052901" y="1655605"/>
                  <a:pt x="1051520" y="1655605"/>
                </a:cubicBezTo>
                <a:cubicBezTo>
                  <a:pt x="1050138" y="1655605"/>
                  <a:pt x="1049008" y="1654600"/>
                  <a:pt x="1049008" y="1653218"/>
                </a:cubicBezTo>
                <a:cubicBezTo>
                  <a:pt x="1049008" y="1651961"/>
                  <a:pt x="1050138" y="1650831"/>
                  <a:pt x="1051394" y="1650831"/>
                </a:cubicBezTo>
                <a:close/>
                <a:moveTo>
                  <a:pt x="767002" y="1650831"/>
                </a:moveTo>
                <a:cubicBezTo>
                  <a:pt x="780694" y="1650831"/>
                  <a:pt x="791874" y="1661885"/>
                  <a:pt x="791874" y="1675576"/>
                </a:cubicBezTo>
                <a:cubicBezTo>
                  <a:pt x="791874" y="1689268"/>
                  <a:pt x="780820" y="1700448"/>
                  <a:pt x="767128" y="1700448"/>
                </a:cubicBezTo>
                <a:cubicBezTo>
                  <a:pt x="753436" y="1700448"/>
                  <a:pt x="742257" y="1689394"/>
                  <a:pt x="742257" y="1675702"/>
                </a:cubicBezTo>
                <a:cubicBezTo>
                  <a:pt x="742132" y="1662010"/>
                  <a:pt x="753186" y="1650831"/>
                  <a:pt x="767002" y="1650831"/>
                </a:cubicBezTo>
                <a:close/>
                <a:moveTo>
                  <a:pt x="1992878" y="1649576"/>
                </a:moveTo>
                <a:cubicBezTo>
                  <a:pt x="1993005" y="1649576"/>
                  <a:pt x="1993130" y="1649701"/>
                  <a:pt x="1993130" y="1649826"/>
                </a:cubicBezTo>
                <a:cubicBezTo>
                  <a:pt x="1993255" y="1649953"/>
                  <a:pt x="1993130" y="1650078"/>
                  <a:pt x="1993005" y="1650078"/>
                </a:cubicBezTo>
                <a:cubicBezTo>
                  <a:pt x="1992878" y="1650078"/>
                  <a:pt x="1992753" y="1649953"/>
                  <a:pt x="1992753" y="1649826"/>
                </a:cubicBezTo>
                <a:cubicBezTo>
                  <a:pt x="1992753" y="1649701"/>
                  <a:pt x="1992878" y="1649576"/>
                  <a:pt x="1992878" y="1649576"/>
                </a:cubicBezTo>
                <a:close/>
                <a:moveTo>
                  <a:pt x="2277398" y="1648696"/>
                </a:moveTo>
                <a:cubicBezTo>
                  <a:pt x="2289332" y="1648571"/>
                  <a:pt x="2299004" y="1658243"/>
                  <a:pt x="2299004" y="1670050"/>
                </a:cubicBezTo>
                <a:cubicBezTo>
                  <a:pt x="2299129" y="1681859"/>
                  <a:pt x="2289457" y="1691531"/>
                  <a:pt x="2277650" y="1691531"/>
                </a:cubicBezTo>
                <a:cubicBezTo>
                  <a:pt x="2265841" y="1691656"/>
                  <a:pt x="2256169" y="1681984"/>
                  <a:pt x="2256169" y="1670177"/>
                </a:cubicBezTo>
                <a:cubicBezTo>
                  <a:pt x="2256169" y="1658368"/>
                  <a:pt x="2265716" y="1648696"/>
                  <a:pt x="2277398" y="1648696"/>
                </a:cubicBezTo>
                <a:close/>
                <a:moveTo>
                  <a:pt x="288789" y="1645807"/>
                </a:moveTo>
                <a:cubicBezTo>
                  <a:pt x="294566" y="1645807"/>
                  <a:pt x="299214" y="1650454"/>
                  <a:pt x="299214" y="1656233"/>
                </a:cubicBezTo>
                <a:cubicBezTo>
                  <a:pt x="299214" y="1661885"/>
                  <a:pt x="294566" y="1666658"/>
                  <a:pt x="288789" y="1666658"/>
                </a:cubicBezTo>
                <a:cubicBezTo>
                  <a:pt x="283010" y="1666658"/>
                  <a:pt x="278362" y="1662011"/>
                  <a:pt x="278362" y="1656233"/>
                </a:cubicBezTo>
                <a:cubicBezTo>
                  <a:pt x="278237" y="1650454"/>
                  <a:pt x="282885" y="1645807"/>
                  <a:pt x="288789" y="1645807"/>
                </a:cubicBezTo>
                <a:close/>
                <a:moveTo>
                  <a:pt x="2659266" y="1644927"/>
                </a:moveTo>
                <a:cubicBezTo>
                  <a:pt x="2672457" y="1644927"/>
                  <a:pt x="2683259" y="1655604"/>
                  <a:pt x="2683259" y="1668794"/>
                </a:cubicBezTo>
                <a:cubicBezTo>
                  <a:pt x="2683259" y="1681984"/>
                  <a:pt x="2672582" y="1692786"/>
                  <a:pt x="2659393" y="1692786"/>
                </a:cubicBezTo>
                <a:cubicBezTo>
                  <a:pt x="2646204" y="1692786"/>
                  <a:pt x="2635400" y="1682109"/>
                  <a:pt x="2635400" y="1668920"/>
                </a:cubicBezTo>
                <a:cubicBezTo>
                  <a:pt x="2635400" y="1655730"/>
                  <a:pt x="2646077" y="1645052"/>
                  <a:pt x="2659266" y="1644927"/>
                </a:cubicBezTo>
                <a:close/>
                <a:moveTo>
                  <a:pt x="192694" y="1627970"/>
                </a:moveTo>
                <a:cubicBezTo>
                  <a:pt x="196714" y="1627970"/>
                  <a:pt x="199980" y="1631235"/>
                  <a:pt x="199980" y="1635255"/>
                </a:cubicBezTo>
                <a:cubicBezTo>
                  <a:pt x="199980" y="1639275"/>
                  <a:pt x="196714" y="1642541"/>
                  <a:pt x="192694" y="1642541"/>
                </a:cubicBezTo>
                <a:cubicBezTo>
                  <a:pt x="188549" y="1642541"/>
                  <a:pt x="185282" y="1639275"/>
                  <a:pt x="185282" y="1635255"/>
                </a:cubicBezTo>
                <a:cubicBezTo>
                  <a:pt x="185282" y="1631235"/>
                  <a:pt x="188549" y="1627970"/>
                  <a:pt x="192694" y="1627970"/>
                </a:cubicBezTo>
                <a:close/>
                <a:moveTo>
                  <a:pt x="669401" y="1627718"/>
                </a:moveTo>
                <a:cubicBezTo>
                  <a:pt x="684349" y="1627593"/>
                  <a:pt x="696534" y="1639651"/>
                  <a:pt x="696534" y="1654599"/>
                </a:cubicBezTo>
                <a:cubicBezTo>
                  <a:pt x="696659" y="1669547"/>
                  <a:pt x="684600" y="1681606"/>
                  <a:pt x="669653" y="1681732"/>
                </a:cubicBezTo>
                <a:cubicBezTo>
                  <a:pt x="654704" y="1681857"/>
                  <a:pt x="642520" y="1669798"/>
                  <a:pt x="642520" y="1654851"/>
                </a:cubicBezTo>
                <a:cubicBezTo>
                  <a:pt x="642393" y="1639902"/>
                  <a:pt x="654452" y="1627843"/>
                  <a:pt x="669401" y="1627718"/>
                </a:cubicBezTo>
                <a:close/>
                <a:moveTo>
                  <a:pt x="2090607" y="1625708"/>
                </a:moveTo>
                <a:cubicBezTo>
                  <a:pt x="2092114" y="1625708"/>
                  <a:pt x="2093244" y="1626838"/>
                  <a:pt x="2093244" y="1628345"/>
                </a:cubicBezTo>
                <a:cubicBezTo>
                  <a:pt x="2093244" y="1629852"/>
                  <a:pt x="2092114" y="1630982"/>
                  <a:pt x="2090607" y="1630982"/>
                </a:cubicBezTo>
                <a:cubicBezTo>
                  <a:pt x="2089227" y="1630982"/>
                  <a:pt x="2087970" y="1629852"/>
                  <a:pt x="2087970" y="1628345"/>
                </a:cubicBezTo>
                <a:cubicBezTo>
                  <a:pt x="2087970" y="1626838"/>
                  <a:pt x="2089227" y="1625708"/>
                  <a:pt x="2090607" y="1625708"/>
                </a:cubicBezTo>
                <a:close/>
                <a:moveTo>
                  <a:pt x="2755740" y="1624453"/>
                </a:moveTo>
                <a:cubicBezTo>
                  <a:pt x="2768301" y="1624453"/>
                  <a:pt x="2778476" y="1634627"/>
                  <a:pt x="2778603" y="1647189"/>
                </a:cubicBezTo>
                <a:cubicBezTo>
                  <a:pt x="2778603" y="1659750"/>
                  <a:pt x="2768427" y="1670051"/>
                  <a:pt x="2755865" y="1670051"/>
                </a:cubicBezTo>
                <a:cubicBezTo>
                  <a:pt x="2743303" y="1670051"/>
                  <a:pt x="2733004" y="1659875"/>
                  <a:pt x="2733004" y="1647314"/>
                </a:cubicBezTo>
                <a:cubicBezTo>
                  <a:pt x="2732878" y="1634753"/>
                  <a:pt x="2743178" y="1624453"/>
                  <a:pt x="2755740" y="1624453"/>
                </a:cubicBezTo>
                <a:close/>
                <a:moveTo>
                  <a:pt x="953541" y="1623824"/>
                </a:moveTo>
                <a:cubicBezTo>
                  <a:pt x="958314" y="1623698"/>
                  <a:pt x="962208" y="1627593"/>
                  <a:pt x="962208" y="1632365"/>
                </a:cubicBezTo>
                <a:cubicBezTo>
                  <a:pt x="962333" y="1637139"/>
                  <a:pt x="958440" y="1641032"/>
                  <a:pt x="953667" y="1641032"/>
                </a:cubicBezTo>
                <a:cubicBezTo>
                  <a:pt x="948894" y="1641159"/>
                  <a:pt x="945000" y="1637264"/>
                  <a:pt x="945000" y="1632492"/>
                </a:cubicBezTo>
                <a:cubicBezTo>
                  <a:pt x="945000" y="1627718"/>
                  <a:pt x="948894" y="1623824"/>
                  <a:pt x="953541" y="1623824"/>
                </a:cubicBezTo>
                <a:close/>
                <a:moveTo>
                  <a:pt x="2374875" y="1619427"/>
                </a:moveTo>
                <a:cubicBezTo>
                  <a:pt x="2390953" y="1619427"/>
                  <a:pt x="2404142" y="1632366"/>
                  <a:pt x="2404142" y="1648570"/>
                </a:cubicBezTo>
                <a:cubicBezTo>
                  <a:pt x="2404142" y="1664649"/>
                  <a:pt x="2391204" y="1677838"/>
                  <a:pt x="2375000" y="1677838"/>
                </a:cubicBezTo>
                <a:cubicBezTo>
                  <a:pt x="2358921" y="1677838"/>
                  <a:pt x="2345732" y="1664774"/>
                  <a:pt x="2345732" y="1648695"/>
                </a:cubicBezTo>
                <a:cubicBezTo>
                  <a:pt x="2345732" y="1632616"/>
                  <a:pt x="2358796" y="1619427"/>
                  <a:pt x="2374875" y="1619427"/>
                </a:cubicBezTo>
                <a:close/>
                <a:moveTo>
                  <a:pt x="96973" y="1609630"/>
                </a:moveTo>
                <a:cubicBezTo>
                  <a:pt x="99486" y="1609630"/>
                  <a:pt x="101622" y="1611640"/>
                  <a:pt x="101622" y="1614278"/>
                </a:cubicBezTo>
                <a:cubicBezTo>
                  <a:pt x="101622" y="1616790"/>
                  <a:pt x="99611" y="1618927"/>
                  <a:pt x="96973" y="1618927"/>
                </a:cubicBezTo>
                <a:cubicBezTo>
                  <a:pt x="94461" y="1618927"/>
                  <a:pt x="92326" y="1616917"/>
                  <a:pt x="92326" y="1614278"/>
                </a:cubicBezTo>
                <a:cubicBezTo>
                  <a:pt x="92326" y="1611765"/>
                  <a:pt x="94461" y="1609630"/>
                  <a:pt x="96973" y="1609630"/>
                </a:cubicBezTo>
                <a:close/>
                <a:moveTo>
                  <a:pt x="572928" y="1609127"/>
                </a:moveTo>
                <a:cubicBezTo>
                  <a:pt x="586621" y="1609127"/>
                  <a:pt x="597800" y="1620181"/>
                  <a:pt x="597800" y="1633872"/>
                </a:cubicBezTo>
                <a:cubicBezTo>
                  <a:pt x="597800" y="1647564"/>
                  <a:pt x="586746" y="1658744"/>
                  <a:pt x="573053" y="1658744"/>
                </a:cubicBezTo>
                <a:cubicBezTo>
                  <a:pt x="559361" y="1658744"/>
                  <a:pt x="548182" y="1647690"/>
                  <a:pt x="548182" y="1633998"/>
                </a:cubicBezTo>
                <a:cubicBezTo>
                  <a:pt x="548182" y="1620181"/>
                  <a:pt x="559111" y="1609127"/>
                  <a:pt x="572928" y="1609127"/>
                </a:cubicBezTo>
                <a:close/>
                <a:moveTo>
                  <a:pt x="2851582" y="1607495"/>
                </a:moveTo>
                <a:cubicBezTo>
                  <a:pt x="2861631" y="1607495"/>
                  <a:pt x="2869795" y="1615534"/>
                  <a:pt x="2869795" y="1625583"/>
                </a:cubicBezTo>
                <a:cubicBezTo>
                  <a:pt x="2869795" y="1635632"/>
                  <a:pt x="2861756" y="1643797"/>
                  <a:pt x="2851707" y="1643797"/>
                </a:cubicBezTo>
                <a:cubicBezTo>
                  <a:pt x="2841659" y="1643797"/>
                  <a:pt x="2833494" y="1635758"/>
                  <a:pt x="2833494" y="1625709"/>
                </a:cubicBezTo>
                <a:cubicBezTo>
                  <a:pt x="2833494" y="1615659"/>
                  <a:pt x="2841533" y="1607495"/>
                  <a:pt x="2851582" y="1607495"/>
                </a:cubicBezTo>
                <a:close/>
                <a:moveTo>
                  <a:pt x="2186829" y="1597696"/>
                </a:moveTo>
                <a:cubicBezTo>
                  <a:pt x="2191853" y="1597696"/>
                  <a:pt x="2195998" y="1601716"/>
                  <a:pt x="2195998" y="1606740"/>
                </a:cubicBezTo>
                <a:cubicBezTo>
                  <a:pt x="2195998" y="1611640"/>
                  <a:pt x="2191979" y="1615785"/>
                  <a:pt x="2186954" y="1615785"/>
                </a:cubicBezTo>
                <a:cubicBezTo>
                  <a:pt x="2181930" y="1615785"/>
                  <a:pt x="2177785" y="1611765"/>
                  <a:pt x="2177785" y="1606740"/>
                </a:cubicBezTo>
                <a:cubicBezTo>
                  <a:pt x="2177785" y="1601716"/>
                  <a:pt x="2181805" y="1597696"/>
                  <a:pt x="2186829" y="1597696"/>
                </a:cubicBezTo>
                <a:close/>
                <a:moveTo>
                  <a:pt x="2471347" y="1597445"/>
                </a:moveTo>
                <a:cubicBezTo>
                  <a:pt x="2487551" y="1597445"/>
                  <a:pt x="2500867" y="1610634"/>
                  <a:pt x="2500867" y="1626838"/>
                </a:cubicBezTo>
                <a:cubicBezTo>
                  <a:pt x="2500867" y="1643043"/>
                  <a:pt x="2487677" y="1656358"/>
                  <a:pt x="2471472" y="1656358"/>
                </a:cubicBezTo>
                <a:cubicBezTo>
                  <a:pt x="2455268" y="1656483"/>
                  <a:pt x="2442079" y="1643294"/>
                  <a:pt x="2441954" y="1627090"/>
                </a:cubicBezTo>
                <a:cubicBezTo>
                  <a:pt x="2441827" y="1610886"/>
                  <a:pt x="2455018" y="1597570"/>
                  <a:pt x="2471347" y="1597445"/>
                </a:cubicBezTo>
                <a:close/>
                <a:moveTo>
                  <a:pt x="2947175" y="1596440"/>
                </a:moveTo>
                <a:cubicBezTo>
                  <a:pt x="2951320" y="1596440"/>
                  <a:pt x="2954712" y="1599831"/>
                  <a:pt x="2954712" y="1603976"/>
                </a:cubicBezTo>
                <a:cubicBezTo>
                  <a:pt x="2954712" y="1608121"/>
                  <a:pt x="2951320" y="1611512"/>
                  <a:pt x="2947175" y="1611512"/>
                </a:cubicBezTo>
                <a:cubicBezTo>
                  <a:pt x="2943030" y="1611512"/>
                  <a:pt x="2939638" y="1608121"/>
                  <a:pt x="2939638" y="1603976"/>
                </a:cubicBezTo>
                <a:cubicBezTo>
                  <a:pt x="2939638" y="1599831"/>
                  <a:pt x="2943030" y="1596440"/>
                  <a:pt x="2947175" y="1596440"/>
                </a:cubicBezTo>
                <a:close/>
                <a:moveTo>
                  <a:pt x="857196" y="1594556"/>
                </a:moveTo>
                <a:cubicBezTo>
                  <a:pt x="866616" y="1594431"/>
                  <a:pt x="874280" y="1602093"/>
                  <a:pt x="874280" y="1611515"/>
                </a:cubicBezTo>
                <a:cubicBezTo>
                  <a:pt x="874280" y="1620936"/>
                  <a:pt x="866743" y="1628598"/>
                  <a:pt x="857322" y="1628598"/>
                </a:cubicBezTo>
                <a:cubicBezTo>
                  <a:pt x="847900" y="1628598"/>
                  <a:pt x="840238" y="1621061"/>
                  <a:pt x="840238" y="1611640"/>
                </a:cubicBezTo>
                <a:cubicBezTo>
                  <a:pt x="840238" y="1602093"/>
                  <a:pt x="847900" y="1594556"/>
                  <a:pt x="857196" y="1594556"/>
                </a:cubicBezTo>
                <a:close/>
                <a:moveTo>
                  <a:pt x="477084" y="1591541"/>
                </a:moveTo>
                <a:cubicBezTo>
                  <a:pt x="488893" y="1591541"/>
                  <a:pt x="498565" y="1601088"/>
                  <a:pt x="498565" y="1612895"/>
                </a:cubicBezTo>
                <a:cubicBezTo>
                  <a:pt x="498691" y="1624704"/>
                  <a:pt x="489018" y="1634376"/>
                  <a:pt x="477211" y="1634376"/>
                </a:cubicBezTo>
                <a:cubicBezTo>
                  <a:pt x="465402" y="1634501"/>
                  <a:pt x="455730" y="1624829"/>
                  <a:pt x="455730" y="1613022"/>
                </a:cubicBezTo>
                <a:cubicBezTo>
                  <a:pt x="455605" y="1601088"/>
                  <a:pt x="465277" y="1591416"/>
                  <a:pt x="477084" y="1591541"/>
                </a:cubicBezTo>
                <a:close/>
                <a:moveTo>
                  <a:pt x="1759" y="1591541"/>
                </a:moveTo>
                <a:cubicBezTo>
                  <a:pt x="2764" y="1591541"/>
                  <a:pt x="3517" y="1592295"/>
                  <a:pt x="3517" y="1593299"/>
                </a:cubicBezTo>
                <a:cubicBezTo>
                  <a:pt x="3517" y="1594305"/>
                  <a:pt x="2764" y="1595058"/>
                  <a:pt x="1759" y="1595058"/>
                </a:cubicBezTo>
                <a:cubicBezTo>
                  <a:pt x="754" y="1595058"/>
                  <a:pt x="0" y="1594305"/>
                  <a:pt x="0" y="1593299"/>
                </a:cubicBezTo>
                <a:cubicBezTo>
                  <a:pt x="0" y="1592295"/>
                  <a:pt x="754" y="1591541"/>
                  <a:pt x="1759" y="1591541"/>
                </a:cubicBezTo>
                <a:close/>
                <a:moveTo>
                  <a:pt x="3042264" y="1580236"/>
                </a:moveTo>
                <a:cubicBezTo>
                  <a:pt x="3043394" y="1580236"/>
                  <a:pt x="3044273" y="1581116"/>
                  <a:pt x="3044273" y="1582246"/>
                </a:cubicBezTo>
                <a:cubicBezTo>
                  <a:pt x="3044273" y="1583376"/>
                  <a:pt x="3043394" y="1584256"/>
                  <a:pt x="3042264" y="1584256"/>
                </a:cubicBezTo>
                <a:cubicBezTo>
                  <a:pt x="3041134" y="1584256"/>
                  <a:pt x="3040254" y="1583376"/>
                  <a:pt x="3040254" y="1582246"/>
                </a:cubicBezTo>
                <a:cubicBezTo>
                  <a:pt x="3040254" y="1581241"/>
                  <a:pt x="3041134" y="1580236"/>
                  <a:pt x="3042264" y="1580236"/>
                </a:cubicBezTo>
                <a:close/>
                <a:moveTo>
                  <a:pt x="2566942" y="1578729"/>
                </a:moveTo>
                <a:cubicBezTo>
                  <a:pt x="2581513" y="1578729"/>
                  <a:pt x="2593573" y="1590537"/>
                  <a:pt x="2593573" y="1605234"/>
                </a:cubicBezTo>
                <a:cubicBezTo>
                  <a:pt x="2593573" y="1619930"/>
                  <a:pt x="2581764" y="1631864"/>
                  <a:pt x="2567067" y="1631864"/>
                </a:cubicBezTo>
                <a:cubicBezTo>
                  <a:pt x="2552495" y="1631864"/>
                  <a:pt x="2540562" y="1620056"/>
                  <a:pt x="2540436" y="1605359"/>
                </a:cubicBezTo>
                <a:cubicBezTo>
                  <a:pt x="2540436" y="1590788"/>
                  <a:pt x="2552244" y="1578854"/>
                  <a:pt x="2566942" y="1578729"/>
                </a:cubicBezTo>
                <a:close/>
                <a:moveTo>
                  <a:pt x="381618" y="1575964"/>
                </a:moveTo>
                <a:cubicBezTo>
                  <a:pt x="390537" y="1575839"/>
                  <a:pt x="397696" y="1582999"/>
                  <a:pt x="397696" y="1591792"/>
                </a:cubicBezTo>
                <a:cubicBezTo>
                  <a:pt x="397823" y="1600585"/>
                  <a:pt x="390662" y="1607745"/>
                  <a:pt x="381869" y="1607745"/>
                </a:cubicBezTo>
                <a:cubicBezTo>
                  <a:pt x="373076" y="1607871"/>
                  <a:pt x="365916" y="1600710"/>
                  <a:pt x="365916" y="1591918"/>
                </a:cubicBezTo>
                <a:cubicBezTo>
                  <a:pt x="365916" y="1583124"/>
                  <a:pt x="372950" y="1575964"/>
                  <a:pt x="381618" y="1575964"/>
                </a:cubicBezTo>
                <a:close/>
                <a:moveTo>
                  <a:pt x="1047251" y="1566670"/>
                </a:moveTo>
                <a:cubicBezTo>
                  <a:pt x="1048131" y="1566670"/>
                  <a:pt x="1048759" y="1567298"/>
                  <a:pt x="1048759" y="1568177"/>
                </a:cubicBezTo>
                <a:cubicBezTo>
                  <a:pt x="1048759" y="1568931"/>
                  <a:pt x="1048131" y="1569684"/>
                  <a:pt x="1047251" y="1569684"/>
                </a:cubicBezTo>
                <a:cubicBezTo>
                  <a:pt x="1046497" y="1569684"/>
                  <a:pt x="1045744" y="1569057"/>
                  <a:pt x="1045744" y="1568177"/>
                </a:cubicBezTo>
                <a:cubicBezTo>
                  <a:pt x="1045744" y="1567298"/>
                  <a:pt x="1046497" y="1566670"/>
                  <a:pt x="1047251" y="1566670"/>
                </a:cubicBezTo>
                <a:close/>
                <a:moveTo>
                  <a:pt x="761728" y="1566418"/>
                </a:moveTo>
                <a:cubicBezTo>
                  <a:pt x="775043" y="1566293"/>
                  <a:pt x="785972" y="1577095"/>
                  <a:pt x="785972" y="1590411"/>
                </a:cubicBezTo>
                <a:cubicBezTo>
                  <a:pt x="786097" y="1603725"/>
                  <a:pt x="775295" y="1614654"/>
                  <a:pt x="761979" y="1614654"/>
                </a:cubicBezTo>
                <a:cubicBezTo>
                  <a:pt x="748665" y="1614779"/>
                  <a:pt x="737861" y="1603977"/>
                  <a:pt x="737736" y="1590661"/>
                </a:cubicBezTo>
                <a:cubicBezTo>
                  <a:pt x="737736" y="1577347"/>
                  <a:pt x="748539" y="1566418"/>
                  <a:pt x="761728" y="1566418"/>
                </a:cubicBezTo>
                <a:close/>
                <a:moveTo>
                  <a:pt x="2282046" y="1564283"/>
                </a:moveTo>
                <a:cubicBezTo>
                  <a:pt x="2293478" y="1564283"/>
                  <a:pt x="2302900" y="1573452"/>
                  <a:pt x="2302900" y="1585009"/>
                </a:cubicBezTo>
                <a:cubicBezTo>
                  <a:pt x="2302900" y="1596440"/>
                  <a:pt x="2293603" y="1605862"/>
                  <a:pt x="2282171" y="1605862"/>
                </a:cubicBezTo>
                <a:cubicBezTo>
                  <a:pt x="2270741" y="1605987"/>
                  <a:pt x="2261319" y="1596692"/>
                  <a:pt x="2261319" y="1585136"/>
                </a:cubicBezTo>
                <a:cubicBezTo>
                  <a:pt x="2261319" y="1573578"/>
                  <a:pt x="2270614" y="1564283"/>
                  <a:pt x="2282046" y="1564283"/>
                </a:cubicBezTo>
                <a:close/>
                <a:moveTo>
                  <a:pt x="286904" y="1559007"/>
                </a:moveTo>
                <a:cubicBezTo>
                  <a:pt x="293436" y="1559007"/>
                  <a:pt x="298838" y="1564282"/>
                  <a:pt x="298838" y="1570941"/>
                </a:cubicBezTo>
                <a:cubicBezTo>
                  <a:pt x="298838" y="1577472"/>
                  <a:pt x="293562" y="1582874"/>
                  <a:pt x="286904" y="1582874"/>
                </a:cubicBezTo>
                <a:cubicBezTo>
                  <a:pt x="280372" y="1582874"/>
                  <a:pt x="274971" y="1577598"/>
                  <a:pt x="274971" y="1570941"/>
                </a:cubicBezTo>
                <a:cubicBezTo>
                  <a:pt x="274971" y="1564409"/>
                  <a:pt x="280247" y="1559007"/>
                  <a:pt x="286904" y="1559007"/>
                </a:cubicBezTo>
                <a:close/>
                <a:moveTo>
                  <a:pt x="2662031" y="1558881"/>
                </a:moveTo>
                <a:cubicBezTo>
                  <a:pt x="2675723" y="1558881"/>
                  <a:pt x="2686903" y="1569935"/>
                  <a:pt x="2686903" y="1583626"/>
                </a:cubicBezTo>
                <a:cubicBezTo>
                  <a:pt x="2687030" y="1597319"/>
                  <a:pt x="2675975" y="1608498"/>
                  <a:pt x="2662282" y="1608498"/>
                </a:cubicBezTo>
                <a:cubicBezTo>
                  <a:pt x="2648590" y="1608498"/>
                  <a:pt x="2637410" y="1597444"/>
                  <a:pt x="2637410" y="1583753"/>
                </a:cubicBezTo>
                <a:cubicBezTo>
                  <a:pt x="2637410" y="1570060"/>
                  <a:pt x="2648465" y="1558881"/>
                  <a:pt x="2662031" y="1558881"/>
                </a:cubicBezTo>
                <a:close/>
                <a:moveTo>
                  <a:pt x="667014" y="1542426"/>
                </a:moveTo>
                <a:cubicBezTo>
                  <a:pt x="681962" y="1542300"/>
                  <a:pt x="694272" y="1554485"/>
                  <a:pt x="694272" y="1569559"/>
                </a:cubicBezTo>
                <a:cubicBezTo>
                  <a:pt x="694272" y="1584506"/>
                  <a:pt x="682213" y="1596817"/>
                  <a:pt x="667139" y="1596817"/>
                </a:cubicBezTo>
                <a:cubicBezTo>
                  <a:pt x="652191" y="1596817"/>
                  <a:pt x="639881" y="1584758"/>
                  <a:pt x="639881" y="1569684"/>
                </a:cubicBezTo>
                <a:cubicBezTo>
                  <a:pt x="639754" y="1554611"/>
                  <a:pt x="651940" y="1542426"/>
                  <a:pt x="667014" y="1542426"/>
                </a:cubicBezTo>
                <a:close/>
                <a:moveTo>
                  <a:pt x="192316" y="1541672"/>
                </a:moveTo>
                <a:cubicBezTo>
                  <a:pt x="196838" y="1541672"/>
                  <a:pt x="200482" y="1545314"/>
                  <a:pt x="200482" y="1549837"/>
                </a:cubicBezTo>
                <a:cubicBezTo>
                  <a:pt x="200482" y="1554484"/>
                  <a:pt x="196838" y="1558128"/>
                  <a:pt x="192316" y="1558128"/>
                </a:cubicBezTo>
                <a:cubicBezTo>
                  <a:pt x="187793" y="1558128"/>
                  <a:pt x="184151" y="1554484"/>
                  <a:pt x="184151" y="1549962"/>
                </a:cubicBezTo>
                <a:cubicBezTo>
                  <a:pt x="184151" y="1545440"/>
                  <a:pt x="187793" y="1541797"/>
                  <a:pt x="192316" y="1541672"/>
                </a:cubicBezTo>
                <a:close/>
                <a:moveTo>
                  <a:pt x="2090357" y="1540918"/>
                </a:moveTo>
                <a:cubicBezTo>
                  <a:pt x="2091612" y="1540918"/>
                  <a:pt x="2092617" y="1541923"/>
                  <a:pt x="2092617" y="1543180"/>
                </a:cubicBezTo>
                <a:cubicBezTo>
                  <a:pt x="2092617" y="1544435"/>
                  <a:pt x="2091612" y="1545440"/>
                  <a:pt x="2090357" y="1545440"/>
                </a:cubicBezTo>
                <a:cubicBezTo>
                  <a:pt x="2089100" y="1545440"/>
                  <a:pt x="2088095" y="1544435"/>
                  <a:pt x="2088095" y="1543180"/>
                </a:cubicBezTo>
                <a:cubicBezTo>
                  <a:pt x="2088095" y="1541923"/>
                  <a:pt x="2089100" y="1540918"/>
                  <a:pt x="2090357" y="1540918"/>
                </a:cubicBezTo>
                <a:close/>
                <a:moveTo>
                  <a:pt x="953292" y="1540290"/>
                </a:moveTo>
                <a:cubicBezTo>
                  <a:pt x="957312" y="1540290"/>
                  <a:pt x="960452" y="1543430"/>
                  <a:pt x="960452" y="1547324"/>
                </a:cubicBezTo>
                <a:cubicBezTo>
                  <a:pt x="960452" y="1551217"/>
                  <a:pt x="957312" y="1554358"/>
                  <a:pt x="953417" y="1554358"/>
                </a:cubicBezTo>
                <a:cubicBezTo>
                  <a:pt x="949398" y="1554358"/>
                  <a:pt x="946258" y="1551217"/>
                  <a:pt x="946258" y="1547324"/>
                </a:cubicBezTo>
                <a:cubicBezTo>
                  <a:pt x="946258" y="1543304"/>
                  <a:pt x="949398" y="1540163"/>
                  <a:pt x="953292" y="1540290"/>
                </a:cubicBezTo>
                <a:close/>
                <a:moveTo>
                  <a:pt x="2756996" y="1538657"/>
                </a:moveTo>
                <a:cubicBezTo>
                  <a:pt x="2769933" y="1538532"/>
                  <a:pt x="2780485" y="1549083"/>
                  <a:pt x="2780485" y="1562021"/>
                </a:cubicBezTo>
                <a:cubicBezTo>
                  <a:pt x="2780612" y="1574959"/>
                  <a:pt x="2770060" y="1585511"/>
                  <a:pt x="2757121" y="1585511"/>
                </a:cubicBezTo>
                <a:cubicBezTo>
                  <a:pt x="2744057" y="1585511"/>
                  <a:pt x="2733506" y="1575085"/>
                  <a:pt x="2733506" y="1562147"/>
                </a:cubicBezTo>
                <a:cubicBezTo>
                  <a:pt x="2733380" y="1549083"/>
                  <a:pt x="2743932" y="1538532"/>
                  <a:pt x="2756996" y="1538657"/>
                </a:cubicBezTo>
                <a:close/>
                <a:moveTo>
                  <a:pt x="2376632" y="1534261"/>
                </a:moveTo>
                <a:cubicBezTo>
                  <a:pt x="2392837" y="1534261"/>
                  <a:pt x="2405901" y="1547325"/>
                  <a:pt x="2406027" y="1563404"/>
                </a:cubicBezTo>
                <a:cubicBezTo>
                  <a:pt x="2406027" y="1579483"/>
                  <a:pt x="2392963" y="1592547"/>
                  <a:pt x="2376884" y="1592672"/>
                </a:cubicBezTo>
                <a:cubicBezTo>
                  <a:pt x="2360806" y="1592672"/>
                  <a:pt x="2347617" y="1579608"/>
                  <a:pt x="2347617" y="1563529"/>
                </a:cubicBezTo>
                <a:cubicBezTo>
                  <a:pt x="2347490" y="1547325"/>
                  <a:pt x="2360554" y="1534261"/>
                  <a:pt x="2376632" y="1534261"/>
                </a:cubicBezTo>
                <a:close/>
                <a:moveTo>
                  <a:pt x="97979" y="1524338"/>
                </a:moveTo>
                <a:cubicBezTo>
                  <a:pt x="100492" y="1524338"/>
                  <a:pt x="102628" y="1526348"/>
                  <a:pt x="102628" y="1528986"/>
                </a:cubicBezTo>
                <a:cubicBezTo>
                  <a:pt x="102628" y="1531498"/>
                  <a:pt x="100618" y="1533634"/>
                  <a:pt x="97979" y="1533634"/>
                </a:cubicBezTo>
                <a:cubicBezTo>
                  <a:pt x="95467" y="1533634"/>
                  <a:pt x="93332" y="1531498"/>
                  <a:pt x="93332" y="1528986"/>
                </a:cubicBezTo>
                <a:cubicBezTo>
                  <a:pt x="93332" y="1526473"/>
                  <a:pt x="95467" y="1524338"/>
                  <a:pt x="97979" y="1524338"/>
                </a:cubicBezTo>
                <a:close/>
                <a:moveTo>
                  <a:pt x="572677" y="1522955"/>
                </a:moveTo>
                <a:cubicBezTo>
                  <a:pt x="586871" y="1522955"/>
                  <a:pt x="598302" y="1534386"/>
                  <a:pt x="598428" y="1548580"/>
                </a:cubicBezTo>
                <a:cubicBezTo>
                  <a:pt x="598428" y="1562774"/>
                  <a:pt x="586997" y="1574206"/>
                  <a:pt x="572803" y="1574331"/>
                </a:cubicBezTo>
                <a:cubicBezTo>
                  <a:pt x="558609" y="1574331"/>
                  <a:pt x="547052" y="1562901"/>
                  <a:pt x="547052" y="1548706"/>
                </a:cubicBezTo>
                <a:cubicBezTo>
                  <a:pt x="546927" y="1534511"/>
                  <a:pt x="558357" y="1522955"/>
                  <a:pt x="572677" y="1522955"/>
                </a:cubicBezTo>
                <a:close/>
                <a:moveTo>
                  <a:pt x="2851331" y="1522202"/>
                </a:moveTo>
                <a:cubicBezTo>
                  <a:pt x="2861380" y="1522202"/>
                  <a:pt x="2869544" y="1530241"/>
                  <a:pt x="2869544" y="1540290"/>
                </a:cubicBezTo>
                <a:cubicBezTo>
                  <a:pt x="2869544" y="1550339"/>
                  <a:pt x="2861505" y="1558504"/>
                  <a:pt x="2851456" y="1558504"/>
                </a:cubicBezTo>
                <a:cubicBezTo>
                  <a:pt x="2841408" y="1558504"/>
                  <a:pt x="2833243" y="1550465"/>
                  <a:pt x="2833243" y="1540416"/>
                </a:cubicBezTo>
                <a:cubicBezTo>
                  <a:pt x="2833243" y="1530366"/>
                  <a:pt x="2841282" y="1522202"/>
                  <a:pt x="2851331" y="1522202"/>
                </a:cubicBezTo>
                <a:close/>
                <a:moveTo>
                  <a:pt x="2183939" y="1512530"/>
                </a:moveTo>
                <a:cubicBezTo>
                  <a:pt x="2188838" y="1512530"/>
                  <a:pt x="2192983" y="1516550"/>
                  <a:pt x="2192983" y="1521574"/>
                </a:cubicBezTo>
                <a:cubicBezTo>
                  <a:pt x="2192983" y="1526473"/>
                  <a:pt x="2188964" y="1530618"/>
                  <a:pt x="2183939" y="1530618"/>
                </a:cubicBezTo>
                <a:cubicBezTo>
                  <a:pt x="2178915" y="1530618"/>
                  <a:pt x="2174770" y="1526599"/>
                  <a:pt x="2174770" y="1521574"/>
                </a:cubicBezTo>
                <a:cubicBezTo>
                  <a:pt x="2174770" y="1516550"/>
                  <a:pt x="2178790" y="1512530"/>
                  <a:pt x="2183939" y="1512530"/>
                </a:cubicBezTo>
                <a:close/>
                <a:moveTo>
                  <a:pt x="2470970" y="1511398"/>
                </a:moveTo>
                <a:cubicBezTo>
                  <a:pt x="2487677" y="1511398"/>
                  <a:pt x="2501243" y="1524964"/>
                  <a:pt x="2501370" y="1541671"/>
                </a:cubicBezTo>
                <a:cubicBezTo>
                  <a:pt x="2501370" y="1558377"/>
                  <a:pt x="2487803" y="1572070"/>
                  <a:pt x="2471095" y="1572070"/>
                </a:cubicBezTo>
                <a:cubicBezTo>
                  <a:pt x="2454389" y="1572070"/>
                  <a:pt x="2440697" y="1558504"/>
                  <a:pt x="2440697" y="1541796"/>
                </a:cubicBezTo>
                <a:cubicBezTo>
                  <a:pt x="2440697" y="1525090"/>
                  <a:pt x="2454138" y="1511523"/>
                  <a:pt x="2470970" y="1511398"/>
                </a:cubicBezTo>
                <a:close/>
                <a:moveTo>
                  <a:pt x="2945543" y="1511148"/>
                </a:moveTo>
                <a:cubicBezTo>
                  <a:pt x="2949688" y="1511148"/>
                  <a:pt x="2953080" y="1514539"/>
                  <a:pt x="2953080" y="1518684"/>
                </a:cubicBezTo>
                <a:cubicBezTo>
                  <a:pt x="2953080" y="1522829"/>
                  <a:pt x="2949688" y="1526220"/>
                  <a:pt x="2945543" y="1526220"/>
                </a:cubicBezTo>
                <a:cubicBezTo>
                  <a:pt x="2941398" y="1526220"/>
                  <a:pt x="2938006" y="1522829"/>
                  <a:pt x="2938006" y="1518684"/>
                </a:cubicBezTo>
                <a:cubicBezTo>
                  <a:pt x="2938006" y="1514539"/>
                  <a:pt x="2941398" y="1511148"/>
                  <a:pt x="2945543" y="1511148"/>
                </a:cubicBezTo>
                <a:close/>
                <a:moveTo>
                  <a:pt x="859709" y="1509263"/>
                </a:moveTo>
                <a:cubicBezTo>
                  <a:pt x="869130" y="1509138"/>
                  <a:pt x="876792" y="1516800"/>
                  <a:pt x="876792" y="1526222"/>
                </a:cubicBezTo>
                <a:cubicBezTo>
                  <a:pt x="876918" y="1535643"/>
                  <a:pt x="869255" y="1543305"/>
                  <a:pt x="859834" y="1543305"/>
                </a:cubicBezTo>
                <a:cubicBezTo>
                  <a:pt x="850412" y="1543305"/>
                  <a:pt x="842750" y="1535768"/>
                  <a:pt x="842750" y="1526347"/>
                </a:cubicBezTo>
                <a:cubicBezTo>
                  <a:pt x="842625" y="1516925"/>
                  <a:pt x="850287" y="1509263"/>
                  <a:pt x="859709" y="1509263"/>
                </a:cubicBezTo>
                <a:close/>
                <a:moveTo>
                  <a:pt x="3895" y="1506248"/>
                </a:moveTo>
                <a:cubicBezTo>
                  <a:pt x="4899" y="1506248"/>
                  <a:pt x="5653" y="1507001"/>
                  <a:pt x="5653" y="1508006"/>
                </a:cubicBezTo>
                <a:cubicBezTo>
                  <a:pt x="5653" y="1509011"/>
                  <a:pt x="4899" y="1509765"/>
                  <a:pt x="3895" y="1509765"/>
                </a:cubicBezTo>
                <a:cubicBezTo>
                  <a:pt x="2890" y="1509765"/>
                  <a:pt x="2136" y="1509011"/>
                  <a:pt x="2136" y="1508006"/>
                </a:cubicBezTo>
                <a:cubicBezTo>
                  <a:pt x="2136" y="1507001"/>
                  <a:pt x="2890" y="1506248"/>
                  <a:pt x="3895" y="1506248"/>
                </a:cubicBezTo>
                <a:close/>
                <a:moveTo>
                  <a:pt x="478467" y="1506247"/>
                </a:moveTo>
                <a:cubicBezTo>
                  <a:pt x="490399" y="1506122"/>
                  <a:pt x="500073" y="1515669"/>
                  <a:pt x="500073" y="1527601"/>
                </a:cubicBezTo>
                <a:cubicBezTo>
                  <a:pt x="500198" y="1539410"/>
                  <a:pt x="490525" y="1549082"/>
                  <a:pt x="478718" y="1549082"/>
                </a:cubicBezTo>
                <a:cubicBezTo>
                  <a:pt x="466784" y="1549207"/>
                  <a:pt x="457112" y="1539535"/>
                  <a:pt x="457112" y="1527728"/>
                </a:cubicBezTo>
                <a:cubicBezTo>
                  <a:pt x="457112" y="1515919"/>
                  <a:pt x="466658" y="1506247"/>
                  <a:pt x="478467" y="1506247"/>
                </a:cubicBezTo>
                <a:close/>
                <a:moveTo>
                  <a:pt x="3039502" y="1495322"/>
                </a:moveTo>
                <a:cubicBezTo>
                  <a:pt x="3040509" y="1495322"/>
                  <a:pt x="3041262" y="1496075"/>
                  <a:pt x="3041262" y="1497080"/>
                </a:cubicBezTo>
                <a:cubicBezTo>
                  <a:pt x="3041262" y="1498086"/>
                  <a:pt x="3040509" y="1498839"/>
                  <a:pt x="3039502" y="1498839"/>
                </a:cubicBezTo>
                <a:cubicBezTo>
                  <a:pt x="3038497" y="1498839"/>
                  <a:pt x="3037744" y="1498086"/>
                  <a:pt x="3037744" y="1497080"/>
                </a:cubicBezTo>
                <a:cubicBezTo>
                  <a:pt x="3037744" y="1496075"/>
                  <a:pt x="3038497" y="1495322"/>
                  <a:pt x="3039502" y="1495322"/>
                </a:cubicBezTo>
                <a:close/>
                <a:moveTo>
                  <a:pt x="2564930" y="1493560"/>
                </a:moveTo>
                <a:cubicBezTo>
                  <a:pt x="2579502" y="1493560"/>
                  <a:pt x="2591559" y="1505367"/>
                  <a:pt x="2591559" y="1520065"/>
                </a:cubicBezTo>
                <a:cubicBezTo>
                  <a:pt x="2591559" y="1534761"/>
                  <a:pt x="2579752" y="1546695"/>
                  <a:pt x="2565056" y="1546695"/>
                </a:cubicBezTo>
                <a:cubicBezTo>
                  <a:pt x="2550485" y="1546695"/>
                  <a:pt x="2538426" y="1534887"/>
                  <a:pt x="2538426" y="1520190"/>
                </a:cubicBezTo>
                <a:cubicBezTo>
                  <a:pt x="2538300" y="1505494"/>
                  <a:pt x="2550233" y="1493560"/>
                  <a:pt x="2564930" y="1493560"/>
                </a:cubicBezTo>
                <a:close/>
                <a:moveTo>
                  <a:pt x="384632" y="1490547"/>
                </a:moveTo>
                <a:cubicBezTo>
                  <a:pt x="393551" y="1490547"/>
                  <a:pt x="400836" y="1497707"/>
                  <a:pt x="400836" y="1506626"/>
                </a:cubicBezTo>
                <a:cubicBezTo>
                  <a:pt x="400836" y="1515545"/>
                  <a:pt x="393676" y="1522830"/>
                  <a:pt x="384757" y="1522830"/>
                </a:cubicBezTo>
                <a:cubicBezTo>
                  <a:pt x="375838" y="1522830"/>
                  <a:pt x="368553" y="1515670"/>
                  <a:pt x="368553" y="1506751"/>
                </a:cubicBezTo>
                <a:cubicBezTo>
                  <a:pt x="368553" y="1497832"/>
                  <a:pt x="375713" y="1490547"/>
                  <a:pt x="384632" y="1490547"/>
                </a:cubicBezTo>
                <a:close/>
                <a:moveTo>
                  <a:pt x="1058430" y="1482633"/>
                </a:moveTo>
                <a:cubicBezTo>
                  <a:pt x="1059057" y="1482633"/>
                  <a:pt x="1059561" y="1483135"/>
                  <a:pt x="1059561" y="1483763"/>
                </a:cubicBezTo>
                <a:cubicBezTo>
                  <a:pt x="1059561" y="1484391"/>
                  <a:pt x="1059057" y="1484894"/>
                  <a:pt x="1058430" y="1484894"/>
                </a:cubicBezTo>
                <a:cubicBezTo>
                  <a:pt x="1057802" y="1484894"/>
                  <a:pt x="1057300" y="1484391"/>
                  <a:pt x="1057300" y="1483763"/>
                </a:cubicBezTo>
                <a:cubicBezTo>
                  <a:pt x="1057300" y="1483135"/>
                  <a:pt x="1057802" y="1482633"/>
                  <a:pt x="1058430" y="1482633"/>
                </a:cubicBezTo>
                <a:close/>
                <a:moveTo>
                  <a:pt x="766249" y="1481001"/>
                </a:moveTo>
                <a:cubicBezTo>
                  <a:pt x="779691" y="1480876"/>
                  <a:pt x="790745" y="1491803"/>
                  <a:pt x="790745" y="1505245"/>
                </a:cubicBezTo>
                <a:cubicBezTo>
                  <a:pt x="790745" y="1518811"/>
                  <a:pt x="779942" y="1529740"/>
                  <a:pt x="766501" y="1529740"/>
                </a:cubicBezTo>
                <a:cubicBezTo>
                  <a:pt x="753060" y="1529865"/>
                  <a:pt x="742006" y="1518936"/>
                  <a:pt x="742006" y="1505496"/>
                </a:cubicBezTo>
                <a:cubicBezTo>
                  <a:pt x="742006" y="1492055"/>
                  <a:pt x="752809" y="1481126"/>
                  <a:pt x="766249" y="1481001"/>
                </a:cubicBezTo>
                <a:close/>
                <a:moveTo>
                  <a:pt x="1984840" y="1480120"/>
                </a:moveTo>
                <a:cubicBezTo>
                  <a:pt x="1984966" y="1480120"/>
                  <a:pt x="1985092" y="1480245"/>
                  <a:pt x="1985092" y="1480371"/>
                </a:cubicBezTo>
                <a:cubicBezTo>
                  <a:pt x="1985092" y="1480497"/>
                  <a:pt x="1984966" y="1480623"/>
                  <a:pt x="1984840" y="1480623"/>
                </a:cubicBezTo>
                <a:cubicBezTo>
                  <a:pt x="1984714" y="1480623"/>
                  <a:pt x="1984589" y="1480497"/>
                  <a:pt x="1984589" y="1480371"/>
                </a:cubicBezTo>
                <a:cubicBezTo>
                  <a:pt x="1984589" y="1480245"/>
                  <a:pt x="1984714" y="1480245"/>
                  <a:pt x="1984840" y="1480120"/>
                </a:cubicBezTo>
                <a:close/>
                <a:moveTo>
                  <a:pt x="2277022" y="1478487"/>
                </a:moveTo>
                <a:cubicBezTo>
                  <a:pt x="2288829" y="1478362"/>
                  <a:pt x="2298501" y="1488034"/>
                  <a:pt x="2298501" y="1499841"/>
                </a:cubicBezTo>
                <a:cubicBezTo>
                  <a:pt x="2298628" y="1511650"/>
                  <a:pt x="2288956" y="1521322"/>
                  <a:pt x="2277147" y="1521322"/>
                </a:cubicBezTo>
                <a:cubicBezTo>
                  <a:pt x="2265213" y="1521447"/>
                  <a:pt x="2255541" y="1511775"/>
                  <a:pt x="2255541" y="1499968"/>
                </a:cubicBezTo>
                <a:cubicBezTo>
                  <a:pt x="2255541" y="1488159"/>
                  <a:pt x="2265088" y="1478487"/>
                  <a:pt x="2277022" y="1478487"/>
                </a:cubicBezTo>
                <a:close/>
                <a:moveTo>
                  <a:pt x="291049" y="1473087"/>
                </a:moveTo>
                <a:cubicBezTo>
                  <a:pt x="298084" y="1473087"/>
                  <a:pt x="303736" y="1478739"/>
                  <a:pt x="303736" y="1485648"/>
                </a:cubicBezTo>
                <a:cubicBezTo>
                  <a:pt x="303736" y="1492683"/>
                  <a:pt x="298084" y="1498335"/>
                  <a:pt x="291174" y="1498335"/>
                </a:cubicBezTo>
                <a:cubicBezTo>
                  <a:pt x="284140" y="1498335"/>
                  <a:pt x="278487" y="1492683"/>
                  <a:pt x="278487" y="1485774"/>
                </a:cubicBezTo>
                <a:cubicBezTo>
                  <a:pt x="278361" y="1478866"/>
                  <a:pt x="284015" y="1473212"/>
                  <a:pt x="291049" y="1473087"/>
                </a:cubicBezTo>
                <a:close/>
                <a:moveTo>
                  <a:pt x="2658514" y="1472584"/>
                </a:moveTo>
                <a:cubicBezTo>
                  <a:pt x="2672834" y="1472458"/>
                  <a:pt x="2684516" y="1484014"/>
                  <a:pt x="2684516" y="1498335"/>
                </a:cubicBezTo>
                <a:cubicBezTo>
                  <a:pt x="2684642" y="1512655"/>
                  <a:pt x="2673085" y="1524338"/>
                  <a:pt x="2658766" y="1524338"/>
                </a:cubicBezTo>
                <a:cubicBezTo>
                  <a:pt x="2644445" y="1524463"/>
                  <a:pt x="2632763" y="1512907"/>
                  <a:pt x="2632763" y="1498587"/>
                </a:cubicBezTo>
                <a:cubicBezTo>
                  <a:pt x="2632763" y="1484266"/>
                  <a:pt x="2644320" y="1472584"/>
                  <a:pt x="2658514" y="1472584"/>
                </a:cubicBezTo>
                <a:close/>
                <a:moveTo>
                  <a:pt x="673169" y="1457259"/>
                </a:moveTo>
                <a:cubicBezTo>
                  <a:pt x="688117" y="1457259"/>
                  <a:pt x="700427" y="1469318"/>
                  <a:pt x="700427" y="1484392"/>
                </a:cubicBezTo>
                <a:cubicBezTo>
                  <a:pt x="700427" y="1499465"/>
                  <a:pt x="688368" y="1511775"/>
                  <a:pt x="673294" y="1511775"/>
                </a:cubicBezTo>
                <a:cubicBezTo>
                  <a:pt x="658221" y="1511775"/>
                  <a:pt x="645911" y="1499716"/>
                  <a:pt x="645911" y="1484643"/>
                </a:cubicBezTo>
                <a:cubicBezTo>
                  <a:pt x="645784" y="1469568"/>
                  <a:pt x="657970" y="1457384"/>
                  <a:pt x="673169" y="1457259"/>
                </a:cubicBezTo>
                <a:close/>
                <a:moveTo>
                  <a:pt x="965600" y="1456630"/>
                </a:moveTo>
                <a:cubicBezTo>
                  <a:pt x="969118" y="1456630"/>
                  <a:pt x="971882" y="1459394"/>
                  <a:pt x="971882" y="1462785"/>
                </a:cubicBezTo>
                <a:cubicBezTo>
                  <a:pt x="971882" y="1466302"/>
                  <a:pt x="969118" y="1469066"/>
                  <a:pt x="965726" y="1469066"/>
                </a:cubicBezTo>
                <a:cubicBezTo>
                  <a:pt x="962335" y="1469066"/>
                  <a:pt x="959571" y="1466302"/>
                  <a:pt x="959571" y="1462911"/>
                </a:cubicBezTo>
                <a:cubicBezTo>
                  <a:pt x="959571" y="1459519"/>
                  <a:pt x="962335" y="1456755"/>
                  <a:pt x="965600" y="1456630"/>
                </a:cubicBezTo>
                <a:close/>
                <a:moveTo>
                  <a:pt x="2077293" y="1456379"/>
                </a:moveTo>
                <a:cubicBezTo>
                  <a:pt x="2078675" y="1456379"/>
                  <a:pt x="2079805" y="1457384"/>
                  <a:pt x="2079805" y="1458766"/>
                </a:cubicBezTo>
                <a:cubicBezTo>
                  <a:pt x="2079805" y="1460147"/>
                  <a:pt x="2078800" y="1461278"/>
                  <a:pt x="2077418" y="1461278"/>
                </a:cubicBezTo>
                <a:cubicBezTo>
                  <a:pt x="2076036" y="1461278"/>
                  <a:pt x="2074906" y="1460273"/>
                  <a:pt x="2074906" y="1458891"/>
                </a:cubicBezTo>
                <a:cubicBezTo>
                  <a:pt x="2074906" y="1457634"/>
                  <a:pt x="2076036" y="1456504"/>
                  <a:pt x="2077293" y="1456379"/>
                </a:cubicBezTo>
                <a:close/>
                <a:moveTo>
                  <a:pt x="197465" y="1456254"/>
                </a:moveTo>
                <a:cubicBezTo>
                  <a:pt x="202239" y="1456128"/>
                  <a:pt x="206132" y="1460023"/>
                  <a:pt x="206132" y="1464795"/>
                </a:cubicBezTo>
                <a:cubicBezTo>
                  <a:pt x="206132" y="1469569"/>
                  <a:pt x="202364" y="1473464"/>
                  <a:pt x="197590" y="1473464"/>
                </a:cubicBezTo>
                <a:cubicBezTo>
                  <a:pt x="192818" y="1473589"/>
                  <a:pt x="188923" y="1469694"/>
                  <a:pt x="188923" y="1464922"/>
                </a:cubicBezTo>
                <a:cubicBezTo>
                  <a:pt x="188798" y="1460148"/>
                  <a:pt x="192692" y="1456254"/>
                  <a:pt x="197465" y="1456254"/>
                </a:cubicBezTo>
                <a:close/>
                <a:moveTo>
                  <a:pt x="2752222" y="1452987"/>
                </a:moveTo>
                <a:cubicBezTo>
                  <a:pt x="2765412" y="1452987"/>
                  <a:pt x="2776214" y="1463664"/>
                  <a:pt x="2776214" y="1476854"/>
                </a:cubicBezTo>
                <a:cubicBezTo>
                  <a:pt x="2776214" y="1490044"/>
                  <a:pt x="2765537" y="1500846"/>
                  <a:pt x="2752348" y="1500846"/>
                </a:cubicBezTo>
                <a:cubicBezTo>
                  <a:pt x="2739158" y="1500846"/>
                  <a:pt x="2728356" y="1490169"/>
                  <a:pt x="2728356" y="1476980"/>
                </a:cubicBezTo>
                <a:cubicBezTo>
                  <a:pt x="2728230" y="1463790"/>
                  <a:pt x="2738907" y="1452987"/>
                  <a:pt x="2752222" y="1452987"/>
                </a:cubicBezTo>
                <a:close/>
                <a:moveTo>
                  <a:pt x="2369976" y="1448717"/>
                </a:moveTo>
                <a:cubicBezTo>
                  <a:pt x="2386305" y="1448591"/>
                  <a:pt x="2399746" y="1461907"/>
                  <a:pt x="2399746" y="1478236"/>
                </a:cubicBezTo>
                <a:cubicBezTo>
                  <a:pt x="2399872" y="1494692"/>
                  <a:pt x="2386557" y="1508008"/>
                  <a:pt x="2370227" y="1508008"/>
                </a:cubicBezTo>
                <a:cubicBezTo>
                  <a:pt x="2353897" y="1508133"/>
                  <a:pt x="2340456" y="1494817"/>
                  <a:pt x="2340456" y="1478488"/>
                </a:cubicBezTo>
                <a:cubicBezTo>
                  <a:pt x="2340456" y="1462157"/>
                  <a:pt x="2353645" y="1448717"/>
                  <a:pt x="2369976" y="1448717"/>
                </a:cubicBezTo>
                <a:close/>
                <a:moveTo>
                  <a:pt x="104134" y="1439044"/>
                </a:moveTo>
                <a:cubicBezTo>
                  <a:pt x="106897" y="1439044"/>
                  <a:pt x="109033" y="1441306"/>
                  <a:pt x="109033" y="1443943"/>
                </a:cubicBezTo>
                <a:cubicBezTo>
                  <a:pt x="109033" y="1446706"/>
                  <a:pt x="106771" y="1448841"/>
                  <a:pt x="104134" y="1448841"/>
                </a:cubicBezTo>
                <a:cubicBezTo>
                  <a:pt x="101370" y="1448841"/>
                  <a:pt x="99235" y="1446581"/>
                  <a:pt x="99235" y="1443943"/>
                </a:cubicBezTo>
                <a:cubicBezTo>
                  <a:pt x="99235" y="1441306"/>
                  <a:pt x="101370" y="1439044"/>
                  <a:pt x="104134" y="1439044"/>
                </a:cubicBezTo>
                <a:close/>
                <a:moveTo>
                  <a:pt x="579963" y="1438040"/>
                </a:moveTo>
                <a:cubicBezTo>
                  <a:pt x="594157" y="1438040"/>
                  <a:pt x="605714" y="1449471"/>
                  <a:pt x="605714" y="1463665"/>
                </a:cubicBezTo>
                <a:cubicBezTo>
                  <a:pt x="605714" y="1477859"/>
                  <a:pt x="594284" y="1489416"/>
                  <a:pt x="580088" y="1489416"/>
                </a:cubicBezTo>
                <a:cubicBezTo>
                  <a:pt x="565894" y="1489416"/>
                  <a:pt x="554338" y="1477986"/>
                  <a:pt x="554338" y="1463791"/>
                </a:cubicBezTo>
                <a:cubicBezTo>
                  <a:pt x="554338" y="1449596"/>
                  <a:pt x="565769" y="1438040"/>
                  <a:pt x="579963" y="1438040"/>
                </a:cubicBezTo>
                <a:close/>
                <a:moveTo>
                  <a:pt x="2845551" y="1437663"/>
                </a:moveTo>
                <a:cubicBezTo>
                  <a:pt x="2855349" y="1437538"/>
                  <a:pt x="2863389" y="1445452"/>
                  <a:pt x="2863389" y="1455249"/>
                </a:cubicBezTo>
                <a:cubicBezTo>
                  <a:pt x="2863389" y="1465048"/>
                  <a:pt x="2855475" y="1473087"/>
                  <a:pt x="2845676" y="1473087"/>
                </a:cubicBezTo>
                <a:cubicBezTo>
                  <a:pt x="2835879" y="1473087"/>
                  <a:pt x="2827840" y="1465173"/>
                  <a:pt x="2827840" y="1455375"/>
                </a:cubicBezTo>
                <a:cubicBezTo>
                  <a:pt x="2827840" y="1445577"/>
                  <a:pt x="2835754" y="1437538"/>
                  <a:pt x="2845551" y="1437663"/>
                </a:cubicBezTo>
                <a:close/>
                <a:moveTo>
                  <a:pt x="2169871" y="1427614"/>
                </a:moveTo>
                <a:cubicBezTo>
                  <a:pt x="2175273" y="1427614"/>
                  <a:pt x="2179670" y="1431884"/>
                  <a:pt x="2179670" y="1437285"/>
                </a:cubicBezTo>
                <a:cubicBezTo>
                  <a:pt x="2179670" y="1442687"/>
                  <a:pt x="2175398" y="1447083"/>
                  <a:pt x="2169996" y="1447083"/>
                </a:cubicBezTo>
                <a:cubicBezTo>
                  <a:pt x="2164596" y="1447083"/>
                  <a:pt x="2160199" y="1442812"/>
                  <a:pt x="2160199" y="1437411"/>
                </a:cubicBezTo>
                <a:cubicBezTo>
                  <a:pt x="2160074" y="1432136"/>
                  <a:pt x="2164469" y="1427739"/>
                  <a:pt x="2169871" y="1427614"/>
                </a:cubicBezTo>
                <a:close/>
                <a:moveTo>
                  <a:pt x="2938760" y="1426861"/>
                </a:moveTo>
                <a:cubicBezTo>
                  <a:pt x="2942529" y="1426861"/>
                  <a:pt x="2945669" y="1429875"/>
                  <a:pt x="2945669" y="1433644"/>
                </a:cubicBezTo>
                <a:cubicBezTo>
                  <a:pt x="2945794" y="1437412"/>
                  <a:pt x="2942654" y="1440552"/>
                  <a:pt x="2938886" y="1440552"/>
                </a:cubicBezTo>
                <a:cubicBezTo>
                  <a:pt x="2935117" y="1440552"/>
                  <a:pt x="2931977" y="1437537"/>
                  <a:pt x="2931977" y="1433770"/>
                </a:cubicBezTo>
                <a:cubicBezTo>
                  <a:pt x="2931977" y="1429875"/>
                  <a:pt x="2935117" y="1426861"/>
                  <a:pt x="2938760" y="1426861"/>
                </a:cubicBezTo>
                <a:close/>
                <a:moveTo>
                  <a:pt x="2462930" y="1426106"/>
                </a:moveTo>
                <a:cubicBezTo>
                  <a:pt x="2479889" y="1425980"/>
                  <a:pt x="2493706" y="1439798"/>
                  <a:pt x="2493831" y="1456756"/>
                </a:cubicBezTo>
                <a:cubicBezTo>
                  <a:pt x="2493831" y="1473713"/>
                  <a:pt x="2480139" y="1487532"/>
                  <a:pt x="2463181" y="1487657"/>
                </a:cubicBezTo>
                <a:cubicBezTo>
                  <a:pt x="2446224" y="1487657"/>
                  <a:pt x="2432280" y="1473965"/>
                  <a:pt x="2432280" y="1457007"/>
                </a:cubicBezTo>
                <a:cubicBezTo>
                  <a:pt x="2432280" y="1439923"/>
                  <a:pt x="2445972" y="1426106"/>
                  <a:pt x="2462930" y="1426106"/>
                </a:cubicBezTo>
                <a:close/>
                <a:moveTo>
                  <a:pt x="872898" y="1425479"/>
                </a:moveTo>
                <a:cubicBezTo>
                  <a:pt x="882067" y="1425479"/>
                  <a:pt x="889604" y="1432891"/>
                  <a:pt x="889604" y="1442060"/>
                </a:cubicBezTo>
                <a:cubicBezTo>
                  <a:pt x="889604" y="1451230"/>
                  <a:pt x="882192" y="1458767"/>
                  <a:pt x="873023" y="1458767"/>
                </a:cubicBezTo>
                <a:cubicBezTo>
                  <a:pt x="863979" y="1458767"/>
                  <a:pt x="856442" y="1451355"/>
                  <a:pt x="856442" y="1442186"/>
                </a:cubicBezTo>
                <a:cubicBezTo>
                  <a:pt x="856442" y="1433016"/>
                  <a:pt x="863853" y="1425604"/>
                  <a:pt x="872898" y="1425479"/>
                </a:cubicBezTo>
                <a:close/>
                <a:moveTo>
                  <a:pt x="486882" y="1421333"/>
                </a:moveTo>
                <a:cubicBezTo>
                  <a:pt x="498691" y="1421208"/>
                  <a:pt x="508363" y="1430880"/>
                  <a:pt x="508363" y="1442687"/>
                </a:cubicBezTo>
                <a:cubicBezTo>
                  <a:pt x="508363" y="1454496"/>
                  <a:pt x="498816" y="1464168"/>
                  <a:pt x="487009" y="1464168"/>
                </a:cubicBezTo>
                <a:cubicBezTo>
                  <a:pt x="475200" y="1464293"/>
                  <a:pt x="465528" y="1454746"/>
                  <a:pt x="465528" y="1442814"/>
                </a:cubicBezTo>
                <a:cubicBezTo>
                  <a:pt x="465403" y="1431005"/>
                  <a:pt x="475075" y="1421333"/>
                  <a:pt x="486882" y="1421333"/>
                </a:cubicBezTo>
                <a:close/>
                <a:moveTo>
                  <a:pt x="10677" y="1421333"/>
                </a:moveTo>
                <a:cubicBezTo>
                  <a:pt x="11682" y="1421333"/>
                  <a:pt x="12435" y="1422087"/>
                  <a:pt x="12435" y="1423092"/>
                </a:cubicBezTo>
                <a:cubicBezTo>
                  <a:pt x="12435" y="1424097"/>
                  <a:pt x="11682" y="1424850"/>
                  <a:pt x="10677" y="1424850"/>
                </a:cubicBezTo>
                <a:cubicBezTo>
                  <a:pt x="9672" y="1424850"/>
                  <a:pt x="8918" y="1424097"/>
                  <a:pt x="8918" y="1423092"/>
                </a:cubicBezTo>
                <a:cubicBezTo>
                  <a:pt x="8918" y="1422087"/>
                  <a:pt x="9797" y="1421207"/>
                  <a:pt x="10677" y="1421333"/>
                </a:cubicBezTo>
                <a:close/>
                <a:moveTo>
                  <a:pt x="3032090" y="1410153"/>
                </a:moveTo>
                <a:cubicBezTo>
                  <a:pt x="3033220" y="1410153"/>
                  <a:pt x="3034100" y="1411033"/>
                  <a:pt x="3034100" y="1412163"/>
                </a:cubicBezTo>
                <a:cubicBezTo>
                  <a:pt x="3034100" y="1413293"/>
                  <a:pt x="3033220" y="1414173"/>
                  <a:pt x="3032090" y="1414173"/>
                </a:cubicBezTo>
                <a:cubicBezTo>
                  <a:pt x="3030960" y="1414173"/>
                  <a:pt x="3030080" y="1413293"/>
                  <a:pt x="3030080" y="1412163"/>
                </a:cubicBezTo>
                <a:cubicBezTo>
                  <a:pt x="3030080" y="1411033"/>
                  <a:pt x="3030960" y="1410153"/>
                  <a:pt x="3032090" y="1410153"/>
                </a:cubicBezTo>
                <a:close/>
                <a:moveTo>
                  <a:pt x="2555760" y="1408017"/>
                </a:moveTo>
                <a:cubicBezTo>
                  <a:pt x="2570834" y="1408017"/>
                  <a:pt x="2583018" y="1420076"/>
                  <a:pt x="2583143" y="1435150"/>
                </a:cubicBezTo>
                <a:cubicBezTo>
                  <a:pt x="2583143" y="1450223"/>
                  <a:pt x="2571084" y="1462534"/>
                  <a:pt x="2556010" y="1462534"/>
                </a:cubicBezTo>
                <a:cubicBezTo>
                  <a:pt x="2541062" y="1462534"/>
                  <a:pt x="2528752" y="1450475"/>
                  <a:pt x="2528752" y="1435401"/>
                </a:cubicBezTo>
                <a:cubicBezTo>
                  <a:pt x="2528752" y="1420328"/>
                  <a:pt x="2540811" y="1408142"/>
                  <a:pt x="2555760" y="1408017"/>
                </a:cubicBezTo>
                <a:close/>
                <a:moveTo>
                  <a:pt x="393803" y="1406008"/>
                </a:moveTo>
                <a:cubicBezTo>
                  <a:pt x="402595" y="1405883"/>
                  <a:pt x="409755" y="1413043"/>
                  <a:pt x="409755" y="1421836"/>
                </a:cubicBezTo>
                <a:cubicBezTo>
                  <a:pt x="409755" y="1430629"/>
                  <a:pt x="402720" y="1437789"/>
                  <a:pt x="393928" y="1437789"/>
                </a:cubicBezTo>
                <a:cubicBezTo>
                  <a:pt x="385134" y="1437915"/>
                  <a:pt x="377975" y="1430754"/>
                  <a:pt x="377975" y="1421962"/>
                </a:cubicBezTo>
                <a:cubicBezTo>
                  <a:pt x="377975" y="1413168"/>
                  <a:pt x="385134" y="1406008"/>
                  <a:pt x="393803" y="1406008"/>
                </a:cubicBezTo>
                <a:close/>
                <a:moveTo>
                  <a:pt x="1084559" y="1401486"/>
                </a:moveTo>
                <a:cubicBezTo>
                  <a:pt x="1085186" y="1401486"/>
                  <a:pt x="1085690" y="1401988"/>
                  <a:pt x="1085690" y="1402616"/>
                </a:cubicBezTo>
                <a:cubicBezTo>
                  <a:pt x="1085690" y="1403244"/>
                  <a:pt x="1085186" y="1403747"/>
                  <a:pt x="1084559" y="1403747"/>
                </a:cubicBezTo>
                <a:cubicBezTo>
                  <a:pt x="1083931" y="1403747"/>
                  <a:pt x="1083429" y="1403244"/>
                  <a:pt x="1083429" y="1402616"/>
                </a:cubicBezTo>
                <a:cubicBezTo>
                  <a:pt x="1083429" y="1401988"/>
                  <a:pt x="1083931" y="1401611"/>
                  <a:pt x="1084559" y="1401486"/>
                </a:cubicBezTo>
                <a:close/>
                <a:moveTo>
                  <a:pt x="780192" y="1396336"/>
                </a:moveTo>
                <a:cubicBezTo>
                  <a:pt x="794010" y="1396211"/>
                  <a:pt x="805314" y="1407390"/>
                  <a:pt x="805314" y="1421207"/>
                </a:cubicBezTo>
                <a:cubicBezTo>
                  <a:pt x="805441" y="1435025"/>
                  <a:pt x="794261" y="1446330"/>
                  <a:pt x="780444" y="1446330"/>
                </a:cubicBezTo>
                <a:cubicBezTo>
                  <a:pt x="766626" y="1446456"/>
                  <a:pt x="755322" y="1435276"/>
                  <a:pt x="755322" y="1421459"/>
                </a:cubicBezTo>
                <a:cubicBezTo>
                  <a:pt x="755322" y="1407641"/>
                  <a:pt x="766376" y="1396336"/>
                  <a:pt x="780192" y="1396336"/>
                </a:cubicBezTo>
                <a:close/>
                <a:moveTo>
                  <a:pt x="2262323" y="1392693"/>
                </a:moveTo>
                <a:cubicBezTo>
                  <a:pt x="2275137" y="1392568"/>
                  <a:pt x="2285689" y="1402993"/>
                  <a:pt x="2285689" y="1415807"/>
                </a:cubicBezTo>
                <a:cubicBezTo>
                  <a:pt x="2285689" y="1428746"/>
                  <a:pt x="2275262" y="1439172"/>
                  <a:pt x="2262449" y="1439172"/>
                </a:cubicBezTo>
                <a:cubicBezTo>
                  <a:pt x="2249637" y="1439298"/>
                  <a:pt x="2239210" y="1428871"/>
                  <a:pt x="2239210" y="1416058"/>
                </a:cubicBezTo>
                <a:cubicBezTo>
                  <a:pt x="2239210" y="1403245"/>
                  <a:pt x="2249511" y="1392818"/>
                  <a:pt x="2262323" y="1392693"/>
                </a:cubicBezTo>
                <a:close/>
                <a:moveTo>
                  <a:pt x="300970" y="1388422"/>
                </a:moveTo>
                <a:cubicBezTo>
                  <a:pt x="308004" y="1388422"/>
                  <a:pt x="313657" y="1394074"/>
                  <a:pt x="313657" y="1400983"/>
                </a:cubicBezTo>
                <a:cubicBezTo>
                  <a:pt x="313657" y="1408018"/>
                  <a:pt x="308004" y="1413670"/>
                  <a:pt x="301095" y="1413670"/>
                </a:cubicBezTo>
                <a:cubicBezTo>
                  <a:pt x="294061" y="1413670"/>
                  <a:pt x="288409" y="1408143"/>
                  <a:pt x="288409" y="1401109"/>
                </a:cubicBezTo>
                <a:cubicBezTo>
                  <a:pt x="288409" y="1394199"/>
                  <a:pt x="293936" y="1388547"/>
                  <a:pt x="300970" y="1388422"/>
                </a:cubicBezTo>
                <a:close/>
                <a:moveTo>
                  <a:pt x="2648840" y="1386914"/>
                </a:moveTo>
                <a:cubicBezTo>
                  <a:pt x="2663662" y="1386914"/>
                  <a:pt x="2675721" y="1398848"/>
                  <a:pt x="2675721" y="1413670"/>
                </a:cubicBezTo>
                <a:cubicBezTo>
                  <a:pt x="2675721" y="1428493"/>
                  <a:pt x="2663789" y="1440552"/>
                  <a:pt x="2648966" y="1440552"/>
                </a:cubicBezTo>
                <a:cubicBezTo>
                  <a:pt x="2634144" y="1440677"/>
                  <a:pt x="2622085" y="1428743"/>
                  <a:pt x="2622085" y="1413921"/>
                </a:cubicBezTo>
                <a:cubicBezTo>
                  <a:pt x="2621958" y="1399098"/>
                  <a:pt x="2634017" y="1387039"/>
                  <a:pt x="2648840" y="1386914"/>
                </a:cubicBezTo>
                <a:close/>
                <a:moveTo>
                  <a:pt x="2052045" y="1377116"/>
                </a:moveTo>
                <a:cubicBezTo>
                  <a:pt x="2052295" y="1377116"/>
                  <a:pt x="2052422" y="1377368"/>
                  <a:pt x="2052422" y="1377618"/>
                </a:cubicBezTo>
                <a:cubicBezTo>
                  <a:pt x="2052547" y="1377870"/>
                  <a:pt x="2052295" y="1378121"/>
                  <a:pt x="2052045" y="1378121"/>
                </a:cubicBezTo>
                <a:cubicBezTo>
                  <a:pt x="2051667" y="1378121"/>
                  <a:pt x="2051542" y="1377870"/>
                  <a:pt x="2051542" y="1377618"/>
                </a:cubicBezTo>
                <a:cubicBezTo>
                  <a:pt x="2051542" y="1377368"/>
                  <a:pt x="2051667" y="1377116"/>
                  <a:pt x="2052045" y="1377116"/>
                </a:cubicBezTo>
                <a:close/>
                <a:moveTo>
                  <a:pt x="990598" y="1375106"/>
                </a:moveTo>
                <a:cubicBezTo>
                  <a:pt x="994116" y="1375106"/>
                  <a:pt x="997005" y="1377995"/>
                  <a:pt x="997005" y="1381512"/>
                </a:cubicBezTo>
                <a:cubicBezTo>
                  <a:pt x="997005" y="1385029"/>
                  <a:pt x="994116" y="1387917"/>
                  <a:pt x="990598" y="1387917"/>
                </a:cubicBezTo>
                <a:cubicBezTo>
                  <a:pt x="987081" y="1387917"/>
                  <a:pt x="984192" y="1385029"/>
                  <a:pt x="984192" y="1381512"/>
                </a:cubicBezTo>
                <a:cubicBezTo>
                  <a:pt x="984192" y="1377870"/>
                  <a:pt x="986956" y="1374981"/>
                  <a:pt x="990598" y="1375106"/>
                </a:cubicBezTo>
                <a:close/>
                <a:moveTo>
                  <a:pt x="687614" y="1373096"/>
                </a:moveTo>
                <a:cubicBezTo>
                  <a:pt x="702688" y="1373096"/>
                  <a:pt x="715124" y="1385280"/>
                  <a:pt x="715124" y="1400481"/>
                </a:cubicBezTo>
                <a:cubicBezTo>
                  <a:pt x="715124" y="1415555"/>
                  <a:pt x="702940" y="1427990"/>
                  <a:pt x="687740" y="1427990"/>
                </a:cubicBezTo>
                <a:cubicBezTo>
                  <a:pt x="672666" y="1427990"/>
                  <a:pt x="660231" y="1415805"/>
                  <a:pt x="660231" y="1400606"/>
                </a:cubicBezTo>
                <a:cubicBezTo>
                  <a:pt x="660104" y="1385407"/>
                  <a:pt x="672415" y="1373096"/>
                  <a:pt x="687614" y="1373096"/>
                </a:cubicBezTo>
                <a:close/>
                <a:moveTo>
                  <a:pt x="208017" y="1371338"/>
                </a:moveTo>
                <a:cubicBezTo>
                  <a:pt x="212916" y="1371338"/>
                  <a:pt x="216936" y="1375232"/>
                  <a:pt x="216936" y="1380131"/>
                </a:cubicBezTo>
                <a:cubicBezTo>
                  <a:pt x="216936" y="1385029"/>
                  <a:pt x="213041" y="1389049"/>
                  <a:pt x="208144" y="1389049"/>
                </a:cubicBezTo>
                <a:cubicBezTo>
                  <a:pt x="203244" y="1389049"/>
                  <a:pt x="199225" y="1385155"/>
                  <a:pt x="199225" y="1380257"/>
                </a:cubicBezTo>
                <a:cubicBezTo>
                  <a:pt x="199225" y="1375357"/>
                  <a:pt x="203119" y="1371338"/>
                  <a:pt x="208017" y="1371338"/>
                </a:cubicBezTo>
                <a:close/>
                <a:moveTo>
                  <a:pt x="2741544" y="1367695"/>
                </a:moveTo>
                <a:cubicBezTo>
                  <a:pt x="2755111" y="1367695"/>
                  <a:pt x="2766165" y="1378624"/>
                  <a:pt x="2766165" y="1392190"/>
                </a:cubicBezTo>
                <a:cubicBezTo>
                  <a:pt x="2766165" y="1405756"/>
                  <a:pt x="2755236" y="1416810"/>
                  <a:pt x="2741670" y="1416810"/>
                </a:cubicBezTo>
                <a:cubicBezTo>
                  <a:pt x="2728103" y="1416810"/>
                  <a:pt x="2717049" y="1405881"/>
                  <a:pt x="2717049" y="1392315"/>
                </a:cubicBezTo>
                <a:cubicBezTo>
                  <a:pt x="2717049" y="1378749"/>
                  <a:pt x="2727978" y="1367695"/>
                  <a:pt x="2741544" y="1367695"/>
                </a:cubicBezTo>
                <a:close/>
                <a:moveTo>
                  <a:pt x="2355028" y="1364303"/>
                </a:moveTo>
                <a:cubicBezTo>
                  <a:pt x="2371610" y="1364303"/>
                  <a:pt x="2385051" y="1377744"/>
                  <a:pt x="2385176" y="1394325"/>
                </a:cubicBezTo>
                <a:cubicBezTo>
                  <a:pt x="2385176" y="1411031"/>
                  <a:pt x="2371735" y="1424598"/>
                  <a:pt x="2355154" y="1424598"/>
                </a:cubicBezTo>
                <a:cubicBezTo>
                  <a:pt x="2338447" y="1424598"/>
                  <a:pt x="2324880" y="1411157"/>
                  <a:pt x="2324880" y="1394576"/>
                </a:cubicBezTo>
                <a:cubicBezTo>
                  <a:pt x="2324880" y="1377995"/>
                  <a:pt x="2338322" y="1364428"/>
                  <a:pt x="2355028" y="1364303"/>
                </a:cubicBezTo>
                <a:close/>
                <a:moveTo>
                  <a:pt x="594784" y="1354632"/>
                </a:moveTo>
                <a:cubicBezTo>
                  <a:pt x="608602" y="1354507"/>
                  <a:pt x="619906" y="1365686"/>
                  <a:pt x="619906" y="1379503"/>
                </a:cubicBezTo>
                <a:cubicBezTo>
                  <a:pt x="620033" y="1393321"/>
                  <a:pt x="608854" y="1404626"/>
                  <a:pt x="595036" y="1404626"/>
                </a:cubicBezTo>
                <a:cubicBezTo>
                  <a:pt x="581219" y="1404752"/>
                  <a:pt x="569914" y="1393572"/>
                  <a:pt x="569914" y="1379755"/>
                </a:cubicBezTo>
                <a:cubicBezTo>
                  <a:pt x="569914" y="1365937"/>
                  <a:pt x="580968" y="1354757"/>
                  <a:pt x="594784" y="1354632"/>
                </a:cubicBezTo>
                <a:close/>
                <a:moveTo>
                  <a:pt x="115188" y="1354380"/>
                </a:moveTo>
                <a:cubicBezTo>
                  <a:pt x="118076" y="1354380"/>
                  <a:pt x="120338" y="1356641"/>
                  <a:pt x="120338" y="1359404"/>
                </a:cubicBezTo>
                <a:cubicBezTo>
                  <a:pt x="120338" y="1362294"/>
                  <a:pt x="118076" y="1364554"/>
                  <a:pt x="115188" y="1364554"/>
                </a:cubicBezTo>
                <a:cubicBezTo>
                  <a:pt x="112424" y="1364554"/>
                  <a:pt x="110164" y="1362168"/>
                  <a:pt x="110164" y="1359404"/>
                </a:cubicBezTo>
                <a:cubicBezTo>
                  <a:pt x="110037" y="1356641"/>
                  <a:pt x="112424" y="1354380"/>
                  <a:pt x="115188" y="1354380"/>
                </a:cubicBezTo>
                <a:close/>
                <a:moveTo>
                  <a:pt x="2834248" y="1352872"/>
                </a:moveTo>
                <a:cubicBezTo>
                  <a:pt x="2844046" y="1352747"/>
                  <a:pt x="2852211" y="1360786"/>
                  <a:pt x="2852211" y="1370710"/>
                </a:cubicBezTo>
                <a:cubicBezTo>
                  <a:pt x="2852338" y="1380632"/>
                  <a:pt x="2844297" y="1388672"/>
                  <a:pt x="2834374" y="1388672"/>
                </a:cubicBezTo>
                <a:cubicBezTo>
                  <a:pt x="2824451" y="1388798"/>
                  <a:pt x="2816411" y="1380759"/>
                  <a:pt x="2816411" y="1370835"/>
                </a:cubicBezTo>
                <a:cubicBezTo>
                  <a:pt x="2816411" y="1360911"/>
                  <a:pt x="2824451" y="1352872"/>
                  <a:pt x="2834248" y="1352872"/>
                </a:cubicBezTo>
                <a:close/>
                <a:moveTo>
                  <a:pt x="2145377" y="1352119"/>
                </a:moveTo>
                <a:cubicBezTo>
                  <a:pt x="2147514" y="1352119"/>
                  <a:pt x="2149147" y="1353877"/>
                  <a:pt x="2149147" y="1355888"/>
                </a:cubicBezTo>
                <a:cubicBezTo>
                  <a:pt x="2149147" y="1358023"/>
                  <a:pt x="2147387" y="1359656"/>
                  <a:pt x="2145377" y="1359656"/>
                </a:cubicBezTo>
                <a:cubicBezTo>
                  <a:pt x="2143367" y="1359656"/>
                  <a:pt x="2141608" y="1358023"/>
                  <a:pt x="2141608" y="1355888"/>
                </a:cubicBezTo>
                <a:cubicBezTo>
                  <a:pt x="2141608" y="1353752"/>
                  <a:pt x="2143241" y="1352119"/>
                  <a:pt x="2145377" y="1352119"/>
                </a:cubicBezTo>
                <a:close/>
                <a:moveTo>
                  <a:pt x="897014" y="1343074"/>
                </a:moveTo>
                <a:cubicBezTo>
                  <a:pt x="906560" y="1343074"/>
                  <a:pt x="914349" y="1350736"/>
                  <a:pt x="914349" y="1360282"/>
                </a:cubicBezTo>
                <a:cubicBezTo>
                  <a:pt x="914349" y="1369829"/>
                  <a:pt x="906687" y="1377617"/>
                  <a:pt x="897140" y="1377617"/>
                </a:cubicBezTo>
                <a:cubicBezTo>
                  <a:pt x="887594" y="1377617"/>
                  <a:pt x="879805" y="1369954"/>
                  <a:pt x="879805" y="1360409"/>
                </a:cubicBezTo>
                <a:cubicBezTo>
                  <a:pt x="879680" y="1350862"/>
                  <a:pt x="887342" y="1343074"/>
                  <a:pt x="897014" y="1343074"/>
                </a:cubicBezTo>
                <a:close/>
                <a:moveTo>
                  <a:pt x="2447606" y="1342948"/>
                </a:moveTo>
                <a:cubicBezTo>
                  <a:pt x="2464188" y="1342948"/>
                  <a:pt x="2477754" y="1356389"/>
                  <a:pt x="2477754" y="1372970"/>
                </a:cubicBezTo>
                <a:cubicBezTo>
                  <a:pt x="2477754" y="1389552"/>
                  <a:pt x="2464313" y="1403118"/>
                  <a:pt x="2447732" y="1403118"/>
                </a:cubicBezTo>
                <a:cubicBezTo>
                  <a:pt x="2431025" y="1403118"/>
                  <a:pt x="2417458" y="1389677"/>
                  <a:pt x="2417458" y="1373096"/>
                </a:cubicBezTo>
                <a:cubicBezTo>
                  <a:pt x="2417458" y="1356514"/>
                  <a:pt x="2430773" y="1342948"/>
                  <a:pt x="2447606" y="1342948"/>
                </a:cubicBezTo>
                <a:close/>
                <a:moveTo>
                  <a:pt x="2927079" y="1341944"/>
                </a:moveTo>
                <a:cubicBezTo>
                  <a:pt x="2931098" y="1341944"/>
                  <a:pt x="2934364" y="1345209"/>
                  <a:pt x="2934364" y="1349230"/>
                </a:cubicBezTo>
                <a:cubicBezTo>
                  <a:pt x="2934364" y="1353250"/>
                  <a:pt x="2931098" y="1356515"/>
                  <a:pt x="2927079" y="1356515"/>
                </a:cubicBezTo>
                <a:cubicBezTo>
                  <a:pt x="2923059" y="1356515"/>
                  <a:pt x="2919793" y="1353250"/>
                  <a:pt x="2919793" y="1349230"/>
                </a:cubicBezTo>
                <a:cubicBezTo>
                  <a:pt x="2919793" y="1345209"/>
                  <a:pt x="2923059" y="1341944"/>
                  <a:pt x="2927079" y="1341944"/>
                </a:cubicBezTo>
                <a:close/>
                <a:moveTo>
                  <a:pt x="502083" y="1338177"/>
                </a:moveTo>
                <a:cubicBezTo>
                  <a:pt x="513514" y="1338177"/>
                  <a:pt x="522936" y="1347472"/>
                  <a:pt x="522936" y="1358903"/>
                </a:cubicBezTo>
                <a:cubicBezTo>
                  <a:pt x="522936" y="1370335"/>
                  <a:pt x="513640" y="1379756"/>
                  <a:pt x="502208" y="1379756"/>
                </a:cubicBezTo>
                <a:cubicBezTo>
                  <a:pt x="490778" y="1379756"/>
                  <a:pt x="481356" y="1370587"/>
                  <a:pt x="481356" y="1359030"/>
                </a:cubicBezTo>
                <a:cubicBezTo>
                  <a:pt x="481356" y="1347472"/>
                  <a:pt x="490652" y="1338177"/>
                  <a:pt x="502083" y="1338177"/>
                </a:cubicBezTo>
                <a:close/>
                <a:moveTo>
                  <a:pt x="22357" y="1336794"/>
                </a:moveTo>
                <a:cubicBezTo>
                  <a:pt x="23363" y="1336794"/>
                  <a:pt x="24116" y="1337548"/>
                  <a:pt x="24116" y="1338552"/>
                </a:cubicBezTo>
                <a:cubicBezTo>
                  <a:pt x="24116" y="1339558"/>
                  <a:pt x="23363" y="1340311"/>
                  <a:pt x="22357" y="1340311"/>
                </a:cubicBezTo>
                <a:cubicBezTo>
                  <a:pt x="21478" y="1340311"/>
                  <a:pt x="20599" y="1339558"/>
                  <a:pt x="20599" y="1338552"/>
                </a:cubicBezTo>
                <a:cubicBezTo>
                  <a:pt x="20599" y="1337548"/>
                  <a:pt x="21353" y="1336794"/>
                  <a:pt x="22357" y="1336794"/>
                </a:cubicBezTo>
                <a:close/>
                <a:moveTo>
                  <a:pt x="3019907" y="1325740"/>
                </a:moveTo>
                <a:cubicBezTo>
                  <a:pt x="3021037" y="1325740"/>
                  <a:pt x="3021916" y="1326620"/>
                  <a:pt x="3021916" y="1327750"/>
                </a:cubicBezTo>
                <a:cubicBezTo>
                  <a:pt x="3021916" y="1328880"/>
                  <a:pt x="3021037" y="1329760"/>
                  <a:pt x="3019907" y="1329760"/>
                </a:cubicBezTo>
                <a:cubicBezTo>
                  <a:pt x="3018777" y="1329760"/>
                  <a:pt x="3017897" y="1328880"/>
                  <a:pt x="3017897" y="1327750"/>
                </a:cubicBezTo>
                <a:cubicBezTo>
                  <a:pt x="3017897" y="1326620"/>
                  <a:pt x="3018777" y="1325740"/>
                  <a:pt x="3019907" y="1325740"/>
                </a:cubicBezTo>
                <a:close/>
                <a:moveTo>
                  <a:pt x="1917510" y="1324359"/>
                </a:moveTo>
                <a:cubicBezTo>
                  <a:pt x="1917636" y="1324359"/>
                  <a:pt x="1917762" y="1324610"/>
                  <a:pt x="1917762" y="1324610"/>
                </a:cubicBezTo>
                <a:cubicBezTo>
                  <a:pt x="1917762" y="1324736"/>
                  <a:pt x="1917636" y="1324862"/>
                  <a:pt x="1917510" y="1324862"/>
                </a:cubicBezTo>
                <a:cubicBezTo>
                  <a:pt x="1917384" y="1324862"/>
                  <a:pt x="1917259" y="1324736"/>
                  <a:pt x="1917259" y="1324610"/>
                </a:cubicBezTo>
                <a:cubicBezTo>
                  <a:pt x="1917259" y="1324484"/>
                  <a:pt x="1917384" y="1324359"/>
                  <a:pt x="1917510" y="1324359"/>
                </a:cubicBezTo>
                <a:close/>
                <a:moveTo>
                  <a:pt x="2540058" y="1323731"/>
                </a:moveTo>
                <a:cubicBezTo>
                  <a:pt x="2555382" y="1323731"/>
                  <a:pt x="2567693" y="1336042"/>
                  <a:pt x="2567818" y="1351367"/>
                </a:cubicBezTo>
                <a:cubicBezTo>
                  <a:pt x="2567818" y="1366692"/>
                  <a:pt x="2555509" y="1379128"/>
                  <a:pt x="2540183" y="1379128"/>
                </a:cubicBezTo>
                <a:cubicBezTo>
                  <a:pt x="2524859" y="1379254"/>
                  <a:pt x="2512423" y="1366943"/>
                  <a:pt x="2512423" y="1351618"/>
                </a:cubicBezTo>
                <a:cubicBezTo>
                  <a:pt x="2512423" y="1336293"/>
                  <a:pt x="2524734" y="1323856"/>
                  <a:pt x="2540058" y="1323731"/>
                </a:cubicBezTo>
                <a:close/>
                <a:moveTo>
                  <a:pt x="409379" y="1322222"/>
                </a:moveTo>
                <a:cubicBezTo>
                  <a:pt x="418172" y="1322097"/>
                  <a:pt x="425331" y="1329257"/>
                  <a:pt x="425331" y="1338050"/>
                </a:cubicBezTo>
                <a:cubicBezTo>
                  <a:pt x="425457" y="1346843"/>
                  <a:pt x="418297" y="1354003"/>
                  <a:pt x="409504" y="1354003"/>
                </a:cubicBezTo>
                <a:cubicBezTo>
                  <a:pt x="400711" y="1354129"/>
                  <a:pt x="393551" y="1346968"/>
                  <a:pt x="393551" y="1338176"/>
                </a:cubicBezTo>
                <a:cubicBezTo>
                  <a:pt x="393551" y="1329382"/>
                  <a:pt x="400585" y="1322222"/>
                  <a:pt x="409379" y="1322222"/>
                </a:cubicBezTo>
                <a:close/>
                <a:moveTo>
                  <a:pt x="2238458" y="1322097"/>
                </a:moveTo>
                <a:cubicBezTo>
                  <a:pt x="2245115" y="1322097"/>
                  <a:pt x="2250517" y="1327372"/>
                  <a:pt x="2250517" y="1334030"/>
                </a:cubicBezTo>
                <a:cubicBezTo>
                  <a:pt x="2250517" y="1340688"/>
                  <a:pt x="2245240" y="1346089"/>
                  <a:pt x="2238583" y="1346089"/>
                </a:cubicBezTo>
                <a:cubicBezTo>
                  <a:pt x="2232051" y="1346089"/>
                  <a:pt x="2226649" y="1340813"/>
                  <a:pt x="2226649" y="1334156"/>
                </a:cubicBezTo>
                <a:cubicBezTo>
                  <a:pt x="2226649" y="1327624"/>
                  <a:pt x="2231924" y="1322222"/>
                  <a:pt x="2238458" y="1322097"/>
                </a:cubicBezTo>
                <a:close/>
                <a:moveTo>
                  <a:pt x="803556" y="1314308"/>
                </a:moveTo>
                <a:cubicBezTo>
                  <a:pt x="817375" y="1314183"/>
                  <a:pt x="828679" y="1325362"/>
                  <a:pt x="828679" y="1339179"/>
                </a:cubicBezTo>
                <a:cubicBezTo>
                  <a:pt x="828806" y="1352997"/>
                  <a:pt x="817625" y="1364302"/>
                  <a:pt x="803808" y="1364302"/>
                </a:cubicBezTo>
                <a:cubicBezTo>
                  <a:pt x="789990" y="1364428"/>
                  <a:pt x="778685" y="1353248"/>
                  <a:pt x="778685" y="1339431"/>
                </a:cubicBezTo>
                <a:cubicBezTo>
                  <a:pt x="778560" y="1325613"/>
                  <a:pt x="789739" y="1314308"/>
                  <a:pt x="803556" y="1314308"/>
                </a:cubicBezTo>
                <a:close/>
                <a:moveTo>
                  <a:pt x="316674" y="1304637"/>
                </a:moveTo>
                <a:cubicBezTo>
                  <a:pt x="323708" y="1304637"/>
                  <a:pt x="329361" y="1310164"/>
                  <a:pt x="329361" y="1317198"/>
                </a:cubicBezTo>
                <a:cubicBezTo>
                  <a:pt x="329361" y="1324107"/>
                  <a:pt x="323834" y="1329885"/>
                  <a:pt x="316799" y="1329885"/>
                </a:cubicBezTo>
                <a:cubicBezTo>
                  <a:pt x="309765" y="1329885"/>
                  <a:pt x="304113" y="1324358"/>
                  <a:pt x="304113" y="1317324"/>
                </a:cubicBezTo>
                <a:cubicBezTo>
                  <a:pt x="304113" y="1310414"/>
                  <a:pt x="309765" y="1304637"/>
                  <a:pt x="316674" y="1304637"/>
                </a:cubicBezTo>
                <a:close/>
                <a:moveTo>
                  <a:pt x="2632638" y="1303380"/>
                </a:moveTo>
                <a:cubicBezTo>
                  <a:pt x="2647461" y="1303254"/>
                  <a:pt x="2659521" y="1315188"/>
                  <a:pt x="2659521" y="1330011"/>
                </a:cubicBezTo>
                <a:cubicBezTo>
                  <a:pt x="2659521" y="1344834"/>
                  <a:pt x="2647587" y="1356893"/>
                  <a:pt x="2632763" y="1356893"/>
                </a:cubicBezTo>
                <a:cubicBezTo>
                  <a:pt x="2617941" y="1356893"/>
                  <a:pt x="2605882" y="1344959"/>
                  <a:pt x="2605882" y="1330137"/>
                </a:cubicBezTo>
                <a:cubicBezTo>
                  <a:pt x="2605882" y="1315313"/>
                  <a:pt x="2617816" y="1303380"/>
                  <a:pt x="2632638" y="1303380"/>
                </a:cubicBezTo>
                <a:close/>
                <a:moveTo>
                  <a:pt x="1027277" y="1302751"/>
                </a:moveTo>
                <a:cubicBezTo>
                  <a:pt x="1028283" y="1302751"/>
                  <a:pt x="1029036" y="1303504"/>
                  <a:pt x="1029036" y="1304509"/>
                </a:cubicBezTo>
                <a:cubicBezTo>
                  <a:pt x="1029036" y="1305515"/>
                  <a:pt x="1028283" y="1306268"/>
                  <a:pt x="1027277" y="1306268"/>
                </a:cubicBezTo>
                <a:cubicBezTo>
                  <a:pt x="1026272" y="1306268"/>
                  <a:pt x="1025519" y="1305515"/>
                  <a:pt x="1025519" y="1304509"/>
                </a:cubicBezTo>
                <a:cubicBezTo>
                  <a:pt x="1025519" y="1303504"/>
                  <a:pt x="1026272" y="1302751"/>
                  <a:pt x="1027277" y="1302751"/>
                </a:cubicBezTo>
                <a:close/>
                <a:moveTo>
                  <a:pt x="2014486" y="1299485"/>
                </a:moveTo>
                <a:cubicBezTo>
                  <a:pt x="2015366" y="1299485"/>
                  <a:pt x="2016119" y="1300114"/>
                  <a:pt x="2016119" y="1300992"/>
                </a:cubicBezTo>
                <a:cubicBezTo>
                  <a:pt x="2016119" y="1301872"/>
                  <a:pt x="2015491" y="1302500"/>
                  <a:pt x="2014612" y="1302500"/>
                </a:cubicBezTo>
                <a:cubicBezTo>
                  <a:pt x="2013732" y="1302500"/>
                  <a:pt x="2013104" y="1301872"/>
                  <a:pt x="2013104" y="1300992"/>
                </a:cubicBezTo>
                <a:cubicBezTo>
                  <a:pt x="2013104" y="1300114"/>
                  <a:pt x="2013859" y="1299360"/>
                  <a:pt x="2014486" y="1299485"/>
                </a:cubicBezTo>
                <a:close/>
                <a:moveTo>
                  <a:pt x="710349" y="1290442"/>
                </a:moveTo>
                <a:cubicBezTo>
                  <a:pt x="725800" y="1290316"/>
                  <a:pt x="738362" y="1302752"/>
                  <a:pt x="738362" y="1318203"/>
                </a:cubicBezTo>
                <a:cubicBezTo>
                  <a:pt x="738487" y="1333654"/>
                  <a:pt x="726051" y="1346216"/>
                  <a:pt x="710600" y="1346216"/>
                </a:cubicBezTo>
                <a:cubicBezTo>
                  <a:pt x="695150" y="1346216"/>
                  <a:pt x="682589" y="1333780"/>
                  <a:pt x="682589" y="1318454"/>
                </a:cubicBezTo>
                <a:cubicBezTo>
                  <a:pt x="682462" y="1303129"/>
                  <a:pt x="694899" y="1290567"/>
                  <a:pt x="710349" y="1290442"/>
                </a:cubicBezTo>
                <a:close/>
                <a:moveTo>
                  <a:pt x="223971" y="1287553"/>
                </a:moveTo>
                <a:cubicBezTo>
                  <a:pt x="228869" y="1287427"/>
                  <a:pt x="232889" y="1291447"/>
                  <a:pt x="232889" y="1296346"/>
                </a:cubicBezTo>
                <a:cubicBezTo>
                  <a:pt x="232889" y="1301244"/>
                  <a:pt x="228996" y="1305263"/>
                  <a:pt x="224097" y="1305263"/>
                </a:cubicBezTo>
                <a:cubicBezTo>
                  <a:pt x="219197" y="1305390"/>
                  <a:pt x="215178" y="1301370"/>
                  <a:pt x="215178" y="1296471"/>
                </a:cubicBezTo>
                <a:cubicBezTo>
                  <a:pt x="215178" y="1291572"/>
                  <a:pt x="219197" y="1287678"/>
                  <a:pt x="223971" y="1287553"/>
                </a:cubicBezTo>
                <a:close/>
                <a:moveTo>
                  <a:pt x="2331539" y="1286297"/>
                </a:moveTo>
                <a:cubicBezTo>
                  <a:pt x="2345984" y="1286171"/>
                  <a:pt x="2357793" y="1297854"/>
                  <a:pt x="2357793" y="1312299"/>
                </a:cubicBezTo>
                <a:cubicBezTo>
                  <a:pt x="2357793" y="1326744"/>
                  <a:pt x="2346236" y="1338552"/>
                  <a:pt x="2331789" y="1338552"/>
                </a:cubicBezTo>
                <a:cubicBezTo>
                  <a:pt x="2317343" y="1338677"/>
                  <a:pt x="2305536" y="1326996"/>
                  <a:pt x="2305536" y="1312550"/>
                </a:cubicBezTo>
                <a:cubicBezTo>
                  <a:pt x="2305410" y="1298229"/>
                  <a:pt x="2317092" y="1286422"/>
                  <a:pt x="2331539" y="1286297"/>
                </a:cubicBezTo>
                <a:close/>
                <a:moveTo>
                  <a:pt x="2725090" y="1285292"/>
                </a:moveTo>
                <a:cubicBezTo>
                  <a:pt x="2738029" y="1285167"/>
                  <a:pt x="2748454" y="1295592"/>
                  <a:pt x="2748454" y="1308406"/>
                </a:cubicBezTo>
                <a:cubicBezTo>
                  <a:pt x="2748581" y="1321345"/>
                  <a:pt x="2738154" y="1331771"/>
                  <a:pt x="2725342" y="1331771"/>
                </a:cubicBezTo>
                <a:cubicBezTo>
                  <a:pt x="2712403" y="1331897"/>
                  <a:pt x="2701976" y="1321470"/>
                  <a:pt x="2701976" y="1308657"/>
                </a:cubicBezTo>
                <a:cubicBezTo>
                  <a:pt x="2701976" y="1295844"/>
                  <a:pt x="2712276" y="1285417"/>
                  <a:pt x="2725090" y="1285292"/>
                </a:cubicBezTo>
                <a:close/>
                <a:moveTo>
                  <a:pt x="931183" y="1274489"/>
                </a:moveTo>
                <a:cubicBezTo>
                  <a:pt x="935453" y="1274489"/>
                  <a:pt x="938970" y="1278006"/>
                  <a:pt x="938970" y="1282278"/>
                </a:cubicBezTo>
                <a:cubicBezTo>
                  <a:pt x="939097" y="1286548"/>
                  <a:pt x="935580" y="1290065"/>
                  <a:pt x="931308" y="1290065"/>
                </a:cubicBezTo>
                <a:cubicBezTo>
                  <a:pt x="927038" y="1290065"/>
                  <a:pt x="923519" y="1286548"/>
                  <a:pt x="923519" y="1282278"/>
                </a:cubicBezTo>
                <a:cubicBezTo>
                  <a:pt x="923394" y="1278006"/>
                  <a:pt x="926911" y="1274489"/>
                  <a:pt x="931183" y="1274489"/>
                </a:cubicBezTo>
                <a:close/>
                <a:moveTo>
                  <a:pt x="617271" y="1273483"/>
                </a:moveTo>
                <a:cubicBezTo>
                  <a:pt x="630462" y="1273483"/>
                  <a:pt x="641264" y="1284160"/>
                  <a:pt x="641264" y="1297350"/>
                </a:cubicBezTo>
                <a:cubicBezTo>
                  <a:pt x="641264" y="1310540"/>
                  <a:pt x="630587" y="1321342"/>
                  <a:pt x="617398" y="1321342"/>
                </a:cubicBezTo>
                <a:cubicBezTo>
                  <a:pt x="604207" y="1321342"/>
                  <a:pt x="593530" y="1310665"/>
                  <a:pt x="593405" y="1297476"/>
                </a:cubicBezTo>
                <a:cubicBezTo>
                  <a:pt x="593405" y="1284286"/>
                  <a:pt x="604082" y="1273608"/>
                  <a:pt x="617271" y="1273483"/>
                </a:cubicBezTo>
                <a:close/>
                <a:moveTo>
                  <a:pt x="131392" y="1271097"/>
                </a:moveTo>
                <a:cubicBezTo>
                  <a:pt x="133905" y="1271097"/>
                  <a:pt x="136040" y="1273107"/>
                  <a:pt x="136040" y="1275745"/>
                </a:cubicBezTo>
                <a:cubicBezTo>
                  <a:pt x="136040" y="1278257"/>
                  <a:pt x="133905" y="1280393"/>
                  <a:pt x="131392" y="1280393"/>
                </a:cubicBezTo>
                <a:cubicBezTo>
                  <a:pt x="128880" y="1280393"/>
                  <a:pt x="126745" y="1278257"/>
                  <a:pt x="126745" y="1275745"/>
                </a:cubicBezTo>
                <a:cubicBezTo>
                  <a:pt x="126745" y="1273107"/>
                  <a:pt x="128755" y="1271097"/>
                  <a:pt x="131392" y="1271097"/>
                </a:cubicBezTo>
                <a:close/>
                <a:moveTo>
                  <a:pt x="2110582" y="1270469"/>
                </a:moveTo>
                <a:cubicBezTo>
                  <a:pt x="2114727" y="1270469"/>
                  <a:pt x="2118119" y="1273860"/>
                  <a:pt x="2118119" y="1278005"/>
                </a:cubicBezTo>
                <a:cubicBezTo>
                  <a:pt x="2118119" y="1282150"/>
                  <a:pt x="2114727" y="1285541"/>
                  <a:pt x="2110582" y="1285541"/>
                </a:cubicBezTo>
                <a:cubicBezTo>
                  <a:pt x="2106437" y="1285541"/>
                  <a:pt x="2103045" y="1282150"/>
                  <a:pt x="2103045" y="1278005"/>
                </a:cubicBezTo>
                <a:cubicBezTo>
                  <a:pt x="2103045" y="1273860"/>
                  <a:pt x="2106437" y="1270469"/>
                  <a:pt x="2110582" y="1270469"/>
                </a:cubicBezTo>
                <a:close/>
                <a:moveTo>
                  <a:pt x="2817669" y="1270092"/>
                </a:moveTo>
                <a:cubicBezTo>
                  <a:pt x="2827089" y="1270092"/>
                  <a:pt x="2834752" y="1277629"/>
                  <a:pt x="2834752" y="1287050"/>
                </a:cubicBezTo>
                <a:cubicBezTo>
                  <a:pt x="2834878" y="1296471"/>
                  <a:pt x="2827215" y="1304134"/>
                  <a:pt x="2817794" y="1304134"/>
                </a:cubicBezTo>
                <a:cubicBezTo>
                  <a:pt x="2808372" y="1304134"/>
                  <a:pt x="2800710" y="1296597"/>
                  <a:pt x="2800710" y="1287176"/>
                </a:cubicBezTo>
                <a:cubicBezTo>
                  <a:pt x="2800710" y="1277754"/>
                  <a:pt x="2808372" y="1270092"/>
                  <a:pt x="2817669" y="1270092"/>
                </a:cubicBezTo>
                <a:close/>
                <a:moveTo>
                  <a:pt x="2424493" y="1260169"/>
                </a:moveTo>
                <a:cubicBezTo>
                  <a:pt x="2441450" y="1260043"/>
                  <a:pt x="2455393" y="1273861"/>
                  <a:pt x="2455393" y="1290819"/>
                </a:cubicBezTo>
                <a:cubicBezTo>
                  <a:pt x="2455519" y="1307776"/>
                  <a:pt x="2441702" y="1321595"/>
                  <a:pt x="2424743" y="1321720"/>
                </a:cubicBezTo>
                <a:cubicBezTo>
                  <a:pt x="2407785" y="1321845"/>
                  <a:pt x="2393843" y="1308028"/>
                  <a:pt x="2393843" y="1291070"/>
                </a:cubicBezTo>
                <a:cubicBezTo>
                  <a:pt x="2393716" y="1273986"/>
                  <a:pt x="2407534" y="1260169"/>
                  <a:pt x="2424493" y="1260169"/>
                </a:cubicBezTo>
                <a:close/>
                <a:moveTo>
                  <a:pt x="2910245" y="1258285"/>
                </a:moveTo>
                <a:cubicBezTo>
                  <a:pt x="2914390" y="1258285"/>
                  <a:pt x="2917656" y="1261551"/>
                  <a:pt x="2917656" y="1265571"/>
                </a:cubicBezTo>
                <a:cubicBezTo>
                  <a:pt x="2917656" y="1269591"/>
                  <a:pt x="2914390" y="1272856"/>
                  <a:pt x="2910371" y="1272856"/>
                </a:cubicBezTo>
                <a:cubicBezTo>
                  <a:pt x="2906351" y="1272856"/>
                  <a:pt x="2903085" y="1269591"/>
                  <a:pt x="2903085" y="1265571"/>
                </a:cubicBezTo>
                <a:cubicBezTo>
                  <a:pt x="2903085" y="1261677"/>
                  <a:pt x="2906351" y="1258285"/>
                  <a:pt x="2910245" y="1258285"/>
                </a:cubicBezTo>
                <a:close/>
                <a:moveTo>
                  <a:pt x="1864250" y="1258033"/>
                </a:moveTo>
                <a:cubicBezTo>
                  <a:pt x="1864375" y="1258033"/>
                  <a:pt x="1864501" y="1258158"/>
                  <a:pt x="1864501" y="1258284"/>
                </a:cubicBezTo>
                <a:cubicBezTo>
                  <a:pt x="1864501" y="1258410"/>
                  <a:pt x="1864375" y="1258536"/>
                  <a:pt x="1864250" y="1258536"/>
                </a:cubicBezTo>
                <a:cubicBezTo>
                  <a:pt x="1864123" y="1258536"/>
                  <a:pt x="1863998" y="1258410"/>
                  <a:pt x="1863998" y="1258284"/>
                </a:cubicBezTo>
                <a:cubicBezTo>
                  <a:pt x="1863998" y="1258158"/>
                  <a:pt x="1863998" y="1258033"/>
                  <a:pt x="1864250" y="1258033"/>
                </a:cubicBezTo>
                <a:close/>
                <a:moveTo>
                  <a:pt x="524189" y="1257028"/>
                </a:moveTo>
                <a:cubicBezTo>
                  <a:pt x="534991" y="1257028"/>
                  <a:pt x="543785" y="1265695"/>
                  <a:pt x="543785" y="1276498"/>
                </a:cubicBezTo>
                <a:cubicBezTo>
                  <a:pt x="543785" y="1287175"/>
                  <a:pt x="535117" y="1295968"/>
                  <a:pt x="524315" y="1295968"/>
                </a:cubicBezTo>
                <a:cubicBezTo>
                  <a:pt x="513512" y="1296094"/>
                  <a:pt x="504719" y="1287426"/>
                  <a:pt x="504719" y="1276624"/>
                </a:cubicBezTo>
                <a:cubicBezTo>
                  <a:pt x="504719" y="1265820"/>
                  <a:pt x="513386" y="1257153"/>
                  <a:pt x="524189" y="1257028"/>
                </a:cubicBezTo>
                <a:close/>
                <a:moveTo>
                  <a:pt x="38688" y="1253386"/>
                </a:moveTo>
                <a:cubicBezTo>
                  <a:pt x="39568" y="1253386"/>
                  <a:pt x="40196" y="1254014"/>
                  <a:pt x="40196" y="1254893"/>
                </a:cubicBezTo>
                <a:cubicBezTo>
                  <a:pt x="40196" y="1255773"/>
                  <a:pt x="39568" y="1256400"/>
                  <a:pt x="38688" y="1256400"/>
                </a:cubicBezTo>
                <a:cubicBezTo>
                  <a:pt x="37809" y="1256400"/>
                  <a:pt x="37181" y="1255773"/>
                  <a:pt x="37181" y="1254893"/>
                </a:cubicBezTo>
                <a:cubicBezTo>
                  <a:pt x="37181" y="1254014"/>
                  <a:pt x="37809" y="1253386"/>
                  <a:pt x="38688" y="1253386"/>
                </a:cubicBezTo>
                <a:close/>
                <a:moveTo>
                  <a:pt x="835966" y="1242080"/>
                </a:moveTo>
                <a:cubicBezTo>
                  <a:pt x="846141" y="1242080"/>
                  <a:pt x="854431" y="1250245"/>
                  <a:pt x="854431" y="1260419"/>
                </a:cubicBezTo>
                <a:cubicBezTo>
                  <a:pt x="854431" y="1270595"/>
                  <a:pt x="846266" y="1278885"/>
                  <a:pt x="836092" y="1278885"/>
                </a:cubicBezTo>
                <a:cubicBezTo>
                  <a:pt x="825917" y="1278885"/>
                  <a:pt x="817626" y="1270720"/>
                  <a:pt x="817626" y="1260546"/>
                </a:cubicBezTo>
                <a:cubicBezTo>
                  <a:pt x="817626" y="1250371"/>
                  <a:pt x="825790" y="1242080"/>
                  <a:pt x="835966" y="1242080"/>
                </a:cubicBezTo>
                <a:close/>
                <a:moveTo>
                  <a:pt x="431234" y="1240322"/>
                </a:moveTo>
                <a:cubicBezTo>
                  <a:pt x="439650" y="1240322"/>
                  <a:pt x="446559" y="1247106"/>
                  <a:pt x="446559" y="1255521"/>
                </a:cubicBezTo>
                <a:cubicBezTo>
                  <a:pt x="446685" y="1263937"/>
                  <a:pt x="439776" y="1270846"/>
                  <a:pt x="431360" y="1270846"/>
                </a:cubicBezTo>
                <a:cubicBezTo>
                  <a:pt x="422944" y="1270846"/>
                  <a:pt x="416035" y="1264062"/>
                  <a:pt x="416035" y="1255647"/>
                </a:cubicBezTo>
                <a:cubicBezTo>
                  <a:pt x="416035" y="1247231"/>
                  <a:pt x="422819" y="1240447"/>
                  <a:pt x="431234" y="1240322"/>
                </a:cubicBezTo>
                <a:close/>
                <a:moveTo>
                  <a:pt x="2517322" y="1239443"/>
                </a:moveTo>
                <a:cubicBezTo>
                  <a:pt x="2533903" y="1239317"/>
                  <a:pt x="2547344" y="1252758"/>
                  <a:pt x="2547344" y="1269214"/>
                </a:cubicBezTo>
                <a:cubicBezTo>
                  <a:pt x="2547470" y="1285795"/>
                  <a:pt x="2534028" y="1299236"/>
                  <a:pt x="2517574" y="1299236"/>
                </a:cubicBezTo>
                <a:cubicBezTo>
                  <a:pt x="2500992" y="1299236"/>
                  <a:pt x="2487677" y="1285920"/>
                  <a:pt x="2487551" y="1269464"/>
                </a:cubicBezTo>
                <a:cubicBezTo>
                  <a:pt x="2487551" y="1252883"/>
                  <a:pt x="2500866" y="1239568"/>
                  <a:pt x="2517322" y="1239443"/>
                </a:cubicBezTo>
                <a:close/>
                <a:moveTo>
                  <a:pt x="2205670" y="1238814"/>
                </a:moveTo>
                <a:cubicBezTo>
                  <a:pt x="2214839" y="1238814"/>
                  <a:pt x="2222376" y="1246226"/>
                  <a:pt x="2222376" y="1255395"/>
                </a:cubicBezTo>
                <a:cubicBezTo>
                  <a:pt x="2222376" y="1264565"/>
                  <a:pt x="2214966" y="1272102"/>
                  <a:pt x="2205795" y="1272102"/>
                </a:cubicBezTo>
                <a:cubicBezTo>
                  <a:pt x="2196625" y="1272102"/>
                  <a:pt x="2189089" y="1264690"/>
                  <a:pt x="2189089" y="1255521"/>
                </a:cubicBezTo>
                <a:cubicBezTo>
                  <a:pt x="2188963" y="1246351"/>
                  <a:pt x="2196375" y="1238939"/>
                  <a:pt x="2205670" y="1238814"/>
                </a:cubicBezTo>
                <a:close/>
                <a:moveTo>
                  <a:pt x="3002822" y="1236930"/>
                </a:moveTo>
                <a:cubicBezTo>
                  <a:pt x="3006841" y="1236930"/>
                  <a:pt x="3010107" y="1240195"/>
                  <a:pt x="3010107" y="1244215"/>
                </a:cubicBezTo>
                <a:cubicBezTo>
                  <a:pt x="3010107" y="1248235"/>
                  <a:pt x="3006841" y="1251501"/>
                  <a:pt x="3002822" y="1251501"/>
                </a:cubicBezTo>
                <a:cubicBezTo>
                  <a:pt x="2998802" y="1251501"/>
                  <a:pt x="2995536" y="1248235"/>
                  <a:pt x="2995536" y="1244215"/>
                </a:cubicBezTo>
                <a:cubicBezTo>
                  <a:pt x="2995536" y="1240195"/>
                  <a:pt x="2998802" y="1236803"/>
                  <a:pt x="3002822" y="1236930"/>
                </a:cubicBezTo>
                <a:close/>
                <a:moveTo>
                  <a:pt x="1075011" y="1230397"/>
                </a:moveTo>
                <a:cubicBezTo>
                  <a:pt x="1076895" y="1230397"/>
                  <a:pt x="1078528" y="1231904"/>
                  <a:pt x="1078528" y="1233914"/>
                </a:cubicBezTo>
                <a:cubicBezTo>
                  <a:pt x="1078528" y="1235798"/>
                  <a:pt x="1077021" y="1237431"/>
                  <a:pt x="1075011" y="1237431"/>
                </a:cubicBezTo>
                <a:cubicBezTo>
                  <a:pt x="1073126" y="1237431"/>
                  <a:pt x="1071494" y="1235924"/>
                  <a:pt x="1071494" y="1233914"/>
                </a:cubicBezTo>
                <a:cubicBezTo>
                  <a:pt x="1071494" y="1232029"/>
                  <a:pt x="1073001" y="1230397"/>
                  <a:pt x="1075011" y="1230397"/>
                </a:cubicBezTo>
                <a:close/>
                <a:moveTo>
                  <a:pt x="1966375" y="1226629"/>
                </a:moveTo>
                <a:cubicBezTo>
                  <a:pt x="1968762" y="1226503"/>
                  <a:pt x="1970647" y="1228388"/>
                  <a:pt x="1970647" y="1230775"/>
                </a:cubicBezTo>
                <a:cubicBezTo>
                  <a:pt x="1970772" y="1233035"/>
                  <a:pt x="1968888" y="1234920"/>
                  <a:pt x="1966501" y="1234920"/>
                </a:cubicBezTo>
                <a:cubicBezTo>
                  <a:pt x="1964115" y="1234920"/>
                  <a:pt x="1962230" y="1233161"/>
                  <a:pt x="1962230" y="1230775"/>
                </a:cubicBezTo>
                <a:cubicBezTo>
                  <a:pt x="1962230" y="1228388"/>
                  <a:pt x="1964115" y="1226503"/>
                  <a:pt x="1966375" y="1226629"/>
                </a:cubicBezTo>
                <a:close/>
                <a:moveTo>
                  <a:pt x="338280" y="1222108"/>
                </a:moveTo>
                <a:cubicBezTo>
                  <a:pt x="345189" y="1222108"/>
                  <a:pt x="350967" y="1227760"/>
                  <a:pt x="350967" y="1234669"/>
                </a:cubicBezTo>
                <a:cubicBezTo>
                  <a:pt x="350967" y="1241704"/>
                  <a:pt x="345314" y="1247356"/>
                  <a:pt x="338405" y="1247356"/>
                </a:cubicBezTo>
                <a:cubicBezTo>
                  <a:pt x="331371" y="1247356"/>
                  <a:pt x="325719" y="1241704"/>
                  <a:pt x="325719" y="1234795"/>
                </a:cubicBezTo>
                <a:cubicBezTo>
                  <a:pt x="325719" y="1227885"/>
                  <a:pt x="331371" y="1222233"/>
                  <a:pt x="338280" y="1222108"/>
                </a:cubicBezTo>
                <a:close/>
                <a:moveTo>
                  <a:pt x="2610278" y="1219470"/>
                </a:moveTo>
                <a:cubicBezTo>
                  <a:pt x="2625854" y="1219470"/>
                  <a:pt x="2638541" y="1232031"/>
                  <a:pt x="2638666" y="1247733"/>
                </a:cubicBezTo>
                <a:cubicBezTo>
                  <a:pt x="2638666" y="1263309"/>
                  <a:pt x="2626105" y="1276122"/>
                  <a:pt x="2610403" y="1276122"/>
                </a:cubicBezTo>
                <a:cubicBezTo>
                  <a:pt x="2594827" y="1276122"/>
                  <a:pt x="2582140" y="1263561"/>
                  <a:pt x="2582015" y="1247858"/>
                </a:cubicBezTo>
                <a:cubicBezTo>
                  <a:pt x="2581888" y="1232282"/>
                  <a:pt x="2594576" y="1219470"/>
                  <a:pt x="2610278" y="1219470"/>
                </a:cubicBezTo>
                <a:close/>
                <a:moveTo>
                  <a:pt x="741126" y="1211053"/>
                </a:moveTo>
                <a:cubicBezTo>
                  <a:pt x="756576" y="1210927"/>
                  <a:pt x="769012" y="1223363"/>
                  <a:pt x="769138" y="1238814"/>
                </a:cubicBezTo>
                <a:cubicBezTo>
                  <a:pt x="769263" y="1254265"/>
                  <a:pt x="756827" y="1266827"/>
                  <a:pt x="741378" y="1266827"/>
                </a:cubicBezTo>
                <a:cubicBezTo>
                  <a:pt x="725927" y="1266827"/>
                  <a:pt x="713366" y="1254391"/>
                  <a:pt x="713366" y="1239065"/>
                </a:cubicBezTo>
                <a:cubicBezTo>
                  <a:pt x="713366" y="1223615"/>
                  <a:pt x="725802" y="1211053"/>
                  <a:pt x="741126" y="1211053"/>
                </a:cubicBezTo>
                <a:close/>
                <a:moveTo>
                  <a:pt x="245199" y="1205777"/>
                </a:moveTo>
                <a:cubicBezTo>
                  <a:pt x="249847" y="1205777"/>
                  <a:pt x="253491" y="1209419"/>
                  <a:pt x="253491" y="1213941"/>
                </a:cubicBezTo>
                <a:cubicBezTo>
                  <a:pt x="253491" y="1218463"/>
                  <a:pt x="249847" y="1222107"/>
                  <a:pt x="245325" y="1222107"/>
                </a:cubicBezTo>
                <a:cubicBezTo>
                  <a:pt x="240802" y="1222107"/>
                  <a:pt x="237160" y="1218463"/>
                  <a:pt x="237160" y="1213941"/>
                </a:cubicBezTo>
                <a:cubicBezTo>
                  <a:pt x="237160" y="1209419"/>
                  <a:pt x="240802" y="1205777"/>
                  <a:pt x="245199" y="1205777"/>
                </a:cubicBezTo>
                <a:close/>
                <a:moveTo>
                  <a:pt x="2300134" y="1204145"/>
                </a:moveTo>
                <a:cubicBezTo>
                  <a:pt x="2316212" y="1204145"/>
                  <a:pt x="2329401" y="1217084"/>
                  <a:pt x="2329401" y="1233288"/>
                </a:cubicBezTo>
                <a:cubicBezTo>
                  <a:pt x="2329401" y="1249367"/>
                  <a:pt x="2316337" y="1262431"/>
                  <a:pt x="2300259" y="1262556"/>
                </a:cubicBezTo>
                <a:cubicBezTo>
                  <a:pt x="2284180" y="1262556"/>
                  <a:pt x="2270991" y="1249618"/>
                  <a:pt x="2270991" y="1233413"/>
                </a:cubicBezTo>
                <a:cubicBezTo>
                  <a:pt x="2270991" y="1217209"/>
                  <a:pt x="2283930" y="1204145"/>
                  <a:pt x="2300134" y="1204145"/>
                </a:cubicBezTo>
                <a:close/>
                <a:moveTo>
                  <a:pt x="1799936" y="1202135"/>
                </a:moveTo>
                <a:cubicBezTo>
                  <a:pt x="1800062" y="1202135"/>
                  <a:pt x="1800188" y="1202260"/>
                  <a:pt x="1800188" y="1202387"/>
                </a:cubicBezTo>
                <a:cubicBezTo>
                  <a:pt x="1800188" y="1202512"/>
                  <a:pt x="1800062" y="1202638"/>
                  <a:pt x="1799936" y="1202638"/>
                </a:cubicBezTo>
                <a:cubicBezTo>
                  <a:pt x="1799810" y="1202638"/>
                  <a:pt x="1799685" y="1202512"/>
                  <a:pt x="1799685" y="1202387"/>
                </a:cubicBezTo>
                <a:cubicBezTo>
                  <a:pt x="1799685" y="1202260"/>
                  <a:pt x="1799685" y="1202260"/>
                  <a:pt x="1799936" y="1202135"/>
                </a:cubicBezTo>
                <a:close/>
                <a:moveTo>
                  <a:pt x="2702978" y="1201254"/>
                </a:moveTo>
                <a:cubicBezTo>
                  <a:pt x="2716796" y="1201129"/>
                  <a:pt x="2728100" y="1212308"/>
                  <a:pt x="2728100" y="1226125"/>
                </a:cubicBezTo>
                <a:cubicBezTo>
                  <a:pt x="2728227" y="1239943"/>
                  <a:pt x="2717047" y="1251248"/>
                  <a:pt x="2703230" y="1251248"/>
                </a:cubicBezTo>
                <a:cubicBezTo>
                  <a:pt x="2689413" y="1251374"/>
                  <a:pt x="2678107" y="1240194"/>
                  <a:pt x="2678107" y="1226377"/>
                </a:cubicBezTo>
                <a:cubicBezTo>
                  <a:pt x="2678107" y="1212559"/>
                  <a:pt x="2689161" y="1201254"/>
                  <a:pt x="2702978" y="1201254"/>
                </a:cubicBezTo>
                <a:close/>
                <a:moveTo>
                  <a:pt x="975148" y="1198367"/>
                </a:moveTo>
                <a:cubicBezTo>
                  <a:pt x="981177" y="1198367"/>
                  <a:pt x="986077" y="1203140"/>
                  <a:pt x="986077" y="1209170"/>
                </a:cubicBezTo>
                <a:cubicBezTo>
                  <a:pt x="986077" y="1215199"/>
                  <a:pt x="981304" y="1220098"/>
                  <a:pt x="975274" y="1220098"/>
                </a:cubicBezTo>
                <a:cubicBezTo>
                  <a:pt x="969245" y="1220098"/>
                  <a:pt x="964345" y="1215325"/>
                  <a:pt x="964345" y="1209296"/>
                </a:cubicBezTo>
                <a:cubicBezTo>
                  <a:pt x="964220" y="1203266"/>
                  <a:pt x="969118" y="1198367"/>
                  <a:pt x="975148" y="1198367"/>
                </a:cubicBezTo>
                <a:close/>
                <a:moveTo>
                  <a:pt x="2066240" y="1192587"/>
                </a:moveTo>
                <a:cubicBezTo>
                  <a:pt x="2073275" y="1192587"/>
                  <a:pt x="2079052" y="1198364"/>
                  <a:pt x="2079052" y="1205399"/>
                </a:cubicBezTo>
                <a:cubicBezTo>
                  <a:pt x="2079052" y="1212433"/>
                  <a:pt x="2073275" y="1218212"/>
                  <a:pt x="2066240" y="1218212"/>
                </a:cubicBezTo>
                <a:cubicBezTo>
                  <a:pt x="2059079" y="1218212"/>
                  <a:pt x="2053301" y="1212433"/>
                  <a:pt x="2053301" y="1205399"/>
                </a:cubicBezTo>
                <a:cubicBezTo>
                  <a:pt x="2053301" y="1198239"/>
                  <a:pt x="2058954" y="1192460"/>
                  <a:pt x="2066240" y="1192587"/>
                </a:cubicBezTo>
                <a:close/>
                <a:moveTo>
                  <a:pt x="646915" y="1190076"/>
                </a:moveTo>
                <a:cubicBezTo>
                  <a:pt x="662114" y="1190076"/>
                  <a:pt x="674424" y="1202260"/>
                  <a:pt x="674424" y="1217461"/>
                </a:cubicBezTo>
                <a:cubicBezTo>
                  <a:pt x="674424" y="1232535"/>
                  <a:pt x="662240" y="1244970"/>
                  <a:pt x="647041" y="1244970"/>
                </a:cubicBezTo>
                <a:cubicBezTo>
                  <a:pt x="631967" y="1244970"/>
                  <a:pt x="619531" y="1232785"/>
                  <a:pt x="619531" y="1217586"/>
                </a:cubicBezTo>
                <a:cubicBezTo>
                  <a:pt x="619531" y="1202387"/>
                  <a:pt x="631715" y="1190201"/>
                  <a:pt x="646915" y="1190076"/>
                </a:cubicBezTo>
                <a:close/>
                <a:moveTo>
                  <a:pt x="152623" y="1188945"/>
                </a:moveTo>
                <a:cubicBezTo>
                  <a:pt x="154884" y="1188945"/>
                  <a:pt x="156643" y="1190830"/>
                  <a:pt x="156643" y="1192965"/>
                </a:cubicBezTo>
                <a:cubicBezTo>
                  <a:pt x="156643" y="1195227"/>
                  <a:pt x="154884" y="1196985"/>
                  <a:pt x="152623" y="1196985"/>
                </a:cubicBezTo>
                <a:cubicBezTo>
                  <a:pt x="150361" y="1197110"/>
                  <a:pt x="148603" y="1195227"/>
                  <a:pt x="148603" y="1193090"/>
                </a:cubicBezTo>
                <a:cubicBezTo>
                  <a:pt x="148477" y="1190830"/>
                  <a:pt x="150361" y="1189070"/>
                  <a:pt x="152623" y="1188945"/>
                </a:cubicBezTo>
                <a:close/>
                <a:moveTo>
                  <a:pt x="2795684" y="1185176"/>
                </a:moveTo>
                <a:cubicBezTo>
                  <a:pt x="2806488" y="1185051"/>
                  <a:pt x="2815280" y="1193718"/>
                  <a:pt x="2815280" y="1204522"/>
                </a:cubicBezTo>
                <a:cubicBezTo>
                  <a:pt x="2815407" y="1215325"/>
                  <a:pt x="2806738" y="1224119"/>
                  <a:pt x="2795936" y="1224119"/>
                </a:cubicBezTo>
                <a:cubicBezTo>
                  <a:pt x="2785133" y="1224244"/>
                  <a:pt x="2776340" y="1215450"/>
                  <a:pt x="2776340" y="1204773"/>
                </a:cubicBezTo>
                <a:cubicBezTo>
                  <a:pt x="2776340" y="1193970"/>
                  <a:pt x="2785007" y="1185301"/>
                  <a:pt x="2795684" y="1185176"/>
                </a:cubicBezTo>
                <a:close/>
                <a:moveTo>
                  <a:pt x="2394220" y="1178645"/>
                </a:moveTo>
                <a:cubicBezTo>
                  <a:pt x="2412182" y="1178519"/>
                  <a:pt x="2426879" y="1193090"/>
                  <a:pt x="2426879" y="1211053"/>
                </a:cubicBezTo>
                <a:cubicBezTo>
                  <a:pt x="2427006" y="1229016"/>
                  <a:pt x="2412434" y="1243713"/>
                  <a:pt x="2394471" y="1243713"/>
                </a:cubicBezTo>
                <a:cubicBezTo>
                  <a:pt x="2376508" y="1243713"/>
                  <a:pt x="2361937" y="1229267"/>
                  <a:pt x="2361811" y="1211305"/>
                </a:cubicBezTo>
                <a:cubicBezTo>
                  <a:pt x="2361811" y="1193342"/>
                  <a:pt x="2376257" y="1178770"/>
                  <a:pt x="2394220" y="1178645"/>
                </a:cubicBezTo>
                <a:close/>
                <a:moveTo>
                  <a:pt x="552830" y="1173747"/>
                </a:moveTo>
                <a:cubicBezTo>
                  <a:pt x="565264" y="1173747"/>
                  <a:pt x="575440" y="1183796"/>
                  <a:pt x="575440" y="1196232"/>
                </a:cubicBezTo>
                <a:cubicBezTo>
                  <a:pt x="575440" y="1208667"/>
                  <a:pt x="565391" y="1218843"/>
                  <a:pt x="552955" y="1218843"/>
                </a:cubicBezTo>
                <a:cubicBezTo>
                  <a:pt x="540519" y="1218843"/>
                  <a:pt x="530345" y="1208794"/>
                  <a:pt x="530345" y="1196358"/>
                </a:cubicBezTo>
                <a:cubicBezTo>
                  <a:pt x="530345" y="1183921"/>
                  <a:pt x="540394" y="1173747"/>
                  <a:pt x="552830" y="1173747"/>
                </a:cubicBezTo>
                <a:close/>
                <a:moveTo>
                  <a:pt x="1132794" y="1170729"/>
                </a:moveTo>
                <a:cubicBezTo>
                  <a:pt x="1133045" y="1170729"/>
                  <a:pt x="1133297" y="1170981"/>
                  <a:pt x="1133297" y="1171231"/>
                </a:cubicBezTo>
                <a:cubicBezTo>
                  <a:pt x="1133297" y="1171483"/>
                  <a:pt x="1133045" y="1171734"/>
                  <a:pt x="1132794" y="1171734"/>
                </a:cubicBezTo>
                <a:cubicBezTo>
                  <a:pt x="1132544" y="1171734"/>
                  <a:pt x="1132292" y="1171609"/>
                  <a:pt x="1132292" y="1171357"/>
                </a:cubicBezTo>
                <a:cubicBezTo>
                  <a:pt x="1132292" y="1170981"/>
                  <a:pt x="1132544" y="1170729"/>
                  <a:pt x="1132794" y="1170729"/>
                </a:cubicBezTo>
                <a:close/>
                <a:moveTo>
                  <a:pt x="2888514" y="1169852"/>
                </a:moveTo>
                <a:cubicBezTo>
                  <a:pt x="2895800" y="1169852"/>
                  <a:pt x="2901830" y="1175756"/>
                  <a:pt x="2901830" y="1183040"/>
                </a:cubicBezTo>
                <a:cubicBezTo>
                  <a:pt x="2901830" y="1190326"/>
                  <a:pt x="2895925" y="1196356"/>
                  <a:pt x="2888640" y="1196356"/>
                </a:cubicBezTo>
                <a:cubicBezTo>
                  <a:pt x="2881354" y="1196481"/>
                  <a:pt x="2875324" y="1190452"/>
                  <a:pt x="2875324" y="1183167"/>
                </a:cubicBezTo>
                <a:cubicBezTo>
                  <a:pt x="2875324" y="1175881"/>
                  <a:pt x="2881229" y="1169852"/>
                  <a:pt x="2888514" y="1169852"/>
                </a:cubicBezTo>
                <a:close/>
                <a:moveTo>
                  <a:pt x="59664" y="1168219"/>
                </a:moveTo>
                <a:cubicBezTo>
                  <a:pt x="61926" y="1168219"/>
                  <a:pt x="63684" y="1169977"/>
                  <a:pt x="63684" y="1172239"/>
                </a:cubicBezTo>
                <a:cubicBezTo>
                  <a:pt x="63684" y="1174500"/>
                  <a:pt x="61799" y="1176258"/>
                  <a:pt x="59664" y="1176258"/>
                </a:cubicBezTo>
                <a:cubicBezTo>
                  <a:pt x="57404" y="1176258"/>
                  <a:pt x="55645" y="1174374"/>
                  <a:pt x="55645" y="1172239"/>
                </a:cubicBezTo>
                <a:cubicBezTo>
                  <a:pt x="55645" y="1169977"/>
                  <a:pt x="57404" y="1168219"/>
                  <a:pt x="59664" y="1168219"/>
                </a:cubicBezTo>
                <a:close/>
                <a:moveTo>
                  <a:pt x="1908215" y="1167340"/>
                </a:moveTo>
                <a:cubicBezTo>
                  <a:pt x="1908843" y="1167340"/>
                  <a:pt x="1909345" y="1167842"/>
                  <a:pt x="1909345" y="1168470"/>
                </a:cubicBezTo>
                <a:cubicBezTo>
                  <a:pt x="1909345" y="1169098"/>
                  <a:pt x="1908843" y="1169601"/>
                  <a:pt x="1908215" y="1169601"/>
                </a:cubicBezTo>
                <a:cubicBezTo>
                  <a:pt x="1907588" y="1169601"/>
                  <a:pt x="1907085" y="1169098"/>
                  <a:pt x="1907085" y="1168470"/>
                </a:cubicBezTo>
                <a:cubicBezTo>
                  <a:pt x="1907085" y="1167842"/>
                  <a:pt x="1907588" y="1167340"/>
                  <a:pt x="1908215" y="1167340"/>
                </a:cubicBezTo>
                <a:close/>
                <a:moveTo>
                  <a:pt x="876666" y="1164199"/>
                </a:moveTo>
                <a:cubicBezTo>
                  <a:pt x="888599" y="1164074"/>
                  <a:pt x="898271" y="1173746"/>
                  <a:pt x="898271" y="1185553"/>
                </a:cubicBezTo>
                <a:cubicBezTo>
                  <a:pt x="898397" y="1197487"/>
                  <a:pt x="888725" y="1207159"/>
                  <a:pt x="876917" y="1207159"/>
                </a:cubicBezTo>
                <a:cubicBezTo>
                  <a:pt x="865109" y="1207285"/>
                  <a:pt x="855437" y="1197612"/>
                  <a:pt x="855437" y="1185805"/>
                </a:cubicBezTo>
                <a:cubicBezTo>
                  <a:pt x="855437" y="1173996"/>
                  <a:pt x="864984" y="1164324"/>
                  <a:pt x="876666" y="1164199"/>
                </a:cubicBezTo>
                <a:close/>
                <a:moveTo>
                  <a:pt x="2164093" y="1160053"/>
                </a:moveTo>
                <a:cubicBezTo>
                  <a:pt x="2175650" y="1160053"/>
                  <a:pt x="2185197" y="1169474"/>
                  <a:pt x="2185197" y="1181030"/>
                </a:cubicBezTo>
                <a:cubicBezTo>
                  <a:pt x="2185197" y="1192587"/>
                  <a:pt x="2175900" y="1202133"/>
                  <a:pt x="2164219" y="1202133"/>
                </a:cubicBezTo>
                <a:cubicBezTo>
                  <a:pt x="2152662" y="1202133"/>
                  <a:pt x="2143115" y="1192712"/>
                  <a:pt x="2143115" y="1181156"/>
                </a:cubicBezTo>
                <a:cubicBezTo>
                  <a:pt x="2143115" y="1169474"/>
                  <a:pt x="2152537" y="1160053"/>
                  <a:pt x="2164093" y="1160053"/>
                </a:cubicBezTo>
                <a:close/>
                <a:moveTo>
                  <a:pt x="2488179" y="1158169"/>
                </a:moveTo>
                <a:cubicBezTo>
                  <a:pt x="2505263" y="1158169"/>
                  <a:pt x="2519207" y="1171987"/>
                  <a:pt x="2519207" y="1189071"/>
                </a:cubicBezTo>
                <a:cubicBezTo>
                  <a:pt x="2519207" y="1206280"/>
                  <a:pt x="2505388" y="1220223"/>
                  <a:pt x="2488305" y="1220223"/>
                </a:cubicBezTo>
                <a:cubicBezTo>
                  <a:pt x="2471221" y="1220223"/>
                  <a:pt x="2457279" y="1206405"/>
                  <a:pt x="2457279" y="1189321"/>
                </a:cubicBezTo>
                <a:cubicBezTo>
                  <a:pt x="2457152" y="1172238"/>
                  <a:pt x="2470970" y="1158294"/>
                  <a:pt x="2488179" y="1158169"/>
                </a:cubicBezTo>
                <a:close/>
                <a:moveTo>
                  <a:pt x="459121" y="1156663"/>
                </a:moveTo>
                <a:cubicBezTo>
                  <a:pt x="469297" y="1156663"/>
                  <a:pt x="477587" y="1164828"/>
                  <a:pt x="477587" y="1175002"/>
                </a:cubicBezTo>
                <a:cubicBezTo>
                  <a:pt x="477587" y="1185178"/>
                  <a:pt x="469422" y="1193468"/>
                  <a:pt x="459248" y="1193468"/>
                </a:cubicBezTo>
                <a:cubicBezTo>
                  <a:pt x="449072" y="1193468"/>
                  <a:pt x="440782" y="1185303"/>
                  <a:pt x="440782" y="1175129"/>
                </a:cubicBezTo>
                <a:cubicBezTo>
                  <a:pt x="440782" y="1164953"/>
                  <a:pt x="448946" y="1156788"/>
                  <a:pt x="459121" y="1156663"/>
                </a:cubicBezTo>
                <a:close/>
                <a:moveTo>
                  <a:pt x="2981342" y="1156161"/>
                </a:moveTo>
                <a:cubicBezTo>
                  <a:pt x="2984357" y="1156161"/>
                  <a:pt x="2986869" y="1158673"/>
                  <a:pt x="2986869" y="1161688"/>
                </a:cubicBezTo>
                <a:cubicBezTo>
                  <a:pt x="2986869" y="1164703"/>
                  <a:pt x="2984357" y="1167215"/>
                  <a:pt x="2981342" y="1167215"/>
                </a:cubicBezTo>
                <a:cubicBezTo>
                  <a:pt x="2978328" y="1167215"/>
                  <a:pt x="2975815" y="1164703"/>
                  <a:pt x="2975815" y="1161688"/>
                </a:cubicBezTo>
                <a:cubicBezTo>
                  <a:pt x="2975815" y="1158673"/>
                  <a:pt x="2978202" y="1156161"/>
                  <a:pt x="2981342" y="1156161"/>
                </a:cubicBezTo>
                <a:close/>
                <a:moveTo>
                  <a:pt x="2581762" y="1139201"/>
                </a:moveTo>
                <a:cubicBezTo>
                  <a:pt x="2597338" y="1139201"/>
                  <a:pt x="2610025" y="1151637"/>
                  <a:pt x="2610025" y="1167213"/>
                </a:cubicBezTo>
                <a:cubicBezTo>
                  <a:pt x="2610025" y="1182789"/>
                  <a:pt x="2597463" y="1195351"/>
                  <a:pt x="2582013" y="1195476"/>
                </a:cubicBezTo>
                <a:cubicBezTo>
                  <a:pt x="2566437" y="1195476"/>
                  <a:pt x="2553876" y="1182915"/>
                  <a:pt x="2553750" y="1167464"/>
                </a:cubicBezTo>
                <a:cubicBezTo>
                  <a:pt x="2553750" y="1152013"/>
                  <a:pt x="2566186" y="1139326"/>
                  <a:pt x="2581762" y="1139201"/>
                </a:cubicBezTo>
                <a:close/>
                <a:moveTo>
                  <a:pt x="365413" y="1139074"/>
                </a:moveTo>
                <a:cubicBezTo>
                  <a:pt x="373703" y="1139074"/>
                  <a:pt x="380487" y="1145733"/>
                  <a:pt x="380487" y="1154023"/>
                </a:cubicBezTo>
                <a:cubicBezTo>
                  <a:pt x="380613" y="1162314"/>
                  <a:pt x="373830" y="1169097"/>
                  <a:pt x="365539" y="1169097"/>
                </a:cubicBezTo>
                <a:cubicBezTo>
                  <a:pt x="357249" y="1169097"/>
                  <a:pt x="350465" y="1162314"/>
                  <a:pt x="350465" y="1154023"/>
                </a:cubicBezTo>
                <a:cubicBezTo>
                  <a:pt x="350465" y="1145733"/>
                  <a:pt x="357122" y="1138949"/>
                  <a:pt x="365413" y="1139074"/>
                </a:cubicBezTo>
                <a:close/>
                <a:moveTo>
                  <a:pt x="779816" y="1134930"/>
                </a:moveTo>
                <a:cubicBezTo>
                  <a:pt x="795267" y="1134930"/>
                  <a:pt x="807829" y="1147241"/>
                  <a:pt x="807829" y="1162691"/>
                </a:cubicBezTo>
                <a:cubicBezTo>
                  <a:pt x="807954" y="1178142"/>
                  <a:pt x="795518" y="1190704"/>
                  <a:pt x="780067" y="1190704"/>
                </a:cubicBezTo>
                <a:cubicBezTo>
                  <a:pt x="764617" y="1190829"/>
                  <a:pt x="752056" y="1178393"/>
                  <a:pt x="752056" y="1162943"/>
                </a:cubicBezTo>
                <a:cubicBezTo>
                  <a:pt x="751929" y="1147617"/>
                  <a:pt x="764366" y="1135055"/>
                  <a:pt x="779816" y="1134930"/>
                </a:cubicBezTo>
                <a:close/>
                <a:moveTo>
                  <a:pt x="1028029" y="1133172"/>
                </a:moveTo>
                <a:cubicBezTo>
                  <a:pt x="1033180" y="1133172"/>
                  <a:pt x="1037325" y="1137317"/>
                  <a:pt x="1037325" y="1142467"/>
                </a:cubicBezTo>
                <a:cubicBezTo>
                  <a:pt x="1037325" y="1147618"/>
                  <a:pt x="1033180" y="1151763"/>
                  <a:pt x="1028029" y="1151763"/>
                </a:cubicBezTo>
                <a:cubicBezTo>
                  <a:pt x="1022879" y="1151763"/>
                  <a:pt x="1018735" y="1147618"/>
                  <a:pt x="1018735" y="1142467"/>
                </a:cubicBezTo>
                <a:cubicBezTo>
                  <a:pt x="1018735" y="1137317"/>
                  <a:pt x="1022879" y="1133172"/>
                  <a:pt x="1028029" y="1133172"/>
                </a:cubicBezTo>
                <a:close/>
                <a:moveTo>
                  <a:pt x="2261066" y="1128398"/>
                </a:moveTo>
                <a:cubicBezTo>
                  <a:pt x="2277145" y="1128398"/>
                  <a:pt x="2290336" y="1141337"/>
                  <a:pt x="2290336" y="1157541"/>
                </a:cubicBezTo>
                <a:cubicBezTo>
                  <a:pt x="2290336" y="1173620"/>
                  <a:pt x="2277397" y="1186684"/>
                  <a:pt x="2261192" y="1186809"/>
                </a:cubicBezTo>
                <a:cubicBezTo>
                  <a:pt x="2244988" y="1186809"/>
                  <a:pt x="2231798" y="1173745"/>
                  <a:pt x="2231798" y="1157666"/>
                </a:cubicBezTo>
                <a:cubicBezTo>
                  <a:pt x="2231798" y="1141462"/>
                  <a:pt x="2244737" y="1128398"/>
                  <a:pt x="2261066" y="1128398"/>
                </a:cubicBezTo>
                <a:close/>
                <a:moveTo>
                  <a:pt x="2012727" y="1127396"/>
                </a:moveTo>
                <a:cubicBezTo>
                  <a:pt x="2019133" y="1127269"/>
                  <a:pt x="2024283" y="1132420"/>
                  <a:pt x="2024283" y="1138826"/>
                </a:cubicBezTo>
                <a:cubicBezTo>
                  <a:pt x="2024283" y="1145233"/>
                  <a:pt x="2019133" y="1150383"/>
                  <a:pt x="2012853" y="1150383"/>
                </a:cubicBezTo>
                <a:cubicBezTo>
                  <a:pt x="2006447" y="1150383"/>
                  <a:pt x="2001297" y="1145358"/>
                  <a:pt x="2001297" y="1138952"/>
                </a:cubicBezTo>
                <a:cubicBezTo>
                  <a:pt x="2001170" y="1132546"/>
                  <a:pt x="2006321" y="1127396"/>
                  <a:pt x="2012727" y="1127396"/>
                </a:cubicBezTo>
                <a:close/>
                <a:moveTo>
                  <a:pt x="271955" y="1121113"/>
                </a:moveTo>
                <a:cubicBezTo>
                  <a:pt x="278487" y="1121113"/>
                  <a:pt x="283763" y="1126388"/>
                  <a:pt x="283763" y="1132795"/>
                </a:cubicBezTo>
                <a:cubicBezTo>
                  <a:pt x="283763" y="1139327"/>
                  <a:pt x="278613" y="1144604"/>
                  <a:pt x="272081" y="1144604"/>
                </a:cubicBezTo>
                <a:cubicBezTo>
                  <a:pt x="265549" y="1144604"/>
                  <a:pt x="260273" y="1139453"/>
                  <a:pt x="260273" y="1132922"/>
                </a:cubicBezTo>
                <a:cubicBezTo>
                  <a:pt x="260273" y="1126515"/>
                  <a:pt x="265423" y="1121238"/>
                  <a:pt x="271955" y="1121113"/>
                </a:cubicBezTo>
                <a:close/>
                <a:moveTo>
                  <a:pt x="2675219" y="1120737"/>
                </a:moveTo>
                <a:cubicBezTo>
                  <a:pt x="2689037" y="1120612"/>
                  <a:pt x="2700341" y="1131791"/>
                  <a:pt x="2700341" y="1145608"/>
                </a:cubicBezTo>
                <a:cubicBezTo>
                  <a:pt x="2700468" y="1159426"/>
                  <a:pt x="2689287" y="1170731"/>
                  <a:pt x="2675471" y="1170731"/>
                </a:cubicBezTo>
                <a:cubicBezTo>
                  <a:pt x="2661653" y="1170731"/>
                  <a:pt x="2650348" y="1159552"/>
                  <a:pt x="2650348" y="1145735"/>
                </a:cubicBezTo>
                <a:cubicBezTo>
                  <a:pt x="2650348" y="1131917"/>
                  <a:pt x="2661402" y="1120612"/>
                  <a:pt x="2675219" y="1120737"/>
                </a:cubicBezTo>
                <a:close/>
                <a:moveTo>
                  <a:pt x="1199119" y="1117094"/>
                </a:moveTo>
                <a:cubicBezTo>
                  <a:pt x="1199622" y="1117094"/>
                  <a:pt x="1199998" y="1117471"/>
                  <a:pt x="1199998" y="1117974"/>
                </a:cubicBezTo>
                <a:cubicBezTo>
                  <a:pt x="1199998" y="1118477"/>
                  <a:pt x="1199622" y="1118853"/>
                  <a:pt x="1199119" y="1118853"/>
                </a:cubicBezTo>
                <a:cubicBezTo>
                  <a:pt x="1198617" y="1118853"/>
                  <a:pt x="1198239" y="1118477"/>
                  <a:pt x="1198239" y="1117974"/>
                </a:cubicBezTo>
                <a:cubicBezTo>
                  <a:pt x="1198239" y="1117471"/>
                  <a:pt x="1198617" y="1117094"/>
                  <a:pt x="1199119" y="1117094"/>
                </a:cubicBezTo>
                <a:close/>
                <a:moveTo>
                  <a:pt x="683595" y="1114204"/>
                </a:moveTo>
                <a:cubicBezTo>
                  <a:pt x="698167" y="1114204"/>
                  <a:pt x="710101" y="1125886"/>
                  <a:pt x="710101" y="1140457"/>
                </a:cubicBezTo>
                <a:cubicBezTo>
                  <a:pt x="710101" y="1155028"/>
                  <a:pt x="698419" y="1166837"/>
                  <a:pt x="683847" y="1166962"/>
                </a:cubicBezTo>
                <a:cubicBezTo>
                  <a:pt x="669276" y="1166962"/>
                  <a:pt x="657467" y="1155280"/>
                  <a:pt x="657342" y="1140709"/>
                </a:cubicBezTo>
                <a:cubicBezTo>
                  <a:pt x="657342" y="1126138"/>
                  <a:pt x="669024" y="1114329"/>
                  <a:pt x="683595" y="1114204"/>
                </a:cubicBezTo>
                <a:close/>
                <a:moveTo>
                  <a:pt x="1841388" y="1114079"/>
                </a:moveTo>
                <a:cubicBezTo>
                  <a:pt x="1842267" y="1114079"/>
                  <a:pt x="1843020" y="1114707"/>
                  <a:pt x="1843020" y="1115586"/>
                </a:cubicBezTo>
                <a:cubicBezTo>
                  <a:pt x="1843020" y="1116340"/>
                  <a:pt x="1842267" y="1117093"/>
                  <a:pt x="1841388" y="1117093"/>
                </a:cubicBezTo>
                <a:cubicBezTo>
                  <a:pt x="1840633" y="1117093"/>
                  <a:pt x="1839880" y="1116466"/>
                  <a:pt x="1839880" y="1115586"/>
                </a:cubicBezTo>
                <a:cubicBezTo>
                  <a:pt x="1839880" y="1114707"/>
                  <a:pt x="1840633" y="1114079"/>
                  <a:pt x="1841388" y="1114079"/>
                </a:cubicBezTo>
                <a:close/>
                <a:moveTo>
                  <a:pt x="2768678" y="1110812"/>
                </a:moveTo>
                <a:cubicBezTo>
                  <a:pt x="2775838" y="1110812"/>
                  <a:pt x="2781742" y="1116716"/>
                  <a:pt x="2781742" y="1123876"/>
                </a:cubicBezTo>
                <a:cubicBezTo>
                  <a:pt x="2781742" y="1131036"/>
                  <a:pt x="2775838" y="1136940"/>
                  <a:pt x="2768678" y="1136940"/>
                </a:cubicBezTo>
                <a:cubicBezTo>
                  <a:pt x="2761519" y="1136940"/>
                  <a:pt x="2755614" y="1131036"/>
                  <a:pt x="2755614" y="1123876"/>
                </a:cubicBezTo>
                <a:cubicBezTo>
                  <a:pt x="2755614" y="1116716"/>
                  <a:pt x="2761393" y="1110812"/>
                  <a:pt x="2768678" y="1110812"/>
                </a:cubicBezTo>
                <a:close/>
                <a:moveTo>
                  <a:pt x="178497" y="1104783"/>
                </a:moveTo>
                <a:cubicBezTo>
                  <a:pt x="182517" y="1104783"/>
                  <a:pt x="185657" y="1107923"/>
                  <a:pt x="185657" y="1111817"/>
                </a:cubicBezTo>
                <a:cubicBezTo>
                  <a:pt x="185657" y="1115837"/>
                  <a:pt x="182517" y="1118977"/>
                  <a:pt x="178622" y="1118977"/>
                </a:cubicBezTo>
                <a:cubicBezTo>
                  <a:pt x="174729" y="1118977"/>
                  <a:pt x="171463" y="1115837"/>
                  <a:pt x="171463" y="1111943"/>
                </a:cubicBezTo>
                <a:cubicBezTo>
                  <a:pt x="171463" y="1108049"/>
                  <a:pt x="174603" y="1104783"/>
                  <a:pt x="178497" y="1104783"/>
                </a:cubicBezTo>
                <a:close/>
                <a:moveTo>
                  <a:pt x="2356911" y="1099634"/>
                </a:moveTo>
                <a:cubicBezTo>
                  <a:pt x="2376255" y="1099508"/>
                  <a:pt x="2391957" y="1115084"/>
                  <a:pt x="2391957" y="1134430"/>
                </a:cubicBezTo>
                <a:cubicBezTo>
                  <a:pt x="2392083" y="1153649"/>
                  <a:pt x="2376507" y="1169477"/>
                  <a:pt x="2357162" y="1169477"/>
                </a:cubicBezTo>
                <a:cubicBezTo>
                  <a:pt x="2337943" y="1169602"/>
                  <a:pt x="2322242" y="1154026"/>
                  <a:pt x="2322117" y="1134680"/>
                </a:cubicBezTo>
                <a:cubicBezTo>
                  <a:pt x="2321990" y="1115336"/>
                  <a:pt x="2337566" y="1099634"/>
                  <a:pt x="2356911" y="1099634"/>
                </a:cubicBezTo>
                <a:close/>
                <a:moveTo>
                  <a:pt x="926031" y="1098251"/>
                </a:moveTo>
                <a:cubicBezTo>
                  <a:pt x="935830" y="1098251"/>
                  <a:pt x="943742" y="1106165"/>
                  <a:pt x="943742" y="1115962"/>
                </a:cubicBezTo>
                <a:cubicBezTo>
                  <a:pt x="943869" y="1125636"/>
                  <a:pt x="935955" y="1133674"/>
                  <a:pt x="926158" y="1133674"/>
                </a:cubicBezTo>
                <a:cubicBezTo>
                  <a:pt x="916359" y="1133800"/>
                  <a:pt x="908320" y="1125886"/>
                  <a:pt x="908320" y="1116087"/>
                </a:cubicBezTo>
                <a:cubicBezTo>
                  <a:pt x="908320" y="1106290"/>
                  <a:pt x="916234" y="1098376"/>
                  <a:pt x="926031" y="1098251"/>
                </a:cubicBezTo>
                <a:close/>
                <a:moveTo>
                  <a:pt x="588003" y="1097749"/>
                </a:moveTo>
                <a:cubicBezTo>
                  <a:pt x="599434" y="1097749"/>
                  <a:pt x="608856" y="1106919"/>
                  <a:pt x="608856" y="1118475"/>
                </a:cubicBezTo>
                <a:cubicBezTo>
                  <a:pt x="608856" y="1129907"/>
                  <a:pt x="599560" y="1139328"/>
                  <a:pt x="588128" y="1139328"/>
                </a:cubicBezTo>
                <a:cubicBezTo>
                  <a:pt x="576698" y="1139328"/>
                  <a:pt x="567401" y="1130032"/>
                  <a:pt x="567276" y="1118602"/>
                </a:cubicBezTo>
                <a:cubicBezTo>
                  <a:pt x="567276" y="1107170"/>
                  <a:pt x="576572" y="1097749"/>
                  <a:pt x="588003" y="1097749"/>
                </a:cubicBezTo>
                <a:close/>
                <a:moveTo>
                  <a:pt x="2861884" y="1094859"/>
                </a:moveTo>
                <a:cubicBezTo>
                  <a:pt x="2865903" y="1094859"/>
                  <a:pt x="2869169" y="1098124"/>
                  <a:pt x="2869169" y="1102144"/>
                </a:cubicBezTo>
                <a:cubicBezTo>
                  <a:pt x="2869169" y="1106164"/>
                  <a:pt x="2865903" y="1109430"/>
                  <a:pt x="2861884" y="1109430"/>
                </a:cubicBezTo>
                <a:cubicBezTo>
                  <a:pt x="2857864" y="1109430"/>
                  <a:pt x="2854598" y="1106164"/>
                  <a:pt x="2854598" y="1102144"/>
                </a:cubicBezTo>
                <a:cubicBezTo>
                  <a:pt x="2854598" y="1098124"/>
                  <a:pt x="2857864" y="1094859"/>
                  <a:pt x="2861884" y="1094859"/>
                </a:cubicBezTo>
                <a:close/>
                <a:moveTo>
                  <a:pt x="2114601" y="1091594"/>
                </a:moveTo>
                <a:cubicBezTo>
                  <a:pt x="2125781" y="1091594"/>
                  <a:pt x="2134825" y="1100638"/>
                  <a:pt x="2134825" y="1111692"/>
                </a:cubicBezTo>
                <a:cubicBezTo>
                  <a:pt x="2134825" y="1122872"/>
                  <a:pt x="2125781" y="1131916"/>
                  <a:pt x="2114727" y="1131916"/>
                </a:cubicBezTo>
                <a:cubicBezTo>
                  <a:pt x="2103547" y="1131916"/>
                  <a:pt x="2094503" y="1122998"/>
                  <a:pt x="2094503" y="1111818"/>
                </a:cubicBezTo>
                <a:cubicBezTo>
                  <a:pt x="2094377" y="1100638"/>
                  <a:pt x="2103422" y="1091594"/>
                  <a:pt x="2114601" y="1091594"/>
                </a:cubicBezTo>
                <a:close/>
                <a:moveTo>
                  <a:pt x="85165" y="1087574"/>
                </a:moveTo>
                <a:cubicBezTo>
                  <a:pt x="87048" y="1087447"/>
                  <a:pt x="88556" y="1088955"/>
                  <a:pt x="88556" y="1090840"/>
                </a:cubicBezTo>
                <a:cubicBezTo>
                  <a:pt x="88556" y="1092599"/>
                  <a:pt x="87048" y="1094107"/>
                  <a:pt x="85291" y="1094107"/>
                </a:cubicBezTo>
                <a:cubicBezTo>
                  <a:pt x="83406" y="1094107"/>
                  <a:pt x="81899" y="1092725"/>
                  <a:pt x="81899" y="1090840"/>
                </a:cubicBezTo>
                <a:cubicBezTo>
                  <a:pt x="81899" y="1089081"/>
                  <a:pt x="83406" y="1087574"/>
                  <a:pt x="85165" y="1087574"/>
                </a:cubicBezTo>
                <a:close/>
                <a:moveTo>
                  <a:pt x="2452379" y="1080791"/>
                </a:moveTo>
                <a:cubicBezTo>
                  <a:pt x="2469588" y="1080791"/>
                  <a:pt x="2483532" y="1094608"/>
                  <a:pt x="2483532" y="1111691"/>
                </a:cubicBezTo>
                <a:cubicBezTo>
                  <a:pt x="2483532" y="1128902"/>
                  <a:pt x="2469713" y="1142845"/>
                  <a:pt x="2452630" y="1142845"/>
                </a:cubicBezTo>
                <a:cubicBezTo>
                  <a:pt x="2435546" y="1142845"/>
                  <a:pt x="2421604" y="1129027"/>
                  <a:pt x="2421604" y="1111943"/>
                </a:cubicBezTo>
                <a:cubicBezTo>
                  <a:pt x="2421477" y="1094860"/>
                  <a:pt x="2435295" y="1080916"/>
                  <a:pt x="2452379" y="1080791"/>
                </a:cubicBezTo>
                <a:close/>
                <a:moveTo>
                  <a:pt x="492912" y="1079533"/>
                </a:moveTo>
                <a:cubicBezTo>
                  <a:pt x="502458" y="1079533"/>
                  <a:pt x="510247" y="1087195"/>
                  <a:pt x="510247" y="1096741"/>
                </a:cubicBezTo>
                <a:cubicBezTo>
                  <a:pt x="510247" y="1106288"/>
                  <a:pt x="502584" y="1114076"/>
                  <a:pt x="493038" y="1114076"/>
                </a:cubicBezTo>
                <a:cubicBezTo>
                  <a:pt x="483492" y="1114076"/>
                  <a:pt x="475703" y="1106413"/>
                  <a:pt x="475703" y="1096867"/>
                </a:cubicBezTo>
                <a:cubicBezTo>
                  <a:pt x="475703" y="1087320"/>
                  <a:pt x="483365" y="1079533"/>
                  <a:pt x="492912" y="1079533"/>
                </a:cubicBezTo>
                <a:close/>
                <a:moveTo>
                  <a:pt x="2955090" y="1077649"/>
                </a:moveTo>
                <a:cubicBezTo>
                  <a:pt x="2956723" y="1077649"/>
                  <a:pt x="2957978" y="1078904"/>
                  <a:pt x="2957978" y="1080539"/>
                </a:cubicBezTo>
                <a:cubicBezTo>
                  <a:pt x="2957978" y="1082171"/>
                  <a:pt x="2956723" y="1083427"/>
                  <a:pt x="2955090" y="1083427"/>
                </a:cubicBezTo>
                <a:cubicBezTo>
                  <a:pt x="2953456" y="1083427"/>
                  <a:pt x="2952200" y="1082171"/>
                  <a:pt x="2952200" y="1080539"/>
                </a:cubicBezTo>
                <a:cubicBezTo>
                  <a:pt x="2952200" y="1078904"/>
                  <a:pt x="2953582" y="1077649"/>
                  <a:pt x="2955090" y="1077649"/>
                </a:cubicBezTo>
                <a:close/>
                <a:moveTo>
                  <a:pt x="1951427" y="1074635"/>
                </a:moveTo>
                <a:cubicBezTo>
                  <a:pt x="1954317" y="1074635"/>
                  <a:pt x="1956577" y="1076897"/>
                  <a:pt x="1956577" y="1079659"/>
                </a:cubicBezTo>
                <a:cubicBezTo>
                  <a:pt x="1956577" y="1082549"/>
                  <a:pt x="1954192" y="1084809"/>
                  <a:pt x="1951427" y="1084809"/>
                </a:cubicBezTo>
                <a:cubicBezTo>
                  <a:pt x="1948538" y="1084934"/>
                  <a:pt x="1946277" y="1082549"/>
                  <a:pt x="1946277" y="1079785"/>
                </a:cubicBezTo>
                <a:cubicBezTo>
                  <a:pt x="1946277" y="1077022"/>
                  <a:pt x="1948538" y="1074635"/>
                  <a:pt x="1951427" y="1074635"/>
                </a:cubicBezTo>
                <a:close/>
                <a:moveTo>
                  <a:pt x="1272730" y="1074134"/>
                </a:moveTo>
                <a:cubicBezTo>
                  <a:pt x="1273233" y="1074134"/>
                  <a:pt x="1273609" y="1074511"/>
                  <a:pt x="1273609" y="1075014"/>
                </a:cubicBezTo>
                <a:cubicBezTo>
                  <a:pt x="1273609" y="1075517"/>
                  <a:pt x="1273233" y="1075893"/>
                  <a:pt x="1272730" y="1075893"/>
                </a:cubicBezTo>
                <a:cubicBezTo>
                  <a:pt x="1272228" y="1075893"/>
                  <a:pt x="1271850" y="1075517"/>
                  <a:pt x="1271850" y="1075014"/>
                </a:cubicBezTo>
                <a:cubicBezTo>
                  <a:pt x="1271850" y="1074511"/>
                  <a:pt x="1272353" y="1074134"/>
                  <a:pt x="1272730" y="1074134"/>
                </a:cubicBezTo>
                <a:close/>
                <a:moveTo>
                  <a:pt x="1088953" y="1073630"/>
                </a:moveTo>
                <a:cubicBezTo>
                  <a:pt x="1094229" y="1073630"/>
                  <a:pt x="1098374" y="1077775"/>
                  <a:pt x="1098374" y="1082925"/>
                </a:cubicBezTo>
                <a:cubicBezTo>
                  <a:pt x="1098374" y="1088076"/>
                  <a:pt x="1094229" y="1092221"/>
                  <a:pt x="1089078" y="1092221"/>
                </a:cubicBezTo>
                <a:cubicBezTo>
                  <a:pt x="1083928" y="1092221"/>
                  <a:pt x="1079784" y="1088076"/>
                  <a:pt x="1079784" y="1082925"/>
                </a:cubicBezTo>
                <a:cubicBezTo>
                  <a:pt x="1079784" y="1077775"/>
                  <a:pt x="1083928" y="1073630"/>
                  <a:pt x="1088953" y="1073630"/>
                </a:cubicBezTo>
                <a:close/>
                <a:moveTo>
                  <a:pt x="1767401" y="1072751"/>
                </a:moveTo>
                <a:cubicBezTo>
                  <a:pt x="1767652" y="1072626"/>
                  <a:pt x="1767904" y="1072878"/>
                  <a:pt x="1767904" y="1073128"/>
                </a:cubicBezTo>
                <a:cubicBezTo>
                  <a:pt x="1767904" y="1073380"/>
                  <a:pt x="1767777" y="1073631"/>
                  <a:pt x="1767527" y="1073631"/>
                </a:cubicBezTo>
                <a:cubicBezTo>
                  <a:pt x="1767276" y="1073631"/>
                  <a:pt x="1767024" y="1073506"/>
                  <a:pt x="1767024" y="1073254"/>
                </a:cubicBezTo>
                <a:cubicBezTo>
                  <a:pt x="1767024" y="1073003"/>
                  <a:pt x="1767276" y="1072751"/>
                  <a:pt x="1767401" y="1072751"/>
                </a:cubicBezTo>
                <a:close/>
                <a:moveTo>
                  <a:pt x="825917" y="1064838"/>
                </a:moveTo>
                <a:cubicBezTo>
                  <a:pt x="840363" y="1064838"/>
                  <a:pt x="852297" y="1076520"/>
                  <a:pt x="852297" y="1091091"/>
                </a:cubicBezTo>
                <a:cubicBezTo>
                  <a:pt x="852297" y="1105537"/>
                  <a:pt x="840615" y="1117471"/>
                  <a:pt x="826043" y="1117471"/>
                </a:cubicBezTo>
                <a:cubicBezTo>
                  <a:pt x="811472" y="1117471"/>
                  <a:pt x="799538" y="1105789"/>
                  <a:pt x="799538" y="1091218"/>
                </a:cubicBezTo>
                <a:cubicBezTo>
                  <a:pt x="799538" y="1076646"/>
                  <a:pt x="811220" y="1064838"/>
                  <a:pt x="825917" y="1064838"/>
                </a:cubicBezTo>
                <a:close/>
                <a:moveTo>
                  <a:pt x="2547470" y="1064335"/>
                </a:moveTo>
                <a:cubicBezTo>
                  <a:pt x="2561287" y="1064210"/>
                  <a:pt x="2572593" y="1075389"/>
                  <a:pt x="2572593" y="1089206"/>
                </a:cubicBezTo>
                <a:cubicBezTo>
                  <a:pt x="2572593" y="1103024"/>
                  <a:pt x="2561413" y="1114329"/>
                  <a:pt x="2547596" y="1114329"/>
                </a:cubicBezTo>
                <a:cubicBezTo>
                  <a:pt x="2533779" y="1114455"/>
                  <a:pt x="2522473" y="1103275"/>
                  <a:pt x="2522473" y="1089458"/>
                </a:cubicBezTo>
                <a:cubicBezTo>
                  <a:pt x="2522473" y="1075640"/>
                  <a:pt x="2533652" y="1064335"/>
                  <a:pt x="2547470" y="1064335"/>
                </a:cubicBezTo>
                <a:close/>
                <a:moveTo>
                  <a:pt x="398073" y="1060566"/>
                </a:moveTo>
                <a:cubicBezTo>
                  <a:pt x="406237" y="1060566"/>
                  <a:pt x="412769" y="1067098"/>
                  <a:pt x="412769" y="1075137"/>
                </a:cubicBezTo>
                <a:cubicBezTo>
                  <a:pt x="412769" y="1083177"/>
                  <a:pt x="406237" y="1089834"/>
                  <a:pt x="398198" y="1089834"/>
                </a:cubicBezTo>
                <a:cubicBezTo>
                  <a:pt x="390284" y="1089834"/>
                  <a:pt x="383627" y="1083302"/>
                  <a:pt x="383627" y="1075263"/>
                </a:cubicBezTo>
                <a:cubicBezTo>
                  <a:pt x="383627" y="1067223"/>
                  <a:pt x="390033" y="1060566"/>
                  <a:pt x="398073" y="1060566"/>
                </a:cubicBezTo>
                <a:close/>
                <a:moveTo>
                  <a:pt x="2214465" y="1059184"/>
                </a:moveTo>
                <a:cubicBezTo>
                  <a:pt x="2229288" y="1059184"/>
                  <a:pt x="2241221" y="1071118"/>
                  <a:pt x="2241348" y="1085940"/>
                </a:cubicBezTo>
                <a:cubicBezTo>
                  <a:pt x="2241348" y="1100763"/>
                  <a:pt x="2229414" y="1112822"/>
                  <a:pt x="2214590" y="1112822"/>
                </a:cubicBezTo>
                <a:cubicBezTo>
                  <a:pt x="2199768" y="1112947"/>
                  <a:pt x="2187709" y="1101013"/>
                  <a:pt x="2187709" y="1086191"/>
                </a:cubicBezTo>
                <a:cubicBezTo>
                  <a:pt x="2187709" y="1071368"/>
                  <a:pt x="2199643" y="1059309"/>
                  <a:pt x="2214465" y="1059184"/>
                </a:cubicBezTo>
                <a:close/>
                <a:moveTo>
                  <a:pt x="2642057" y="1047126"/>
                </a:moveTo>
                <a:cubicBezTo>
                  <a:pt x="2653112" y="1047126"/>
                  <a:pt x="2662029" y="1055918"/>
                  <a:pt x="2662029" y="1066974"/>
                </a:cubicBezTo>
                <a:cubicBezTo>
                  <a:pt x="2662029" y="1077902"/>
                  <a:pt x="2653112" y="1086946"/>
                  <a:pt x="2642183" y="1086946"/>
                </a:cubicBezTo>
                <a:cubicBezTo>
                  <a:pt x="2631129" y="1086946"/>
                  <a:pt x="2622210" y="1078153"/>
                  <a:pt x="2622210" y="1067099"/>
                </a:cubicBezTo>
                <a:cubicBezTo>
                  <a:pt x="2622084" y="1056170"/>
                  <a:pt x="2631002" y="1047251"/>
                  <a:pt x="2642057" y="1047126"/>
                </a:cubicBezTo>
                <a:close/>
                <a:moveTo>
                  <a:pt x="303610" y="1041975"/>
                </a:moveTo>
                <a:cubicBezTo>
                  <a:pt x="310142" y="1041975"/>
                  <a:pt x="315418" y="1047125"/>
                  <a:pt x="315418" y="1053657"/>
                </a:cubicBezTo>
                <a:cubicBezTo>
                  <a:pt x="315418" y="1060189"/>
                  <a:pt x="310268" y="1065466"/>
                  <a:pt x="303736" y="1065466"/>
                </a:cubicBezTo>
                <a:cubicBezTo>
                  <a:pt x="297204" y="1065466"/>
                  <a:pt x="291928" y="1060316"/>
                  <a:pt x="291928" y="1053784"/>
                </a:cubicBezTo>
                <a:cubicBezTo>
                  <a:pt x="291928" y="1047377"/>
                  <a:pt x="297204" y="1042100"/>
                  <a:pt x="303610" y="1041975"/>
                </a:cubicBezTo>
                <a:close/>
                <a:moveTo>
                  <a:pt x="1351993" y="1041348"/>
                </a:moveTo>
                <a:cubicBezTo>
                  <a:pt x="1353250" y="1041348"/>
                  <a:pt x="1354255" y="1042353"/>
                  <a:pt x="1354255" y="1043610"/>
                </a:cubicBezTo>
                <a:cubicBezTo>
                  <a:pt x="1354255" y="1044865"/>
                  <a:pt x="1353375" y="1045870"/>
                  <a:pt x="1352119" y="1045870"/>
                </a:cubicBezTo>
                <a:cubicBezTo>
                  <a:pt x="1350862" y="1045870"/>
                  <a:pt x="1349857" y="1044865"/>
                  <a:pt x="1349857" y="1043610"/>
                </a:cubicBezTo>
                <a:cubicBezTo>
                  <a:pt x="1349857" y="1042353"/>
                  <a:pt x="1350737" y="1041473"/>
                  <a:pt x="1351993" y="1041348"/>
                </a:cubicBezTo>
                <a:close/>
                <a:moveTo>
                  <a:pt x="1688012" y="1039840"/>
                </a:moveTo>
                <a:cubicBezTo>
                  <a:pt x="1689394" y="1039840"/>
                  <a:pt x="1690649" y="1040970"/>
                  <a:pt x="1690649" y="1042477"/>
                </a:cubicBezTo>
                <a:cubicBezTo>
                  <a:pt x="1690649" y="1043985"/>
                  <a:pt x="1689519" y="1045115"/>
                  <a:pt x="1688012" y="1045115"/>
                </a:cubicBezTo>
                <a:cubicBezTo>
                  <a:pt x="1686632" y="1045115"/>
                  <a:pt x="1685375" y="1043985"/>
                  <a:pt x="1685375" y="1042477"/>
                </a:cubicBezTo>
                <a:cubicBezTo>
                  <a:pt x="1685375" y="1040970"/>
                  <a:pt x="1686632" y="1039714"/>
                  <a:pt x="1688012" y="1039840"/>
                </a:cubicBezTo>
                <a:close/>
                <a:moveTo>
                  <a:pt x="727058" y="1037579"/>
                </a:moveTo>
                <a:cubicBezTo>
                  <a:pt x="743389" y="1037453"/>
                  <a:pt x="756830" y="1050769"/>
                  <a:pt x="756830" y="1067098"/>
                </a:cubicBezTo>
                <a:cubicBezTo>
                  <a:pt x="756955" y="1083429"/>
                  <a:pt x="743639" y="1096870"/>
                  <a:pt x="727310" y="1096870"/>
                </a:cubicBezTo>
                <a:cubicBezTo>
                  <a:pt x="710979" y="1096995"/>
                  <a:pt x="697539" y="1083679"/>
                  <a:pt x="697539" y="1067350"/>
                </a:cubicBezTo>
                <a:cubicBezTo>
                  <a:pt x="697412" y="1051019"/>
                  <a:pt x="710603" y="1037579"/>
                  <a:pt x="727058" y="1037579"/>
                </a:cubicBezTo>
                <a:close/>
                <a:moveTo>
                  <a:pt x="982559" y="1034565"/>
                </a:moveTo>
                <a:cubicBezTo>
                  <a:pt x="992232" y="1034565"/>
                  <a:pt x="1000270" y="1042479"/>
                  <a:pt x="1000270" y="1052276"/>
                </a:cubicBezTo>
                <a:cubicBezTo>
                  <a:pt x="1000397" y="1061949"/>
                  <a:pt x="992483" y="1069987"/>
                  <a:pt x="982686" y="1069987"/>
                </a:cubicBezTo>
                <a:cubicBezTo>
                  <a:pt x="972887" y="1069987"/>
                  <a:pt x="964848" y="1062074"/>
                  <a:pt x="964848" y="1052276"/>
                </a:cubicBezTo>
                <a:cubicBezTo>
                  <a:pt x="964848" y="1042479"/>
                  <a:pt x="972762" y="1034565"/>
                  <a:pt x="982559" y="1034565"/>
                </a:cubicBezTo>
                <a:close/>
                <a:moveTo>
                  <a:pt x="2736395" y="1031926"/>
                </a:moveTo>
                <a:cubicBezTo>
                  <a:pt x="2743555" y="1031926"/>
                  <a:pt x="2749459" y="1037830"/>
                  <a:pt x="2749459" y="1044990"/>
                </a:cubicBezTo>
                <a:cubicBezTo>
                  <a:pt x="2749459" y="1052150"/>
                  <a:pt x="2743555" y="1058054"/>
                  <a:pt x="2736395" y="1058054"/>
                </a:cubicBezTo>
                <a:cubicBezTo>
                  <a:pt x="2729236" y="1058054"/>
                  <a:pt x="2723331" y="1052150"/>
                  <a:pt x="2723331" y="1044990"/>
                </a:cubicBezTo>
                <a:cubicBezTo>
                  <a:pt x="2723331" y="1037830"/>
                  <a:pt x="2729109" y="1031926"/>
                  <a:pt x="2736395" y="1031926"/>
                </a:cubicBezTo>
                <a:close/>
                <a:moveTo>
                  <a:pt x="2057571" y="1028158"/>
                </a:moveTo>
                <a:cubicBezTo>
                  <a:pt x="2068751" y="1028158"/>
                  <a:pt x="2077795" y="1037202"/>
                  <a:pt x="2077795" y="1048256"/>
                </a:cubicBezTo>
                <a:cubicBezTo>
                  <a:pt x="2077795" y="1059436"/>
                  <a:pt x="2068751" y="1068480"/>
                  <a:pt x="2057697" y="1068480"/>
                </a:cubicBezTo>
                <a:cubicBezTo>
                  <a:pt x="2046517" y="1068480"/>
                  <a:pt x="2037473" y="1059562"/>
                  <a:pt x="2037473" y="1048382"/>
                </a:cubicBezTo>
                <a:cubicBezTo>
                  <a:pt x="2037347" y="1037327"/>
                  <a:pt x="2046392" y="1028283"/>
                  <a:pt x="2057571" y="1028158"/>
                </a:cubicBezTo>
                <a:close/>
                <a:moveTo>
                  <a:pt x="2312948" y="1028033"/>
                </a:moveTo>
                <a:cubicBezTo>
                  <a:pt x="2331414" y="1027907"/>
                  <a:pt x="2346361" y="1042855"/>
                  <a:pt x="2346487" y="1061320"/>
                </a:cubicBezTo>
                <a:cubicBezTo>
                  <a:pt x="2346613" y="1079786"/>
                  <a:pt x="2331664" y="1094733"/>
                  <a:pt x="2313199" y="1094859"/>
                </a:cubicBezTo>
                <a:cubicBezTo>
                  <a:pt x="2294734" y="1094859"/>
                  <a:pt x="2279661" y="1080036"/>
                  <a:pt x="2279661" y="1061571"/>
                </a:cubicBezTo>
                <a:cubicBezTo>
                  <a:pt x="2279534" y="1043107"/>
                  <a:pt x="2294482" y="1028158"/>
                  <a:pt x="2312948" y="1028033"/>
                </a:cubicBezTo>
                <a:close/>
                <a:moveTo>
                  <a:pt x="209399" y="1026901"/>
                </a:moveTo>
                <a:cubicBezTo>
                  <a:pt x="212413" y="1026901"/>
                  <a:pt x="214926" y="1029413"/>
                  <a:pt x="214926" y="1032428"/>
                </a:cubicBezTo>
                <a:cubicBezTo>
                  <a:pt x="214926" y="1035443"/>
                  <a:pt x="212413" y="1037955"/>
                  <a:pt x="209399" y="1037955"/>
                </a:cubicBezTo>
                <a:cubicBezTo>
                  <a:pt x="206384" y="1037955"/>
                  <a:pt x="203872" y="1035443"/>
                  <a:pt x="203872" y="1032428"/>
                </a:cubicBezTo>
                <a:cubicBezTo>
                  <a:pt x="203872" y="1029413"/>
                  <a:pt x="206384" y="1026901"/>
                  <a:pt x="209399" y="1026901"/>
                </a:cubicBezTo>
                <a:close/>
                <a:moveTo>
                  <a:pt x="1435023" y="1023259"/>
                </a:moveTo>
                <a:cubicBezTo>
                  <a:pt x="1435651" y="1023259"/>
                  <a:pt x="1436155" y="1023761"/>
                  <a:pt x="1436155" y="1024389"/>
                </a:cubicBezTo>
                <a:cubicBezTo>
                  <a:pt x="1436155" y="1025017"/>
                  <a:pt x="1435651" y="1025520"/>
                  <a:pt x="1435023" y="1025520"/>
                </a:cubicBezTo>
                <a:cubicBezTo>
                  <a:pt x="1434396" y="1025520"/>
                  <a:pt x="1433893" y="1025017"/>
                  <a:pt x="1433893" y="1024389"/>
                </a:cubicBezTo>
                <a:cubicBezTo>
                  <a:pt x="1433893" y="1023761"/>
                  <a:pt x="1434396" y="1023259"/>
                  <a:pt x="1435023" y="1023259"/>
                </a:cubicBezTo>
                <a:close/>
                <a:moveTo>
                  <a:pt x="1604981" y="1022631"/>
                </a:moveTo>
                <a:cubicBezTo>
                  <a:pt x="1605609" y="1022631"/>
                  <a:pt x="1606113" y="1023133"/>
                  <a:pt x="1606113" y="1023761"/>
                </a:cubicBezTo>
                <a:cubicBezTo>
                  <a:pt x="1606113" y="1024389"/>
                  <a:pt x="1605609" y="1024891"/>
                  <a:pt x="1604981" y="1024891"/>
                </a:cubicBezTo>
                <a:cubicBezTo>
                  <a:pt x="1604354" y="1024891"/>
                  <a:pt x="1603851" y="1024389"/>
                  <a:pt x="1603851" y="1023761"/>
                </a:cubicBezTo>
                <a:cubicBezTo>
                  <a:pt x="1603851" y="1023133"/>
                  <a:pt x="1604354" y="1022631"/>
                  <a:pt x="1604981" y="1022631"/>
                </a:cubicBezTo>
                <a:close/>
                <a:moveTo>
                  <a:pt x="1157039" y="1022003"/>
                </a:moveTo>
                <a:cubicBezTo>
                  <a:pt x="1162314" y="1022003"/>
                  <a:pt x="1166585" y="1026273"/>
                  <a:pt x="1166585" y="1031550"/>
                </a:cubicBezTo>
                <a:cubicBezTo>
                  <a:pt x="1166711" y="1036826"/>
                  <a:pt x="1162441" y="1041096"/>
                  <a:pt x="1157164" y="1041096"/>
                </a:cubicBezTo>
                <a:cubicBezTo>
                  <a:pt x="1151888" y="1041096"/>
                  <a:pt x="1147618" y="1036951"/>
                  <a:pt x="1147618" y="1031675"/>
                </a:cubicBezTo>
                <a:cubicBezTo>
                  <a:pt x="1147618" y="1026400"/>
                  <a:pt x="1151888" y="1022253"/>
                  <a:pt x="1157039" y="1022003"/>
                </a:cubicBezTo>
                <a:close/>
                <a:moveTo>
                  <a:pt x="629330" y="1019491"/>
                </a:moveTo>
                <a:cubicBezTo>
                  <a:pt x="642896" y="1019491"/>
                  <a:pt x="653950" y="1030420"/>
                  <a:pt x="653950" y="1043986"/>
                </a:cubicBezTo>
                <a:cubicBezTo>
                  <a:pt x="653950" y="1057552"/>
                  <a:pt x="643021" y="1068606"/>
                  <a:pt x="629455" y="1068606"/>
                </a:cubicBezTo>
                <a:cubicBezTo>
                  <a:pt x="615889" y="1068606"/>
                  <a:pt x="604960" y="1057677"/>
                  <a:pt x="604835" y="1044111"/>
                </a:cubicBezTo>
                <a:cubicBezTo>
                  <a:pt x="604835" y="1030545"/>
                  <a:pt x="615763" y="1019491"/>
                  <a:pt x="629330" y="1019491"/>
                </a:cubicBezTo>
                <a:close/>
                <a:moveTo>
                  <a:pt x="2830480" y="1019113"/>
                </a:moveTo>
                <a:cubicBezTo>
                  <a:pt x="2832616" y="1019113"/>
                  <a:pt x="2834248" y="1020746"/>
                  <a:pt x="2834248" y="1022882"/>
                </a:cubicBezTo>
                <a:cubicBezTo>
                  <a:pt x="2834248" y="1025017"/>
                  <a:pt x="2832616" y="1026650"/>
                  <a:pt x="2830480" y="1026650"/>
                </a:cubicBezTo>
                <a:cubicBezTo>
                  <a:pt x="2828469" y="1026650"/>
                  <a:pt x="2826711" y="1025017"/>
                  <a:pt x="2826711" y="1022882"/>
                </a:cubicBezTo>
                <a:cubicBezTo>
                  <a:pt x="2826711" y="1020871"/>
                  <a:pt x="2828469" y="1019113"/>
                  <a:pt x="2830480" y="1019113"/>
                </a:cubicBezTo>
                <a:close/>
                <a:moveTo>
                  <a:pt x="1519941" y="1016852"/>
                </a:moveTo>
                <a:cubicBezTo>
                  <a:pt x="1520444" y="1016852"/>
                  <a:pt x="1520820" y="1017229"/>
                  <a:pt x="1520820" y="1017732"/>
                </a:cubicBezTo>
                <a:cubicBezTo>
                  <a:pt x="1520820" y="1018235"/>
                  <a:pt x="1520444" y="1018611"/>
                  <a:pt x="1519941" y="1018611"/>
                </a:cubicBezTo>
                <a:cubicBezTo>
                  <a:pt x="1519439" y="1018611"/>
                  <a:pt x="1519061" y="1018235"/>
                  <a:pt x="1519061" y="1017732"/>
                </a:cubicBezTo>
                <a:cubicBezTo>
                  <a:pt x="1519061" y="1017229"/>
                  <a:pt x="1519439" y="1016852"/>
                  <a:pt x="1519941" y="1016852"/>
                </a:cubicBezTo>
                <a:close/>
                <a:moveTo>
                  <a:pt x="1882967" y="1016226"/>
                </a:moveTo>
                <a:cubicBezTo>
                  <a:pt x="1890002" y="1016226"/>
                  <a:pt x="1895779" y="1021878"/>
                  <a:pt x="1895779" y="1029038"/>
                </a:cubicBezTo>
                <a:cubicBezTo>
                  <a:pt x="1895779" y="1036199"/>
                  <a:pt x="1890002" y="1041977"/>
                  <a:pt x="1882967" y="1041977"/>
                </a:cubicBezTo>
                <a:cubicBezTo>
                  <a:pt x="1875807" y="1041977"/>
                  <a:pt x="1870028" y="1036199"/>
                  <a:pt x="1870028" y="1029165"/>
                </a:cubicBezTo>
                <a:cubicBezTo>
                  <a:pt x="1870028" y="1022004"/>
                  <a:pt x="1875681" y="1016226"/>
                  <a:pt x="1882967" y="1016226"/>
                </a:cubicBezTo>
                <a:close/>
                <a:moveTo>
                  <a:pt x="115313" y="1008562"/>
                </a:moveTo>
                <a:cubicBezTo>
                  <a:pt x="116695" y="1008562"/>
                  <a:pt x="117825" y="1009567"/>
                  <a:pt x="117825" y="1010949"/>
                </a:cubicBezTo>
                <a:cubicBezTo>
                  <a:pt x="117825" y="1012330"/>
                  <a:pt x="116820" y="1013461"/>
                  <a:pt x="115439" y="1013461"/>
                </a:cubicBezTo>
                <a:cubicBezTo>
                  <a:pt x="114057" y="1013461"/>
                  <a:pt x="112927" y="1012456"/>
                  <a:pt x="112927" y="1011074"/>
                </a:cubicBezTo>
                <a:cubicBezTo>
                  <a:pt x="112927" y="1009817"/>
                  <a:pt x="114057" y="1008687"/>
                  <a:pt x="115313" y="1008562"/>
                </a:cubicBezTo>
                <a:close/>
                <a:moveTo>
                  <a:pt x="532479" y="1004667"/>
                </a:moveTo>
                <a:cubicBezTo>
                  <a:pt x="541649" y="1004667"/>
                  <a:pt x="549186" y="1012079"/>
                  <a:pt x="549186" y="1021248"/>
                </a:cubicBezTo>
                <a:cubicBezTo>
                  <a:pt x="549186" y="1030418"/>
                  <a:pt x="541775" y="1037955"/>
                  <a:pt x="532604" y="1037955"/>
                </a:cubicBezTo>
                <a:cubicBezTo>
                  <a:pt x="523435" y="1037955"/>
                  <a:pt x="515898" y="1030543"/>
                  <a:pt x="515898" y="1021374"/>
                </a:cubicBezTo>
                <a:cubicBezTo>
                  <a:pt x="515898" y="1012204"/>
                  <a:pt x="523309" y="1004667"/>
                  <a:pt x="532479" y="1004667"/>
                </a:cubicBezTo>
                <a:close/>
                <a:moveTo>
                  <a:pt x="2410549" y="1004165"/>
                </a:moveTo>
                <a:cubicBezTo>
                  <a:pt x="2429015" y="1004165"/>
                  <a:pt x="2443962" y="1018988"/>
                  <a:pt x="2444088" y="1037452"/>
                </a:cubicBezTo>
                <a:cubicBezTo>
                  <a:pt x="2444214" y="1055917"/>
                  <a:pt x="2429265" y="1070866"/>
                  <a:pt x="2410800" y="1070991"/>
                </a:cubicBezTo>
                <a:cubicBezTo>
                  <a:pt x="2392335" y="1071116"/>
                  <a:pt x="2377387" y="1056168"/>
                  <a:pt x="2377262" y="1037704"/>
                </a:cubicBezTo>
                <a:cubicBezTo>
                  <a:pt x="2377135" y="1019238"/>
                  <a:pt x="2392083" y="1004165"/>
                  <a:pt x="2410549" y="1004165"/>
                </a:cubicBezTo>
                <a:close/>
                <a:moveTo>
                  <a:pt x="2924439" y="999644"/>
                </a:moveTo>
                <a:cubicBezTo>
                  <a:pt x="2925192" y="999518"/>
                  <a:pt x="2925822" y="1000146"/>
                  <a:pt x="2925822" y="1000900"/>
                </a:cubicBezTo>
                <a:cubicBezTo>
                  <a:pt x="2925822" y="1001528"/>
                  <a:pt x="2925192" y="1002156"/>
                  <a:pt x="2924439" y="1002156"/>
                </a:cubicBezTo>
                <a:cubicBezTo>
                  <a:pt x="2923685" y="1002156"/>
                  <a:pt x="2923057" y="1001653"/>
                  <a:pt x="2923057" y="1000900"/>
                </a:cubicBezTo>
                <a:cubicBezTo>
                  <a:pt x="2923057" y="1000271"/>
                  <a:pt x="2923685" y="999644"/>
                  <a:pt x="2924439" y="999644"/>
                </a:cubicBezTo>
                <a:close/>
                <a:moveTo>
                  <a:pt x="878675" y="993740"/>
                </a:moveTo>
                <a:cubicBezTo>
                  <a:pt x="895509" y="993614"/>
                  <a:pt x="909326" y="1007307"/>
                  <a:pt x="909326" y="1024139"/>
                </a:cubicBezTo>
                <a:cubicBezTo>
                  <a:pt x="909451" y="1040973"/>
                  <a:pt x="895759" y="1054790"/>
                  <a:pt x="878927" y="1054790"/>
                </a:cubicBezTo>
                <a:cubicBezTo>
                  <a:pt x="862094" y="1054915"/>
                  <a:pt x="848277" y="1041223"/>
                  <a:pt x="848277" y="1024391"/>
                </a:cubicBezTo>
                <a:cubicBezTo>
                  <a:pt x="848150" y="1007558"/>
                  <a:pt x="861844" y="993865"/>
                  <a:pt x="878675" y="993740"/>
                </a:cubicBezTo>
                <a:close/>
                <a:moveTo>
                  <a:pt x="2160953" y="989090"/>
                </a:moveTo>
                <a:cubicBezTo>
                  <a:pt x="2177786" y="988964"/>
                  <a:pt x="2191604" y="1002657"/>
                  <a:pt x="2191604" y="1019489"/>
                </a:cubicBezTo>
                <a:cubicBezTo>
                  <a:pt x="2191730" y="1036323"/>
                  <a:pt x="2178036" y="1050140"/>
                  <a:pt x="2161205" y="1050140"/>
                </a:cubicBezTo>
                <a:cubicBezTo>
                  <a:pt x="2144373" y="1050265"/>
                  <a:pt x="2130554" y="1036573"/>
                  <a:pt x="2130554" y="1019741"/>
                </a:cubicBezTo>
                <a:cubicBezTo>
                  <a:pt x="2130554" y="1002908"/>
                  <a:pt x="2144121" y="989090"/>
                  <a:pt x="2160953" y="989090"/>
                </a:cubicBezTo>
                <a:close/>
                <a:moveTo>
                  <a:pt x="2507272" y="985826"/>
                </a:moveTo>
                <a:cubicBezTo>
                  <a:pt x="2522847" y="985826"/>
                  <a:pt x="2535661" y="998387"/>
                  <a:pt x="2535661" y="1014089"/>
                </a:cubicBezTo>
                <a:cubicBezTo>
                  <a:pt x="2535661" y="1029665"/>
                  <a:pt x="2522974" y="1042478"/>
                  <a:pt x="2507397" y="1042478"/>
                </a:cubicBezTo>
                <a:cubicBezTo>
                  <a:pt x="2491821" y="1042478"/>
                  <a:pt x="2479009" y="1029917"/>
                  <a:pt x="2479009" y="1014214"/>
                </a:cubicBezTo>
                <a:cubicBezTo>
                  <a:pt x="2479009" y="998638"/>
                  <a:pt x="2491570" y="985826"/>
                  <a:pt x="2507272" y="985826"/>
                </a:cubicBezTo>
                <a:close/>
                <a:moveTo>
                  <a:pt x="1231277" y="984947"/>
                </a:moveTo>
                <a:cubicBezTo>
                  <a:pt x="1233789" y="984947"/>
                  <a:pt x="1235924" y="986957"/>
                  <a:pt x="1235924" y="989595"/>
                </a:cubicBezTo>
                <a:cubicBezTo>
                  <a:pt x="1235924" y="992107"/>
                  <a:pt x="1233789" y="994243"/>
                  <a:pt x="1231277" y="994243"/>
                </a:cubicBezTo>
                <a:cubicBezTo>
                  <a:pt x="1228764" y="994243"/>
                  <a:pt x="1226629" y="992233"/>
                  <a:pt x="1226629" y="989595"/>
                </a:cubicBezTo>
                <a:cubicBezTo>
                  <a:pt x="1226629" y="987082"/>
                  <a:pt x="1228639" y="984947"/>
                  <a:pt x="1231277" y="984947"/>
                </a:cubicBezTo>
                <a:close/>
                <a:moveTo>
                  <a:pt x="436259" y="984947"/>
                </a:moveTo>
                <a:cubicBezTo>
                  <a:pt x="443922" y="984947"/>
                  <a:pt x="450203" y="991228"/>
                  <a:pt x="450203" y="998890"/>
                </a:cubicBezTo>
                <a:cubicBezTo>
                  <a:pt x="450203" y="1006678"/>
                  <a:pt x="443922" y="1012959"/>
                  <a:pt x="436259" y="1012959"/>
                </a:cubicBezTo>
                <a:cubicBezTo>
                  <a:pt x="428597" y="1012959"/>
                  <a:pt x="422316" y="1006678"/>
                  <a:pt x="422316" y="999016"/>
                </a:cubicBezTo>
                <a:cubicBezTo>
                  <a:pt x="422316" y="991228"/>
                  <a:pt x="428471" y="984947"/>
                  <a:pt x="436259" y="984947"/>
                </a:cubicBezTo>
                <a:close/>
                <a:moveTo>
                  <a:pt x="1808352" y="981555"/>
                </a:moveTo>
                <a:cubicBezTo>
                  <a:pt x="1811743" y="981430"/>
                  <a:pt x="1814382" y="984192"/>
                  <a:pt x="1814382" y="987458"/>
                </a:cubicBezTo>
                <a:cubicBezTo>
                  <a:pt x="1814382" y="990850"/>
                  <a:pt x="1811743" y="993487"/>
                  <a:pt x="1808478" y="993487"/>
                </a:cubicBezTo>
                <a:cubicBezTo>
                  <a:pt x="1805086" y="993613"/>
                  <a:pt x="1802448" y="990850"/>
                  <a:pt x="1802448" y="987584"/>
                </a:cubicBezTo>
                <a:cubicBezTo>
                  <a:pt x="1802448" y="984192"/>
                  <a:pt x="1805086" y="981555"/>
                  <a:pt x="1808352" y="981555"/>
                </a:cubicBezTo>
                <a:close/>
                <a:moveTo>
                  <a:pt x="1045869" y="977661"/>
                </a:moveTo>
                <a:cubicBezTo>
                  <a:pt x="1055541" y="977661"/>
                  <a:pt x="1063328" y="985448"/>
                  <a:pt x="1063455" y="995122"/>
                </a:cubicBezTo>
                <a:cubicBezTo>
                  <a:pt x="1063455" y="1004794"/>
                  <a:pt x="1055666" y="1012708"/>
                  <a:pt x="1045994" y="1012708"/>
                </a:cubicBezTo>
                <a:cubicBezTo>
                  <a:pt x="1036322" y="1012708"/>
                  <a:pt x="1028408" y="1004919"/>
                  <a:pt x="1028408" y="995247"/>
                </a:cubicBezTo>
                <a:cubicBezTo>
                  <a:pt x="1028408" y="985575"/>
                  <a:pt x="1036195" y="977786"/>
                  <a:pt x="1045869" y="977661"/>
                </a:cubicBezTo>
                <a:close/>
                <a:moveTo>
                  <a:pt x="1993759" y="972762"/>
                </a:moveTo>
                <a:cubicBezTo>
                  <a:pt x="2004311" y="972762"/>
                  <a:pt x="2012853" y="981178"/>
                  <a:pt x="2012853" y="991730"/>
                </a:cubicBezTo>
                <a:cubicBezTo>
                  <a:pt x="2012853" y="1002281"/>
                  <a:pt x="2004436" y="1010823"/>
                  <a:pt x="1993885" y="1010823"/>
                </a:cubicBezTo>
                <a:cubicBezTo>
                  <a:pt x="1983459" y="1010823"/>
                  <a:pt x="1974792" y="1002407"/>
                  <a:pt x="1974792" y="991855"/>
                </a:cubicBezTo>
                <a:cubicBezTo>
                  <a:pt x="1974666" y="981304"/>
                  <a:pt x="1983208" y="972762"/>
                  <a:pt x="1993759" y="972762"/>
                </a:cubicBezTo>
                <a:close/>
                <a:moveTo>
                  <a:pt x="2603370" y="969370"/>
                </a:moveTo>
                <a:cubicBezTo>
                  <a:pt x="2615304" y="969370"/>
                  <a:pt x="2625101" y="978917"/>
                  <a:pt x="2625101" y="990976"/>
                </a:cubicBezTo>
                <a:cubicBezTo>
                  <a:pt x="2625101" y="1002910"/>
                  <a:pt x="2615429" y="1012707"/>
                  <a:pt x="2603495" y="1012707"/>
                </a:cubicBezTo>
                <a:cubicBezTo>
                  <a:pt x="2591562" y="1012707"/>
                  <a:pt x="2581764" y="1003160"/>
                  <a:pt x="2581764" y="991101"/>
                </a:cubicBezTo>
                <a:cubicBezTo>
                  <a:pt x="2581764" y="979167"/>
                  <a:pt x="2591436" y="969370"/>
                  <a:pt x="2603370" y="969370"/>
                </a:cubicBezTo>
                <a:close/>
                <a:moveTo>
                  <a:pt x="776927" y="968868"/>
                </a:moveTo>
                <a:cubicBezTo>
                  <a:pt x="793131" y="968868"/>
                  <a:pt x="806195" y="981932"/>
                  <a:pt x="806322" y="998011"/>
                </a:cubicBezTo>
                <a:cubicBezTo>
                  <a:pt x="806322" y="1014090"/>
                  <a:pt x="793258" y="1027279"/>
                  <a:pt x="777179" y="1027279"/>
                </a:cubicBezTo>
                <a:cubicBezTo>
                  <a:pt x="760974" y="1027279"/>
                  <a:pt x="747785" y="1014341"/>
                  <a:pt x="747785" y="998136"/>
                </a:cubicBezTo>
                <a:cubicBezTo>
                  <a:pt x="747785" y="982057"/>
                  <a:pt x="760723" y="968868"/>
                  <a:pt x="776927" y="968868"/>
                </a:cubicBezTo>
                <a:close/>
                <a:moveTo>
                  <a:pt x="340291" y="966104"/>
                </a:moveTo>
                <a:cubicBezTo>
                  <a:pt x="346196" y="966104"/>
                  <a:pt x="350969" y="970751"/>
                  <a:pt x="350969" y="976655"/>
                </a:cubicBezTo>
                <a:cubicBezTo>
                  <a:pt x="350969" y="982559"/>
                  <a:pt x="346321" y="987332"/>
                  <a:pt x="340416" y="987332"/>
                </a:cubicBezTo>
                <a:cubicBezTo>
                  <a:pt x="334512" y="987332"/>
                  <a:pt x="329739" y="982685"/>
                  <a:pt x="329739" y="976781"/>
                </a:cubicBezTo>
                <a:cubicBezTo>
                  <a:pt x="329864" y="971003"/>
                  <a:pt x="334512" y="966229"/>
                  <a:pt x="340291" y="966104"/>
                </a:cubicBezTo>
                <a:close/>
                <a:moveTo>
                  <a:pt x="2262574" y="958190"/>
                </a:moveTo>
                <a:cubicBezTo>
                  <a:pt x="2281668" y="958064"/>
                  <a:pt x="2297246" y="973515"/>
                  <a:pt x="2297246" y="992608"/>
                </a:cubicBezTo>
                <a:cubicBezTo>
                  <a:pt x="2297246" y="1011702"/>
                  <a:pt x="2281920" y="1027278"/>
                  <a:pt x="2262826" y="1027278"/>
                </a:cubicBezTo>
                <a:cubicBezTo>
                  <a:pt x="2243733" y="1027278"/>
                  <a:pt x="2228282" y="1011953"/>
                  <a:pt x="2228156" y="992860"/>
                </a:cubicBezTo>
                <a:cubicBezTo>
                  <a:pt x="2228156" y="973766"/>
                  <a:pt x="2243607" y="958190"/>
                  <a:pt x="2262574" y="958190"/>
                </a:cubicBezTo>
                <a:close/>
                <a:moveTo>
                  <a:pt x="1310163" y="954924"/>
                </a:moveTo>
                <a:cubicBezTo>
                  <a:pt x="1311418" y="955049"/>
                  <a:pt x="1312423" y="955929"/>
                  <a:pt x="1312423" y="957186"/>
                </a:cubicBezTo>
                <a:cubicBezTo>
                  <a:pt x="1312423" y="958441"/>
                  <a:pt x="1311418" y="959446"/>
                  <a:pt x="1310163" y="959446"/>
                </a:cubicBezTo>
                <a:cubicBezTo>
                  <a:pt x="1308906" y="959446"/>
                  <a:pt x="1307901" y="958566"/>
                  <a:pt x="1307901" y="957311"/>
                </a:cubicBezTo>
                <a:cubicBezTo>
                  <a:pt x="1307901" y="956054"/>
                  <a:pt x="1308906" y="955176"/>
                  <a:pt x="1310163" y="954924"/>
                </a:cubicBezTo>
                <a:close/>
                <a:moveTo>
                  <a:pt x="1729339" y="953164"/>
                </a:moveTo>
                <a:cubicBezTo>
                  <a:pt x="1730721" y="953164"/>
                  <a:pt x="1731976" y="954294"/>
                  <a:pt x="1731976" y="955801"/>
                </a:cubicBezTo>
                <a:cubicBezTo>
                  <a:pt x="1731976" y="957308"/>
                  <a:pt x="1730846" y="958439"/>
                  <a:pt x="1729339" y="958439"/>
                </a:cubicBezTo>
                <a:cubicBezTo>
                  <a:pt x="1727957" y="958439"/>
                  <a:pt x="1726702" y="957308"/>
                  <a:pt x="1726702" y="955801"/>
                </a:cubicBezTo>
                <a:cubicBezTo>
                  <a:pt x="1726702" y="954294"/>
                  <a:pt x="1727832" y="953164"/>
                  <a:pt x="1729339" y="953164"/>
                </a:cubicBezTo>
                <a:close/>
                <a:moveTo>
                  <a:pt x="2699087" y="951784"/>
                </a:moveTo>
                <a:cubicBezTo>
                  <a:pt x="2708131" y="951784"/>
                  <a:pt x="2715543" y="959070"/>
                  <a:pt x="2715543" y="968114"/>
                </a:cubicBezTo>
                <a:cubicBezTo>
                  <a:pt x="2715543" y="977159"/>
                  <a:pt x="2708258" y="984569"/>
                  <a:pt x="2699214" y="984569"/>
                </a:cubicBezTo>
                <a:cubicBezTo>
                  <a:pt x="2690169" y="984569"/>
                  <a:pt x="2682757" y="977284"/>
                  <a:pt x="2682757" y="968240"/>
                </a:cubicBezTo>
                <a:cubicBezTo>
                  <a:pt x="2682757" y="959321"/>
                  <a:pt x="2690042" y="951909"/>
                  <a:pt x="2699087" y="951784"/>
                </a:cubicBezTo>
                <a:close/>
                <a:moveTo>
                  <a:pt x="244947" y="950654"/>
                </a:moveTo>
                <a:cubicBezTo>
                  <a:pt x="247334" y="950654"/>
                  <a:pt x="249218" y="952539"/>
                  <a:pt x="249218" y="954799"/>
                </a:cubicBezTo>
                <a:cubicBezTo>
                  <a:pt x="249218" y="957186"/>
                  <a:pt x="247459" y="959071"/>
                  <a:pt x="245073" y="959071"/>
                </a:cubicBezTo>
                <a:cubicBezTo>
                  <a:pt x="242686" y="959071"/>
                  <a:pt x="240802" y="957312"/>
                  <a:pt x="240802" y="954925"/>
                </a:cubicBezTo>
                <a:cubicBezTo>
                  <a:pt x="240802" y="952539"/>
                  <a:pt x="242686" y="950654"/>
                  <a:pt x="244947" y="950654"/>
                </a:cubicBezTo>
                <a:close/>
                <a:moveTo>
                  <a:pt x="676687" y="948518"/>
                </a:moveTo>
                <a:cubicBezTo>
                  <a:pt x="690254" y="948518"/>
                  <a:pt x="701181" y="959447"/>
                  <a:pt x="701308" y="973013"/>
                </a:cubicBezTo>
                <a:cubicBezTo>
                  <a:pt x="701308" y="986579"/>
                  <a:pt x="690379" y="997633"/>
                  <a:pt x="676813" y="997633"/>
                </a:cubicBezTo>
                <a:cubicBezTo>
                  <a:pt x="663246" y="997633"/>
                  <a:pt x="652192" y="986704"/>
                  <a:pt x="652192" y="973138"/>
                </a:cubicBezTo>
                <a:cubicBezTo>
                  <a:pt x="652067" y="959572"/>
                  <a:pt x="663121" y="948518"/>
                  <a:pt x="676687" y="948518"/>
                </a:cubicBezTo>
                <a:close/>
                <a:moveTo>
                  <a:pt x="2794429" y="939224"/>
                </a:moveTo>
                <a:cubicBezTo>
                  <a:pt x="2797946" y="939224"/>
                  <a:pt x="2800836" y="942113"/>
                  <a:pt x="2800836" y="945630"/>
                </a:cubicBezTo>
                <a:cubicBezTo>
                  <a:pt x="2800836" y="949147"/>
                  <a:pt x="2797946" y="952036"/>
                  <a:pt x="2794429" y="952036"/>
                </a:cubicBezTo>
                <a:cubicBezTo>
                  <a:pt x="2790912" y="952036"/>
                  <a:pt x="2788022" y="949147"/>
                  <a:pt x="2788022" y="945630"/>
                </a:cubicBezTo>
                <a:cubicBezTo>
                  <a:pt x="2788022" y="942113"/>
                  <a:pt x="2790786" y="939224"/>
                  <a:pt x="2794429" y="939224"/>
                </a:cubicBezTo>
                <a:close/>
                <a:moveTo>
                  <a:pt x="938092" y="938720"/>
                </a:moveTo>
                <a:cubicBezTo>
                  <a:pt x="951532" y="938720"/>
                  <a:pt x="962461" y="949522"/>
                  <a:pt x="962461" y="962964"/>
                </a:cubicBezTo>
                <a:cubicBezTo>
                  <a:pt x="962586" y="976405"/>
                  <a:pt x="951658" y="987334"/>
                  <a:pt x="938217" y="987334"/>
                </a:cubicBezTo>
                <a:cubicBezTo>
                  <a:pt x="924776" y="987334"/>
                  <a:pt x="913722" y="976530"/>
                  <a:pt x="913722" y="963089"/>
                </a:cubicBezTo>
                <a:cubicBezTo>
                  <a:pt x="913722" y="949649"/>
                  <a:pt x="924525" y="938720"/>
                  <a:pt x="938092" y="938720"/>
                </a:cubicBezTo>
                <a:close/>
                <a:moveTo>
                  <a:pt x="2362690" y="933570"/>
                </a:moveTo>
                <a:cubicBezTo>
                  <a:pt x="2381156" y="933444"/>
                  <a:pt x="2396229" y="948392"/>
                  <a:pt x="2396229" y="966858"/>
                </a:cubicBezTo>
                <a:cubicBezTo>
                  <a:pt x="2396355" y="985323"/>
                  <a:pt x="2381406" y="1000397"/>
                  <a:pt x="2362941" y="1000397"/>
                </a:cubicBezTo>
                <a:cubicBezTo>
                  <a:pt x="2344476" y="1000522"/>
                  <a:pt x="2329528" y="985574"/>
                  <a:pt x="2329403" y="967108"/>
                </a:cubicBezTo>
                <a:cubicBezTo>
                  <a:pt x="2329276" y="948644"/>
                  <a:pt x="2344224" y="933570"/>
                  <a:pt x="2362690" y="933570"/>
                </a:cubicBezTo>
                <a:close/>
                <a:moveTo>
                  <a:pt x="2101287" y="933193"/>
                </a:moveTo>
                <a:cubicBezTo>
                  <a:pt x="2115481" y="933193"/>
                  <a:pt x="2127037" y="944624"/>
                  <a:pt x="2127037" y="958818"/>
                </a:cubicBezTo>
                <a:cubicBezTo>
                  <a:pt x="2127037" y="973012"/>
                  <a:pt x="2115606" y="984569"/>
                  <a:pt x="2101412" y="984569"/>
                </a:cubicBezTo>
                <a:cubicBezTo>
                  <a:pt x="2087218" y="984569"/>
                  <a:pt x="2075661" y="973139"/>
                  <a:pt x="2075661" y="958944"/>
                </a:cubicBezTo>
                <a:cubicBezTo>
                  <a:pt x="2075661" y="944749"/>
                  <a:pt x="2087092" y="933193"/>
                  <a:pt x="2101287" y="933193"/>
                </a:cubicBezTo>
                <a:close/>
                <a:moveTo>
                  <a:pt x="149982" y="931684"/>
                </a:moveTo>
                <a:cubicBezTo>
                  <a:pt x="150737" y="931684"/>
                  <a:pt x="151490" y="932313"/>
                  <a:pt x="151490" y="933191"/>
                </a:cubicBezTo>
                <a:cubicBezTo>
                  <a:pt x="151490" y="934071"/>
                  <a:pt x="150862" y="934699"/>
                  <a:pt x="149982" y="934699"/>
                </a:cubicBezTo>
                <a:cubicBezTo>
                  <a:pt x="149103" y="934699"/>
                  <a:pt x="148350" y="934071"/>
                  <a:pt x="148350" y="933191"/>
                </a:cubicBezTo>
                <a:cubicBezTo>
                  <a:pt x="148350" y="932313"/>
                  <a:pt x="149103" y="931559"/>
                  <a:pt x="149982" y="931684"/>
                </a:cubicBezTo>
                <a:close/>
                <a:moveTo>
                  <a:pt x="577577" y="929676"/>
                </a:moveTo>
                <a:cubicBezTo>
                  <a:pt x="588256" y="929676"/>
                  <a:pt x="596923" y="938218"/>
                  <a:pt x="596923" y="948895"/>
                </a:cubicBezTo>
                <a:cubicBezTo>
                  <a:pt x="596923" y="959573"/>
                  <a:pt x="588381" y="968241"/>
                  <a:pt x="577704" y="968241"/>
                </a:cubicBezTo>
                <a:cubicBezTo>
                  <a:pt x="567025" y="968241"/>
                  <a:pt x="558358" y="959699"/>
                  <a:pt x="558358" y="949022"/>
                </a:cubicBezTo>
                <a:cubicBezTo>
                  <a:pt x="558358" y="938343"/>
                  <a:pt x="566900" y="929676"/>
                  <a:pt x="577577" y="929676"/>
                </a:cubicBezTo>
                <a:close/>
                <a:moveTo>
                  <a:pt x="1392439" y="926535"/>
                </a:moveTo>
                <a:cubicBezTo>
                  <a:pt x="1397339" y="926409"/>
                  <a:pt x="1401358" y="930429"/>
                  <a:pt x="1401358" y="935328"/>
                </a:cubicBezTo>
                <a:cubicBezTo>
                  <a:pt x="1401358" y="940226"/>
                  <a:pt x="1397464" y="944246"/>
                  <a:pt x="1392566" y="944246"/>
                </a:cubicBezTo>
                <a:cubicBezTo>
                  <a:pt x="1387667" y="944246"/>
                  <a:pt x="1383647" y="940353"/>
                  <a:pt x="1383647" y="935453"/>
                </a:cubicBezTo>
                <a:cubicBezTo>
                  <a:pt x="1383647" y="930554"/>
                  <a:pt x="1387542" y="926535"/>
                  <a:pt x="1392439" y="926535"/>
                </a:cubicBezTo>
                <a:close/>
                <a:moveTo>
                  <a:pt x="1646811" y="925782"/>
                </a:moveTo>
                <a:cubicBezTo>
                  <a:pt x="1651585" y="925782"/>
                  <a:pt x="1655478" y="929676"/>
                  <a:pt x="1655478" y="934449"/>
                </a:cubicBezTo>
                <a:cubicBezTo>
                  <a:pt x="1655478" y="939223"/>
                  <a:pt x="1651585" y="943117"/>
                  <a:pt x="1646811" y="943117"/>
                </a:cubicBezTo>
                <a:cubicBezTo>
                  <a:pt x="1642039" y="943117"/>
                  <a:pt x="1638144" y="939348"/>
                  <a:pt x="1638144" y="934575"/>
                </a:cubicBezTo>
                <a:cubicBezTo>
                  <a:pt x="1638144" y="929676"/>
                  <a:pt x="1642039" y="925907"/>
                  <a:pt x="1646811" y="925782"/>
                </a:cubicBezTo>
                <a:close/>
                <a:moveTo>
                  <a:pt x="1115209" y="925155"/>
                </a:moveTo>
                <a:cubicBezTo>
                  <a:pt x="1126514" y="925030"/>
                  <a:pt x="1135810" y="934325"/>
                  <a:pt x="1135810" y="945631"/>
                </a:cubicBezTo>
                <a:cubicBezTo>
                  <a:pt x="1135935" y="956936"/>
                  <a:pt x="1126765" y="966232"/>
                  <a:pt x="1115334" y="966232"/>
                </a:cubicBezTo>
                <a:cubicBezTo>
                  <a:pt x="1104028" y="966357"/>
                  <a:pt x="1094733" y="957061"/>
                  <a:pt x="1094733" y="945756"/>
                </a:cubicBezTo>
                <a:cubicBezTo>
                  <a:pt x="1094608" y="934325"/>
                  <a:pt x="1103903" y="925155"/>
                  <a:pt x="1115209" y="925155"/>
                </a:cubicBezTo>
                <a:close/>
                <a:moveTo>
                  <a:pt x="2889140" y="920882"/>
                </a:moveTo>
                <a:cubicBezTo>
                  <a:pt x="2890522" y="920882"/>
                  <a:pt x="2891652" y="921887"/>
                  <a:pt x="2891652" y="923269"/>
                </a:cubicBezTo>
                <a:cubicBezTo>
                  <a:pt x="2891779" y="924525"/>
                  <a:pt x="2890647" y="925656"/>
                  <a:pt x="2889267" y="925656"/>
                </a:cubicBezTo>
                <a:cubicBezTo>
                  <a:pt x="2888010" y="925656"/>
                  <a:pt x="2886880" y="924651"/>
                  <a:pt x="2886880" y="923269"/>
                </a:cubicBezTo>
                <a:cubicBezTo>
                  <a:pt x="2886880" y="921887"/>
                  <a:pt x="2888010" y="920757"/>
                  <a:pt x="2889140" y="920882"/>
                </a:cubicBezTo>
                <a:close/>
                <a:moveTo>
                  <a:pt x="1923917" y="920253"/>
                </a:moveTo>
                <a:cubicBezTo>
                  <a:pt x="1936353" y="920128"/>
                  <a:pt x="1946402" y="930177"/>
                  <a:pt x="1946402" y="942486"/>
                </a:cubicBezTo>
                <a:cubicBezTo>
                  <a:pt x="1946528" y="954922"/>
                  <a:pt x="1936478" y="964971"/>
                  <a:pt x="1924169" y="964971"/>
                </a:cubicBezTo>
                <a:cubicBezTo>
                  <a:pt x="1911732" y="965096"/>
                  <a:pt x="1901683" y="955047"/>
                  <a:pt x="1901683" y="942738"/>
                </a:cubicBezTo>
                <a:cubicBezTo>
                  <a:pt x="1901683" y="930427"/>
                  <a:pt x="1911732" y="920378"/>
                  <a:pt x="1923917" y="920253"/>
                </a:cubicBezTo>
                <a:close/>
                <a:moveTo>
                  <a:pt x="2461800" y="918622"/>
                </a:moveTo>
                <a:cubicBezTo>
                  <a:pt x="2474738" y="918497"/>
                  <a:pt x="2485289" y="929048"/>
                  <a:pt x="2485289" y="941986"/>
                </a:cubicBezTo>
                <a:cubicBezTo>
                  <a:pt x="2485289" y="954924"/>
                  <a:pt x="2474864" y="965476"/>
                  <a:pt x="2461925" y="965476"/>
                </a:cubicBezTo>
                <a:cubicBezTo>
                  <a:pt x="2448861" y="965601"/>
                  <a:pt x="2438310" y="955050"/>
                  <a:pt x="2438310" y="942112"/>
                </a:cubicBezTo>
                <a:cubicBezTo>
                  <a:pt x="2438184" y="929174"/>
                  <a:pt x="2448736" y="918622"/>
                  <a:pt x="2461800" y="918622"/>
                </a:cubicBezTo>
                <a:close/>
                <a:moveTo>
                  <a:pt x="1562272" y="916234"/>
                </a:moveTo>
                <a:cubicBezTo>
                  <a:pt x="1566542" y="916108"/>
                  <a:pt x="1570060" y="919626"/>
                  <a:pt x="1570060" y="923897"/>
                </a:cubicBezTo>
                <a:cubicBezTo>
                  <a:pt x="1570060" y="928168"/>
                  <a:pt x="1566542" y="931685"/>
                  <a:pt x="1562272" y="931685"/>
                </a:cubicBezTo>
                <a:cubicBezTo>
                  <a:pt x="1558000" y="931685"/>
                  <a:pt x="1554483" y="928168"/>
                  <a:pt x="1554483" y="923897"/>
                </a:cubicBezTo>
                <a:cubicBezTo>
                  <a:pt x="1554483" y="919626"/>
                  <a:pt x="1557875" y="916108"/>
                  <a:pt x="1562272" y="916234"/>
                </a:cubicBezTo>
                <a:close/>
                <a:moveTo>
                  <a:pt x="1476980" y="915356"/>
                </a:moveTo>
                <a:cubicBezTo>
                  <a:pt x="1481878" y="915230"/>
                  <a:pt x="1485897" y="919250"/>
                  <a:pt x="1485897" y="924149"/>
                </a:cubicBezTo>
                <a:cubicBezTo>
                  <a:pt x="1485897" y="929047"/>
                  <a:pt x="1482004" y="933066"/>
                  <a:pt x="1477105" y="933066"/>
                </a:cubicBezTo>
                <a:cubicBezTo>
                  <a:pt x="1472206" y="933193"/>
                  <a:pt x="1468186" y="929173"/>
                  <a:pt x="1468186" y="924274"/>
                </a:cubicBezTo>
                <a:cubicBezTo>
                  <a:pt x="1468186" y="919375"/>
                  <a:pt x="1472081" y="915356"/>
                  <a:pt x="1476980" y="915356"/>
                </a:cubicBezTo>
                <a:close/>
                <a:moveTo>
                  <a:pt x="55143" y="910959"/>
                </a:moveTo>
                <a:cubicBezTo>
                  <a:pt x="55520" y="910959"/>
                  <a:pt x="55771" y="911210"/>
                  <a:pt x="55771" y="911587"/>
                </a:cubicBezTo>
                <a:cubicBezTo>
                  <a:pt x="55771" y="911964"/>
                  <a:pt x="55520" y="912215"/>
                  <a:pt x="55143" y="912215"/>
                </a:cubicBezTo>
                <a:cubicBezTo>
                  <a:pt x="54766" y="912215"/>
                  <a:pt x="54516" y="911964"/>
                  <a:pt x="54516" y="911587"/>
                </a:cubicBezTo>
                <a:cubicBezTo>
                  <a:pt x="54516" y="911210"/>
                  <a:pt x="54766" y="910832"/>
                  <a:pt x="55143" y="910959"/>
                </a:cubicBezTo>
                <a:close/>
                <a:moveTo>
                  <a:pt x="479471" y="908698"/>
                </a:moveTo>
                <a:cubicBezTo>
                  <a:pt x="488641" y="908698"/>
                  <a:pt x="496178" y="916110"/>
                  <a:pt x="496178" y="925279"/>
                </a:cubicBezTo>
                <a:cubicBezTo>
                  <a:pt x="496178" y="934449"/>
                  <a:pt x="488767" y="941986"/>
                  <a:pt x="479597" y="941986"/>
                </a:cubicBezTo>
                <a:cubicBezTo>
                  <a:pt x="470427" y="941986"/>
                  <a:pt x="462890" y="934575"/>
                  <a:pt x="462890" y="925405"/>
                </a:cubicBezTo>
                <a:cubicBezTo>
                  <a:pt x="462765" y="916235"/>
                  <a:pt x="470176" y="908823"/>
                  <a:pt x="479471" y="908698"/>
                </a:cubicBezTo>
                <a:close/>
                <a:moveTo>
                  <a:pt x="832826" y="902543"/>
                </a:moveTo>
                <a:cubicBezTo>
                  <a:pt x="850035" y="902543"/>
                  <a:pt x="863978" y="916487"/>
                  <a:pt x="864104" y="933696"/>
                </a:cubicBezTo>
                <a:cubicBezTo>
                  <a:pt x="864104" y="950905"/>
                  <a:pt x="850162" y="964974"/>
                  <a:pt x="832951" y="964974"/>
                </a:cubicBezTo>
                <a:cubicBezTo>
                  <a:pt x="815743" y="964974"/>
                  <a:pt x="801674" y="951031"/>
                  <a:pt x="801674" y="933821"/>
                </a:cubicBezTo>
                <a:cubicBezTo>
                  <a:pt x="801674" y="916487"/>
                  <a:pt x="815491" y="902543"/>
                  <a:pt x="832826" y="902543"/>
                </a:cubicBezTo>
                <a:close/>
                <a:moveTo>
                  <a:pt x="2559654" y="900533"/>
                </a:moveTo>
                <a:cubicBezTo>
                  <a:pt x="2569201" y="900533"/>
                  <a:pt x="2576990" y="908195"/>
                  <a:pt x="2576990" y="917741"/>
                </a:cubicBezTo>
                <a:cubicBezTo>
                  <a:pt x="2576990" y="927288"/>
                  <a:pt x="2569326" y="935076"/>
                  <a:pt x="2559781" y="935076"/>
                </a:cubicBezTo>
                <a:cubicBezTo>
                  <a:pt x="2550234" y="935076"/>
                  <a:pt x="2542445" y="927413"/>
                  <a:pt x="2542445" y="917867"/>
                </a:cubicBezTo>
                <a:cubicBezTo>
                  <a:pt x="2542445" y="908447"/>
                  <a:pt x="2550107" y="900658"/>
                  <a:pt x="2559654" y="900533"/>
                </a:cubicBezTo>
                <a:close/>
                <a:moveTo>
                  <a:pt x="2206301" y="897896"/>
                </a:moveTo>
                <a:cubicBezTo>
                  <a:pt x="2223384" y="897770"/>
                  <a:pt x="2237201" y="911588"/>
                  <a:pt x="2237201" y="928546"/>
                </a:cubicBezTo>
                <a:cubicBezTo>
                  <a:pt x="2237327" y="945503"/>
                  <a:pt x="2223510" y="959447"/>
                  <a:pt x="2206551" y="959447"/>
                </a:cubicBezTo>
                <a:cubicBezTo>
                  <a:pt x="2189593" y="959572"/>
                  <a:pt x="2175776" y="945755"/>
                  <a:pt x="2175651" y="928797"/>
                </a:cubicBezTo>
                <a:cubicBezTo>
                  <a:pt x="2175524" y="911838"/>
                  <a:pt x="2189342" y="898021"/>
                  <a:pt x="2206301" y="897896"/>
                </a:cubicBezTo>
                <a:close/>
                <a:moveTo>
                  <a:pt x="381870" y="889352"/>
                </a:moveTo>
                <a:cubicBezTo>
                  <a:pt x="389155" y="889352"/>
                  <a:pt x="395059" y="895131"/>
                  <a:pt x="395059" y="902416"/>
                </a:cubicBezTo>
                <a:cubicBezTo>
                  <a:pt x="395059" y="909577"/>
                  <a:pt x="389155" y="915480"/>
                  <a:pt x="381995" y="915480"/>
                </a:cubicBezTo>
                <a:cubicBezTo>
                  <a:pt x="374835" y="915480"/>
                  <a:pt x="368931" y="909577"/>
                  <a:pt x="368931" y="902416"/>
                </a:cubicBezTo>
                <a:cubicBezTo>
                  <a:pt x="368931" y="895131"/>
                  <a:pt x="374708" y="889227"/>
                  <a:pt x="381870" y="889352"/>
                </a:cubicBezTo>
                <a:close/>
                <a:moveTo>
                  <a:pt x="1849303" y="885082"/>
                </a:moveTo>
                <a:cubicBezTo>
                  <a:pt x="1858472" y="885082"/>
                  <a:pt x="1866009" y="892494"/>
                  <a:pt x="1866009" y="901663"/>
                </a:cubicBezTo>
                <a:cubicBezTo>
                  <a:pt x="1866009" y="910833"/>
                  <a:pt x="1858599" y="918370"/>
                  <a:pt x="1849428" y="918370"/>
                </a:cubicBezTo>
                <a:cubicBezTo>
                  <a:pt x="1840258" y="918370"/>
                  <a:pt x="1832721" y="910958"/>
                  <a:pt x="1832721" y="901789"/>
                </a:cubicBezTo>
                <a:cubicBezTo>
                  <a:pt x="1832721" y="892619"/>
                  <a:pt x="1840133" y="885207"/>
                  <a:pt x="1849303" y="885082"/>
                </a:cubicBezTo>
                <a:close/>
                <a:moveTo>
                  <a:pt x="1189572" y="883575"/>
                </a:moveTo>
                <a:cubicBezTo>
                  <a:pt x="1201003" y="883450"/>
                  <a:pt x="1210300" y="892620"/>
                  <a:pt x="1210300" y="904051"/>
                </a:cubicBezTo>
                <a:cubicBezTo>
                  <a:pt x="1210300" y="915356"/>
                  <a:pt x="1201129" y="924652"/>
                  <a:pt x="1189824" y="924652"/>
                </a:cubicBezTo>
                <a:cubicBezTo>
                  <a:pt x="1178518" y="924777"/>
                  <a:pt x="1169223" y="915608"/>
                  <a:pt x="1169223" y="904176"/>
                </a:cubicBezTo>
                <a:cubicBezTo>
                  <a:pt x="1169098" y="892871"/>
                  <a:pt x="1178267" y="883575"/>
                  <a:pt x="1189572" y="883575"/>
                </a:cubicBezTo>
                <a:close/>
                <a:moveTo>
                  <a:pt x="2657007" y="881440"/>
                </a:moveTo>
                <a:cubicBezTo>
                  <a:pt x="2664041" y="881440"/>
                  <a:pt x="2669693" y="887092"/>
                  <a:pt x="2669693" y="894001"/>
                </a:cubicBezTo>
                <a:cubicBezTo>
                  <a:pt x="2669693" y="901036"/>
                  <a:pt x="2664041" y="906688"/>
                  <a:pt x="2657132" y="906688"/>
                </a:cubicBezTo>
                <a:cubicBezTo>
                  <a:pt x="2650098" y="906688"/>
                  <a:pt x="2644445" y="901036"/>
                  <a:pt x="2644445" y="894127"/>
                </a:cubicBezTo>
                <a:cubicBezTo>
                  <a:pt x="2644445" y="887217"/>
                  <a:pt x="2649972" y="881565"/>
                  <a:pt x="2657007" y="881440"/>
                </a:cubicBezTo>
                <a:close/>
                <a:moveTo>
                  <a:pt x="729570" y="879178"/>
                </a:moveTo>
                <a:cubicBezTo>
                  <a:pt x="744518" y="879053"/>
                  <a:pt x="756703" y="891112"/>
                  <a:pt x="756703" y="906059"/>
                </a:cubicBezTo>
                <a:cubicBezTo>
                  <a:pt x="756703" y="921007"/>
                  <a:pt x="744770" y="933192"/>
                  <a:pt x="729822" y="933192"/>
                </a:cubicBezTo>
                <a:cubicBezTo>
                  <a:pt x="714873" y="933318"/>
                  <a:pt x="702689" y="921258"/>
                  <a:pt x="702689" y="906311"/>
                </a:cubicBezTo>
                <a:cubicBezTo>
                  <a:pt x="702564" y="891362"/>
                  <a:pt x="714621" y="879303"/>
                  <a:pt x="729570" y="879178"/>
                </a:cubicBezTo>
                <a:close/>
                <a:moveTo>
                  <a:pt x="2035842" y="877922"/>
                </a:moveTo>
                <a:cubicBezTo>
                  <a:pt x="2050287" y="877922"/>
                  <a:pt x="2062221" y="889604"/>
                  <a:pt x="2062221" y="904175"/>
                </a:cubicBezTo>
                <a:cubicBezTo>
                  <a:pt x="2062221" y="918621"/>
                  <a:pt x="2050538" y="930555"/>
                  <a:pt x="2035967" y="930555"/>
                </a:cubicBezTo>
                <a:cubicBezTo>
                  <a:pt x="2021395" y="930555"/>
                  <a:pt x="2009587" y="918873"/>
                  <a:pt x="2009461" y="904301"/>
                </a:cubicBezTo>
                <a:cubicBezTo>
                  <a:pt x="2009461" y="889856"/>
                  <a:pt x="2021270" y="878047"/>
                  <a:pt x="2035842" y="877922"/>
                </a:cubicBezTo>
                <a:close/>
                <a:moveTo>
                  <a:pt x="1003160" y="877168"/>
                </a:moveTo>
                <a:cubicBezTo>
                  <a:pt x="1020117" y="877168"/>
                  <a:pt x="1034061" y="890860"/>
                  <a:pt x="1034061" y="907818"/>
                </a:cubicBezTo>
                <a:cubicBezTo>
                  <a:pt x="1034061" y="924776"/>
                  <a:pt x="1020369" y="938720"/>
                  <a:pt x="1003411" y="938720"/>
                </a:cubicBezTo>
                <a:cubicBezTo>
                  <a:pt x="986327" y="938845"/>
                  <a:pt x="972510" y="925027"/>
                  <a:pt x="972510" y="908068"/>
                </a:cubicBezTo>
                <a:cubicBezTo>
                  <a:pt x="972383" y="891111"/>
                  <a:pt x="986076" y="877293"/>
                  <a:pt x="1003160" y="877168"/>
                </a:cubicBezTo>
                <a:close/>
                <a:moveTo>
                  <a:pt x="285145" y="870134"/>
                </a:moveTo>
                <a:cubicBezTo>
                  <a:pt x="290422" y="870008"/>
                  <a:pt x="294692" y="874278"/>
                  <a:pt x="294692" y="879555"/>
                </a:cubicBezTo>
                <a:cubicBezTo>
                  <a:pt x="294692" y="884830"/>
                  <a:pt x="290422" y="889102"/>
                  <a:pt x="285145" y="889102"/>
                </a:cubicBezTo>
                <a:cubicBezTo>
                  <a:pt x="279870" y="889227"/>
                  <a:pt x="275598" y="884957"/>
                  <a:pt x="275598" y="879680"/>
                </a:cubicBezTo>
                <a:cubicBezTo>
                  <a:pt x="275598" y="874405"/>
                  <a:pt x="279870" y="870134"/>
                  <a:pt x="285145" y="870134"/>
                </a:cubicBezTo>
                <a:close/>
                <a:moveTo>
                  <a:pt x="2309304" y="869130"/>
                </a:moveTo>
                <a:cubicBezTo>
                  <a:pt x="2326639" y="869004"/>
                  <a:pt x="2340834" y="883073"/>
                  <a:pt x="2340834" y="900408"/>
                </a:cubicBezTo>
                <a:cubicBezTo>
                  <a:pt x="2340960" y="917742"/>
                  <a:pt x="2326891" y="931938"/>
                  <a:pt x="2309555" y="931938"/>
                </a:cubicBezTo>
                <a:cubicBezTo>
                  <a:pt x="2292221" y="932063"/>
                  <a:pt x="2278152" y="917994"/>
                  <a:pt x="2278027" y="900659"/>
                </a:cubicBezTo>
                <a:cubicBezTo>
                  <a:pt x="2277900" y="883199"/>
                  <a:pt x="2291969" y="869130"/>
                  <a:pt x="2309304" y="869130"/>
                </a:cubicBezTo>
                <a:close/>
                <a:moveTo>
                  <a:pt x="2753729" y="864356"/>
                </a:moveTo>
                <a:cubicBezTo>
                  <a:pt x="2757246" y="864356"/>
                  <a:pt x="2760134" y="867245"/>
                  <a:pt x="2760134" y="870762"/>
                </a:cubicBezTo>
                <a:cubicBezTo>
                  <a:pt x="2760134" y="874279"/>
                  <a:pt x="2757246" y="877168"/>
                  <a:pt x="2753729" y="877168"/>
                </a:cubicBezTo>
                <a:cubicBezTo>
                  <a:pt x="2750212" y="877168"/>
                  <a:pt x="2747322" y="874279"/>
                  <a:pt x="2747322" y="870762"/>
                </a:cubicBezTo>
                <a:cubicBezTo>
                  <a:pt x="2747322" y="867245"/>
                  <a:pt x="2750085" y="864356"/>
                  <a:pt x="2753729" y="864356"/>
                </a:cubicBezTo>
                <a:close/>
                <a:moveTo>
                  <a:pt x="627948" y="857070"/>
                </a:moveTo>
                <a:cubicBezTo>
                  <a:pt x="640635" y="857070"/>
                  <a:pt x="651061" y="867370"/>
                  <a:pt x="651061" y="880058"/>
                </a:cubicBezTo>
                <a:cubicBezTo>
                  <a:pt x="651061" y="892746"/>
                  <a:pt x="640760" y="903172"/>
                  <a:pt x="628073" y="903172"/>
                </a:cubicBezTo>
                <a:cubicBezTo>
                  <a:pt x="615386" y="903172"/>
                  <a:pt x="604960" y="892871"/>
                  <a:pt x="604960" y="880184"/>
                </a:cubicBezTo>
                <a:cubicBezTo>
                  <a:pt x="604960" y="867497"/>
                  <a:pt x="615260" y="857195"/>
                  <a:pt x="627948" y="857070"/>
                </a:cubicBezTo>
                <a:close/>
                <a:moveTo>
                  <a:pt x="1268208" y="855310"/>
                </a:moveTo>
                <a:cubicBezTo>
                  <a:pt x="1277000" y="855185"/>
                  <a:pt x="1284160" y="862345"/>
                  <a:pt x="1284160" y="871138"/>
                </a:cubicBezTo>
                <a:cubicBezTo>
                  <a:pt x="1284287" y="879931"/>
                  <a:pt x="1277125" y="887092"/>
                  <a:pt x="1268333" y="887092"/>
                </a:cubicBezTo>
                <a:cubicBezTo>
                  <a:pt x="1259539" y="887217"/>
                  <a:pt x="1252379" y="880056"/>
                  <a:pt x="1252379" y="871264"/>
                </a:cubicBezTo>
                <a:cubicBezTo>
                  <a:pt x="1252379" y="862471"/>
                  <a:pt x="1259539" y="855310"/>
                  <a:pt x="1268208" y="855310"/>
                </a:cubicBezTo>
                <a:close/>
                <a:moveTo>
                  <a:pt x="188798" y="853427"/>
                </a:moveTo>
                <a:cubicBezTo>
                  <a:pt x="190808" y="853427"/>
                  <a:pt x="192566" y="855060"/>
                  <a:pt x="192566" y="857195"/>
                </a:cubicBezTo>
                <a:cubicBezTo>
                  <a:pt x="192566" y="859205"/>
                  <a:pt x="190933" y="860964"/>
                  <a:pt x="188798" y="860964"/>
                </a:cubicBezTo>
                <a:cubicBezTo>
                  <a:pt x="186661" y="860964"/>
                  <a:pt x="185029" y="859331"/>
                  <a:pt x="185029" y="857195"/>
                </a:cubicBezTo>
                <a:cubicBezTo>
                  <a:pt x="185029" y="855185"/>
                  <a:pt x="186661" y="853552"/>
                  <a:pt x="188798" y="853427"/>
                </a:cubicBezTo>
                <a:close/>
                <a:moveTo>
                  <a:pt x="1770417" y="852799"/>
                </a:moveTo>
                <a:cubicBezTo>
                  <a:pt x="1779586" y="852799"/>
                  <a:pt x="1787123" y="860211"/>
                  <a:pt x="1787123" y="869380"/>
                </a:cubicBezTo>
                <a:cubicBezTo>
                  <a:pt x="1787123" y="878550"/>
                  <a:pt x="1779712" y="886087"/>
                  <a:pt x="1770542" y="886087"/>
                </a:cubicBezTo>
                <a:cubicBezTo>
                  <a:pt x="1761372" y="886087"/>
                  <a:pt x="1753835" y="878675"/>
                  <a:pt x="1753835" y="869506"/>
                </a:cubicBezTo>
                <a:cubicBezTo>
                  <a:pt x="1753835" y="860336"/>
                  <a:pt x="1761247" y="852799"/>
                  <a:pt x="1770417" y="852799"/>
                </a:cubicBezTo>
                <a:close/>
                <a:moveTo>
                  <a:pt x="2849949" y="846141"/>
                </a:moveTo>
                <a:cubicBezTo>
                  <a:pt x="2850829" y="846141"/>
                  <a:pt x="2851456" y="846770"/>
                  <a:pt x="2851456" y="847648"/>
                </a:cubicBezTo>
                <a:cubicBezTo>
                  <a:pt x="2851456" y="848528"/>
                  <a:pt x="2850829" y="849156"/>
                  <a:pt x="2849949" y="849156"/>
                </a:cubicBezTo>
                <a:cubicBezTo>
                  <a:pt x="2849069" y="849156"/>
                  <a:pt x="2848316" y="848528"/>
                  <a:pt x="2848316" y="847648"/>
                </a:cubicBezTo>
                <a:cubicBezTo>
                  <a:pt x="2848316" y="846770"/>
                  <a:pt x="2849069" y="846016"/>
                  <a:pt x="2849949" y="846141"/>
                </a:cubicBezTo>
                <a:close/>
                <a:moveTo>
                  <a:pt x="2410674" y="844885"/>
                </a:moveTo>
                <a:cubicBezTo>
                  <a:pt x="2426501" y="844759"/>
                  <a:pt x="2439440" y="857572"/>
                  <a:pt x="2439566" y="873525"/>
                </a:cubicBezTo>
                <a:cubicBezTo>
                  <a:pt x="2439692" y="889352"/>
                  <a:pt x="2426753" y="902416"/>
                  <a:pt x="2410925" y="902416"/>
                </a:cubicBezTo>
                <a:cubicBezTo>
                  <a:pt x="2395098" y="902541"/>
                  <a:pt x="2382160" y="889729"/>
                  <a:pt x="2382034" y="873776"/>
                </a:cubicBezTo>
                <a:cubicBezTo>
                  <a:pt x="2382034" y="857822"/>
                  <a:pt x="2394846" y="845010"/>
                  <a:pt x="2410674" y="844885"/>
                </a:cubicBezTo>
                <a:close/>
                <a:moveTo>
                  <a:pt x="894126" y="843378"/>
                </a:moveTo>
                <a:cubicBezTo>
                  <a:pt x="911336" y="843252"/>
                  <a:pt x="925405" y="857195"/>
                  <a:pt x="925405" y="874404"/>
                </a:cubicBezTo>
                <a:cubicBezTo>
                  <a:pt x="925530" y="891615"/>
                  <a:pt x="911587" y="905684"/>
                  <a:pt x="894378" y="905684"/>
                </a:cubicBezTo>
                <a:cubicBezTo>
                  <a:pt x="877169" y="905809"/>
                  <a:pt x="863100" y="891865"/>
                  <a:pt x="863100" y="874656"/>
                </a:cubicBezTo>
                <a:cubicBezTo>
                  <a:pt x="862973" y="857447"/>
                  <a:pt x="876917" y="843378"/>
                  <a:pt x="894126" y="843378"/>
                </a:cubicBezTo>
                <a:close/>
                <a:moveTo>
                  <a:pt x="2144497" y="840867"/>
                </a:moveTo>
                <a:cubicBezTo>
                  <a:pt x="2160576" y="840867"/>
                  <a:pt x="2173765" y="853931"/>
                  <a:pt x="2173765" y="870010"/>
                </a:cubicBezTo>
                <a:cubicBezTo>
                  <a:pt x="2173765" y="886089"/>
                  <a:pt x="2160701" y="899278"/>
                  <a:pt x="2144623" y="899278"/>
                </a:cubicBezTo>
                <a:cubicBezTo>
                  <a:pt x="2128544" y="899278"/>
                  <a:pt x="2115355" y="886214"/>
                  <a:pt x="2115355" y="870135"/>
                </a:cubicBezTo>
                <a:cubicBezTo>
                  <a:pt x="2115228" y="853931"/>
                  <a:pt x="2128292" y="840867"/>
                  <a:pt x="2144497" y="840867"/>
                </a:cubicBezTo>
                <a:close/>
                <a:moveTo>
                  <a:pt x="527582" y="838353"/>
                </a:moveTo>
                <a:cubicBezTo>
                  <a:pt x="536752" y="838353"/>
                  <a:pt x="544289" y="845765"/>
                  <a:pt x="544289" y="854934"/>
                </a:cubicBezTo>
                <a:cubicBezTo>
                  <a:pt x="544289" y="864104"/>
                  <a:pt x="536878" y="871641"/>
                  <a:pt x="527707" y="871641"/>
                </a:cubicBezTo>
                <a:cubicBezTo>
                  <a:pt x="518538" y="871641"/>
                  <a:pt x="511001" y="864230"/>
                  <a:pt x="511001" y="855060"/>
                </a:cubicBezTo>
                <a:cubicBezTo>
                  <a:pt x="511001" y="845890"/>
                  <a:pt x="518412" y="838478"/>
                  <a:pt x="527582" y="838353"/>
                </a:cubicBezTo>
                <a:close/>
                <a:moveTo>
                  <a:pt x="92827" y="833706"/>
                </a:moveTo>
                <a:cubicBezTo>
                  <a:pt x="93582" y="833706"/>
                  <a:pt x="94210" y="834334"/>
                  <a:pt x="94210" y="835088"/>
                </a:cubicBezTo>
                <a:cubicBezTo>
                  <a:pt x="94210" y="835841"/>
                  <a:pt x="93707" y="836343"/>
                  <a:pt x="92954" y="836343"/>
                </a:cubicBezTo>
                <a:cubicBezTo>
                  <a:pt x="92200" y="836468"/>
                  <a:pt x="91572" y="835841"/>
                  <a:pt x="91572" y="835088"/>
                </a:cubicBezTo>
                <a:cubicBezTo>
                  <a:pt x="91572" y="834334"/>
                  <a:pt x="92074" y="833706"/>
                  <a:pt x="92827" y="833706"/>
                </a:cubicBezTo>
                <a:close/>
                <a:moveTo>
                  <a:pt x="1073379" y="833204"/>
                </a:moveTo>
                <a:cubicBezTo>
                  <a:pt x="1088076" y="833204"/>
                  <a:pt x="1100010" y="845011"/>
                  <a:pt x="1100010" y="859709"/>
                </a:cubicBezTo>
                <a:cubicBezTo>
                  <a:pt x="1100010" y="874405"/>
                  <a:pt x="1088201" y="886339"/>
                  <a:pt x="1073505" y="886339"/>
                </a:cubicBezTo>
                <a:cubicBezTo>
                  <a:pt x="1058933" y="886339"/>
                  <a:pt x="1046874" y="874531"/>
                  <a:pt x="1046874" y="859834"/>
                </a:cubicBezTo>
                <a:cubicBezTo>
                  <a:pt x="1046874" y="845138"/>
                  <a:pt x="1058682" y="833204"/>
                  <a:pt x="1073379" y="833204"/>
                </a:cubicBezTo>
                <a:close/>
                <a:moveTo>
                  <a:pt x="1965119" y="830064"/>
                </a:moveTo>
                <a:cubicBezTo>
                  <a:pt x="1979691" y="830064"/>
                  <a:pt x="1991625" y="841746"/>
                  <a:pt x="1991625" y="856317"/>
                </a:cubicBezTo>
                <a:cubicBezTo>
                  <a:pt x="1991625" y="870888"/>
                  <a:pt x="1979942" y="882821"/>
                  <a:pt x="1965371" y="882821"/>
                </a:cubicBezTo>
                <a:cubicBezTo>
                  <a:pt x="1950799" y="882821"/>
                  <a:pt x="1938991" y="871140"/>
                  <a:pt x="1938865" y="856568"/>
                </a:cubicBezTo>
                <a:cubicBezTo>
                  <a:pt x="1938865" y="841997"/>
                  <a:pt x="1950673" y="830189"/>
                  <a:pt x="1965119" y="830064"/>
                </a:cubicBezTo>
                <a:close/>
                <a:moveTo>
                  <a:pt x="2510914" y="829059"/>
                </a:moveTo>
                <a:cubicBezTo>
                  <a:pt x="2521215" y="829059"/>
                  <a:pt x="2529757" y="837350"/>
                  <a:pt x="2529757" y="847776"/>
                </a:cubicBezTo>
                <a:cubicBezTo>
                  <a:pt x="2529883" y="858077"/>
                  <a:pt x="2521466" y="866619"/>
                  <a:pt x="2511041" y="866619"/>
                </a:cubicBezTo>
                <a:cubicBezTo>
                  <a:pt x="2500740" y="866744"/>
                  <a:pt x="2492198" y="858327"/>
                  <a:pt x="2492198" y="847902"/>
                </a:cubicBezTo>
                <a:cubicBezTo>
                  <a:pt x="2492198" y="837476"/>
                  <a:pt x="2500615" y="829059"/>
                  <a:pt x="2510914" y="829059"/>
                </a:cubicBezTo>
                <a:close/>
                <a:moveTo>
                  <a:pt x="1350108" y="825415"/>
                </a:moveTo>
                <a:cubicBezTo>
                  <a:pt x="1362167" y="825415"/>
                  <a:pt x="1372089" y="835212"/>
                  <a:pt x="1372089" y="847271"/>
                </a:cubicBezTo>
                <a:cubicBezTo>
                  <a:pt x="1372089" y="859331"/>
                  <a:pt x="1362292" y="869254"/>
                  <a:pt x="1350233" y="869254"/>
                </a:cubicBezTo>
                <a:cubicBezTo>
                  <a:pt x="1338174" y="869254"/>
                  <a:pt x="1328250" y="859457"/>
                  <a:pt x="1328250" y="847398"/>
                </a:cubicBezTo>
                <a:cubicBezTo>
                  <a:pt x="1328250" y="835339"/>
                  <a:pt x="1338047" y="825415"/>
                  <a:pt x="1350108" y="825415"/>
                </a:cubicBezTo>
                <a:close/>
                <a:moveTo>
                  <a:pt x="1688390" y="823656"/>
                </a:moveTo>
                <a:cubicBezTo>
                  <a:pt x="1700826" y="823531"/>
                  <a:pt x="1710875" y="833580"/>
                  <a:pt x="1710875" y="845889"/>
                </a:cubicBezTo>
                <a:cubicBezTo>
                  <a:pt x="1711001" y="858325"/>
                  <a:pt x="1700951" y="868374"/>
                  <a:pt x="1688642" y="868374"/>
                </a:cubicBezTo>
                <a:cubicBezTo>
                  <a:pt x="1676206" y="868499"/>
                  <a:pt x="1666157" y="858450"/>
                  <a:pt x="1666157" y="846141"/>
                </a:cubicBezTo>
                <a:cubicBezTo>
                  <a:pt x="1666031" y="833830"/>
                  <a:pt x="1676080" y="823781"/>
                  <a:pt x="1688390" y="823656"/>
                </a:cubicBezTo>
                <a:close/>
                <a:moveTo>
                  <a:pt x="787730" y="818883"/>
                </a:moveTo>
                <a:cubicBezTo>
                  <a:pt x="801549" y="818758"/>
                  <a:pt x="812853" y="829937"/>
                  <a:pt x="812853" y="843754"/>
                </a:cubicBezTo>
                <a:cubicBezTo>
                  <a:pt x="812980" y="857572"/>
                  <a:pt x="801799" y="868877"/>
                  <a:pt x="787982" y="868877"/>
                </a:cubicBezTo>
                <a:cubicBezTo>
                  <a:pt x="774164" y="869003"/>
                  <a:pt x="762859" y="857823"/>
                  <a:pt x="762859" y="844006"/>
                </a:cubicBezTo>
                <a:cubicBezTo>
                  <a:pt x="762734" y="830188"/>
                  <a:pt x="773913" y="818883"/>
                  <a:pt x="787730" y="818883"/>
                </a:cubicBezTo>
                <a:close/>
                <a:moveTo>
                  <a:pt x="428093" y="817753"/>
                </a:moveTo>
                <a:cubicBezTo>
                  <a:pt x="435254" y="817753"/>
                  <a:pt x="441032" y="823531"/>
                  <a:pt x="441032" y="830566"/>
                </a:cubicBezTo>
                <a:cubicBezTo>
                  <a:pt x="441032" y="837726"/>
                  <a:pt x="435254" y="843504"/>
                  <a:pt x="428220" y="843504"/>
                </a:cubicBezTo>
                <a:cubicBezTo>
                  <a:pt x="421184" y="843504"/>
                  <a:pt x="415407" y="837726"/>
                  <a:pt x="415407" y="830692"/>
                </a:cubicBezTo>
                <a:cubicBezTo>
                  <a:pt x="415407" y="823657"/>
                  <a:pt x="421184" y="817878"/>
                  <a:pt x="428093" y="817753"/>
                </a:cubicBezTo>
                <a:close/>
                <a:moveTo>
                  <a:pt x="1434145" y="812855"/>
                </a:moveTo>
                <a:cubicBezTo>
                  <a:pt x="1445073" y="812855"/>
                  <a:pt x="1454117" y="821649"/>
                  <a:pt x="1454117" y="832703"/>
                </a:cubicBezTo>
                <a:cubicBezTo>
                  <a:pt x="1454117" y="843630"/>
                  <a:pt x="1445325" y="852675"/>
                  <a:pt x="1434271" y="852675"/>
                </a:cubicBezTo>
                <a:cubicBezTo>
                  <a:pt x="1423342" y="852801"/>
                  <a:pt x="1414298" y="843882"/>
                  <a:pt x="1414298" y="832828"/>
                </a:cubicBezTo>
                <a:cubicBezTo>
                  <a:pt x="1414172" y="821774"/>
                  <a:pt x="1423091" y="812855"/>
                  <a:pt x="1434145" y="812855"/>
                </a:cubicBezTo>
                <a:close/>
                <a:moveTo>
                  <a:pt x="1604353" y="812225"/>
                </a:moveTo>
                <a:cubicBezTo>
                  <a:pt x="1615408" y="812100"/>
                  <a:pt x="1624325" y="821018"/>
                  <a:pt x="1624325" y="832072"/>
                </a:cubicBezTo>
                <a:cubicBezTo>
                  <a:pt x="1624325" y="843001"/>
                  <a:pt x="1615533" y="852045"/>
                  <a:pt x="1604479" y="852045"/>
                </a:cubicBezTo>
                <a:cubicBezTo>
                  <a:pt x="1593425" y="852045"/>
                  <a:pt x="1584506" y="843252"/>
                  <a:pt x="1584506" y="832198"/>
                </a:cubicBezTo>
                <a:cubicBezTo>
                  <a:pt x="1584380" y="821269"/>
                  <a:pt x="1593298" y="812225"/>
                  <a:pt x="1604353" y="812225"/>
                </a:cubicBezTo>
                <a:close/>
                <a:moveTo>
                  <a:pt x="2250768" y="811221"/>
                </a:moveTo>
                <a:cubicBezTo>
                  <a:pt x="2265841" y="811221"/>
                  <a:pt x="2278278" y="823405"/>
                  <a:pt x="2278278" y="838606"/>
                </a:cubicBezTo>
                <a:cubicBezTo>
                  <a:pt x="2278278" y="853679"/>
                  <a:pt x="2266093" y="866115"/>
                  <a:pt x="2250894" y="866115"/>
                </a:cubicBezTo>
                <a:cubicBezTo>
                  <a:pt x="2235821" y="866115"/>
                  <a:pt x="2223385" y="853930"/>
                  <a:pt x="2223385" y="838731"/>
                </a:cubicBezTo>
                <a:cubicBezTo>
                  <a:pt x="2223259" y="823531"/>
                  <a:pt x="2235444" y="811221"/>
                  <a:pt x="2250768" y="811221"/>
                </a:cubicBezTo>
                <a:close/>
                <a:moveTo>
                  <a:pt x="2610152" y="810216"/>
                </a:moveTo>
                <a:cubicBezTo>
                  <a:pt x="2617186" y="810216"/>
                  <a:pt x="2622838" y="815868"/>
                  <a:pt x="2622838" y="822777"/>
                </a:cubicBezTo>
                <a:cubicBezTo>
                  <a:pt x="2622838" y="829812"/>
                  <a:pt x="2617311" y="835464"/>
                  <a:pt x="2610277" y="835464"/>
                </a:cubicBezTo>
                <a:cubicBezTo>
                  <a:pt x="2603369" y="835464"/>
                  <a:pt x="2597590" y="829812"/>
                  <a:pt x="2597590" y="822903"/>
                </a:cubicBezTo>
                <a:cubicBezTo>
                  <a:pt x="2597590" y="815868"/>
                  <a:pt x="2603243" y="810216"/>
                  <a:pt x="2610152" y="810216"/>
                </a:cubicBezTo>
                <a:close/>
                <a:moveTo>
                  <a:pt x="1519186" y="808958"/>
                </a:moveTo>
                <a:cubicBezTo>
                  <a:pt x="1529612" y="808833"/>
                  <a:pt x="1538028" y="817250"/>
                  <a:pt x="1538028" y="827675"/>
                </a:cubicBezTo>
                <a:cubicBezTo>
                  <a:pt x="1538154" y="837976"/>
                  <a:pt x="1529737" y="846518"/>
                  <a:pt x="1519312" y="846518"/>
                </a:cubicBezTo>
                <a:cubicBezTo>
                  <a:pt x="1509011" y="846518"/>
                  <a:pt x="1500470" y="838227"/>
                  <a:pt x="1500470" y="827801"/>
                </a:cubicBezTo>
                <a:cubicBezTo>
                  <a:pt x="1500344" y="817375"/>
                  <a:pt x="1508761" y="808833"/>
                  <a:pt x="1519186" y="808958"/>
                </a:cubicBezTo>
                <a:close/>
                <a:moveTo>
                  <a:pt x="329611" y="798157"/>
                </a:moveTo>
                <a:cubicBezTo>
                  <a:pt x="334385" y="798157"/>
                  <a:pt x="338278" y="802051"/>
                  <a:pt x="338278" y="806824"/>
                </a:cubicBezTo>
                <a:cubicBezTo>
                  <a:pt x="338405" y="811598"/>
                  <a:pt x="334510" y="815491"/>
                  <a:pt x="329737" y="815491"/>
                </a:cubicBezTo>
                <a:cubicBezTo>
                  <a:pt x="324964" y="815618"/>
                  <a:pt x="321070" y="811723"/>
                  <a:pt x="321070" y="806949"/>
                </a:cubicBezTo>
                <a:cubicBezTo>
                  <a:pt x="321070" y="802177"/>
                  <a:pt x="324964" y="798282"/>
                  <a:pt x="329611" y="798157"/>
                </a:cubicBezTo>
                <a:close/>
                <a:moveTo>
                  <a:pt x="683343" y="792505"/>
                </a:moveTo>
                <a:cubicBezTo>
                  <a:pt x="695904" y="792505"/>
                  <a:pt x="706205" y="802679"/>
                  <a:pt x="706205" y="815241"/>
                </a:cubicBezTo>
                <a:cubicBezTo>
                  <a:pt x="706205" y="827802"/>
                  <a:pt x="696029" y="838103"/>
                  <a:pt x="683468" y="838103"/>
                </a:cubicBezTo>
                <a:cubicBezTo>
                  <a:pt x="670906" y="838103"/>
                  <a:pt x="660607" y="827929"/>
                  <a:pt x="660607" y="815367"/>
                </a:cubicBezTo>
                <a:cubicBezTo>
                  <a:pt x="660607" y="802805"/>
                  <a:pt x="670656" y="792505"/>
                  <a:pt x="683343" y="792505"/>
                </a:cubicBezTo>
                <a:close/>
                <a:moveTo>
                  <a:pt x="2708635" y="789992"/>
                </a:moveTo>
                <a:cubicBezTo>
                  <a:pt x="2713282" y="789992"/>
                  <a:pt x="2717050" y="793760"/>
                  <a:pt x="2717050" y="798409"/>
                </a:cubicBezTo>
                <a:cubicBezTo>
                  <a:pt x="2717050" y="803057"/>
                  <a:pt x="2713282" y="806826"/>
                  <a:pt x="2708635" y="806826"/>
                </a:cubicBezTo>
                <a:cubicBezTo>
                  <a:pt x="2703986" y="806826"/>
                  <a:pt x="2700218" y="803057"/>
                  <a:pt x="2700218" y="798409"/>
                </a:cubicBezTo>
                <a:cubicBezTo>
                  <a:pt x="2700218" y="793760"/>
                  <a:pt x="2703986" y="789992"/>
                  <a:pt x="2708635" y="789992"/>
                </a:cubicBezTo>
                <a:close/>
                <a:moveTo>
                  <a:pt x="960575" y="789741"/>
                </a:moveTo>
                <a:cubicBezTo>
                  <a:pt x="977911" y="789615"/>
                  <a:pt x="992105" y="803684"/>
                  <a:pt x="992105" y="821019"/>
                </a:cubicBezTo>
                <a:cubicBezTo>
                  <a:pt x="992230" y="838353"/>
                  <a:pt x="978161" y="852422"/>
                  <a:pt x="960827" y="852549"/>
                </a:cubicBezTo>
                <a:cubicBezTo>
                  <a:pt x="943492" y="852674"/>
                  <a:pt x="929423" y="838605"/>
                  <a:pt x="929298" y="821270"/>
                </a:cubicBezTo>
                <a:cubicBezTo>
                  <a:pt x="929298" y="803935"/>
                  <a:pt x="943241" y="789741"/>
                  <a:pt x="960575" y="789741"/>
                </a:cubicBezTo>
                <a:close/>
                <a:moveTo>
                  <a:pt x="1148119" y="789490"/>
                </a:moveTo>
                <a:cubicBezTo>
                  <a:pt x="1164198" y="789490"/>
                  <a:pt x="1177261" y="802429"/>
                  <a:pt x="1177387" y="818633"/>
                </a:cubicBezTo>
                <a:cubicBezTo>
                  <a:pt x="1177387" y="834712"/>
                  <a:pt x="1164323" y="847901"/>
                  <a:pt x="1148244" y="847901"/>
                </a:cubicBezTo>
                <a:cubicBezTo>
                  <a:pt x="1132166" y="847901"/>
                  <a:pt x="1118977" y="834963"/>
                  <a:pt x="1118977" y="818758"/>
                </a:cubicBezTo>
                <a:cubicBezTo>
                  <a:pt x="1118977" y="802679"/>
                  <a:pt x="1131915" y="789490"/>
                  <a:pt x="1148119" y="789490"/>
                </a:cubicBezTo>
                <a:close/>
                <a:moveTo>
                  <a:pt x="2077544" y="788234"/>
                </a:moveTo>
                <a:cubicBezTo>
                  <a:pt x="2093498" y="788108"/>
                  <a:pt x="2106310" y="800921"/>
                  <a:pt x="2106436" y="816874"/>
                </a:cubicBezTo>
                <a:cubicBezTo>
                  <a:pt x="2106562" y="832701"/>
                  <a:pt x="2093748" y="845765"/>
                  <a:pt x="2077796" y="845765"/>
                </a:cubicBezTo>
                <a:cubicBezTo>
                  <a:pt x="2061843" y="845890"/>
                  <a:pt x="2048904" y="833078"/>
                  <a:pt x="2048904" y="817125"/>
                </a:cubicBezTo>
                <a:cubicBezTo>
                  <a:pt x="2048904" y="801298"/>
                  <a:pt x="2061718" y="788359"/>
                  <a:pt x="2077544" y="788234"/>
                </a:cubicBezTo>
                <a:close/>
                <a:moveTo>
                  <a:pt x="1890126" y="787730"/>
                </a:moveTo>
                <a:cubicBezTo>
                  <a:pt x="1905701" y="787730"/>
                  <a:pt x="1918515" y="800417"/>
                  <a:pt x="1918515" y="815993"/>
                </a:cubicBezTo>
                <a:cubicBezTo>
                  <a:pt x="1918515" y="831569"/>
                  <a:pt x="1905828" y="844382"/>
                  <a:pt x="1890251" y="844382"/>
                </a:cubicBezTo>
                <a:cubicBezTo>
                  <a:pt x="1874676" y="844382"/>
                  <a:pt x="1861863" y="831695"/>
                  <a:pt x="1861863" y="816119"/>
                </a:cubicBezTo>
                <a:cubicBezTo>
                  <a:pt x="1861863" y="800417"/>
                  <a:pt x="1874424" y="787730"/>
                  <a:pt x="1890126" y="787730"/>
                </a:cubicBezTo>
                <a:close/>
                <a:moveTo>
                  <a:pt x="2355028" y="784842"/>
                </a:moveTo>
                <a:cubicBezTo>
                  <a:pt x="2368343" y="784717"/>
                  <a:pt x="2379397" y="795644"/>
                  <a:pt x="2379397" y="809086"/>
                </a:cubicBezTo>
                <a:cubicBezTo>
                  <a:pt x="2379397" y="822527"/>
                  <a:pt x="2368595" y="833581"/>
                  <a:pt x="2355154" y="833581"/>
                </a:cubicBezTo>
                <a:cubicBezTo>
                  <a:pt x="2341712" y="833706"/>
                  <a:pt x="2330658" y="822777"/>
                  <a:pt x="2330658" y="809337"/>
                </a:cubicBezTo>
                <a:cubicBezTo>
                  <a:pt x="2330658" y="795896"/>
                  <a:pt x="2341462" y="784967"/>
                  <a:pt x="2355028" y="784842"/>
                </a:cubicBezTo>
                <a:close/>
                <a:moveTo>
                  <a:pt x="231882" y="779817"/>
                </a:moveTo>
                <a:cubicBezTo>
                  <a:pt x="234018" y="779817"/>
                  <a:pt x="235651" y="781450"/>
                  <a:pt x="235651" y="783585"/>
                </a:cubicBezTo>
                <a:cubicBezTo>
                  <a:pt x="235651" y="785595"/>
                  <a:pt x="234018" y="787354"/>
                  <a:pt x="231882" y="787354"/>
                </a:cubicBezTo>
                <a:cubicBezTo>
                  <a:pt x="229746" y="787354"/>
                  <a:pt x="228114" y="785721"/>
                  <a:pt x="228114" y="783585"/>
                </a:cubicBezTo>
                <a:cubicBezTo>
                  <a:pt x="228114" y="781575"/>
                  <a:pt x="229746" y="779817"/>
                  <a:pt x="231882" y="779817"/>
                </a:cubicBezTo>
                <a:close/>
                <a:moveTo>
                  <a:pt x="2806361" y="770270"/>
                </a:moveTo>
                <a:cubicBezTo>
                  <a:pt x="2808623" y="770270"/>
                  <a:pt x="2810381" y="772028"/>
                  <a:pt x="2810381" y="774290"/>
                </a:cubicBezTo>
                <a:cubicBezTo>
                  <a:pt x="2810381" y="776551"/>
                  <a:pt x="2808496" y="778309"/>
                  <a:pt x="2806361" y="778309"/>
                </a:cubicBezTo>
                <a:cubicBezTo>
                  <a:pt x="2804099" y="778309"/>
                  <a:pt x="2802341" y="776425"/>
                  <a:pt x="2802341" y="774290"/>
                </a:cubicBezTo>
                <a:cubicBezTo>
                  <a:pt x="2802341" y="772154"/>
                  <a:pt x="2804099" y="770270"/>
                  <a:pt x="2806361" y="770270"/>
                </a:cubicBezTo>
                <a:close/>
                <a:moveTo>
                  <a:pt x="580466" y="768511"/>
                </a:moveTo>
                <a:cubicBezTo>
                  <a:pt x="591268" y="768386"/>
                  <a:pt x="600187" y="777178"/>
                  <a:pt x="600187" y="788107"/>
                </a:cubicBezTo>
                <a:cubicBezTo>
                  <a:pt x="600314" y="798910"/>
                  <a:pt x="591520" y="807829"/>
                  <a:pt x="580591" y="807829"/>
                </a:cubicBezTo>
                <a:cubicBezTo>
                  <a:pt x="569789" y="807955"/>
                  <a:pt x="560870" y="799161"/>
                  <a:pt x="560870" y="788233"/>
                </a:cubicBezTo>
                <a:cubicBezTo>
                  <a:pt x="560745" y="777430"/>
                  <a:pt x="569537" y="768511"/>
                  <a:pt x="580466" y="768511"/>
                </a:cubicBezTo>
                <a:close/>
                <a:moveTo>
                  <a:pt x="2457529" y="762607"/>
                </a:moveTo>
                <a:cubicBezTo>
                  <a:pt x="2467955" y="762607"/>
                  <a:pt x="2476372" y="770897"/>
                  <a:pt x="2476372" y="781323"/>
                </a:cubicBezTo>
                <a:cubicBezTo>
                  <a:pt x="2476372" y="791624"/>
                  <a:pt x="2468080" y="800166"/>
                  <a:pt x="2457655" y="800166"/>
                </a:cubicBezTo>
                <a:cubicBezTo>
                  <a:pt x="2447354" y="800166"/>
                  <a:pt x="2438812" y="791875"/>
                  <a:pt x="2438812" y="781450"/>
                </a:cubicBezTo>
                <a:cubicBezTo>
                  <a:pt x="2438812" y="771023"/>
                  <a:pt x="2447229" y="762607"/>
                  <a:pt x="2457529" y="762607"/>
                </a:cubicBezTo>
                <a:close/>
                <a:moveTo>
                  <a:pt x="1226629" y="759593"/>
                </a:moveTo>
                <a:cubicBezTo>
                  <a:pt x="1240823" y="759593"/>
                  <a:pt x="1252380" y="771024"/>
                  <a:pt x="1252380" y="785218"/>
                </a:cubicBezTo>
                <a:cubicBezTo>
                  <a:pt x="1252380" y="799412"/>
                  <a:pt x="1240948" y="810969"/>
                  <a:pt x="1226754" y="810969"/>
                </a:cubicBezTo>
                <a:cubicBezTo>
                  <a:pt x="1212560" y="810969"/>
                  <a:pt x="1201004" y="799539"/>
                  <a:pt x="1201004" y="785344"/>
                </a:cubicBezTo>
                <a:cubicBezTo>
                  <a:pt x="1200878" y="771149"/>
                  <a:pt x="1212308" y="759718"/>
                  <a:pt x="1226629" y="759593"/>
                </a:cubicBezTo>
                <a:close/>
                <a:moveTo>
                  <a:pt x="134531" y="759468"/>
                </a:moveTo>
                <a:cubicBezTo>
                  <a:pt x="135284" y="759342"/>
                  <a:pt x="135912" y="759970"/>
                  <a:pt x="135912" y="760724"/>
                </a:cubicBezTo>
                <a:cubicBezTo>
                  <a:pt x="135912" y="761477"/>
                  <a:pt x="135284" y="762105"/>
                  <a:pt x="134531" y="762105"/>
                </a:cubicBezTo>
                <a:cubicBezTo>
                  <a:pt x="133776" y="762105"/>
                  <a:pt x="133274" y="761477"/>
                  <a:pt x="133274" y="760724"/>
                </a:cubicBezTo>
                <a:cubicBezTo>
                  <a:pt x="133274" y="759970"/>
                  <a:pt x="133902" y="759342"/>
                  <a:pt x="134531" y="759468"/>
                </a:cubicBezTo>
                <a:close/>
                <a:moveTo>
                  <a:pt x="850789" y="758337"/>
                </a:moveTo>
                <a:cubicBezTo>
                  <a:pt x="866365" y="758337"/>
                  <a:pt x="879052" y="770773"/>
                  <a:pt x="879052" y="786349"/>
                </a:cubicBezTo>
                <a:cubicBezTo>
                  <a:pt x="879052" y="801925"/>
                  <a:pt x="866616" y="814612"/>
                  <a:pt x="851040" y="814612"/>
                </a:cubicBezTo>
                <a:cubicBezTo>
                  <a:pt x="835463" y="814612"/>
                  <a:pt x="822902" y="802051"/>
                  <a:pt x="822777" y="786600"/>
                </a:cubicBezTo>
                <a:cubicBezTo>
                  <a:pt x="822777" y="771150"/>
                  <a:pt x="835338" y="758462"/>
                  <a:pt x="850789" y="758337"/>
                </a:cubicBezTo>
                <a:close/>
                <a:moveTo>
                  <a:pt x="1811492" y="757835"/>
                </a:moveTo>
                <a:cubicBezTo>
                  <a:pt x="1825436" y="757710"/>
                  <a:pt x="1836866" y="769015"/>
                  <a:pt x="1836866" y="782958"/>
                </a:cubicBezTo>
                <a:cubicBezTo>
                  <a:pt x="1836866" y="796902"/>
                  <a:pt x="1825687" y="808332"/>
                  <a:pt x="1811743" y="808332"/>
                </a:cubicBezTo>
                <a:cubicBezTo>
                  <a:pt x="1797801" y="808332"/>
                  <a:pt x="1786369" y="797152"/>
                  <a:pt x="1786369" y="783209"/>
                </a:cubicBezTo>
                <a:cubicBezTo>
                  <a:pt x="1786369" y="769392"/>
                  <a:pt x="1797549" y="757960"/>
                  <a:pt x="1811492" y="757835"/>
                </a:cubicBezTo>
                <a:close/>
                <a:moveTo>
                  <a:pt x="2187332" y="753563"/>
                </a:moveTo>
                <a:cubicBezTo>
                  <a:pt x="2202782" y="753563"/>
                  <a:pt x="2215343" y="765999"/>
                  <a:pt x="2215470" y="781575"/>
                </a:cubicBezTo>
                <a:cubicBezTo>
                  <a:pt x="2215470" y="797151"/>
                  <a:pt x="2203033" y="809838"/>
                  <a:pt x="2187457" y="809838"/>
                </a:cubicBezTo>
                <a:cubicBezTo>
                  <a:pt x="2171881" y="809838"/>
                  <a:pt x="2159195" y="797402"/>
                  <a:pt x="2159195" y="781826"/>
                </a:cubicBezTo>
                <a:cubicBezTo>
                  <a:pt x="2159069" y="766250"/>
                  <a:pt x="2171631" y="753688"/>
                  <a:pt x="2187332" y="753563"/>
                </a:cubicBezTo>
                <a:close/>
                <a:moveTo>
                  <a:pt x="2903452" y="749793"/>
                </a:moveTo>
                <a:cubicBezTo>
                  <a:pt x="2903955" y="749793"/>
                  <a:pt x="2904331" y="750170"/>
                  <a:pt x="2904331" y="750673"/>
                </a:cubicBezTo>
                <a:cubicBezTo>
                  <a:pt x="2904331" y="751176"/>
                  <a:pt x="2903955" y="751553"/>
                  <a:pt x="2903452" y="751553"/>
                </a:cubicBezTo>
                <a:cubicBezTo>
                  <a:pt x="2902950" y="751553"/>
                  <a:pt x="2902572" y="751176"/>
                  <a:pt x="2902572" y="750673"/>
                </a:cubicBezTo>
                <a:cubicBezTo>
                  <a:pt x="2902572" y="750170"/>
                  <a:pt x="2902950" y="749793"/>
                  <a:pt x="2903452" y="749793"/>
                </a:cubicBezTo>
                <a:close/>
                <a:moveTo>
                  <a:pt x="2558900" y="746781"/>
                </a:moveTo>
                <a:cubicBezTo>
                  <a:pt x="2563171" y="746781"/>
                  <a:pt x="2566689" y="750298"/>
                  <a:pt x="2566689" y="754568"/>
                </a:cubicBezTo>
                <a:cubicBezTo>
                  <a:pt x="2566814" y="758840"/>
                  <a:pt x="2563297" y="762357"/>
                  <a:pt x="2559025" y="762357"/>
                </a:cubicBezTo>
                <a:cubicBezTo>
                  <a:pt x="2554755" y="762357"/>
                  <a:pt x="2551237" y="758965"/>
                  <a:pt x="2551237" y="754695"/>
                </a:cubicBezTo>
                <a:cubicBezTo>
                  <a:pt x="2551237" y="750423"/>
                  <a:pt x="2554755" y="746906"/>
                  <a:pt x="2558900" y="746781"/>
                </a:cubicBezTo>
                <a:close/>
                <a:moveTo>
                  <a:pt x="478969" y="745524"/>
                </a:moveTo>
                <a:cubicBezTo>
                  <a:pt x="488264" y="745524"/>
                  <a:pt x="495676" y="752936"/>
                  <a:pt x="495676" y="762105"/>
                </a:cubicBezTo>
                <a:cubicBezTo>
                  <a:pt x="495676" y="771275"/>
                  <a:pt x="488264" y="778812"/>
                  <a:pt x="479094" y="778812"/>
                </a:cubicBezTo>
                <a:cubicBezTo>
                  <a:pt x="469925" y="778812"/>
                  <a:pt x="462388" y="771401"/>
                  <a:pt x="462388" y="762231"/>
                </a:cubicBezTo>
                <a:cubicBezTo>
                  <a:pt x="462388" y="753061"/>
                  <a:pt x="469799" y="745649"/>
                  <a:pt x="478969" y="745524"/>
                </a:cubicBezTo>
                <a:close/>
                <a:moveTo>
                  <a:pt x="1031673" y="742008"/>
                </a:moveTo>
                <a:cubicBezTo>
                  <a:pt x="1049386" y="741882"/>
                  <a:pt x="1063831" y="756202"/>
                  <a:pt x="1063831" y="773914"/>
                </a:cubicBezTo>
                <a:cubicBezTo>
                  <a:pt x="1063957" y="791625"/>
                  <a:pt x="1049636" y="805946"/>
                  <a:pt x="1031925" y="806071"/>
                </a:cubicBezTo>
                <a:cubicBezTo>
                  <a:pt x="1014087" y="806071"/>
                  <a:pt x="999767" y="791751"/>
                  <a:pt x="999642" y="774039"/>
                </a:cubicBezTo>
                <a:cubicBezTo>
                  <a:pt x="999515" y="756328"/>
                  <a:pt x="1013836" y="741882"/>
                  <a:pt x="1031673" y="742008"/>
                </a:cubicBezTo>
                <a:close/>
                <a:moveTo>
                  <a:pt x="2006445" y="741254"/>
                </a:moveTo>
                <a:cubicBezTo>
                  <a:pt x="2022524" y="741254"/>
                  <a:pt x="2035715" y="754318"/>
                  <a:pt x="2035715" y="770397"/>
                </a:cubicBezTo>
                <a:cubicBezTo>
                  <a:pt x="2035715" y="786476"/>
                  <a:pt x="2022651" y="799665"/>
                  <a:pt x="2006572" y="799665"/>
                </a:cubicBezTo>
                <a:cubicBezTo>
                  <a:pt x="1990367" y="799665"/>
                  <a:pt x="1977303" y="786601"/>
                  <a:pt x="1977177" y="770522"/>
                </a:cubicBezTo>
                <a:cubicBezTo>
                  <a:pt x="1977177" y="754318"/>
                  <a:pt x="1990116" y="741254"/>
                  <a:pt x="2006445" y="741254"/>
                </a:cubicBezTo>
                <a:close/>
                <a:moveTo>
                  <a:pt x="743388" y="731958"/>
                </a:moveTo>
                <a:cubicBezTo>
                  <a:pt x="755949" y="731958"/>
                  <a:pt x="766250" y="742132"/>
                  <a:pt x="766250" y="754694"/>
                </a:cubicBezTo>
                <a:cubicBezTo>
                  <a:pt x="766250" y="767255"/>
                  <a:pt x="756074" y="777556"/>
                  <a:pt x="743513" y="777556"/>
                </a:cubicBezTo>
                <a:cubicBezTo>
                  <a:pt x="730951" y="777556"/>
                  <a:pt x="720652" y="767380"/>
                  <a:pt x="720652" y="754819"/>
                </a:cubicBezTo>
                <a:cubicBezTo>
                  <a:pt x="720652" y="742258"/>
                  <a:pt x="730826" y="732083"/>
                  <a:pt x="743388" y="731958"/>
                </a:cubicBezTo>
                <a:close/>
                <a:moveTo>
                  <a:pt x="1307903" y="729069"/>
                </a:moveTo>
                <a:cubicBezTo>
                  <a:pt x="1324860" y="729069"/>
                  <a:pt x="1338803" y="742761"/>
                  <a:pt x="1338803" y="759719"/>
                </a:cubicBezTo>
                <a:cubicBezTo>
                  <a:pt x="1338929" y="776803"/>
                  <a:pt x="1325112" y="790620"/>
                  <a:pt x="1308153" y="790620"/>
                </a:cubicBezTo>
                <a:cubicBezTo>
                  <a:pt x="1291070" y="790620"/>
                  <a:pt x="1277253" y="776928"/>
                  <a:pt x="1277253" y="759970"/>
                </a:cubicBezTo>
                <a:cubicBezTo>
                  <a:pt x="1277126" y="743013"/>
                  <a:pt x="1290944" y="729194"/>
                  <a:pt x="1307903" y="729069"/>
                </a:cubicBezTo>
                <a:close/>
                <a:moveTo>
                  <a:pt x="1729842" y="728189"/>
                </a:moveTo>
                <a:cubicBezTo>
                  <a:pt x="1746548" y="728063"/>
                  <a:pt x="1760241" y="741629"/>
                  <a:pt x="1760241" y="758337"/>
                </a:cubicBezTo>
                <a:cubicBezTo>
                  <a:pt x="1760367" y="775043"/>
                  <a:pt x="1746800" y="788610"/>
                  <a:pt x="1730092" y="788735"/>
                </a:cubicBezTo>
                <a:cubicBezTo>
                  <a:pt x="1713386" y="788735"/>
                  <a:pt x="1699694" y="775168"/>
                  <a:pt x="1699694" y="758462"/>
                </a:cubicBezTo>
                <a:cubicBezTo>
                  <a:pt x="1699694" y="741756"/>
                  <a:pt x="1713135" y="728063"/>
                  <a:pt x="1729842" y="728189"/>
                </a:cubicBezTo>
                <a:close/>
                <a:moveTo>
                  <a:pt x="2294355" y="725300"/>
                </a:moveTo>
                <a:cubicBezTo>
                  <a:pt x="2307546" y="725300"/>
                  <a:pt x="2318348" y="735977"/>
                  <a:pt x="2318348" y="749166"/>
                </a:cubicBezTo>
                <a:cubicBezTo>
                  <a:pt x="2318474" y="762357"/>
                  <a:pt x="2307797" y="773159"/>
                  <a:pt x="2294607" y="773159"/>
                </a:cubicBezTo>
                <a:cubicBezTo>
                  <a:pt x="2281418" y="773159"/>
                  <a:pt x="2270614" y="762482"/>
                  <a:pt x="2270614" y="749293"/>
                </a:cubicBezTo>
                <a:cubicBezTo>
                  <a:pt x="2270614" y="736102"/>
                  <a:pt x="2281166" y="725300"/>
                  <a:pt x="2294355" y="725300"/>
                </a:cubicBezTo>
                <a:close/>
                <a:moveTo>
                  <a:pt x="2659267" y="725050"/>
                </a:moveTo>
                <a:cubicBezTo>
                  <a:pt x="2661403" y="725050"/>
                  <a:pt x="2663035" y="726808"/>
                  <a:pt x="2663035" y="728818"/>
                </a:cubicBezTo>
                <a:cubicBezTo>
                  <a:pt x="2663035" y="730954"/>
                  <a:pt x="2661403" y="732587"/>
                  <a:pt x="2659267" y="732587"/>
                </a:cubicBezTo>
                <a:cubicBezTo>
                  <a:pt x="2657256" y="732587"/>
                  <a:pt x="2655498" y="730954"/>
                  <a:pt x="2655498" y="728818"/>
                </a:cubicBezTo>
                <a:cubicBezTo>
                  <a:pt x="2655498" y="726683"/>
                  <a:pt x="2657131" y="725050"/>
                  <a:pt x="2659267" y="725050"/>
                </a:cubicBezTo>
                <a:close/>
                <a:moveTo>
                  <a:pt x="378476" y="724922"/>
                </a:moveTo>
                <a:cubicBezTo>
                  <a:pt x="385134" y="724922"/>
                  <a:pt x="390661" y="730324"/>
                  <a:pt x="390661" y="737107"/>
                </a:cubicBezTo>
                <a:cubicBezTo>
                  <a:pt x="390661" y="743766"/>
                  <a:pt x="385259" y="749293"/>
                  <a:pt x="378476" y="749293"/>
                </a:cubicBezTo>
                <a:cubicBezTo>
                  <a:pt x="371819" y="749293"/>
                  <a:pt x="366292" y="743766"/>
                  <a:pt x="366292" y="737107"/>
                </a:cubicBezTo>
                <a:cubicBezTo>
                  <a:pt x="366292" y="730324"/>
                  <a:pt x="371819" y="724922"/>
                  <a:pt x="378476" y="724922"/>
                </a:cubicBezTo>
                <a:close/>
                <a:moveTo>
                  <a:pt x="1391436" y="713492"/>
                </a:moveTo>
                <a:cubicBezTo>
                  <a:pt x="1407514" y="713492"/>
                  <a:pt x="1420704" y="726556"/>
                  <a:pt x="1420704" y="742635"/>
                </a:cubicBezTo>
                <a:cubicBezTo>
                  <a:pt x="1420704" y="758714"/>
                  <a:pt x="1407765" y="771903"/>
                  <a:pt x="1391561" y="771903"/>
                </a:cubicBezTo>
                <a:cubicBezTo>
                  <a:pt x="1375483" y="771903"/>
                  <a:pt x="1362294" y="758839"/>
                  <a:pt x="1362294" y="742760"/>
                </a:cubicBezTo>
                <a:cubicBezTo>
                  <a:pt x="1362167" y="726681"/>
                  <a:pt x="1375231" y="713492"/>
                  <a:pt x="1391436" y="713492"/>
                </a:cubicBezTo>
                <a:close/>
                <a:moveTo>
                  <a:pt x="1646184" y="712488"/>
                </a:moveTo>
                <a:cubicBezTo>
                  <a:pt x="1662388" y="712362"/>
                  <a:pt x="1675703" y="725552"/>
                  <a:pt x="1675703" y="741756"/>
                </a:cubicBezTo>
                <a:cubicBezTo>
                  <a:pt x="1675829" y="757960"/>
                  <a:pt x="1662639" y="771276"/>
                  <a:pt x="1646436" y="771276"/>
                </a:cubicBezTo>
                <a:cubicBezTo>
                  <a:pt x="1630231" y="771276"/>
                  <a:pt x="1617042" y="758086"/>
                  <a:pt x="1616916" y="741882"/>
                </a:cubicBezTo>
                <a:cubicBezTo>
                  <a:pt x="1616916" y="725552"/>
                  <a:pt x="1629980" y="712362"/>
                  <a:pt x="1646184" y="712488"/>
                </a:cubicBezTo>
                <a:close/>
                <a:moveTo>
                  <a:pt x="918370" y="706835"/>
                </a:moveTo>
                <a:cubicBezTo>
                  <a:pt x="933696" y="706835"/>
                  <a:pt x="946132" y="719145"/>
                  <a:pt x="946132" y="734470"/>
                </a:cubicBezTo>
                <a:cubicBezTo>
                  <a:pt x="946257" y="749669"/>
                  <a:pt x="933821" y="762231"/>
                  <a:pt x="918622" y="762231"/>
                </a:cubicBezTo>
                <a:cubicBezTo>
                  <a:pt x="903297" y="762231"/>
                  <a:pt x="890861" y="749921"/>
                  <a:pt x="890861" y="734596"/>
                </a:cubicBezTo>
                <a:cubicBezTo>
                  <a:pt x="890736" y="719271"/>
                  <a:pt x="903045" y="706960"/>
                  <a:pt x="918370" y="706835"/>
                </a:cubicBezTo>
                <a:close/>
                <a:moveTo>
                  <a:pt x="278988" y="704950"/>
                </a:moveTo>
                <a:cubicBezTo>
                  <a:pt x="283260" y="704950"/>
                  <a:pt x="286777" y="708342"/>
                  <a:pt x="286777" y="712613"/>
                </a:cubicBezTo>
                <a:cubicBezTo>
                  <a:pt x="286777" y="716884"/>
                  <a:pt x="283260" y="720401"/>
                  <a:pt x="278988" y="720401"/>
                </a:cubicBezTo>
                <a:cubicBezTo>
                  <a:pt x="274718" y="720401"/>
                  <a:pt x="271201" y="716884"/>
                  <a:pt x="271201" y="712613"/>
                </a:cubicBezTo>
                <a:cubicBezTo>
                  <a:pt x="271201" y="708342"/>
                  <a:pt x="274718" y="704824"/>
                  <a:pt x="278988" y="704950"/>
                </a:cubicBezTo>
                <a:close/>
                <a:moveTo>
                  <a:pt x="1476225" y="704699"/>
                </a:moveTo>
                <a:cubicBezTo>
                  <a:pt x="1492303" y="704699"/>
                  <a:pt x="1505492" y="717763"/>
                  <a:pt x="1505492" y="733842"/>
                </a:cubicBezTo>
                <a:cubicBezTo>
                  <a:pt x="1505492" y="749921"/>
                  <a:pt x="1492555" y="763110"/>
                  <a:pt x="1476350" y="763110"/>
                </a:cubicBezTo>
                <a:cubicBezTo>
                  <a:pt x="1460271" y="763110"/>
                  <a:pt x="1447082" y="750046"/>
                  <a:pt x="1447082" y="733967"/>
                </a:cubicBezTo>
                <a:cubicBezTo>
                  <a:pt x="1447082" y="717888"/>
                  <a:pt x="1460021" y="704699"/>
                  <a:pt x="1476225" y="704699"/>
                </a:cubicBezTo>
                <a:close/>
                <a:moveTo>
                  <a:pt x="1561519" y="704574"/>
                </a:moveTo>
                <a:cubicBezTo>
                  <a:pt x="1577473" y="704574"/>
                  <a:pt x="1590537" y="717512"/>
                  <a:pt x="1590537" y="733464"/>
                </a:cubicBezTo>
                <a:cubicBezTo>
                  <a:pt x="1590537" y="749543"/>
                  <a:pt x="1577723" y="762607"/>
                  <a:pt x="1561645" y="762607"/>
                </a:cubicBezTo>
                <a:cubicBezTo>
                  <a:pt x="1545566" y="762607"/>
                  <a:pt x="1532628" y="749670"/>
                  <a:pt x="1532502" y="733716"/>
                </a:cubicBezTo>
                <a:cubicBezTo>
                  <a:pt x="1532502" y="717638"/>
                  <a:pt x="1545441" y="704574"/>
                  <a:pt x="1561519" y="704574"/>
                </a:cubicBezTo>
                <a:close/>
                <a:moveTo>
                  <a:pt x="2119248" y="704449"/>
                </a:moveTo>
                <a:cubicBezTo>
                  <a:pt x="2133442" y="704449"/>
                  <a:pt x="2144998" y="715880"/>
                  <a:pt x="2144998" y="730074"/>
                </a:cubicBezTo>
                <a:cubicBezTo>
                  <a:pt x="2144998" y="744268"/>
                  <a:pt x="2133568" y="755825"/>
                  <a:pt x="2119373" y="755825"/>
                </a:cubicBezTo>
                <a:cubicBezTo>
                  <a:pt x="2105179" y="755825"/>
                  <a:pt x="2093622" y="744394"/>
                  <a:pt x="2093622" y="730200"/>
                </a:cubicBezTo>
                <a:cubicBezTo>
                  <a:pt x="2093622" y="716005"/>
                  <a:pt x="2105053" y="704574"/>
                  <a:pt x="2119248" y="704449"/>
                </a:cubicBezTo>
                <a:close/>
                <a:moveTo>
                  <a:pt x="637872" y="703443"/>
                </a:moveTo>
                <a:cubicBezTo>
                  <a:pt x="649805" y="703443"/>
                  <a:pt x="659603" y="713115"/>
                  <a:pt x="659603" y="725049"/>
                </a:cubicBezTo>
                <a:cubicBezTo>
                  <a:pt x="659603" y="736983"/>
                  <a:pt x="649931" y="746780"/>
                  <a:pt x="637997" y="746780"/>
                </a:cubicBezTo>
                <a:cubicBezTo>
                  <a:pt x="626063" y="746780"/>
                  <a:pt x="616266" y="737108"/>
                  <a:pt x="616266" y="725174"/>
                </a:cubicBezTo>
                <a:cubicBezTo>
                  <a:pt x="616266" y="713240"/>
                  <a:pt x="625938" y="703443"/>
                  <a:pt x="637872" y="703443"/>
                </a:cubicBezTo>
                <a:close/>
                <a:moveTo>
                  <a:pt x="2758626" y="701810"/>
                </a:moveTo>
                <a:cubicBezTo>
                  <a:pt x="2759633" y="701810"/>
                  <a:pt x="2760386" y="702564"/>
                  <a:pt x="2760386" y="703568"/>
                </a:cubicBezTo>
                <a:cubicBezTo>
                  <a:pt x="2760386" y="704574"/>
                  <a:pt x="2759633" y="705327"/>
                  <a:pt x="2758626" y="705327"/>
                </a:cubicBezTo>
                <a:cubicBezTo>
                  <a:pt x="2757621" y="705327"/>
                  <a:pt x="2756868" y="704574"/>
                  <a:pt x="2756868" y="703568"/>
                </a:cubicBezTo>
                <a:cubicBezTo>
                  <a:pt x="2756868" y="702564"/>
                  <a:pt x="2757748" y="701810"/>
                  <a:pt x="2758626" y="701810"/>
                </a:cubicBezTo>
                <a:close/>
                <a:moveTo>
                  <a:pt x="1931076" y="701182"/>
                </a:moveTo>
                <a:cubicBezTo>
                  <a:pt x="1947155" y="701182"/>
                  <a:pt x="1960219" y="714120"/>
                  <a:pt x="1960219" y="730072"/>
                </a:cubicBezTo>
                <a:cubicBezTo>
                  <a:pt x="1960219" y="746152"/>
                  <a:pt x="1947282" y="759215"/>
                  <a:pt x="1931328" y="759215"/>
                </a:cubicBezTo>
                <a:cubicBezTo>
                  <a:pt x="1915250" y="759215"/>
                  <a:pt x="1902186" y="746403"/>
                  <a:pt x="1902186" y="730324"/>
                </a:cubicBezTo>
                <a:cubicBezTo>
                  <a:pt x="1902059" y="714371"/>
                  <a:pt x="1914998" y="701307"/>
                  <a:pt x="1931076" y="701182"/>
                </a:cubicBezTo>
                <a:close/>
                <a:moveTo>
                  <a:pt x="1106415" y="700304"/>
                </a:moveTo>
                <a:cubicBezTo>
                  <a:pt x="1124629" y="700304"/>
                  <a:pt x="1139452" y="715001"/>
                  <a:pt x="1139452" y="733215"/>
                </a:cubicBezTo>
                <a:cubicBezTo>
                  <a:pt x="1139577" y="751430"/>
                  <a:pt x="1124880" y="766252"/>
                  <a:pt x="1106667" y="766252"/>
                </a:cubicBezTo>
                <a:cubicBezTo>
                  <a:pt x="1088453" y="766252"/>
                  <a:pt x="1073755" y="751555"/>
                  <a:pt x="1073630" y="733341"/>
                </a:cubicBezTo>
                <a:cubicBezTo>
                  <a:pt x="1073630" y="715127"/>
                  <a:pt x="1088326" y="700304"/>
                  <a:pt x="1106415" y="700304"/>
                </a:cubicBezTo>
                <a:close/>
                <a:moveTo>
                  <a:pt x="2399747" y="698291"/>
                </a:moveTo>
                <a:cubicBezTo>
                  <a:pt x="2411052" y="698291"/>
                  <a:pt x="2420348" y="707461"/>
                  <a:pt x="2420348" y="718767"/>
                </a:cubicBezTo>
                <a:cubicBezTo>
                  <a:pt x="2420474" y="730072"/>
                  <a:pt x="2411177" y="739368"/>
                  <a:pt x="2399873" y="739368"/>
                </a:cubicBezTo>
                <a:cubicBezTo>
                  <a:pt x="2388566" y="739493"/>
                  <a:pt x="2379272" y="730324"/>
                  <a:pt x="2379272" y="718892"/>
                </a:cubicBezTo>
                <a:cubicBezTo>
                  <a:pt x="2379146" y="707461"/>
                  <a:pt x="2388316" y="698166"/>
                  <a:pt x="2399747" y="698291"/>
                </a:cubicBezTo>
                <a:close/>
                <a:moveTo>
                  <a:pt x="180252" y="685230"/>
                </a:moveTo>
                <a:cubicBezTo>
                  <a:pt x="182137" y="685230"/>
                  <a:pt x="183643" y="686737"/>
                  <a:pt x="183643" y="688496"/>
                </a:cubicBezTo>
                <a:cubicBezTo>
                  <a:pt x="183643" y="690380"/>
                  <a:pt x="182137" y="691887"/>
                  <a:pt x="180252" y="691887"/>
                </a:cubicBezTo>
                <a:cubicBezTo>
                  <a:pt x="178367" y="691887"/>
                  <a:pt x="176860" y="690380"/>
                  <a:pt x="176860" y="688622"/>
                </a:cubicBezTo>
                <a:cubicBezTo>
                  <a:pt x="176860" y="686737"/>
                  <a:pt x="178367" y="685355"/>
                  <a:pt x="180252" y="685230"/>
                </a:cubicBezTo>
                <a:close/>
                <a:moveTo>
                  <a:pt x="533862" y="677567"/>
                </a:moveTo>
                <a:cubicBezTo>
                  <a:pt x="544664" y="677567"/>
                  <a:pt x="553458" y="686234"/>
                  <a:pt x="553458" y="697037"/>
                </a:cubicBezTo>
                <a:cubicBezTo>
                  <a:pt x="553583" y="707714"/>
                  <a:pt x="544916" y="716508"/>
                  <a:pt x="534113" y="716508"/>
                </a:cubicBezTo>
                <a:cubicBezTo>
                  <a:pt x="523310" y="716633"/>
                  <a:pt x="514517" y="707966"/>
                  <a:pt x="514517" y="697163"/>
                </a:cubicBezTo>
                <a:cubicBezTo>
                  <a:pt x="514517" y="686361"/>
                  <a:pt x="523184" y="677567"/>
                  <a:pt x="533862" y="677567"/>
                </a:cubicBezTo>
                <a:close/>
                <a:moveTo>
                  <a:pt x="807829" y="676185"/>
                </a:moveTo>
                <a:cubicBezTo>
                  <a:pt x="820390" y="676185"/>
                  <a:pt x="830691" y="686359"/>
                  <a:pt x="830691" y="698921"/>
                </a:cubicBezTo>
                <a:cubicBezTo>
                  <a:pt x="830691" y="711482"/>
                  <a:pt x="820515" y="721783"/>
                  <a:pt x="807954" y="721783"/>
                </a:cubicBezTo>
                <a:cubicBezTo>
                  <a:pt x="795392" y="721783"/>
                  <a:pt x="785093" y="711607"/>
                  <a:pt x="785093" y="699046"/>
                </a:cubicBezTo>
                <a:cubicBezTo>
                  <a:pt x="785093" y="686485"/>
                  <a:pt x="795142" y="676185"/>
                  <a:pt x="807829" y="676185"/>
                </a:cubicBezTo>
                <a:close/>
                <a:moveTo>
                  <a:pt x="2503503" y="674927"/>
                </a:moveTo>
                <a:cubicBezTo>
                  <a:pt x="2511794" y="674802"/>
                  <a:pt x="2518577" y="681586"/>
                  <a:pt x="2518577" y="689876"/>
                </a:cubicBezTo>
                <a:cubicBezTo>
                  <a:pt x="2518577" y="698292"/>
                  <a:pt x="2511794" y="705075"/>
                  <a:pt x="2503503" y="705075"/>
                </a:cubicBezTo>
                <a:cubicBezTo>
                  <a:pt x="2495212" y="705075"/>
                  <a:pt x="2488429" y="698292"/>
                  <a:pt x="2488429" y="690001"/>
                </a:cubicBezTo>
                <a:cubicBezTo>
                  <a:pt x="2488429" y="681711"/>
                  <a:pt x="2495086" y="674927"/>
                  <a:pt x="2503503" y="674927"/>
                </a:cubicBezTo>
                <a:close/>
                <a:moveTo>
                  <a:pt x="2229538" y="668774"/>
                </a:moveTo>
                <a:cubicBezTo>
                  <a:pt x="2243355" y="668649"/>
                  <a:pt x="2254660" y="679828"/>
                  <a:pt x="2254660" y="693645"/>
                </a:cubicBezTo>
                <a:cubicBezTo>
                  <a:pt x="2254786" y="707463"/>
                  <a:pt x="2243606" y="718642"/>
                  <a:pt x="2229789" y="718768"/>
                </a:cubicBezTo>
                <a:cubicBezTo>
                  <a:pt x="2215972" y="718894"/>
                  <a:pt x="2204666" y="707714"/>
                  <a:pt x="2204666" y="693897"/>
                </a:cubicBezTo>
                <a:cubicBezTo>
                  <a:pt x="2204666" y="680079"/>
                  <a:pt x="2215720" y="668774"/>
                  <a:pt x="2229538" y="668774"/>
                </a:cubicBezTo>
                <a:close/>
                <a:moveTo>
                  <a:pt x="1852567" y="666889"/>
                </a:moveTo>
                <a:cubicBezTo>
                  <a:pt x="1869274" y="666763"/>
                  <a:pt x="1882967" y="680329"/>
                  <a:pt x="1882967" y="697037"/>
                </a:cubicBezTo>
                <a:cubicBezTo>
                  <a:pt x="1882967" y="713743"/>
                  <a:pt x="1869400" y="727435"/>
                  <a:pt x="1852692" y="727435"/>
                </a:cubicBezTo>
                <a:cubicBezTo>
                  <a:pt x="1835986" y="727435"/>
                  <a:pt x="1822294" y="713868"/>
                  <a:pt x="1822294" y="697162"/>
                </a:cubicBezTo>
                <a:cubicBezTo>
                  <a:pt x="1822294" y="680456"/>
                  <a:pt x="1835735" y="666763"/>
                  <a:pt x="1852567" y="666889"/>
                </a:cubicBezTo>
                <a:close/>
                <a:moveTo>
                  <a:pt x="1184925" y="666386"/>
                </a:moveTo>
                <a:cubicBezTo>
                  <a:pt x="1203013" y="666386"/>
                  <a:pt x="1217962" y="681083"/>
                  <a:pt x="1217962" y="699297"/>
                </a:cubicBezTo>
                <a:cubicBezTo>
                  <a:pt x="1217962" y="717512"/>
                  <a:pt x="1203265" y="732334"/>
                  <a:pt x="1185050" y="732334"/>
                </a:cubicBezTo>
                <a:cubicBezTo>
                  <a:pt x="1166961" y="732460"/>
                  <a:pt x="1152014" y="717762"/>
                  <a:pt x="1152014" y="699548"/>
                </a:cubicBezTo>
                <a:cubicBezTo>
                  <a:pt x="1151887" y="681334"/>
                  <a:pt x="1166585" y="666511"/>
                  <a:pt x="1184925" y="666386"/>
                </a:cubicBezTo>
                <a:close/>
                <a:moveTo>
                  <a:pt x="989970" y="660482"/>
                </a:moveTo>
                <a:cubicBezTo>
                  <a:pt x="1005294" y="660356"/>
                  <a:pt x="1017604" y="672667"/>
                  <a:pt x="1017730" y="687991"/>
                </a:cubicBezTo>
                <a:cubicBezTo>
                  <a:pt x="1017730" y="703317"/>
                  <a:pt x="1005420" y="715753"/>
                  <a:pt x="990095" y="715753"/>
                </a:cubicBezTo>
                <a:cubicBezTo>
                  <a:pt x="974771" y="715878"/>
                  <a:pt x="962335" y="703567"/>
                  <a:pt x="962335" y="688243"/>
                </a:cubicBezTo>
                <a:cubicBezTo>
                  <a:pt x="962335" y="672917"/>
                  <a:pt x="974644" y="660482"/>
                  <a:pt x="989970" y="660482"/>
                </a:cubicBezTo>
                <a:close/>
                <a:moveTo>
                  <a:pt x="431487" y="659228"/>
                </a:moveTo>
                <a:cubicBezTo>
                  <a:pt x="437517" y="659228"/>
                  <a:pt x="442542" y="664126"/>
                  <a:pt x="442542" y="670282"/>
                </a:cubicBezTo>
                <a:cubicBezTo>
                  <a:pt x="442542" y="676311"/>
                  <a:pt x="437517" y="681336"/>
                  <a:pt x="431487" y="681336"/>
                </a:cubicBezTo>
                <a:cubicBezTo>
                  <a:pt x="425458" y="681336"/>
                  <a:pt x="420433" y="676437"/>
                  <a:pt x="420433" y="670282"/>
                </a:cubicBezTo>
                <a:cubicBezTo>
                  <a:pt x="420433" y="664126"/>
                  <a:pt x="425332" y="659102"/>
                  <a:pt x="431487" y="659228"/>
                </a:cubicBezTo>
                <a:close/>
                <a:moveTo>
                  <a:pt x="2047397" y="657217"/>
                </a:moveTo>
                <a:cubicBezTo>
                  <a:pt x="2062345" y="657217"/>
                  <a:pt x="2074656" y="669276"/>
                  <a:pt x="2074656" y="684350"/>
                </a:cubicBezTo>
                <a:cubicBezTo>
                  <a:pt x="2074656" y="699297"/>
                  <a:pt x="2062597" y="711608"/>
                  <a:pt x="2047523" y="711608"/>
                </a:cubicBezTo>
                <a:cubicBezTo>
                  <a:pt x="2032574" y="711608"/>
                  <a:pt x="2020390" y="699549"/>
                  <a:pt x="2020265" y="684475"/>
                </a:cubicBezTo>
                <a:cubicBezTo>
                  <a:pt x="2020139" y="669402"/>
                  <a:pt x="2032324" y="657091"/>
                  <a:pt x="2047397" y="657217"/>
                </a:cubicBezTo>
                <a:close/>
                <a:moveTo>
                  <a:pt x="2605754" y="656338"/>
                </a:moveTo>
                <a:cubicBezTo>
                  <a:pt x="2609146" y="656338"/>
                  <a:pt x="2611784" y="658975"/>
                  <a:pt x="2611784" y="662241"/>
                </a:cubicBezTo>
                <a:cubicBezTo>
                  <a:pt x="2611784" y="665633"/>
                  <a:pt x="2609146" y="668270"/>
                  <a:pt x="2605880" y="668270"/>
                </a:cubicBezTo>
                <a:cubicBezTo>
                  <a:pt x="2602488" y="668270"/>
                  <a:pt x="2599850" y="665633"/>
                  <a:pt x="2599850" y="662367"/>
                </a:cubicBezTo>
                <a:cubicBezTo>
                  <a:pt x="2599850" y="658975"/>
                  <a:pt x="2602614" y="656338"/>
                  <a:pt x="2605754" y="656338"/>
                </a:cubicBezTo>
                <a:close/>
                <a:moveTo>
                  <a:pt x="699423" y="646664"/>
                </a:moveTo>
                <a:cubicBezTo>
                  <a:pt x="710225" y="646539"/>
                  <a:pt x="719019" y="655206"/>
                  <a:pt x="719019" y="666010"/>
                </a:cubicBezTo>
                <a:cubicBezTo>
                  <a:pt x="719144" y="676813"/>
                  <a:pt x="710350" y="685607"/>
                  <a:pt x="699674" y="685607"/>
                </a:cubicBezTo>
                <a:cubicBezTo>
                  <a:pt x="688871" y="685732"/>
                  <a:pt x="680078" y="677065"/>
                  <a:pt x="680078" y="666261"/>
                </a:cubicBezTo>
                <a:cubicBezTo>
                  <a:pt x="680078" y="655458"/>
                  <a:pt x="688745" y="646789"/>
                  <a:pt x="699423" y="646664"/>
                </a:cubicBezTo>
                <a:close/>
                <a:moveTo>
                  <a:pt x="2337693" y="643022"/>
                </a:moveTo>
                <a:cubicBezTo>
                  <a:pt x="2347240" y="643022"/>
                  <a:pt x="2355029" y="650684"/>
                  <a:pt x="2355029" y="660230"/>
                </a:cubicBezTo>
                <a:cubicBezTo>
                  <a:pt x="2355029" y="669777"/>
                  <a:pt x="2347365" y="677565"/>
                  <a:pt x="2337820" y="677565"/>
                </a:cubicBezTo>
                <a:cubicBezTo>
                  <a:pt x="2328273" y="677565"/>
                  <a:pt x="2320484" y="669903"/>
                  <a:pt x="2320484" y="660357"/>
                </a:cubicBezTo>
                <a:cubicBezTo>
                  <a:pt x="2320484" y="650810"/>
                  <a:pt x="2328146" y="643022"/>
                  <a:pt x="2337693" y="643022"/>
                </a:cubicBezTo>
                <a:close/>
                <a:moveTo>
                  <a:pt x="1771421" y="640761"/>
                </a:moveTo>
                <a:cubicBezTo>
                  <a:pt x="1788129" y="640635"/>
                  <a:pt x="1801694" y="654201"/>
                  <a:pt x="1801821" y="670909"/>
                </a:cubicBezTo>
                <a:cubicBezTo>
                  <a:pt x="1801821" y="687615"/>
                  <a:pt x="1788254" y="701182"/>
                  <a:pt x="1771546" y="701307"/>
                </a:cubicBezTo>
                <a:cubicBezTo>
                  <a:pt x="1754840" y="701307"/>
                  <a:pt x="1741148" y="687740"/>
                  <a:pt x="1741148" y="671034"/>
                </a:cubicBezTo>
                <a:cubicBezTo>
                  <a:pt x="1741148" y="654328"/>
                  <a:pt x="1754589" y="640761"/>
                  <a:pt x="1771421" y="640761"/>
                </a:cubicBezTo>
                <a:close/>
                <a:moveTo>
                  <a:pt x="1265821" y="640259"/>
                </a:moveTo>
                <a:cubicBezTo>
                  <a:pt x="1283785" y="640133"/>
                  <a:pt x="1298356" y="654704"/>
                  <a:pt x="1298481" y="672667"/>
                </a:cubicBezTo>
                <a:cubicBezTo>
                  <a:pt x="1298481" y="690630"/>
                  <a:pt x="1284035" y="705327"/>
                  <a:pt x="1266073" y="705327"/>
                </a:cubicBezTo>
                <a:cubicBezTo>
                  <a:pt x="1248110" y="705452"/>
                  <a:pt x="1233539" y="690881"/>
                  <a:pt x="1233414" y="672919"/>
                </a:cubicBezTo>
                <a:cubicBezTo>
                  <a:pt x="1233287" y="654956"/>
                  <a:pt x="1247858" y="640259"/>
                  <a:pt x="1265821" y="640259"/>
                </a:cubicBezTo>
                <a:close/>
                <a:moveTo>
                  <a:pt x="329990" y="637872"/>
                </a:moveTo>
                <a:cubicBezTo>
                  <a:pt x="333508" y="637872"/>
                  <a:pt x="336397" y="640761"/>
                  <a:pt x="336397" y="644278"/>
                </a:cubicBezTo>
                <a:cubicBezTo>
                  <a:pt x="336397" y="647795"/>
                  <a:pt x="333508" y="650684"/>
                  <a:pt x="329990" y="650684"/>
                </a:cubicBezTo>
                <a:cubicBezTo>
                  <a:pt x="326473" y="650684"/>
                  <a:pt x="323584" y="647795"/>
                  <a:pt x="323584" y="644278"/>
                </a:cubicBezTo>
                <a:cubicBezTo>
                  <a:pt x="323584" y="640761"/>
                  <a:pt x="326473" y="637872"/>
                  <a:pt x="329990" y="637872"/>
                </a:cubicBezTo>
                <a:close/>
                <a:moveTo>
                  <a:pt x="2707126" y="633225"/>
                </a:moveTo>
                <a:cubicBezTo>
                  <a:pt x="2708382" y="633225"/>
                  <a:pt x="2709387" y="634230"/>
                  <a:pt x="2709387" y="635487"/>
                </a:cubicBezTo>
                <a:cubicBezTo>
                  <a:pt x="2709387" y="636742"/>
                  <a:pt x="2708382" y="637747"/>
                  <a:pt x="2707126" y="637747"/>
                </a:cubicBezTo>
                <a:cubicBezTo>
                  <a:pt x="2705870" y="637873"/>
                  <a:pt x="2704865" y="636868"/>
                  <a:pt x="2704865" y="635612"/>
                </a:cubicBezTo>
                <a:cubicBezTo>
                  <a:pt x="2704991" y="634355"/>
                  <a:pt x="2705870" y="633477"/>
                  <a:pt x="2707126" y="633225"/>
                </a:cubicBezTo>
                <a:close/>
                <a:moveTo>
                  <a:pt x="876288" y="627321"/>
                </a:moveTo>
                <a:cubicBezTo>
                  <a:pt x="887720" y="627321"/>
                  <a:pt x="897141" y="636617"/>
                  <a:pt x="897141" y="648047"/>
                </a:cubicBezTo>
                <a:cubicBezTo>
                  <a:pt x="897141" y="659479"/>
                  <a:pt x="887845" y="668900"/>
                  <a:pt x="876414" y="668900"/>
                </a:cubicBezTo>
                <a:cubicBezTo>
                  <a:pt x="864984" y="668900"/>
                  <a:pt x="855562" y="659604"/>
                  <a:pt x="855562" y="648173"/>
                </a:cubicBezTo>
                <a:cubicBezTo>
                  <a:pt x="855437" y="636617"/>
                  <a:pt x="864732" y="627321"/>
                  <a:pt x="876288" y="627321"/>
                </a:cubicBezTo>
                <a:close/>
                <a:moveTo>
                  <a:pt x="1688265" y="624055"/>
                </a:moveTo>
                <a:cubicBezTo>
                  <a:pt x="1703841" y="624055"/>
                  <a:pt x="1716655" y="636616"/>
                  <a:pt x="1716655" y="652318"/>
                </a:cubicBezTo>
                <a:cubicBezTo>
                  <a:pt x="1716655" y="667894"/>
                  <a:pt x="1703966" y="680582"/>
                  <a:pt x="1688390" y="680707"/>
                </a:cubicBezTo>
                <a:cubicBezTo>
                  <a:pt x="1672814" y="680707"/>
                  <a:pt x="1660002" y="668146"/>
                  <a:pt x="1660002" y="652443"/>
                </a:cubicBezTo>
                <a:cubicBezTo>
                  <a:pt x="1659876" y="636742"/>
                  <a:pt x="1672563" y="624055"/>
                  <a:pt x="1688265" y="624055"/>
                </a:cubicBezTo>
                <a:close/>
                <a:moveTo>
                  <a:pt x="1348852" y="624055"/>
                </a:moveTo>
                <a:cubicBezTo>
                  <a:pt x="1365056" y="624055"/>
                  <a:pt x="1378372" y="637119"/>
                  <a:pt x="1378372" y="653449"/>
                </a:cubicBezTo>
                <a:cubicBezTo>
                  <a:pt x="1378498" y="669653"/>
                  <a:pt x="1365308" y="682843"/>
                  <a:pt x="1349103" y="682968"/>
                </a:cubicBezTo>
                <a:cubicBezTo>
                  <a:pt x="1332899" y="683094"/>
                  <a:pt x="1319710" y="669904"/>
                  <a:pt x="1319585" y="653700"/>
                </a:cubicBezTo>
                <a:cubicBezTo>
                  <a:pt x="1319458" y="637371"/>
                  <a:pt x="1332648" y="624180"/>
                  <a:pt x="1348852" y="624055"/>
                </a:cubicBezTo>
                <a:close/>
                <a:moveTo>
                  <a:pt x="1065086" y="622548"/>
                </a:moveTo>
                <a:cubicBezTo>
                  <a:pt x="1078905" y="622548"/>
                  <a:pt x="1090336" y="633727"/>
                  <a:pt x="1090336" y="647671"/>
                </a:cubicBezTo>
                <a:cubicBezTo>
                  <a:pt x="1090336" y="661614"/>
                  <a:pt x="1079155" y="672919"/>
                  <a:pt x="1065213" y="673045"/>
                </a:cubicBezTo>
                <a:cubicBezTo>
                  <a:pt x="1051269" y="673045"/>
                  <a:pt x="1039838" y="661865"/>
                  <a:pt x="1039838" y="647922"/>
                </a:cubicBezTo>
                <a:cubicBezTo>
                  <a:pt x="1039838" y="633979"/>
                  <a:pt x="1051144" y="622548"/>
                  <a:pt x="1065086" y="622548"/>
                </a:cubicBezTo>
                <a:close/>
                <a:moveTo>
                  <a:pt x="2160829" y="622045"/>
                </a:moveTo>
                <a:cubicBezTo>
                  <a:pt x="2172638" y="621920"/>
                  <a:pt x="2182310" y="631592"/>
                  <a:pt x="2182310" y="643399"/>
                </a:cubicBezTo>
                <a:cubicBezTo>
                  <a:pt x="2182435" y="655333"/>
                  <a:pt x="2172888" y="664880"/>
                  <a:pt x="2160956" y="665005"/>
                </a:cubicBezTo>
                <a:cubicBezTo>
                  <a:pt x="2149147" y="665005"/>
                  <a:pt x="2139475" y="655333"/>
                  <a:pt x="2139475" y="643526"/>
                </a:cubicBezTo>
                <a:cubicBezTo>
                  <a:pt x="2139349" y="631592"/>
                  <a:pt x="2148896" y="621920"/>
                  <a:pt x="2160829" y="622045"/>
                </a:cubicBezTo>
                <a:close/>
                <a:moveTo>
                  <a:pt x="1971902" y="620914"/>
                </a:moveTo>
                <a:cubicBezTo>
                  <a:pt x="1984966" y="620914"/>
                  <a:pt x="1995518" y="631340"/>
                  <a:pt x="1995518" y="644279"/>
                </a:cubicBezTo>
                <a:cubicBezTo>
                  <a:pt x="1995644" y="657343"/>
                  <a:pt x="1985092" y="667894"/>
                  <a:pt x="1972154" y="667894"/>
                </a:cubicBezTo>
                <a:cubicBezTo>
                  <a:pt x="1959215" y="668020"/>
                  <a:pt x="1948664" y="657468"/>
                  <a:pt x="1948664" y="644530"/>
                </a:cubicBezTo>
                <a:cubicBezTo>
                  <a:pt x="1948538" y="631591"/>
                  <a:pt x="1959090" y="621039"/>
                  <a:pt x="1971902" y="620914"/>
                </a:cubicBezTo>
                <a:close/>
                <a:moveTo>
                  <a:pt x="593153" y="618026"/>
                </a:moveTo>
                <a:cubicBezTo>
                  <a:pt x="602825" y="618026"/>
                  <a:pt x="610739" y="625813"/>
                  <a:pt x="610739" y="635487"/>
                </a:cubicBezTo>
                <a:cubicBezTo>
                  <a:pt x="610739" y="645159"/>
                  <a:pt x="602950" y="653073"/>
                  <a:pt x="593278" y="653073"/>
                </a:cubicBezTo>
                <a:cubicBezTo>
                  <a:pt x="583606" y="653073"/>
                  <a:pt x="575692" y="645284"/>
                  <a:pt x="575692" y="635612"/>
                </a:cubicBezTo>
                <a:cubicBezTo>
                  <a:pt x="575692" y="625940"/>
                  <a:pt x="583479" y="618151"/>
                  <a:pt x="593153" y="618026"/>
                </a:cubicBezTo>
                <a:close/>
                <a:moveTo>
                  <a:pt x="229493" y="616645"/>
                </a:moveTo>
                <a:cubicBezTo>
                  <a:pt x="230874" y="616645"/>
                  <a:pt x="232005" y="617650"/>
                  <a:pt x="232005" y="619032"/>
                </a:cubicBezTo>
                <a:cubicBezTo>
                  <a:pt x="231878" y="620288"/>
                  <a:pt x="230874" y="621419"/>
                  <a:pt x="229493" y="621419"/>
                </a:cubicBezTo>
                <a:cubicBezTo>
                  <a:pt x="228237" y="621419"/>
                  <a:pt x="227107" y="620413"/>
                  <a:pt x="227107" y="619032"/>
                </a:cubicBezTo>
                <a:cubicBezTo>
                  <a:pt x="227107" y="617775"/>
                  <a:pt x="228111" y="616645"/>
                  <a:pt x="229493" y="616645"/>
                </a:cubicBezTo>
                <a:close/>
                <a:moveTo>
                  <a:pt x="2443962" y="616017"/>
                </a:moveTo>
                <a:cubicBezTo>
                  <a:pt x="2451122" y="616017"/>
                  <a:pt x="2456902" y="621795"/>
                  <a:pt x="2456902" y="628830"/>
                </a:cubicBezTo>
                <a:cubicBezTo>
                  <a:pt x="2456902" y="635990"/>
                  <a:pt x="2451122" y="641768"/>
                  <a:pt x="2444088" y="641768"/>
                </a:cubicBezTo>
                <a:cubicBezTo>
                  <a:pt x="2436928" y="641768"/>
                  <a:pt x="2431150" y="635990"/>
                  <a:pt x="2431150" y="628956"/>
                </a:cubicBezTo>
                <a:cubicBezTo>
                  <a:pt x="2431023" y="621795"/>
                  <a:pt x="2436802" y="616017"/>
                  <a:pt x="2443962" y="616017"/>
                </a:cubicBezTo>
                <a:close/>
                <a:moveTo>
                  <a:pt x="1433517" y="612623"/>
                </a:moveTo>
                <a:cubicBezTo>
                  <a:pt x="1449596" y="612623"/>
                  <a:pt x="1462785" y="625687"/>
                  <a:pt x="1462785" y="641766"/>
                </a:cubicBezTo>
                <a:cubicBezTo>
                  <a:pt x="1462785" y="657845"/>
                  <a:pt x="1449721" y="671034"/>
                  <a:pt x="1433643" y="671034"/>
                </a:cubicBezTo>
                <a:cubicBezTo>
                  <a:pt x="1417439" y="671034"/>
                  <a:pt x="1404375" y="658095"/>
                  <a:pt x="1404250" y="641891"/>
                </a:cubicBezTo>
                <a:cubicBezTo>
                  <a:pt x="1404123" y="625812"/>
                  <a:pt x="1417187" y="612623"/>
                  <a:pt x="1433517" y="612623"/>
                </a:cubicBezTo>
                <a:close/>
                <a:moveTo>
                  <a:pt x="1603726" y="611870"/>
                </a:moveTo>
                <a:cubicBezTo>
                  <a:pt x="1619804" y="611870"/>
                  <a:pt x="1632994" y="624934"/>
                  <a:pt x="1632994" y="641013"/>
                </a:cubicBezTo>
                <a:cubicBezTo>
                  <a:pt x="1632994" y="657217"/>
                  <a:pt x="1620055" y="670407"/>
                  <a:pt x="1603851" y="670407"/>
                </a:cubicBezTo>
                <a:cubicBezTo>
                  <a:pt x="1587773" y="670407"/>
                  <a:pt x="1574709" y="657343"/>
                  <a:pt x="1574584" y="641264"/>
                </a:cubicBezTo>
                <a:cubicBezTo>
                  <a:pt x="1574457" y="625186"/>
                  <a:pt x="1587521" y="611995"/>
                  <a:pt x="1603726" y="611870"/>
                </a:cubicBezTo>
                <a:close/>
                <a:moveTo>
                  <a:pt x="1518558" y="608478"/>
                </a:moveTo>
                <a:cubicBezTo>
                  <a:pt x="1534636" y="608478"/>
                  <a:pt x="1547826" y="621542"/>
                  <a:pt x="1547826" y="637621"/>
                </a:cubicBezTo>
                <a:cubicBezTo>
                  <a:pt x="1547826" y="653700"/>
                  <a:pt x="1534762" y="666889"/>
                  <a:pt x="1518683" y="666889"/>
                </a:cubicBezTo>
                <a:cubicBezTo>
                  <a:pt x="1502605" y="666889"/>
                  <a:pt x="1489416" y="653825"/>
                  <a:pt x="1489416" y="637746"/>
                </a:cubicBezTo>
                <a:cubicBezTo>
                  <a:pt x="1489289" y="621667"/>
                  <a:pt x="1502353" y="608478"/>
                  <a:pt x="1518558" y="608478"/>
                </a:cubicBezTo>
                <a:close/>
                <a:moveTo>
                  <a:pt x="2548475" y="593152"/>
                </a:moveTo>
                <a:cubicBezTo>
                  <a:pt x="2551866" y="593027"/>
                  <a:pt x="2554505" y="595789"/>
                  <a:pt x="2554505" y="599055"/>
                </a:cubicBezTo>
                <a:cubicBezTo>
                  <a:pt x="2554630" y="602447"/>
                  <a:pt x="2551866" y="605084"/>
                  <a:pt x="2548601" y="605084"/>
                </a:cubicBezTo>
                <a:cubicBezTo>
                  <a:pt x="2545209" y="605210"/>
                  <a:pt x="2542571" y="602447"/>
                  <a:pt x="2542571" y="599181"/>
                </a:cubicBezTo>
                <a:cubicBezTo>
                  <a:pt x="2542571" y="595916"/>
                  <a:pt x="2545335" y="593152"/>
                  <a:pt x="2548475" y="593152"/>
                </a:cubicBezTo>
                <a:close/>
                <a:moveTo>
                  <a:pt x="764994" y="591771"/>
                </a:moveTo>
                <a:cubicBezTo>
                  <a:pt x="776047" y="591771"/>
                  <a:pt x="784966" y="600690"/>
                  <a:pt x="784966" y="611618"/>
                </a:cubicBezTo>
                <a:cubicBezTo>
                  <a:pt x="784966" y="622672"/>
                  <a:pt x="776047" y="631591"/>
                  <a:pt x="765119" y="631591"/>
                </a:cubicBezTo>
                <a:cubicBezTo>
                  <a:pt x="754065" y="631591"/>
                  <a:pt x="745146" y="622798"/>
                  <a:pt x="745146" y="611744"/>
                </a:cubicBezTo>
                <a:cubicBezTo>
                  <a:pt x="745146" y="600690"/>
                  <a:pt x="754065" y="591771"/>
                  <a:pt x="764994" y="591771"/>
                </a:cubicBezTo>
                <a:close/>
                <a:moveTo>
                  <a:pt x="488264" y="591268"/>
                </a:moveTo>
                <a:cubicBezTo>
                  <a:pt x="496680" y="591268"/>
                  <a:pt x="503589" y="598052"/>
                  <a:pt x="503589" y="606467"/>
                </a:cubicBezTo>
                <a:cubicBezTo>
                  <a:pt x="503589" y="614883"/>
                  <a:pt x="496805" y="621792"/>
                  <a:pt x="488390" y="621792"/>
                </a:cubicBezTo>
                <a:cubicBezTo>
                  <a:pt x="479974" y="621792"/>
                  <a:pt x="473065" y="615008"/>
                  <a:pt x="473065" y="606593"/>
                </a:cubicBezTo>
                <a:cubicBezTo>
                  <a:pt x="473065" y="598177"/>
                  <a:pt x="479849" y="591393"/>
                  <a:pt x="488264" y="591268"/>
                </a:cubicBezTo>
                <a:close/>
                <a:moveTo>
                  <a:pt x="2271745" y="586245"/>
                </a:moveTo>
                <a:cubicBezTo>
                  <a:pt x="2282798" y="586245"/>
                  <a:pt x="2291717" y="595039"/>
                  <a:pt x="2291717" y="606093"/>
                </a:cubicBezTo>
                <a:cubicBezTo>
                  <a:pt x="2291717" y="617147"/>
                  <a:pt x="2282925" y="626065"/>
                  <a:pt x="2271871" y="626065"/>
                </a:cubicBezTo>
                <a:cubicBezTo>
                  <a:pt x="2260942" y="626065"/>
                  <a:pt x="2251897" y="617272"/>
                  <a:pt x="2251897" y="606218"/>
                </a:cubicBezTo>
                <a:cubicBezTo>
                  <a:pt x="2251897" y="595289"/>
                  <a:pt x="2260816" y="586370"/>
                  <a:pt x="2271745" y="586245"/>
                </a:cubicBezTo>
                <a:close/>
                <a:moveTo>
                  <a:pt x="1893519" y="586119"/>
                </a:moveTo>
                <a:cubicBezTo>
                  <a:pt x="1907211" y="586119"/>
                  <a:pt x="1918392" y="597173"/>
                  <a:pt x="1918392" y="610864"/>
                </a:cubicBezTo>
                <a:cubicBezTo>
                  <a:pt x="1918518" y="624557"/>
                  <a:pt x="1907463" y="635736"/>
                  <a:pt x="1893770" y="635736"/>
                </a:cubicBezTo>
                <a:cubicBezTo>
                  <a:pt x="1880078" y="635736"/>
                  <a:pt x="1868898" y="624682"/>
                  <a:pt x="1868898" y="610990"/>
                </a:cubicBezTo>
                <a:cubicBezTo>
                  <a:pt x="1868898" y="597298"/>
                  <a:pt x="1879953" y="586244"/>
                  <a:pt x="1893519" y="586119"/>
                </a:cubicBezTo>
                <a:close/>
                <a:moveTo>
                  <a:pt x="1143221" y="585363"/>
                </a:moveTo>
                <a:cubicBezTo>
                  <a:pt x="1158798" y="585363"/>
                  <a:pt x="1171610" y="597924"/>
                  <a:pt x="1171610" y="613626"/>
                </a:cubicBezTo>
                <a:cubicBezTo>
                  <a:pt x="1171610" y="629202"/>
                  <a:pt x="1158923" y="642015"/>
                  <a:pt x="1143347" y="642015"/>
                </a:cubicBezTo>
                <a:cubicBezTo>
                  <a:pt x="1127770" y="642015"/>
                  <a:pt x="1114958" y="629454"/>
                  <a:pt x="1114958" y="613752"/>
                </a:cubicBezTo>
                <a:cubicBezTo>
                  <a:pt x="1114831" y="598176"/>
                  <a:pt x="1127520" y="585363"/>
                  <a:pt x="1143221" y="585363"/>
                </a:cubicBezTo>
                <a:close/>
                <a:moveTo>
                  <a:pt x="948267" y="579965"/>
                </a:moveTo>
                <a:cubicBezTo>
                  <a:pt x="960704" y="579840"/>
                  <a:pt x="970753" y="589889"/>
                  <a:pt x="970753" y="602198"/>
                </a:cubicBezTo>
                <a:cubicBezTo>
                  <a:pt x="970878" y="614634"/>
                  <a:pt x="960954" y="624558"/>
                  <a:pt x="948519" y="624683"/>
                </a:cubicBezTo>
                <a:cubicBezTo>
                  <a:pt x="936083" y="624808"/>
                  <a:pt x="926034" y="614759"/>
                  <a:pt x="926034" y="602450"/>
                </a:cubicBezTo>
                <a:cubicBezTo>
                  <a:pt x="925909" y="590139"/>
                  <a:pt x="935958" y="580090"/>
                  <a:pt x="948267" y="579965"/>
                </a:cubicBezTo>
                <a:close/>
                <a:moveTo>
                  <a:pt x="2088346" y="575943"/>
                </a:moveTo>
                <a:cubicBezTo>
                  <a:pt x="2100782" y="575818"/>
                  <a:pt x="2110831" y="585867"/>
                  <a:pt x="2110831" y="598176"/>
                </a:cubicBezTo>
                <a:cubicBezTo>
                  <a:pt x="2110957" y="610612"/>
                  <a:pt x="2100907" y="620661"/>
                  <a:pt x="2088598" y="620661"/>
                </a:cubicBezTo>
                <a:cubicBezTo>
                  <a:pt x="2076161" y="620786"/>
                  <a:pt x="2066112" y="610737"/>
                  <a:pt x="2066112" y="598428"/>
                </a:cubicBezTo>
                <a:cubicBezTo>
                  <a:pt x="2066112" y="585992"/>
                  <a:pt x="2076036" y="575943"/>
                  <a:pt x="2088346" y="575943"/>
                </a:cubicBezTo>
                <a:close/>
                <a:moveTo>
                  <a:pt x="2651981" y="568407"/>
                </a:moveTo>
                <a:cubicBezTo>
                  <a:pt x="2653237" y="568407"/>
                  <a:pt x="2654242" y="569412"/>
                  <a:pt x="2654242" y="570669"/>
                </a:cubicBezTo>
                <a:cubicBezTo>
                  <a:pt x="2654242" y="571924"/>
                  <a:pt x="2653237" y="572929"/>
                  <a:pt x="2651981" y="572929"/>
                </a:cubicBezTo>
                <a:cubicBezTo>
                  <a:pt x="2650725" y="572929"/>
                  <a:pt x="2649720" y="571924"/>
                  <a:pt x="2649720" y="570669"/>
                </a:cubicBezTo>
                <a:cubicBezTo>
                  <a:pt x="2649720" y="569412"/>
                  <a:pt x="2650725" y="568532"/>
                  <a:pt x="2651981" y="568407"/>
                </a:cubicBezTo>
                <a:close/>
                <a:moveTo>
                  <a:pt x="384756" y="567904"/>
                </a:moveTo>
                <a:cubicBezTo>
                  <a:pt x="390785" y="567904"/>
                  <a:pt x="395810" y="572802"/>
                  <a:pt x="395810" y="578958"/>
                </a:cubicBezTo>
                <a:cubicBezTo>
                  <a:pt x="395810" y="584987"/>
                  <a:pt x="390910" y="590012"/>
                  <a:pt x="384756" y="590012"/>
                </a:cubicBezTo>
                <a:cubicBezTo>
                  <a:pt x="378726" y="590012"/>
                  <a:pt x="373702" y="585113"/>
                  <a:pt x="373702" y="578958"/>
                </a:cubicBezTo>
                <a:cubicBezTo>
                  <a:pt x="373702" y="572802"/>
                  <a:pt x="378601" y="567778"/>
                  <a:pt x="384756" y="567904"/>
                </a:cubicBezTo>
                <a:close/>
                <a:moveTo>
                  <a:pt x="655960" y="558483"/>
                </a:moveTo>
                <a:cubicBezTo>
                  <a:pt x="666762" y="558358"/>
                  <a:pt x="675554" y="567025"/>
                  <a:pt x="675554" y="577829"/>
                </a:cubicBezTo>
                <a:cubicBezTo>
                  <a:pt x="675681" y="588632"/>
                  <a:pt x="667013" y="597426"/>
                  <a:pt x="656210" y="597426"/>
                </a:cubicBezTo>
                <a:cubicBezTo>
                  <a:pt x="645408" y="597551"/>
                  <a:pt x="636614" y="588884"/>
                  <a:pt x="636614" y="578080"/>
                </a:cubicBezTo>
                <a:cubicBezTo>
                  <a:pt x="636489" y="567403"/>
                  <a:pt x="645281" y="558608"/>
                  <a:pt x="655960" y="558483"/>
                </a:cubicBezTo>
                <a:close/>
                <a:moveTo>
                  <a:pt x="1812749" y="557102"/>
                </a:moveTo>
                <a:cubicBezTo>
                  <a:pt x="1827571" y="556977"/>
                  <a:pt x="1839630" y="568909"/>
                  <a:pt x="1839630" y="583733"/>
                </a:cubicBezTo>
                <a:cubicBezTo>
                  <a:pt x="1839757" y="598555"/>
                  <a:pt x="1827823" y="610614"/>
                  <a:pt x="1813000" y="610614"/>
                </a:cubicBezTo>
                <a:cubicBezTo>
                  <a:pt x="1798178" y="610740"/>
                  <a:pt x="1786119" y="598806"/>
                  <a:pt x="1786119" y="583983"/>
                </a:cubicBezTo>
                <a:cubicBezTo>
                  <a:pt x="1785992" y="569161"/>
                  <a:pt x="1797926" y="557227"/>
                  <a:pt x="1812749" y="557102"/>
                </a:cubicBezTo>
                <a:close/>
                <a:moveTo>
                  <a:pt x="1223740" y="556348"/>
                </a:moveTo>
                <a:cubicBezTo>
                  <a:pt x="1240196" y="556222"/>
                  <a:pt x="1253385" y="569538"/>
                  <a:pt x="1253510" y="585867"/>
                </a:cubicBezTo>
                <a:cubicBezTo>
                  <a:pt x="1253636" y="602323"/>
                  <a:pt x="1240321" y="615639"/>
                  <a:pt x="1223991" y="615639"/>
                </a:cubicBezTo>
                <a:cubicBezTo>
                  <a:pt x="1207661" y="615764"/>
                  <a:pt x="1194220" y="602448"/>
                  <a:pt x="1194220" y="586119"/>
                </a:cubicBezTo>
                <a:cubicBezTo>
                  <a:pt x="1194220" y="569788"/>
                  <a:pt x="1207409" y="556473"/>
                  <a:pt x="1223740" y="556348"/>
                </a:cubicBezTo>
                <a:close/>
                <a:moveTo>
                  <a:pt x="2380527" y="554463"/>
                </a:moveTo>
                <a:cubicBezTo>
                  <a:pt x="2390074" y="554463"/>
                  <a:pt x="2397863" y="562125"/>
                  <a:pt x="2397863" y="571671"/>
                </a:cubicBezTo>
                <a:cubicBezTo>
                  <a:pt x="2397863" y="581218"/>
                  <a:pt x="2390199" y="589006"/>
                  <a:pt x="2380654" y="589006"/>
                </a:cubicBezTo>
                <a:cubicBezTo>
                  <a:pt x="2371106" y="589006"/>
                  <a:pt x="2363318" y="581343"/>
                  <a:pt x="2363318" y="571798"/>
                </a:cubicBezTo>
                <a:cubicBezTo>
                  <a:pt x="2363318" y="562250"/>
                  <a:pt x="2370980" y="554588"/>
                  <a:pt x="2380527" y="554463"/>
                </a:cubicBezTo>
                <a:close/>
                <a:moveTo>
                  <a:pt x="282253" y="547808"/>
                </a:moveTo>
                <a:cubicBezTo>
                  <a:pt x="284765" y="547808"/>
                  <a:pt x="286775" y="549818"/>
                  <a:pt x="286775" y="552205"/>
                </a:cubicBezTo>
                <a:cubicBezTo>
                  <a:pt x="286775" y="554591"/>
                  <a:pt x="284891" y="556601"/>
                  <a:pt x="282378" y="556601"/>
                </a:cubicBezTo>
                <a:cubicBezTo>
                  <a:pt x="279992" y="556601"/>
                  <a:pt x="277982" y="554717"/>
                  <a:pt x="277982" y="552205"/>
                </a:cubicBezTo>
                <a:cubicBezTo>
                  <a:pt x="277982" y="549818"/>
                  <a:pt x="279992" y="547808"/>
                  <a:pt x="282253" y="547808"/>
                </a:cubicBezTo>
                <a:close/>
                <a:moveTo>
                  <a:pt x="834333" y="545042"/>
                </a:moveTo>
                <a:cubicBezTo>
                  <a:pt x="843628" y="544917"/>
                  <a:pt x="851165" y="552454"/>
                  <a:pt x="851165" y="561749"/>
                </a:cubicBezTo>
                <a:cubicBezTo>
                  <a:pt x="851291" y="571045"/>
                  <a:pt x="843754" y="578582"/>
                  <a:pt x="834459" y="578582"/>
                </a:cubicBezTo>
                <a:cubicBezTo>
                  <a:pt x="825037" y="578707"/>
                  <a:pt x="817500" y="571170"/>
                  <a:pt x="817500" y="561875"/>
                </a:cubicBezTo>
                <a:cubicBezTo>
                  <a:pt x="817375" y="552579"/>
                  <a:pt x="824912" y="544917"/>
                  <a:pt x="834333" y="545042"/>
                </a:cubicBezTo>
                <a:close/>
                <a:moveTo>
                  <a:pt x="1023634" y="541777"/>
                </a:moveTo>
                <a:cubicBezTo>
                  <a:pt x="1034940" y="541777"/>
                  <a:pt x="1044110" y="550821"/>
                  <a:pt x="1044110" y="562126"/>
                </a:cubicBezTo>
                <a:cubicBezTo>
                  <a:pt x="1044110" y="573432"/>
                  <a:pt x="1035065" y="582602"/>
                  <a:pt x="1023761" y="582602"/>
                </a:cubicBezTo>
                <a:cubicBezTo>
                  <a:pt x="1012455" y="582727"/>
                  <a:pt x="1003285" y="573683"/>
                  <a:pt x="1003285" y="562378"/>
                </a:cubicBezTo>
                <a:cubicBezTo>
                  <a:pt x="1003160" y="551198"/>
                  <a:pt x="1012329" y="542029"/>
                  <a:pt x="1023634" y="541777"/>
                </a:cubicBezTo>
                <a:close/>
                <a:moveTo>
                  <a:pt x="1306395" y="540897"/>
                </a:moveTo>
                <a:cubicBezTo>
                  <a:pt x="1319709" y="540772"/>
                  <a:pt x="1330513" y="551574"/>
                  <a:pt x="1330638" y="564890"/>
                </a:cubicBezTo>
                <a:cubicBezTo>
                  <a:pt x="1330764" y="578204"/>
                  <a:pt x="1319961" y="589133"/>
                  <a:pt x="1306646" y="589133"/>
                </a:cubicBezTo>
                <a:cubicBezTo>
                  <a:pt x="1293331" y="589258"/>
                  <a:pt x="1282402" y="578456"/>
                  <a:pt x="1282402" y="565140"/>
                </a:cubicBezTo>
                <a:cubicBezTo>
                  <a:pt x="1282402" y="551826"/>
                  <a:pt x="1293206" y="541022"/>
                  <a:pt x="1306395" y="540897"/>
                </a:cubicBezTo>
                <a:close/>
                <a:moveTo>
                  <a:pt x="1729967" y="540772"/>
                </a:moveTo>
                <a:cubicBezTo>
                  <a:pt x="1742529" y="540772"/>
                  <a:pt x="1752830" y="550946"/>
                  <a:pt x="1752830" y="563508"/>
                </a:cubicBezTo>
                <a:cubicBezTo>
                  <a:pt x="1752830" y="576069"/>
                  <a:pt x="1742654" y="586370"/>
                  <a:pt x="1730092" y="586370"/>
                </a:cubicBezTo>
                <a:cubicBezTo>
                  <a:pt x="1717531" y="586370"/>
                  <a:pt x="1707231" y="576194"/>
                  <a:pt x="1707231" y="563633"/>
                </a:cubicBezTo>
                <a:cubicBezTo>
                  <a:pt x="1707231" y="551072"/>
                  <a:pt x="1717280" y="540772"/>
                  <a:pt x="1729967" y="540772"/>
                </a:cubicBezTo>
                <a:close/>
                <a:moveTo>
                  <a:pt x="2202281" y="540395"/>
                </a:moveTo>
                <a:cubicBezTo>
                  <a:pt x="2211324" y="540395"/>
                  <a:pt x="2218736" y="547680"/>
                  <a:pt x="2218736" y="556724"/>
                </a:cubicBezTo>
                <a:cubicBezTo>
                  <a:pt x="2218736" y="565770"/>
                  <a:pt x="2211451" y="573180"/>
                  <a:pt x="2202407" y="573180"/>
                </a:cubicBezTo>
                <a:cubicBezTo>
                  <a:pt x="2193362" y="573180"/>
                  <a:pt x="2185950" y="565895"/>
                  <a:pt x="2185950" y="556851"/>
                </a:cubicBezTo>
                <a:cubicBezTo>
                  <a:pt x="2185950" y="547806"/>
                  <a:pt x="2193237" y="540520"/>
                  <a:pt x="2202281" y="540395"/>
                </a:cubicBezTo>
                <a:close/>
                <a:moveTo>
                  <a:pt x="2012853" y="540142"/>
                </a:moveTo>
                <a:cubicBezTo>
                  <a:pt x="2023153" y="540017"/>
                  <a:pt x="2031444" y="548307"/>
                  <a:pt x="2031570" y="558607"/>
                </a:cubicBezTo>
                <a:cubicBezTo>
                  <a:pt x="2031570" y="568907"/>
                  <a:pt x="2023280" y="577198"/>
                  <a:pt x="2012978" y="577323"/>
                </a:cubicBezTo>
                <a:cubicBezTo>
                  <a:pt x="2002804" y="577323"/>
                  <a:pt x="1994387" y="569033"/>
                  <a:pt x="1994387" y="558733"/>
                </a:cubicBezTo>
                <a:cubicBezTo>
                  <a:pt x="1994387" y="548558"/>
                  <a:pt x="2002677" y="540142"/>
                  <a:pt x="2012853" y="540142"/>
                </a:cubicBezTo>
                <a:close/>
                <a:moveTo>
                  <a:pt x="548559" y="531476"/>
                </a:moveTo>
                <a:cubicBezTo>
                  <a:pt x="556975" y="531351"/>
                  <a:pt x="563759" y="538135"/>
                  <a:pt x="563759" y="546425"/>
                </a:cubicBezTo>
                <a:cubicBezTo>
                  <a:pt x="563759" y="554716"/>
                  <a:pt x="557100" y="561499"/>
                  <a:pt x="548811" y="561499"/>
                </a:cubicBezTo>
                <a:cubicBezTo>
                  <a:pt x="540519" y="561624"/>
                  <a:pt x="533737" y="554841"/>
                  <a:pt x="533737" y="546550"/>
                </a:cubicBezTo>
                <a:cubicBezTo>
                  <a:pt x="533737" y="538260"/>
                  <a:pt x="540519" y="531476"/>
                  <a:pt x="548559" y="531476"/>
                </a:cubicBezTo>
                <a:close/>
                <a:moveTo>
                  <a:pt x="2487677" y="530094"/>
                </a:moveTo>
                <a:cubicBezTo>
                  <a:pt x="2492953" y="529968"/>
                  <a:pt x="2497223" y="534239"/>
                  <a:pt x="2497223" y="539515"/>
                </a:cubicBezTo>
                <a:cubicBezTo>
                  <a:pt x="2497223" y="544791"/>
                  <a:pt x="2492953" y="549062"/>
                  <a:pt x="2487677" y="549062"/>
                </a:cubicBezTo>
                <a:cubicBezTo>
                  <a:pt x="2482400" y="549062"/>
                  <a:pt x="2478130" y="544791"/>
                  <a:pt x="2478130" y="539515"/>
                </a:cubicBezTo>
                <a:cubicBezTo>
                  <a:pt x="2478130" y="534365"/>
                  <a:pt x="2482275" y="529968"/>
                  <a:pt x="2487677" y="530094"/>
                </a:cubicBezTo>
                <a:close/>
                <a:moveTo>
                  <a:pt x="1390557" y="527331"/>
                </a:moveTo>
                <a:cubicBezTo>
                  <a:pt x="1403621" y="527331"/>
                  <a:pt x="1414298" y="537883"/>
                  <a:pt x="1414298" y="550947"/>
                </a:cubicBezTo>
                <a:cubicBezTo>
                  <a:pt x="1414298" y="564011"/>
                  <a:pt x="1403746" y="574563"/>
                  <a:pt x="1390682" y="574688"/>
                </a:cubicBezTo>
                <a:cubicBezTo>
                  <a:pt x="1377618" y="574688"/>
                  <a:pt x="1366941" y="564136"/>
                  <a:pt x="1366941" y="551072"/>
                </a:cubicBezTo>
                <a:cubicBezTo>
                  <a:pt x="1366941" y="537883"/>
                  <a:pt x="1377493" y="527331"/>
                  <a:pt x="1390557" y="527331"/>
                </a:cubicBezTo>
                <a:close/>
                <a:moveTo>
                  <a:pt x="1645932" y="526578"/>
                </a:moveTo>
                <a:cubicBezTo>
                  <a:pt x="1658870" y="526453"/>
                  <a:pt x="1669421" y="537004"/>
                  <a:pt x="1669421" y="549942"/>
                </a:cubicBezTo>
                <a:cubicBezTo>
                  <a:pt x="1669421" y="562880"/>
                  <a:pt x="1658996" y="573432"/>
                  <a:pt x="1646057" y="573432"/>
                </a:cubicBezTo>
                <a:cubicBezTo>
                  <a:pt x="1632993" y="573557"/>
                  <a:pt x="1622442" y="563006"/>
                  <a:pt x="1622442" y="550068"/>
                </a:cubicBezTo>
                <a:cubicBezTo>
                  <a:pt x="1622316" y="537130"/>
                  <a:pt x="1632868" y="526578"/>
                  <a:pt x="1645932" y="526578"/>
                </a:cubicBezTo>
                <a:close/>
                <a:moveTo>
                  <a:pt x="1475597" y="520046"/>
                </a:moveTo>
                <a:cubicBezTo>
                  <a:pt x="1488661" y="520046"/>
                  <a:pt x="1499338" y="530598"/>
                  <a:pt x="1499338" y="543662"/>
                </a:cubicBezTo>
                <a:cubicBezTo>
                  <a:pt x="1499338" y="556726"/>
                  <a:pt x="1488787" y="567403"/>
                  <a:pt x="1475723" y="567403"/>
                </a:cubicBezTo>
                <a:cubicBezTo>
                  <a:pt x="1462659" y="567403"/>
                  <a:pt x="1451982" y="556851"/>
                  <a:pt x="1451982" y="543787"/>
                </a:cubicBezTo>
                <a:cubicBezTo>
                  <a:pt x="1451856" y="530723"/>
                  <a:pt x="1462408" y="520046"/>
                  <a:pt x="1475597" y="520046"/>
                </a:cubicBezTo>
                <a:close/>
                <a:moveTo>
                  <a:pt x="1560766" y="519794"/>
                </a:moveTo>
                <a:cubicBezTo>
                  <a:pt x="1573703" y="519794"/>
                  <a:pt x="1584255" y="530220"/>
                  <a:pt x="1584255" y="543159"/>
                </a:cubicBezTo>
                <a:cubicBezTo>
                  <a:pt x="1584380" y="556222"/>
                  <a:pt x="1573830" y="566774"/>
                  <a:pt x="1560891" y="566774"/>
                </a:cubicBezTo>
                <a:cubicBezTo>
                  <a:pt x="1547952" y="566900"/>
                  <a:pt x="1537400" y="556348"/>
                  <a:pt x="1537400" y="543410"/>
                </a:cubicBezTo>
                <a:cubicBezTo>
                  <a:pt x="1537400" y="530471"/>
                  <a:pt x="1547827" y="519919"/>
                  <a:pt x="1560766" y="519794"/>
                </a:cubicBezTo>
                <a:close/>
                <a:moveTo>
                  <a:pt x="722412" y="507985"/>
                </a:moveTo>
                <a:cubicBezTo>
                  <a:pt x="731581" y="507985"/>
                  <a:pt x="739118" y="515397"/>
                  <a:pt x="739118" y="524566"/>
                </a:cubicBezTo>
                <a:cubicBezTo>
                  <a:pt x="739118" y="533736"/>
                  <a:pt x="731706" y="541273"/>
                  <a:pt x="722537" y="541273"/>
                </a:cubicBezTo>
                <a:cubicBezTo>
                  <a:pt x="713493" y="541273"/>
                  <a:pt x="705956" y="533862"/>
                  <a:pt x="705956" y="524692"/>
                </a:cubicBezTo>
                <a:cubicBezTo>
                  <a:pt x="705956" y="515522"/>
                  <a:pt x="713367" y="508110"/>
                  <a:pt x="722412" y="507985"/>
                </a:cubicBezTo>
                <a:close/>
                <a:moveTo>
                  <a:pt x="1934593" y="505473"/>
                </a:moveTo>
                <a:cubicBezTo>
                  <a:pt x="1945397" y="505348"/>
                  <a:pt x="1954190" y="514015"/>
                  <a:pt x="1954190" y="524817"/>
                </a:cubicBezTo>
                <a:cubicBezTo>
                  <a:pt x="1954316" y="535495"/>
                  <a:pt x="1945647" y="544288"/>
                  <a:pt x="1934845" y="544288"/>
                </a:cubicBezTo>
                <a:cubicBezTo>
                  <a:pt x="1924042" y="544414"/>
                  <a:pt x="1915249" y="535746"/>
                  <a:pt x="1915249" y="524944"/>
                </a:cubicBezTo>
                <a:cubicBezTo>
                  <a:pt x="1915249" y="514266"/>
                  <a:pt x="1923916" y="505473"/>
                  <a:pt x="1934593" y="505473"/>
                </a:cubicBezTo>
                <a:close/>
                <a:moveTo>
                  <a:pt x="1101515" y="505223"/>
                </a:moveTo>
                <a:cubicBezTo>
                  <a:pt x="1114076" y="505223"/>
                  <a:pt x="1124377" y="515397"/>
                  <a:pt x="1124377" y="527959"/>
                </a:cubicBezTo>
                <a:cubicBezTo>
                  <a:pt x="1124377" y="540520"/>
                  <a:pt x="1114201" y="550821"/>
                  <a:pt x="1101640" y="550821"/>
                </a:cubicBezTo>
                <a:cubicBezTo>
                  <a:pt x="1089078" y="550821"/>
                  <a:pt x="1078779" y="540645"/>
                  <a:pt x="1078779" y="528084"/>
                </a:cubicBezTo>
                <a:cubicBezTo>
                  <a:pt x="1078779" y="515397"/>
                  <a:pt x="1088953" y="505223"/>
                  <a:pt x="1101515" y="505223"/>
                </a:cubicBezTo>
                <a:close/>
                <a:moveTo>
                  <a:pt x="2593068" y="504343"/>
                </a:moveTo>
                <a:cubicBezTo>
                  <a:pt x="2595580" y="504343"/>
                  <a:pt x="2597717" y="506353"/>
                  <a:pt x="2597717" y="508991"/>
                </a:cubicBezTo>
                <a:cubicBezTo>
                  <a:pt x="2597717" y="511503"/>
                  <a:pt x="2595580" y="513639"/>
                  <a:pt x="2593068" y="513639"/>
                </a:cubicBezTo>
                <a:cubicBezTo>
                  <a:pt x="2590555" y="513639"/>
                  <a:pt x="2588420" y="511503"/>
                  <a:pt x="2588420" y="508991"/>
                </a:cubicBezTo>
                <a:cubicBezTo>
                  <a:pt x="2588420" y="506353"/>
                  <a:pt x="2590555" y="504343"/>
                  <a:pt x="2593068" y="504343"/>
                </a:cubicBezTo>
                <a:close/>
                <a:moveTo>
                  <a:pt x="2313826" y="504094"/>
                </a:moveTo>
                <a:cubicBezTo>
                  <a:pt x="2321990" y="504094"/>
                  <a:pt x="2328647" y="510751"/>
                  <a:pt x="2328647" y="518917"/>
                </a:cubicBezTo>
                <a:cubicBezTo>
                  <a:pt x="2328647" y="527082"/>
                  <a:pt x="2321990" y="533739"/>
                  <a:pt x="2313826" y="533739"/>
                </a:cubicBezTo>
                <a:cubicBezTo>
                  <a:pt x="2305535" y="533739"/>
                  <a:pt x="2298878" y="527082"/>
                  <a:pt x="2298878" y="518917"/>
                </a:cubicBezTo>
                <a:cubicBezTo>
                  <a:pt x="2298878" y="510751"/>
                  <a:pt x="2305535" y="504094"/>
                  <a:pt x="2313826" y="504094"/>
                </a:cubicBezTo>
                <a:close/>
                <a:moveTo>
                  <a:pt x="443169" y="503715"/>
                </a:moveTo>
                <a:cubicBezTo>
                  <a:pt x="450329" y="503715"/>
                  <a:pt x="456233" y="509619"/>
                  <a:pt x="456233" y="516779"/>
                </a:cubicBezTo>
                <a:cubicBezTo>
                  <a:pt x="456233" y="523939"/>
                  <a:pt x="450329" y="529843"/>
                  <a:pt x="443169" y="529843"/>
                </a:cubicBezTo>
                <a:cubicBezTo>
                  <a:pt x="436009" y="529843"/>
                  <a:pt x="430105" y="523939"/>
                  <a:pt x="430105" y="516779"/>
                </a:cubicBezTo>
                <a:cubicBezTo>
                  <a:pt x="430105" y="509494"/>
                  <a:pt x="435882" y="503715"/>
                  <a:pt x="443169" y="503715"/>
                </a:cubicBezTo>
                <a:close/>
                <a:moveTo>
                  <a:pt x="906561" y="499945"/>
                </a:moveTo>
                <a:cubicBezTo>
                  <a:pt x="915858" y="499820"/>
                  <a:pt x="923395" y="507357"/>
                  <a:pt x="923395" y="516652"/>
                </a:cubicBezTo>
                <a:cubicBezTo>
                  <a:pt x="923520" y="525948"/>
                  <a:pt x="915983" y="533485"/>
                  <a:pt x="906688" y="533485"/>
                </a:cubicBezTo>
                <a:cubicBezTo>
                  <a:pt x="897517" y="533610"/>
                  <a:pt x="889855" y="526073"/>
                  <a:pt x="889855" y="516778"/>
                </a:cubicBezTo>
                <a:cubicBezTo>
                  <a:pt x="889855" y="507482"/>
                  <a:pt x="897392" y="499945"/>
                  <a:pt x="906561" y="499945"/>
                </a:cubicBezTo>
                <a:close/>
                <a:moveTo>
                  <a:pt x="2129547" y="495047"/>
                </a:moveTo>
                <a:cubicBezTo>
                  <a:pt x="2139094" y="495047"/>
                  <a:pt x="2146883" y="502709"/>
                  <a:pt x="2146883" y="512255"/>
                </a:cubicBezTo>
                <a:cubicBezTo>
                  <a:pt x="2146883" y="521802"/>
                  <a:pt x="2139220" y="529590"/>
                  <a:pt x="2129674" y="529590"/>
                </a:cubicBezTo>
                <a:cubicBezTo>
                  <a:pt x="2120127" y="529590"/>
                  <a:pt x="2112339" y="521927"/>
                  <a:pt x="2112339" y="512382"/>
                </a:cubicBezTo>
                <a:cubicBezTo>
                  <a:pt x="2112213" y="502834"/>
                  <a:pt x="2120001" y="495047"/>
                  <a:pt x="2129547" y="495047"/>
                </a:cubicBezTo>
                <a:close/>
                <a:moveTo>
                  <a:pt x="338778" y="483868"/>
                </a:moveTo>
                <a:cubicBezTo>
                  <a:pt x="341164" y="483868"/>
                  <a:pt x="343174" y="485753"/>
                  <a:pt x="343174" y="488265"/>
                </a:cubicBezTo>
                <a:cubicBezTo>
                  <a:pt x="343174" y="490652"/>
                  <a:pt x="341164" y="492662"/>
                  <a:pt x="338778" y="492662"/>
                </a:cubicBezTo>
                <a:cubicBezTo>
                  <a:pt x="336392" y="492662"/>
                  <a:pt x="334382" y="490652"/>
                  <a:pt x="334382" y="488265"/>
                </a:cubicBezTo>
                <a:cubicBezTo>
                  <a:pt x="334382" y="485753"/>
                  <a:pt x="336392" y="483743"/>
                  <a:pt x="338778" y="483868"/>
                </a:cubicBezTo>
                <a:close/>
                <a:moveTo>
                  <a:pt x="1181909" y="476708"/>
                </a:moveTo>
                <a:cubicBezTo>
                  <a:pt x="1194471" y="476708"/>
                  <a:pt x="1204772" y="486882"/>
                  <a:pt x="1204772" y="499444"/>
                </a:cubicBezTo>
                <a:cubicBezTo>
                  <a:pt x="1204772" y="512005"/>
                  <a:pt x="1194596" y="522306"/>
                  <a:pt x="1182034" y="522306"/>
                </a:cubicBezTo>
                <a:cubicBezTo>
                  <a:pt x="1169472" y="522306"/>
                  <a:pt x="1159173" y="512130"/>
                  <a:pt x="1159173" y="499569"/>
                </a:cubicBezTo>
                <a:cubicBezTo>
                  <a:pt x="1159173" y="487008"/>
                  <a:pt x="1169347" y="476708"/>
                  <a:pt x="1181909" y="476708"/>
                </a:cubicBezTo>
                <a:close/>
                <a:moveTo>
                  <a:pt x="1853949" y="475703"/>
                </a:moveTo>
                <a:cubicBezTo>
                  <a:pt x="1865883" y="475578"/>
                  <a:pt x="1875555" y="485250"/>
                  <a:pt x="1875555" y="497057"/>
                </a:cubicBezTo>
                <a:cubicBezTo>
                  <a:pt x="1875682" y="508866"/>
                  <a:pt x="1866010" y="518538"/>
                  <a:pt x="1854201" y="518538"/>
                </a:cubicBezTo>
                <a:cubicBezTo>
                  <a:pt x="1842267" y="518663"/>
                  <a:pt x="1832595" y="508991"/>
                  <a:pt x="1832595" y="497184"/>
                </a:cubicBezTo>
                <a:cubicBezTo>
                  <a:pt x="1832595" y="485250"/>
                  <a:pt x="1842142" y="475578"/>
                  <a:pt x="1853949" y="475703"/>
                </a:cubicBezTo>
                <a:close/>
                <a:moveTo>
                  <a:pt x="612749" y="475200"/>
                </a:moveTo>
                <a:cubicBezTo>
                  <a:pt x="621039" y="475075"/>
                  <a:pt x="627823" y="481859"/>
                  <a:pt x="627823" y="490149"/>
                </a:cubicBezTo>
                <a:cubicBezTo>
                  <a:pt x="627949" y="498440"/>
                  <a:pt x="621166" y="505223"/>
                  <a:pt x="612875" y="505223"/>
                </a:cubicBezTo>
                <a:cubicBezTo>
                  <a:pt x="604585" y="505348"/>
                  <a:pt x="597801" y="498565"/>
                  <a:pt x="597801" y="490274"/>
                </a:cubicBezTo>
                <a:cubicBezTo>
                  <a:pt x="597801" y="481984"/>
                  <a:pt x="604458" y="475200"/>
                  <a:pt x="612749" y="475200"/>
                </a:cubicBezTo>
                <a:close/>
                <a:moveTo>
                  <a:pt x="2423111" y="471056"/>
                </a:moveTo>
                <a:cubicBezTo>
                  <a:pt x="2430145" y="471056"/>
                  <a:pt x="2435797" y="476583"/>
                  <a:pt x="2435797" y="483617"/>
                </a:cubicBezTo>
                <a:cubicBezTo>
                  <a:pt x="2435797" y="490652"/>
                  <a:pt x="2430145" y="496304"/>
                  <a:pt x="2423236" y="496304"/>
                </a:cubicBezTo>
                <a:cubicBezTo>
                  <a:pt x="2416328" y="496304"/>
                  <a:pt x="2410549" y="490652"/>
                  <a:pt x="2410549" y="483743"/>
                </a:cubicBezTo>
                <a:cubicBezTo>
                  <a:pt x="2410549" y="476708"/>
                  <a:pt x="2416202" y="471056"/>
                  <a:pt x="2423111" y="471056"/>
                </a:cubicBezTo>
                <a:close/>
                <a:moveTo>
                  <a:pt x="792251" y="465781"/>
                </a:moveTo>
                <a:cubicBezTo>
                  <a:pt x="797653" y="465781"/>
                  <a:pt x="802049" y="470051"/>
                  <a:pt x="802049" y="475453"/>
                </a:cubicBezTo>
                <a:cubicBezTo>
                  <a:pt x="802049" y="480855"/>
                  <a:pt x="797778" y="485252"/>
                  <a:pt x="792378" y="485252"/>
                </a:cubicBezTo>
                <a:cubicBezTo>
                  <a:pt x="786976" y="485377"/>
                  <a:pt x="782580" y="480980"/>
                  <a:pt x="782580" y="475578"/>
                </a:cubicBezTo>
                <a:cubicBezTo>
                  <a:pt x="782580" y="470303"/>
                  <a:pt x="786851" y="465906"/>
                  <a:pt x="792251" y="465781"/>
                </a:cubicBezTo>
                <a:close/>
                <a:moveTo>
                  <a:pt x="981929" y="464524"/>
                </a:moveTo>
                <a:cubicBezTo>
                  <a:pt x="988713" y="464397"/>
                  <a:pt x="994365" y="469924"/>
                  <a:pt x="994365" y="476833"/>
                </a:cubicBezTo>
                <a:cubicBezTo>
                  <a:pt x="994491" y="483617"/>
                  <a:pt x="988838" y="489269"/>
                  <a:pt x="982056" y="489269"/>
                </a:cubicBezTo>
                <a:cubicBezTo>
                  <a:pt x="975272" y="489269"/>
                  <a:pt x="969620" y="483742"/>
                  <a:pt x="969620" y="476958"/>
                </a:cubicBezTo>
                <a:cubicBezTo>
                  <a:pt x="969620" y="470051"/>
                  <a:pt x="975147" y="464524"/>
                  <a:pt x="981929" y="464524"/>
                </a:cubicBezTo>
                <a:close/>
                <a:moveTo>
                  <a:pt x="2053802" y="464146"/>
                </a:moveTo>
                <a:cubicBezTo>
                  <a:pt x="2058702" y="464146"/>
                  <a:pt x="2062721" y="468040"/>
                  <a:pt x="2062721" y="472939"/>
                </a:cubicBezTo>
                <a:cubicBezTo>
                  <a:pt x="2062721" y="477837"/>
                  <a:pt x="2058827" y="481857"/>
                  <a:pt x="2053929" y="481857"/>
                </a:cubicBezTo>
                <a:cubicBezTo>
                  <a:pt x="2049030" y="481857"/>
                  <a:pt x="2045010" y="477963"/>
                  <a:pt x="2045010" y="473065"/>
                </a:cubicBezTo>
                <a:cubicBezTo>
                  <a:pt x="2045010" y="468165"/>
                  <a:pt x="2049030" y="464146"/>
                  <a:pt x="2053802" y="464146"/>
                </a:cubicBezTo>
                <a:close/>
                <a:moveTo>
                  <a:pt x="2243608" y="463141"/>
                </a:moveTo>
                <a:cubicBezTo>
                  <a:pt x="2247502" y="463141"/>
                  <a:pt x="2250767" y="466281"/>
                  <a:pt x="2250767" y="470175"/>
                </a:cubicBezTo>
                <a:cubicBezTo>
                  <a:pt x="2250767" y="474070"/>
                  <a:pt x="2247627" y="477335"/>
                  <a:pt x="2243733" y="477335"/>
                </a:cubicBezTo>
                <a:cubicBezTo>
                  <a:pt x="2239713" y="477335"/>
                  <a:pt x="2236573" y="474195"/>
                  <a:pt x="2236573" y="470301"/>
                </a:cubicBezTo>
                <a:cubicBezTo>
                  <a:pt x="2236573" y="466407"/>
                  <a:pt x="2239713" y="463266"/>
                  <a:pt x="2243608" y="463141"/>
                </a:cubicBezTo>
                <a:close/>
                <a:moveTo>
                  <a:pt x="1771671" y="462011"/>
                </a:moveTo>
                <a:cubicBezTo>
                  <a:pt x="1778956" y="461886"/>
                  <a:pt x="1784985" y="467915"/>
                  <a:pt x="1784985" y="475202"/>
                </a:cubicBezTo>
                <a:cubicBezTo>
                  <a:pt x="1784985" y="482487"/>
                  <a:pt x="1779081" y="488517"/>
                  <a:pt x="1771797" y="488517"/>
                </a:cubicBezTo>
                <a:cubicBezTo>
                  <a:pt x="1764511" y="488642"/>
                  <a:pt x="1758482" y="482612"/>
                  <a:pt x="1758482" y="475327"/>
                </a:cubicBezTo>
                <a:cubicBezTo>
                  <a:pt x="1758356" y="468041"/>
                  <a:pt x="1764385" y="462011"/>
                  <a:pt x="1771671" y="462011"/>
                </a:cubicBezTo>
                <a:close/>
                <a:moveTo>
                  <a:pt x="1264063" y="458494"/>
                </a:moveTo>
                <a:cubicBezTo>
                  <a:pt x="1274363" y="458369"/>
                  <a:pt x="1282779" y="466659"/>
                  <a:pt x="1282779" y="476960"/>
                </a:cubicBezTo>
                <a:cubicBezTo>
                  <a:pt x="1282905" y="487260"/>
                  <a:pt x="1274615" y="495677"/>
                  <a:pt x="1264314" y="495677"/>
                </a:cubicBezTo>
                <a:cubicBezTo>
                  <a:pt x="1254139" y="495802"/>
                  <a:pt x="1245723" y="487512"/>
                  <a:pt x="1245723" y="477211"/>
                </a:cubicBezTo>
                <a:cubicBezTo>
                  <a:pt x="1245597" y="466911"/>
                  <a:pt x="1253887" y="458619"/>
                  <a:pt x="1264063" y="458494"/>
                </a:cubicBezTo>
                <a:close/>
                <a:moveTo>
                  <a:pt x="504846" y="449952"/>
                </a:moveTo>
                <a:cubicBezTo>
                  <a:pt x="509242" y="449952"/>
                  <a:pt x="512886" y="453469"/>
                  <a:pt x="512886" y="457866"/>
                </a:cubicBezTo>
                <a:cubicBezTo>
                  <a:pt x="512886" y="462262"/>
                  <a:pt x="509369" y="465906"/>
                  <a:pt x="504972" y="465906"/>
                </a:cubicBezTo>
                <a:cubicBezTo>
                  <a:pt x="500574" y="465906"/>
                  <a:pt x="496932" y="462389"/>
                  <a:pt x="496932" y="457992"/>
                </a:cubicBezTo>
                <a:cubicBezTo>
                  <a:pt x="496932" y="453595"/>
                  <a:pt x="500449" y="449952"/>
                  <a:pt x="504846" y="449952"/>
                </a:cubicBezTo>
                <a:close/>
                <a:moveTo>
                  <a:pt x="2530763" y="448068"/>
                </a:moveTo>
                <a:cubicBezTo>
                  <a:pt x="2532144" y="448068"/>
                  <a:pt x="2533276" y="449073"/>
                  <a:pt x="2533276" y="450455"/>
                </a:cubicBezTo>
                <a:cubicBezTo>
                  <a:pt x="2533276" y="451837"/>
                  <a:pt x="2532271" y="452967"/>
                  <a:pt x="2530888" y="452967"/>
                </a:cubicBezTo>
                <a:cubicBezTo>
                  <a:pt x="2529632" y="452967"/>
                  <a:pt x="2528501" y="451962"/>
                  <a:pt x="2528501" y="450580"/>
                </a:cubicBezTo>
                <a:cubicBezTo>
                  <a:pt x="2528501" y="449198"/>
                  <a:pt x="2529632" y="448193"/>
                  <a:pt x="2530763" y="448068"/>
                </a:cubicBezTo>
                <a:close/>
                <a:moveTo>
                  <a:pt x="1687761" y="445054"/>
                </a:moveTo>
                <a:cubicBezTo>
                  <a:pt x="1695801" y="445054"/>
                  <a:pt x="1702458" y="451586"/>
                  <a:pt x="1702458" y="459625"/>
                </a:cubicBezTo>
                <a:cubicBezTo>
                  <a:pt x="1702458" y="467790"/>
                  <a:pt x="1695926" y="474322"/>
                  <a:pt x="1687886" y="474322"/>
                </a:cubicBezTo>
                <a:cubicBezTo>
                  <a:pt x="1679847" y="474322"/>
                  <a:pt x="1673315" y="467790"/>
                  <a:pt x="1673315" y="459751"/>
                </a:cubicBezTo>
                <a:cubicBezTo>
                  <a:pt x="1673189" y="451711"/>
                  <a:pt x="1679721" y="445179"/>
                  <a:pt x="1687761" y="445054"/>
                </a:cubicBezTo>
                <a:close/>
                <a:moveTo>
                  <a:pt x="1347848" y="443043"/>
                </a:moveTo>
                <a:cubicBezTo>
                  <a:pt x="1357771" y="443043"/>
                  <a:pt x="1365810" y="450957"/>
                  <a:pt x="1365810" y="460880"/>
                </a:cubicBezTo>
                <a:cubicBezTo>
                  <a:pt x="1365810" y="470804"/>
                  <a:pt x="1357897" y="478843"/>
                  <a:pt x="1347973" y="478843"/>
                </a:cubicBezTo>
                <a:cubicBezTo>
                  <a:pt x="1338049" y="478843"/>
                  <a:pt x="1330009" y="470930"/>
                  <a:pt x="1330009" y="461006"/>
                </a:cubicBezTo>
                <a:cubicBezTo>
                  <a:pt x="1330009" y="451082"/>
                  <a:pt x="1338049" y="443043"/>
                  <a:pt x="1347848" y="443043"/>
                </a:cubicBezTo>
                <a:close/>
                <a:moveTo>
                  <a:pt x="1602972" y="435506"/>
                </a:moveTo>
                <a:cubicBezTo>
                  <a:pt x="1611262" y="435381"/>
                  <a:pt x="1618046" y="442165"/>
                  <a:pt x="1618046" y="450455"/>
                </a:cubicBezTo>
                <a:cubicBezTo>
                  <a:pt x="1618171" y="458746"/>
                  <a:pt x="1611389" y="465529"/>
                  <a:pt x="1603097" y="465529"/>
                </a:cubicBezTo>
                <a:cubicBezTo>
                  <a:pt x="1594807" y="465654"/>
                  <a:pt x="1588023" y="458871"/>
                  <a:pt x="1588023" y="450580"/>
                </a:cubicBezTo>
                <a:cubicBezTo>
                  <a:pt x="1588023" y="442290"/>
                  <a:pt x="1594807" y="435506"/>
                  <a:pt x="1602972" y="435506"/>
                </a:cubicBezTo>
                <a:close/>
                <a:moveTo>
                  <a:pt x="1432511" y="434376"/>
                </a:moveTo>
                <a:cubicBezTo>
                  <a:pt x="1441807" y="434251"/>
                  <a:pt x="1449344" y="441788"/>
                  <a:pt x="1449344" y="451083"/>
                </a:cubicBezTo>
                <a:cubicBezTo>
                  <a:pt x="1449470" y="460379"/>
                  <a:pt x="1441933" y="467916"/>
                  <a:pt x="1432638" y="467916"/>
                </a:cubicBezTo>
                <a:cubicBezTo>
                  <a:pt x="1423341" y="468041"/>
                  <a:pt x="1415804" y="460504"/>
                  <a:pt x="1415804" y="451209"/>
                </a:cubicBezTo>
                <a:cubicBezTo>
                  <a:pt x="1415804" y="441913"/>
                  <a:pt x="1423341" y="434376"/>
                  <a:pt x="1432511" y="434376"/>
                </a:cubicBezTo>
                <a:close/>
                <a:moveTo>
                  <a:pt x="1517805" y="431863"/>
                </a:moveTo>
                <a:cubicBezTo>
                  <a:pt x="1526473" y="431863"/>
                  <a:pt x="1533633" y="438897"/>
                  <a:pt x="1533633" y="447564"/>
                </a:cubicBezTo>
                <a:cubicBezTo>
                  <a:pt x="1533633" y="456358"/>
                  <a:pt x="1526598" y="463392"/>
                  <a:pt x="1517931" y="463392"/>
                </a:cubicBezTo>
                <a:cubicBezTo>
                  <a:pt x="1509263" y="463392"/>
                  <a:pt x="1502229" y="456358"/>
                  <a:pt x="1502229" y="447690"/>
                </a:cubicBezTo>
                <a:cubicBezTo>
                  <a:pt x="1502103" y="439023"/>
                  <a:pt x="1509138" y="431863"/>
                  <a:pt x="1517805" y="431863"/>
                </a:cubicBezTo>
                <a:close/>
                <a:moveTo>
                  <a:pt x="1975671" y="429101"/>
                </a:moveTo>
                <a:cubicBezTo>
                  <a:pt x="1981198" y="429101"/>
                  <a:pt x="1985721" y="433497"/>
                  <a:pt x="1985721" y="439024"/>
                </a:cubicBezTo>
                <a:cubicBezTo>
                  <a:pt x="1985721" y="444424"/>
                  <a:pt x="1981324" y="448946"/>
                  <a:pt x="1975797" y="448946"/>
                </a:cubicBezTo>
                <a:cubicBezTo>
                  <a:pt x="1970269" y="448946"/>
                  <a:pt x="1965747" y="444551"/>
                  <a:pt x="1965747" y="439024"/>
                </a:cubicBezTo>
                <a:cubicBezTo>
                  <a:pt x="1965747" y="433497"/>
                  <a:pt x="1970269" y="428975"/>
                  <a:pt x="1975671" y="429101"/>
                </a:cubicBezTo>
                <a:close/>
                <a:moveTo>
                  <a:pt x="679952" y="427844"/>
                </a:moveTo>
                <a:cubicBezTo>
                  <a:pt x="685478" y="427844"/>
                  <a:pt x="690000" y="432241"/>
                  <a:pt x="690000" y="437768"/>
                </a:cubicBezTo>
                <a:cubicBezTo>
                  <a:pt x="690000" y="443169"/>
                  <a:pt x="685604" y="447691"/>
                  <a:pt x="680077" y="447691"/>
                </a:cubicBezTo>
                <a:cubicBezTo>
                  <a:pt x="674676" y="447691"/>
                  <a:pt x="670154" y="443295"/>
                  <a:pt x="670154" y="437768"/>
                </a:cubicBezTo>
                <a:cubicBezTo>
                  <a:pt x="670154" y="432366"/>
                  <a:pt x="674550" y="427844"/>
                  <a:pt x="679952" y="427844"/>
                </a:cubicBezTo>
                <a:close/>
                <a:moveTo>
                  <a:pt x="1059938" y="426714"/>
                </a:moveTo>
                <a:cubicBezTo>
                  <a:pt x="1068480" y="426714"/>
                  <a:pt x="1075514" y="433623"/>
                  <a:pt x="1075514" y="442165"/>
                </a:cubicBezTo>
                <a:cubicBezTo>
                  <a:pt x="1075514" y="450708"/>
                  <a:pt x="1068605" y="457742"/>
                  <a:pt x="1060063" y="457742"/>
                </a:cubicBezTo>
                <a:cubicBezTo>
                  <a:pt x="1051521" y="457742"/>
                  <a:pt x="1044487" y="450833"/>
                  <a:pt x="1044487" y="442291"/>
                </a:cubicBezTo>
                <a:cubicBezTo>
                  <a:pt x="1044487" y="433749"/>
                  <a:pt x="1051396" y="426839"/>
                  <a:pt x="1059938" y="426714"/>
                </a:cubicBezTo>
                <a:close/>
                <a:moveTo>
                  <a:pt x="2355655" y="425958"/>
                </a:moveTo>
                <a:cubicBezTo>
                  <a:pt x="2358796" y="425958"/>
                  <a:pt x="2361434" y="428596"/>
                  <a:pt x="2361434" y="431736"/>
                </a:cubicBezTo>
                <a:cubicBezTo>
                  <a:pt x="2361434" y="434877"/>
                  <a:pt x="2358796" y="437515"/>
                  <a:pt x="2355655" y="437515"/>
                </a:cubicBezTo>
                <a:cubicBezTo>
                  <a:pt x="2352515" y="437515"/>
                  <a:pt x="2349877" y="434877"/>
                  <a:pt x="2349877" y="431736"/>
                </a:cubicBezTo>
                <a:cubicBezTo>
                  <a:pt x="2349877" y="428596"/>
                  <a:pt x="2352389" y="425958"/>
                  <a:pt x="2355655" y="425958"/>
                </a:cubicBezTo>
                <a:close/>
                <a:moveTo>
                  <a:pt x="398445" y="422695"/>
                </a:moveTo>
                <a:cubicBezTo>
                  <a:pt x="400958" y="422695"/>
                  <a:pt x="403093" y="424830"/>
                  <a:pt x="403093" y="427343"/>
                </a:cubicBezTo>
                <a:cubicBezTo>
                  <a:pt x="403093" y="429855"/>
                  <a:pt x="401083" y="431991"/>
                  <a:pt x="398445" y="431991"/>
                </a:cubicBezTo>
                <a:cubicBezTo>
                  <a:pt x="395933" y="431991"/>
                  <a:pt x="393798" y="429981"/>
                  <a:pt x="393798" y="427343"/>
                </a:cubicBezTo>
                <a:cubicBezTo>
                  <a:pt x="393798" y="424705"/>
                  <a:pt x="395933" y="422695"/>
                  <a:pt x="398445" y="422695"/>
                </a:cubicBezTo>
                <a:close/>
                <a:moveTo>
                  <a:pt x="865108" y="420935"/>
                </a:moveTo>
                <a:cubicBezTo>
                  <a:pt x="870635" y="420935"/>
                  <a:pt x="875284" y="425457"/>
                  <a:pt x="875284" y="431109"/>
                </a:cubicBezTo>
                <a:cubicBezTo>
                  <a:pt x="875284" y="436636"/>
                  <a:pt x="870762" y="441284"/>
                  <a:pt x="865108" y="441284"/>
                </a:cubicBezTo>
                <a:cubicBezTo>
                  <a:pt x="859456" y="441284"/>
                  <a:pt x="854934" y="436762"/>
                  <a:pt x="854934" y="431109"/>
                </a:cubicBezTo>
                <a:cubicBezTo>
                  <a:pt x="854934" y="425582"/>
                  <a:pt x="859456" y="420935"/>
                  <a:pt x="865108" y="420935"/>
                </a:cubicBezTo>
                <a:close/>
                <a:moveTo>
                  <a:pt x="2170501" y="418423"/>
                </a:moveTo>
                <a:cubicBezTo>
                  <a:pt x="2174897" y="418423"/>
                  <a:pt x="2178541" y="421940"/>
                  <a:pt x="2178541" y="426337"/>
                </a:cubicBezTo>
                <a:cubicBezTo>
                  <a:pt x="2178541" y="430733"/>
                  <a:pt x="2175023" y="434377"/>
                  <a:pt x="2170626" y="434377"/>
                </a:cubicBezTo>
                <a:cubicBezTo>
                  <a:pt x="2166229" y="434377"/>
                  <a:pt x="2162586" y="430860"/>
                  <a:pt x="2162586" y="426463"/>
                </a:cubicBezTo>
                <a:cubicBezTo>
                  <a:pt x="2162586" y="422066"/>
                  <a:pt x="2166104" y="418423"/>
                  <a:pt x="2170501" y="418423"/>
                </a:cubicBezTo>
                <a:close/>
                <a:moveTo>
                  <a:pt x="1895278" y="398828"/>
                </a:moveTo>
                <a:cubicBezTo>
                  <a:pt x="1901683" y="398701"/>
                  <a:pt x="1906835" y="403852"/>
                  <a:pt x="1906835" y="410258"/>
                </a:cubicBezTo>
                <a:cubicBezTo>
                  <a:pt x="1906835" y="416665"/>
                  <a:pt x="1901810" y="421815"/>
                  <a:pt x="1895403" y="421815"/>
                </a:cubicBezTo>
                <a:cubicBezTo>
                  <a:pt x="1888996" y="421815"/>
                  <a:pt x="1883846" y="416665"/>
                  <a:pt x="1883846" y="410384"/>
                </a:cubicBezTo>
                <a:cubicBezTo>
                  <a:pt x="1883846" y="404103"/>
                  <a:pt x="1888996" y="398828"/>
                  <a:pt x="1895278" y="398828"/>
                </a:cubicBezTo>
                <a:close/>
                <a:moveTo>
                  <a:pt x="1140080" y="395184"/>
                </a:moveTo>
                <a:cubicBezTo>
                  <a:pt x="1150002" y="395184"/>
                  <a:pt x="1158042" y="403098"/>
                  <a:pt x="1158042" y="413022"/>
                </a:cubicBezTo>
                <a:cubicBezTo>
                  <a:pt x="1158042" y="422945"/>
                  <a:pt x="1150129" y="430984"/>
                  <a:pt x="1140205" y="430984"/>
                </a:cubicBezTo>
                <a:cubicBezTo>
                  <a:pt x="1130281" y="430984"/>
                  <a:pt x="1122242" y="423071"/>
                  <a:pt x="1122242" y="413147"/>
                </a:cubicBezTo>
                <a:cubicBezTo>
                  <a:pt x="1122117" y="403223"/>
                  <a:pt x="1130156" y="395184"/>
                  <a:pt x="1140080" y="395184"/>
                </a:cubicBezTo>
                <a:close/>
                <a:moveTo>
                  <a:pt x="569786" y="392924"/>
                </a:moveTo>
                <a:cubicBezTo>
                  <a:pt x="575188" y="392924"/>
                  <a:pt x="579584" y="397195"/>
                  <a:pt x="579584" y="402595"/>
                </a:cubicBezTo>
                <a:cubicBezTo>
                  <a:pt x="579584" y="407997"/>
                  <a:pt x="575313" y="412393"/>
                  <a:pt x="569911" y="412393"/>
                </a:cubicBezTo>
                <a:cubicBezTo>
                  <a:pt x="564511" y="412393"/>
                  <a:pt x="560115" y="408122"/>
                  <a:pt x="560115" y="402722"/>
                </a:cubicBezTo>
                <a:cubicBezTo>
                  <a:pt x="560115" y="397320"/>
                  <a:pt x="564386" y="392924"/>
                  <a:pt x="569786" y="392924"/>
                </a:cubicBezTo>
                <a:close/>
                <a:moveTo>
                  <a:pt x="2465442" y="391543"/>
                </a:moveTo>
                <a:cubicBezTo>
                  <a:pt x="2467829" y="391543"/>
                  <a:pt x="2469713" y="393301"/>
                  <a:pt x="2469713" y="395688"/>
                </a:cubicBezTo>
                <a:cubicBezTo>
                  <a:pt x="2469839" y="398075"/>
                  <a:pt x="2467829" y="399960"/>
                  <a:pt x="2465567" y="399960"/>
                </a:cubicBezTo>
                <a:cubicBezTo>
                  <a:pt x="2463182" y="399960"/>
                  <a:pt x="2461297" y="398075"/>
                  <a:pt x="2461297" y="395815"/>
                </a:cubicBezTo>
                <a:cubicBezTo>
                  <a:pt x="2461297" y="393428"/>
                  <a:pt x="2463182" y="391543"/>
                  <a:pt x="2465442" y="391543"/>
                </a:cubicBezTo>
                <a:close/>
                <a:moveTo>
                  <a:pt x="750296" y="379732"/>
                </a:moveTo>
                <a:cubicBezTo>
                  <a:pt x="755698" y="379732"/>
                  <a:pt x="760094" y="384003"/>
                  <a:pt x="760094" y="389404"/>
                </a:cubicBezTo>
                <a:cubicBezTo>
                  <a:pt x="760220" y="394806"/>
                  <a:pt x="755823" y="399203"/>
                  <a:pt x="750422" y="399203"/>
                </a:cubicBezTo>
                <a:cubicBezTo>
                  <a:pt x="745021" y="399328"/>
                  <a:pt x="740624" y="394931"/>
                  <a:pt x="740624" y="389531"/>
                </a:cubicBezTo>
                <a:cubicBezTo>
                  <a:pt x="740624" y="384129"/>
                  <a:pt x="745021" y="379857"/>
                  <a:pt x="750296" y="379732"/>
                </a:cubicBezTo>
                <a:close/>
                <a:moveTo>
                  <a:pt x="940353" y="378980"/>
                </a:moveTo>
                <a:cubicBezTo>
                  <a:pt x="947135" y="378853"/>
                  <a:pt x="952787" y="384380"/>
                  <a:pt x="952787" y="391289"/>
                </a:cubicBezTo>
                <a:cubicBezTo>
                  <a:pt x="952914" y="398073"/>
                  <a:pt x="947387" y="403726"/>
                  <a:pt x="940478" y="403726"/>
                </a:cubicBezTo>
                <a:cubicBezTo>
                  <a:pt x="933694" y="403851"/>
                  <a:pt x="928042" y="398324"/>
                  <a:pt x="928042" y="391415"/>
                </a:cubicBezTo>
                <a:cubicBezTo>
                  <a:pt x="928042" y="384632"/>
                  <a:pt x="933569" y="379105"/>
                  <a:pt x="940353" y="378980"/>
                </a:cubicBezTo>
                <a:close/>
                <a:moveTo>
                  <a:pt x="2094752" y="378353"/>
                </a:moveTo>
                <a:cubicBezTo>
                  <a:pt x="2099652" y="378353"/>
                  <a:pt x="2103671" y="382247"/>
                  <a:pt x="2103671" y="387145"/>
                </a:cubicBezTo>
                <a:cubicBezTo>
                  <a:pt x="2103671" y="392044"/>
                  <a:pt x="2099778" y="396064"/>
                  <a:pt x="2094879" y="396064"/>
                </a:cubicBezTo>
                <a:cubicBezTo>
                  <a:pt x="2089980" y="396064"/>
                  <a:pt x="2085960" y="392170"/>
                  <a:pt x="2085960" y="387272"/>
                </a:cubicBezTo>
                <a:cubicBezTo>
                  <a:pt x="2085960" y="382372"/>
                  <a:pt x="2089855" y="378353"/>
                  <a:pt x="2094752" y="378353"/>
                </a:cubicBezTo>
                <a:close/>
                <a:moveTo>
                  <a:pt x="2284935" y="376845"/>
                </a:moveTo>
                <a:cubicBezTo>
                  <a:pt x="2288830" y="376845"/>
                  <a:pt x="2291971" y="379985"/>
                  <a:pt x="2291971" y="383879"/>
                </a:cubicBezTo>
                <a:cubicBezTo>
                  <a:pt x="2291971" y="387774"/>
                  <a:pt x="2288830" y="391039"/>
                  <a:pt x="2284935" y="391039"/>
                </a:cubicBezTo>
                <a:cubicBezTo>
                  <a:pt x="2281041" y="391039"/>
                  <a:pt x="2277900" y="387899"/>
                  <a:pt x="2277900" y="384005"/>
                </a:cubicBezTo>
                <a:cubicBezTo>
                  <a:pt x="2277774" y="380111"/>
                  <a:pt x="2281041" y="376845"/>
                  <a:pt x="2284935" y="376845"/>
                </a:cubicBezTo>
                <a:close/>
                <a:moveTo>
                  <a:pt x="1813126" y="374206"/>
                </a:moveTo>
                <a:cubicBezTo>
                  <a:pt x="1820412" y="374081"/>
                  <a:pt x="1826442" y="380110"/>
                  <a:pt x="1826442" y="387397"/>
                </a:cubicBezTo>
                <a:cubicBezTo>
                  <a:pt x="1826442" y="394682"/>
                  <a:pt x="1820537" y="400712"/>
                  <a:pt x="1813252" y="400712"/>
                </a:cubicBezTo>
                <a:cubicBezTo>
                  <a:pt x="1805966" y="400837"/>
                  <a:pt x="1799936" y="394807"/>
                  <a:pt x="1799936" y="387522"/>
                </a:cubicBezTo>
                <a:cubicBezTo>
                  <a:pt x="1799936" y="380110"/>
                  <a:pt x="1805841" y="374206"/>
                  <a:pt x="1813126" y="374206"/>
                </a:cubicBezTo>
                <a:close/>
                <a:moveTo>
                  <a:pt x="1222108" y="370941"/>
                </a:moveTo>
                <a:cubicBezTo>
                  <a:pt x="1232409" y="370816"/>
                  <a:pt x="1240824" y="379106"/>
                  <a:pt x="1240824" y="389407"/>
                </a:cubicBezTo>
                <a:cubicBezTo>
                  <a:pt x="1240824" y="399707"/>
                  <a:pt x="1232534" y="408124"/>
                  <a:pt x="1222233" y="408124"/>
                </a:cubicBezTo>
                <a:cubicBezTo>
                  <a:pt x="1211933" y="408249"/>
                  <a:pt x="1203517" y="399959"/>
                  <a:pt x="1203517" y="389658"/>
                </a:cubicBezTo>
                <a:cubicBezTo>
                  <a:pt x="1203391" y="379358"/>
                  <a:pt x="1211681" y="371066"/>
                  <a:pt x="1222108" y="370941"/>
                </a:cubicBezTo>
                <a:close/>
                <a:moveTo>
                  <a:pt x="461253" y="366166"/>
                </a:moveTo>
                <a:cubicBezTo>
                  <a:pt x="463137" y="366166"/>
                  <a:pt x="464770" y="367674"/>
                  <a:pt x="464770" y="369684"/>
                </a:cubicBezTo>
                <a:cubicBezTo>
                  <a:pt x="464770" y="371568"/>
                  <a:pt x="463262" y="373201"/>
                  <a:pt x="461253" y="373201"/>
                </a:cubicBezTo>
                <a:cubicBezTo>
                  <a:pt x="459368" y="373201"/>
                  <a:pt x="457736" y="371694"/>
                  <a:pt x="457736" y="369684"/>
                </a:cubicBezTo>
                <a:cubicBezTo>
                  <a:pt x="457736" y="367674"/>
                  <a:pt x="459368" y="366041"/>
                  <a:pt x="461253" y="366166"/>
                </a:cubicBezTo>
                <a:close/>
                <a:moveTo>
                  <a:pt x="1729715" y="362901"/>
                </a:moveTo>
                <a:cubicBezTo>
                  <a:pt x="1733735" y="362901"/>
                  <a:pt x="1737000" y="366168"/>
                  <a:pt x="1737000" y="370186"/>
                </a:cubicBezTo>
                <a:cubicBezTo>
                  <a:pt x="1737000" y="374207"/>
                  <a:pt x="1733735" y="377472"/>
                  <a:pt x="1729715" y="377472"/>
                </a:cubicBezTo>
                <a:cubicBezTo>
                  <a:pt x="1725696" y="377472"/>
                  <a:pt x="1722429" y="374207"/>
                  <a:pt x="1722429" y="370186"/>
                </a:cubicBezTo>
                <a:cubicBezTo>
                  <a:pt x="1722429" y="366168"/>
                  <a:pt x="1725696" y="362901"/>
                  <a:pt x="1729715" y="362901"/>
                </a:cubicBezTo>
                <a:close/>
                <a:moveTo>
                  <a:pt x="1305389" y="357373"/>
                </a:moveTo>
                <a:cubicBezTo>
                  <a:pt x="1313303" y="357373"/>
                  <a:pt x="1319835" y="363779"/>
                  <a:pt x="1319835" y="371692"/>
                </a:cubicBezTo>
                <a:cubicBezTo>
                  <a:pt x="1319835" y="379606"/>
                  <a:pt x="1313429" y="386138"/>
                  <a:pt x="1305516" y="386138"/>
                </a:cubicBezTo>
                <a:cubicBezTo>
                  <a:pt x="1297602" y="386138"/>
                  <a:pt x="1291070" y="379731"/>
                  <a:pt x="1291070" y="371819"/>
                </a:cubicBezTo>
                <a:cubicBezTo>
                  <a:pt x="1291070" y="363779"/>
                  <a:pt x="1297477" y="357373"/>
                  <a:pt x="1305389" y="357373"/>
                </a:cubicBezTo>
                <a:close/>
                <a:moveTo>
                  <a:pt x="1645303" y="350464"/>
                </a:moveTo>
                <a:cubicBezTo>
                  <a:pt x="1649826" y="350464"/>
                  <a:pt x="1653470" y="354106"/>
                  <a:pt x="1653470" y="358629"/>
                </a:cubicBezTo>
                <a:cubicBezTo>
                  <a:pt x="1653470" y="363278"/>
                  <a:pt x="1649826" y="366920"/>
                  <a:pt x="1645303" y="366920"/>
                </a:cubicBezTo>
                <a:cubicBezTo>
                  <a:pt x="1640656" y="366920"/>
                  <a:pt x="1637013" y="363278"/>
                  <a:pt x="1637013" y="358754"/>
                </a:cubicBezTo>
                <a:cubicBezTo>
                  <a:pt x="1637013" y="354233"/>
                  <a:pt x="1640656" y="350589"/>
                  <a:pt x="1645303" y="350464"/>
                </a:cubicBezTo>
                <a:close/>
                <a:moveTo>
                  <a:pt x="2016747" y="349209"/>
                </a:moveTo>
                <a:cubicBezTo>
                  <a:pt x="2018883" y="349209"/>
                  <a:pt x="2020515" y="350842"/>
                  <a:pt x="2020515" y="352978"/>
                </a:cubicBezTo>
                <a:cubicBezTo>
                  <a:pt x="2020515" y="354988"/>
                  <a:pt x="2018883" y="356746"/>
                  <a:pt x="2016747" y="356746"/>
                </a:cubicBezTo>
                <a:cubicBezTo>
                  <a:pt x="2014736" y="356746"/>
                  <a:pt x="2012978" y="354988"/>
                  <a:pt x="2012978" y="352978"/>
                </a:cubicBezTo>
                <a:cubicBezTo>
                  <a:pt x="2012978" y="350968"/>
                  <a:pt x="2014611" y="349209"/>
                  <a:pt x="2016747" y="349209"/>
                </a:cubicBezTo>
                <a:close/>
                <a:moveTo>
                  <a:pt x="1389802" y="347325"/>
                </a:moveTo>
                <a:cubicBezTo>
                  <a:pt x="1396586" y="347325"/>
                  <a:pt x="1402238" y="352852"/>
                  <a:pt x="1402238" y="359635"/>
                </a:cubicBezTo>
                <a:cubicBezTo>
                  <a:pt x="1402363" y="366418"/>
                  <a:pt x="1396711" y="372071"/>
                  <a:pt x="1389928" y="372071"/>
                </a:cubicBezTo>
                <a:cubicBezTo>
                  <a:pt x="1383145" y="372071"/>
                  <a:pt x="1377492" y="366544"/>
                  <a:pt x="1377492" y="359761"/>
                </a:cubicBezTo>
                <a:cubicBezTo>
                  <a:pt x="1377492" y="352852"/>
                  <a:pt x="1383019" y="347325"/>
                  <a:pt x="1389802" y="347325"/>
                </a:cubicBezTo>
                <a:close/>
                <a:moveTo>
                  <a:pt x="637745" y="346949"/>
                </a:moveTo>
                <a:cubicBezTo>
                  <a:pt x="640132" y="346949"/>
                  <a:pt x="642016" y="348834"/>
                  <a:pt x="642016" y="351094"/>
                </a:cubicBezTo>
                <a:cubicBezTo>
                  <a:pt x="642016" y="353481"/>
                  <a:pt x="640257" y="355366"/>
                  <a:pt x="637871" y="355366"/>
                </a:cubicBezTo>
                <a:cubicBezTo>
                  <a:pt x="635484" y="355366"/>
                  <a:pt x="633600" y="353481"/>
                  <a:pt x="633600" y="351220"/>
                </a:cubicBezTo>
                <a:cubicBezTo>
                  <a:pt x="633600" y="348834"/>
                  <a:pt x="635484" y="346949"/>
                  <a:pt x="637745" y="346949"/>
                </a:cubicBezTo>
                <a:close/>
                <a:moveTo>
                  <a:pt x="1018359" y="345441"/>
                </a:moveTo>
                <a:cubicBezTo>
                  <a:pt x="1024389" y="345441"/>
                  <a:pt x="1029414" y="350466"/>
                  <a:pt x="1029414" y="356495"/>
                </a:cubicBezTo>
                <a:cubicBezTo>
                  <a:pt x="1029414" y="362650"/>
                  <a:pt x="1024515" y="367675"/>
                  <a:pt x="1018359" y="367675"/>
                </a:cubicBezTo>
                <a:cubicBezTo>
                  <a:pt x="1012330" y="367675"/>
                  <a:pt x="1007305" y="362775"/>
                  <a:pt x="1007305" y="356621"/>
                </a:cubicBezTo>
                <a:cubicBezTo>
                  <a:pt x="1007305" y="350591"/>
                  <a:pt x="1012204" y="345566"/>
                  <a:pt x="1018359" y="345441"/>
                </a:cubicBezTo>
                <a:close/>
                <a:moveTo>
                  <a:pt x="1560137" y="343179"/>
                </a:moveTo>
                <a:cubicBezTo>
                  <a:pt x="1565664" y="343179"/>
                  <a:pt x="1570187" y="347576"/>
                  <a:pt x="1570187" y="353103"/>
                </a:cubicBezTo>
                <a:cubicBezTo>
                  <a:pt x="1570187" y="358630"/>
                  <a:pt x="1565790" y="363152"/>
                  <a:pt x="1560263" y="363152"/>
                </a:cubicBezTo>
                <a:cubicBezTo>
                  <a:pt x="1554735" y="363152"/>
                  <a:pt x="1550213" y="358755"/>
                  <a:pt x="1550213" y="353228"/>
                </a:cubicBezTo>
                <a:cubicBezTo>
                  <a:pt x="1550213" y="347701"/>
                  <a:pt x="1554610" y="343179"/>
                  <a:pt x="1560137" y="343179"/>
                </a:cubicBezTo>
                <a:close/>
                <a:moveTo>
                  <a:pt x="2397233" y="342803"/>
                </a:moveTo>
                <a:cubicBezTo>
                  <a:pt x="2398363" y="342803"/>
                  <a:pt x="2399242" y="343683"/>
                  <a:pt x="2399242" y="344813"/>
                </a:cubicBezTo>
                <a:cubicBezTo>
                  <a:pt x="2399242" y="345943"/>
                  <a:pt x="2398363" y="346823"/>
                  <a:pt x="2397233" y="346823"/>
                </a:cubicBezTo>
                <a:cubicBezTo>
                  <a:pt x="2396103" y="346823"/>
                  <a:pt x="2395223" y="345943"/>
                  <a:pt x="2395223" y="344813"/>
                </a:cubicBezTo>
                <a:cubicBezTo>
                  <a:pt x="2395223" y="343683"/>
                  <a:pt x="2396103" y="342803"/>
                  <a:pt x="2397233" y="342803"/>
                </a:cubicBezTo>
                <a:close/>
                <a:moveTo>
                  <a:pt x="823405" y="341422"/>
                </a:moveTo>
                <a:cubicBezTo>
                  <a:pt x="825792" y="341422"/>
                  <a:pt x="827676" y="343181"/>
                  <a:pt x="827676" y="345568"/>
                </a:cubicBezTo>
                <a:cubicBezTo>
                  <a:pt x="827676" y="347828"/>
                  <a:pt x="825792" y="349713"/>
                  <a:pt x="823530" y="349713"/>
                </a:cubicBezTo>
                <a:cubicBezTo>
                  <a:pt x="821144" y="349713"/>
                  <a:pt x="819260" y="347955"/>
                  <a:pt x="819260" y="345568"/>
                </a:cubicBezTo>
                <a:cubicBezTo>
                  <a:pt x="819260" y="343181"/>
                  <a:pt x="821144" y="341296"/>
                  <a:pt x="823405" y="341422"/>
                </a:cubicBezTo>
                <a:close/>
                <a:moveTo>
                  <a:pt x="1474844" y="341044"/>
                </a:moveTo>
                <a:cubicBezTo>
                  <a:pt x="1481626" y="341044"/>
                  <a:pt x="1487278" y="346571"/>
                  <a:pt x="1487278" y="353354"/>
                </a:cubicBezTo>
                <a:cubicBezTo>
                  <a:pt x="1487278" y="360263"/>
                  <a:pt x="1481751" y="365790"/>
                  <a:pt x="1474969" y="365790"/>
                </a:cubicBezTo>
                <a:cubicBezTo>
                  <a:pt x="1468060" y="365790"/>
                  <a:pt x="1462533" y="360263"/>
                  <a:pt x="1462533" y="353480"/>
                </a:cubicBezTo>
                <a:cubicBezTo>
                  <a:pt x="1462533" y="346696"/>
                  <a:pt x="1468060" y="341169"/>
                  <a:pt x="1474844" y="341044"/>
                </a:cubicBezTo>
                <a:close/>
                <a:moveTo>
                  <a:pt x="2211576" y="337652"/>
                </a:moveTo>
                <a:cubicBezTo>
                  <a:pt x="2213209" y="337652"/>
                  <a:pt x="2214464" y="338909"/>
                  <a:pt x="2214464" y="340542"/>
                </a:cubicBezTo>
                <a:cubicBezTo>
                  <a:pt x="2214464" y="342174"/>
                  <a:pt x="2213209" y="343431"/>
                  <a:pt x="2211576" y="343431"/>
                </a:cubicBezTo>
                <a:cubicBezTo>
                  <a:pt x="2209942" y="343431"/>
                  <a:pt x="2208686" y="342174"/>
                  <a:pt x="2208686" y="340542"/>
                </a:cubicBezTo>
                <a:cubicBezTo>
                  <a:pt x="2208686" y="338909"/>
                  <a:pt x="2209942" y="337652"/>
                  <a:pt x="2211576" y="337652"/>
                </a:cubicBezTo>
                <a:close/>
                <a:moveTo>
                  <a:pt x="1936605" y="319187"/>
                </a:moveTo>
                <a:cubicBezTo>
                  <a:pt x="1939117" y="319187"/>
                  <a:pt x="1941252" y="321322"/>
                  <a:pt x="1941252" y="323835"/>
                </a:cubicBezTo>
                <a:cubicBezTo>
                  <a:pt x="1941252" y="326347"/>
                  <a:pt x="1939117" y="328483"/>
                  <a:pt x="1936605" y="328483"/>
                </a:cubicBezTo>
                <a:cubicBezTo>
                  <a:pt x="1934092" y="328483"/>
                  <a:pt x="1931957" y="326473"/>
                  <a:pt x="1931957" y="323835"/>
                </a:cubicBezTo>
                <a:cubicBezTo>
                  <a:pt x="1931957" y="321322"/>
                  <a:pt x="1933967" y="319187"/>
                  <a:pt x="1936605" y="319187"/>
                </a:cubicBezTo>
                <a:close/>
                <a:moveTo>
                  <a:pt x="1098125" y="315921"/>
                </a:moveTo>
                <a:cubicBezTo>
                  <a:pt x="1104280" y="315921"/>
                  <a:pt x="1109305" y="320820"/>
                  <a:pt x="1109305" y="326975"/>
                </a:cubicBezTo>
                <a:cubicBezTo>
                  <a:pt x="1109305" y="333004"/>
                  <a:pt x="1104406" y="338029"/>
                  <a:pt x="1098250" y="338029"/>
                </a:cubicBezTo>
                <a:cubicBezTo>
                  <a:pt x="1092221" y="338029"/>
                  <a:pt x="1087196" y="333130"/>
                  <a:pt x="1087196" y="326975"/>
                </a:cubicBezTo>
                <a:cubicBezTo>
                  <a:pt x="1087196" y="320820"/>
                  <a:pt x="1092095" y="315794"/>
                  <a:pt x="1098125" y="315921"/>
                </a:cubicBezTo>
                <a:close/>
                <a:moveTo>
                  <a:pt x="527075" y="311900"/>
                </a:moveTo>
                <a:cubicBezTo>
                  <a:pt x="528959" y="311900"/>
                  <a:pt x="530592" y="313408"/>
                  <a:pt x="530592" y="315418"/>
                </a:cubicBezTo>
                <a:cubicBezTo>
                  <a:pt x="530592" y="317302"/>
                  <a:pt x="529084" y="318935"/>
                  <a:pt x="527075" y="318935"/>
                </a:cubicBezTo>
                <a:cubicBezTo>
                  <a:pt x="525190" y="318935"/>
                  <a:pt x="523558" y="317428"/>
                  <a:pt x="523558" y="315418"/>
                </a:cubicBezTo>
                <a:cubicBezTo>
                  <a:pt x="523558" y="313408"/>
                  <a:pt x="525065" y="311775"/>
                  <a:pt x="527075" y="311900"/>
                </a:cubicBezTo>
                <a:close/>
                <a:moveTo>
                  <a:pt x="898899" y="301727"/>
                </a:moveTo>
                <a:cubicBezTo>
                  <a:pt x="901286" y="301727"/>
                  <a:pt x="903170" y="303612"/>
                  <a:pt x="903170" y="305872"/>
                </a:cubicBezTo>
                <a:cubicBezTo>
                  <a:pt x="903170" y="308259"/>
                  <a:pt x="901411" y="310144"/>
                  <a:pt x="899024" y="310144"/>
                </a:cubicBezTo>
                <a:cubicBezTo>
                  <a:pt x="896638" y="310144"/>
                  <a:pt x="894754" y="308259"/>
                  <a:pt x="894754" y="305999"/>
                </a:cubicBezTo>
                <a:cubicBezTo>
                  <a:pt x="894754" y="303612"/>
                  <a:pt x="896638" y="301727"/>
                  <a:pt x="898899" y="301727"/>
                </a:cubicBezTo>
                <a:close/>
                <a:moveTo>
                  <a:pt x="708467" y="299214"/>
                </a:moveTo>
                <a:cubicBezTo>
                  <a:pt x="710854" y="299089"/>
                  <a:pt x="712738" y="301099"/>
                  <a:pt x="712738" y="303359"/>
                </a:cubicBezTo>
                <a:cubicBezTo>
                  <a:pt x="712738" y="305746"/>
                  <a:pt x="710854" y="307630"/>
                  <a:pt x="708593" y="307630"/>
                </a:cubicBezTo>
                <a:cubicBezTo>
                  <a:pt x="706206" y="307630"/>
                  <a:pt x="704322" y="305871"/>
                  <a:pt x="704322" y="303485"/>
                </a:cubicBezTo>
                <a:cubicBezTo>
                  <a:pt x="704322" y="301224"/>
                  <a:pt x="706206" y="299339"/>
                  <a:pt x="708467" y="299214"/>
                </a:cubicBezTo>
                <a:close/>
                <a:moveTo>
                  <a:pt x="2135829" y="298335"/>
                </a:moveTo>
                <a:cubicBezTo>
                  <a:pt x="2137588" y="298335"/>
                  <a:pt x="2138971" y="299717"/>
                  <a:pt x="2138971" y="301475"/>
                </a:cubicBezTo>
                <a:cubicBezTo>
                  <a:pt x="2138971" y="303234"/>
                  <a:pt x="2137588" y="304616"/>
                  <a:pt x="2135829" y="304616"/>
                </a:cubicBezTo>
                <a:cubicBezTo>
                  <a:pt x="2134071" y="304616"/>
                  <a:pt x="2132689" y="303234"/>
                  <a:pt x="2132689" y="301475"/>
                </a:cubicBezTo>
                <a:cubicBezTo>
                  <a:pt x="2132689" y="299842"/>
                  <a:pt x="2134071" y="298335"/>
                  <a:pt x="2135829" y="298335"/>
                </a:cubicBezTo>
                <a:close/>
                <a:moveTo>
                  <a:pt x="2326260" y="295320"/>
                </a:moveTo>
                <a:cubicBezTo>
                  <a:pt x="2327515" y="295320"/>
                  <a:pt x="2328647" y="296325"/>
                  <a:pt x="2328647" y="297708"/>
                </a:cubicBezTo>
                <a:cubicBezTo>
                  <a:pt x="2328647" y="298963"/>
                  <a:pt x="2327642" y="300095"/>
                  <a:pt x="2326260" y="300095"/>
                </a:cubicBezTo>
                <a:cubicBezTo>
                  <a:pt x="2324878" y="300220"/>
                  <a:pt x="2323748" y="299090"/>
                  <a:pt x="2323748" y="297708"/>
                </a:cubicBezTo>
                <a:cubicBezTo>
                  <a:pt x="2323748" y="296325"/>
                  <a:pt x="2324878" y="295195"/>
                  <a:pt x="2326260" y="295320"/>
                </a:cubicBezTo>
                <a:close/>
                <a:moveTo>
                  <a:pt x="1854579" y="293687"/>
                </a:moveTo>
                <a:cubicBezTo>
                  <a:pt x="1858096" y="293687"/>
                  <a:pt x="1860859" y="296451"/>
                  <a:pt x="1860859" y="299842"/>
                </a:cubicBezTo>
                <a:cubicBezTo>
                  <a:pt x="1860859" y="303234"/>
                  <a:pt x="1858096" y="305998"/>
                  <a:pt x="1854704" y="305998"/>
                </a:cubicBezTo>
                <a:cubicBezTo>
                  <a:pt x="1851314" y="305998"/>
                  <a:pt x="1848549" y="303234"/>
                  <a:pt x="1848549" y="299842"/>
                </a:cubicBezTo>
                <a:cubicBezTo>
                  <a:pt x="1848549" y="296451"/>
                  <a:pt x="1851314" y="293687"/>
                  <a:pt x="1854579" y="293687"/>
                </a:cubicBezTo>
                <a:close/>
                <a:moveTo>
                  <a:pt x="1179900" y="287658"/>
                </a:moveTo>
                <a:cubicBezTo>
                  <a:pt x="1187940" y="287658"/>
                  <a:pt x="1194597" y="294190"/>
                  <a:pt x="1194597" y="302229"/>
                </a:cubicBezTo>
                <a:cubicBezTo>
                  <a:pt x="1194597" y="310394"/>
                  <a:pt x="1188065" y="316926"/>
                  <a:pt x="1180025" y="316926"/>
                </a:cubicBezTo>
                <a:cubicBezTo>
                  <a:pt x="1171986" y="316926"/>
                  <a:pt x="1165329" y="310394"/>
                  <a:pt x="1165329" y="302355"/>
                </a:cubicBezTo>
                <a:cubicBezTo>
                  <a:pt x="1165329" y="294315"/>
                  <a:pt x="1171861" y="287783"/>
                  <a:pt x="1179900" y="287658"/>
                </a:cubicBezTo>
                <a:close/>
                <a:moveTo>
                  <a:pt x="1771546" y="279116"/>
                </a:moveTo>
                <a:cubicBezTo>
                  <a:pt x="1772676" y="279116"/>
                  <a:pt x="1773555" y="279996"/>
                  <a:pt x="1773555" y="281126"/>
                </a:cubicBezTo>
                <a:cubicBezTo>
                  <a:pt x="1773555" y="282256"/>
                  <a:pt x="1772676" y="283136"/>
                  <a:pt x="1771546" y="283136"/>
                </a:cubicBezTo>
                <a:cubicBezTo>
                  <a:pt x="1770416" y="283136"/>
                  <a:pt x="1769536" y="282256"/>
                  <a:pt x="1769536" y="281126"/>
                </a:cubicBezTo>
                <a:cubicBezTo>
                  <a:pt x="1769536" y="280121"/>
                  <a:pt x="1770416" y="279241"/>
                  <a:pt x="1771546" y="279116"/>
                </a:cubicBezTo>
                <a:close/>
                <a:moveTo>
                  <a:pt x="1262933" y="270197"/>
                </a:moveTo>
                <a:cubicBezTo>
                  <a:pt x="1270093" y="270197"/>
                  <a:pt x="1275870" y="275975"/>
                  <a:pt x="1275870" y="283010"/>
                </a:cubicBezTo>
                <a:cubicBezTo>
                  <a:pt x="1275870" y="290170"/>
                  <a:pt x="1270093" y="295948"/>
                  <a:pt x="1263058" y="295948"/>
                </a:cubicBezTo>
                <a:cubicBezTo>
                  <a:pt x="1255898" y="295948"/>
                  <a:pt x="1250119" y="290170"/>
                  <a:pt x="1250119" y="283136"/>
                </a:cubicBezTo>
                <a:cubicBezTo>
                  <a:pt x="1250119" y="275975"/>
                  <a:pt x="1255898" y="270197"/>
                  <a:pt x="1262933" y="270197"/>
                </a:cubicBezTo>
                <a:close/>
                <a:moveTo>
                  <a:pt x="976780" y="268061"/>
                </a:moveTo>
                <a:cubicBezTo>
                  <a:pt x="978413" y="268061"/>
                  <a:pt x="979669" y="269318"/>
                  <a:pt x="979669" y="270951"/>
                </a:cubicBezTo>
                <a:cubicBezTo>
                  <a:pt x="979669" y="272583"/>
                  <a:pt x="978413" y="273839"/>
                  <a:pt x="976780" y="273839"/>
                </a:cubicBezTo>
                <a:cubicBezTo>
                  <a:pt x="975146" y="273839"/>
                  <a:pt x="973891" y="272583"/>
                  <a:pt x="973891" y="270951"/>
                </a:cubicBezTo>
                <a:cubicBezTo>
                  <a:pt x="973891" y="269443"/>
                  <a:pt x="975146" y="268061"/>
                  <a:pt x="976780" y="268061"/>
                </a:cubicBezTo>
                <a:close/>
                <a:moveTo>
                  <a:pt x="2057698" y="266178"/>
                </a:moveTo>
                <a:cubicBezTo>
                  <a:pt x="2058201" y="266178"/>
                  <a:pt x="2058577" y="266555"/>
                  <a:pt x="2058577" y="267058"/>
                </a:cubicBezTo>
                <a:cubicBezTo>
                  <a:pt x="2058577" y="267561"/>
                  <a:pt x="2058201" y="267937"/>
                  <a:pt x="2057698" y="267937"/>
                </a:cubicBezTo>
                <a:cubicBezTo>
                  <a:pt x="2057196" y="267937"/>
                  <a:pt x="2056818" y="267561"/>
                  <a:pt x="2056818" y="267058"/>
                </a:cubicBezTo>
                <a:cubicBezTo>
                  <a:pt x="2056818" y="266555"/>
                  <a:pt x="2057196" y="266178"/>
                  <a:pt x="2057698" y="266178"/>
                </a:cubicBezTo>
                <a:close/>
                <a:moveTo>
                  <a:pt x="1687133" y="265549"/>
                </a:moveTo>
                <a:cubicBezTo>
                  <a:pt x="1688515" y="265549"/>
                  <a:pt x="1689645" y="266554"/>
                  <a:pt x="1689645" y="267936"/>
                </a:cubicBezTo>
                <a:cubicBezTo>
                  <a:pt x="1689645" y="269193"/>
                  <a:pt x="1688640" y="270323"/>
                  <a:pt x="1687259" y="270323"/>
                </a:cubicBezTo>
                <a:cubicBezTo>
                  <a:pt x="1686003" y="270323"/>
                  <a:pt x="1684872" y="269318"/>
                  <a:pt x="1684872" y="267936"/>
                </a:cubicBezTo>
                <a:cubicBezTo>
                  <a:pt x="1684872" y="266554"/>
                  <a:pt x="1686003" y="265424"/>
                  <a:pt x="1687133" y="265549"/>
                </a:cubicBezTo>
                <a:close/>
                <a:moveTo>
                  <a:pt x="595659" y="263414"/>
                </a:moveTo>
                <a:cubicBezTo>
                  <a:pt x="596288" y="263414"/>
                  <a:pt x="596790" y="263916"/>
                  <a:pt x="596790" y="264544"/>
                </a:cubicBezTo>
                <a:cubicBezTo>
                  <a:pt x="596790" y="265173"/>
                  <a:pt x="596288" y="265675"/>
                  <a:pt x="595659" y="265675"/>
                </a:cubicBezTo>
                <a:cubicBezTo>
                  <a:pt x="595032" y="265675"/>
                  <a:pt x="594530" y="265173"/>
                  <a:pt x="594530" y="264544"/>
                </a:cubicBezTo>
                <a:cubicBezTo>
                  <a:pt x="594404" y="264042"/>
                  <a:pt x="595032" y="263414"/>
                  <a:pt x="595659" y="263414"/>
                </a:cubicBezTo>
                <a:close/>
                <a:moveTo>
                  <a:pt x="781825" y="258767"/>
                </a:moveTo>
                <a:cubicBezTo>
                  <a:pt x="782452" y="258767"/>
                  <a:pt x="782956" y="259269"/>
                  <a:pt x="782956" y="259897"/>
                </a:cubicBezTo>
                <a:cubicBezTo>
                  <a:pt x="782956" y="260525"/>
                  <a:pt x="782452" y="261028"/>
                  <a:pt x="781825" y="261028"/>
                </a:cubicBezTo>
                <a:cubicBezTo>
                  <a:pt x="781197" y="261028"/>
                  <a:pt x="780695" y="260525"/>
                  <a:pt x="780695" y="259897"/>
                </a:cubicBezTo>
                <a:cubicBezTo>
                  <a:pt x="780695" y="259269"/>
                  <a:pt x="781197" y="258767"/>
                  <a:pt x="781825" y="258767"/>
                </a:cubicBezTo>
                <a:close/>
                <a:moveTo>
                  <a:pt x="1347093" y="256884"/>
                </a:moveTo>
                <a:cubicBezTo>
                  <a:pt x="1353877" y="256757"/>
                  <a:pt x="1359530" y="262411"/>
                  <a:pt x="1359530" y="269193"/>
                </a:cubicBezTo>
                <a:cubicBezTo>
                  <a:pt x="1359530" y="275977"/>
                  <a:pt x="1354003" y="281629"/>
                  <a:pt x="1347219" y="281629"/>
                </a:cubicBezTo>
                <a:cubicBezTo>
                  <a:pt x="1340436" y="281629"/>
                  <a:pt x="1334784" y="276102"/>
                  <a:pt x="1334784" y="269193"/>
                </a:cubicBezTo>
                <a:cubicBezTo>
                  <a:pt x="1334657" y="262284"/>
                  <a:pt x="1340184" y="256757"/>
                  <a:pt x="1347093" y="256884"/>
                </a:cubicBezTo>
                <a:close/>
                <a:moveTo>
                  <a:pt x="1602469" y="256253"/>
                </a:moveTo>
                <a:cubicBezTo>
                  <a:pt x="1604605" y="256253"/>
                  <a:pt x="1606237" y="258012"/>
                  <a:pt x="1606237" y="260022"/>
                </a:cubicBezTo>
                <a:cubicBezTo>
                  <a:pt x="1606237" y="262157"/>
                  <a:pt x="1604479" y="263790"/>
                  <a:pt x="1602469" y="263790"/>
                </a:cubicBezTo>
                <a:cubicBezTo>
                  <a:pt x="1600460" y="263790"/>
                  <a:pt x="1598700" y="262157"/>
                  <a:pt x="1598700" y="260022"/>
                </a:cubicBezTo>
                <a:cubicBezTo>
                  <a:pt x="1598700" y="257886"/>
                  <a:pt x="1600333" y="256253"/>
                  <a:pt x="1602469" y="256253"/>
                </a:cubicBezTo>
                <a:close/>
                <a:moveTo>
                  <a:pt x="1517176" y="250978"/>
                </a:moveTo>
                <a:cubicBezTo>
                  <a:pt x="1520818" y="250978"/>
                  <a:pt x="1523833" y="253993"/>
                  <a:pt x="1523833" y="257635"/>
                </a:cubicBezTo>
                <a:cubicBezTo>
                  <a:pt x="1523833" y="261278"/>
                  <a:pt x="1520818" y="264294"/>
                  <a:pt x="1517176" y="264294"/>
                </a:cubicBezTo>
                <a:cubicBezTo>
                  <a:pt x="1513533" y="264294"/>
                  <a:pt x="1510518" y="261278"/>
                  <a:pt x="1510518" y="257635"/>
                </a:cubicBezTo>
                <a:cubicBezTo>
                  <a:pt x="1510518" y="253867"/>
                  <a:pt x="1513533" y="250978"/>
                  <a:pt x="1517176" y="250978"/>
                </a:cubicBezTo>
                <a:close/>
                <a:moveTo>
                  <a:pt x="1431883" y="250351"/>
                </a:moveTo>
                <a:cubicBezTo>
                  <a:pt x="1437662" y="250225"/>
                  <a:pt x="1442310" y="254872"/>
                  <a:pt x="1442310" y="260650"/>
                </a:cubicBezTo>
                <a:cubicBezTo>
                  <a:pt x="1442436" y="266429"/>
                  <a:pt x="1437787" y="271076"/>
                  <a:pt x="1432010" y="271076"/>
                </a:cubicBezTo>
                <a:cubicBezTo>
                  <a:pt x="1426231" y="271076"/>
                  <a:pt x="1421583" y="266429"/>
                  <a:pt x="1421583" y="260650"/>
                </a:cubicBezTo>
                <a:cubicBezTo>
                  <a:pt x="1421583" y="254872"/>
                  <a:pt x="1426231" y="250225"/>
                  <a:pt x="1431883" y="250351"/>
                </a:cubicBezTo>
                <a:close/>
                <a:moveTo>
                  <a:pt x="1977807" y="236532"/>
                </a:moveTo>
                <a:cubicBezTo>
                  <a:pt x="1978310" y="236532"/>
                  <a:pt x="1978686" y="236909"/>
                  <a:pt x="1978686" y="237412"/>
                </a:cubicBezTo>
                <a:cubicBezTo>
                  <a:pt x="1978686" y="237915"/>
                  <a:pt x="1978310" y="238291"/>
                  <a:pt x="1977807" y="238291"/>
                </a:cubicBezTo>
                <a:cubicBezTo>
                  <a:pt x="1977305" y="238291"/>
                  <a:pt x="1976927" y="237915"/>
                  <a:pt x="1976927" y="237412"/>
                </a:cubicBezTo>
                <a:cubicBezTo>
                  <a:pt x="1976927" y="236909"/>
                  <a:pt x="1977305" y="236532"/>
                  <a:pt x="1977807" y="236532"/>
                </a:cubicBezTo>
                <a:close/>
                <a:moveTo>
                  <a:pt x="1056420" y="234398"/>
                </a:moveTo>
                <a:cubicBezTo>
                  <a:pt x="1059938" y="234398"/>
                  <a:pt x="1062827" y="237287"/>
                  <a:pt x="1062827" y="240804"/>
                </a:cubicBezTo>
                <a:cubicBezTo>
                  <a:pt x="1062827" y="244321"/>
                  <a:pt x="1059938" y="247209"/>
                  <a:pt x="1056420" y="247209"/>
                </a:cubicBezTo>
                <a:cubicBezTo>
                  <a:pt x="1052903" y="247209"/>
                  <a:pt x="1050014" y="244321"/>
                  <a:pt x="1050014" y="240804"/>
                </a:cubicBezTo>
                <a:cubicBezTo>
                  <a:pt x="1050014" y="237160"/>
                  <a:pt x="1052903" y="234273"/>
                  <a:pt x="1056420" y="234398"/>
                </a:cubicBezTo>
                <a:close/>
                <a:moveTo>
                  <a:pt x="857446" y="219073"/>
                </a:moveTo>
                <a:cubicBezTo>
                  <a:pt x="858199" y="219073"/>
                  <a:pt x="858827" y="219701"/>
                  <a:pt x="858827" y="220455"/>
                </a:cubicBezTo>
                <a:cubicBezTo>
                  <a:pt x="858954" y="221208"/>
                  <a:pt x="858324" y="221836"/>
                  <a:pt x="857571" y="221836"/>
                </a:cubicBezTo>
                <a:cubicBezTo>
                  <a:pt x="856817" y="221836"/>
                  <a:pt x="856189" y="221208"/>
                  <a:pt x="856189" y="220455"/>
                </a:cubicBezTo>
                <a:cubicBezTo>
                  <a:pt x="856063" y="219826"/>
                  <a:pt x="856691" y="219198"/>
                  <a:pt x="857446" y="219073"/>
                </a:cubicBezTo>
                <a:close/>
                <a:moveTo>
                  <a:pt x="1896282" y="211284"/>
                </a:moveTo>
                <a:cubicBezTo>
                  <a:pt x="1897035" y="211284"/>
                  <a:pt x="1897665" y="211786"/>
                  <a:pt x="1897665" y="212540"/>
                </a:cubicBezTo>
                <a:cubicBezTo>
                  <a:pt x="1897665" y="213293"/>
                  <a:pt x="1897035" y="213921"/>
                  <a:pt x="1896282" y="213921"/>
                </a:cubicBezTo>
                <a:cubicBezTo>
                  <a:pt x="1895528" y="213921"/>
                  <a:pt x="1894900" y="213293"/>
                  <a:pt x="1894900" y="212540"/>
                </a:cubicBezTo>
                <a:cubicBezTo>
                  <a:pt x="1894900" y="211786"/>
                  <a:pt x="1895403" y="211158"/>
                  <a:pt x="1896282" y="211284"/>
                </a:cubicBezTo>
                <a:close/>
                <a:moveTo>
                  <a:pt x="1137822" y="204375"/>
                </a:moveTo>
                <a:cubicBezTo>
                  <a:pt x="1143725" y="204375"/>
                  <a:pt x="1148625" y="209148"/>
                  <a:pt x="1148625" y="215177"/>
                </a:cubicBezTo>
                <a:cubicBezTo>
                  <a:pt x="1148625" y="221208"/>
                  <a:pt x="1143850" y="226106"/>
                  <a:pt x="1137822" y="226106"/>
                </a:cubicBezTo>
                <a:cubicBezTo>
                  <a:pt x="1131917" y="226106"/>
                  <a:pt x="1127018" y="221333"/>
                  <a:pt x="1127018" y="215304"/>
                </a:cubicBezTo>
                <a:cubicBezTo>
                  <a:pt x="1127018" y="209399"/>
                  <a:pt x="1131791" y="204500"/>
                  <a:pt x="1137822" y="204375"/>
                </a:cubicBezTo>
                <a:close/>
                <a:moveTo>
                  <a:pt x="1813251" y="190684"/>
                </a:moveTo>
                <a:cubicBezTo>
                  <a:pt x="1814381" y="190684"/>
                  <a:pt x="1815261" y="191564"/>
                  <a:pt x="1815261" y="192694"/>
                </a:cubicBezTo>
                <a:cubicBezTo>
                  <a:pt x="1815261" y="193824"/>
                  <a:pt x="1814381" y="194704"/>
                  <a:pt x="1813251" y="194704"/>
                </a:cubicBezTo>
                <a:cubicBezTo>
                  <a:pt x="1812121" y="194704"/>
                  <a:pt x="1811241" y="193824"/>
                  <a:pt x="1811241" y="192694"/>
                </a:cubicBezTo>
                <a:cubicBezTo>
                  <a:pt x="1811241" y="191564"/>
                  <a:pt x="1812246" y="190684"/>
                  <a:pt x="1813251" y="190684"/>
                </a:cubicBezTo>
                <a:close/>
                <a:moveTo>
                  <a:pt x="935201" y="183900"/>
                </a:moveTo>
                <a:cubicBezTo>
                  <a:pt x="935829" y="183900"/>
                  <a:pt x="936456" y="184528"/>
                  <a:pt x="936456" y="185282"/>
                </a:cubicBezTo>
                <a:cubicBezTo>
                  <a:pt x="936582" y="186035"/>
                  <a:pt x="935954" y="186663"/>
                  <a:pt x="935201" y="186663"/>
                </a:cubicBezTo>
                <a:cubicBezTo>
                  <a:pt x="934447" y="186663"/>
                  <a:pt x="933820" y="186161"/>
                  <a:pt x="933820" y="185408"/>
                </a:cubicBezTo>
                <a:cubicBezTo>
                  <a:pt x="933820" y="184653"/>
                  <a:pt x="934447" y="184025"/>
                  <a:pt x="935201" y="183900"/>
                </a:cubicBezTo>
                <a:close/>
                <a:moveTo>
                  <a:pt x="1220598" y="181889"/>
                </a:moveTo>
                <a:cubicBezTo>
                  <a:pt x="1227760" y="181889"/>
                  <a:pt x="1233537" y="187542"/>
                  <a:pt x="1233537" y="194702"/>
                </a:cubicBezTo>
                <a:cubicBezTo>
                  <a:pt x="1233537" y="201862"/>
                  <a:pt x="1227760" y="207640"/>
                  <a:pt x="1220725" y="207640"/>
                </a:cubicBezTo>
                <a:cubicBezTo>
                  <a:pt x="1213564" y="207640"/>
                  <a:pt x="1207786" y="201862"/>
                  <a:pt x="1207786" y="194828"/>
                </a:cubicBezTo>
                <a:cubicBezTo>
                  <a:pt x="1207786" y="187794"/>
                  <a:pt x="1213564" y="182015"/>
                  <a:pt x="1220598" y="181889"/>
                </a:cubicBezTo>
                <a:close/>
                <a:moveTo>
                  <a:pt x="1729341" y="176865"/>
                </a:moveTo>
                <a:cubicBezTo>
                  <a:pt x="1729844" y="176865"/>
                  <a:pt x="1730220" y="177242"/>
                  <a:pt x="1730220" y="177745"/>
                </a:cubicBezTo>
                <a:cubicBezTo>
                  <a:pt x="1730220" y="178248"/>
                  <a:pt x="1729844" y="178625"/>
                  <a:pt x="1729341" y="178625"/>
                </a:cubicBezTo>
                <a:cubicBezTo>
                  <a:pt x="1728839" y="178625"/>
                  <a:pt x="1728461" y="178248"/>
                  <a:pt x="1728461" y="177745"/>
                </a:cubicBezTo>
                <a:cubicBezTo>
                  <a:pt x="1728461" y="177242"/>
                  <a:pt x="1728839" y="176865"/>
                  <a:pt x="1729341" y="176865"/>
                </a:cubicBezTo>
                <a:close/>
                <a:moveTo>
                  <a:pt x="1304509" y="169956"/>
                </a:moveTo>
                <a:cubicBezTo>
                  <a:pt x="1309661" y="169956"/>
                  <a:pt x="1313806" y="174101"/>
                  <a:pt x="1313806" y="179253"/>
                </a:cubicBezTo>
                <a:cubicBezTo>
                  <a:pt x="1313806" y="184402"/>
                  <a:pt x="1309661" y="188547"/>
                  <a:pt x="1304509" y="188547"/>
                </a:cubicBezTo>
                <a:cubicBezTo>
                  <a:pt x="1299359" y="188547"/>
                  <a:pt x="1295214" y="184402"/>
                  <a:pt x="1295214" y="179253"/>
                </a:cubicBezTo>
                <a:cubicBezTo>
                  <a:pt x="1295214" y="174101"/>
                  <a:pt x="1299359" y="169956"/>
                  <a:pt x="1304509" y="169956"/>
                </a:cubicBezTo>
                <a:close/>
                <a:moveTo>
                  <a:pt x="1644550" y="165435"/>
                </a:moveTo>
                <a:cubicBezTo>
                  <a:pt x="1645806" y="165435"/>
                  <a:pt x="1646938" y="166440"/>
                  <a:pt x="1646938" y="167822"/>
                </a:cubicBezTo>
                <a:cubicBezTo>
                  <a:pt x="1646938" y="169078"/>
                  <a:pt x="1645933" y="170209"/>
                  <a:pt x="1644550" y="170209"/>
                </a:cubicBezTo>
                <a:cubicBezTo>
                  <a:pt x="1643294" y="170209"/>
                  <a:pt x="1642163" y="169204"/>
                  <a:pt x="1642163" y="167822"/>
                </a:cubicBezTo>
                <a:cubicBezTo>
                  <a:pt x="1642163" y="166440"/>
                  <a:pt x="1643294" y="165435"/>
                  <a:pt x="1644550" y="165435"/>
                </a:cubicBezTo>
                <a:close/>
                <a:moveTo>
                  <a:pt x="1389050" y="160788"/>
                </a:moveTo>
                <a:cubicBezTo>
                  <a:pt x="1393447" y="160788"/>
                  <a:pt x="1397090" y="164306"/>
                  <a:pt x="1397090" y="168703"/>
                </a:cubicBezTo>
                <a:cubicBezTo>
                  <a:pt x="1397090" y="173098"/>
                  <a:pt x="1393572" y="176743"/>
                  <a:pt x="1389175" y="176743"/>
                </a:cubicBezTo>
                <a:cubicBezTo>
                  <a:pt x="1384778" y="176743"/>
                  <a:pt x="1381135" y="173225"/>
                  <a:pt x="1381135" y="168828"/>
                </a:cubicBezTo>
                <a:cubicBezTo>
                  <a:pt x="1381135" y="164431"/>
                  <a:pt x="1384653" y="160788"/>
                  <a:pt x="1389050" y="160788"/>
                </a:cubicBezTo>
                <a:close/>
                <a:moveTo>
                  <a:pt x="1559509" y="158275"/>
                </a:moveTo>
                <a:cubicBezTo>
                  <a:pt x="1562272" y="158150"/>
                  <a:pt x="1564407" y="160410"/>
                  <a:pt x="1564407" y="163048"/>
                </a:cubicBezTo>
                <a:cubicBezTo>
                  <a:pt x="1564407" y="165812"/>
                  <a:pt x="1562272" y="167947"/>
                  <a:pt x="1559509" y="167947"/>
                </a:cubicBezTo>
                <a:cubicBezTo>
                  <a:pt x="1556745" y="167947"/>
                  <a:pt x="1554610" y="165687"/>
                  <a:pt x="1554610" y="163048"/>
                </a:cubicBezTo>
                <a:cubicBezTo>
                  <a:pt x="1554610" y="160410"/>
                  <a:pt x="1556745" y="158150"/>
                  <a:pt x="1559509" y="158275"/>
                </a:cubicBezTo>
                <a:close/>
                <a:moveTo>
                  <a:pt x="1474215" y="155385"/>
                </a:moveTo>
                <a:cubicBezTo>
                  <a:pt x="1478612" y="155385"/>
                  <a:pt x="1482254" y="158902"/>
                  <a:pt x="1482254" y="163300"/>
                </a:cubicBezTo>
                <a:cubicBezTo>
                  <a:pt x="1482254" y="167697"/>
                  <a:pt x="1478737" y="171339"/>
                  <a:pt x="1474340" y="171339"/>
                </a:cubicBezTo>
                <a:cubicBezTo>
                  <a:pt x="1469945" y="171339"/>
                  <a:pt x="1466301" y="167822"/>
                  <a:pt x="1466301" y="163425"/>
                </a:cubicBezTo>
                <a:cubicBezTo>
                  <a:pt x="1466176" y="159028"/>
                  <a:pt x="1469818" y="155385"/>
                  <a:pt x="1474215" y="155385"/>
                </a:cubicBezTo>
                <a:close/>
                <a:moveTo>
                  <a:pt x="1014716" y="151115"/>
                </a:moveTo>
                <a:cubicBezTo>
                  <a:pt x="1016600" y="151115"/>
                  <a:pt x="1018233" y="152622"/>
                  <a:pt x="1018233" y="154632"/>
                </a:cubicBezTo>
                <a:cubicBezTo>
                  <a:pt x="1018233" y="156517"/>
                  <a:pt x="1016600" y="158149"/>
                  <a:pt x="1014716" y="158149"/>
                </a:cubicBezTo>
                <a:cubicBezTo>
                  <a:pt x="1012831" y="158149"/>
                  <a:pt x="1011199" y="156642"/>
                  <a:pt x="1011199" y="154632"/>
                </a:cubicBezTo>
                <a:cubicBezTo>
                  <a:pt x="1011199" y="152748"/>
                  <a:pt x="1012706" y="151115"/>
                  <a:pt x="1014716" y="151115"/>
                </a:cubicBezTo>
                <a:close/>
                <a:moveTo>
                  <a:pt x="1095862" y="124986"/>
                </a:moveTo>
                <a:cubicBezTo>
                  <a:pt x="1097746" y="124986"/>
                  <a:pt x="1099379" y="126494"/>
                  <a:pt x="1099379" y="128503"/>
                </a:cubicBezTo>
                <a:cubicBezTo>
                  <a:pt x="1099379" y="130387"/>
                  <a:pt x="1097746" y="132020"/>
                  <a:pt x="1095862" y="132020"/>
                </a:cubicBezTo>
                <a:cubicBezTo>
                  <a:pt x="1093977" y="132020"/>
                  <a:pt x="1092345" y="130513"/>
                  <a:pt x="1092345" y="128503"/>
                </a:cubicBezTo>
                <a:cubicBezTo>
                  <a:pt x="1092345" y="126494"/>
                  <a:pt x="1093852" y="124986"/>
                  <a:pt x="1095862" y="124986"/>
                </a:cubicBezTo>
                <a:close/>
                <a:moveTo>
                  <a:pt x="1854956" y="103507"/>
                </a:moveTo>
                <a:cubicBezTo>
                  <a:pt x="1855442" y="103507"/>
                  <a:pt x="1855837" y="103902"/>
                  <a:pt x="1855837" y="104387"/>
                </a:cubicBezTo>
                <a:cubicBezTo>
                  <a:pt x="1855837" y="104873"/>
                  <a:pt x="1855442" y="105268"/>
                  <a:pt x="1854956" y="105268"/>
                </a:cubicBezTo>
                <a:cubicBezTo>
                  <a:pt x="1854469" y="105268"/>
                  <a:pt x="1854076" y="104873"/>
                  <a:pt x="1854076" y="104387"/>
                </a:cubicBezTo>
                <a:cubicBezTo>
                  <a:pt x="1854076" y="103902"/>
                  <a:pt x="1854469" y="103507"/>
                  <a:pt x="1854956" y="103507"/>
                </a:cubicBezTo>
                <a:close/>
                <a:moveTo>
                  <a:pt x="1178391" y="100240"/>
                </a:moveTo>
                <a:cubicBezTo>
                  <a:pt x="1182034" y="100240"/>
                  <a:pt x="1185049" y="103255"/>
                  <a:pt x="1185049" y="106898"/>
                </a:cubicBezTo>
                <a:cubicBezTo>
                  <a:pt x="1185049" y="110542"/>
                  <a:pt x="1182034" y="113555"/>
                  <a:pt x="1178391" y="113555"/>
                </a:cubicBezTo>
                <a:cubicBezTo>
                  <a:pt x="1174749" y="113555"/>
                  <a:pt x="1171734" y="110542"/>
                  <a:pt x="1171734" y="106898"/>
                </a:cubicBezTo>
                <a:cubicBezTo>
                  <a:pt x="1171734" y="103255"/>
                  <a:pt x="1174623" y="100240"/>
                  <a:pt x="1178391" y="100240"/>
                </a:cubicBezTo>
                <a:close/>
                <a:moveTo>
                  <a:pt x="893493" y="99110"/>
                </a:moveTo>
                <a:cubicBezTo>
                  <a:pt x="893870" y="99110"/>
                  <a:pt x="894121" y="99360"/>
                  <a:pt x="894121" y="99738"/>
                </a:cubicBezTo>
                <a:cubicBezTo>
                  <a:pt x="894121" y="100114"/>
                  <a:pt x="893870" y="100365"/>
                  <a:pt x="893493" y="100365"/>
                </a:cubicBezTo>
                <a:cubicBezTo>
                  <a:pt x="893116" y="100365"/>
                  <a:pt x="892866" y="100114"/>
                  <a:pt x="892866" y="99738"/>
                </a:cubicBezTo>
                <a:cubicBezTo>
                  <a:pt x="892866" y="99487"/>
                  <a:pt x="893243" y="99110"/>
                  <a:pt x="893493" y="99110"/>
                </a:cubicBezTo>
                <a:close/>
                <a:moveTo>
                  <a:pt x="1771168" y="87552"/>
                </a:moveTo>
                <a:cubicBezTo>
                  <a:pt x="1771545" y="87552"/>
                  <a:pt x="1771797" y="87804"/>
                  <a:pt x="1771797" y="88181"/>
                </a:cubicBezTo>
                <a:cubicBezTo>
                  <a:pt x="1771797" y="88557"/>
                  <a:pt x="1771545" y="88809"/>
                  <a:pt x="1771168" y="88809"/>
                </a:cubicBezTo>
                <a:cubicBezTo>
                  <a:pt x="1770792" y="88809"/>
                  <a:pt x="1770540" y="88557"/>
                  <a:pt x="1770540" y="88181"/>
                </a:cubicBezTo>
                <a:cubicBezTo>
                  <a:pt x="1770540" y="87679"/>
                  <a:pt x="1770792" y="87426"/>
                  <a:pt x="1771168" y="87552"/>
                </a:cubicBezTo>
                <a:close/>
                <a:moveTo>
                  <a:pt x="1261926" y="86799"/>
                </a:moveTo>
                <a:cubicBezTo>
                  <a:pt x="1263685" y="86799"/>
                  <a:pt x="1265068" y="88181"/>
                  <a:pt x="1265068" y="89939"/>
                </a:cubicBezTo>
                <a:cubicBezTo>
                  <a:pt x="1265068" y="91699"/>
                  <a:pt x="1263685" y="93080"/>
                  <a:pt x="1261926" y="93080"/>
                </a:cubicBezTo>
                <a:cubicBezTo>
                  <a:pt x="1260168" y="93080"/>
                  <a:pt x="1258786" y="91699"/>
                  <a:pt x="1258786" y="89939"/>
                </a:cubicBezTo>
                <a:cubicBezTo>
                  <a:pt x="1258786" y="88306"/>
                  <a:pt x="1260168" y="86799"/>
                  <a:pt x="1261926" y="86799"/>
                </a:cubicBezTo>
                <a:close/>
                <a:moveTo>
                  <a:pt x="1686755" y="75870"/>
                </a:moveTo>
                <a:cubicBezTo>
                  <a:pt x="1687132" y="75870"/>
                  <a:pt x="1687384" y="76121"/>
                  <a:pt x="1687384" y="76498"/>
                </a:cubicBezTo>
                <a:cubicBezTo>
                  <a:pt x="1687384" y="76874"/>
                  <a:pt x="1687132" y="77125"/>
                  <a:pt x="1686755" y="77125"/>
                </a:cubicBezTo>
                <a:cubicBezTo>
                  <a:pt x="1686379" y="77125"/>
                  <a:pt x="1686127" y="76874"/>
                  <a:pt x="1686127" y="76498"/>
                </a:cubicBezTo>
                <a:cubicBezTo>
                  <a:pt x="1686127" y="76121"/>
                  <a:pt x="1686379" y="75870"/>
                  <a:pt x="1686755" y="75870"/>
                </a:cubicBezTo>
                <a:close/>
                <a:moveTo>
                  <a:pt x="1346339" y="73987"/>
                </a:moveTo>
                <a:cubicBezTo>
                  <a:pt x="1348475" y="73987"/>
                  <a:pt x="1350107" y="75746"/>
                  <a:pt x="1350107" y="77756"/>
                </a:cubicBezTo>
                <a:cubicBezTo>
                  <a:pt x="1350107" y="79892"/>
                  <a:pt x="1348348" y="81524"/>
                  <a:pt x="1346339" y="81524"/>
                </a:cubicBezTo>
                <a:cubicBezTo>
                  <a:pt x="1344328" y="81524"/>
                  <a:pt x="1342570" y="79766"/>
                  <a:pt x="1342570" y="77756"/>
                </a:cubicBezTo>
                <a:cubicBezTo>
                  <a:pt x="1342570" y="75620"/>
                  <a:pt x="1344203" y="73987"/>
                  <a:pt x="1346339" y="73987"/>
                </a:cubicBezTo>
                <a:close/>
                <a:moveTo>
                  <a:pt x="1601840" y="68208"/>
                </a:moveTo>
                <a:cubicBezTo>
                  <a:pt x="1602593" y="68083"/>
                  <a:pt x="1603221" y="68710"/>
                  <a:pt x="1603221" y="69465"/>
                </a:cubicBezTo>
                <a:cubicBezTo>
                  <a:pt x="1603221" y="70217"/>
                  <a:pt x="1602593" y="70845"/>
                  <a:pt x="1601840" y="70845"/>
                </a:cubicBezTo>
                <a:cubicBezTo>
                  <a:pt x="1601086" y="70972"/>
                  <a:pt x="1600458" y="70343"/>
                  <a:pt x="1600458" y="69590"/>
                </a:cubicBezTo>
                <a:cubicBezTo>
                  <a:pt x="1600458" y="68962"/>
                  <a:pt x="1600961" y="68333"/>
                  <a:pt x="1601840" y="68208"/>
                </a:cubicBezTo>
                <a:close/>
                <a:moveTo>
                  <a:pt x="972881" y="67832"/>
                </a:moveTo>
                <a:cubicBezTo>
                  <a:pt x="973384" y="67832"/>
                  <a:pt x="973760" y="68209"/>
                  <a:pt x="973760" y="68712"/>
                </a:cubicBezTo>
                <a:cubicBezTo>
                  <a:pt x="973760" y="69215"/>
                  <a:pt x="973384" y="69591"/>
                  <a:pt x="972881" y="69591"/>
                </a:cubicBezTo>
                <a:cubicBezTo>
                  <a:pt x="972378" y="69591"/>
                  <a:pt x="972001" y="69215"/>
                  <a:pt x="972001" y="68712"/>
                </a:cubicBezTo>
                <a:cubicBezTo>
                  <a:pt x="972126" y="68209"/>
                  <a:pt x="972504" y="67832"/>
                  <a:pt x="972881" y="67832"/>
                </a:cubicBezTo>
                <a:close/>
                <a:moveTo>
                  <a:pt x="1431254" y="66701"/>
                </a:moveTo>
                <a:cubicBezTo>
                  <a:pt x="1433139" y="66701"/>
                  <a:pt x="1434772" y="68208"/>
                  <a:pt x="1434772" y="70218"/>
                </a:cubicBezTo>
                <a:cubicBezTo>
                  <a:pt x="1434772" y="72103"/>
                  <a:pt x="1433264" y="73735"/>
                  <a:pt x="1431254" y="73735"/>
                </a:cubicBezTo>
                <a:cubicBezTo>
                  <a:pt x="1429370" y="73735"/>
                  <a:pt x="1427737" y="72228"/>
                  <a:pt x="1427737" y="70218"/>
                </a:cubicBezTo>
                <a:cubicBezTo>
                  <a:pt x="1427737" y="68334"/>
                  <a:pt x="1429370" y="66701"/>
                  <a:pt x="1431254" y="66701"/>
                </a:cubicBezTo>
                <a:close/>
                <a:moveTo>
                  <a:pt x="1516423" y="65193"/>
                </a:moveTo>
                <a:cubicBezTo>
                  <a:pt x="1517678" y="65193"/>
                  <a:pt x="1518809" y="66198"/>
                  <a:pt x="1518809" y="67580"/>
                </a:cubicBezTo>
                <a:cubicBezTo>
                  <a:pt x="1518935" y="68961"/>
                  <a:pt x="1517805" y="70093"/>
                  <a:pt x="1516423" y="70093"/>
                </a:cubicBezTo>
                <a:cubicBezTo>
                  <a:pt x="1515166" y="70093"/>
                  <a:pt x="1514036" y="68961"/>
                  <a:pt x="1514036" y="67580"/>
                </a:cubicBezTo>
                <a:cubicBezTo>
                  <a:pt x="1514036" y="66198"/>
                  <a:pt x="1515166" y="65193"/>
                  <a:pt x="1516423" y="65193"/>
                </a:cubicBezTo>
                <a:close/>
                <a:moveTo>
                  <a:pt x="1053902" y="40448"/>
                </a:moveTo>
                <a:cubicBezTo>
                  <a:pt x="1054655" y="40448"/>
                  <a:pt x="1055284" y="41076"/>
                  <a:pt x="1055284" y="41830"/>
                </a:cubicBezTo>
                <a:cubicBezTo>
                  <a:pt x="1055284" y="42583"/>
                  <a:pt x="1054655" y="43212"/>
                  <a:pt x="1053902" y="43212"/>
                </a:cubicBezTo>
                <a:cubicBezTo>
                  <a:pt x="1053148" y="43212"/>
                  <a:pt x="1052520" y="42583"/>
                  <a:pt x="1052520" y="41830"/>
                </a:cubicBezTo>
                <a:cubicBezTo>
                  <a:pt x="1052520" y="41076"/>
                  <a:pt x="1053148" y="40573"/>
                  <a:pt x="1053902" y="40448"/>
                </a:cubicBezTo>
                <a:close/>
                <a:moveTo>
                  <a:pt x="1136181" y="16957"/>
                </a:moveTo>
                <a:cubicBezTo>
                  <a:pt x="1137437" y="16957"/>
                  <a:pt x="1138442" y="17962"/>
                  <a:pt x="1138442" y="19217"/>
                </a:cubicBezTo>
                <a:cubicBezTo>
                  <a:pt x="1138442" y="20474"/>
                  <a:pt x="1137437" y="21479"/>
                  <a:pt x="1136181" y="21479"/>
                </a:cubicBezTo>
                <a:cubicBezTo>
                  <a:pt x="1134925" y="21479"/>
                  <a:pt x="1133920" y="20599"/>
                  <a:pt x="1133920" y="19344"/>
                </a:cubicBezTo>
                <a:cubicBezTo>
                  <a:pt x="1133920" y="18087"/>
                  <a:pt x="1134925" y="17082"/>
                  <a:pt x="1136181" y="16957"/>
                </a:cubicBezTo>
                <a:close/>
                <a:moveTo>
                  <a:pt x="1219461" y="0"/>
                </a:moveTo>
                <a:cubicBezTo>
                  <a:pt x="1220089" y="0"/>
                  <a:pt x="1220593" y="502"/>
                  <a:pt x="1220593" y="1130"/>
                </a:cubicBezTo>
                <a:cubicBezTo>
                  <a:pt x="1220593" y="1759"/>
                  <a:pt x="1220089" y="2261"/>
                  <a:pt x="1219461" y="2261"/>
                </a:cubicBezTo>
                <a:cubicBezTo>
                  <a:pt x="1218834" y="2261"/>
                  <a:pt x="1218331" y="1759"/>
                  <a:pt x="1218331" y="1130"/>
                </a:cubicBezTo>
                <a:cubicBezTo>
                  <a:pt x="1218331" y="502"/>
                  <a:pt x="1218834" y="0"/>
                  <a:pt x="1219461" y="0"/>
                </a:cubicBezTo>
                <a:close/>
              </a:path>
            </a:pathLst>
          </a:custGeom>
          <a:gradFill flip="none" rotWithShape="1">
            <a:gsLst>
              <a:gs pos="74000">
                <a:schemeClr val="accent1">
                  <a:lumMod val="100000"/>
                </a:schemeClr>
              </a:gs>
              <a:gs pos="27000">
                <a:schemeClr val="accent1">
                  <a:lumMod val="100000"/>
                  <a:alpha val="0"/>
                </a:schemeClr>
              </a:gs>
            </a:gsLst>
            <a:path path="shape">
              <a:fillToRect l="50000" t="50000" r="50000" b="50000"/>
            </a:path>
            <a:tileRect/>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椭圆 75">
            <a:extLst>
              <a:ext uri="{FF2B5EF4-FFF2-40B4-BE49-F238E27FC236}">
                <a16:creationId xmlns:a16="http://schemas.microsoft.com/office/drawing/2014/main" id="{160F5DDA-1F9D-12CE-3DAD-E2A26E50F2DB}"/>
              </a:ext>
            </a:extLst>
          </p:cNvPr>
          <p:cNvSpPr/>
          <p:nvPr/>
        </p:nvSpPr>
        <p:spPr>
          <a:xfrm>
            <a:off x="4067041" y="2123415"/>
            <a:ext cx="4057918" cy="4057918"/>
          </a:xfrm>
          <a:prstGeom prst="ellipse">
            <a:avLst/>
          </a:prstGeom>
          <a:gradFill flip="none" rotWithShape="1">
            <a:gsLst>
              <a:gs pos="0">
                <a:schemeClr val="accent1">
                  <a:lumMod val="100000"/>
                </a:schemeClr>
              </a:gs>
              <a:gs pos="89000">
                <a:schemeClr val="accent1">
                  <a:alpha val="0"/>
                </a:schemeClr>
              </a:gs>
            </a:gsLst>
            <a:path path="shape">
              <a:fillToRect l="50000" t="50000" r="50000" b="50000"/>
            </a:path>
            <a:tileRect/>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Freeform 5">
            <a:extLst>
              <a:ext uri="{FF2B5EF4-FFF2-40B4-BE49-F238E27FC236}">
                <a16:creationId xmlns:a16="http://schemas.microsoft.com/office/drawing/2014/main" id="{03DD34E8-A598-298D-567F-B47306F8105A}"/>
              </a:ext>
            </a:extLst>
          </p:cNvPr>
          <p:cNvSpPr>
            <a:spLocks/>
          </p:cNvSpPr>
          <p:nvPr/>
        </p:nvSpPr>
        <p:spPr bwMode="auto">
          <a:xfrm>
            <a:off x="3102199" y="2508264"/>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椭圆 74">
            <a:extLst>
              <a:ext uri="{FF2B5EF4-FFF2-40B4-BE49-F238E27FC236}">
                <a16:creationId xmlns:a16="http://schemas.microsoft.com/office/drawing/2014/main" id="{CF31A827-87A6-19D6-8D1E-2585E3D310D1}"/>
              </a:ext>
            </a:extLst>
          </p:cNvPr>
          <p:cNvSpPr/>
          <p:nvPr/>
        </p:nvSpPr>
        <p:spPr>
          <a:xfrm>
            <a:off x="5104676" y="3161050"/>
            <a:ext cx="1982648" cy="198264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19050">
            <a:solidFill>
              <a:schemeClr val="bg1">
                <a:lumMod val="95000"/>
                <a:alpha val="48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Freeform 5">
            <a:extLst>
              <a:ext uri="{FF2B5EF4-FFF2-40B4-BE49-F238E27FC236}">
                <a16:creationId xmlns:a16="http://schemas.microsoft.com/office/drawing/2014/main" id="{9FC46608-3AEC-9C97-B229-7B2EE6A0A790}"/>
              </a:ext>
            </a:extLst>
          </p:cNvPr>
          <p:cNvSpPr>
            <a:spLocks/>
          </p:cNvSpPr>
          <p:nvPr/>
        </p:nvSpPr>
        <p:spPr bwMode="auto">
          <a:xfrm>
            <a:off x="3102199" y="3823209"/>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Freeform 5">
            <a:extLst>
              <a:ext uri="{FF2B5EF4-FFF2-40B4-BE49-F238E27FC236}">
                <a16:creationId xmlns:a16="http://schemas.microsoft.com/office/drawing/2014/main" id="{36C345CD-19EE-0E69-C370-F86E04BA8A7D}"/>
              </a:ext>
            </a:extLst>
          </p:cNvPr>
          <p:cNvSpPr>
            <a:spLocks/>
          </p:cNvSpPr>
          <p:nvPr/>
        </p:nvSpPr>
        <p:spPr bwMode="auto">
          <a:xfrm>
            <a:off x="3102199" y="5143697"/>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Freeform 5">
            <a:extLst>
              <a:ext uri="{FF2B5EF4-FFF2-40B4-BE49-F238E27FC236}">
                <a16:creationId xmlns:a16="http://schemas.microsoft.com/office/drawing/2014/main" id="{BEA63513-6513-79ED-DA69-1A5BC816D9D6}"/>
              </a:ext>
            </a:extLst>
          </p:cNvPr>
          <p:cNvSpPr>
            <a:spLocks/>
          </p:cNvSpPr>
          <p:nvPr/>
        </p:nvSpPr>
        <p:spPr bwMode="auto">
          <a:xfrm>
            <a:off x="8517779" y="2508264"/>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Freeform 5">
            <a:extLst>
              <a:ext uri="{FF2B5EF4-FFF2-40B4-BE49-F238E27FC236}">
                <a16:creationId xmlns:a16="http://schemas.microsoft.com/office/drawing/2014/main" id="{04CFC9DB-B623-3E33-E74B-1CF0355DE6D7}"/>
              </a:ext>
            </a:extLst>
          </p:cNvPr>
          <p:cNvSpPr>
            <a:spLocks/>
          </p:cNvSpPr>
          <p:nvPr/>
        </p:nvSpPr>
        <p:spPr bwMode="auto">
          <a:xfrm>
            <a:off x="8517779" y="3823209"/>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Freeform 5">
            <a:extLst>
              <a:ext uri="{FF2B5EF4-FFF2-40B4-BE49-F238E27FC236}">
                <a16:creationId xmlns:a16="http://schemas.microsoft.com/office/drawing/2014/main" id="{C37695D5-77CF-C4CD-13E2-94C69666493D}"/>
              </a:ext>
            </a:extLst>
          </p:cNvPr>
          <p:cNvSpPr>
            <a:spLocks/>
          </p:cNvSpPr>
          <p:nvPr/>
        </p:nvSpPr>
        <p:spPr bwMode="auto">
          <a:xfrm>
            <a:off x="8517779" y="5143697"/>
            <a:ext cx="575990" cy="58477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稿定-9">
            <a:extLst>
              <a:ext uri="{FF2B5EF4-FFF2-40B4-BE49-F238E27FC236}">
                <a16:creationId xmlns:a16="http://schemas.microsoft.com/office/drawing/2014/main" id="{DAE3793E-9092-F62E-2CE1-6A624B5F248A}"/>
              </a:ext>
            </a:extLst>
          </p:cNvPr>
          <p:cNvSpPr/>
          <p:nvPr/>
        </p:nvSpPr>
        <p:spPr>
          <a:xfrm flipH="1">
            <a:off x="9276199" y="2465601"/>
            <a:ext cx="971857" cy="28527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步步高升</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6" name="稿定-31">
            <a:extLst>
              <a:ext uri="{FF2B5EF4-FFF2-40B4-BE49-F238E27FC236}">
                <a16:creationId xmlns:a16="http://schemas.microsoft.com/office/drawing/2014/main" id="{9AD2F130-2BB0-EF83-8770-23B1C9A144EE}"/>
              </a:ext>
            </a:extLst>
          </p:cNvPr>
          <p:cNvSpPr/>
          <p:nvPr/>
        </p:nvSpPr>
        <p:spPr>
          <a:xfrm flipH="1">
            <a:off x="9276198" y="2736112"/>
            <a:ext cx="1592906"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稿定-9">
            <a:extLst>
              <a:ext uri="{FF2B5EF4-FFF2-40B4-BE49-F238E27FC236}">
                <a16:creationId xmlns:a16="http://schemas.microsoft.com/office/drawing/2014/main" id="{D12516C5-D2E2-B89B-8E66-6EE1A3D19B2F}"/>
              </a:ext>
            </a:extLst>
          </p:cNvPr>
          <p:cNvSpPr/>
          <p:nvPr/>
        </p:nvSpPr>
        <p:spPr>
          <a:xfrm flipH="1">
            <a:off x="9276199" y="3823981"/>
            <a:ext cx="971857" cy="28527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福星高照</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8" name="稿定-31">
            <a:extLst>
              <a:ext uri="{FF2B5EF4-FFF2-40B4-BE49-F238E27FC236}">
                <a16:creationId xmlns:a16="http://schemas.microsoft.com/office/drawing/2014/main" id="{CC2BFD35-3C02-1646-86C1-5E5491DDBE24}"/>
              </a:ext>
            </a:extLst>
          </p:cNvPr>
          <p:cNvSpPr/>
          <p:nvPr/>
        </p:nvSpPr>
        <p:spPr>
          <a:xfrm flipH="1">
            <a:off x="9276198" y="4094492"/>
            <a:ext cx="1592906"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稿定-9">
            <a:extLst>
              <a:ext uri="{FF2B5EF4-FFF2-40B4-BE49-F238E27FC236}">
                <a16:creationId xmlns:a16="http://schemas.microsoft.com/office/drawing/2014/main" id="{83024236-A5AD-02FC-5EED-4EB3E26D3E18}"/>
              </a:ext>
            </a:extLst>
          </p:cNvPr>
          <p:cNvSpPr/>
          <p:nvPr/>
        </p:nvSpPr>
        <p:spPr>
          <a:xfrm flipH="1">
            <a:off x="9276199" y="5101034"/>
            <a:ext cx="971857" cy="28527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旗开得胜</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0" name="稿定-31">
            <a:extLst>
              <a:ext uri="{FF2B5EF4-FFF2-40B4-BE49-F238E27FC236}">
                <a16:creationId xmlns:a16="http://schemas.microsoft.com/office/drawing/2014/main" id="{6B1B7B28-E5F6-B498-9EA0-BD2CE3E038D6}"/>
              </a:ext>
            </a:extLst>
          </p:cNvPr>
          <p:cNvSpPr/>
          <p:nvPr/>
        </p:nvSpPr>
        <p:spPr>
          <a:xfrm flipH="1">
            <a:off x="9276198" y="5371545"/>
            <a:ext cx="1592906"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稿定-9">
            <a:extLst>
              <a:ext uri="{FF2B5EF4-FFF2-40B4-BE49-F238E27FC236}">
                <a16:creationId xmlns:a16="http://schemas.microsoft.com/office/drawing/2014/main" id="{F019BB15-D7D6-8D19-0F5B-8FAC0DCA9DDE}"/>
              </a:ext>
            </a:extLst>
          </p:cNvPr>
          <p:cNvSpPr/>
          <p:nvPr/>
        </p:nvSpPr>
        <p:spPr>
          <a:xfrm flipH="1">
            <a:off x="1955641" y="2465601"/>
            <a:ext cx="971857" cy="285271"/>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登高望远</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2" name="稿定-31">
            <a:extLst>
              <a:ext uri="{FF2B5EF4-FFF2-40B4-BE49-F238E27FC236}">
                <a16:creationId xmlns:a16="http://schemas.microsoft.com/office/drawing/2014/main" id="{782A4517-B359-5384-B43F-688E8703A2A9}"/>
              </a:ext>
            </a:extLst>
          </p:cNvPr>
          <p:cNvSpPr/>
          <p:nvPr/>
        </p:nvSpPr>
        <p:spPr>
          <a:xfrm flipH="1">
            <a:off x="1334592" y="2736112"/>
            <a:ext cx="1592905" cy="397225"/>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稿定-9">
            <a:extLst>
              <a:ext uri="{FF2B5EF4-FFF2-40B4-BE49-F238E27FC236}">
                <a16:creationId xmlns:a16="http://schemas.microsoft.com/office/drawing/2014/main" id="{A4AEF3C7-DFA3-0B81-1528-5FAA795E8A78}"/>
              </a:ext>
            </a:extLst>
          </p:cNvPr>
          <p:cNvSpPr/>
          <p:nvPr/>
        </p:nvSpPr>
        <p:spPr>
          <a:xfrm flipH="1">
            <a:off x="1955641" y="3782125"/>
            <a:ext cx="971857" cy="285271"/>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才高八斗</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4" name="稿定-31">
            <a:extLst>
              <a:ext uri="{FF2B5EF4-FFF2-40B4-BE49-F238E27FC236}">
                <a16:creationId xmlns:a16="http://schemas.microsoft.com/office/drawing/2014/main" id="{60472DB7-D8BD-989F-43A1-1CB2B6A0CCE8}"/>
              </a:ext>
            </a:extLst>
          </p:cNvPr>
          <p:cNvSpPr/>
          <p:nvPr/>
        </p:nvSpPr>
        <p:spPr>
          <a:xfrm flipH="1">
            <a:off x="1334592" y="4052636"/>
            <a:ext cx="1592905" cy="397225"/>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稿定-9">
            <a:extLst>
              <a:ext uri="{FF2B5EF4-FFF2-40B4-BE49-F238E27FC236}">
                <a16:creationId xmlns:a16="http://schemas.microsoft.com/office/drawing/2014/main" id="{740206FE-7DFE-C5B8-724D-1794045DD7BF}"/>
              </a:ext>
            </a:extLst>
          </p:cNvPr>
          <p:cNvSpPr/>
          <p:nvPr/>
        </p:nvSpPr>
        <p:spPr>
          <a:xfrm flipH="1">
            <a:off x="1955641" y="5101034"/>
            <a:ext cx="971857" cy="285271"/>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安居乐业</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6" name="稿定-31">
            <a:extLst>
              <a:ext uri="{FF2B5EF4-FFF2-40B4-BE49-F238E27FC236}">
                <a16:creationId xmlns:a16="http://schemas.microsoft.com/office/drawing/2014/main" id="{7B856516-ADCC-083A-2E02-C85DD3EB2827}"/>
              </a:ext>
            </a:extLst>
          </p:cNvPr>
          <p:cNvSpPr/>
          <p:nvPr/>
        </p:nvSpPr>
        <p:spPr>
          <a:xfrm flipH="1">
            <a:off x="1334592" y="5371545"/>
            <a:ext cx="1592905" cy="397225"/>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稿定-9">
            <a:extLst>
              <a:ext uri="{FF2B5EF4-FFF2-40B4-BE49-F238E27FC236}">
                <a16:creationId xmlns:a16="http://schemas.microsoft.com/office/drawing/2014/main" id="{FCEFAE4E-3377-4796-BE1E-265A5046A857}"/>
              </a:ext>
            </a:extLst>
          </p:cNvPr>
          <p:cNvSpPr/>
          <p:nvPr/>
        </p:nvSpPr>
        <p:spPr>
          <a:xfrm flipH="1">
            <a:off x="3119584" y="2677541"/>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稿定-9">
            <a:extLst>
              <a:ext uri="{FF2B5EF4-FFF2-40B4-BE49-F238E27FC236}">
                <a16:creationId xmlns:a16="http://schemas.microsoft.com/office/drawing/2014/main" id="{21FB4CDF-88BD-D16F-3A34-4010B2F6D1A1}"/>
              </a:ext>
            </a:extLst>
          </p:cNvPr>
          <p:cNvSpPr/>
          <p:nvPr/>
        </p:nvSpPr>
        <p:spPr>
          <a:xfrm flipH="1">
            <a:off x="8542386" y="2673223"/>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稿定-9">
            <a:extLst>
              <a:ext uri="{FF2B5EF4-FFF2-40B4-BE49-F238E27FC236}">
                <a16:creationId xmlns:a16="http://schemas.microsoft.com/office/drawing/2014/main" id="{B0B5B010-4228-53CF-E212-677C212C68DD}"/>
              </a:ext>
            </a:extLst>
          </p:cNvPr>
          <p:cNvSpPr/>
          <p:nvPr/>
        </p:nvSpPr>
        <p:spPr>
          <a:xfrm flipH="1">
            <a:off x="3119584" y="3999940"/>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稿定-9">
            <a:extLst>
              <a:ext uri="{FF2B5EF4-FFF2-40B4-BE49-F238E27FC236}">
                <a16:creationId xmlns:a16="http://schemas.microsoft.com/office/drawing/2014/main" id="{7C531C83-3123-815B-30C4-BE5C1BC005F7}"/>
              </a:ext>
            </a:extLst>
          </p:cNvPr>
          <p:cNvSpPr/>
          <p:nvPr/>
        </p:nvSpPr>
        <p:spPr>
          <a:xfrm flipH="1">
            <a:off x="8542386" y="3999940"/>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稿定-9">
            <a:extLst>
              <a:ext uri="{FF2B5EF4-FFF2-40B4-BE49-F238E27FC236}">
                <a16:creationId xmlns:a16="http://schemas.microsoft.com/office/drawing/2014/main" id="{0D7C2DEF-7C45-5B08-63A8-0ED26DD137F0}"/>
              </a:ext>
            </a:extLst>
          </p:cNvPr>
          <p:cNvSpPr/>
          <p:nvPr/>
        </p:nvSpPr>
        <p:spPr>
          <a:xfrm flipH="1">
            <a:off x="3119584" y="5313072"/>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稿定-9">
            <a:extLst>
              <a:ext uri="{FF2B5EF4-FFF2-40B4-BE49-F238E27FC236}">
                <a16:creationId xmlns:a16="http://schemas.microsoft.com/office/drawing/2014/main" id="{6EC0A5CD-F0A3-E060-246B-B1406D330D7B}"/>
              </a:ext>
            </a:extLst>
          </p:cNvPr>
          <p:cNvSpPr/>
          <p:nvPr/>
        </p:nvSpPr>
        <p:spPr>
          <a:xfrm flipH="1">
            <a:off x="8542386" y="5313072"/>
            <a:ext cx="526773"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A5FA91FE-2842-7110-FA0C-CAC11F9D5015}"/>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416BEB60-04B1-85B0-E859-A8AAD273A96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73BD7EDE-69AD-2E0A-72AC-D177CA3ECCA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左大括号 13">
            <a:extLst>
              <a:ext uri="{FF2B5EF4-FFF2-40B4-BE49-F238E27FC236}">
                <a16:creationId xmlns:a16="http://schemas.microsoft.com/office/drawing/2014/main" id="{CBDE130A-864D-C2C5-808B-DE9D7BD209FE}"/>
              </a:ext>
            </a:extLst>
          </p:cNvPr>
          <p:cNvSpPr/>
          <p:nvPr/>
        </p:nvSpPr>
        <p:spPr>
          <a:xfrm>
            <a:off x="7744475" y="2838450"/>
            <a:ext cx="620020" cy="2720843"/>
          </a:xfrm>
          <a:prstGeom prst="leftBrace">
            <a:avLst>
              <a:gd name="adj1" fmla="val 41237"/>
              <a:gd name="adj2" fmla="val 5000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5" name="左大括号 14">
            <a:extLst>
              <a:ext uri="{FF2B5EF4-FFF2-40B4-BE49-F238E27FC236}">
                <a16:creationId xmlns:a16="http://schemas.microsoft.com/office/drawing/2014/main" id="{CD35A410-49D7-4CD4-1226-687BF3403D2A}"/>
              </a:ext>
            </a:extLst>
          </p:cNvPr>
          <p:cNvSpPr/>
          <p:nvPr/>
        </p:nvSpPr>
        <p:spPr>
          <a:xfrm flipH="1">
            <a:off x="3843399" y="2838450"/>
            <a:ext cx="620020" cy="2720843"/>
          </a:xfrm>
          <a:prstGeom prst="leftBrace">
            <a:avLst>
              <a:gd name="adj1" fmla="val 41237"/>
              <a:gd name="adj2" fmla="val 50000"/>
            </a:avLst>
          </a:prstGeom>
          <a:solidFill>
            <a:schemeClr val="bg1"/>
          </a:solidFill>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22" name="稿定-9">
            <a:extLst>
              <a:ext uri="{FF2B5EF4-FFF2-40B4-BE49-F238E27FC236}">
                <a16:creationId xmlns:a16="http://schemas.microsoft.com/office/drawing/2014/main" id="{CB86E020-5E10-61FD-E9DD-0669E0A3510F}"/>
              </a:ext>
            </a:extLst>
          </p:cNvPr>
          <p:cNvSpPr/>
          <p:nvPr/>
        </p:nvSpPr>
        <p:spPr>
          <a:xfrm flipH="1">
            <a:off x="5610072" y="4206446"/>
            <a:ext cx="971857" cy="57054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业绩</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23" name="图形 2">
            <a:extLst>
              <a:ext uri="{FF2B5EF4-FFF2-40B4-BE49-F238E27FC236}">
                <a16:creationId xmlns:a16="http://schemas.microsoft.com/office/drawing/2014/main" id="{CEE9F7C2-6650-84D6-3F3B-6F719C4CC726}"/>
              </a:ext>
            </a:extLst>
          </p:cNvPr>
          <p:cNvGrpSpPr/>
          <p:nvPr/>
        </p:nvGrpSpPr>
        <p:grpSpPr>
          <a:xfrm>
            <a:off x="5740210" y="3490692"/>
            <a:ext cx="711580" cy="697034"/>
            <a:chOff x="3032205" y="3825135"/>
            <a:chExt cx="962654" cy="942975"/>
          </a:xfrm>
          <a:solidFill>
            <a:schemeClr val="bg1"/>
          </a:solidFill>
        </p:grpSpPr>
        <p:sp>
          <p:nvSpPr>
            <p:cNvPr id="24" name="任意多边形: 形状 23">
              <a:extLst>
                <a:ext uri="{FF2B5EF4-FFF2-40B4-BE49-F238E27FC236}">
                  <a16:creationId xmlns:a16="http://schemas.microsoft.com/office/drawing/2014/main" id="{8CDAEF01-FABE-49F1-4C16-36791172FC6F}"/>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25" name="图形 2">
              <a:extLst>
                <a:ext uri="{FF2B5EF4-FFF2-40B4-BE49-F238E27FC236}">
                  <a16:creationId xmlns:a16="http://schemas.microsoft.com/office/drawing/2014/main" id="{1053544E-0E40-AC9C-9918-9FD7E5A91FB3}"/>
                </a:ext>
              </a:extLst>
            </p:cNvPr>
            <p:cNvGrpSpPr/>
            <p:nvPr/>
          </p:nvGrpSpPr>
          <p:grpSpPr>
            <a:xfrm>
              <a:off x="3041583" y="3825822"/>
              <a:ext cx="953275" cy="561128"/>
              <a:chOff x="3041583" y="3825822"/>
              <a:chExt cx="953275" cy="561128"/>
            </a:xfrm>
            <a:grpFill/>
          </p:grpSpPr>
          <p:sp>
            <p:nvSpPr>
              <p:cNvPr id="35" name="任意多边形: 形状 34">
                <a:extLst>
                  <a:ext uri="{FF2B5EF4-FFF2-40B4-BE49-F238E27FC236}">
                    <a16:creationId xmlns:a16="http://schemas.microsoft.com/office/drawing/2014/main" id="{8F138881-3F2B-334F-D6E8-3D513FD5B606}"/>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D43F62F2-E32B-438A-5B4D-E287DFC8A565}"/>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8" name="任意多边形: 形状 27">
              <a:extLst>
                <a:ext uri="{FF2B5EF4-FFF2-40B4-BE49-F238E27FC236}">
                  <a16:creationId xmlns:a16="http://schemas.microsoft.com/office/drawing/2014/main" id="{D6AA2946-6A2F-8BF7-E5B7-F6E48F34EE7E}"/>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0A84E2A9-CC68-F307-9F76-2B4807137428}"/>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6B106FA4-D7B0-64E5-1640-FCD1580B0DED}"/>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2AB57F2A-780E-89A1-E1C3-9D784AC25641}"/>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37" name="稿定-9">
            <a:extLst>
              <a:ext uri="{FF2B5EF4-FFF2-40B4-BE49-F238E27FC236}">
                <a16:creationId xmlns:a16="http://schemas.microsoft.com/office/drawing/2014/main" id="{47646717-CF20-2173-468C-9161908C7364}"/>
              </a:ext>
            </a:extLst>
          </p:cNvPr>
          <p:cNvSpPr/>
          <p:nvPr/>
        </p:nvSpPr>
        <p:spPr>
          <a:xfrm flipH="1">
            <a:off x="4252611" y="1598273"/>
            <a:ext cx="3686778" cy="40748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本年度第二季度</a:t>
            </a:r>
            <a:endParaRPr kumimoji="0" 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6084142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aoding-1">
            <a:extLst>
              <a:ext uri="{FF2B5EF4-FFF2-40B4-BE49-F238E27FC236}">
                <a16:creationId xmlns:a16="http://schemas.microsoft.com/office/drawing/2014/main" id="{359B2325-CABE-D24A-70C8-F80CDB81B471}"/>
              </a:ext>
            </a:extLst>
          </p:cNvPr>
          <p:cNvSpPr/>
          <p:nvPr/>
        </p:nvSpPr>
        <p:spPr>
          <a:xfrm flipV="1">
            <a:off x="6084391"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2">
            <a:extLst>
              <a:ext uri="{FF2B5EF4-FFF2-40B4-BE49-F238E27FC236}">
                <a16:creationId xmlns:a16="http://schemas.microsoft.com/office/drawing/2014/main" id="{D7D783E0-EE1D-D667-37BB-364169B14ACC}"/>
              </a:ext>
            </a:extLst>
          </p:cNvPr>
          <p:cNvSpPr/>
          <p:nvPr/>
        </p:nvSpPr>
        <p:spPr>
          <a:xfrm flipV="1">
            <a:off x="8258935"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3">
            <a:extLst>
              <a:ext uri="{FF2B5EF4-FFF2-40B4-BE49-F238E27FC236}">
                <a16:creationId xmlns:a16="http://schemas.microsoft.com/office/drawing/2014/main" id="{1CE5426D-A12F-CC65-4860-266713A62EC6}"/>
              </a:ext>
            </a:extLst>
          </p:cNvPr>
          <p:cNvSpPr/>
          <p:nvPr/>
        </p:nvSpPr>
        <p:spPr>
          <a:xfrm flipV="1">
            <a:off x="3909847"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4">
            <a:extLst>
              <a:ext uri="{FF2B5EF4-FFF2-40B4-BE49-F238E27FC236}">
                <a16:creationId xmlns:a16="http://schemas.microsoft.com/office/drawing/2014/main" id="{A8870B72-342E-3569-317E-8BCED8764508}"/>
              </a:ext>
            </a:extLst>
          </p:cNvPr>
          <p:cNvSpPr/>
          <p:nvPr/>
        </p:nvSpPr>
        <p:spPr>
          <a:xfrm flipV="1">
            <a:off x="1735303"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5">
            <a:extLst>
              <a:ext uri="{FF2B5EF4-FFF2-40B4-BE49-F238E27FC236}">
                <a16:creationId xmlns:a16="http://schemas.microsoft.com/office/drawing/2014/main" id="{BC6F1AF6-E35B-5C83-9DAE-D94010E8FE6E}"/>
              </a:ext>
            </a:extLst>
          </p:cNvPr>
          <p:cNvSpPr/>
          <p:nvPr/>
        </p:nvSpPr>
        <p:spPr>
          <a:xfrm flipV="1">
            <a:off x="10433479" y="3479402"/>
            <a:ext cx="0" cy="5400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6">
            <a:extLst>
              <a:ext uri="{FF2B5EF4-FFF2-40B4-BE49-F238E27FC236}">
                <a16:creationId xmlns:a16="http://schemas.microsoft.com/office/drawing/2014/main" id="{02B6A5FB-343E-9253-6FF3-11A71E7984B3}"/>
              </a:ext>
            </a:extLst>
          </p:cNvPr>
          <p:cNvSpPr/>
          <p:nvPr/>
        </p:nvSpPr>
        <p:spPr>
          <a:xfrm flipV="1">
            <a:off x="3909570" y="2739608"/>
            <a:ext cx="0" cy="504344"/>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7">
            <a:extLst>
              <a:ext uri="{FF2B5EF4-FFF2-40B4-BE49-F238E27FC236}">
                <a16:creationId xmlns:a16="http://schemas.microsoft.com/office/drawing/2014/main" id="{F28A3B5C-BF9D-873C-87CE-CD2032C27BB6}"/>
              </a:ext>
            </a:extLst>
          </p:cNvPr>
          <p:cNvSpPr/>
          <p:nvPr/>
        </p:nvSpPr>
        <p:spPr>
          <a:xfrm flipV="1">
            <a:off x="8266745" y="2739608"/>
            <a:ext cx="0" cy="504344"/>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8">
            <a:extLst>
              <a:ext uri="{FF2B5EF4-FFF2-40B4-BE49-F238E27FC236}">
                <a16:creationId xmlns:a16="http://schemas.microsoft.com/office/drawing/2014/main" id="{6D309BB0-146B-8236-2CB5-BF49A03517F1}"/>
              </a:ext>
            </a:extLst>
          </p:cNvPr>
          <p:cNvSpPr/>
          <p:nvPr/>
        </p:nvSpPr>
        <p:spPr>
          <a:xfrm flipV="1">
            <a:off x="6082036" y="2255368"/>
            <a:ext cx="0" cy="955503"/>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gaoding-9">
            <a:extLst>
              <a:ext uri="{FF2B5EF4-FFF2-40B4-BE49-F238E27FC236}">
                <a16:creationId xmlns:a16="http://schemas.microsoft.com/office/drawing/2014/main" id="{86F02FA6-2523-3D4C-F43A-12BE07130FA2}"/>
              </a:ext>
            </a:extLst>
          </p:cNvPr>
          <p:cNvSpPr/>
          <p:nvPr/>
        </p:nvSpPr>
        <p:spPr>
          <a:xfrm>
            <a:off x="1741921" y="2741233"/>
            <a:ext cx="8692930" cy="419467"/>
          </a:xfrm>
          <a:custGeom>
            <a:avLst/>
            <a:gdLst/>
            <a:ahLst/>
            <a:cxnLst>
              <a:cxn ang="0">
                <a:pos x="wd2" y="hd2"/>
              </a:cxn>
              <a:cxn ang="5400000">
                <a:pos x="wd2" y="hd2"/>
              </a:cxn>
              <a:cxn ang="10800000">
                <a:pos x="wd2" y="hd2"/>
              </a:cxn>
              <a:cxn ang="16200000">
                <a:pos x="wd2" y="hd2"/>
              </a:cxn>
            </a:cxnLst>
            <a:rect l="0" t="0" r="r" b="b"/>
            <a:pathLst>
              <a:path w="21600" h="21473" extrusionOk="0">
                <a:moveTo>
                  <a:pt x="0" y="21295"/>
                </a:moveTo>
                <a:lnTo>
                  <a:pt x="0" y="6662"/>
                </a:lnTo>
                <a:cubicBezTo>
                  <a:pt x="1" y="4864"/>
                  <a:pt x="36" y="3145"/>
                  <a:pt x="99" y="1893"/>
                </a:cubicBezTo>
                <a:cubicBezTo>
                  <a:pt x="166" y="555"/>
                  <a:pt x="258" y="-127"/>
                  <a:pt x="351" y="20"/>
                </a:cubicBezTo>
                <a:lnTo>
                  <a:pt x="21284" y="20"/>
                </a:lnTo>
                <a:cubicBezTo>
                  <a:pt x="21377" y="43"/>
                  <a:pt x="21465" y="897"/>
                  <a:pt x="21525" y="2361"/>
                </a:cubicBezTo>
                <a:cubicBezTo>
                  <a:pt x="21573" y="3526"/>
                  <a:pt x="21599" y="5000"/>
                  <a:pt x="21600" y="6527"/>
                </a:cubicBezTo>
                <a:lnTo>
                  <a:pt x="21600" y="21473"/>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gaoding-10">
            <a:extLst>
              <a:ext uri="{FF2B5EF4-FFF2-40B4-BE49-F238E27FC236}">
                <a16:creationId xmlns:a16="http://schemas.microsoft.com/office/drawing/2014/main" id="{F6D7A3C7-CE11-AF58-6897-0D785B141921}"/>
              </a:ext>
            </a:extLst>
          </p:cNvPr>
          <p:cNvSpPr/>
          <p:nvPr/>
        </p:nvSpPr>
        <p:spPr>
          <a:xfrm>
            <a:off x="904766" y="1700226"/>
            <a:ext cx="10367626" cy="58876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gaoding-11">
            <a:extLst>
              <a:ext uri="{FF2B5EF4-FFF2-40B4-BE49-F238E27FC236}">
                <a16:creationId xmlns:a16="http://schemas.microsoft.com/office/drawing/2014/main" id="{D6DF1857-D773-E180-4116-FBDA147D4314}"/>
              </a:ext>
            </a:extLst>
          </p:cNvPr>
          <p:cNvSpPr/>
          <p:nvPr/>
        </p:nvSpPr>
        <p:spPr>
          <a:xfrm>
            <a:off x="5161096" y="4026498"/>
            <a:ext cx="1846037"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gaoding-17">
            <a:extLst>
              <a:ext uri="{FF2B5EF4-FFF2-40B4-BE49-F238E27FC236}">
                <a16:creationId xmlns:a16="http://schemas.microsoft.com/office/drawing/2014/main" id="{9DF16A4F-89BC-03F5-A842-77F1CD723299}"/>
              </a:ext>
            </a:extLst>
          </p:cNvPr>
          <p:cNvSpPr/>
          <p:nvPr/>
        </p:nvSpPr>
        <p:spPr>
          <a:xfrm>
            <a:off x="7335640" y="4026498"/>
            <a:ext cx="1846037"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gaoding-23">
            <a:extLst>
              <a:ext uri="{FF2B5EF4-FFF2-40B4-BE49-F238E27FC236}">
                <a16:creationId xmlns:a16="http://schemas.microsoft.com/office/drawing/2014/main" id="{CA73822F-425F-CC90-8BC3-A33B6FD574CC}"/>
              </a:ext>
            </a:extLst>
          </p:cNvPr>
          <p:cNvSpPr/>
          <p:nvPr/>
        </p:nvSpPr>
        <p:spPr>
          <a:xfrm>
            <a:off x="2986552" y="4026498"/>
            <a:ext cx="1846036"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gaoding-29">
            <a:extLst>
              <a:ext uri="{FF2B5EF4-FFF2-40B4-BE49-F238E27FC236}">
                <a16:creationId xmlns:a16="http://schemas.microsoft.com/office/drawing/2014/main" id="{2751E8CE-918D-F907-2AF3-0D80A8F724F3}"/>
              </a:ext>
            </a:extLst>
          </p:cNvPr>
          <p:cNvSpPr/>
          <p:nvPr/>
        </p:nvSpPr>
        <p:spPr>
          <a:xfrm>
            <a:off x="812008" y="4026498"/>
            <a:ext cx="1846036"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gaoding-33">
            <a:extLst>
              <a:ext uri="{FF2B5EF4-FFF2-40B4-BE49-F238E27FC236}">
                <a16:creationId xmlns:a16="http://schemas.microsoft.com/office/drawing/2014/main" id="{AC3A78C0-FB17-64F5-1FF5-312281EC9BAC}"/>
              </a:ext>
            </a:extLst>
          </p:cNvPr>
          <p:cNvSpPr/>
          <p:nvPr/>
        </p:nvSpPr>
        <p:spPr>
          <a:xfrm>
            <a:off x="904765"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gaoding-35">
            <a:extLst>
              <a:ext uri="{FF2B5EF4-FFF2-40B4-BE49-F238E27FC236}">
                <a16:creationId xmlns:a16="http://schemas.microsoft.com/office/drawing/2014/main" id="{B03B1AF0-8F1B-E504-91D9-D4D5D87BE58A}"/>
              </a:ext>
            </a:extLst>
          </p:cNvPr>
          <p:cNvSpPr/>
          <p:nvPr/>
        </p:nvSpPr>
        <p:spPr>
          <a:xfrm>
            <a:off x="9510184" y="4026498"/>
            <a:ext cx="1846036" cy="1763122"/>
          </a:xfrm>
          <a:custGeom>
            <a:avLst/>
            <a:gdLst/>
            <a:ahLst/>
            <a:cxnLst>
              <a:cxn ang="0">
                <a:pos x="wd2" y="hd2"/>
              </a:cxn>
              <a:cxn ang="5400000">
                <a:pos x="wd2" y="hd2"/>
              </a:cxn>
              <a:cxn ang="10800000">
                <a:pos x="wd2" y="hd2"/>
              </a:cxn>
              <a:cxn ang="16200000">
                <a:pos x="wd2" y="hd2"/>
              </a:cxn>
            </a:cxnLst>
            <a:rect l="0" t="0" r="r" b="b"/>
            <a:pathLst>
              <a:path w="21600" h="21600" extrusionOk="0">
                <a:moveTo>
                  <a:pt x="2355" y="0"/>
                </a:moveTo>
                <a:lnTo>
                  <a:pt x="19245" y="0"/>
                </a:lnTo>
                <a:cubicBezTo>
                  <a:pt x="19583" y="0"/>
                  <a:pt x="19837" y="0"/>
                  <a:pt x="20053" y="13"/>
                </a:cubicBezTo>
                <a:cubicBezTo>
                  <a:pt x="20268" y="26"/>
                  <a:pt x="20445" y="52"/>
                  <a:pt x="20627" y="104"/>
                </a:cubicBezTo>
                <a:cubicBezTo>
                  <a:pt x="20826" y="170"/>
                  <a:pt x="21004" y="274"/>
                  <a:pt x="21151" y="406"/>
                </a:cubicBezTo>
                <a:cubicBezTo>
                  <a:pt x="21297" y="539"/>
                  <a:pt x="21412" y="700"/>
                  <a:pt x="21485" y="880"/>
                </a:cubicBezTo>
                <a:cubicBezTo>
                  <a:pt x="21542" y="1045"/>
                  <a:pt x="21571" y="1204"/>
                  <a:pt x="21586" y="1401"/>
                </a:cubicBezTo>
                <a:cubicBezTo>
                  <a:pt x="21600" y="1597"/>
                  <a:pt x="21600" y="1829"/>
                  <a:pt x="21600" y="2139"/>
                </a:cubicBezTo>
                <a:lnTo>
                  <a:pt x="21600" y="19470"/>
                </a:lnTo>
                <a:cubicBezTo>
                  <a:pt x="21600" y="19775"/>
                  <a:pt x="21600" y="20006"/>
                  <a:pt x="21586" y="20201"/>
                </a:cubicBezTo>
                <a:cubicBezTo>
                  <a:pt x="21571" y="20396"/>
                  <a:pt x="21542" y="20555"/>
                  <a:pt x="21485" y="20720"/>
                </a:cubicBezTo>
                <a:cubicBezTo>
                  <a:pt x="21412" y="20900"/>
                  <a:pt x="21297" y="21061"/>
                  <a:pt x="21151" y="21194"/>
                </a:cubicBezTo>
                <a:cubicBezTo>
                  <a:pt x="21004" y="21326"/>
                  <a:pt x="20826" y="21430"/>
                  <a:pt x="20627" y="21496"/>
                </a:cubicBezTo>
                <a:cubicBezTo>
                  <a:pt x="20445" y="21548"/>
                  <a:pt x="20268" y="21574"/>
                  <a:pt x="20051" y="21587"/>
                </a:cubicBezTo>
                <a:cubicBezTo>
                  <a:pt x="19834" y="21600"/>
                  <a:pt x="19577" y="21600"/>
                  <a:pt x="19235" y="21600"/>
                </a:cubicBezTo>
                <a:lnTo>
                  <a:pt x="2355" y="21600"/>
                </a:lnTo>
                <a:cubicBezTo>
                  <a:pt x="2017" y="21600"/>
                  <a:pt x="1763" y="21600"/>
                  <a:pt x="1547" y="21587"/>
                </a:cubicBezTo>
                <a:cubicBezTo>
                  <a:pt x="1332" y="21574"/>
                  <a:pt x="1155" y="21548"/>
                  <a:pt x="973" y="21496"/>
                </a:cubicBezTo>
                <a:cubicBezTo>
                  <a:pt x="774" y="21430"/>
                  <a:pt x="596" y="21326"/>
                  <a:pt x="449" y="21194"/>
                </a:cubicBezTo>
                <a:cubicBezTo>
                  <a:pt x="303" y="21061"/>
                  <a:pt x="188" y="20900"/>
                  <a:pt x="115" y="20720"/>
                </a:cubicBezTo>
                <a:cubicBezTo>
                  <a:pt x="58" y="20555"/>
                  <a:pt x="29" y="20396"/>
                  <a:pt x="14" y="20199"/>
                </a:cubicBezTo>
                <a:cubicBezTo>
                  <a:pt x="0" y="20003"/>
                  <a:pt x="0" y="19771"/>
                  <a:pt x="0" y="19461"/>
                </a:cubicBezTo>
                <a:lnTo>
                  <a:pt x="0" y="2130"/>
                </a:lnTo>
                <a:cubicBezTo>
                  <a:pt x="0" y="1825"/>
                  <a:pt x="0" y="1594"/>
                  <a:pt x="14" y="1399"/>
                </a:cubicBezTo>
                <a:cubicBezTo>
                  <a:pt x="29" y="1204"/>
                  <a:pt x="58" y="1045"/>
                  <a:pt x="115" y="880"/>
                </a:cubicBezTo>
                <a:cubicBezTo>
                  <a:pt x="188" y="700"/>
                  <a:pt x="303" y="539"/>
                  <a:pt x="449" y="406"/>
                </a:cubicBezTo>
                <a:cubicBezTo>
                  <a:pt x="596" y="274"/>
                  <a:pt x="774" y="170"/>
                  <a:pt x="973" y="104"/>
                </a:cubicBezTo>
                <a:cubicBezTo>
                  <a:pt x="1155" y="52"/>
                  <a:pt x="1332" y="26"/>
                  <a:pt x="1549" y="13"/>
                </a:cubicBezTo>
                <a:cubicBezTo>
                  <a:pt x="1766" y="0"/>
                  <a:pt x="2023" y="0"/>
                  <a:pt x="2365" y="0"/>
                </a:cubicBezTo>
                <a:lnTo>
                  <a:pt x="2355" y="0"/>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稿定-9">
            <a:extLst>
              <a:ext uri="{FF2B5EF4-FFF2-40B4-BE49-F238E27FC236}">
                <a16:creationId xmlns:a16="http://schemas.microsoft.com/office/drawing/2014/main" id="{EB9CB479-75CD-F995-7B5F-07BD4C89A06D}"/>
              </a:ext>
            </a:extLst>
          </p:cNvPr>
          <p:cNvSpPr/>
          <p:nvPr/>
        </p:nvSpPr>
        <p:spPr>
          <a:xfrm flipH="1">
            <a:off x="4341421" y="1708296"/>
            <a:ext cx="3509156"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企业员工考核说明</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374B29A2-D385-431D-3B2F-4AE96DD9E893}"/>
              </a:ext>
            </a:extLst>
          </p:cNvPr>
          <p:cNvSpPr/>
          <p:nvPr/>
        </p:nvSpPr>
        <p:spPr>
          <a:xfrm flipH="1">
            <a:off x="812008"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考核方式</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文本框 19">
            <a:extLst>
              <a:ext uri="{FF2B5EF4-FFF2-40B4-BE49-F238E27FC236}">
                <a16:creationId xmlns:a16="http://schemas.microsoft.com/office/drawing/2014/main" id="{8A071067-C2AD-C93B-C5DA-F81AB71047C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26" name="矩形 25">
            <a:extLst>
              <a:ext uri="{FF2B5EF4-FFF2-40B4-BE49-F238E27FC236}">
                <a16:creationId xmlns:a16="http://schemas.microsoft.com/office/drawing/2014/main" id="{41ABF62B-3B71-1FE5-BD57-F9ABD1F480E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文本框 31">
            <a:extLst>
              <a:ext uri="{FF2B5EF4-FFF2-40B4-BE49-F238E27FC236}">
                <a16:creationId xmlns:a16="http://schemas.microsoft.com/office/drawing/2014/main" id="{2FBD6AAD-4C96-46ED-F45F-B0094CE8FA9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gaoding-33">
            <a:extLst>
              <a:ext uri="{FF2B5EF4-FFF2-40B4-BE49-F238E27FC236}">
                <a16:creationId xmlns:a16="http://schemas.microsoft.com/office/drawing/2014/main" id="{02E87DB1-D726-42FB-3578-99F399924203}"/>
              </a:ext>
            </a:extLst>
          </p:cNvPr>
          <p:cNvSpPr/>
          <p:nvPr/>
        </p:nvSpPr>
        <p:spPr>
          <a:xfrm>
            <a:off x="9598167"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 name="稿定-9">
            <a:extLst>
              <a:ext uri="{FF2B5EF4-FFF2-40B4-BE49-F238E27FC236}">
                <a16:creationId xmlns:a16="http://schemas.microsoft.com/office/drawing/2014/main" id="{4DFFA567-1F56-DD64-DE6A-DFBAC8111D99}"/>
              </a:ext>
            </a:extLst>
          </p:cNvPr>
          <p:cNvSpPr/>
          <p:nvPr/>
        </p:nvSpPr>
        <p:spPr>
          <a:xfrm flipH="1">
            <a:off x="9505410"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5.</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考核表现</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gaoding-33">
            <a:extLst>
              <a:ext uri="{FF2B5EF4-FFF2-40B4-BE49-F238E27FC236}">
                <a16:creationId xmlns:a16="http://schemas.microsoft.com/office/drawing/2014/main" id="{AF26B558-619B-D9B6-CBA4-A770540BB63F}"/>
              </a:ext>
            </a:extLst>
          </p:cNvPr>
          <p:cNvSpPr/>
          <p:nvPr/>
        </p:nvSpPr>
        <p:spPr>
          <a:xfrm>
            <a:off x="7413458"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9">
            <a:extLst>
              <a:ext uri="{FF2B5EF4-FFF2-40B4-BE49-F238E27FC236}">
                <a16:creationId xmlns:a16="http://schemas.microsoft.com/office/drawing/2014/main" id="{DF843EFB-AFF4-8F46-8DFD-A287E5069964}"/>
              </a:ext>
            </a:extLst>
          </p:cNvPr>
          <p:cNvSpPr/>
          <p:nvPr/>
        </p:nvSpPr>
        <p:spPr>
          <a:xfrm flipH="1">
            <a:off x="7320701"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考核等级</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gaoding-33">
            <a:extLst>
              <a:ext uri="{FF2B5EF4-FFF2-40B4-BE49-F238E27FC236}">
                <a16:creationId xmlns:a16="http://schemas.microsoft.com/office/drawing/2014/main" id="{886F883E-64A7-9BF0-8A38-4C097B41E9DA}"/>
              </a:ext>
            </a:extLst>
          </p:cNvPr>
          <p:cNvSpPr/>
          <p:nvPr/>
        </p:nvSpPr>
        <p:spPr>
          <a:xfrm>
            <a:off x="5255518"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稿定-9">
            <a:extLst>
              <a:ext uri="{FF2B5EF4-FFF2-40B4-BE49-F238E27FC236}">
                <a16:creationId xmlns:a16="http://schemas.microsoft.com/office/drawing/2014/main" id="{FFE87A6D-491D-7172-DF8F-A8475847FAA2}"/>
              </a:ext>
            </a:extLst>
          </p:cNvPr>
          <p:cNvSpPr/>
          <p:nvPr/>
        </p:nvSpPr>
        <p:spPr>
          <a:xfrm flipH="1">
            <a:off x="5162761"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考核内容</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gaoding-33">
            <a:extLst>
              <a:ext uri="{FF2B5EF4-FFF2-40B4-BE49-F238E27FC236}">
                <a16:creationId xmlns:a16="http://schemas.microsoft.com/office/drawing/2014/main" id="{4CAAF77F-6E55-129F-FBC3-291093A41250}"/>
              </a:ext>
            </a:extLst>
          </p:cNvPr>
          <p:cNvSpPr/>
          <p:nvPr/>
        </p:nvSpPr>
        <p:spPr>
          <a:xfrm>
            <a:off x="3068593" y="3140600"/>
            <a:ext cx="1670624" cy="425818"/>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稿定-9">
            <a:extLst>
              <a:ext uri="{FF2B5EF4-FFF2-40B4-BE49-F238E27FC236}">
                <a16:creationId xmlns:a16="http://schemas.microsoft.com/office/drawing/2014/main" id="{6CD206C4-338F-13FF-5D2C-CA4835F09275}"/>
              </a:ext>
            </a:extLst>
          </p:cNvPr>
          <p:cNvSpPr/>
          <p:nvPr/>
        </p:nvSpPr>
        <p:spPr>
          <a:xfrm flipH="1">
            <a:off x="2975836" y="3233181"/>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kumimoji="0" lang="zh-CN" alt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考核流程</a:t>
            </a:r>
            <a:endParaRPr kumimoji="0" lang="en-US" sz="16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稿定-9">
            <a:extLst>
              <a:ext uri="{FF2B5EF4-FFF2-40B4-BE49-F238E27FC236}">
                <a16:creationId xmlns:a16="http://schemas.microsoft.com/office/drawing/2014/main" id="{E57A4BFC-527D-63B6-65EE-11B530ECD9E8}"/>
              </a:ext>
            </a:extLst>
          </p:cNvPr>
          <p:cNvSpPr/>
          <p:nvPr/>
        </p:nvSpPr>
        <p:spPr>
          <a:xfrm flipH="1">
            <a:off x="1301947"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稿定-31">
            <a:extLst>
              <a:ext uri="{FF2B5EF4-FFF2-40B4-BE49-F238E27FC236}">
                <a16:creationId xmlns:a16="http://schemas.microsoft.com/office/drawing/2014/main" id="{3F487452-2267-F071-34AF-143403221ADD}"/>
              </a:ext>
            </a:extLst>
          </p:cNvPr>
          <p:cNvSpPr/>
          <p:nvPr/>
        </p:nvSpPr>
        <p:spPr>
          <a:xfrm flipH="1">
            <a:off x="967740"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6" name="组合 55">
            <a:extLst>
              <a:ext uri="{FF2B5EF4-FFF2-40B4-BE49-F238E27FC236}">
                <a16:creationId xmlns:a16="http://schemas.microsoft.com/office/drawing/2014/main" id="{E33D2E46-96C0-964C-2B1F-DE2993A04263}"/>
              </a:ext>
            </a:extLst>
          </p:cNvPr>
          <p:cNvGrpSpPr/>
          <p:nvPr/>
        </p:nvGrpSpPr>
        <p:grpSpPr>
          <a:xfrm>
            <a:off x="1002457" y="4210051"/>
            <a:ext cx="218980" cy="218980"/>
            <a:chOff x="2750109" y="2372218"/>
            <a:chExt cx="533868" cy="533868"/>
          </a:xfrm>
        </p:grpSpPr>
        <p:sp>
          <p:nvSpPr>
            <p:cNvPr id="57" name="椭圆 56">
              <a:extLst>
                <a:ext uri="{FF2B5EF4-FFF2-40B4-BE49-F238E27FC236}">
                  <a16:creationId xmlns:a16="http://schemas.microsoft.com/office/drawing/2014/main" id="{897EFD33-8748-E629-312C-FF2EF72EA8B4}"/>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8" name="图形 2">
              <a:extLst>
                <a:ext uri="{FF2B5EF4-FFF2-40B4-BE49-F238E27FC236}">
                  <a16:creationId xmlns:a16="http://schemas.microsoft.com/office/drawing/2014/main" id="{E1B9FFB9-518C-E8D7-6094-4FF5EE036245}"/>
                </a:ext>
              </a:extLst>
            </p:cNvPr>
            <p:cNvGrpSpPr/>
            <p:nvPr/>
          </p:nvGrpSpPr>
          <p:grpSpPr>
            <a:xfrm>
              <a:off x="2833318" y="2518446"/>
              <a:ext cx="375840" cy="258880"/>
              <a:chOff x="4665944" y="2166485"/>
              <a:chExt cx="1145603" cy="789098"/>
            </a:xfrm>
            <a:solidFill>
              <a:schemeClr val="bg1"/>
            </a:solidFill>
          </p:grpSpPr>
          <p:sp>
            <p:nvSpPr>
              <p:cNvPr id="59" name="任意多边形: 形状 58">
                <a:extLst>
                  <a:ext uri="{FF2B5EF4-FFF2-40B4-BE49-F238E27FC236}">
                    <a16:creationId xmlns:a16="http://schemas.microsoft.com/office/drawing/2014/main" id="{EABE59F2-8095-2772-9C66-7C6A7CA8081E}"/>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A19F911C-56D0-A1B9-4292-8E8074886FEC}"/>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68" name="任意多边形: 形状 67">
                <a:extLst>
                  <a:ext uri="{FF2B5EF4-FFF2-40B4-BE49-F238E27FC236}">
                    <a16:creationId xmlns:a16="http://schemas.microsoft.com/office/drawing/2014/main" id="{4DFFE524-22D7-24C0-6DC7-209190897166}"/>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69" name="图形 2">
                <a:extLst>
                  <a:ext uri="{FF2B5EF4-FFF2-40B4-BE49-F238E27FC236}">
                    <a16:creationId xmlns:a16="http://schemas.microsoft.com/office/drawing/2014/main" id="{8F2F7EAD-412F-5BBB-330E-3F85D4BBEFAE}"/>
                  </a:ext>
                </a:extLst>
              </p:cNvPr>
              <p:cNvGrpSpPr/>
              <p:nvPr/>
            </p:nvGrpSpPr>
            <p:grpSpPr>
              <a:xfrm>
                <a:off x="5372739" y="2423233"/>
                <a:ext cx="133924" cy="191216"/>
                <a:chOff x="5372739" y="2423233"/>
                <a:chExt cx="133924" cy="191216"/>
              </a:xfrm>
              <a:grpFill/>
            </p:grpSpPr>
            <p:sp>
              <p:nvSpPr>
                <p:cNvPr id="70" name="任意多边形: 形状 69">
                  <a:extLst>
                    <a:ext uri="{FF2B5EF4-FFF2-40B4-BE49-F238E27FC236}">
                      <a16:creationId xmlns:a16="http://schemas.microsoft.com/office/drawing/2014/main" id="{A9962C73-4615-BC57-5D58-708F95B9315A}"/>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2" name="任意多边形: 形状 71">
                  <a:extLst>
                    <a:ext uri="{FF2B5EF4-FFF2-40B4-BE49-F238E27FC236}">
                      <a16:creationId xmlns:a16="http://schemas.microsoft.com/office/drawing/2014/main" id="{17EE72A8-D03E-A62A-82EE-99B5D9FB4F88}"/>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73" name="稿定-9">
            <a:extLst>
              <a:ext uri="{FF2B5EF4-FFF2-40B4-BE49-F238E27FC236}">
                <a16:creationId xmlns:a16="http://schemas.microsoft.com/office/drawing/2014/main" id="{E9EAC71B-1104-6336-2607-24F988596BA7}"/>
              </a:ext>
            </a:extLst>
          </p:cNvPr>
          <p:cNvSpPr/>
          <p:nvPr/>
        </p:nvSpPr>
        <p:spPr>
          <a:xfrm flipH="1">
            <a:off x="1301947"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a:extLst>
              <a:ext uri="{FF2B5EF4-FFF2-40B4-BE49-F238E27FC236}">
                <a16:creationId xmlns:a16="http://schemas.microsoft.com/office/drawing/2014/main" id="{46A0F364-3032-F5CE-4A99-0077F760B994}"/>
              </a:ext>
            </a:extLst>
          </p:cNvPr>
          <p:cNvSpPr/>
          <p:nvPr/>
        </p:nvSpPr>
        <p:spPr>
          <a:xfrm flipH="1">
            <a:off x="967740"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76" name="组合 75">
            <a:extLst>
              <a:ext uri="{FF2B5EF4-FFF2-40B4-BE49-F238E27FC236}">
                <a16:creationId xmlns:a16="http://schemas.microsoft.com/office/drawing/2014/main" id="{79962311-BE0A-4487-F170-8D46435E4FCE}"/>
              </a:ext>
            </a:extLst>
          </p:cNvPr>
          <p:cNvGrpSpPr/>
          <p:nvPr/>
        </p:nvGrpSpPr>
        <p:grpSpPr>
          <a:xfrm>
            <a:off x="1002457" y="5045559"/>
            <a:ext cx="218980" cy="218980"/>
            <a:chOff x="2750109" y="2372218"/>
            <a:chExt cx="533868" cy="533868"/>
          </a:xfrm>
        </p:grpSpPr>
        <p:sp>
          <p:nvSpPr>
            <p:cNvPr id="77" name="椭圆 76">
              <a:extLst>
                <a:ext uri="{FF2B5EF4-FFF2-40B4-BE49-F238E27FC236}">
                  <a16:creationId xmlns:a16="http://schemas.microsoft.com/office/drawing/2014/main" id="{2DFC4102-CE27-A02F-827C-1C604BF29FEB}"/>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78" name="图形 2">
              <a:extLst>
                <a:ext uri="{FF2B5EF4-FFF2-40B4-BE49-F238E27FC236}">
                  <a16:creationId xmlns:a16="http://schemas.microsoft.com/office/drawing/2014/main" id="{22F8E54D-8CD4-E2C1-0953-EF40AEBC0CC8}"/>
                </a:ext>
              </a:extLst>
            </p:cNvPr>
            <p:cNvGrpSpPr/>
            <p:nvPr/>
          </p:nvGrpSpPr>
          <p:grpSpPr>
            <a:xfrm>
              <a:off x="2833318" y="2518446"/>
              <a:ext cx="375840" cy="258880"/>
              <a:chOff x="4665944" y="2166485"/>
              <a:chExt cx="1145603" cy="789098"/>
            </a:xfrm>
            <a:solidFill>
              <a:schemeClr val="bg1"/>
            </a:solidFill>
          </p:grpSpPr>
          <p:sp>
            <p:nvSpPr>
              <p:cNvPr id="80" name="任意多边形: 形状 79">
                <a:extLst>
                  <a:ext uri="{FF2B5EF4-FFF2-40B4-BE49-F238E27FC236}">
                    <a16:creationId xmlns:a16="http://schemas.microsoft.com/office/drawing/2014/main" id="{84305567-ABE8-8226-7136-6AE659A3EE36}"/>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1" name="任意多边形: 形状 80">
                <a:extLst>
                  <a:ext uri="{FF2B5EF4-FFF2-40B4-BE49-F238E27FC236}">
                    <a16:creationId xmlns:a16="http://schemas.microsoft.com/office/drawing/2014/main" id="{14CFB90E-9AF7-BADC-02D9-580AF64A7501}"/>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2" name="任意多边形: 形状 81">
                <a:extLst>
                  <a:ext uri="{FF2B5EF4-FFF2-40B4-BE49-F238E27FC236}">
                    <a16:creationId xmlns:a16="http://schemas.microsoft.com/office/drawing/2014/main" id="{1BB311FA-4788-B1BB-C820-990FF3EE52BD}"/>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4" name="图形 2">
                <a:extLst>
                  <a:ext uri="{FF2B5EF4-FFF2-40B4-BE49-F238E27FC236}">
                    <a16:creationId xmlns:a16="http://schemas.microsoft.com/office/drawing/2014/main" id="{F1CE1BF2-2D6F-0C17-EFB2-0DB025E8D643}"/>
                  </a:ext>
                </a:extLst>
              </p:cNvPr>
              <p:cNvGrpSpPr/>
              <p:nvPr/>
            </p:nvGrpSpPr>
            <p:grpSpPr>
              <a:xfrm>
                <a:off x="5372739" y="2423233"/>
                <a:ext cx="133924" cy="191216"/>
                <a:chOff x="5372739" y="2423233"/>
                <a:chExt cx="133924" cy="191216"/>
              </a:xfrm>
              <a:grpFill/>
            </p:grpSpPr>
            <p:sp>
              <p:nvSpPr>
                <p:cNvPr id="85" name="任意多边形: 形状 84">
                  <a:extLst>
                    <a:ext uri="{FF2B5EF4-FFF2-40B4-BE49-F238E27FC236}">
                      <a16:creationId xmlns:a16="http://schemas.microsoft.com/office/drawing/2014/main" id="{8C3445D0-AD17-913B-90E7-6CF315E53D3E}"/>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6" name="任意多边形: 形状 85">
                  <a:extLst>
                    <a:ext uri="{FF2B5EF4-FFF2-40B4-BE49-F238E27FC236}">
                      <a16:creationId xmlns:a16="http://schemas.microsoft.com/office/drawing/2014/main" id="{FD94359E-007A-7A81-8AF9-8B6CDE7348FD}"/>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98" name="直接连接符 97">
            <a:extLst>
              <a:ext uri="{FF2B5EF4-FFF2-40B4-BE49-F238E27FC236}">
                <a16:creationId xmlns:a16="http://schemas.microsoft.com/office/drawing/2014/main" id="{C3CB1E9F-F042-DDAA-01BB-E7804050592F}"/>
              </a:ext>
            </a:extLst>
          </p:cNvPr>
          <p:cNvCxnSpPr/>
          <p:nvPr/>
        </p:nvCxnSpPr>
        <p:spPr>
          <a:xfrm>
            <a:off x="904765"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99" name="稿定-9">
            <a:extLst>
              <a:ext uri="{FF2B5EF4-FFF2-40B4-BE49-F238E27FC236}">
                <a16:creationId xmlns:a16="http://schemas.microsoft.com/office/drawing/2014/main" id="{EABB8ED8-CFDE-BF4A-2E9A-C6760C5F332D}"/>
              </a:ext>
            </a:extLst>
          </p:cNvPr>
          <p:cNvSpPr/>
          <p:nvPr/>
        </p:nvSpPr>
        <p:spPr>
          <a:xfrm flipH="1">
            <a:off x="3482190"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稿定-31">
            <a:extLst>
              <a:ext uri="{FF2B5EF4-FFF2-40B4-BE49-F238E27FC236}">
                <a16:creationId xmlns:a16="http://schemas.microsoft.com/office/drawing/2014/main" id="{D524FDCF-A876-13E7-1D03-978B7F586B75}"/>
              </a:ext>
            </a:extLst>
          </p:cNvPr>
          <p:cNvSpPr/>
          <p:nvPr/>
        </p:nvSpPr>
        <p:spPr>
          <a:xfrm flipH="1">
            <a:off x="3147983"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1" name="组合 100">
            <a:extLst>
              <a:ext uri="{FF2B5EF4-FFF2-40B4-BE49-F238E27FC236}">
                <a16:creationId xmlns:a16="http://schemas.microsoft.com/office/drawing/2014/main" id="{EBB4346B-716C-6897-F6F3-929061415362}"/>
              </a:ext>
            </a:extLst>
          </p:cNvPr>
          <p:cNvGrpSpPr/>
          <p:nvPr/>
        </p:nvGrpSpPr>
        <p:grpSpPr>
          <a:xfrm>
            <a:off x="3182700" y="4210051"/>
            <a:ext cx="218980" cy="218980"/>
            <a:chOff x="2750109" y="2372218"/>
            <a:chExt cx="533868" cy="533868"/>
          </a:xfrm>
        </p:grpSpPr>
        <p:sp>
          <p:nvSpPr>
            <p:cNvPr id="102" name="椭圆 101">
              <a:extLst>
                <a:ext uri="{FF2B5EF4-FFF2-40B4-BE49-F238E27FC236}">
                  <a16:creationId xmlns:a16="http://schemas.microsoft.com/office/drawing/2014/main" id="{4735999B-B6F3-AAC6-7F57-06BA1B381E04}"/>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3" name="图形 2">
              <a:extLst>
                <a:ext uri="{FF2B5EF4-FFF2-40B4-BE49-F238E27FC236}">
                  <a16:creationId xmlns:a16="http://schemas.microsoft.com/office/drawing/2014/main" id="{5FB6DBC6-15FF-1A4B-9D42-A86506DDF02A}"/>
                </a:ext>
              </a:extLst>
            </p:cNvPr>
            <p:cNvGrpSpPr/>
            <p:nvPr/>
          </p:nvGrpSpPr>
          <p:grpSpPr>
            <a:xfrm>
              <a:off x="2833318" y="2518446"/>
              <a:ext cx="375840" cy="258880"/>
              <a:chOff x="4665944" y="2166485"/>
              <a:chExt cx="1145603" cy="789098"/>
            </a:xfrm>
            <a:solidFill>
              <a:schemeClr val="bg1"/>
            </a:solidFill>
          </p:grpSpPr>
          <p:sp>
            <p:nvSpPr>
              <p:cNvPr id="104" name="任意多边形: 形状 103">
                <a:extLst>
                  <a:ext uri="{FF2B5EF4-FFF2-40B4-BE49-F238E27FC236}">
                    <a16:creationId xmlns:a16="http://schemas.microsoft.com/office/drawing/2014/main" id="{9DDCDC6C-4585-5F90-FCA9-44E5B431CD93}"/>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322984AA-2207-D31F-656C-5433A4C08B9C}"/>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06" name="任意多边形: 形状 105">
                <a:extLst>
                  <a:ext uri="{FF2B5EF4-FFF2-40B4-BE49-F238E27FC236}">
                    <a16:creationId xmlns:a16="http://schemas.microsoft.com/office/drawing/2014/main" id="{4109CB58-A531-F725-AA5C-4F65FE2E76B2}"/>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07" name="图形 2">
                <a:extLst>
                  <a:ext uri="{FF2B5EF4-FFF2-40B4-BE49-F238E27FC236}">
                    <a16:creationId xmlns:a16="http://schemas.microsoft.com/office/drawing/2014/main" id="{149EFADE-A53A-395F-A81A-3D2C43C9A53A}"/>
                  </a:ext>
                </a:extLst>
              </p:cNvPr>
              <p:cNvGrpSpPr/>
              <p:nvPr/>
            </p:nvGrpSpPr>
            <p:grpSpPr>
              <a:xfrm>
                <a:off x="5372739" y="2423233"/>
                <a:ext cx="133924" cy="191216"/>
                <a:chOff x="5372739" y="2423233"/>
                <a:chExt cx="133924" cy="191216"/>
              </a:xfrm>
              <a:grpFill/>
            </p:grpSpPr>
            <p:sp>
              <p:nvSpPr>
                <p:cNvPr id="108" name="任意多边形: 形状 107">
                  <a:extLst>
                    <a:ext uri="{FF2B5EF4-FFF2-40B4-BE49-F238E27FC236}">
                      <a16:creationId xmlns:a16="http://schemas.microsoft.com/office/drawing/2014/main" id="{BED9B2DA-EFA2-B67B-AF1C-D07326A8F407}"/>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09" name="任意多边形: 形状 108">
                  <a:extLst>
                    <a:ext uri="{FF2B5EF4-FFF2-40B4-BE49-F238E27FC236}">
                      <a16:creationId xmlns:a16="http://schemas.microsoft.com/office/drawing/2014/main" id="{4D42CCA8-6935-FF73-625F-BDC43EBBAE43}"/>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10" name="稿定-9">
            <a:extLst>
              <a:ext uri="{FF2B5EF4-FFF2-40B4-BE49-F238E27FC236}">
                <a16:creationId xmlns:a16="http://schemas.microsoft.com/office/drawing/2014/main" id="{4E4B2134-44F9-D924-C4CE-3CEF59BD6E9C}"/>
              </a:ext>
            </a:extLst>
          </p:cNvPr>
          <p:cNvSpPr/>
          <p:nvPr/>
        </p:nvSpPr>
        <p:spPr>
          <a:xfrm flipH="1">
            <a:off x="3482190"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稿定-31">
            <a:extLst>
              <a:ext uri="{FF2B5EF4-FFF2-40B4-BE49-F238E27FC236}">
                <a16:creationId xmlns:a16="http://schemas.microsoft.com/office/drawing/2014/main" id="{9C9174C0-BFAD-C6EE-70BE-694A0116B062}"/>
              </a:ext>
            </a:extLst>
          </p:cNvPr>
          <p:cNvSpPr/>
          <p:nvPr/>
        </p:nvSpPr>
        <p:spPr>
          <a:xfrm flipH="1">
            <a:off x="3147983"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12" name="组合 111">
            <a:extLst>
              <a:ext uri="{FF2B5EF4-FFF2-40B4-BE49-F238E27FC236}">
                <a16:creationId xmlns:a16="http://schemas.microsoft.com/office/drawing/2014/main" id="{AC8B643E-2674-5992-6856-27BE324C8735}"/>
              </a:ext>
            </a:extLst>
          </p:cNvPr>
          <p:cNvGrpSpPr/>
          <p:nvPr/>
        </p:nvGrpSpPr>
        <p:grpSpPr>
          <a:xfrm>
            <a:off x="3182700" y="5045559"/>
            <a:ext cx="218980" cy="218980"/>
            <a:chOff x="2750109" y="2372218"/>
            <a:chExt cx="533868" cy="533868"/>
          </a:xfrm>
        </p:grpSpPr>
        <p:sp>
          <p:nvSpPr>
            <p:cNvPr id="113" name="椭圆 112">
              <a:extLst>
                <a:ext uri="{FF2B5EF4-FFF2-40B4-BE49-F238E27FC236}">
                  <a16:creationId xmlns:a16="http://schemas.microsoft.com/office/drawing/2014/main" id="{931A0257-872E-1C35-A617-88A856D1AEE3}"/>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4" name="图形 2">
              <a:extLst>
                <a:ext uri="{FF2B5EF4-FFF2-40B4-BE49-F238E27FC236}">
                  <a16:creationId xmlns:a16="http://schemas.microsoft.com/office/drawing/2014/main" id="{0E29083A-FC4A-68A3-B394-BCE90BD32C2C}"/>
                </a:ext>
              </a:extLst>
            </p:cNvPr>
            <p:cNvGrpSpPr/>
            <p:nvPr/>
          </p:nvGrpSpPr>
          <p:grpSpPr>
            <a:xfrm>
              <a:off x="2833318" y="2518446"/>
              <a:ext cx="375840" cy="258880"/>
              <a:chOff x="4665944" y="2166485"/>
              <a:chExt cx="1145603" cy="789098"/>
            </a:xfrm>
            <a:solidFill>
              <a:schemeClr val="bg1"/>
            </a:solidFill>
          </p:grpSpPr>
          <p:sp>
            <p:nvSpPr>
              <p:cNvPr id="115" name="任意多边形: 形状 114">
                <a:extLst>
                  <a:ext uri="{FF2B5EF4-FFF2-40B4-BE49-F238E27FC236}">
                    <a16:creationId xmlns:a16="http://schemas.microsoft.com/office/drawing/2014/main" id="{68E54C80-859A-DAFD-C106-437A549D96C0}"/>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16" name="任意多边形: 形状 115">
                <a:extLst>
                  <a:ext uri="{FF2B5EF4-FFF2-40B4-BE49-F238E27FC236}">
                    <a16:creationId xmlns:a16="http://schemas.microsoft.com/office/drawing/2014/main" id="{2FC00A1E-15CF-8AB5-7F16-BCCDDEB11E5E}"/>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17" name="任意多边形: 形状 116">
                <a:extLst>
                  <a:ext uri="{FF2B5EF4-FFF2-40B4-BE49-F238E27FC236}">
                    <a16:creationId xmlns:a16="http://schemas.microsoft.com/office/drawing/2014/main" id="{DE471365-AC56-EA09-7E70-B51D5EDE50C8}"/>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18" name="图形 2">
                <a:extLst>
                  <a:ext uri="{FF2B5EF4-FFF2-40B4-BE49-F238E27FC236}">
                    <a16:creationId xmlns:a16="http://schemas.microsoft.com/office/drawing/2014/main" id="{95B73F33-21CB-6781-BD7F-D40ABB5B9827}"/>
                  </a:ext>
                </a:extLst>
              </p:cNvPr>
              <p:cNvGrpSpPr/>
              <p:nvPr/>
            </p:nvGrpSpPr>
            <p:grpSpPr>
              <a:xfrm>
                <a:off x="5372739" y="2423233"/>
                <a:ext cx="133924" cy="191216"/>
                <a:chOff x="5372739" y="2423233"/>
                <a:chExt cx="133924" cy="191216"/>
              </a:xfrm>
              <a:grpFill/>
            </p:grpSpPr>
            <p:sp>
              <p:nvSpPr>
                <p:cNvPr id="119" name="任意多边形: 形状 118">
                  <a:extLst>
                    <a:ext uri="{FF2B5EF4-FFF2-40B4-BE49-F238E27FC236}">
                      <a16:creationId xmlns:a16="http://schemas.microsoft.com/office/drawing/2014/main" id="{E4FD02ED-DD78-2F29-2304-C366C2F2023E}"/>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20" name="任意多边形: 形状 119">
                  <a:extLst>
                    <a:ext uri="{FF2B5EF4-FFF2-40B4-BE49-F238E27FC236}">
                      <a16:creationId xmlns:a16="http://schemas.microsoft.com/office/drawing/2014/main" id="{4883F71C-E804-9721-96F7-CCB965967280}"/>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21" name="直接连接符 120">
            <a:extLst>
              <a:ext uri="{FF2B5EF4-FFF2-40B4-BE49-F238E27FC236}">
                <a16:creationId xmlns:a16="http://schemas.microsoft.com/office/drawing/2014/main" id="{44F02C3B-FDDC-5E84-F0E0-05D93E92C3F1}"/>
              </a:ext>
            </a:extLst>
          </p:cNvPr>
          <p:cNvCxnSpPr/>
          <p:nvPr/>
        </p:nvCxnSpPr>
        <p:spPr>
          <a:xfrm>
            <a:off x="3085008"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22" name="稿定-9">
            <a:extLst>
              <a:ext uri="{FF2B5EF4-FFF2-40B4-BE49-F238E27FC236}">
                <a16:creationId xmlns:a16="http://schemas.microsoft.com/office/drawing/2014/main" id="{7357B9A0-8E38-8506-4531-358F4B3EF3B9}"/>
              </a:ext>
            </a:extLst>
          </p:cNvPr>
          <p:cNvSpPr/>
          <p:nvPr/>
        </p:nvSpPr>
        <p:spPr>
          <a:xfrm flipH="1">
            <a:off x="5662433"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3" name="稿定-31">
            <a:extLst>
              <a:ext uri="{FF2B5EF4-FFF2-40B4-BE49-F238E27FC236}">
                <a16:creationId xmlns:a16="http://schemas.microsoft.com/office/drawing/2014/main" id="{3F7CADD9-2866-2BE2-ADF9-04691B286C30}"/>
              </a:ext>
            </a:extLst>
          </p:cNvPr>
          <p:cNvSpPr/>
          <p:nvPr/>
        </p:nvSpPr>
        <p:spPr>
          <a:xfrm flipH="1">
            <a:off x="5328226"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24" name="组合 123">
            <a:extLst>
              <a:ext uri="{FF2B5EF4-FFF2-40B4-BE49-F238E27FC236}">
                <a16:creationId xmlns:a16="http://schemas.microsoft.com/office/drawing/2014/main" id="{41FBE070-C2F7-2475-7A87-12BD17306F27}"/>
              </a:ext>
            </a:extLst>
          </p:cNvPr>
          <p:cNvGrpSpPr/>
          <p:nvPr/>
        </p:nvGrpSpPr>
        <p:grpSpPr>
          <a:xfrm>
            <a:off x="5362943" y="4210051"/>
            <a:ext cx="218980" cy="218980"/>
            <a:chOff x="2750109" y="2372218"/>
            <a:chExt cx="533868" cy="533868"/>
          </a:xfrm>
        </p:grpSpPr>
        <p:sp>
          <p:nvSpPr>
            <p:cNvPr id="125" name="椭圆 124">
              <a:extLst>
                <a:ext uri="{FF2B5EF4-FFF2-40B4-BE49-F238E27FC236}">
                  <a16:creationId xmlns:a16="http://schemas.microsoft.com/office/drawing/2014/main" id="{66FF2635-3963-8569-06A1-6FB75635FA73}"/>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26" name="图形 2">
              <a:extLst>
                <a:ext uri="{FF2B5EF4-FFF2-40B4-BE49-F238E27FC236}">
                  <a16:creationId xmlns:a16="http://schemas.microsoft.com/office/drawing/2014/main" id="{BE17336F-9D3E-8B18-7179-D0C0D0169183}"/>
                </a:ext>
              </a:extLst>
            </p:cNvPr>
            <p:cNvGrpSpPr/>
            <p:nvPr/>
          </p:nvGrpSpPr>
          <p:grpSpPr>
            <a:xfrm>
              <a:off x="2833318" y="2518446"/>
              <a:ext cx="375840" cy="258880"/>
              <a:chOff x="4665944" y="2166485"/>
              <a:chExt cx="1145603" cy="789098"/>
            </a:xfrm>
            <a:solidFill>
              <a:schemeClr val="bg1"/>
            </a:solidFill>
          </p:grpSpPr>
          <p:sp>
            <p:nvSpPr>
              <p:cNvPr id="127" name="任意多边形: 形状 126">
                <a:extLst>
                  <a:ext uri="{FF2B5EF4-FFF2-40B4-BE49-F238E27FC236}">
                    <a16:creationId xmlns:a16="http://schemas.microsoft.com/office/drawing/2014/main" id="{F6B3FBA4-4B55-0CE5-A489-D967048BEB54}"/>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5D9DC560-1CBD-0104-3C8B-077687E78A88}"/>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29" name="任意多边形: 形状 128">
                <a:extLst>
                  <a:ext uri="{FF2B5EF4-FFF2-40B4-BE49-F238E27FC236}">
                    <a16:creationId xmlns:a16="http://schemas.microsoft.com/office/drawing/2014/main" id="{A03FB2DD-5F78-CEC8-870F-90F0592AB428}"/>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30" name="图形 2">
                <a:extLst>
                  <a:ext uri="{FF2B5EF4-FFF2-40B4-BE49-F238E27FC236}">
                    <a16:creationId xmlns:a16="http://schemas.microsoft.com/office/drawing/2014/main" id="{A11EBE72-76A5-7E18-F715-D6E8FBAFAF1A}"/>
                  </a:ext>
                </a:extLst>
              </p:cNvPr>
              <p:cNvGrpSpPr/>
              <p:nvPr/>
            </p:nvGrpSpPr>
            <p:grpSpPr>
              <a:xfrm>
                <a:off x="5372739" y="2423233"/>
                <a:ext cx="133924" cy="191216"/>
                <a:chOff x="5372739" y="2423233"/>
                <a:chExt cx="133924" cy="191216"/>
              </a:xfrm>
              <a:grpFill/>
            </p:grpSpPr>
            <p:sp>
              <p:nvSpPr>
                <p:cNvPr id="131" name="任意多边形: 形状 130">
                  <a:extLst>
                    <a:ext uri="{FF2B5EF4-FFF2-40B4-BE49-F238E27FC236}">
                      <a16:creationId xmlns:a16="http://schemas.microsoft.com/office/drawing/2014/main" id="{C7A221A7-AD0B-AFAE-6349-00A4173CFB84}"/>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4341A597-A332-CB17-BEB4-999D38EAA098}"/>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33" name="稿定-9">
            <a:extLst>
              <a:ext uri="{FF2B5EF4-FFF2-40B4-BE49-F238E27FC236}">
                <a16:creationId xmlns:a16="http://schemas.microsoft.com/office/drawing/2014/main" id="{AB7557A6-50A5-D2A4-0574-00915168E79D}"/>
              </a:ext>
            </a:extLst>
          </p:cNvPr>
          <p:cNvSpPr/>
          <p:nvPr/>
        </p:nvSpPr>
        <p:spPr>
          <a:xfrm flipH="1">
            <a:off x="5662433"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4" name="稿定-31">
            <a:extLst>
              <a:ext uri="{FF2B5EF4-FFF2-40B4-BE49-F238E27FC236}">
                <a16:creationId xmlns:a16="http://schemas.microsoft.com/office/drawing/2014/main" id="{850DF3DE-3B7B-0AD8-71A7-DC26E7D6E00A}"/>
              </a:ext>
            </a:extLst>
          </p:cNvPr>
          <p:cNvSpPr/>
          <p:nvPr/>
        </p:nvSpPr>
        <p:spPr>
          <a:xfrm flipH="1">
            <a:off x="5328226"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5" name="组合 134">
            <a:extLst>
              <a:ext uri="{FF2B5EF4-FFF2-40B4-BE49-F238E27FC236}">
                <a16:creationId xmlns:a16="http://schemas.microsoft.com/office/drawing/2014/main" id="{15820CFA-F8AD-9903-881F-BA95B9B8B794}"/>
              </a:ext>
            </a:extLst>
          </p:cNvPr>
          <p:cNvGrpSpPr/>
          <p:nvPr/>
        </p:nvGrpSpPr>
        <p:grpSpPr>
          <a:xfrm>
            <a:off x="5362943" y="5045559"/>
            <a:ext cx="218980" cy="218980"/>
            <a:chOff x="2750109" y="2372218"/>
            <a:chExt cx="533868" cy="533868"/>
          </a:xfrm>
        </p:grpSpPr>
        <p:sp>
          <p:nvSpPr>
            <p:cNvPr id="136" name="椭圆 135">
              <a:extLst>
                <a:ext uri="{FF2B5EF4-FFF2-40B4-BE49-F238E27FC236}">
                  <a16:creationId xmlns:a16="http://schemas.microsoft.com/office/drawing/2014/main" id="{D70F0ADF-AAA0-2276-E48E-E0C9B29971DD}"/>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37" name="图形 2">
              <a:extLst>
                <a:ext uri="{FF2B5EF4-FFF2-40B4-BE49-F238E27FC236}">
                  <a16:creationId xmlns:a16="http://schemas.microsoft.com/office/drawing/2014/main" id="{D5EEE2DC-A706-D9EB-D969-B103B490D815}"/>
                </a:ext>
              </a:extLst>
            </p:cNvPr>
            <p:cNvGrpSpPr/>
            <p:nvPr/>
          </p:nvGrpSpPr>
          <p:grpSpPr>
            <a:xfrm>
              <a:off x="2833318" y="2518446"/>
              <a:ext cx="375840" cy="258880"/>
              <a:chOff x="4665944" y="2166485"/>
              <a:chExt cx="1145603" cy="789098"/>
            </a:xfrm>
            <a:solidFill>
              <a:schemeClr val="bg1"/>
            </a:solidFill>
          </p:grpSpPr>
          <p:sp>
            <p:nvSpPr>
              <p:cNvPr id="138" name="任意多边形: 形状 137">
                <a:extLst>
                  <a:ext uri="{FF2B5EF4-FFF2-40B4-BE49-F238E27FC236}">
                    <a16:creationId xmlns:a16="http://schemas.microsoft.com/office/drawing/2014/main" id="{8E609D63-0747-672F-1B40-B02E5F78905C}"/>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39" name="任意多边形: 形状 138">
                <a:extLst>
                  <a:ext uri="{FF2B5EF4-FFF2-40B4-BE49-F238E27FC236}">
                    <a16:creationId xmlns:a16="http://schemas.microsoft.com/office/drawing/2014/main" id="{123B28B7-586C-7970-61E1-7BBF034F1550}"/>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40" name="任意多边形: 形状 139">
                <a:extLst>
                  <a:ext uri="{FF2B5EF4-FFF2-40B4-BE49-F238E27FC236}">
                    <a16:creationId xmlns:a16="http://schemas.microsoft.com/office/drawing/2014/main" id="{55DE52AA-4A3E-54DE-B01C-2F58E1164E78}"/>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41" name="图形 2">
                <a:extLst>
                  <a:ext uri="{FF2B5EF4-FFF2-40B4-BE49-F238E27FC236}">
                    <a16:creationId xmlns:a16="http://schemas.microsoft.com/office/drawing/2014/main" id="{EDD3BE75-3966-6702-243A-A86CE1E2A6EA}"/>
                  </a:ext>
                </a:extLst>
              </p:cNvPr>
              <p:cNvGrpSpPr/>
              <p:nvPr/>
            </p:nvGrpSpPr>
            <p:grpSpPr>
              <a:xfrm>
                <a:off x="5372739" y="2423233"/>
                <a:ext cx="133924" cy="191216"/>
                <a:chOff x="5372739" y="2423233"/>
                <a:chExt cx="133924" cy="191216"/>
              </a:xfrm>
              <a:grpFill/>
            </p:grpSpPr>
            <p:sp>
              <p:nvSpPr>
                <p:cNvPr id="142" name="任意多边形: 形状 141">
                  <a:extLst>
                    <a:ext uri="{FF2B5EF4-FFF2-40B4-BE49-F238E27FC236}">
                      <a16:creationId xmlns:a16="http://schemas.microsoft.com/office/drawing/2014/main" id="{08651F0D-B00A-E8BC-E7F5-DD69C6B18B2F}"/>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43" name="任意多边形: 形状 142">
                  <a:extLst>
                    <a:ext uri="{FF2B5EF4-FFF2-40B4-BE49-F238E27FC236}">
                      <a16:creationId xmlns:a16="http://schemas.microsoft.com/office/drawing/2014/main" id="{82BB659B-AC05-AAE0-29A3-84274293E98C}"/>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44" name="直接连接符 143">
            <a:extLst>
              <a:ext uri="{FF2B5EF4-FFF2-40B4-BE49-F238E27FC236}">
                <a16:creationId xmlns:a16="http://schemas.microsoft.com/office/drawing/2014/main" id="{EEA56CAF-43B3-AC63-7399-6D84C3E478AE}"/>
              </a:ext>
            </a:extLst>
          </p:cNvPr>
          <p:cNvCxnSpPr/>
          <p:nvPr/>
        </p:nvCxnSpPr>
        <p:spPr>
          <a:xfrm>
            <a:off x="5265251"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45" name="稿定-9">
            <a:extLst>
              <a:ext uri="{FF2B5EF4-FFF2-40B4-BE49-F238E27FC236}">
                <a16:creationId xmlns:a16="http://schemas.microsoft.com/office/drawing/2014/main" id="{9B48F248-E5CA-C4F1-3744-001AE2BAFC8C}"/>
              </a:ext>
            </a:extLst>
          </p:cNvPr>
          <p:cNvSpPr/>
          <p:nvPr/>
        </p:nvSpPr>
        <p:spPr>
          <a:xfrm flipH="1">
            <a:off x="7842676"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6" name="稿定-31">
            <a:extLst>
              <a:ext uri="{FF2B5EF4-FFF2-40B4-BE49-F238E27FC236}">
                <a16:creationId xmlns:a16="http://schemas.microsoft.com/office/drawing/2014/main" id="{BEFA91FD-E2F4-A545-F1C7-C2162DF73CD6}"/>
              </a:ext>
            </a:extLst>
          </p:cNvPr>
          <p:cNvSpPr/>
          <p:nvPr/>
        </p:nvSpPr>
        <p:spPr>
          <a:xfrm flipH="1">
            <a:off x="7508469"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47" name="组合 146">
            <a:extLst>
              <a:ext uri="{FF2B5EF4-FFF2-40B4-BE49-F238E27FC236}">
                <a16:creationId xmlns:a16="http://schemas.microsoft.com/office/drawing/2014/main" id="{6F167F2E-7AF7-550D-F2CC-7A80BF925BB6}"/>
              </a:ext>
            </a:extLst>
          </p:cNvPr>
          <p:cNvGrpSpPr/>
          <p:nvPr/>
        </p:nvGrpSpPr>
        <p:grpSpPr>
          <a:xfrm>
            <a:off x="7543186" y="4210051"/>
            <a:ext cx="218980" cy="218980"/>
            <a:chOff x="2750109" y="2372218"/>
            <a:chExt cx="533868" cy="533868"/>
          </a:xfrm>
        </p:grpSpPr>
        <p:sp>
          <p:nvSpPr>
            <p:cNvPr id="148" name="椭圆 147">
              <a:extLst>
                <a:ext uri="{FF2B5EF4-FFF2-40B4-BE49-F238E27FC236}">
                  <a16:creationId xmlns:a16="http://schemas.microsoft.com/office/drawing/2014/main" id="{3FF404FE-B365-1C3E-E59A-F18D140DE4C0}"/>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49" name="图形 2">
              <a:extLst>
                <a:ext uri="{FF2B5EF4-FFF2-40B4-BE49-F238E27FC236}">
                  <a16:creationId xmlns:a16="http://schemas.microsoft.com/office/drawing/2014/main" id="{94AAAF8C-B048-2FC1-99C5-1FC2089A2DF3}"/>
                </a:ext>
              </a:extLst>
            </p:cNvPr>
            <p:cNvGrpSpPr/>
            <p:nvPr/>
          </p:nvGrpSpPr>
          <p:grpSpPr>
            <a:xfrm>
              <a:off x="2833318" y="2518446"/>
              <a:ext cx="375840" cy="258880"/>
              <a:chOff x="4665944" y="2166485"/>
              <a:chExt cx="1145603" cy="789098"/>
            </a:xfrm>
            <a:solidFill>
              <a:schemeClr val="bg1"/>
            </a:solidFill>
          </p:grpSpPr>
          <p:sp>
            <p:nvSpPr>
              <p:cNvPr id="150" name="任意多边形: 形状 149">
                <a:extLst>
                  <a:ext uri="{FF2B5EF4-FFF2-40B4-BE49-F238E27FC236}">
                    <a16:creationId xmlns:a16="http://schemas.microsoft.com/office/drawing/2014/main" id="{04EEA0C1-D6C7-5E37-E51D-6987B73F2860}"/>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51" name="任意多边形: 形状 150">
                <a:extLst>
                  <a:ext uri="{FF2B5EF4-FFF2-40B4-BE49-F238E27FC236}">
                    <a16:creationId xmlns:a16="http://schemas.microsoft.com/office/drawing/2014/main" id="{B2183F9D-9C03-CC35-0E17-74FA470399A8}"/>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52" name="任意多边形: 形状 151">
                <a:extLst>
                  <a:ext uri="{FF2B5EF4-FFF2-40B4-BE49-F238E27FC236}">
                    <a16:creationId xmlns:a16="http://schemas.microsoft.com/office/drawing/2014/main" id="{1E65532D-3683-DA5F-83C9-8479A0AA5981}"/>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53" name="图形 2">
                <a:extLst>
                  <a:ext uri="{FF2B5EF4-FFF2-40B4-BE49-F238E27FC236}">
                    <a16:creationId xmlns:a16="http://schemas.microsoft.com/office/drawing/2014/main" id="{7CFB54B2-9644-C9D0-3C4E-7A56F19A35C9}"/>
                  </a:ext>
                </a:extLst>
              </p:cNvPr>
              <p:cNvGrpSpPr/>
              <p:nvPr/>
            </p:nvGrpSpPr>
            <p:grpSpPr>
              <a:xfrm>
                <a:off x="5372739" y="2423233"/>
                <a:ext cx="133924" cy="191216"/>
                <a:chOff x="5372739" y="2423233"/>
                <a:chExt cx="133924" cy="191216"/>
              </a:xfrm>
              <a:grpFill/>
            </p:grpSpPr>
            <p:sp>
              <p:nvSpPr>
                <p:cNvPr id="154" name="任意多边形: 形状 153">
                  <a:extLst>
                    <a:ext uri="{FF2B5EF4-FFF2-40B4-BE49-F238E27FC236}">
                      <a16:creationId xmlns:a16="http://schemas.microsoft.com/office/drawing/2014/main" id="{BD818F6F-8C57-68E4-DE1F-0FA894DCD7B0}"/>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55" name="任意多边形: 形状 154">
                  <a:extLst>
                    <a:ext uri="{FF2B5EF4-FFF2-40B4-BE49-F238E27FC236}">
                      <a16:creationId xmlns:a16="http://schemas.microsoft.com/office/drawing/2014/main" id="{D7201BBD-8F3A-6187-649B-A0BA01D44AEF}"/>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56" name="稿定-9">
            <a:extLst>
              <a:ext uri="{FF2B5EF4-FFF2-40B4-BE49-F238E27FC236}">
                <a16:creationId xmlns:a16="http://schemas.microsoft.com/office/drawing/2014/main" id="{9BF8B301-2739-0FF3-1763-830AC66871C6}"/>
              </a:ext>
            </a:extLst>
          </p:cNvPr>
          <p:cNvSpPr/>
          <p:nvPr/>
        </p:nvSpPr>
        <p:spPr>
          <a:xfrm flipH="1">
            <a:off x="7842676"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7" name="稿定-31">
            <a:extLst>
              <a:ext uri="{FF2B5EF4-FFF2-40B4-BE49-F238E27FC236}">
                <a16:creationId xmlns:a16="http://schemas.microsoft.com/office/drawing/2014/main" id="{62116B62-6820-6391-2307-09FA93E8FD7E}"/>
              </a:ext>
            </a:extLst>
          </p:cNvPr>
          <p:cNvSpPr/>
          <p:nvPr/>
        </p:nvSpPr>
        <p:spPr>
          <a:xfrm flipH="1">
            <a:off x="7508469"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8" name="组合 157">
            <a:extLst>
              <a:ext uri="{FF2B5EF4-FFF2-40B4-BE49-F238E27FC236}">
                <a16:creationId xmlns:a16="http://schemas.microsoft.com/office/drawing/2014/main" id="{FE08E6D2-D7CF-D645-98F3-06F0429DB96D}"/>
              </a:ext>
            </a:extLst>
          </p:cNvPr>
          <p:cNvGrpSpPr/>
          <p:nvPr/>
        </p:nvGrpSpPr>
        <p:grpSpPr>
          <a:xfrm>
            <a:off x="7543186" y="5045559"/>
            <a:ext cx="218980" cy="218980"/>
            <a:chOff x="2750109" y="2372218"/>
            <a:chExt cx="533868" cy="533868"/>
          </a:xfrm>
        </p:grpSpPr>
        <p:sp>
          <p:nvSpPr>
            <p:cNvPr id="159" name="椭圆 158">
              <a:extLst>
                <a:ext uri="{FF2B5EF4-FFF2-40B4-BE49-F238E27FC236}">
                  <a16:creationId xmlns:a16="http://schemas.microsoft.com/office/drawing/2014/main" id="{53062C70-FA79-BB7F-304F-7AA436FB0085}"/>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60" name="图形 2">
              <a:extLst>
                <a:ext uri="{FF2B5EF4-FFF2-40B4-BE49-F238E27FC236}">
                  <a16:creationId xmlns:a16="http://schemas.microsoft.com/office/drawing/2014/main" id="{986EB17D-732C-927D-55C2-0ACAC7A55081}"/>
                </a:ext>
              </a:extLst>
            </p:cNvPr>
            <p:cNvGrpSpPr/>
            <p:nvPr/>
          </p:nvGrpSpPr>
          <p:grpSpPr>
            <a:xfrm>
              <a:off x="2833318" y="2518446"/>
              <a:ext cx="375840" cy="258880"/>
              <a:chOff x="4665944" y="2166485"/>
              <a:chExt cx="1145603" cy="789098"/>
            </a:xfrm>
            <a:solidFill>
              <a:schemeClr val="bg1"/>
            </a:solidFill>
          </p:grpSpPr>
          <p:sp>
            <p:nvSpPr>
              <p:cNvPr id="161" name="任意多边形: 形状 160">
                <a:extLst>
                  <a:ext uri="{FF2B5EF4-FFF2-40B4-BE49-F238E27FC236}">
                    <a16:creationId xmlns:a16="http://schemas.microsoft.com/office/drawing/2014/main" id="{38B7AC36-FA3A-5EA6-A2AE-568A0C821FA2}"/>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62" name="任意多边形: 形状 161">
                <a:extLst>
                  <a:ext uri="{FF2B5EF4-FFF2-40B4-BE49-F238E27FC236}">
                    <a16:creationId xmlns:a16="http://schemas.microsoft.com/office/drawing/2014/main" id="{F08F6C5B-530B-DCB1-9EC1-9F0BF3402568}"/>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63" name="任意多边形: 形状 162">
                <a:extLst>
                  <a:ext uri="{FF2B5EF4-FFF2-40B4-BE49-F238E27FC236}">
                    <a16:creationId xmlns:a16="http://schemas.microsoft.com/office/drawing/2014/main" id="{8A2C0E73-D40D-3A47-D03F-1452FA0EF912}"/>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64" name="图形 2">
                <a:extLst>
                  <a:ext uri="{FF2B5EF4-FFF2-40B4-BE49-F238E27FC236}">
                    <a16:creationId xmlns:a16="http://schemas.microsoft.com/office/drawing/2014/main" id="{821AFC6E-0547-84EC-F0DA-7D3254763819}"/>
                  </a:ext>
                </a:extLst>
              </p:cNvPr>
              <p:cNvGrpSpPr/>
              <p:nvPr/>
            </p:nvGrpSpPr>
            <p:grpSpPr>
              <a:xfrm>
                <a:off x="5372739" y="2423233"/>
                <a:ext cx="133924" cy="191216"/>
                <a:chOff x="5372739" y="2423233"/>
                <a:chExt cx="133924" cy="191216"/>
              </a:xfrm>
              <a:grpFill/>
            </p:grpSpPr>
            <p:sp>
              <p:nvSpPr>
                <p:cNvPr id="165" name="任意多边形: 形状 164">
                  <a:extLst>
                    <a:ext uri="{FF2B5EF4-FFF2-40B4-BE49-F238E27FC236}">
                      <a16:creationId xmlns:a16="http://schemas.microsoft.com/office/drawing/2014/main" id="{9051E3DF-172F-9B6C-C46D-AB9ACFC40631}"/>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66" name="任意多边形: 形状 165">
                  <a:extLst>
                    <a:ext uri="{FF2B5EF4-FFF2-40B4-BE49-F238E27FC236}">
                      <a16:creationId xmlns:a16="http://schemas.microsoft.com/office/drawing/2014/main" id="{699AA573-8DB3-09DC-F1DA-4329F8651CE5}"/>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67" name="直接连接符 166">
            <a:extLst>
              <a:ext uri="{FF2B5EF4-FFF2-40B4-BE49-F238E27FC236}">
                <a16:creationId xmlns:a16="http://schemas.microsoft.com/office/drawing/2014/main" id="{19B6FBCC-2F5E-50AD-F4EC-1F889488BD12}"/>
              </a:ext>
            </a:extLst>
          </p:cNvPr>
          <p:cNvCxnSpPr/>
          <p:nvPr/>
        </p:nvCxnSpPr>
        <p:spPr>
          <a:xfrm>
            <a:off x="7445494"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68" name="稿定-9">
            <a:extLst>
              <a:ext uri="{FF2B5EF4-FFF2-40B4-BE49-F238E27FC236}">
                <a16:creationId xmlns:a16="http://schemas.microsoft.com/office/drawing/2014/main" id="{8D7A07A0-B23D-1D14-8EB8-D341350A4BED}"/>
              </a:ext>
            </a:extLst>
          </p:cNvPr>
          <p:cNvSpPr/>
          <p:nvPr/>
        </p:nvSpPr>
        <p:spPr>
          <a:xfrm flipH="1">
            <a:off x="10022919" y="4186285"/>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9" name="稿定-31">
            <a:extLst>
              <a:ext uri="{FF2B5EF4-FFF2-40B4-BE49-F238E27FC236}">
                <a16:creationId xmlns:a16="http://schemas.microsoft.com/office/drawing/2014/main" id="{F5AC4346-089C-B0EB-7613-55B3B85D30D1}"/>
              </a:ext>
            </a:extLst>
          </p:cNvPr>
          <p:cNvSpPr/>
          <p:nvPr/>
        </p:nvSpPr>
        <p:spPr>
          <a:xfrm flipH="1">
            <a:off x="9688712" y="4510608"/>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70" name="组合 169">
            <a:extLst>
              <a:ext uri="{FF2B5EF4-FFF2-40B4-BE49-F238E27FC236}">
                <a16:creationId xmlns:a16="http://schemas.microsoft.com/office/drawing/2014/main" id="{46A7D8F5-C706-B031-3C9C-0C98377444B7}"/>
              </a:ext>
            </a:extLst>
          </p:cNvPr>
          <p:cNvGrpSpPr/>
          <p:nvPr/>
        </p:nvGrpSpPr>
        <p:grpSpPr>
          <a:xfrm>
            <a:off x="9723429" y="4210051"/>
            <a:ext cx="218980" cy="218980"/>
            <a:chOff x="2750109" y="2372218"/>
            <a:chExt cx="533868" cy="533868"/>
          </a:xfrm>
        </p:grpSpPr>
        <p:sp>
          <p:nvSpPr>
            <p:cNvPr id="171" name="椭圆 170">
              <a:extLst>
                <a:ext uri="{FF2B5EF4-FFF2-40B4-BE49-F238E27FC236}">
                  <a16:creationId xmlns:a16="http://schemas.microsoft.com/office/drawing/2014/main" id="{18A88423-100E-534A-C122-CE4428C3D99D}"/>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72" name="图形 2">
              <a:extLst>
                <a:ext uri="{FF2B5EF4-FFF2-40B4-BE49-F238E27FC236}">
                  <a16:creationId xmlns:a16="http://schemas.microsoft.com/office/drawing/2014/main" id="{14B7C188-1EE5-77B4-6A20-0827BF3CC53C}"/>
                </a:ext>
              </a:extLst>
            </p:cNvPr>
            <p:cNvGrpSpPr/>
            <p:nvPr/>
          </p:nvGrpSpPr>
          <p:grpSpPr>
            <a:xfrm>
              <a:off x="2833318" y="2518446"/>
              <a:ext cx="375840" cy="258880"/>
              <a:chOff x="4665944" y="2166485"/>
              <a:chExt cx="1145603" cy="789098"/>
            </a:xfrm>
            <a:solidFill>
              <a:schemeClr val="bg1"/>
            </a:solidFill>
          </p:grpSpPr>
          <p:sp>
            <p:nvSpPr>
              <p:cNvPr id="173" name="任意多边形: 形状 172">
                <a:extLst>
                  <a:ext uri="{FF2B5EF4-FFF2-40B4-BE49-F238E27FC236}">
                    <a16:creationId xmlns:a16="http://schemas.microsoft.com/office/drawing/2014/main" id="{F8C12B89-0CCE-E756-119D-AE23AC992545}"/>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74" name="任意多边形: 形状 173">
                <a:extLst>
                  <a:ext uri="{FF2B5EF4-FFF2-40B4-BE49-F238E27FC236}">
                    <a16:creationId xmlns:a16="http://schemas.microsoft.com/office/drawing/2014/main" id="{013C2ABC-26DF-DD9C-0C51-A26EB34C55A5}"/>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75" name="任意多边形: 形状 174">
                <a:extLst>
                  <a:ext uri="{FF2B5EF4-FFF2-40B4-BE49-F238E27FC236}">
                    <a16:creationId xmlns:a16="http://schemas.microsoft.com/office/drawing/2014/main" id="{07BDF349-E5F9-6609-1732-5820FDC1A8FB}"/>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76" name="图形 2">
                <a:extLst>
                  <a:ext uri="{FF2B5EF4-FFF2-40B4-BE49-F238E27FC236}">
                    <a16:creationId xmlns:a16="http://schemas.microsoft.com/office/drawing/2014/main" id="{98FAC8FB-A926-77ED-452B-DCCB8B4C0871}"/>
                  </a:ext>
                </a:extLst>
              </p:cNvPr>
              <p:cNvGrpSpPr/>
              <p:nvPr/>
            </p:nvGrpSpPr>
            <p:grpSpPr>
              <a:xfrm>
                <a:off x="5372739" y="2423233"/>
                <a:ext cx="133924" cy="191216"/>
                <a:chOff x="5372739" y="2423233"/>
                <a:chExt cx="133924" cy="191216"/>
              </a:xfrm>
              <a:grpFill/>
            </p:grpSpPr>
            <p:sp>
              <p:nvSpPr>
                <p:cNvPr id="177" name="任意多边形: 形状 176">
                  <a:extLst>
                    <a:ext uri="{FF2B5EF4-FFF2-40B4-BE49-F238E27FC236}">
                      <a16:creationId xmlns:a16="http://schemas.microsoft.com/office/drawing/2014/main" id="{85F846A4-072C-E98E-3A25-E093B2BF2ED5}"/>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78" name="任意多边形: 形状 177">
                  <a:extLst>
                    <a:ext uri="{FF2B5EF4-FFF2-40B4-BE49-F238E27FC236}">
                      <a16:creationId xmlns:a16="http://schemas.microsoft.com/office/drawing/2014/main" id="{497753D7-D791-B93E-90E4-3B62B5332E99}"/>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79" name="稿定-9">
            <a:extLst>
              <a:ext uri="{FF2B5EF4-FFF2-40B4-BE49-F238E27FC236}">
                <a16:creationId xmlns:a16="http://schemas.microsoft.com/office/drawing/2014/main" id="{D2A463E4-88D3-7F65-27CF-145B270A36C0}"/>
              </a:ext>
            </a:extLst>
          </p:cNvPr>
          <p:cNvSpPr/>
          <p:nvPr/>
        </p:nvSpPr>
        <p:spPr>
          <a:xfrm flipH="1">
            <a:off x="10022919" y="5021793"/>
            <a:ext cx="919006" cy="231410"/>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0" name="稿定-31">
            <a:extLst>
              <a:ext uri="{FF2B5EF4-FFF2-40B4-BE49-F238E27FC236}">
                <a16:creationId xmlns:a16="http://schemas.microsoft.com/office/drawing/2014/main" id="{76044DCA-3C88-1770-5774-677EC1ADFD69}"/>
              </a:ext>
            </a:extLst>
          </p:cNvPr>
          <p:cNvSpPr/>
          <p:nvPr/>
        </p:nvSpPr>
        <p:spPr>
          <a:xfrm flipH="1">
            <a:off x="9688712" y="5346116"/>
            <a:ext cx="1544672" cy="2884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81" name="组合 180">
            <a:extLst>
              <a:ext uri="{FF2B5EF4-FFF2-40B4-BE49-F238E27FC236}">
                <a16:creationId xmlns:a16="http://schemas.microsoft.com/office/drawing/2014/main" id="{68822777-45B4-78ED-6BD5-7EB8A2A4624A}"/>
              </a:ext>
            </a:extLst>
          </p:cNvPr>
          <p:cNvGrpSpPr/>
          <p:nvPr/>
        </p:nvGrpSpPr>
        <p:grpSpPr>
          <a:xfrm>
            <a:off x="9723429" y="5045559"/>
            <a:ext cx="218980" cy="218980"/>
            <a:chOff x="2750109" y="2372218"/>
            <a:chExt cx="533868" cy="533868"/>
          </a:xfrm>
        </p:grpSpPr>
        <p:sp>
          <p:nvSpPr>
            <p:cNvPr id="182" name="椭圆 181">
              <a:extLst>
                <a:ext uri="{FF2B5EF4-FFF2-40B4-BE49-F238E27FC236}">
                  <a16:creationId xmlns:a16="http://schemas.microsoft.com/office/drawing/2014/main" id="{A2810A56-FA37-007B-E01C-49A745F5E5A3}"/>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83" name="图形 2">
              <a:extLst>
                <a:ext uri="{FF2B5EF4-FFF2-40B4-BE49-F238E27FC236}">
                  <a16:creationId xmlns:a16="http://schemas.microsoft.com/office/drawing/2014/main" id="{6B988C1D-9E94-3B4C-9812-798F53FFD5FA}"/>
                </a:ext>
              </a:extLst>
            </p:cNvPr>
            <p:cNvGrpSpPr/>
            <p:nvPr/>
          </p:nvGrpSpPr>
          <p:grpSpPr>
            <a:xfrm>
              <a:off x="2833318" y="2518446"/>
              <a:ext cx="375840" cy="258880"/>
              <a:chOff x="4665944" y="2166485"/>
              <a:chExt cx="1145603" cy="789098"/>
            </a:xfrm>
            <a:solidFill>
              <a:schemeClr val="bg1"/>
            </a:solidFill>
          </p:grpSpPr>
          <p:sp>
            <p:nvSpPr>
              <p:cNvPr id="184" name="任意多边形: 形状 183">
                <a:extLst>
                  <a:ext uri="{FF2B5EF4-FFF2-40B4-BE49-F238E27FC236}">
                    <a16:creationId xmlns:a16="http://schemas.microsoft.com/office/drawing/2014/main" id="{AA87D3AC-38F5-2799-6638-32D2B4FF08E3}"/>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85" name="任意多边形: 形状 184">
                <a:extLst>
                  <a:ext uri="{FF2B5EF4-FFF2-40B4-BE49-F238E27FC236}">
                    <a16:creationId xmlns:a16="http://schemas.microsoft.com/office/drawing/2014/main" id="{239176B4-52FB-8811-DCAF-21F4E112A475}"/>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86" name="任意多边形: 形状 185">
                <a:extLst>
                  <a:ext uri="{FF2B5EF4-FFF2-40B4-BE49-F238E27FC236}">
                    <a16:creationId xmlns:a16="http://schemas.microsoft.com/office/drawing/2014/main" id="{CBE2E8CD-E9A1-F9A0-BD7B-26EC872F4A4B}"/>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87" name="图形 2">
                <a:extLst>
                  <a:ext uri="{FF2B5EF4-FFF2-40B4-BE49-F238E27FC236}">
                    <a16:creationId xmlns:a16="http://schemas.microsoft.com/office/drawing/2014/main" id="{6D34FE4D-3C0D-A745-AA35-680F4BEB8D42}"/>
                  </a:ext>
                </a:extLst>
              </p:cNvPr>
              <p:cNvGrpSpPr/>
              <p:nvPr/>
            </p:nvGrpSpPr>
            <p:grpSpPr>
              <a:xfrm>
                <a:off x="5372739" y="2423233"/>
                <a:ext cx="133924" cy="191216"/>
                <a:chOff x="5372739" y="2423233"/>
                <a:chExt cx="133924" cy="191216"/>
              </a:xfrm>
              <a:grpFill/>
            </p:grpSpPr>
            <p:sp>
              <p:nvSpPr>
                <p:cNvPr id="188" name="任意多边形: 形状 187">
                  <a:extLst>
                    <a:ext uri="{FF2B5EF4-FFF2-40B4-BE49-F238E27FC236}">
                      <a16:creationId xmlns:a16="http://schemas.microsoft.com/office/drawing/2014/main" id="{4589D8E0-0AF3-2FB9-5179-233696727256}"/>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89" name="任意多边形: 形状 188">
                  <a:extLst>
                    <a:ext uri="{FF2B5EF4-FFF2-40B4-BE49-F238E27FC236}">
                      <a16:creationId xmlns:a16="http://schemas.microsoft.com/office/drawing/2014/main" id="{82838A76-DF89-9EBF-9504-80CF438D70C4}"/>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190" name="直接连接符 189">
            <a:extLst>
              <a:ext uri="{FF2B5EF4-FFF2-40B4-BE49-F238E27FC236}">
                <a16:creationId xmlns:a16="http://schemas.microsoft.com/office/drawing/2014/main" id="{70CA8BFD-E1C5-3702-5EC9-DF3B5DC41747}"/>
              </a:ext>
            </a:extLst>
          </p:cNvPr>
          <p:cNvCxnSpPr/>
          <p:nvPr/>
        </p:nvCxnSpPr>
        <p:spPr>
          <a:xfrm>
            <a:off x="9625737" y="4919663"/>
            <a:ext cx="1607647"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641717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gaoding-1">
            <a:extLst>
              <a:ext uri="{FF2B5EF4-FFF2-40B4-BE49-F238E27FC236}">
                <a16:creationId xmlns:a16="http://schemas.microsoft.com/office/drawing/2014/main" id="{2EDCDCC0-4D55-8587-8F35-1C5983EF0155}"/>
              </a:ext>
            </a:extLst>
          </p:cNvPr>
          <p:cNvSpPr/>
          <p:nvPr/>
        </p:nvSpPr>
        <p:spPr>
          <a:xfrm flipV="1">
            <a:off x="6096378" y="2454923"/>
            <a:ext cx="0" cy="53340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2">
            <a:extLst>
              <a:ext uri="{FF2B5EF4-FFF2-40B4-BE49-F238E27FC236}">
                <a16:creationId xmlns:a16="http://schemas.microsoft.com/office/drawing/2014/main" id="{9250DE0D-4388-6F2F-9DA5-482CA09B3C5A}"/>
              </a:ext>
            </a:extLst>
          </p:cNvPr>
          <p:cNvSpPr/>
          <p:nvPr/>
        </p:nvSpPr>
        <p:spPr>
          <a:xfrm>
            <a:off x="810862" y="1675443"/>
            <a:ext cx="10557169" cy="78306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zh-CN"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3" name="gaoding-3">
            <a:extLst>
              <a:ext uri="{FF2B5EF4-FFF2-40B4-BE49-F238E27FC236}">
                <a16:creationId xmlns:a16="http://schemas.microsoft.com/office/drawing/2014/main" id="{8B2E3593-F1B7-130F-BA9E-334D33FA2B77}"/>
              </a:ext>
            </a:extLst>
          </p:cNvPr>
          <p:cNvSpPr/>
          <p:nvPr/>
        </p:nvSpPr>
        <p:spPr>
          <a:xfrm>
            <a:off x="1635613" y="2993495"/>
            <a:ext cx="8908829" cy="468074"/>
          </a:xfrm>
          <a:custGeom>
            <a:avLst/>
            <a:gdLst/>
            <a:ahLst/>
            <a:cxnLst>
              <a:cxn ang="0">
                <a:pos x="wd2" y="hd2"/>
              </a:cxn>
              <a:cxn ang="5400000">
                <a:pos x="wd2" y="hd2"/>
              </a:cxn>
              <a:cxn ang="10800000">
                <a:pos x="wd2" y="hd2"/>
              </a:cxn>
              <a:cxn ang="16200000">
                <a:pos x="wd2" y="hd2"/>
              </a:cxn>
            </a:cxnLst>
            <a:rect l="0" t="0" r="r" b="b"/>
            <a:pathLst>
              <a:path w="21600" h="21521" extrusionOk="0">
                <a:moveTo>
                  <a:pt x="0" y="21410"/>
                </a:moveTo>
                <a:lnTo>
                  <a:pt x="0" y="4159"/>
                </a:lnTo>
                <a:cubicBezTo>
                  <a:pt x="0" y="3036"/>
                  <a:pt x="35" y="1963"/>
                  <a:pt x="96" y="1182"/>
                </a:cubicBezTo>
                <a:cubicBezTo>
                  <a:pt x="162" y="347"/>
                  <a:pt x="251" y="-79"/>
                  <a:pt x="342" y="12"/>
                </a:cubicBezTo>
                <a:lnTo>
                  <a:pt x="21291" y="12"/>
                </a:lnTo>
                <a:cubicBezTo>
                  <a:pt x="21382" y="27"/>
                  <a:pt x="21468" y="560"/>
                  <a:pt x="21527" y="1474"/>
                </a:cubicBezTo>
                <a:cubicBezTo>
                  <a:pt x="21573" y="2202"/>
                  <a:pt x="21599" y="3121"/>
                  <a:pt x="21600" y="4074"/>
                </a:cubicBezTo>
                <a:lnTo>
                  <a:pt x="21600" y="21521"/>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5">
            <a:extLst>
              <a:ext uri="{FF2B5EF4-FFF2-40B4-BE49-F238E27FC236}">
                <a16:creationId xmlns:a16="http://schemas.microsoft.com/office/drawing/2014/main" id="{E173ADAC-13DF-4CE1-CEB0-627547FFE547}"/>
              </a:ext>
            </a:extLst>
          </p:cNvPr>
          <p:cNvSpPr/>
          <p:nvPr/>
        </p:nvSpPr>
        <p:spPr>
          <a:xfrm flipV="1">
            <a:off x="5207378" y="2988323"/>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a:extLst>
              <a:ext uri="{FF2B5EF4-FFF2-40B4-BE49-F238E27FC236}">
                <a16:creationId xmlns:a16="http://schemas.microsoft.com/office/drawing/2014/main" id="{4421204D-685A-BA28-FFBB-753302F80118}"/>
              </a:ext>
            </a:extLst>
          </p:cNvPr>
          <p:cNvGrpSpPr/>
          <p:nvPr/>
        </p:nvGrpSpPr>
        <p:grpSpPr>
          <a:xfrm>
            <a:off x="3416677" y="2992558"/>
            <a:ext cx="3564467" cy="468074"/>
            <a:chOff x="3416677" y="2878257"/>
            <a:chExt cx="3564467" cy="546521"/>
          </a:xfrm>
        </p:grpSpPr>
        <p:sp>
          <p:nvSpPr>
            <p:cNvPr id="64" name="gaoding-4">
              <a:extLst>
                <a:ext uri="{FF2B5EF4-FFF2-40B4-BE49-F238E27FC236}">
                  <a16:creationId xmlns:a16="http://schemas.microsoft.com/office/drawing/2014/main" id="{D847A13B-E907-8D0C-84BD-FE118F671BF9}"/>
                </a:ext>
              </a:extLst>
            </p:cNvPr>
            <p:cNvSpPr/>
            <p:nvPr/>
          </p:nvSpPr>
          <p:spPr>
            <a:xfrm flipV="1">
              <a:off x="3416677" y="2878257"/>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gaoding-6">
              <a:extLst>
                <a:ext uri="{FF2B5EF4-FFF2-40B4-BE49-F238E27FC236}">
                  <a16:creationId xmlns:a16="http://schemas.microsoft.com/office/drawing/2014/main" id="{8D21E95B-299F-96E2-F9A3-2B66150BD02F}"/>
                </a:ext>
              </a:extLst>
            </p:cNvPr>
            <p:cNvSpPr/>
            <p:nvPr/>
          </p:nvSpPr>
          <p:spPr>
            <a:xfrm flipV="1">
              <a:off x="6981144" y="2878257"/>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88" name="gaoding-7">
            <a:extLst>
              <a:ext uri="{FF2B5EF4-FFF2-40B4-BE49-F238E27FC236}">
                <a16:creationId xmlns:a16="http://schemas.microsoft.com/office/drawing/2014/main" id="{7C7BA641-B613-806C-2CAD-30237D8CB7CF}"/>
              </a:ext>
            </a:extLst>
          </p:cNvPr>
          <p:cNvSpPr/>
          <p:nvPr/>
        </p:nvSpPr>
        <p:spPr>
          <a:xfrm flipV="1">
            <a:off x="8763378" y="2988323"/>
            <a:ext cx="0" cy="546521"/>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稿定-9">
            <a:extLst>
              <a:ext uri="{FF2B5EF4-FFF2-40B4-BE49-F238E27FC236}">
                <a16:creationId xmlns:a16="http://schemas.microsoft.com/office/drawing/2014/main" id="{821BFF07-D05A-D9E9-21B6-A28C73EDF809}"/>
              </a:ext>
            </a:extLst>
          </p:cNvPr>
          <p:cNvSpPr/>
          <p:nvPr/>
        </p:nvSpPr>
        <p:spPr>
          <a:xfrm flipH="1">
            <a:off x="5171030" y="1770695"/>
            <a:ext cx="1849939" cy="48898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输入标题文字</a:t>
            </a:r>
            <a:endParaRPr kumimoji="0" lang="en-US" sz="2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09832CB3-558B-88F7-FDD3-843657AA231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C211DA63-A0FE-A72E-51D6-6396DD2B0F0E}"/>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3AC449A2-1132-2CFF-C2F6-F736BEA5C5B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gaoding-8">
            <a:extLst>
              <a:ext uri="{FF2B5EF4-FFF2-40B4-BE49-F238E27FC236}">
                <a16:creationId xmlns:a16="http://schemas.microsoft.com/office/drawing/2014/main" id="{AC8D8C51-C878-13BA-3B0C-6D6C89CA4BBE}"/>
              </a:ext>
            </a:extLst>
          </p:cNvPr>
          <p:cNvSpPr/>
          <p:nvPr/>
        </p:nvSpPr>
        <p:spPr>
          <a:xfrm>
            <a:off x="810861" y="3465803"/>
            <a:ext cx="1647183"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gaoding-10">
            <a:extLst>
              <a:ext uri="{FF2B5EF4-FFF2-40B4-BE49-F238E27FC236}">
                <a16:creationId xmlns:a16="http://schemas.microsoft.com/office/drawing/2014/main" id="{D460BB68-81CB-67E3-5C7A-2EBFA8DC9EE9}"/>
              </a:ext>
            </a:extLst>
          </p:cNvPr>
          <p:cNvSpPr/>
          <p:nvPr/>
        </p:nvSpPr>
        <p:spPr>
          <a:xfrm>
            <a:off x="2593401" y="3465803"/>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gaoding-12">
            <a:extLst>
              <a:ext uri="{FF2B5EF4-FFF2-40B4-BE49-F238E27FC236}">
                <a16:creationId xmlns:a16="http://schemas.microsoft.com/office/drawing/2014/main" id="{3D3355A0-7E1B-B274-4503-8EBE2A05DCA9}"/>
              </a:ext>
            </a:extLst>
          </p:cNvPr>
          <p:cNvSpPr/>
          <p:nvPr/>
        </p:nvSpPr>
        <p:spPr>
          <a:xfrm>
            <a:off x="4375940" y="3465803"/>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gaoding-14">
            <a:extLst>
              <a:ext uri="{FF2B5EF4-FFF2-40B4-BE49-F238E27FC236}">
                <a16:creationId xmlns:a16="http://schemas.microsoft.com/office/drawing/2014/main" id="{06417708-898D-59CD-D503-90B03BDB02F5}"/>
              </a:ext>
            </a:extLst>
          </p:cNvPr>
          <p:cNvSpPr/>
          <p:nvPr/>
        </p:nvSpPr>
        <p:spPr>
          <a:xfrm>
            <a:off x="6158481" y="3465804"/>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gaoding-16">
            <a:extLst>
              <a:ext uri="{FF2B5EF4-FFF2-40B4-BE49-F238E27FC236}">
                <a16:creationId xmlns:a16="http://schemas.microsoft.com/office/drawing/2014/main" id="{8AC17CE0-AE39-C963-DFFF-44663A2B495E}"/>
              </a:ext>
            </a:extLst>
          </p:cNvPr>
          <p:cNvSpPr/>
          <p:nvPr/>
        </p:nvSpPr>
        <p:spPr>
          <a:xfrm>
            <a:off x="7941021" y="3465804"/>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9" name="gaoding-18">
            <a:extLst>
              <a:ext uri="{FF2B5EF4-FFF2-40B4-BE49-F238E27FC236}">
                <a16:creationId xmlns:a16="http://schemas.microsoft.com/office/drawing/2014/main" id="{0061D6B6-1190-6911-7F6B-8FC55F6AE2AD}"/>
              </a:ext>
            </a:extLst>
          </p:cNvPr>
          <p:cNvSpPr/>
          <p:nvPr/>
        </p:nvSpPr>
        <p:spPr>
          <a:xfrm>
            <a:off x="9720850" y="3465804"/>
            <a:ext cx="1647184"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稿定-9">
            <a:extLst>
              <a:ext uri="{FF2B5EF4-FFF2-40B4-BE49-F238E27FC236}">
                <a16:creationId xmlns:a16="http://schemas.microsoft.com/office/drawing/2014/main" id="{B1E6EA51-EA31-F44C-C5DF-DEAF082568F5}"/>
              </a:ext>
            </a:extLst>
          </p:cNvPr>
          <p:cNvSpPr/>
          <p:nvPr/>
        </p:nvSpPr>
        <p:spPr>
          <a:xfrm flipH="1">
            <a:off x="710411"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万寿无疆</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1" name="稿定-31">
            <a:extLst>
              <a:ext uri="{FF2B5EF4-FFF2-40B4-BE49-F238E27FC236}">
                <a16:creationId xmlns:a16="http://schemas.microsoft.com/office/drawing/2014/main" id="{F1C81737-0EE3-1439-00A2-14E0600790FB}"/>
              </a:ext>
            </a:extLst>
          </p:cNvPr>
          <p:cNvSpPr/>
          <p:nvPr/>
        </p:nvSpPr>
        <p:spPr>
          <a:xfrm flipH="1">
            <a:off x="92750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稿定-9">
            <a:extLst>
              <a:ext uri="{FF2B5EF4-FFF2-40B4-BE49-F238E27FC236}">
                <a16:creationId xmlns:a16="http://schemas.microsoft.com/office/drawing/2014/main" id="{17F34A90-394C-C142-E7CF-DBE4A471B26C}"/>
              </a:ext>
            </a:extLst>
          </p:cNvPr>
          <p:cNvSpPr/>
          <p:nvPr/>
        </p:nvSpPr>
        <p:spPr>
          <a:xfrm flipH="1">
            <a:off x="2491707"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建功立业</a:t>
            </a:r>
            <a:endParaRPr kumimoji="0" 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3" name="稿定-31">
            <a:extLst>
              <a:ext uri="{FF2B5EF4-FFF2-40B4-BE49-F238E27FC236}">
                <a16:creationId xmlns:a16="http://schemas.microsoft.com/office/drawing/2014/main" id="{34B973AB-D544-F967-4BFF-881017E41DD9}"/>
              </a:ext>
            </a:extLst>
          </p:cNvPr>
          <p:cNvSpPr/>
          <p:nvPr/>
        </p:nvSpPr>
        <p:spPr>
          <a:xfrm flipH="1">
            <a:off x="2708796"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稿定-9">
            <a:extLst>
              <a:ext uri="{FF2B5EF4-FFF2-40B4-BE49-F238E27FC236}">
                <a16:creationId xmlns:a16="http://schemas.microsoft.com/office/drawing/2014/main" id="{DB6552F9-0DFE-58CD-E29A-215A495D7A88}"/>
              </a:ext>
            </a:extLst>
          </p:cNvPr>
          <p:cNvSpPr/>
          <p:nvPr/>
        </p:nvSpPr>
        <p:spPr>
          <a:xfrm flipH="1">
            <a:off x="4285551"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秀外慧中</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5" name="稿定-31">
            <a:extLst>
              <a:ext uri="{FF2B5EF4-FFF2-40B4-BE49-F238E27FC236}">
                <a16:creationId xmlns:a16="http://schemas.microsoft.com/office/drawing/2014/main" id="{3E2C136D-F48B-0A4C-B871-B6CC0DCB0198}"/>
              </a:ext>
            </a:extLst>
          </p:cNvPr>
          <p:cNvSpPr/>
          <p:nvPr/>
        </p:nvSpPr>
        <p:spPr>
          <a:xfrm flipH="1">
            <a:off x="450264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稿定-9">
            <a:extLst>
              <a:ext uri="{FF2B5EF4-FFF2-40B4-BE49-F238E27FC236}">
                <a16:creationId xmlns:a16="http://schemas.microsoft.com/office/drawing/2014/main" id="{3C097966-599B-B4C3-5D49-33EBD278529F}"/>
              </a:ext>
            </a:extLst>
          </p:cNvPr>
          <p:cNvSpPr/>
          <p:nvPr/>
        </p:nvSpPr>
        <p:spPr>
          <a:xfrm flipH="1">
            <a:off x="6057103"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鸿业远图</a:t>
            </a:r>
            <a:endParaRPr kumimoji="0" 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7" name="稿定-31">
            <a:extLst>
              <a:ext uri="{FF2B5EF4-FFF2-40B4-BE49-F238E27FC236}">
                <a16:creationId xmlns:a16="http://schemas.microsoft.com/office/drawing/2014/main" id="{915A8CF3-6D08-6945-4074-02645F9AA7AF}"/>
              </a:ext>
            </a:extLst>
          </p:cNvPr>
          <p:cNvSpPr/>
          <p:nvPr/>
        </p:nvSpPr>
        <p:spPr>
          <a:xfrm flipH="1">
            <a:off x="6274192"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稿定-9">
            <a:extLst>
              <a:ext uri="{FF2B5EF4-FFF2-40B4-BE49-F238E27FC236}">
                <a16:creationId xmlns:a16="http://schemas.microsoft.com/office/drawing/2014/main" id="{B0A4843D-9BE7-DC82-1254-F4A2567B7453}"/>
              </a:ext>
            </a:extLst>
          </p:cNvPr>
          <p:cNvSpPr/>
          <p:nvPr/>
        </p:nvSpPr>
        <p:spPr>
          <a:xfrm flipH="1">
            <a:off x="7852211"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官运亨通</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9" name="稿定-31">
            <a:extLst>
              <a:ext uri="{FF2B5EF4-FFF2-40B4-BE49-F238E27FC236}">
                <a16:creationId xmlns:a16="http://schemas.microsoft.com/office/drawing/2014/main" id="{2BD9FA41-803A-097C-4A42-CAEA9525078F}"/>
              </a:ext>
            </a:extLst>
          </p:cNvPr>
          <p:cNvSpPr/>
          <p:nvPr/>
        </p:nvSpPr>
        <p:spPr>
          <a:xfrm flipH="1">
            <a:off x="806930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稿定-9">
            <a:extLst>
              <a:ext uri="{FF2B5EF4-FFF2-40B4-BE49-F238E27FC236}">
                <a16:creationId xmlns:a16="http://schemas.microsoft.com/office/drawing/2014/main" id="{C4E89DD3-9261-8DFD-7A2C-DAA2DFCDEB74}"/>
              </a:ext>
            </a:extLst>
          </p:cNvPr>
          <p:cNvSpPr/>
          <p:nvPr/>
        </p:nvSpPr>
        <p:spPr>
          <a:xfrm flipH="1">
            <a:off x="9619473" y="4533902"/>
            <a:ext cx="1849939" cy="29444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时运亨通</a:t>
            </a:r>
            <a:endParaRPr kumimoji="0" lang="en-US" sz="1400" i="0" u="none" strike="noStrike" kern="1200" cap="none" spc="0" normalizeH="0" baseline="0" noProof="0" dirty="0">
              <a:ln>
                <a:noFill/>
              </a:ln>
              <a:solidFill>
                <a:schemeClr val="accent1">
                  <a:lumMod val="5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1" name="稿定-31">
            <a:extLst>
              <a:ext uri="{FF2B5EF4-FFF2-40B4-BE49-F238E27FC236}">
                <a16:creationId xmlns:a16="http://schemas.microsoft.com/office/drawing/2014/main" id="{09EA1DE1-6664-A90C-D254-CBC400AB3116}"/>
              </a:ext>
            </a:extLst>
          </p:cNvPr>
          <p:cNvSpPr/>
          <p:nvPr/>
        </p:nvSpPr>
        <p:spPr>
          <a:xfrm flipH="1">
            <a:off x="9837490" y="4879445"/>
            <a:ext cx="1413904" cy="842410"/>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 name="组合 2">
            <a:extLst>
              <a:ext uri="{FF2B5EF4-FFF2-40B4-BE49-F238E27FC236}">
                <a16:creationId xmlns:a16="http://schemas.microsoft.com/office/drawing/2014/main" id="{860F057A-18C1-FC0E-050A-BAF97F972774}"/>
              </a:ext>
            </a:extLst>
          </p:cNvPr>
          <p:cNvGrpSpPr/>
          <p:nvPr/>
        </p:nvGrpSpPr>
        <p:grpSpPr>
          <a:xfrm>
            <a:off x="3107904" y="3716821"/>
            <a:ext cx="618176" cy="618176"/>
            <a:chOff x="2750109" y="2372218"/>
            <a:chExt cx="533868" cy="533868"/>
          </a:xfrm>
        </p:grpSpPr>
        <p:sp>
          <p:nvSpPr>
            <p:cNvPr id="4" name="椭圆 3">
              <a:extLst>
                <a:ext uri="{FF2B5EF4-FFF2-40B4-BE49-F238E27FC236}">
                  <a16:creationId xmlns:a16="http://schemas.microsoft.com/office/drawing/2014/main" id="{4C8D8174-00B3-606E-D1E7-39CB217A5E07}"/>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 name="图形 2">
              <a:extLst>
                <a:ext uri="{FF2B5EF4-FFF2-40B4-BE49-F238E27FC236}">
                  <a16:creationId xmlns:a16="http://schemas.microsoft.com/office/drawing/2014/main" id="{82AA0EC1-5DEA-3F3D-6704-6ADE30A87DE0}"/>
                </a:ext>
              </a:extLst>
            </p:cNvPr>
            <p:cNvGrpSpPr/>
            <p:nvPr/>
          </p:nvGrpSpPr>
          <p:grpSpPr>
            <a:xfrm>
              <a:off x="2833318" y="2518446"/>
              <a:ext cx="375840" cy="258880"/>
              <a:chOff x="4665944" y="2166485"/>
              <a:chExt cx="1145603" cy="789098"/>
            </a:xfrm>
            <a:solidFill>
              <a:schemeClr val="bg1"/>
            </a:solidFill>
          </p:grpSpPr>
          <p:sp>
            <p:nvSpPr>
              <p:cNvPr id="9" name="任意多边形: 形状 8">
                <a:extLst>
                  <a:ext uri="{FF2B5EF4-FFF2-40B4-BE49-F238E27FC236}">
                    <a16:creationId xmlns:a16="http://schemas.microsoft.com/office/drawing/2014/main" id="{61E671FC-A81D-CE0B-A1F8-994C1443E915}"/>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036A104D-6C2C-4403-5A8C-EB634B219BDB}"/>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1" name="任意多边形: 形状 10">
                <a:extLst>
                  <a:ext uri="{FF2B5EF4-FFF2-40B4-BE49-F238E27FC236}">
                    <a16:creationId xmlns:a16="http://schemas.microsoft.com/office/drawing/2014/main" id="{C3FE9D78-42A7-19E6-D3D1-AA2172DD3399}"/>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2" name="图形 2">
                <a:extLst>
                  <a:ext uri="{FF2B5EF4-FFF2-40B4-BE49-F238E27FC236}">
                    <a16:creationId xmlns:a16="http://schemas.microsoft.com/office/drawing/2014/main" id="{FCD0F624-AC84-7BCE-DB35-0E3F16F6AD1B}"/>
                  </a:ext>
                </a:extLst>
              </p:cNvPr>
              <p:cNvGrpSpPr/>
              <p:nvPr/>
            </p:nvGrpSpPr>
            <p:grpSpPr>
              <a:xfrm>
                <a:off x="5372739" y="2423233"/>
                <a:ext cx="133924" cy="191216"/>
                <a:chOff x="5372739" y="2423233"/>
                <a:chExt cx="133924" cy="191216"/>
              </a:xfrm>
              <a:grpFill/>
            </p:grpSpPr>
            <p:sp>
              <p:nvSpPr>
                <p:cNvPr id="13" name="任意多边形: 形状 12">
                  <a:extLst>
                    <a:ext uri="{FF2B5EF4-FFF2-40B4-BE49-F238E27FC236}">
                      <a16:creationId xmlns:a16="http://schemas.microsoft.com/office/drawing/2014/main" id="{14C3BE18-B4DF-982A-19CB-4DD5AD9F3B13}"/>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ADA7F39A-96C7-6C31-A4CB-DEB01FDE65AB}"/>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15" name="组合 14">
            <a:extLst>
              <a:ext uri="{FF2B5EF4-FFF2-40B4-BE49-F238E27FC236}">
                <a16:creationId xmlns:a16="http://schemas.microsoft.com/office/drawing/2014/main" id="{45451433-BB93-59D6-ACC9-2F9789E7DF69}"/>
              </a:ext>
            </a:extLst>
          </p:cNvPr>
          <p:cNvGrpSpPr/>
          <p:nvPr/>
        </p:nvGrpSpPr>
        <p:grpSpPr>
          <a:xfrm>
            <a:off x="6673467" y="3736763"/>
            <a:ext cx="618176" cy="618176"/>
            <a:chOff x="9721622" y="2053900"/>
            <a:chExt cx="533868" cy="533868"/>
          </a:xfrm>
        </p:grpSpPr>
        <p:sp>
          <p:nvSpPr>
            <p:cNvPr id="16" name="椭圆 15">
              <a:extLst>
                <a:ext uri="{FF2B5EF4-FFF2-40B4-BE49-F238E27FC236}">
                  <a16:creationId xmlns:a16="http://schemas.microsoft.com/office/drawing/2014/main" id="{6F674B2A-76D6-964B-52E5-BC1A682D9EB6}"/>
                </a:ext>
              </a:extLst>
            </p:cNvPr>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7" name="图形 2">
              <a:extLst>
                <a:ext uri="{FF2B5EF4-FFF2-40B4-BE49-F238E27FC236}">
                  <a16:creationId xmlns:a16="http://schemas.microsoft.com/office/drawing/2014/main" id="{BCB4FCC5-EB85-3C1F-0FCF-43A3DDE145C4}"/>
                </a:ext>
              </a:extLst>
            </p:cNvPr>
            <p:cNvGrpSpPr/>
            <p:nvPr/>
          </p:nvGrpSpPr>
          <p:grpSpPr>
            <a:xfrm>
              <a:off x="9830645" y="2174885"/>
              <a:ext cx="315822" cy="309366"/>
              <a:chOff x="3032205" y="3825135"/>
              <a:chExt cx="962654" cy="942975"/>
            </a:xfrm>
            <a:solidFill>
              <a:schemeClr val="bg1"/>
            </a:solidFill>
          </p:grpSpPr>
          <p:sp>
            <p:nvSpPr>
              <p:cNvPr id="18" name="任意多边形: 形状 17">
                <a:extLst>
                  <a:ext uri="{FF2B5EF4-FFF2-40B4-BE49-F238E27FC236}">
                    <a16:creationId xmlns:a16="http://schemas.microsoft.com/office/drawing/2014/main" id="{115AC101-7556-5276-4804-B967D4924DB3}"/>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19" name="图形 2">
                <a:extLst>
                  <a:ext uri="{FF2B5EF4-FFF2-40B4-BE49-F238E27FC236}">
                    <a16:creationId xmlns:a16="http://schemas.microsoft.com/office/drawing/2014/main" id="{C8E50B32-DD40-A18D-19FD-4C66F636B404}"/>
                  </a:ext>
                </a:extLst>
              </p:cNvPr>
              <p:cNvGrpSpPr/>
              <p:nvPr/>
            </p:nvGrpSpPr>
            <p:grpSpPr>
              <a:xfrm>
                <a:off x="3041583" y="3825822"/>
                <a:ext cx="953275" cy="561128"/>
                <a:chOff x="3041583" y="3825822"/>
                <a:chExt cx="953275" cy="561128"/>
              </a:xfrm>
              <a:grpFill/>
            </p:grpSpPr>
            <p:sp>
              <p:nvSpPr>
                <p:cNvPr id="24" name="任意多边形: 形状 23">
                  <a:extLst>
                    <a:ext uri="{FF2B5EF4-FFF2-40B4-BE49-F238E27FC236}">
                      <a16:creationId xmlns:a16="http://schemas.microsoft.com/office/drawing/2014/main" id="{133C20F1-CB92-2B3B-03C4-22E3E60A74BB}"/>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CDAB7E7C-7A23-6DD3-1AA7-9EF251BAC460}"/>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0" name="任意多边形: 形状 19">
                <a:extLst>
                  <a:ext uri="{FF2B5EF4-FFF2-40B4-BE49-F238E27FC236}">
                    <a16:creationId xmlns:a16="http://schemas.microsoft.com/office/drawing/2014/main" id="{B6FCFAE8-A9C9-F439-59F7-A29400499794}"/>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9AC5243B-FFD8-C67F-AFE6-CDBEA5CF16F0}"/>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7DF30D62-ED69-9C98-4912-96AB4254E5B4}"/>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A5B913D3-4D76-ADC9-8045-BE4BAFC272DF}"/>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26" name="组合 25">
            <a:extLst>
              <a:ext uri="{FF2B5EF4-FFF2-40B4-BE49-F238E27FC236}">
                <a16:creationId xmlns:a16="http://schemas.microsoft.com/office/drawing/2014/main" id="{CF4EA88E-581F-9BA2-3983-07F12DF7D609}"/>
              </a:ext>
            </a:extLst>
          </p:cNvPr>
          <p:cNvGrpSpPr/>
          <p:nvPr/>
        </p:nvGrpSpPr>
        <p:grpSpPr>
          <a:xfrm>
            <a:off x="10235354" y="3714787"/>
            <a:ext cx="618176" cy="618176"/>
            <a:chOff x="10235354" y="3714787"/>
            <a:chExt cx="618176" cy="618176"/>
          </a:xfrm>
        </p:grpSpPr>
        <p:sp>
          <p:nvSpPr>
            <p:cNvPr id="27" name="椭圆 26">
              <a:extLst>
                <a:ext uri="{FF2B5EF4-FFF2-40B4-BE49-F238E27FC236}">
                  <a16:creationId xmlns:a16="http://schemas.microsoft.com/office/drawing/2014/main" id="{5FFA0E16-E560-2B4D-3089-986F8E83E9CC}"/>
                </a:ext>
              </a:extLst>
            </p:cNvPr>
            <p:cNvSpPr/>
            <p:nvPr/>
          </p:nvSpPr>
          <p:spPr>
            <a:xfrm>
              <a:off x="10235354" y="3714787"/>
              <a:ext cx="618176" cy="618176"/>
            </a:xfrm>
            <a:prstGeom prst="ellipse">
              <a:avLst/>
            </a:prstGeom>
            <a:gradFill>
              <a:gsLst>
                <a:gs pos="0">
                  <a:schemeClr val="accent1">
                    <a:lumMod val="74000"/>
                    <a:lumOff val="26000"/>
                  </a:schemeClr>
                </a:gs>
                <a:gs pos="100000">
                  <a:schemeClr val="accent1">
                    <a:lumMod val="75000"/>
                  </a:schemeClr>
                </a:gs>
              </a:gsLst>
              <a:lin ang="2700000" scaled="1"/>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8" name="图形 2">
              <a:extLst>
                <a:ext uri="{FF2B5EF4-FFF2-40B4-BE49-F238E27FC236}">
                  <a16:creationId xmlns:a16="http://schemas.microsoft.com/office/drawing/2014/main" id="{97A8AEF4-3A7D-936E-7FAC-8DC5619A07D2}"/>
                </a:ext>
              </a:extLst>
            </p:cNvPr>
            <p:cNvGrpSpPr/>
            <p:nvPr/>
          </p:nvGrpSpPr>
          <p:grpSpPr>
            <a:xfrm>
              <a:off x="10307315" y="3899840"/>
              <a:ext cx="468128" cy="261336"/>
              <a:chOff x="8040885" y="2227778"/>
              <a:chExt cx="1232296" cy="687943"/>
            </a:xfrm>
            <a:solidFill>
              <a:schemeClr val="bg1"/>
            </a:solidFill>
          </p:grpSpPr>
          <p:grpSp>
            <p:nvGrpSpPr>
              <p:cNvPr id="29" name="图形 2">
                <a:extLst>
                  <a:ext uri="{FF2B5EF4-FFF2-40B4-BE49-F238E27FC236}">
                    <a16:creationId xmlns:a16="http://schemas.microsoft.com/office/drawing/2014/main" id="{654CB8C7-49BB-125A-53CC-6C03591379A6}"/>
                  </a:ext>
                </a:extLst>
              </p:cNvPr>
              <p:cNvGrpSpPr/>
              <p:nvPr/>
            </p:nvGrpSpPr>
            <p:grpSpPr>
              <a:xfrm>
                <a:off x="8040885" y="2227778"/>
                <a:ext cx="850117" cy="687943"/>
                <a:chOff x="8040885" y="2227778"/>
                <a:chExt cx="850117" cy="687943"/>
              </a:xfrm>
              <a:grpFill/>
            </p:grpSpPr>
            <p:sp>
              <p:nvSpPr>
                <p:cNvPr id="31" name="任意多边形: 形状 30">
                  <a:extLst>
                    <a:ext uri="{FF2B5EF4-FFF2-40B4-BE49-F238E27FC236}">
                      <a16:creationId xmlns:a16="http://schemas.microsoft.com/office/drawing/2014/main" id="{8A96F648-056C-4D31-D8C6-97D68B4E4337}"/>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32" name="图形 2">
                  <a:extLst>
                    <a:ext uri="{FF2B5EF4-FFF2-40B4-BE49-F238E27FC236}">
                      <a16:creationId xmlns:a16="http://schemas.microsoft.com/office/drawing/2014/main" id="{73636927-A924-7973-B629-BD2400E885E3}"/>
                    </a:ext>
                  </a:extLst>
                </p:cNvPr>
                <p:cNvGrpSpPr/>
                <p:nvPr/>
              </p:nvGrpSpPr>
              <p:grpSpPr>
                <a:xfrm>
                  <a:off x="8058228" y="2720817"/>
                  <a:ext cx="815424" cy="87465"/>
                  <a:chOff x="8058228" y="2720817"/>
                  <a:chExt cx="815424" cy="87465"/>
                </a:xfrm>
                <a:grpFill/>
              </p:grpSpPr>
              <p:sp>
                <p:nvSpPr>
                  <p:cNvPr id="37" name="任意多边形: 形状 36">
                    <a:extLst>
                      <a:ext uri="{FF2B5EF4-FFF2-40B4-BE49-F238E27FC236}">
                        <a16:creationId xmlns:a16="http://schemas.microsoft.com/office/drawing/2014/main" id="{25F19687-62A3-AAD5-5878-7F8C6E0BE73E}"/>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38" name="任意多边形: 形状 37">
                    <a:extLst>
                      <a:ext uri="{FF2B5EF4-FFF2-40B4-BE49-F238E27FC236}">
                        <a16:creationId xmlns:a16="http://schemas.microsoft.com/office/drawing/2014/main" id="{DBEFCCC5-6FAD-7DC2-A5A4-992C178BB481}"/>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33" name="图形 2">
                  <a:extLst>
                    <a:ext uri="{FF2B5EF4-FFF2-40B4-BE49-F238E27FC236}">
                      <a16:creationId xmlns:a16="http://schemas.microsoft.com/office/drawing/2014/main" id="{EE153123-D118-B347-60D2-EA58B574B712}"/>
                    </a:ext>
                  </a:extLst>
                </p:cNvPr>
                <p:cNvGrpSpPr/>
                <p:nvPr/>
              </p:nvGrpSpPr>
              <p:grpSpPr>
                <a:xfrm>
                  <a:off x="8375359" y="2800112"/>
                  <a:ext cx="181153" cy="98266"/>
                  <a:chOff x="8375359" y="2800112"/>
                  <a:chExt cx="181153" cy="98266"/>
                </a:xfrm>
                <a:grpFill/>
              </p:grpSpPr>
              <p:sp>
                <p:nvSpPr>
                  <p:cNvPr id="35" name="任意多边形: 形状 34">
                    <a:extLst>
                      <a:ext uri="{FF2B5EF4-FFF2-40B4-BE49-F238E27FC236}">
                        <a16:creationId xmlns:a16="http://schemas.microsoft.com/office/drawing/2014/main" id="{D8C63079-27F7-95D0-C98A-725FC65BA75D}"/>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1C7FE5D6-9481-C544-CCA9-AF2A101E6A8A}"/>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34" name="任意多边形: 形状 33">
                  <a:extLst>
                    <a:ext uri="{FF2B5EF4-FFF2-40B4-BE49-F238E27FC236}">
                      <a16:creationId xmlns:a16="http://schemas.microsoft.com/office/drawing/2014/main" id="{DA77C48E-CC73-6A2E-5ADD-FE6DFCA76EDA}"/>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0" name="任意多边形: 形状 29">
                <a:extLst>
                  <a:ext uri="{FF2B5EF4-FFF2-40B4-BE49-F238E27FC236}">
                    <a16:creationId xmlns:a16="http://schemas.microsoft.com/office/drawing/2014/main" id="{CBE30A08-211E-1422-7B99-4EBAB4C0143B}"/>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40" name="椭圆 39">
            <a:extLst>
              <a:ext uri="{FF2B5EF4-FFF2-40B4-BE49-F238E27FC236}">
                <a16:creationId xmlns:a16="http://schemas.microsoft.com/office/drawing/2014/main" id="{7F306D93-4573-A233-B2F4-56B059EBBA9E}"/>
              </a:ext>
            </a:extLst>
          </p:cNvPr>
          <p:cNvSpPr/>
          <p:nvPr/>
        </p:nvSpPr>
        <p:spPr>
          <a:xfrm>
            <a:off x="1338470" y="3714787"/>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1" name="图形 2">
            <a:extLst>
              <a:ext uri="{FF2B5EF4-FFF2-40B4-BE49-F238E27FC236}">
                <a16:creationId xmlns:a16="http://schemas.microsoft.com/office/drawing/2014/main" id="{C785E251-5592-7DAB-2644-8CC0E349954A}"/>
              </a:ext>
            </a:extLst>
          </p:cNvPr>
          <p:cNvGrpSpPr/>
          <p:nvPr/>
        </p:nvGrpSpPr>
        <p:grpSpPr>
          <a:xfrm>
            <a:off x="1527452" y="3865921"/>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42" name="任意多边形: 形状 41">
              <a:extLst>
                <a:ext uri="{FF2B5EF4-FFF2-40B4-BE49-F238E27FC236}">
                  <a16:creationId xmlns:a16="http://schemas.microsoft.com/office/drawing/2014/main" id="{5F7E1ADF-74C6-DF86-7DFE-7EEF6685CBFF}"/>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43" name="任意多边形: 形状 42">
              <a:extLst>
                <a:ext uri="{FF2B5EF4-FFF2-40B4-BE49-F238E27FC236}">
                  <a16:creationId xmlns:a16="http://schemas.microsoft.com/office/drawing/2014/main" id="{E6A0AB8B-26FB-5A90-8DE5-F67811349B51}"/>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44" name="任意多边形: 形状 43">
              <a:extLst>
                <a:ext uri="{FF2B5EF4-FFF2-40B4-BE49-F238E27FC236}">
                  <a16:creationId xmlns:a16="http://schemas.microsoft.com/office/drawing/2014/main" id="{E9221C20-7002-346D-60DF-1CED4BCB64E3}"/>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45" name="图形 2">
              <a:extLst>
                <a:ext uri="{FF2B5EF4-FFF2-40B4-BE49-F238E27FC236}">
                  <a16:creationId xmlns:a16="http://schemas.microsoft.com/office/drawing/2014/main" id="{D612DAB1-8BE5-65FA-B130-3730D48788EE}"/>
                </a:ext>
              </a:extLst>
            </p:cNvPr>
            <p:cNvGrpSpPr/>
            <p:nvPr/>
          </p:nvGrpSpPr>
          <p:grpSpPr>
            <a:xfrm>
              <a:off x="3318475" y="356830"/>
              <a:ext cx="411548" cy="147447"/>
              <a:chOff x="3318475" y="356830"/>
              <a:chExt cx="411548" cy="147447"/>
            </a:xfrm>
            <a:grpFill/>
          </p:grpSpPr>
          <p:sp>
            <p:nvSpPr>
              <p:cNvPr id="46" name="任意多边形: 形状 45">
                <a:extLst>
                  <a:ext uri="{FF2B5EF4-FFF2-40B4-BE49-F238E27FC236}">
                    <a16:creationId xmlns:a16="http://schemas.microsoft.com/office/drawing/2014/main" id="{1AF68515-7560-3E52-6791-2AF620A68869}"/>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B8FEBD2C-8907-1B94-EBD8-DCCC2C685245}"/>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49" name="椭圆 48">
            <a:extLst>
              <a:ext uri="{FF2B5EF4-FFF2-40B4-BE49-F238E27FC236}">
                <a16:creationId xmlns:a16="http://schemas.microsoft.com/office/drawing/2014/main" id="{709C7A6F-2714-0EA2-CE92-C9AA317A04B9}"/>
              </a:ext>
            </a:extLst>
          </p:cNvPr>
          <p:cNvSpPr/>
          <p:nvPr/>
        </p:nvSpPr>
        <p:spPr>
          <a:xfrm>
            <a:off x="4861942" y="3714787"/>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0" name="图形 2">
            <a:extLst>
              <a:ext uri="{FF2B5EF4-FFF2-40B4-BE49-F238E27FC236}">
                <a16:creationId xmlns:a16="http://schemas.microsoft.com/office/drawing/2014/main" id="{D457D8CC-93FF-118C-A889-0EA6BDBFEEE4}"/>
              </a:ext>
            </a:extLst>
          </p:cNvPr>
          <p:cNvGrpSpPr/>
          <p:nvPr/>
        </p:nvGrpSpPr>
        <p:grpSpPr>
          <a:xfrm>
            <a:off x="4933903" y="3899840"/>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51" name="图形 2">
              <a:extLst>
                <a:ext uri="{FF2B5EF4-FFF2-40B4-BE49-F238E27FC236}">
                  <a16:creationId xmlns:a16="http://schemas.microsoft.com/office/drawing/2014/main" id="{41DE5873-4E65-B81F-A8CE-9EBCEECC19E7}"/>
                </a:ext>
              </a:extLst>
            </p:cNvPr>
            <p:cNvGrpSpPr/>
            <p:nvPr/>
          </p:nvGrpSpPr>
          <p:grpSpPr>
            <a:xfrm>
              <a:off x="8040885" y="2227778"/>
              <a:ext cx="850117" cy="687943"/>
              <a:chOff x="8040885" y="2227778"/>
              <a:chExt cx="850117" cy="687943"/>
            </a:xfrm>
            <a:grpFill/>
          </p:grpSpPr>
          <p:sp>
            <p:nvSpPr>
              <p:cNvPr id="53" name="任意多边形: 形状 52">
                <a:extLst>
                  <a:ext uri="{FF2B5EF4-FFF2-40B4-BE49-F238E27FC236}">
                    <a16:creationId xmlns:a16="http://schemas.microsoft.com/office/drawing/2014/main" id="{E8F8DDBA-DFB5-4023-E616-C09612323E0E}"/>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7" name="图形 2">
                <a:extLst>
                  <a:ext uri="{FF2B5EF4-FFF2-40B4-BE49-F238E27FC236}">
                    <a16:creationId xmlns:a16="http://schemas.microsoft.com/office/drawing/2014/main" id="{8AF4AF99-2A81-D90D-579D-A2EC87C89991}"/>
                  </a:ext>
                </a:extLst>
              </p:cNvPr>
              <p:cNvGrpSpPr/>
              <p:nvPr/>
            </p:nvGrpSpPr>
            <p:grpSpPr>
              <a:xfrm>
                <a:off x="8058228" y="2720817"/>
                <a:ext cx="815424" cy="87465"/>
                <a:chOff x="8058228" y="2720817"/>
                <a:chExt cx="815424" cy="87465"/>
              </a:xfrm>
              <a:grpFill/>
            </p:grpSpPr>
            <p:sp>
              <p:nvSpPr>
                <p:cNvPr id="69" name="任意多边形: 形状 68">
                  <a:extLst>
                    <a:ext uri="{FF2B5EF4-FFF2-40B4-BE49-F238E27FC236}">
                      <a16:creationId xmlns:a16="http://schemas.microsoft.com/office/drawing/2014/main" id="{42E832C2-6BCA-48FC-01BE-F96255F07886}"/>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0" name="任意多边形: 形状 69">
                  <a:extLst>
                    <a:ext uri="{FF2B5EF4-FFF2-40B4-BE49-F238E27FC236}">
                      <a16:creationId xmlns:a16="http://schemas.microsoft.com/office/drawing/2014/main" id="{E5BB663C-21B8-E25A-F004-A8A162F871FD}"/>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8" name="图形 2">
                <a:extLst>
                  <a:ext uri="{FF2B5EF4-FFF2-40B4-BE49-F238E27FC236}">
                    <a16:creationId xmlns:a16="http://schemas.microsoft.com/office/drawing/2014/main" id="{2243FE46-14AC-79D5-257D-4823C5B17975}"/>
                  </a:ext>
                </a:extLst>
              </p:cNvPr>
              <p:cNvGrpSpPr/>
              <p:nvPr/>
            </p:nvGrpSpPr>
            <p:grpSpPr>
              <a:xfrm>
                <a:off x="8375359" y="2800112"/>
                <a:ext cx="181153" cy="98266"/>
                <a:chOff x="8375359" y="2800112"/>
                <a:chExt cx="181153" cy="98266"/>
              </a:xfrm>
              <a:grpFill/>
            </p:grpSpPr>
            <p:sp>
              <p:nvSpPr>
                <p:cNvPr id="67" name="任意多边形: 形状 66">
                  <a:extLst>
                    <a:ext uri="{FF2B5EF4-FFF2-40B4-BE49-F238E27FC236}">
                      <a16:creationId xmlns:a16="http://schemas.microsoft.com/office/drawing/2014/main" id="{51C6FB2C-09A5-6AAB-98AC-ABDFAAA0CC38}"/>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68" name="任意多边形: 形状 67">
                  <a:extLst>
                    <a:ext uri="{FF2B5EF4-FFF2-40B4-BE49-F238E27FC236}">
                      <a16:creationId xmlns:a16="http://schemas.microsoft.com/office/drawing/2014/main" id="{AE4C7E24-D3C6-3522-9F51-0FBD1838F2CC}"/>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66" name="任意多边形: 形状 65">
                <a:extLst>
                  <a:ext uri="{FF2B5EF4-FFF2-40B4-BE49-F238E27FC236}">
                    <a16:creationId xmlns:a16="http://schemas.microsoft.com/office/drawing/2014/main" id="{18146B56-BA13-8C13-C0AD-ED67DFD82C9C}"/>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52" name="任意多边形: 形状 51">
              <a:extLst>
                <a:ext uri="{FF2B5EF4-FFF2-40B4-BE49-F238E27FC236}">
                  <a16:creationId xmlns:a16="http://schemas.microsoft.com/office/drawing/2014/main" id="{4E0BAA3B-0361-3CD1-B579-5B19ABD18153}"/>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72" name="椭圆 71">
            <a:extLst>
              <a:ext uri="{FF2B5EF4-FFF2-40B4-BE49-F238E27FC236}">
                <a16:creationId xmlns:a16="http://schemas.microsoft.com/office/drawing/2014/main" id="{E5CD14D5-27E1-EFAB-2258-4C50A969238A}"/>
              </a:ext>
            </a:extLst>
          </p:cNvPr>
          <p:cNvSpPr/>
          <p:nvPr/>
        </p:nvSpPr>
        <p:spPr>
          <a:xfrm>
            <a:off x="8467166" y="3716821"/>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73" name="图形 2">
            <a:extLst>
              <a:ext uri="{FF2B5EF4-FFF2-40B4-BE49-F238E27FC236}">
                <a16:creationId xmlns:a16="http://schemas.microsoft.com/office/drawing/2014/main" id="{028B4279-8FF8-8016-828E-2FE45E4B69C5}"/>
              </a:ext>
            </a:extLst>
          </p:cNvPr>
          <p:cNvGrpSpPr/>
          <p:nvPr/>
        </p:nvGrpSpPr>
        <p:grpSpPr>
          <a:xfrm>
            <a:off x="8561846" y="3882661"/>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74" name="任意多边形: 形状 73">
              <a:extLst>
                <a:ext uri="{FF2B5EF4-FFF2-40B4-BE49-F238E27FC236}">
                  <a16:creationId xmlns:a16="http://schemas.microsoft.com/office/drawing/2014/main" id="{A0EF7A19-AF7C-2556-BC8D-E0B4C60F684C}"/>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A9C87E46-7347-A880-53F3-1C1EC4D09817}"/>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7D621704-1F2C-8E12-59ED-D322CC43252A}"/>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77" name="图形 2">
              <a:extLst>
                <a:ext uri="{FF2B5EF4-FFF2-40B4-BE49-F238E27FC236}">
                  <a16:creationId xmlns:a16="http://schemas.microsoft.com/office/drawing/2014/main" id="{CC663C4D-CB20-839F-1F09-FAFAC13150D0}"/>
                </a:ext>
              </a:extLst>
            </p:cNvPr>
            <p:cNvGrpSpPr/>
            <p:nvPr/>
          </p:nvGrpSpPr>
          <p:grpSpPr>
            <a:xfrm>
              <a:off x="5372739" y="2423233"/>
              <a:ext cx="133924" cy="191216"/>
              <a:chOff x="5372739" y="2423233"/>
              <a:chExt cx="133924" cy="191216"/>
            </a:xfrm>
            <a:grpFill/>
          </p:grpSpPr>
          <p:sp>
            <p:nvSpPr>
              <p:cNvPr id="78" name="任意多边形: 形状 77">
                <a:extLst>
                  <a:ext uri="{FF2B5EF4-FFF2-40B4-BE49-F238E27FC236}">
                    <a16:creationId xmlns:a16="http://schemas.microsoft.com/office/drawing/2014/main" id="{5804B4B9-5C8A-5674-C7D8-949ADAE9F755}"/>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B8717E15-A540-7427-06CF-AC8FCDD2B38F}"/>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320467567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Line">
            <a:extLst>
              <a:ext uri="{FF2B5EF4-FFF2-40B4-BE49-F238E27FC236}">
                <a16:creationId xmlns:a16="http://schemas.microsoft.com/office/drawing/2014/main" id="{EB40E3B1-BE64-747D-3911-4DA44A2B0369}"/>
              </a:ext>
            </a:extLst>
          </p:cNvPr>
          <p:cNvSpPr/>
          <p:nvPr/>
        </p:nvSpPr>
        <p:spPr>
          <a:xfrm>
            <a:off x="3835948"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endParaRPr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68C9DD31-4927-0633-C097-5F87C56816C2}"/>
              </a:ext>
            </a:extLst>
          </p:cNvPr>
          <p:cNvSpPr/>
          <p:nvPr/>
        </p:nvSpPr>
        <p:spPr>
          <a:xfrm flipH="1">
            <a:off x="3835947" y="2572465"/>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8AB98B99-3B1D-A40B-F1E2-6AB329AD64CC}"/>
              </a:ext>
            </a:extLst>
          </p:cNvPr>
          <p:cNvSpPr/>
          <p:nvPr/>
        </p:nvSpPr>
        <p:spPr>
          <a:xfrm flipH="1">
            <a:off x="3912573"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3B650DA5-7F1F-85CC-6C9B-F5B07A635E7B}"/>
              </a:ext>
            </a:extLst>
          </p:cNvPr>
          <p:cNvSpPr/>
          <p:nvPr/>
        </p:nvSpPr>
        <p:spPr>
          <a:xfrm flipH="1">
            <a:off x="3763034"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0" name="稿定-9">
            <a:extLst>
              <a:ext uri="{FF2B5EF4-FFF2-40B4-BE49-F238E27FC236}">
                <a16:creationId xmlns:a16="http://schemas.microsoft.com/office/drawing/2014/main" id="{AD0F6616-9020-74F3-115B-48A6F172F146}"/>
              </a:ext>
            </a:extLst>
          </p:cNvPr>
          <p:cNvSpPr/>
          <p:nvPr/>
        </p:nvSpPr>
        <p:spPr>
          <a:xfrm flipH="1">
            <a:off x="3835947"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稿定-31">
            <a:extLst>
              <a:ext uri="{FF2B5EF4-FFF2-40B4-BE49-F238E27FC236}">
                <a16:creationId xmlns:a16="http://schemas.microsoft.com/office/drawing/2014/main" id="{E41EB168-5ECD-5872-E1D1-FDF28CD653EB}"/>
              </a:ext>
            </a:extLst>
          </p:cNvPr>
          <p:cNvSpPr/>
          <p:nvPr/>
        </p:nvSpPr>
        <p:spPr>
          <a:xfrm flipH="1">
            <a:off x="3912573"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稿定-9">
            <a:extLst>
              <a:ext uri="{FF2B5EF4-FFF2-40B4-BE49-F238E27FC236}">
                <a16:creationId xmlns:a16="http://schemas.microsoft.com/office/drawing/2014/main" id="{C4453B39-A0C7-349F-F5C0-0F88E2C63FF7}"/>
              </a:ext>
            </a:extLst>
          </p:cNvPr>
          <p:cNvSpPr/>
          <p:nvPr/>
        </p:nvSpPr>
        <p:spPr>
          <a:xfrm flipH="1">
            <a:off x="3763034"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3" name="Line">
            <a:extLst>
              <a:ext uri="{FF2B5EF4-FFF2-40B4-BE49-F238E27FC236}">
                <a16:creationId xmlns:a16="http://schemas.microsoft.com/office/drawing/2014/main" id="{CCFD9FF6-CFAC-FF23-7DBB-B71358712B4D}"/>
              </a:ext>
            </a:extLst>
          </p:cNvPr>
          <p:cNvSpPr/>
          <p:nvPr/>
        </p:nvSpPr>
        <p:spPr>
          <a:xfrm>
            <a:off x="5818085"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稿定-9">
            <a:extLst>
              <a:ext uri="{FF2B5EF4-FFF2-40B4-BE49-F238E27FC236}">
                <a16:creationId xmlns:a16="http://schemas.microsoft.com/office/drawing/2014/main" id="{B7A39F41-8F1D-3C1A-D727-9721F4709DC7}"/>
              </a:ext>
            </a:extLst>
          </p:cNvPr>
          <p:cNvSpPr/>
          <p:nvPr/>
        </p:nvSpPr>
        <p:spPr>
          <a:xfrm flipH="1">
            <a:off x="5818084" y="2572465"/>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31">
            <a:extLst>
              <a:ext uri="{FF2B5EF4-FFF2-40B4-BE49-F238E27FC236}">
                <a16:creationId xmlns:a16="http://schemas.microsoft.com/office/drawing/2014/main" id="{AE5E80E4-8EF3-172A-6E93-F17DB0089E20}"/>
              </a:ext>
            </a:extLst>
          </p:cNvPr>
          <p:cNvSpPr/>
          <p:nvPr/>
        </p:nvSpPr>
        <p:spPr>
          <a:xfrm flipH="1">
            <a:off x="5894710"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9">
            <a:extLst>
              <a:ext uri="{FF2B5EF4-FFF2-40B4-BE49-F238E27FC236}">
                <a16:creationId xmlns:a16="http://schemas.microsoft.com/office/drawing/2014/main" id="{5F062938-7308-F3CB-545B-4F09613667CB}"/>
              </a:ext>
            </a:extLst>
          </p:cNvPr>
          <p:cNvSpPr/>
          <p:nvPr/>
        </p:nvSpPr>
        <p:spPr>
          <a:xfrm flipH="1">
            <a:off x="5745171"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FC3FE976-B3AC-FE5A-A70B-19A915AD56EA}"/>
              </a:ext>
            </a:extLst>
          </p:cNvPr>
          <p:cNvSpPr/>
          <p:nvPr/>
        </p:nvSpPr>
        <p:spPr>
          <a:xfrm flipH="1">
            <a:off x="5818084"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a:extLst>
              <a:ext uri="{FF2B5EF4-FFF2-40B4-BE49-F238E27FC236}">
                <a16:creationId xmlns:a16="http://schemas.microsoft.com/office/drawing/2014/main" id="{F973FAA4-6516-1D71-D904-BFBD93609346}"/>
              </a:ext>
            </a:extLst>
          </p:cNvPr>
          <p:cNvSpPr/>
          <p:nvPr/>
        </p:nvSpPr>
        <p:spPr>
          <a:xfrm flipH="1">
            <a:off x="5894710"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4FCFB60C-A2C7-895F-9AC1-AD8ED7EA1457}"/>
              </a:ext>
            </a:extLst>
          </p:cNvPr>
          <p:cNvSpPr/>
          <p:nvPr/>
        </p:nvSpPr>
        <p:spPr>
          <a:xfrm flipH="1">
            <a:off x="5745171"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0" name="Line">
            <a:extLst>
              <a:ext uri="{FF2B5EF4-FFF2-40B4-BE49-F238E27FC236}">
                <a16:creationId xmlns:a16="http://schemas.microsoft.com/office/drawing/2014/main" id="{45BA5B70-1BA0-1B8C-6D6B-C7516D12AC87}"/>
              </a:ext>
            </a:extLst>
          </p:cNvPr>
          <p:cNvSpPr/>
          <p:nvPr/>
        </p:nvSpPr>
        <p:spPr>
          <a:xfrm>
            <a:off x="7871673"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endParaRPr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稿定-9">
            <a:extLst>
              <a:ext uri="{FF2B5EF4-FFF2-40B4-BE49-F238E27FC236}">
                <a16:creationId xmlns:a16="http://schemas.microsoft.com/office/drawing/2014/main" id="{E10351F2-A58C-DAD8-51A3-F7C034DC01E2}"/>
              </a:ext>
            </a:extLst>
          </p:cNvPr>
          <p:cNvSpPr/>
          <p:nvPr/>
        </p:nvSpPr>
        <p:spPr>
          <a:xfrm flipH="1">
            <a:off x="7871672" y="2572465"/>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稿定-31">
            <a:extLst>
              <a:ext uri="{FF2B5EF4-FFF2-40B4-BE49-F238E27FC236}">
                <a16:creationId xmlns:a16="http://schemas.microsoft.com/office/drawing/2014/main" id="{A5B7EAAD-8135-5EEF-1BB7-D5231C6D114A}"/>
              </a:ext>
            </a:extLst>
          </p:cNvPr>
          <p:cNvSpPr/>
          <p:nvPr/>
        </p:nvSpPr>
        <p:spPr>
          <a:xfrm flipH="1">
            <a:off x="7948298"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稿定-9">
            <a:extLst>
              <a:ext uri="{FF2B5EF4-FFF2-40B4-BE49-F238E27FC236}">
                <a16:creationId xmlns:a16="http://schemas.microsoft.com/office/drawing/2014/main" id="{F68E1781-8130-A7EB-7680-8E9F2A4AA6A2}"/>
              </a:ext>
            </a:extLst>
          </p:cNvPr>
          <p:cNvSpPr/>
          <p:nvPr/>
        </p:nvSpPr>
        <p:spPr>
          <a:xfrm flipH="1">
            <a:off x="7798759"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2030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4" name="稿定-9">
            <a:extLst>
              <a:ext uri="{FF2B5EF4-FFF2-40B4-BE49-F238E27FC236}">
                <a16:creationId xmlns:a16="http://schemas.microsoft.com/office/drawing/2014/main" id="{0DF9C427-0EBB-8A66-8D33-F3AB9EB24509}"/>
              </a:ext>
            </a:extLst>
          </p:cNvPr>
          <p:cNvSpPr/>
          <p:nvPr/>
        </p:nvSpPr>
        <p:spPr>
          <a:xfrm flipH="1">
            <a:off x="7871672"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5" name="稿定-31">
            <a:extLst>
              <a:ext uri="{FF2B5EF4-FFF2-40B4-BE49-F238E27FC236}">
                <a16:creationId xmlns:a16="http://schemas.microsoft.com/office/drawing/2014/main" id="{A689FB1C-8216-FF4F-DAFF-19DA20962056}"/>
              </a:ext>
            </a:extLst>
          </p:cNvPr>
          <p:cNvSpPr/>
          <p:nvPr/>
        </p:nvSpPr>
        <p:spPr>
          <a:xfrm flipH="1">
            <a:off x="7948298"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稿定-9">
            <a:extLst>
              <a:ext uri="{FF2B5EF4-FFF2-40B4-BE49-F238E27FC236}">
                <a16:creationId xmlns:a16="http://schemas.microsoft.com/office/drawing/2014/main" id="{3F2C0318-BB18-2D4F-8CE9-A193CC95B72A}"/>
              </a:ext>
            </a:extLst>
          </p:cNvPr>
          <p:cNvSpPr/>
          <p:nvPr/>
        </p:nvSpPr>
        <p:spPr>
          <a:xfrm flipH="1">
            <a:off x="7798759"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2030</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2" name="Line">
            <a:extLst>
              <a:ext uri="{FF2B5EF4-FFF2-40B4-BE49-F238E27FC236}">
                <a16:creationId xmlns:a16="http://schemas.microsoft.com/office/drawing/2014/main" id="{9B729CA2-42D6-4D1C-1080-7C833AF9F5E4}"/>
              </a:ext>
            </a:extLst>
          </p:cNvPr>
          <p:cNvSpPr/>
          <p:nvPr/>
        </p:nvSpPr>
        <p:spPr>
          <a:xfrm>
            <a:off x="1777186" y="2406579"/>
            <a:ext cx="0" cy="2828679"/>
          </a:xfrm>
          <a:prstGeom prst="line">
            <a:avLst/>
          </a:prstGeom>
          <a:ln w="12700">
            <a:gradFill flip="none" rotWithShape="1">
              <a:gsLst>
                <a:gs pos="0">
                  <a:schemeClr val="accent1">
                    <a:alpha val="0"/>
                  </a:schemeClr>
                </a:gs>
                <a:gs pos="52000">
                  <a:schemeClr val="accent1"/>
                </a:gs>
                <a:gs pos="100000">
                  <a:schemeClr val="accent1">
                    <a:alpha val="0"/>
                  </a:schemeClr>
                </a:gs>
              </a:gsLst>
              <a:lin ang="16200000" scaled="1"/>
              <a:tileRect/>
            </a:gradFill>
            <a:prstDash val="solid"/>
            <a:miter lim="400000"/>
          </a:ln>
        </p:spPr>
        <p:txBody>
          <a:bodyPr tIns="91439" bIns="91439"/>
          <a:lstStyle/>
          <a:p>
            <a:endParaRPr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稿定-9">
            <a:extLst>
              <a:ext uri="{FF2B5EF4-FFF2-40B4-BE49-F238E27FC236}">
                <a16:creationId xmlns:a16="http://schemas.microsoft.com/office/drawing/2014/main" id="{DA13CF93-B060-0C35-3DBC-10BF4BF449E6}"/>
              </a:ext>
            </a:extLst>
          </p:cNvPr>
          <p:cNvSpPr/>
          <p:nvPr/>
        </p:nvSpPr>
        <p:spPr>
          <a:xfrm flipH="1">
            <a:off x="1777183" y="2564416"/>
            <a:ext cx="971857" cy="262657"/>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稿定-31">
            <a:extLst>
              <a:ext uri="{FF2B5EF4-FFF2-40B4-BE49-F238E27FC236}">
                <a16:creationId xmlns:a16="http://schemas.microsoft.com/office/drawing/2014/main" id="{DD9B4093-5E36-9843-E23B-A7E67C9A81D3}"/>
              </a:ext>
            </a:extLst>
          </p:cNvPr>
          <p:cNvSpPr/>
          <p:nvPr/>
        </p:nvSpPr>
        <p:spPr>
          <a:xfrm flipH="1">
            <a:off x="1853811" y="284979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6">
            <a:extLst>
              <a:ext uri="{FF2B5EF4-FFF2-40B4-BE49-F238E27FC236}">
                <a16:creationId xmlns:a16="http://schemas.microsoft.com/office/drawing/2014/main" id="{3C7DAC2C-170E-0540-6B36-B6B840E25A55}"/>
              </a:ext>
            </a:extLst>
          </p:cNvPr>
          <p:cNvSpPr/>
          <p:nvPr/>
        </p:nvSpPr>
        <p:spPr>
          <a:xfrm>
            <a:off x="10297553" y="2063640"/>
            <a:ext cx="629920" cy="426720"/>
          </a:xfrm>
          <a:prstGeom prst="triangl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7">
            <a:extLst>
              <a:ext uri="{FF2B5EF4-FFF2-40B4-BE49-F238E27FC236}">
                <a16:creationId xmlns:a16="http://schemas.microsoft.com/office/drawing/2014/main" id="{B751EC1C-54E4-1C46-52F0-95F571F7FB8C}"/>
              </a:ext>
            </a:extLst>
          </p:cNvPr>
          <p:cNvSpPr/>
          <p:nvPr/>
        </p:nvSpPr>
        <p:spPr>
          <a:xfrm flipV="1">
            <a:off x="1236609" y="2481636"/>
            <a:ext cx="9386270" cy="1112957"/>
          </a:xfrm>
          <a:custGeom>
            <a:avLst/>
            <a:gdLst>
              <a:gd name="connsiteX0" fmla="*/ 0 w 10717516"/>
              <a:gd name="connsiteY0" fmla="*/ 399176 h 2395010"/>
              <a:gd name="connsiteX1" fmla="*/ 399176 w 10717516"/>
              <a:gd name="connsiteY1" fmla="*/ 0 h 2395010"/>
              <a:gd name="connsiteX2" fmla="*/ 10318340 w 10717516"/>
              <a:gd name="connsiteY2" fmla="*/ 0 h 2395010"/>
              <a:gd name="connsiteX3" fmla="*/ 10717516 w 10717516"/>
              <a:gd name="connsiteY3" fmla="*/ 399176 h 2395010"/>
              <a:gd name="connsiteX4" fmla="*/ 10717516 w 10717516"/>
              <a:gd name="connsiteY4" fmla="*/ 1995834 h 2395010"/>
              <a:gd name="connsiteX5" fmla="*/ 10318340 w 10717516"/>
              <a:gd name="connsiteY5" fmla="*/ 2395010 h 2395010"/>
              <a:gd name="connsiteX6" fmla="*/ 399176 w 10717516"/>
              <a:gd name="connsiteY6" fmla="*/ 2395010 h 2395010"/>
              <a:gd name="connsiteX7" fmla="*/ 0 w 10717516"/>
              <a:gd name="connsiteY7" fmla="*/ 1995834 h 2395010"/>
              <a:gd name="connsiteX8" fmla="*/ 0 w 10717516"/>
              <a:gd name="connsiteY8" fmla="*/ 399176 h 2395010"/>
              <a:gd name="connsiteX0" fmla="*/ 0 w 10717516"/>
              <a:gd name="connsiteY0" fmla="*/ 1995834 h 2395010"/>
              <a:gd name="connsiteX1" fmla="*/ 0 w 10717516"/>
              <a:gd name="connsiteY1" fmla="*/ 399176 h 2395010"/>
              <a:gd name="connsiteX2" fmla="*/ 399176 w 10717516"/>
              <a:gd name="connsiteY2" fmla="*/ 0 h 2395010"/>
              <a:gd name="connsiteX3" fmla="*/ 10318340 w 10717516"/>
              <a:gd name="connsiteY3" fmla="*/ 0 h 2395010"/>
              <a:gd name="connsiteX4" fmla="*/ 10717516 w 10717516"/>
              <a:gd name="connsiteY4" fmla="*/ 399176 h 2395010"/>
              <a:gd name="connsiteX5" fmla="*/ 10717516 w 10717516"/>
              <a:gd name="connsiteY5" fmla="*/ 1995834 h 2395010"/>
              <a:gd name="connsiteX6" fmla="*/ 10318340 w 10717516"/>
              <a:gd name="connsiteY6" fmla="*/ 2395010 h 2395010"/>
              <a:gd name="connsiteX7" fmla="*/ 399176 w 10717516"/>
              <a:gd name="connsiteY7" fmla="*/ 2395010 h 2395010"/>
              <a:gd name="connsiteX8" fmla="*/ 91440 w 10717516"/>
              <a:gd name="connsiteY8" fmla="*/ 2087274 h 2395010"/>
              <a:gd name="connsiteX0" fmla="*/ 0 w 10717516"/>
              <a:gd name="connsiteY0" fmla="*/ 1995834 h 2395010"/>
              <a:gd name="connsiteX1" fmla="*/ 0 w 10717516"/>
              <a:gd name="connsiteY1" fmla="*/ 399176 h 2395010"/>
              <a:gd name="connsiteX2" fmla="*/ 399176 w 10717516"/>
              <a:gd name="connsiteY2" fmla="*/ 0 h 2395010"/>
              <a:gd name="connsiteX3" fmla="*/ 10318340 w 10717516"/>
              <a:gd name="connsiteY3" fmla="*/ 0 h 2395010"/>
              <a:gd name="connsiteX4" fmla="*/ 10717516 w 10717516"/>
              <a:gd name="connsiteY4" fmla="*/ 399176 h 2395010"/>
              <a:gd name="connsiteX5" fmla="*/ 10717516 w 10717516"/>
              <a:gd name="connsiteY5" fmla="*/ 1995834 h 2395010"/>
              <a:gd name="connsiteX6" fmla="*/ 10318340 w 10717516"/>
              <a:gd name="connsiteY6" fmla="*/ 2395010 h 2395010"/>
              <a:gd name="connsiteX7" fmla="*/ 399176 w 10717516"/>
              <a:gd name="connsiteY7" fmla="*/ 2395010 h 2395010"/>
              <a:gd name="connsiteX0" fmla="*/ 0 w 10717516"/>
              <a:gd name="connsiteY0" fmla="*/ 1995834 h 2395010"/>
              <a:gd name="connsiteX1" fmla="*/ 0 w 10717516"/>
              <a:gd name="connsiteY1" fmla="*/ 399176 h 2395010"/>
              <a:gd name="connsiteX2" fmla="*/ 399176 w 10717516"/>
              <a:gd name="connsiteY2" fmla="*/ 0 h 2395010"/>
              <a:gd name="connsiteX3" fmla="*/ 10318340 w 10717516"/>
              <a:gd name="connsiteY3" fmla="*/ 0 h 2395010"/>
              <a:gd name="connsiteX4" fmla="*/ 10717516 w 10717516"/>
              <a:gd name="connsiteY4" fmla="*/ 399176 h 2395010"/>
              <a:gd name="connsiteX5" fmla="*/ 10717516 w 10717516"/>
              <a:gd name="connsiteY5" fmla="*/ 1995834 h 2395010"/>
              <a:gd name="connsiteX6" fmla="*/ 10318340 w 10717516"/>
              <a:gd name="connsiteY6" fmla="*/ 2395010 h 2395010"/>
              <a:gd name="connsiteX0" fmla="*/ 0 w 10717516"/>
              <a:gd name="connsiteY0" fmla="*/ 399176 h 2395010"/>
              <a:gd name="connsiteX1" fmla="*/ 399176 w 10717516"/>
              <a:gd name="connsiteY1" fmla="*/ 0 h 2395010"/>
              <a:gd name="connsiteX2" fmla="*/ 10318340 w 10717516"/>
              <a:gd name="connsiteY2" fmla="*/ 0 h 2395010"/>
              <a:gd name="connsiteX3" fmla="*/ 10717516 w 10717516"/>
              <a:gd name="connsiteY3" fmla="*/ 399176 h 2395010"/>
              <a:gd name="connsiteX4" fmla="*/ 10717516 w 10717516"/>
              <a:gd name="connsiteY4" fmla="*/ 1995834 h 2395010"/>
              <a:gd name="connsiteX5" fmla="*/ 10318340 w 10717516"/>
              <a:gd name="connsiteY5" fmla="*/ 2395010 h 2395010"/>
              <a:gd name="connsiteX0" fmla="*/ 0 w 10318340"/>
              <a:gd name="connsiteY0" fmla="*/ 0 h 2395010"/>
              <a:gd name="connsiteX1" fmla="*/ 9919164 w 10318340"/>
              <a:gd name="connsiteY1" fmla="*/ 0 h 2395010"/>
              <a:gd name="connsiteX2" fmla="*/ 10318340 w 10318340"/>
              <a:gd name="connsiteY2" fmla="*/ 399176 h 2395010"/>
              <a:gd name="connsiteX3" fmla="*/ 10318340 w 10318340"/>
              <a:gd name="connsiteY3" fmla="*/ 1995834 h 2395010"/>
              <a:gd name="connsiteX4" fmla="*/ 9919164 w 10318340"/>
              <a:gd name="connsiteY4" fmla="*/ 2395010 h 2395010"/>
              <a:gd name="connsiteX0" fmla="*/ 0 w 10318340"/>
              <a:gd name="connsiteY0" fmla="*/ 0 h 1995834"/>
              <a:gd name="connsiteX1" fmla="*/ 9919164 w 10318340"/>
              <a:gd name="connsiteY1" fmla="*/ 0 h 1995834"/>
              <a:gd name="connsiteX2" fmla="*/ 10318340 w 10318340"/>
              <a:gd name="connsiteY2" fmla="*/ 399176 h 1995834"/>
              <a:gd name="connsiteX3" fmla="*/ 10318340 w 10318340"/>
              <a:gd name="connsiteY3" fmla="*/ 1995834 h 1995834"/>
              <a:gd name="connsiteX0" fmla="*/ 0 w 10318340"/>
              <a:gd name="connsiteY0" fmla="*/ 0 h 1995834"/>
              <a:gd name="connsiteX1" fmla="*/ 9919164 w 10318340"/>
              <a:gd name="connsiteY1" fmla="*/ 0 h 1995834"/>
              <a:gd name="connsiteX2" fmla="*/ 10318340 w 10318340"/>
              <a:gd name="connsiteY2" fmla="*/ 399176 h 1995834"/>
              <a:gd name="connsiteX3" fmla="*/ 10318340 w 10318340"/>
              <a:gd name="connsiteY3" fmla="*/ 1995834 h 1995834"/>
              <a:gd name="connsiteX0" fmla="*/ 0 w 10318340"/>
              <a:gd name="connsiteY0" fmla="*/ 0 h 1995834"/>
              <a:gd name="connsiteX1" fmla="*/ 9919164 w 10318340"/>
              <a:gd name="connsiteY1" fmla="*/ 0 h 1995834"/>
              <a:gd name="connsiteX2" fmla="*/ 10318340 w 10318340"/>
              <a:gd name="connsiteY2" fmla="*/ 399176 h 1995834"/>
              <a:gd name="connsiteX3" fmla="*/ 10306766 w 10318340"/>
              <a:gd name="connsiteY3" fmla="*/ 1096701 h 1995834"/>
              <a:gd name="connsiteX4" fmla="*/ 10318340 w 10318340"/>
              <a:gd name="connsiteY4" fmla="*/ 1995834 h 1995834"/>
              <a:gd name="connsiteX0" fmla="*/ 0 w 10318340"/>
              <a:gd name="connsiteY0" fmla="*/ 0 h 1096701"/>
              <a:gd name="connsiteX1" fmla="*/ 9919164 w 10318340"/>
              <a:gd name="connsiteY1" fmla="*/ 0 h 1096701"/>
              <a:gd name="connsiteX2" fmla="*/ 10318340 w 10318340"/>
              <a:gd name="connsiteY2" fmla="*/ 399176 h 1096701"/>
              <a:gd name="connsiteX3" fmla="*/ 10306766 w 10318340"/>
              <a:gd name="connsiteY3" fmla="*/ 1096701 h 1096701"/>
              <a:gd name="connsiteX0" fmla="*/ 0 w 10337246"/>
              <a:gd name="connsiteY0" fmla="*/ 0 h 1078413"/>
              <a:gd name="connsiteX1" fmla="*/ 9919164 w 10337246"/>
              <a:gd name="connsiteY1" fmla="*/ 0 h 1078413"/>
              <a:gd name="connsiteX2" fmla="*/ 10318340 w 10337246"/>
              <a:gd name="connsiteY2" fmla="*/ 399176 h 1078413"/>
              <a:gd name="connsiteX3" fmla="*/ 10337246 w 10337246"/>
              <a:gd name="connsiteY3" fmla="*/ 1078413 h 1078413"/>
              <a:gd name="connsiteX0" fmla="*/ 0 w 10331150"/>
              <a:gd name="connsiteY0" fmla="*/ 0 h 1102797"/>
              <a:gd name="connsiteX1" fmla="*/ 9919164 w 10331150"/>
              <a:gd name="connsiteY1" fmla="*/ 0 h 1102797"/>
              <a:gd name="connsiteX2" fmla="*/ 10318340 w 10331150"/>
              <a:gd name="connsiteY2" fmla="*/ 399176 h 1102797"/>
              <a:gd name="connsiteX3" fmla="*/ 10331150 w 10331150"/>
              <a:gd name="connsiteY3" fmla="*/ 1102797 h 1102797"/>
              <a:gd name="connsiteX0" fmla="*/ 0 w 9386270"/>
              <a:gd name="connsiteY0" fmla="*/ 0 h 1112957"/>
              <a:gd name="connsiteX1" fmla="*/ 8974284 w 9386270"/>
              <a:gd name="connsiteY1" fmla="*/ 10160 h 1112957"/>
              <a:gd name="connsiteX2" fmla="*/ 9373460 w 9386270"/>
              <a:gd name="connsiteY2" fmla="*/ 409336 h 1112957"/>
              <a:gd name="connsiteX3" fmla="*/ 9386270 w 9386270"/>
              <a:gd name="connsiteY3" fmla="*/ 1112957 h 1112957"/>
            </a:gdLst>
            <a:ahLst/>
            <a:cxnLst>
              <a:cxn ang="0">
                <a:pos x="connsiteX0" y="connsiteY0"/>
              </a:cxn>
              <a:cxn ang="0">
                <a:pos x="connsiteX1" y="connsiteY1"/>
              </a:cxn>
              <a:cxn ang="0">
                <a:pos x="connsiteX2" y="connsiteY2"/>
              </a:cxn>
              <a:cxn ang="0">
                <a:pos x="connsiteX3" y="connsiteY3"/>
              </a:cxn>
            </a:cxnLst>
            <a:rect l="l" t="t" r="r" b="b"/>
            <a:pathLst>
              <a:path w="9386270" h="1112957">
                <a:moveTo>
                  <a:pt x="0" y="0"/>
                </a:moveTo>
                <a:lnTo>
                  <a:pt x="8974284" y="10160"/>
                </a:lnTo>
                <a:cubicBezTo>
                  <a:pt x="9194743" y="10160"/>
                  <a:pt x="9373460" y="188877"/>
                  <a:pt x="9373460" y="409336"/>
                </a:cubicBezTo>
                <a:lnTo>
                  <a:pt x="9386270" y="1112957"/>
                </a:lnTo>
              </a:path>
            </a:pathLst>
          </a:custGeom>
          <a:noFill/>
          <a:ln w="190500" cap="rnd">
            <a:gradFill>
              <a:gsLst>
                <a:gs pos="0">
                  <a:schemeClr val="accent1"/>
                </a:gs>
                <a:gs pos="100000">
                  <a:schemeClr val="accent1"/>
                </a:gs>
              </a:gsLst>
              <a:lin ang="5400000" scaled="1"/>
            </a:gradFill>
            <a:roun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稿定-9">
            <a:extLst>
              <a:ext uri="{FF2B5EF4-FFF2-40B4-BE49-F238E27FC236}">
                <a16:creationId xmlns:a16="http://schemas.microsoft.com/office/drawing/2014/main" id="{4596A905-928D-F704-82E0-A85B3910A646}"/>
              </a:ext>
            </a:extLst>
          </p:cNvPr>
          <p:cNvSpPr/>
          <p:nvPr/>
        </p:nvSpPr>
        <p:spPr>
          <a:xfrm flipH="1">
            <a:off x="1704272" y="2227849"/>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3" name="稿定-9">
            <a:extLst>
              <a:ext uri="{FF2B5EF4-FFF2-40B4-BE49-F238E27FC236}">
                <a16:creationId xmlns:a16="http://schemas.microsoft.com/office/drawing/2014/main" id="{1AF0753F-7108-5CF4-3A91-7718062315E0}"/>
              </a:ext>
            </a:extLst>
          </p:cNvPr>
          <p:cNvSpPr/>
          <p:nvPr/>
        </p:nvSpPr>
        <p:spPr>
          <a:xfrm flipH="1">
            <a:off x="1777185" y="4605008"/>
            <a:ext cx="971857" cy="254609"/>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a:extLst>
              <a:ext uri="{FF2B5EF4-FFF2-40B4-BE49-F238E27FC236}">
                <a16:creationId xmlns:a16="http://schemas.microsoft.com/office/drawing/2014/main" id="{AFF488C7-7824-A218-E54D-33BCFDC2F7D5}"/>
              </a:ext>
            </a:extLst>
          </p:cNvPr>
          <p:cNvSpPr/>
          <p:nvPr/>
        </p:nvSpPr>
        <p:spPr>
          <a:xfrm flipH="1">
            <a:off x="1853811" y="488234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9">
            <a:extLst>
              <a:ext uri="{FF2B5EF4-FFF2-40B4-BE49-F238E27FC236}">
                <a16:creationId xmlns:a16="http://schemas.microsoft.com/office/drawing/2014/main" id="{BD0C695B-044D-000B-E778-AF06CF063B97}"/>
              </a:ext>
            </a:extLst>
          </p:cNvPr>
          <p:cNvSpPr/>
          <p:nvPr/>
        </p:nvSpPr>
        <p:spPr>
          <a:xfrm flipH="1">
            <a:off x="1704272" y="4270440"/>
            <a:ext cx="800379" cy="33656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2015</a:t>
            </a:r>
            <a:endParaRPr kumimoji="0" lang="en-US" sz="1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D222C86D-8CCD-1EC9-FC27-984E280A047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企业发展历程</a:t>
            </a:r>
          </a:p>
        </p:txBody>
      </p:sp>
      <p:sp>
        <p:nvSpPr>
          <p:cNvPr id="10" name="矩形 9">
            <a:extLst>
              <a:ext uri="{FF2B5EF4-FFF2-40B4-BE49-F238E27FC236}">
                <a16:creationId xmlns:a16="http://schemas.microsoft.com/office/drawing/2014/main" id="{9F9727CB-3B0F-EDCA-1501-0A26A160467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453878D6-EBAA-DED4-5973-9EE664B87733}"/>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QIYEFAZHANLICHENG</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a:extLst>
              <a:ext uri="{FF2B5EF4-FFF2-40B4-BE49-F238E27FC236}">
                <a16:creationId xmlns:a16="http://schemas.microsoft.com/office/drawing/2014/main" id="{ABA0EAB1-95AF-B77B-FFE0-F2D31649A31D}"/>
              </a:ext>
            </a:extLst>
          </p:cNvPr>
          <p:cNvCxnSpPr>
            <a:cxnSpLocks/>
            <a:endCxn id="16" idx="3"/>
          </p:cNvCxnSpPr>
          <p:nvPr/>
        </p:nvCxnSpPr>
        <p:spPr>
          <a:xfrm>
            <a:off x="1236609" y="3974841"/>
            <a:ext cx="10742031" cy="0"/>
          </a:xfrm>
          <a:prstGeom prst="line">
            <a:avLst/>
          </a:prstGeom>
          <a:noFill/>
          <a:ln w="190500" cap="rnd">
            <a:solidFill>
              <a:schemeClr val="accent1"/>
            </a:solidFill>
            <a:round/>
          </a:ln>
          <a:effectLst/>
        </p:spPr>
        <p:style>
          <a:lnRef idx="2">
            <a:schemeClr val="accent1">
              <a:shade val="50000"/>
            </a:schemeClr>
          </a:lnRef>
          <a:fillRef idx="1">
            <a:schemeClr val="accent1"/>
          </a:fillRef>
          <a:effectRef idx="0">
            <a:schemeClr val="accent1"/>
          </a:effectRef>
          <a:fontRef idx="minor">
            <a:schemeClr val="lt1"/>
          </a:fontRef>
        </p:style>
      </p:cxnSp>
      <p:sp>
        <p:nvSpPr>
          <p:cNvPr id="16" name="gaoding-6">
            <a:extLst>
              <a:ext uri="{FF2B5EF4-FFF2-40B4-BE49-F238E27FC236}">
                <a16:creationId xmlns:a16="http://schemas.microsoft.com/office/drawing/2014/main" id="{3A8124C0-2B01-CEBE-D64D-9E47488A0B63}"/>
              </a:ext>
            </a:extLst>
          </p:cNvPr>
          <p:cNvSpPr/>
          <p:nvPr/>
        </p:nvSpPr>
        <p:spPr>
          <a:xfrm rot="5400000">
            <a:off x="11877040" y="3761481"/>
            <a:ext cx="629920" cy="426720"/>
          </a:xfrm>
          <a:prstGeom prst="triangl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 name="组合 3">
            <a:extLst>
              <a:ext uri="{FF2B5EF4-FFF2-40B4-BE49-F238E27FC236}">
                <a16:creationId xmlns:a16="http://schemas.microsoft.com/office/drawing/2014/main" id="{4E0A25A7-CB5A-BDC9-F0AC-493FC2C79579}"/>
              </a:ext>
            </a:extLst>
          </p:cNvPr>
          <p:cNvGrpSpPr/>
          <p:nvPr/>
        </p:nvGrpSpPr>
        <p:grpSpPr>
          <a:xfrm>
            <a:off x="1680906" y="3498314"/>
            <a:ext cx="192558" cy="192558"/>
            <a:chOff x="848279" y="3468884"/>
            <a:chExt cx="251418" cy="251418"/>
          </a:xfrm>
        </p:grpSpPr>
        <p:sp>
          <p:nvSpPr>
            <p:cNvPr id="2" name="椭圆 1">
              <a:extLst>
                <a:ext uri="{FF2B5EF4-FFF2-40B4-BE49-F238E27FC236}">
                  <a16:creationId xmlns:a16="http://schemas.microsoft.com/office/drawing/2014/main" id="{F599E14F-E9E2-3D4F-A1C3-6AB3F2E834DE}"/>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7C4DEE08-7B91-3C1C-B7C9-8D93227250CB}"/>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5" name="组合 4">
            <a:extLst>
              <a:ext uri="{FF2B5EF4-FFF2-40B4-BE49-F238E27FC236}">
                <a16:creationId xmlns:a16="http://schemas.microsoft.com/office/drawing/2014/main" id="{1FF04DEC-1585-2B6E-4719-0A8EC3B5535A}"/>
              </a:ext>
            </a:extLst>
          </p:cNvPr>
          <p:cNvGrpSpPr/>
          <p:nvPr/>
        </p:nvGrpSpPr>
        <p:grpSpPr>
          <a:xfrm>
            <a:off x="1680906" y="3878562"/>
            <a:ext cx="192558" cy="192558"/>
            <a:chOff x="848279" y="3468884"/>
            <a:chExt cx="251418" cy="251418"/>
          </a:xfrm>
        </p:grpSpPr>
        <p:sp>
          <p:nvSpPr>
            <p:cNvPr id="6" name="椭圆 5">
              <a:extLst>
                <a:ext uri="{FF2B5EF4-FFF2-40B4-BE49-F238E27FC236}">
                  <a16:creationId xmlns:a16="http://schemas.microsoft.com/office/drawing/2014/main" id="{776DDAE8-B5CA-6897-2AC0-C976551AFED9}"/>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3E0BC08F-DE73-5B5B-BD08-C4DDDC76A8E3}"/>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3" name="组合 12">
            <a:extLst>
              <a:ext uri="{FF2B5EF4-FFF2-40B4-BE49-F238E27FC236}">
                <a16:creationId xmlns:a16="http://schemas.microsoft.com/office/drawing/2014/main" id="{18768B84-2175-1B3A-5399-8A255D072BD2}"/>
              </a:ext>
            </a:extLst>
          </p:cNvPr>
          <p:cNvGrpSpPr/>
          <p:nvPr/>
        </p:nvGrpSpPr>
        <p:grpSpPr>
          <a:xfrm>
            <a:off x="3741133" y="3498314"/>
            <a:ext cx="192558" cy="192558"/>
            <a:chOff x="848279" y="3468884"/>
            <a:chExt cx="251418" cy="251418"/>
          </a:xfrm>
        </p:grpSpPr>
        <p:sp>
          <p:nvSpPr>
            <p:cNvPr id="15" name="椭圆 14">
              <a:extLst>
                <a:ext uri="{FF2B5EF4-FFF2-40B4-BE49-F238E27FC236}">
                  <a16:creationId xmlns:a16="http://schemas.microsoft.com/office/drawing/2014/main" id="{A1E95E5E-5D38-C411-180F-FABA8E650312}"/>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a:extLst>
                <a:ext uri="{FF2B5EF4-FFF2-40B4-BE49-F238E27FC236}">
                  <a16:creationId xmlns:a16="http://schemas.microsoft.com/office/drawing/2014/main" id="{3B76829D-F9C9-7D79-BC9D-F111C4816CCE}"/>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8" name="组合 17">
            <a:extLst>
              <a:ext uri="{FF2B5EF4-FFF2-40B4-BE49-F238E27FC236}">
                <a16:creationId xmlns:a16="http://schemas.microsoft.com/office/drawing/2014/main" id="{455C34D8-89C8-C94C-8A0B-28F3724AE525}"/>
              </a:ext>
            </a:extLst>
          </p:cNvPr>
          <p:cNvGrpSpPr/>
          <p:nvPr/>
        </p:nvGrpSpPr>
        <p:grpSpPr>
          <a:xfrm>
            <a:off x="3741133" y="3878562"/>
            <a:ext cx="192558" cy="192558"/>
            <a:chOff x="848279" y="3468884"/>
            <a:chExt cx="251418" cy="251418"/>
          </a:xfrm>
        </p:grpSpPr>
        <p:sp>
          <p:nvSpPr>
            <p:cNvPr id="19" name="椭圆 18">
              <a:extLst>
                <a:ext uri="{FF2B5EF4-FFF2-40B4-BE49-F238E27FC236}">
                  <a16:creationId xmlns:a16="http://schemas.microsoft.com/office/drawing/2014/main" id="{0772127D-9508-40DA-33A7-05B18E139284}"/>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a:extLst>
                <a:ext uri="{FF2B5EF4-FFF2-40B4-BE49-F238E27FC236}">
                  <a16:creationId xmlns:a16="http://schemas.microsoft.com/office/drawing/2014/main" id="{97EE5DDB-E6BF-12AE-2D5A-53B84DA0AC48}"/>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1" name="组合 20">
            <a:extLst>
              <a:ext uri="{FF2B5EF4-FFF2-40B4-BE49-F238E27FC236}">
                <a16:creationId xmlns:a16="http://schemas.microsoft.com/office/drawing/2014/main" id="{528BDD81-15A5-C665-FCE8-F57BF0BCAD77}"/>
              </a:ext>
            </a:extLst>
          </p:cNvPr>
          <p:cNvGrpSpPr/>
          <p:nvPr/>
        </p:nvGrpSpPr>
        <p:grpSpPr>
          <a:xfrm>
            <a:off x="5719573" y="3498314"/>
            <a:ext cx="192558" cy="192558"/>
            <a:chOff x="848279" y="3468884"/>
            <a:chExt cx="251418" cy="251418"/>
          </a:xfrm>
        </p:grpSpPr>
        <p:sp>
          <p:nvSpPr>
            <p:cNvPr id="22" name="椭圆 21">
              <a:extLst>
                <a:ext uri="{FF2B5EF4-FFF2-40B4-BE49-F238E27FC236}">
                  <a16:creationId xmlns:a16="http://schemas.microsoft.com/office/drawing/2014/main" id="{BEA86D88-C801-A9E8-428D-8B2471E0B646}"/>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椭圆 22">
              <a:extLst>
                <a:ext uri="{FF2B5EF4-FFF2-40B4-BE49-F238E27FC236}">
                  <a16:creationId xmlns:a16="http://schemas.microsoft.com/office/drawing/2014/main" id="{A03F6DB2-AEC5-51D6-F587-D8D0EE363FC4}"/>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4" name="组合 23">
            <a:extLst>
              <a:ext uri="{FF2B5EF4-FFF2-40B4-BE49-F238E27FC236}">
                <a16:creationId xmlns:a16="http://schemas.microsoft.com/office/drawing/2014/main" id="{66A8D729-F2E0-7C72-ABFF-6AAFD1711F2A}"/>
              </a:ext>
            </a:extLst>
          </p:cNvPr>
          <p:cNvGrpSpPr/>
          <p:nvPr/>
        </p:nvGrpSpPr>
        <p:grpSpPr>
          <a:xfrm>
            <a:off x="5719573" y="3878562"/>
            <a:ext cx="192558" cy="192558"/>
            <a:chOff x="848279" y="3468884"/>
            <a:chExt cx="251418" cy="251418"/>
          </a:xfrm>
        </p:grpSpPr>
        <p:sp>
          <p:nvSpPr>
            <p:cNvPr id="25" name="椭圆 24">
              <a:extLst>
                <a:ext uri="{FF2B5EF4-FFF2-40B4-BE49-F238E27FC236}">
                  <a16:creationId xmlns:a16="http://schemas.microsoft.com/office/drawing/2014/main" id="{D6BA7327-9DDE-56D8-051D-F8608E36DEAF}"/>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a:extLst>
                <a:ext uri="{FF2B5EF4-FFF2-40B4-BE49-F238E27FC236}">
                  <a16:creationId xmlns:a16="http://schemas.microsoft.com/office/drawing/2014/main" id="{8F46FB64-21F3-BCE8-D652-EF3CBA055F22}"/>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7" name="组合 26">
            <a:extLst>
              <a:ext uri="{FF2B5EF4-FFF2-40B4-BE49-F238E27FC236}">
                <a16:creationId xmlns:a16="http://schemas.microsoft.com/office/drawing/2014/main" id="{168CA698-4592-15B8-E4BB-DD132F585629}"/>
              </a:ext>
            </a:extLst>
          </p:cNvPr>
          <p:cNvGrpSpPr/>
          <p:nvPr/>
        </p:nvGrpSpPr>
        <p:grpSpPr>
          <a:xfrm>
            <a:off x="7775393" y="3498314"/>
            <a:ext cx="192558" cy="192558"/>
            <a:chOff x="848279" y="3468884"/>
            <a:chExt cx="251418" cy="251418"/>
          </a:xfrm>
        </p:grpSpPr>
        <p:sp>
          <p:nvSpPr>
            <p:cNvPr id="28" name="椭圆 27">
              <a:extLst>
                <a:ext uri="{FF2B5EF4-FFF2-40B4-BE49-F238E27FC236}">
                  <a16:creationId xmlns:a16="http://schemas.microsoft.com/office/drawing/2014/main" id="{9C0BEB00-BF59-6A9B-8A31-0D6757FE3929}"/>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椭圆 28">
              <a:extLst>
                <a:ext uri="{FF2B5EF4-FFF2-40B4-BE49-F238E27FC236}">
                  <a16:creationId xmlns:a16="http://schemas.microsoft.com/office/drawing/2014/main" id="{2BFC76C7-D8E5-E8CE-A66F-F288399E9D6F}"/>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30" name="组合 29">
            <a:extLst>
              <a:ext uri="{FF2B5EF4-FFF2-40B4-BE49-F238E27FC236}">
                <a16:creationId xmlns:a16="http://schemas.microsoft.com/office/drawing/2014/main" id="{CC137642-B21E-CBFF-E70C-23008FC16CAB}"/>
              </a:ext>
            </a:extLst>
          </p:cNvPr>
          <p:cNvGrpSpPr/>
          <p:nvPr/>
        </p:nvGrpSpPr>
        <p:grpSpPr>
          <a:xfrm>
            <a:off x="7775393" y="3878562"/>
            <a:ext cx="192558" cy="192558"/>
            <a:chOff x="848279" y="3468884"/>
            <a:chExt cx="251418" cy="251418"/>
          </a:xfrm>
        </p:grpSpPr>
        <p:sp>
          <p:nvSpPr>
            <p:cNvPr id="31" name="椭圆 30">
              <a:extLst>
                <a:ext uri="{FF2B5EF4-FFF2-40B4-BE49-F238E27FC236}">
                  <a16:creationId xmlns:a16="http://schemas.microsoft.com/office/drawing/2014/main" id="{63638CE2-1321-4FB2-4295-0F735EC110DD}"/>
                </a:ext>
              </a:extLst>
            </p:cNvPr>
            <p:cNvSpPr/>
            <p:nvPr/>
          </p:nvSpPr>
          <p:spPr>
            <a:xfrm>
              <a:off x="848279" y="3468884"/>
              <a:ext cx="251418" cy="251418"/>
            </a:xfrm>
            <a:prstGeom prst="ellipse">
              <a:avLst/>
            </a:prstGeom>
            <a:solidFill>
              <a:schemeClr val="accent1">
                <a:lumMod val="20000"/>
                <a:lumOff val="8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椭圆 31">
              <a:extLst>
                <a:ext uri="{FF2B5EF4-FFF2-40B4-BE49-F238E27FC236}">
                  <a16:creationId xmlns:a16="http://schemas.microsoft.com/office/drawing/2014/main" id="{B2CF832B-680F-23DE-5B4F-5A1A2709F16F}"/>
                </a:ext>
              </a:extLst>
            </p:cNvPr>
            <p:cNvSpPr/>
            <p:nvPr/>
          </p:nvSpPr>
          <p:spPr>
            <a:xfrm>
              <a:off x="898663" y="3519268"/>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1" name="椭圆 50">
            <a:extLst>
              <a:ext uri="{FF2B5EF4-FFF2-40B4-BE49-F238E27FC236}">
                <a16:creationId xmlns:a16="http://schemas.microsoft.com/office/drawing/2014/main" id="{117784EE-F6A6-9F67-3BBA-A3410B7DE4E4}"/>
              </a:ext>
            </a:extLst>
          </p:cNvPr>
          <p:cNvSpPr/>
          <p:nvPr/>
        </p:nvSpPr>
        <p:spPr>
          <a:xfrm>
            <a:off x="597359" y="3359944"/>
            <a:ext cx="845568" cy="8455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2" name="图形 2">
            <a:extLst>
              <a:ext uri="{FF2B5EF4-FFF2-40B4-BE49-F238E27FC236}">
                <a16:creationId xmlns:a16="http://schemas.microsoft.com/office/drawing/2014/main" id="{530E6544-A9F4-0FF3-0E26-11A2F0B451C7}"/>
              </a:ext>
            </a:extLst>
          </p:cNvPr>
          <p:cNvGrpSpPr/>
          <p:nvPr/>
        </p:nvGrpSpPr>
        <p:grpSpPr>
          <a:xfrm>
            <a:off x="805277" y="3559175"/>
            <a:ext cx="446478" cy="437352"/>
            <a:chOff x="3032205" y="3825135"/>
            <a:chExt cx="962654" cy="942975"/>
          </a:xfrm>
          <a:solidFill>
            <a:schemeClr val="bg1"/>
          </a:solidFill>
        </p:grpSpPr>
        <p:sp>
          <p:nvSpPr>
            <p:cNvPr id="43" name="任意多边形: 形状 42">
              <a:extLst>
                <a:ext uri="{FF2B5EF4-FFF2-40B4-BE49-F238E27FC236}">
                  <a16:creationId xmlns:a16="http://schemas.microsoft.com/office/drawing/2014/main" id="{76EA3048-48EB-08C5-CD21-4E43C83037CF}"/>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44" name="图形 2">
              <a:extLst>
                <a:ext uri="{FF2B5EF4-FFF2-40B4-BE49-F238E27FC236}">
                  <a16:creationId xmlns:a16="http://schemas.microsoft.com/office/drawing/2014/main" id="{4039BFE7-9495-ABF4-12A5-2417A24D8391}"/>
                </a:ext>
              </a:extLst>
            </p:cNvPr>
            <p:cNvGrpSpPr/>
            <p:nvPr/>
          </p:nvGrpSpPr>
          <p:grpSpPr>
            <a:xfrm>
              <a:off x="3041583" y="3825822"/>
              <a:ext cx="953275" cy="561128"/>
              <a:chOff x="3041583" y="3825822"/>
              <a:chExt cx="953275" cy="561128"/>
            </a:xfrm>
            <a:grpFill/>
          </p:grpSpPr>
          <p:sp>
            <p:nvSpPr>
              <p:cNvPr id="49" name="任意多边形: 形状 48">
                <a:extLst>
                  <a:ext uri="{FF2B5EF4-FFF2-40B4-BE49-F238E27FC236}">
                    <a16:creationId xmlns:a16="http://schemas.microsoft.com/office/drawing/2014/main" id="{17FC9A29-40E0-03D6-21F3-18993F91C8D6}"/>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75AA9873-9128-072F-A3B7-07AA5E55E493}"/>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45" name="任意多边形: 形状 44">
              <a:extLst>
                <a:ext uri="{FF2B5EF4-FFF2-40B4-BE49-F238E27FC236}">
                  <a16:creationId xmlns:a16="http://schemas.microsoft.com/office/drawing/2014/main" id="{C9162B95-E6BE-A020-8A79-1AFEDCE3E19C}"/>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597C790B-0168-7F41-1573-B39F9F1D0C1A}"/>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FC865613-F860-1763-3D31-84FCE797C331}"/>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D9FFB875-31A0-499D-AAE9-5861FE713AA0}"/>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Tree>
    <p:extLst>
      <p:ext uri="{BB962C8B-B14F-4D97-AF65-F5344CB8AC3E}">
        <p14:creationId xmlns:p14="http://schemas.microsoft.com/office/powerpoint/2010/main" val="154215560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任意多边形: 形状 19">
            <a:extLst>
              <a:ext uri="{FF2B5EF4-FFF2-40B4-BE49-F238E27FC236}">
                <a16:creationId xmlns:a16="http://schemas.microsoft.com/office/drawing/2014/main" id="{B5DFDC24-B294-CD71-3F08-45D93A44C0CB}"/>
              </a:ext>
            </a:extLst>
          </p:cNvPr>
          <p:cNvSpPr/>
          <p:nvPr/>
        </p:nvSpPr>
        <p:spPr>
          <a:xfrm>
            <a:off x="0" y="676223"/>
            <a:ext cx="12192000" cy="6045048"/>
          </a:xfrm>
          <a:custGeom>
            <a:avLst/>
            <a:gdLst>
              <a:gd name="connsiteX0" fmla="*/ 0 w 12192000"/>
              <a:gd name="connsiteY0" fmla="*/ 0 h 6045048"/>
              <a:gd name="connsiteX1" fmla="*/ 122523 w 12192000"/>
              <a:gd name="connsiteY1" fmla="*/ 112724 h 6045048"/>
              <a:gd name="connsiteX2" fmla="*/ 6284686 w 12192000"/>
              <a:gd name="connsiteY2" fmla="*/ 2045208 h 6045048"/>
              <a:gd name="connsiteX3" fmla="*/ 12019050 w 12192000"/>
              <a:gd name="connsiteY3" fmla="*/ 450153 h 6045048"/>
              <a:gd name="connsiteX4" fmla="*/ 12192000 w 12192000"/>
              <a:gd name="connsiteY4" fmla="*/ 320344 h 6045048"/>
              <a:gd name="connsiteX5" fmla="*/ 12192000 w 12192000"/>
              <a:gd name="connsiteY5" fmla="*/ 5724703 h 6045048"/>
              <a:gd name="connsiteX6" fmla="*/ 12019050 w 12192000"/>
              <a:gd name="connsiteY6" fmla="*/ 5594895 h 6045048"/>
              <a:gd name="connsiteX7" fmla="*/ 6284686 w 12192000"/>
              <a:gd name="connsiteY7" fmla="*/ 3999839 h 6045048"/>
              <a:gd name="connsiteX8" fmla="*/ 122523 w 12192000"/>
              <a:gd name="connsiteY8" fmla="*/ 5932323 h 6045048"/>
              <a:gd name="connsiteX9" fmla="*/ 0 w 12192000"/>
              <a:gd name="connsiteY9" fmla="*/ 6045048 h 604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6045048">
                <a:moveTo>
                  <a:pt x="0" y="0"/>
                </a:moveTo>
                <a:lnTo>
                  <a:pt x="122523" y="112724"/>
                </a:lnTo>
                <a:cubicBezTo>
                  <a:pt x="1457984" y="1278647"/>
                  <a:pt x="3719560" y="2045208"/>
                  <a:pt x="6284686" y="2045208"/>
                </a:cubicBezTo>
                <a:cubicBezTo>
                  <a:pt x="8593300" y="2045208"/>
                  <a:pt x="10656037" y="1424293"/>
                  <a:pt x="12019050" y="450153"/>
                </a:cubicBezTo>
                <a:lnTo>
                  <a:pt x="12192000" y="320344"/>
                </a:lnTo>
                <a:lnTo>
                  <a:pt x="12192000" y="5724703"/>
                </a:lnTo>
                <a:lnTo>
                  <a:pt x="12019050" y="5594895"/>
                </a:lnTo>
                <a:cubicBezTo>
                  <a:pt x="10656037" y="4620754"/>
                  <a:pt x="8593300" y="3999839"/>
                  <a:pt x="6284686" y="3999839"/>
                </a:cubicBezTo>
                <a:cubicBezTo>
                  <a:pt x="3719560" y="3999839"/>
                  <a:pt x="1457984" y="4766401"/>
                  <a:pt x="122523" y="5932323"/>
                </a:cubicBezTo>
                <a:lnTo>
                  <a:pt x="0" y="6045048"/>
                </a:lnTo>
                <a:close/>
              </a:path>
            </a:pathLst>
          </a:custGeom>
          <a:gradFill flip="none" rotWithShape="1">
            <a:gsLst>
              <a:gs pos="49000">
                <a:schemeClr val="accent1">
                  <a:alpha val="5000"/>
                </a:schemeClr>
              </a:gs>
              <a:gs pos="0">
                <a:schemeClr val="accent1">
                  <a:alpha val="17000"/>
                </a:schemeClr>
              </a:gs>
              <a:gs pos="100000">
                <a:schemeClr val="accent1">
                  <a:alpha val="17000"/>
                </a:schemeClr>
              </a:gs>
            </a:gsLst>
            <a:lin ang="0" scaled="1"/>
            <a:tileRect/>
          </a:gradFill>
          <a:ln w="2540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1" name="任意多边形: 形状 20">
            <a:extLst>
              <a:ext uri="{FF2B5EF4-FFF2-40B4-BE49-F238E27FC236}">
                <a16:creationId xmlns:a16="http://schemas.microsoft.com/office/drawing/2014/main" id="{418886F7-3497-965C-3F82-6B4308BE56A9}"/>
              </a:ext>
            </a:extLst>
          </p:cNvPr>
          <p:cNvSpPr/>
          <p:nvPr/>
        </p:nvSpPr>
        <p:spPr>
          <a:xfrm>
            <a:off x="0" y="933293"/>
            <a:ext cx="12192000" cy="6045048"/>
          </a:xfrm>
          <a:custGeom>
            <a:avLst/>
            <a:gdLst>
              <a:gd name="connsiteX0" fmla="*/ 0 w 12192000"/>
              <a:gd name="connsiteY0" fmla="*/ 0 h 6045048"/>
              <a:gd name="connsiteX1" fmla="*/ 122523 w 12192000"/>
              <a:gd name="connsiteY1" fmla="*/ 112724 h 6045048"/>
              <a:gd name="connsiteX2" fmla="*/ 6284686 w 12192000"/>
              <a:gd name="connsiteY2" fmla="*/ 2045208 h 6045048"/>
              <a:gd name="connsiteX3" fmla="*/ 12019050 w 12192000"/>
              <a:gd name="connsiteY3" fmla="*/ 450153 h 6045048"/>
              <a:gd name="connsiteX4" fmla="*/ 12192000 w 12192000"/>
              <a:gd name="connsiteY4" fmla="*/ 320344 h 6045048"/>
              <a:gd name="connsiteX5" fmla="*/ 12192000 w 12192000"/>
              <a:gd name="connsiteY5" fmla="*/ 5724703 h 6045048"/>
              <a:gd name="connsiteX6" fmla="*/ 12019050 w 12192000"/>
              <a:gd name="connsiteY6" fmla="*/ 5594895 h 6045048"/>
              <a:gd name="connsiteX7" fmla="*/ 6284686 w 12192000"/>
              <a:gd name="connsiteY7" fmla="*/ 3999839 h 6045048"/>
              <a:gd name="connsiteX8" fmla="*/ 122523 w 12192000"/>
              <a:gd name="connsiteY8" fmla="*/ 5932323 h 6045048"/>
              <a:gd name="connsiteX9" fmla="*/ 0 w 12192000"/>
              <a:gd name="connsiteY9" fmla="*/ 6045048 h 604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6045048">
                <a:moveTo>
                  <a:pt x="0" y="0"/>
                </a:moveTo>
                <a:lnTo>
                  <a:pt x="122523" y="112724"/>
                </a:lnTo>
                <a:cubicBezTo>
                  <a:pt x="1457984" y="1278647"/>
                  <a:pt x="3719560" y="2045208"/>
                  <a:pt x="6284686" y="2045208"/>
                </a:cubicBezTo>
                <a:cubicBezTo>
                  <a:pt x="8593300" y="2045208"/>
                  <a:pt x="10656037" y="1424293"/>
                  <a:pt x="12019050" y="450153"/>
                </a:cubicBezTo>
                <a:lnTo>
                  <a:pt x="12192000" y="320344"/>
                </a:lnTo>
                <a:lnTo>
                  <a:pt x="12192000" y="5724703"/>
                </a:lnTo>
                <a:lnTo>
                  <a:pt x="12019050" y="5594895"/>
                </a:lnTo>
                <a:cubicBezTo>
                  <a:pt x="10656037" y="4620754"/>
                  <a:pt x="8593300" y="3999839"/>
                  <a:pt x="6284686" y="3999839"/>
                </a:cubicBezTo>
                <a:cubicBezTo>
                  <a:pt x="3719560" y="3999839"/>
                  <a:pt x="1457984" y="4766401"/>
                  <a:pt x="122523" y="5932323"/>
                </a:cubicBezTo>
                <a:lnTo>
                  <a:pt x="0" y="6045048"/>
                </a:lnTo>
                <a:close/>
              </a:path>
            </a:pathLst>
          </a:custGeom>
          <a:gradFill flip="none" rotWithShape="1">
            <a:gsLst>
              <a:gs pos="64000">
                <a:schemeClr val="accent1">
                  <a:alpha val="0"/>
                </a:schemeClr>
              </a:gs>
              <a:gs pos="41000">
                <a:schemeClr val="accent1">
                  <a:alpha val="0"/>
                </a:schemeClr>
              </a:gs>
              <a:gs pos="0">
                <a:schemeClr val="accent1">
                  <a:alpha val="57000"/>
                </a:schemeClr>
              </a:gs>
              <a:gs pos="100000">
                <a:schemeClr val="accent1">
                  <a:alpha val="57000"/>
                </a:schemeClr>
              </a:gs>
            </a:gsLst>
            <a:lin ang="0" scaled="1"/>
            <a:tileRect/>
          </a:gradFill>
          <a:ln w="25400">
            <a:gradFill>
              <a:gsLst>
                <a:gs pos="0">
                  <a:schemeClr val="accent1">
                    <a:alpha val="0"/>
                  </a:schemeClr>
                </a:gs>
                <a:gs pos="53000">
                  <a:schemeClr val="accent1">
                    <a:alpha val="15000"/>
                  </a:schemeClr>
                </a:gs>
                <a:gs pos="100000">
                  <a:schemeClr val="accent1">
                    <a:alpha val="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29" name="图形 2">
            <a:extLst>
              <a:ext uri="{FF2B5EF4-FFF2-40B4-BE49-F238E27FC236}">
                <a16:creationId xmlns:a16="http://schemas.microsoft.com/office/drawing/2014/main" id="{367D692B-6590-6926-D429-26D554C5F0DB}"/>
              </a:ext>
            </a:extLst>
          </p:cNvPr>
          <p:cNvGrpSpPr/>
          <p:nvPr/>
        </p:nvGrpSpPr>
        <p:grpSpPr>
          <a:xfrm>
            <a:off x="593872" y="3206270"/>
            <a:ext cx="1378248" cy="1239040"/>
            <a:chOff x="4705111" y="5521007"/>
            <a:chExt cx="1067276" cy="959476"/>
          </a:xfrm>
          <a:solidFill>
            <a:schemeClr val="bg1">
              <a:alpha val="34000"/>
            </a:schemeClr>
          </a:solidFill>
        </p:grpSpPr>
        <p:sp>
          <p:nvSpPr>
            <p:cNvPr id="81" name="任意多边形: 形状 80">
              <a:extLst>
                <a:ext uri="{FF2B5EF4-FFF2-40B4-BE49-F238E27FC236}">
                  <a16:creationId xmlns:a16="http://schemas.microsoft.com/office/drawing/2014/main" id="{09222373-C73C-CD0E-2831-99AF5991C53E}"/>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82" name="任意多边形: 形状 81">
              <a:extLst>
                <a:ext uri="{FF2B5EF4-FFF2-40B4-BE49-F238E27FC236}">
                  <a16:creationId xmlns:a16="http://schemas.microsoft.com/office/drawing/2014/main" id="{44AF9BAD-B727-6B58-FACE-1560B7DA22C3}"/>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83" name="任意多边形: 形状 82">
              <a:extLst>
                <a:ext uri="{FF2B5EF4-FFF2-40B4-BE49-F238E27FC236}">
                  <a16:creationId xmlns:a16="http://schemas.microsoft.com/office/drawing/2014/main" id="{79FFF096-A89F-EA7D-B5F8-B27FBAB2F409}"/>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C5AF3016-9215-653F-D1A4-62C33B3F200B}"/>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5E8855E0-DC4A-290C-A8A1-858BCF9CABF3}"/>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86" name="图形 2">
            <a:extLst>
              <a:ext uri="{FF2B5EF4-FFF2-40B4-BE49-F238E27FC236}">
                <a16:creationId xmlns:a16="http://schemas.microsoft.com/office/drawing/2014/main" id="{B3E43C36-DBDB-233C-5A73-E3E176C4C4CF}"/>
              </a:ext>
            </a:extLst>
          </p:cNvPr>
          <p:cNvGrpSpPr/>
          <p:nvPr/>
        </p:nvGrpSpPr>
        <p:grpSpPr>
          <a:xfrm>
            <a:off x="10193500" y="3160419"/>
            <a:ext cx="1351090" cy="1323470"/>
            <a:chOff x="3032205" y="3825135"/>
            <a:chExt cx="962654" cy="942975"/>
          </a:xfrm>
          <a:solidFill>
            <a:schemeClr val="bg1">
              <a:alpha val="34000"/>
            </a:schemeClr>
          </a:solidFill>
        </p:grpSpPr>
        <p:sp>
          <p:nvSpPr>
            <p:cNvPr id="87" name="任意多边形: 形状 86">
              <a:extLst>
                <a:ext uri="{FF2B5EF4-FFF2-40B4-BE49-F238E27FC236}">
                  <a16:creationId xmlns:a16="http://schemas.microsoft.com/office/drawing/2014/main" id="{18C17CC2-49FE-92C9-893E-4B49D259C98E}"/>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88" name="图形 2">
              <a:extLst>
                <a:ext uri="{FF2B5EF4-FFF2-40B4-BE49-F238E27FC236}">
                  <a16:creationId xmlns:a16="http://schemas.microsoft.com/office/drawing/2014/main" id="{2E6EFCB0-C3CF-F421-FAE9-8E5E5B3D048C}"/>
                </a:ext>
              </a:extLst>
            </p:cNvPr>
            <p:cNvGrpSpPr/>
            <p:nvPr/>
          </p:nvGrpSpPr>
          <p:grpSpPr>
            <a:xfrm>
              <a:off x="3041583" y="3825822"/>
              <a:ext cx="953275" cy="561128"/>
              <a:chOff x="3041583" y="3825822"/>
              <a:chExt cx="953275" cy="561128"/>
            </a:xfrm>
            <a:grpFill/>
          </p:grpSpPr>
          <p:sp>
            <p:nvSpPr>
              <p:cNvPr id="93" name="任意多边形: 形状 92">
                <a:extLst>
                  <a:ext uri="{FF2B5EF4-FFF2-40B4-BE49-F238E27FC236}">
                    <a16:creationId xmlns:a16="http://schemas.microsoft.com/office/drawing/2014/main" id="{8539B711-655F-5D90-D44D-453B9ACFE007}"/>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E774FB3E-9C7A-A3F4-91D7-2602B2590F1E}"/>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89" name="任意多边形: 形状 88">
              <a:extLst>
                <a:ext uri="{FF2B5EF4-FFF2-40B4-BE49-F238E27FC236}">
                  <a16:creationId xmlns:a16="http://schemas.microsoft.com/office/drawing/2014/main" id="{0297CC92-72C5-5869-B2A0-6B9743FF96CF}"/>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90" name="任意多边形: 形状 89">
              <a:extLst>
                <a:ext uri="{FF2B5EF4-FFF2-40B4-BE49-F238E27FC236}">
                  <a16:creationId xmlns:a16="http://schemas.microsoft.com/office/drawing/2014/main" id="{E269CB44-7F31-DC36-B019-3A2683B51D6C}"/>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91" name="任意多边形: 形状 90">
              <a:extLst>
                <a:ext uri="{FF2B5EF4-FFF2-40B4-BE49-F238E27FC236}">
                  <a16:creationId xmlns:a16="http://schemas.microsoft.com/office/drawing/2014/main" id="{113A8D1D-19DC-DF43-A6A3-45855C19706C}"/>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BD33DCBA-FD43-3AA3-AC8B-E61925EE4DBE}"/>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5" name="gaoding-23">
            <a:extLst>
              <a:ext uri="{FF2B5EF4-FFF2-40B4-BE49-F238E27FC236}">
                <a16:creationId xmlns:a16="http://schemas.microsoft.com/office/drawing/2014/main" id="{6F38D044-876F-7DA7-4B20-4920355F35BA}"/>
              </a:ext>
            </a:extLst>
          </p:cNvPr>
          <p:cNvSpPr/>
          <p:nvPr/>
        </p:nvSpPr>
        <p:spPr>
          <a:xfrm>
            <a:off x="1413934" y="1527890"/>
            <a:ext cx="2696818" cy="4855854"/>
          </a:xfrm>
          <a:prstGeom prst="roundRect">
            <a:avLst>
              <a:gd name="adj" fmla="val 53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26">
            <a:extLst>
              <a:ext uri="{FF2B5EF4-FFF2-40B4-BE49-F238E27FC236}">
                <a16:creationId xmlns:a16="http://schemas.microsoft.com/office/drawing/2014/main" id="{E4D94A91-3284-EBF1-BA9B-C256C730645D}"/>
              </a:ext>
            </a:extLst>
          </p:cNvPr>
          <p:cNvSpPr/>
          <p:nvPr/>
        </p:nvSpPr>
        <p:spPr>
          <a:xfrm>
            <a:off x="1603740" y="4035384"/>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27">
            <a:extLst>
              <a:ext uri="{FF2B5EF4-FFF2-40B4-BE49-F238E27FC236}">
                <a16:creationId xmlns:a16="http://schemas.microsoft.com/office/drawing/2014/main" id="{5BE4273D-81C5-D9A1-2BC2-D815D5D27C63}"/>
              </a:ext>
            </a:extLst>
          </p:cNvPr>
          <p:cNvSpPr/>
          <p:nvPr/>
        </p:nvSpPr>
        <p:spPr>
          <a:xfrm>
            <a:off x="1603740" y="481581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28">
            <a:extLst>
              <a:ext uri="{FF2B5EF4-FFF2-40B4-BE49-F238E27FC236}">
                <a16:creationId xmlns:a16="http://schemas.microsoft.com/office/drawing/2014/main" id="{A8135BEB-C9EB-06B8-AB70-1C529600C1F2}"/>
              </a:ext>
            </a:extLst>
          </p:cNvPr>
          <p:cNvSpPr/>
          <p:nvPr/>
        </p:nvSpPr>
        <p:spPr>
          <a:xfrm>
            <a:off x="1603740" y="559624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23">
            <a:extLst>
              <a:ext uri="{FF2B5EF4-FFF2-40B4-BE49-F238E27FC236}">
                <a16:creationId xmlns:a16="http://schemas.microsoft.com/office/drawing/2014/main" id="{75402FD4-20F3-AC3B-0BD1-8ECFEA47E0FD}"/>
              </a:ext>
            </a:extLst>
          </p:cNvPr>
          <p:cNvSpPr/>
          <p:nvPr/>
        </p:nvSpPr>
        <p:spPr>
          <a:xfrm>
            <a:off x="4747591" y="1527890"/>
            <a:ext cx="2696818" cy="4855854"/>
          </a:xfrm>
          <a:prstGeom prst="roundRect">
            <a:avLst>
              <a:gd name="adj" fmla="val 53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gaoding-23">
            <a:extLst>
              <a:ext uri="{FF2B5EF4-FFF2-40B4-BE49-F238E27FC236}">
                <a16:creationId xmlns:a16="http://schemas.microsoft.com/office/drawing/2014/main" id="{329C9B1F-4A65-2264-E103-BEA509E5CCD4}"/>
              </a:ext>
            </a:extLst>
          </p:cNvPr>
          <p:cNvSpPr/>
          <p:nvPr/>
        </p:nvSpPr>
        <p:spPr>
          <a:xfrm>
            <a:off x="8081248" y="1527890"/>
            <a:ext cx="2696818" cy="4855854"/>
          </a:xfrm>
          <a:prstGeom prst="roundRect">
            <a:avLst>
              <a:gd name="adj" fmla="val 53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gaoding-26">
            <a:extLst>
              <a:ext uri="{FF2B5EF4-FFF2-40B4-BE49-F238E27FC236}">
                <a16:creationId xmlns:a16="http://schemas.microsoft.com/office/drawing/2014/main" id="{A79CD1CE-61B5-BE7A-9317-2BB0F81A22DA}"/>
              </a:ext>
            </a:extLst>
          </p:cNvPr>
          <p:cNvSpPr/>
          <p:nvPr/>
        </p:nvSpPr>
        <p:spPr>
          <a:xfrm>
            <a:off x="1603740" y="3254956"/>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gaoding-26">
            <a:extLst>
              <a:ext uri="{FF2B5EF4-FFF2-40B4-BE49-F238E27FC236}">
                <a16:creationId xmlns:a16="http://schemas.microsoft.com/office/drawing/2014/main" id="{5AE2E362-A2A9-A19D-FFBA-B8D4853E0328}"/>
              </a:ext>
            </a:extLst>
          </p:cNvPr>
          <p:cNvSpPr/>
          <p:nvPr/>
        </p:nvSpPr>
        <p:spPr>
          <a:xfrm>
            <a:off x="1603740" y="2474528"/>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26">
            <a:extLst>
              <a:ext uri="{FF2B5EF4-FFF2-40B4-BE49-F238E27FC236}">
                <a16:creationId xmlns:a16="http://schemas.microsoft.com/office/drawing/2014/main" id="{BB8CBBAB-BFF3-29FF-0CCA-B791120FE428}"/>
              </a:ext>
            </a:extLst>
          </p:cNvPr>
          <p:cNvSpPr/>
          <p:nvPr/>
        </p:nvSpPr>
        <p:spPr>
          <a:xfrm>
            <a:off x="1603740" y="1694100"/>
            <a:ext cx="2317206" cy="625568"/>
          </a:xfrm>
          <a:prstGeom prst="roundRect">
            <a:avLst>
              <a:gd name="adj" fmla="val 977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gaoding-26">
            <a:extLst>
              <a:ext uri="{FF2B5EF4-FFF2-40B4-BE49-F238E27FC236}">
                <a16:creationId xmlns:a16="http://schemas.microsoft.com/office/drawing/2014/main" id="{A38569D3-3569-08F3-AC9F-FE1D65AC2BDB}"/>
              </a:ext>
            </a:extLst>
          </p:cNvPr>
          <p:cNvSpPr/>
          <p:nvPr/>
        </p:nvSpPr>
        <p:spPr>
          <a:xfrm>
            <a:off x="4937397" y="4035384"/>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gaoding-27">
            <a:extLst>
              <a:ext uri="{FF2B5EF4-FFF2-40B4-BE49-F238E27FC236}">
                <a16:creationId xmlns:a16="http://schemas.microsoft.com/office/drawing/2014/main" id="{B0B62942-F5EC-34EE-45DA-FF0A67BDAA0C}"/>
              </a:ext>
            </a:extLst>
          </p:cNvPr>
          <p:cNvSpPr/>
          <p:nvPr/>
        </p:nvSpPr>
        <p:spPr>
          <a:xfrm>
            <a:off x="4937397" y="481581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gaoding-28">
            <a:extLst>
              <a:ext uri="{FF2B5EF4-FFF2-40B4-BE49-F238E27FC236}">
                <a16:creationId xmlns:a16="http://schemas.microsoft.com/office/drawing/2014/main" id="{9C4CD97B-2647-A8E6-DE58-EAEB9CEDD8A1}"/>
              </a:ext>
            </a:extLst>
          </p:cNvPr>
          <p:cNvSpPr/>
          <p:nvPr/>
        </p:nvSpPr>
        <p:spPr>
          <a:xfrm>
            <a:off x="4937397" y="559624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gaoding-26">
            <a:extLst>
              <a:ext uri="{FF2B5EF4-FFF2-40B4-BE49-F238E27FC236}">
                <a16:creationId xmlns:a16="http://schemas.microsoft.com/office/drawing/2014/main" id="{735AC260-0CA2-55BB-BC80-61360E71D5A2}"/>
              </a:ext>
            </a:extLst>
          </p:cNvPr>
          <p:cNvSpPr/>
          <p:nvPr/>
        </p:nvSpPr>
        <p:spPr>
          <a:xfrm>
            <a:off x="4937397" y="3254956"/>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gaoding-26">
            <a:extLst>
              <a:ext uri="{FF2B5EF4-FFF2-40B4-BE49-F238E27FC236}">
                <a16:creationId xmlns:a16="http://schemas.microsoft.com/office/drawing/2014/main" id="{F0D23693-BC57-8F51-EA45-5D7032CF9084}"/>
              </a:ext>
            </a:extLst>
          </p:cNvPr>
          <p:cNvSpPr/>
          <p:nvPr/>
        </p:nvSpPr>
        <p:spPr>
          <a:xfrm>
            <a:off x="4937397" y="2474528"/>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gaoding-26">
            <a:extLst>
              <a:ext uri="{FF2B5EF4-FFF2-40B4-BE49-F238E27FC236}">
                <a16:creationId xmlns:a16="http://schemas.microsoft.com/office/drawing/2014/main" id="{996E8A12-0C41-DE5C-8D85-8ABDA272F453}"/>
              </a:ext>
            </a:extLst>
          </p:cNvPr>
          <p:cNvSpPr/>
          <p:nvPr/>
        </p:nvSpPr>
        <p:spPr>
          <a:xfrm>
            <a:off x="4937397" y="1694100"/>
            <a:ext cx="2317206" cy="625568"/>
          </a:xfrm>
          <a:prstGeom prst="roundRect">
            <a:avLst>
              <a:gd name="adj" fmla="val 977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gaoding-26">
            <a:extLst>
              <a:ext uri="{FF2B5EF4-FFF2-40B4-BE49-F238E27FC236}">
                <a16:creationId xmlns:a16="http://schemas.microsoft.com/office/drawing/2014/main" id="{5FE61D4F-9E6E-5A96-503C-D9619AA687D3}"/>
              </a:ext>
            </a:extLst>
          </p:cNvPr>
          <p:cNvSpPr/>
          <p:nvPr/>
        </p:nvSpPr>
        <p:spPr>
          <a:xfrm>
            <a:off x="8271054" y="4035384"/>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gaoding-27">
            <a:extLst>
              <a:ext uri="{FF2B5EF4-FFF2-40B4-BE49-F238E27FC236}">
                <a16:creationId xmlns:a16="http://schemas.microsoft.com/office/drawing/2014/main" id="{BD7431C0-2B27-8D4C-0402-95DAFF355F6A}"/>
              </a:ext>
            </a:extLst>
          </p:cNvPr>
          <p:cNvSpPr/>
          <p:nvPr/>
        </p:nvSpPr>
        <p:spPr>
          <a:xfrm>
            <a:off x="8271054" y="481581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gaoding-28">
            <a:extLst>
              <a:ext uri="{FF2B5EF4-FFF2-40B4-BE49-F238E27FC236}">
                <a16:creationId xmlns:a16="http://schemas.microsoft.com/office/drawing/2014/main" id="{EE03C546-E97E-5FC4-EC3B-6E4991EC9485}"/>
              </a:ext>
            </a:extLst>
          </p:cNvPr>
          <p:cNvSpPr/>
          <p:nvPr/>
        </p:nvSpPr>
        <p:spPr>
          <a:xfrm>
            <a:off x="8271054" y="5596242"/>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gaoding-26">
            <a:extLst>
              <a:ext uri="{FF2B5EF4-FFF2-40B4-BE49-F238E27FC236}">
                <a16:creationId xmlns:a16="http://schemas.microsoft.com/office/drawing/2014/main" id="{0CA308DC-AB18-86DC-34D9-51BA01CA8E50}"/>
              </a:ext>
            </a:extLst>
          </p:cNvPr>
          <p:cNvSpPr/>
          <p:nvPr/>
        </p:nvSpPr>
        <p:spPr>
          <a:xfrm>
            <a:off x="8271054" y="3254956"/>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gaoding-26">
            <a:extLst>
              <a:ext uri="{FF2B5EF4-FFF2-40B4-BE49-F238E27FC236}">
                <a16:creationId xmlns:a16="http://schemas.microsoft.com/office/drawing/2014/main" id="{05727418-81DE-FC85-B92F-8B0F7A520A56}"/>
              </a:ext>
            </a:extLst>
          </p:cNvPr>
          <p:cNvSpPr/>
          <p:nvPr/>
        </p:nvSpPr>
        <p:spPr>
          <a:xfrm>
            <a:off x="8271054" y="2474528"/>
            <a:ext cx="2317206" cy="625568"/>
          </a:xfrm>
          <a:prstGeom prst="roundRect">
            <a:avLst>
              <a:gd name="adj" fmla="val 9771"/>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gaoding-26">
            <a:extLst>
              <a:ext uri="{FF2B5EF4-FFF2-40B4-BE49-F238E27FC236}">
                <a16:creationId xmlns:a16="http://schemas.microsoft.com/office/drawing/2014/main" id="{6BD41FCD-991E-28CA-B1C9-E5657E668B0F}"/>
              </a:ext>
            </a:extLst>
          </p:cNvPr>
          <p:cNvSpPr/>
          <p:nvPr/>
        </p:nvSpPr>
        <p:spPr>
          <a:xfrm>
            <a:off x="8271054" y="1694100"/>
            <a:ext cx="2317206" cy="625568"/>
          </a:xfrm>
          <a:prstGeom prst="roundRect">
            <a:avLst>
              <a:gd name="adj" fmla="val 977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稿定-9">
            <a:extLst>
              <a:ext uri="{FF2B5EF4-FFF2-40B4-BE49-F238E27FC236}">
                <a16:creationId xmlns:a16="http://schemas.microsoft.com/office/drawing/2014/main" id="{C19B5295-E18B-E7FD-3751-C0F79A69CC16}"/>
              </a:ext>
            </a:extLst>
          </p:cNvPr>
          <p:cNvSpPr/>
          <p:nvPr/>
        </p:nvSpPr>
        <p:spPr>
          <a:xfrm flipH="1">
            <a:off x="2115638" y="1841245"/>
            <a:ext cx="1293408" cy="304442"/>
          </a:xfrm>
          <a:prstGeom prst="rect">
            <a:avLst/>
          </a:prstGeom>
        </p:spPr>
        <p:txBody>
          <a:bodyPr wrap="square" lIns="0" tIns="0" rIns="0" bIns="0" anchor="ctr">
            <a:spAutoFit/>
          </a:bodyPr>
          <a:lstStyle/>
          <a:p>
            <a:pPr algn="ctr">
              <a:lnSpc>
                <a:spcPct val="120000"/>
              </a:lnSpc>
            </a:pP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龙凤呈祥</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7" name="稿定-9">
            <a:extLst>
              <a:ext uri="{FF2B5EF4-FFF2-40B4-BE49-F238E27FC236}">
                <a16:creationId xmlns:a16="http://schemas.microsoft.com/office/drawing/2014/main" id="{9FA810EC-82B7-81B8-4156-54E0A65B7F13}"/>
              </a:ext>
            </a:extLst>
          </p:cNvPr>
          <p:cNvSpPr/>
          <p:nvPr/>
        </p:nvSpPr>
        <p:spPr>
          <a:xfrm flipH="1">
            <a:off x="2276414" y="2570320"/>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a:extLst>
              <a:ext uri="{FF2B5EF4-FFF2-40B4-BE49-F238E27FC236}">
                <a16:creationId xmlns:a16="http://schemas.microsoft.com/office/drawing/2014/main" id="{2196D73F-67F0-0870-AD05-63B9263485AE}"/>
              </a:ext>
            </a:extLst>
          </p:cNvPr>
          <p:cNvSpPr/>
          <p:nvPr/>
        </p:nvSpPr>
        <p:spPr>
          <a:xfrm flipH="1">
            <a:off x="1721866" y="2850729"/>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9">
            <a:extLst>
              <a:ext uri="{FF2B5EF4-FFF2-40B4-BE49-F238E27FC236}">
                <a16:creationId xmlns:a16="http://schemas.microsoft.com/office/drawing/2014/main" id="{A00344B7-3C65-CD78-1A70-2480169F343A}"/>
              </a:ext>
            </a:extLst>
          </p:cNvPr>
          <p:cNvSpPr/>
          <p:nvPr/>
        </p:nvSpPr>
        <p:spPr>
          <a:xfrm flipH="1">
            <a:off x="2276414" y="3350748"/>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稿定-31">
            <a:extLst>
              <a:ext uri="{FF2B5EF4-FFF2-40B4-BE49-F238E27FC236}">
                <a16:creationId xmlns:a16="http://schemas.microsoft.com/office/drawing/2014/main" id="{E11E0B7C-EA92-6E29-F0D9-279DBEED7B6E}"/>
              </a:ext>
            </a:extLst>
          </p:cNvPr>
          <p:cNvSpPr/>
          <p:nvPr/>
        </p:nvSpPr>
        <p:spPr>
          <a:xfrm flipH="1">
            <a:off x="1721866" y="3631157"/>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9">
            <a:extLst>
              <a:ext uri="{FF2B5EF4-FFF2-40B4-BE49-F238E27FC236}">
                <a16:creationId xmlns:a16="http://schemas.microsoft.com/office/drawing/2014/main" id="{BE1400BB-9ED9-4C84-9B4D-FBE43B7D125D}"/>
              </a:ext>
            </a:extLst>
          </p:cNvPr>
          <p:cNvSpPr/>
          <p:nvPr/>
        </p:nvSpPr>
        <p:spPr>
          <a:xfrm flipH="1">
            <a:off x="2276414" y="4131176"/>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稿定-31">
            <a:extLst>
              <a:ext uri="{FF2B5EF4-FFF2-40B4-BE49-F238E27FC236}">
                <a16:creationId xmlns:a16="http://schemas.microsoft.com/office/drawing/2014/main" id="{55F7DBF9-5592-7187-E99C-CDE1E44A9E45}"/>
              </a:ext>
            </a:extLst>
          </p:cNvPr>
          <p:cNvSpPr/>
          <p:nvPr/>
        </p:nvSpPr>
        <p:spPr>
          <a:xfrm flipH="1">
            <a:off x="1721866" y="4411585"/>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稿定-9">
            <a:extLst>
              <a:ext uri="{FF2B5EF4-FFF2-40B4-BE49-F238E27FC236}">
                <a16:creationId xmlns:a16="http://schemas.microsoft.com/office/drawing/2014/main" id="{B6349142-BB9D-EA72-D385-3C19D4DCF407}"/>
              </a:ext>
            </a:extLst>
          </p:cNvPr>
          <p:cNvSpPr/>
          <p:nvPr/>
        </p:nvSpPr>
        <p:spPr>
          <a:xfrm flipH="1">
            <a:off x="2276414" y="4875367"/>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稿定-31">
            <a:extLst>
              <a:ext uri="{FF2B5EF4-FFF2-40B4-BE49-F238E27FC236}">
                <a16:creationId xmlns:a16="http://schemas.microsoft.com/office/drawing/2014/main" id="{7F310389-52BE-9A69-67CB-D8BAF99557CE}"/>
              </a:ext>
            </a:extLst>
          </p:cNvPr>
          <p:cNvSpPr/>
          <p:nvPr/>
        </p:nvSpPr>
        <p:spPr>
          <a:xfrm flipH="1">
            <a:off x="1721866" y="5155776"/>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稿定-9">
            <a:extLst>
              <a:ext uri="{FF2B5EF4-FFF2-40B4-BE49-F238E27FC236}">
                <a16:creationId xmlns:a16="http://schemas.microsoft.com/office/drawing/2014/main" id="{B8BED14E-4F87-87A6-6DEB-F38137B828CE}"/>
              </a:ext>
            </a:extLst>
          </p:cNvPr>
          <p:cNvSpPr/>
          <p:nvPr/>
        </p:nvSpPr>
        <p:spPr>
          <a:xfrm flipH="1">
            <a:off x="2276414" y="5668001"/>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稿定-31">
            <a:extLst>
              <a:ext uri="{FF2B5EF4-FFF2-40B4-BE49-F238E27FC236}">
                <a16:creationId xmlns:a16="http://schemas.microsoft.com/office/drawing/2014/main" id="{9300D021-72CE-88CB-39FA-FA0C7E83E26B}"/>
              </a:ext>
            </a:extLst>
          </p:cNvPr>
          <p:cNvSpPr/>
          <p:nvPr/>
        </p:nvSpPr>
        <p:spPr>
          <a:xfrm flipH="1">
            <a:off x="1721866" y="5948410"/>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稿定-9">
            <a:extLst>
              <a:ext uri="{FF2B5EF4-FFF2-40B4-BE49-F238E27FC236}">
                <a16:creationId xmlns:a16="http://schemas.microsoft.com/office/drawing/2014/main" id="{61518931-390B-0B16-8586-35193B65F22E}"/>
              </a:ext>
            </a:extLst>
          </p:cNvPr>
          <p:cNvSpPr/>
          <p:nvPr/>
        </p:nvSpPr>
        <p:spPr>
          <a:xfrm flipH="1">
            <a:off x="5474276" y="1841245"/>
            <a:ext cx="1293408" cy="304442"/>
          </a:xfrm>
          <a:prstGeom prst="rect">
            <a:avLst/>
          </a:prstGeom>
        </p:spPr>
        <p:txBody>
          <a:bodyPr wrap="square" lIns="0" tIns="0" rIns="0" bIns="0" anchor="ctr">
            <a:spAutoFit/>
          </a:bodyPr>
          <a:lstStyle/>
          <a:p>
            <a:pPr algn="ctr">
              <a:lnSpc>
                <a:spcPct val="120000"/>
              </a:lnSpc>
            </a:pP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鸾凤和鸣</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9" name="稿定-9">
            <a:extLst>
              <a:ext uri="{FF2B5EF4-FFF2-40B4-BE49-F238E27FC236}">
                <a16:creationId xmlns:a16="http://schemas.microsoft.com/office/drawing/2014/main" id="{6BE6F5BA-A20E-0CB0-67B8-89375D27008F}"/>
              </a:ext>
            </a:extLst>
          </p:cNvPr>
          <p:cNvSpPr/>
          <p:nvPr/>
        </p:nvSpPr>
        <p:spPr>
          <a:xfrm flipH="1">
            <a:off x="5635052" y="2570320"/>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稿定-31">
            <a:extLst>
              <a:ext uri="{FF2B5EF4-FFF2-40B4-BE49-F238E27FC236}">
                <a16:creationId xmlns:a16="http://schemas.microsoft.com/office/drawing/2014/main" id="{539A7C18-6456-5586-79DA-31FDD81EC83F}"/>
              </a:ext>
            </a:extLst>
          </p:cNvPr>
          <p:cNvSpPr/>
          <p:nvPr/>
        </p:nvSpPr>
        <p:spPr>
          <a:xfrm flipH="1">
            <a:off x="5080504" y="2850729"/>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稿定-9">
            <a:extLst>
              <a:ext uri="{FF2B5EF4-FFF2-40B4-BE49-F238E27FC236}">
                <a16:creationId xmlns:a16="http://schemas.microsoft.com/office/drawing/2014/main" id="{4E818C3E-5ED4-382A-FF30-977BF2A2068A}"/>
              </a:ext>
            </a:extLst>
          </p:cNvPr>
          <p:cNvSpPr/>
          <p:nvPr/>
        </p:nvSpPr>
        <p:spPr>
          <a:xfrm flipH="1">
            <a:off x="5635052" y="3350748"/>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稿定-31">
            <a:extLst>
              <a:ext uri="{FF2B5EF4-FFF2-40B4-BE49-F238E27FC236}">
                <a16:creationId xmlns:a16="http://schemas.microsoft.com/office/drawing/2014/main" id="{4A8E3C94-D276-3277-FBB1-7AAA1DF3326E}"/>
              </a:ext>
            </a:extLst>
          </p:cNvPr>
          <p:cNvSpPr/>
          <p:nvPr/>
        </p:nvSpPr>
        <p:spPr>
          <a:xfrm flipH="1">
            <a:off x="5080504" y="3631157"/>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稿定-9">
            <a:extLst>
              <a:ext uri="{FF2B5EF4-FFF2-40B4-BE49-F238E27FC236}">
                <a16:creationId xmlns:a16="http://schemas.microsoft.com/office/drawing/2014/main" id="{B579C3AD-AD14-D25D-AA7F-7DE2DADA38B1}"/>
              </a:ext>
            </a:extLst>
          </p:cNvPr>
          <p:cNvSpPr/>
          <p:nvPr/>
        </p:nvSpPr>
        <p:spPr>
          <a:xfrm flipH="1">
            <a:off x="5635052" y="4131176"/>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a:extLst>
              <a:ext uri="{FF2B5EF4-FFF2-40B4-BE49-F238E27FC236}">
                <a16:creationId xmlns:a16="http://schemas.microsoft.com/office/drawing/2014/main" id="{EFF0FEC1-A834-F296-3D23-E00450825DFC}"/>
              </a:ext>
            </a:extLst>
          </p:cNvPr>
          <p:cNvSpPr/>
          <p:nvPr/>
        </p:nvSpPr>
        <p:spPr>
          <a:xfrm flipH="1">
            <a:off x="5080504" y="4411585"/>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9">
            <a:extLst>
              <a:ext uri="{FF2B5EF4-FFF2-40B4-BE49-F238E27FC236}">
                <a16:creationId xmlns:a16="http://schemas.microsoft.com/office/drawing/2014/main" id="{8501D67C-8AEE-09E4-8D34-B45C4EBE93D9}"/>
              </a:ext>
            </a:extLst>
          </p:cNvPr>
          <p:cNvSpPr/>
          <p:nvPr/>
        </p:nvSpPr>
        <p:spPr>
          <a:xfrm flipH="1">
            <a:off x="5635052" y="4875367"/>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稿定-31">
            <a:extLst>
              <a:ext uri="{FF2B5EF4-FFF2-40B4-BE49-F238E27FC236}">
                <a16:creationId xmlns:a16="http://schemas.microsoft.com/office/drawing/2014/main" id="{8E80EB29-1A6D-61AA-5052-43CEBC27A42C}"/>
              </a:ext>
            </a:extLst>
          </p:cNvPr>
          <p:cNvSpPr/>
          <p:nvPr/>
        </p:nvSpPr>
        <p:spPr>
          <a:xfrm flipH="1">
            <a:off x="5080504" y="5155776"/>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ABA0A78A-3DFA-1AB1-53DC-4ABAD7411AE7}"/>
              </a:ext>
            </a:extLst>
          </p:cNvPr>
          <p:cNvSpPr/>
          <p:nvPr/>
        </p:nvSpPr>
        <p:spPr>
          <a:xfrm flipH="1">
            <a:off x="5635052" y="5668001"/>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97904912-98A5-A54A-9858-5615A011D0C4}"/>
              </a:ext>
            </a:extLst>
          </p:cNvPr>
          <p:cNvSpPr/>
          <p:nvPr/>
        </p:nvSpPr>
        <p:spPr>
          <a:xfrm flipH="1">
            <a:off x="5080504" y="5948410"/>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BA089FD0-5B5F-B69F-84C5-22A51D3AAB72}"/>
              </a:ext>
            </a:extLst>
          </p:cNvPr>
          <p:cNvSpPr/>
          <p:nvPr/>
        </p:nvSpPr>
        <p:spPr>
          <a:xfrm flipH="1">
            <a:off x="8832914" y="1841245"/>
            <a:ext cx="1293408" cy="304442"/>
          </a:xfrm>
          <a:prstGeom prst="rect">
            <a:avLst/>
          </a:prstGeom>
        </p:spPr>
        <p:txBody>
          <a:bodyPr wrap="square" lIns="0" tIns="0" rIns="0" bIns="0" anchor="ctr">
            <a:spAutoFit/>
          </a:bodyPr>
          <a:lstStyle/>
          <a:p>
            <a:pPr algn="ctr">
              <a:lnSpc>
                <a:spcPct val="120000"/>
              </a:lnSpc>
            </a:pP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平步青云</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1" name="稿定-9">
            <a:extLst>
              <a:ext uri="{FF2B5EF4-FFF2-40B4-BE49-F238E27FC236}">
                <a16:creationId xmlns:a16="http://schemas.microsoft.com/office/drawing/2014/main" id="{EBCC33EF-0C0E-0C35-8C18-1D533279393B}"/>
              </a:ext>
            </a:extLst>
          </p:cNvPr>
          <p:cNvSpPr/>
          <p:nvPr/>
        </p:nvSpPr>
        <p:spPr>
          <a:xfrm flipH="1">
            <a:off x="8993690" y="2570320"/>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稿定-31">
            <a:extLst>
              <a:ext uri="{FF2B5EF4-FFF2-40B4-BE49-F238E27FC236}">
                <a16:creationId xmlns:a16="http://schemas.microsoft.com/office/drawing/2014/main" id="{7709F8E4-6262-6D5F-8658-9D457CE0EA36}"/>
              </a:ext>
            </a:extLst>
          </p:cNvPr>
          <p:cNvSpPr/>
          <p:nvPr/>
        </p:nvSpPr>
        <p:spPr>
          <a:xfrm flipH="1">
            <a:off x="8439142" y="2850729"/>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稿定-9">
            <a:extLst>
              <a:ext uri="{FF2B5EF4-FFF2-40B4-BE49-F238E27FC236}">
                <a16:creationId xmlns:a16="http://schemas.microsoft.com/office/drawing/2014/main" id="{1D70CA51-FB06-C781-47B8-37F9AFFC86E6}"/>
              </a:ext>
            </a:extLst>
          </p:cNvPr>
          <p:cNvSpPr/>
          <p:nvPr/>
        </p:nvSpPr>
        <p:spPr>
          <a:xfrm flipH="1">
            <a:off x="8993690" y="3350748"/>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a:extLst>
              <a:ext uri="{FF2B5EF4-FFF2-40B4-BE49-F238E27FC236}">
                <a16:creationId xmlns:a16="http://schemas.microsoft.com/office/drawing/2014/main" id="{63B48F2C-DA14-FD9B-1A0D-EFE9456E02F8}"/>
              </a:ext>
            </a:extLst>
          </p:cNvPr>
          <p:cNvSpPr/>
          <p:nvPr/>
        </p:nvSpPr>
        <p:spPr>
          <a:xfrm flipH="1">
            <a:off x="8439142" y="3631157"/>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9">
            <a:extLst>
              <a:ext uri="{FF2B5EF4-FFF2-40B4-BE49-F238E27FC236}">
                <a16:creationId xmlns:a16="http://schemas.microsoft.com/office/drawing/2014/main" id="{41EDD186-A94A-DEE2-EB28-5125DC5C8521}"/>
              </a:ext>
            </a:extLst>
          </p:cNvPr>
          <p:cNvSpPr/>
          <p:nvPr/>
        </p:nvSpPr>
        <p:spPr>
          <a:xfrm flipH="1">
            <a:off x="8993690" y="4131176"/>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a:extLst>
              <a:ext uri="{FF2B5EF4-FFF2-40B4-BE49-F238E27FC236}">
                <a16:creationId xmlns:a16="http://schemas.microsoft.com/office/drawing/2014/main" id="{B5AF2238-4DF8-A644-CF60-1FBB92A9A21E}"/>
              </a:ext>
            </a:extLst>
          </p:cNvPr>
          <p:cNvSpPr/>
          <p:nvPr/>
        </p:nvSpPr>
        <p:spPr>
          <a:xfrm flipH="1">
            <a:off x="8439142" y="4411585"/>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677FACEB-8E5D-82BF-EB0C-EAD07220233A}"/>
              </a:ext>
            </a:extLst>
          </p:cNvPr>
          <p:cNvSpPr/>
          <p:nvPr/>
        </p:nvSpPr>
        <p:spPr>
          <a:xfrm flipH="1">
            <a:off x="8993690" y="4875367"/>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a:extLst>
              <a:ext uri="{FF2B5EF4-FFF2-40B4-BE49-F238E27FC236}">
                <a16:creationId xmlns:a16="http://schemas.microsoft.com/office/drawing/2014/main" id="{7D51443E-823A-8AC1-0A2F-D60DD5A7AE7F}"/>
              </a:ext>
            </a:extLst>
          </p:cNvPr>
          <p:cNvSpPr/>
          <p:nvPr/>
        </p:nvSpPr>
        <p:spPr>
          <a:xfrm flipH="1">
            <a:off x="8439142" y="5155776"/>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9C9455CE-0825-A019-D0EA-C49277DFD9C0}"/>
              </a:ext>
            </a:extLst>
          </p:cNvPr>
          <p:cNvSpPr/>
          <p:nvPr/>
        </p:nvSpPr>
        <p:spPr>
          <a:xfrm flipH="1">
            <a:off x="8993690" y="5668001"/>
            <a:ext cx="971857" cy="25109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31">
            <a:extLst>
              <a:ext uri="{FF2B5EF4-FFF2-40B4-BE49-F238E27FC236}">
                <a16:creationId xmlns:a16="http://schemas.microsoft.com/office/drawing/2014/main" id="{7D055E6B-F4B5-66C9-BF00-652CDCFA569E}"/>
              </a:ext>
            </a:extLst>
          </p:cNvPr>
          <p:cNvSpPr/>
          <p:nvPr/>
        </p:nvSpPr>
        <p:spPr>
          <a:xfrm flipH="1">
            <a:off x="8439142" y="5948410"/>
            <a:ext cx="2030992" cy="174334"/>
          </a:xfrm>
          <a:prstGeom prst="rect">
            <a:avLst/>
          </a:prstGeom>
          <a:noFill/>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59164881-52BC-2D9B-FB4A-D5E0579FE3D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7" name="矩形 6">
            <a:extLst>
              <a:ext uri="{FF2B5EF4-FFF2-40B4-BE49-F238E27FC236}">
                <a16:creationId xmlns:a16="http://schemas.microsoft.com/office/drawing/2014/main" id="{A95BDF21-30B4-DB87-E8F6-E8505E9336B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518DB9FC-3514-B588-FD62-A8056C91BFA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等腰三角形 13">
            <a:extLst>
              <a:ext uri="{FF2B5EF4-FFF2-40B4-BE49-F238E27FC236}">
                <a16:creationId xmlns:a16="http://schemas.microsoft.com/office/drawing/2014/main" id="{ED83EBE9-8561-9AB8-86E6-7042EA242B90}"/>
              </a:ext>
            </a:extLst>
          </p:cNvPr>
          <p:cNvSpPr/>
          <p:nvPr/>
        </p:nvSpPr>
        <p:spPr>
          <a:xfrm rot="5400000">
            <a:off x="3933684" y="3704075"/>
            <a:ext cx="1129567" cy="352902"/>
          </a:xfrm>
          <a:prstGeom prst="triangle">
            <a:avLst/>
          </a:prstGeom>
          <a:gradFill>
            <a:gsLst>
              <a:gs pos="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等腰三角形 14">
            <a:extLst>
              <a:ext uri="{FF2B5EF4-FFF2-40B4-BE49-F238E27FC236}">
                <a16:creationId xmlns:a16="http://schemas.microsoft.com/office/drawing/2014/main" id="{58981D0E-64D9-4557-8C77-E7C25F5B8263}"/>
              </a:ext>
            </a:extLst>
          </p:cNvPr>
          <p:cNvSpPr/>
          <p:nvPr/>
        </p:nvSpPr>
        <p:spPr>
          <a:xfrm rot="5400000">
            <a:off x="7244367" y="3704076"/>
            <a:ext cx="1129567" cy="352902"/>
          </a:xfrm>
          <a:prstGeom prst="triangle">
            <a:avLst/>
          </a:prstGeom>
          <a:gradFill>
            <a:gsLst>
              <a:gs pos="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8443311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任意多边形: 形状 9">
            <a:extLst>
              <a:ext uri="{FF2B5EF4-FFF2-40B4-BE49-F238E27FC236}">
                <a16:creationId xmlns:a16="http://schemas.microsoft.com/office/drawing/2014/main" id="{82C8DB90-DA93-3233-7DF5-E27FFE03CA5A}"/>
              </a:ext>
            </a:extLst>
          </p:cNvPr>
          <p:cNvSpPr/>
          <p:nvPr/>
        </p:nvSpPr>
        <p:spPr>
          <a:xfrm>
            <a:off x="-170022" y="2915188"/>
            <a:ext cx="13144500" cy="2232514"/>
          </a:xfrm>
          <a:custGeom>
            <a:avLst/>
            <a:gdLst>
              <a:gd name="connsiteX0" fmla="*/ 0 w 13144500"/>
              <a:gd name="connsiteY0" fmla="*/ 838200 h 2120900"/>
              <a:gd name="connsiteX1" fmla="*/ 5041900 w 13144500"/>
              <a:gd name="connsiteY1" fmla="*/ 838200 h 2120900"/>
              <a:gd name="connsiteX2" fmla="*/ 5041900 w 13144500"/>
              <a:gd name="connsiteY2" fmla="*/ 2120900 h 2120900"/>
              <a:gd name="connsiteX3" fmla="*/ 8128000 w 13144500"/>
              <a:gd name="connsiteY3" fmla="*/ 2120900 h 2120900"/>
              <a:gd name="connsiteX4" fmla="*/ 8128000 w 13144500"/>
              <a:gd name="connsiteY4" fmla="*/ 0 h 2120900"/>
              <a:gd name="connsiteX5" fmla="*/ 10363200 w 13144500"/>
              <a:gd name="connsiteY5" fmla="*/ 0 h 2120900"/>
              <a:gd name="connsiteX6" fmla="*/ 10363200 w 13144500"/>
              <a:gd name="connsiteY6" fmla="*/ 1574800 h 2120900"/>
              <a:gd name="connsiteX7" fmla="*/ 12941300 w 13144500"/>
              <a:gd name="connsiteY7" fmla="*/ 1574800 h 2120900"/>
              <a:gd name="connsiteX8" fmla="*/ 13144500 w 13144500"/>
              <a:gd name="connsiteY8" fmla="*/ 1574800 h 212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0" h="2120900">
                <a:moveTo>
                  <a:pt x="0" y="838200"/>
                </a:moveTo>
                <a:lnTo>
                  <a:pt x="5041900" y="838200"/>
                </a:lnTo>
                <a:lnTo>
                  <a:pt x="5041900" y="2120900"/>
                </a:lnTo>
                <a:lnTo>
                  <a:pt x="8128000" y="2120900"/>
                </a:lnTo>
                <a:lnTo>
                  <a:pt x="8128000" y="0"/>
                </a:lnTo>
                <a:lnTo>
                  <a:pt x="10363200" y="0"/>
                </a:lnTo>
                <a:lnTo>
                  <a:pt x="10363200" y="1574800"/>
                </a:lnTo>
                <a:lnTo>
                  <a:pt x="12941300" y="1574800"/>
                </a:lnTo>
                <a:lnTo>
                  <a:pt x="13144500" y="1574800"/>
                </a:lnTo>
              </a:path>
            </a:pathLst>
          </a:custGeom>
          <a:noFill/>
          <a:ln w="19050" cmpd="sng">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 name="任意多边形: 形状 8">
            <a:extLst>
              <a:ext uri="{FF2B5EF4-FFF2-40B4-BE49-F238E27FC236}">
                <a16:creationId xmlns:a16="http://schemas.microsoft.com/office/drawing/2014/main" id="{A91E0934-F1D4-717A-A3B2-EEEDAA5A8978}"/>
              </a:ext>
            </a:extLst>
          </p:cNvPr>
          <p:cNvSpPr/>
          <p:nvPr/>
        </p:nvSpPr>
        <p:spPr>
          <a:xfrm>
            <a:off x="-254000" y="2959100"/>
            <a:ext cx="13144500" cy="2120900"/>
          </a:xfrm>
          <a:custGeom>
            <a:avLst/>
            <a:gdLst>
              <a:gd name="connsiteX0" fmla="*/ 0 w 13144500"/>
              <a:gd name="connsiteY0" fmla="*/ 838200 h 2120900"/>
              <a:gd name="connsiteX1" fmla="*/ 5041900 w 13144500"/>
              <a:gd name="connsiteY1" fmla="*/ 838200 h 2120900"/>
              <a:gd name="connsiteX2" fmla="*/ 5041900 w 13144500"/>
              <a:gd name="connsiteY2" fmla="*/ 2120900 h 2120900"/>
              <a:gd name="connsiteX3" fmla="*/ 8128000 w 13144500"/>
              <a:gd name="connsiteY3" fmla="*/ 2120900 h 2120900"/>
              <a:gd name="connsiteX4" fmla="*/ 8128000 w 13144500"/>
              <a:gd name="connsiteY4" fmla="*/ 0 h 2120900"/>
              <a:gd name="connsiteX5" fmla="*/ 10363200 w 13144500"/>
              <a:gd name="connsiteY5" fmla="*/ 0 h 2120900"/>
              <a:gd name="connsiteX6" fmla="*/ 10363200 w 13144500"/>
              <a:gd name="connsiteY6" fmla="*/ 1574800 h 2120900"/>
              <a:gd name="connsiteX7" fmla="*/ 12941300 w 13144500"/>
              <a:gd name="connsiteY7" fmla="*/ 1574800 h 2120900"/>
              <a:gd name="connsiteX8" fmla="*/ 13144500 w 13144500"/>
              <a:gd name="connsiteY8" fmla="*/ 1574800 h 212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0" h="2120900">
                <a:moveTo>
                  <a:pt x="0" y="838200"/>
                </a:moveTo>
                <a:lnTo>
                  <a:pt x="5041900" y="838200"/>
                </a:lnTo>
                <a:lnTo>
                  <a:pt x="5041900" y="2120900"/>
                </a:lnTo>
                <a:lnTo>
                  <a:pt x="8128000" y="2120900"/>
                </a:lnTo>
                <a:lnTo>
                  <a:pt x="8128000" y="0"/>
                </a:lnTo>
                <a:lnTo>
                  <a:pt x="10363200" y="0"/>
                </a:lnTo>
                <a:lnTo>
                  <a:pt x="10363200" y="1574800"/>
                </a:lnTo>
                <a:lnTo>
                  <a:pt x="12941300" y="1574800"/>
                </a:lnTo>
                <a:lnTo>
                  <a:pt x="13144500" y="1574800"/>
                </a:lnTo>
              </a:path>
            </a:pathLst>
          </a:custGeom>
          <a:noFill/>
          <a:ln w="50800" cmpd="thickThin">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 name="矩形: 圆角 18">
            <a:extLst>
              <a:ext uri="{FF2B5EF4-FFF2-40B4-BE49-F238E27FC236}">
                <a16:creationId xmlns:a16="http://schemas.microsoft.com/office/drawing/2014/main" id="{B6C3F694-2247-B1DA-1542-F28D95D9C9D5}"/>
              </a:ext>
            </a:extLst>
          </p:cNvPr>
          <p:cNvSpPr/>
          <p:nvPr/>
        </p:nvSpPr>
        <p:spPr>
          <a:xfrm>
            <a:off x="4069004" y="4887153"/>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01D04F58-7725-270F-E33E-5AC349F2B80D}"/>
              </a:ext>
            </a:extLst>
          </p:cNvPr>
          <p:cNvSpPr/>
          <p:nvPr/>
        </p:nvSpPr>
        <p:spPr>
          <a:xfrm>
            <a:off x="9387210" y="4366882"/>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E0206D07-FE3F-4AAE-23F6-294A0C285A91}"/>
              </a:ext>
            </a:extLst>
          </p:cNvPr>
          <p:cNvSpPr/>
          <p:nvPr/>
        </p:nvSpPr>
        <p:spPr>
          <a:xfrm>
            <a:off x="1591714" y="3621084"/>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6286507A-2318-05F1-03F1-4139C0604BDC}"/>
              </a:ext>
            </a:extLst>
          </p:cNvPr>
          <p:cNvSpPr/>
          <p:nvPr/>
        </p:nvSpPr>
        <p:spPr>
          <a:xfrm>
            <a:off x="7082044" y="2770768"/>
            <a:ext cx="1430684" cy="369084"/>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文本框 2">
            <a:extLst>
              <a:ext uri="{FF2B5EF4-FFF2-40B4-BE49-F238E27FC236}">
                <a16:creationId xmlns:a16="http://schemas.microsoft.com/office/drawing/2014/main" id="{AB22B772-B903-9D4D-C9A6-2E6D0CDAF7B7}"/>
              </a:ext>
            </a:extLst>
          </p:cNvPr>
          <p:cNvSpPr txBox="1"/>
          <p:nvPr/>
        </p:nvSpPr>
        <p:spPr>
          <a:xfrm>
            <a:off x="1778010" y="3634226"/>
            <a:ext cx="1058091" cy="369332"/>
          </a:xfrm>
          <a:prstGeom prst="rect">
            <a:avLst/>
          </a:prstGeom>
          <a:noFill/>
          <a:effectLst/>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p>
        </p:txBody>
      </p:sp>
      <p:sp>
        <p:nvSpPr>
          <p:cNvPr id="24" name="文本框 2">
            <a:extLst>
              <a:ext uri="{FF2B5EF4-FFF2-40B4-BE49-F238E27FC236}">
                <a16:creationId xmlns:a16="http://schemas.microsoft.com/office/drawing/2014/main" id="{D399A8EC-8CBF-5265-AC75-E0BCD7048652}"/>
              </a:ext>
            </a:extLst>
          </p:cNvPr>
          <p:cNvSpPr txBox="1"/>
          <p:nvPr/>
        </p:nvSpPr>
        <p:spPr>
          <a:xfrm>
            <a:off x="4261005" y="4898334"/>
            <a:ext cx="1058091" cy="369332"/>
          </a:xfrm>
          <a:prstGeom prst="rect">
            <a:avLst/>
          </a:prstGeom>
          <a:noFill/>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p>
        </p:txBody>
      </p:sp>
      <p:sp>
        <p:nvSpPr>
          <p:cNvPr id="25" name="文本框 2">
            <a:extLst>
              <a:ext uri="{FF2B5EF4-FFF2-40B4-BE49-F238E27FC236}">
                <a16:creationId xmlns:a16="http://schemas.microsoft.com/office/drawing/2014/main" id="{7A73407C-8471-D2DE-96D8-F8905C0A0A8A}"/>
              </a:ext>
            </a:extLst>
          </p:cNvPr>
          <p:cNvSpPr txBox="1"/>
          <p:nvPr/>
        </p:nvSpPr>
        <p:spPr>
          <a:xfrm>
            <a:off x="7280923" y="2789904"/>
            <a:ext cx="1058091" cy="369332"/>
          </a:xfrm>
          <a:prstGeom prst="rect">
            <a:avLst/>
          </a:prstGeom>
          <a:noFill/>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p>
        </p:txBody>
      </p:sp>
      <p:sp>
        <p:nvSpPr>
          <p:cNvPr id="26" name="文本框 2">
            <a:extLst>
              <a:ext uri="{FF2B5EF4-FFF2-40B4-BE49-F238E27FC236}">
                <a16:creationId xmlns:a16="http://schemas.microsoft.com/office/drawing/2014/main" id="{E369A84C-A2F6-34BD-DEAE-004225F3A73A}"/>
              </a:ext>
            </a:extLst>
          </p:cNvPr>
          <p:cNvSpPr txBox="1"/>
          <p:nvPr/>
        </p:nvSpPr>
        <p:spPr>
          <a:xfrm>
            <a:off x="9573506" y="4379697"/>
            <a:ext cx="1058091" cy="369332"/>
          </a:xfrm>
          <a:prstGeom prst="rect">
            <a:avLst/>
          </a:prstGeom>
          <a:noFill/>
          <a:effectLst/>
        </p:spPr>
        <p:txBody>
          <a:bodyPr wrap="square" rtlCol="0">
            <a:spAutoFit/>
          </a:bodyPr>
          <a:lstStyle>
            <a:defPPr>
              <a:defRPr lang="zh-CN"/>
            </a:defPPr>
            <a:lvl1pPr>
              <a:defRPr sz="2800">
                <a:solidFill>
                  <a:schemeClr val="bg1"/>
                </a:solidFill>
                <a:latin typeface="OPPOSans H" panose="00020600040101010101" pitchFamily="18" charset="-122"/>
                <a:ea typeface="OPPOSans H" panose="00020600040101010101" pitchFamily="18" charset="-122"/>
                <a:cs typeface="OPPOSans H"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大事记</a:t>
            </a:r>
          </a:p>
        </p:txBody>
      </p:sp>
      <p:sp>
        <p:nvSpPr>
          <p:cNvPr id="27" name="矩形: 圆角 26">
            <a:extLst>
              <a:ext uri="{FF2B5EF4-FFF2-40B4-BE49-F238E27FC236}">
                <a16:creationId xmlns:a16="http://schemas.microsoft.com/office/drawing/2014/main" id="{E21E8803-DFC1-1F8E-3404-2EFE31E1AE44}"/>
              </a:ext>
            </a:extLst>
          </p:cNvPr>
          <p:cNvSpPr/>
          <p:nvPr/>
        </p:nvSpPr>
        <p:spPr>
          <a:xfrm>
            <a:off x="815220" y="2923884"/>
            <a:ext cx="2928405" cy="461665"/>
          </a:xfrm>
          <a:prstGeom prst="roundRect">
            <a:avLst>
              <a:gd name="adj" fmla="val 50000"/>
            </a:avLst>
          </a:prstGeom>
          <a:noFill/>
          <a:ln w="6350">
            <a:solidFill>
              <a:schemeClr val="accent1">
                <a:lumMod val="100000"/>
              </a:schemeClr>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31">
            <a:extLst>
              <a:ext uri="{FF2B5EF4-FFF2-40B4-BE49-F238E27FC236}">
                <a16:creationId xmlns:a16="http://schemas.microsoft.com/office/drawing/2014/main" id="{E10CA17F-51A0-AC1D-61D3-43F707ED0C0A}"/>
              </a:ext>
            </a:extLst>
          </p:cNvPr>
          <p:cNvSpPr/>
          <p:nvPr/>
        </p:nvSpPr>
        <p:spPr>
          <a:xfrm flipH="1">
            <a:off x="1075751" y="2974570"/>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57E984F6-5F1D-2CDE-8796-CE9F3015D5B5}"/>
              </a:ext>
            </a:extLst>
          </p:cNvPr>
          <p:cNvSpPr/>
          <p:nvPr/>
        </p:nvSpPr>
        <p:spPr>
          <a:xfrm>
            <a:off x="3167595" y="5453836"/>
            <a:ext cx="2928405" cy="461665"/>
          </a:xfrm>
          <a:prstGeom prst="roundRect">
            <a:avLst>
              <a:gd name="adj" fmla="val 50000"/>
            </a:avLst>
          </a:prstGeom>
          <a:noFill/>
          <a:ln w="6350">
            <a:solidFill>
              <a:schemeClr val="accent1">
                <a:lumMod val="10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31">
            <a:extLst>
              <a:ext uri="{FF2B5EF4-FFF2-40B4-BE49-F238E27FC236}">
                <a16:creationId xmlns:a16="http://schemas.microsoft.com/office/drawing/2014/main" id="{C7C68271-949E-66D4-5D11-9779FD324E05}"/>
              </a:ext>
            </a:extLst>
          </p:cNvPr>
          <p:cNvSpPr/>
          <p:nvPr/>
        </p:nvSpPr>
        <p:spPr>
          <a:xfrm flipH="1">
            <a:off x="3428126" y="5504522"/>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51">
            <a:extLst>
              <a:ext uri="{FF2B5EF4-FFF2-40B4-BE49-F238E27FC236}">
                <a16:creationId xmlns:a16="http://schemas.microsoft.com/office/drawing/2014/main" id="{E894DCE0-FB0F-4D64-80B7-72D174808075}"/>
              </a:ext>
            </a:extLst>
          </p:cNvPr>
          <p:cNvSpPr/>
          <p:nvPr/>
        </p:nvSpPr>
        <p:spPr>
          <a:xfrm>
            <a:off x="6320448" y="2123728"/>
            <a:ext cx="2928405" cy="461665"/>
          </a:xfrm>
          <a:prstGeom prst="roundRect">
            <a:avLst>
              <a:gd name="adj" fmla="val 50000"/>
            </a:avLst>
          </a:prstGeom>
          <a:noFill/>
          <a:ln w="6350">
            <a:solidFill>
              <a:schemeClr val="accent1">
                <a:lumMod val="100000"/>
              </a:schemeClr>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稿定-31">
            <a:extLst>
              <a:ext uri="{FF2B5EF4-FFF2-40B4-BE49-F238E27FC236}">
                <a16:creationId xmlns:a16="http://schemas.microsoft.com/office/drawing/2014/main" id="{AACFD3DD-CC9C-C34B-34E6-1242ED6D2050}"/>
              </a:ext>
            </a:extLst>
          </p:cNvPr>
          <p:cNvSpPr/>
          <p:nvPr/>
        </p:nvSpPr>
        <p:spPr>
          <a:xfrm flipH="1">
            <a:off x="6580979" y="2174414"/>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圆角 54">
            <a:extLst>
              <a:ext uri="{FF2B5EF4-FFF2-40B4-BE49-F238E27FC236}">
                <a16:creationId xmlns:a16="http://schemas.microsoft.com/office/drawing/2014/main" id="{C188E4F0-F56A-CA16-5EB8-6DBAE4C92D84}"/>
              </a:ext>
            </a:extLst>
          </p:cNvPr>
          <p:cNvSpPr/>
          <p:nvPr/>
        </p:nvSpPr>
        <p:spPr>
          <a:xfrm>
            <a:off x="8645906" y="4887153"/>
            <a:ext cx="2928405" cy="461665"/>
          </a:xfrm>
          <a:prstGeom prst="roundRect">
            <a:avLst>
              <a:gd name="adj" fmla="val 50000"/>
            </a:avLst>
          </a:prstGeom>
          <a:noFill/>
          <a:ln w="6350">
            <a:solidFill>
              <a:schemeClr val="accent1">
                <a:lumMod val="10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31">
            <a:extLst>
              <a:ext uri="{FF2B5EF4-FFF2-40B4-BE49-F238E27FC236}">
                <a16:creationId xmlns:a16="http://schemas.microsoft.com/office/drawing/2014/main" id="{D11A5ACB-2D7A-477B-DE34-6B44D3C78728}"/>
              </a:ext>
            </a:extLst>
          </p:cNvPr>
          <p:cNvSpPr/>
          <p:nvPr/>
        </p:nvSpPr>
        <p:spPr>
          <a:xfrm flipH="1">
            <a:off x="8906437" y="4937839"/>
            <a:ext cx="2421092" cy="373820"/>
          </a:xfrm>
          <a:prstGeom prst="rect">
            <a:avLst/>
          </a:prstGeom>
        </p:spPr>
        <p:txBody>
          <a:bodyPr wrap="square" lIns="0" tIns="0" rIns="0" bIns="0" anchor="ctr">
            <a:spAutoFit/>
          </a:bodyPr>
          <a:lstStyle/>
          <a:p>
            <a:pPr marL="0" marR="0" lvl="0" indent="0" defTabSz="914400" rtl="0" eaLnBrk="1" fontAlgn="auto" latinLnBrk="0" hangingPunct="1">
              <a:lnSpc>
                <a:spcPts val="15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B56B9A43-804C-E6D4-6271-2C88DA1F457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发展里程碑</a:t>
            </a:r>
          </a:p>
        </p:txBody>
      </p:sp>
      <p:sp>
        <p:nvSpPr>
          <p:cNvPr id="6" name="矩形 5">
            <a:extLst>
              <a:ext uri="{FF2B5EF4-FFF2-40B4-BE49-F238E27FC236}">
                <a16:creationId xmlns:a16="http://schemas.microsoft.com/office/drawing/2014/main" id="{BA36584B-C118-BF12-DB26-FBE76AE866A0}"/>
              </a:ext>
            </a:extLst>
          </p:cNvPr>
          <p:cNvSpPr/>
          <p:nvPr/>
        </p:nvSpPr>
        <p:spPr>
          <a:xfrm>
            <a:off x="3022399"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87DC8820-712F-0D11-D4E5-C6567E003E1C}"/>
              </a:ext>
            </a:extLst>
          </p:cNvPr>
          <p:cNvSpPr txBox="1"/>
          <p:nvPr/>
        </p:nvSpPr>
        <p:spPr>
          <a:xfrm>
            <a:off x="3022398"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FAZHANLICHENGBEI</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等腰三角形 10">
            <a:extLst>
              <a:ext uri="{FF2B5EF4-FFF2-40B4-BE49-F238E27FC236}">
                <a16:creationId xmlns:a16="http://schemas.microsoft.com/office/drawing/2014/main" id="{723DE6F9-E251-221C-35B4-10CA63A6F50A}"/>
              </a:ext>
            </a:extLst>
          </p:cNvPr>
          <p:cNvSpPr/>
          <p:nvPr/>
        </p:nvSpPr>
        <p:spPr>
          <a:xfrm rot="5400000">
            <a:off x="11826677" y="4356999"/>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等腰三角形 14">
            <a:extLst>
              <a:ext uri="{FF2B5EF4-FFF2-40B4-BE49-F238E27FC236}">
                <a16:creationId xmlns:a16="http://schemas.microsoft.com/office/drawing/2014/main" id="{4D4E32F0-E6BF-6856-3B76-A923D8294088}"/>
              </a:ext>
            </a:extLst>
          </p:cNvPr>
          <p:cNvSpPr/>
          <p:nvPr/>
        </p:nvSpPr>
        <p:spPr>
          <a:xfrm>
            <a:off x="7511647" y="4363189"/>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等腰三角形 15">
            <a:extLst>
              <a:ext uri="{FF2B5EF4-FFF2-40B4-BE49-F238E27FC236}">
                <a16:creationId xmlns:a16="http://schemas.microsoft.com/office/drawing/2014/main" id="{C0197006-6EA2-543E-9CDD-D0F8CF7AAD46}"/>
              </a:ext>
            </a:extLst>
          </p:cNvPr>
          <p:cNvSpPr/>
          <p:nvPr/>
        </p:nvSpPr>
        <p:spPr>
          <a:xfrm rot="5400000">
            <a:off x="3378302" y="3642880"/>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等腰三角形 16">
            <a:extLst>
              <a:ext uri="{FF2B5EF4-FFF2-40B4-BE49-F238E27FC236}">
                <a16:creationId xmlns:a16="http://schemas.microsoft.com/office/drawing/2014/main" id="{5971BE2A-0446-DFB3-4CA3-4D677084C328}"/>
              </a:ext>
            </a:extLst>
          </p:cNvPr>
          <p:cNvSpPr/>
          <p:nvPr/>
        </p:nvSpPr>
        <p:spPr>
          <a:xfrm rot="10800000">
            <a:off x="9737228" y="3269060"/>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等腰三角形 2">
            <a:extLst>
              <a:ext uri="{FF2B5EF4-FFF2-40B4-BE49-F238E27FC236}">
                <a16:creationId xmlns:a16="http://schemas.microsoft.com/office/drawing/2014/main" id="{E84CF501-F3E4-8CC8-DCA2-59A243878A9D}"/>
              </a:ext>
            </a:extLst>
          </p:cNvPr>
          <p:cNvSpPr/>
          <p:nvPr/>
        </p:nvSpPr>
        <p:spPr>
          <a:xfrm rot="5400000">
            <a:off x="3527669" y="3642880"/>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等腰三角形 3">
            <a:extLst>
              <a:ext uri="{FF2B5EF4-FFF2-40B4-BE49-F238E27FC236}">
                <a16:creationId xmlns:a16="http://schemas.microsoft.com/office/drawing/2014/main" id="{A5AEB745-1FDF-92AB-40BA-07735E11A5B8}"/>
              </a:ext>
            </a:extLst>
          </p:cNvPr>
          <p:cNvSpPr/>
          <p:nvPr/>
        </p:nvSpPr>
        <p:spPr>
          <a:xfrm>
            <a:off x="7511647" y="4239427"/>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等腰三角形 7">
            <a:extLst>
              <a:ext uri="{FF2B5EF4-FFF2-40B4-BE49-F238E27FC236}">
                <a16:creationId xmlns:a16="http://schemas.microsoft.com/office/drawing/2014/main" id="{5B402A5F-02E1-BD14-E573-70C4AE97BBE2}"/>
              </a:ext>
            </a:extLst>
          </p:cNvPr>
          <p:cNvSpPr/>
          <p:nvPr/>
        </p:nvSpPr>
        <p:spPr>
          <a:xfrm rot="10800000">
            <a:off x="9737228" y="3383791"/>
            <a:ext cx="730646" cy="352024"/>
          </a:xfrm>
          <a:prstGeom prst="triangle">
            <a:avLst/>
          </a:prstGeom>
          <a:gradFill>
            <a:gsLst>
              <a:gs pos="18000">
                <a:schemeClr val="accent1"/>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等腰三角形 11">
            <a:extLst>
              <a:ext uri="{FF2B5EF4-FFF2-40B4-BE49-F238E27FC236}">
                <a16:creationId xmlns:a16="http://schemas.microsoft.com/office/drawing/2014/main" id="{8E558EF8-23EB-5B25-243F-464E09EAE2B0}"/>
              </a:ext>
            </a:extLst>
          </p:cNvPr>
          <p:cNvSpPr/>
          <p:nvPr/>
        </p:nvSpPr>
        <p:spPr>
          <a:xfrm rot="5400000">
            <a:off x="11707815" y="4356999"/>
            <a:ext cx="730646" cy="352024"/>
          </a:xfrm>
          <a:prstGeom prst="triangle">
            <a:avLst/>
          </a:prstGeom>
          <a:gradFill>
            <a:gsLst>
              <a:gs pos="18000">
                <a:schemeClr val="accent1">
                  <a:alpha val="38000"/>
                </a:schemeClr>
              </a:gs>
              <a:gs pos="100000">
                <a:schemeClr val="accent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90388473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直接连接符 4">
            <a:extLst>
              <a:ext uri="{FF2B5EF4-FFF2-40B4-BE49-F238E27FC236}">
                <a16:creationId xmlns:a16="http://schemas.microsoft.com/office/drawing/2014/main" id="{907ED1C9-EBD1-999F-BD6F-2B82236D44E6}"/>
              </a:ext>
            </a:extLst>
          </p:cNvPr>
          <p:cNvCxnSpPr>
            <a:cxnSpLocks/>
          </p:cNvCxnSpPr>
          <p:nvPr/>
        </p:nvCxnSpPr>
        <p:spPr>
          <a:xfrm>
            <a:off x="-4" y="2160270"/>
            <a:ext cx="8490889" cy="0"/>
          </a:xfrm>
          <a:prstGeom prst="line">
            <a:avLst/>
          </a:prstGeom>
          <a:ln w="19050">
            <a:solidFill>
              <a:schemeClr val="accent1">
                <a:lumMod val="95000"/>
                <a:lumOff val="5000"/>
              </a:schemeClr>
            </a:solidFill>
            <a:custDash>
              <a:ds d="200000" sp="200000"/>
            </a:custDash>
            <a:miter lim="400000"/>
          </a:ln>
          <a:effectLst/>
        </p:spPr>
      </p:cxnSp>
      <p:cxnSp>
        <p:nvCxnSpPr>
          <p:cNvPr id="6" name="直接连接符 5">
            <a:extLst>
              <a:ext uri="{FF2B5EF4-FFF2-40B4-BE49-F238E27FC236}">
                <a16:creationId xmlns:a16="http://schemas.microsoft.com/office/drawing/2014/main" id="{95C0AF3F-148A-2BCA-7392-5FA2C6E4A7DA}"/>
              </a:ext>
            </a:extLst>
          </p:cNvPr>
          <p:cNvCxnSpPr/>
          <p:nvPr/>
        </p:nvCxnSpPr>
        <p:spPr>
          <a:xfrm>
            <a:off x="1850055" y="3429000"/>
            <a:ext cx="6640830" cy="0"/>
          </a:xfrm>
          <a:prstGeom prst="line">
            <a:avLst/>
          </a:prstGeom>
          <a:ln w="19050">
            <a:solidFill>
              <a:schemeClr val="accent1">
                <a:lumMod val="95000"/>
                <a:lumOff val="5000"/>
              </a:schemeClr>
            </a:solidFill>
            <a:custDash>
              <a:ds d="200000" sp="200000"/>
            </a:custDash>
            <a:miter lim="400000"/>
          </a:ln>
        </p:spPr>
      </p:cxnSp>
      <p:cxnSp>
        <p:nvCxnSpPr>
          <p:cNvPr id="7" name="直接连接符 6">
            <a:extLst>
              <a:ext uri="{FF2B5EF4-FFF2-40B4-BE49-F238E27FC236}">
                <a16:creationId xmlns:a16="http://schemas.microsoft.com/office/drawing/2014/main" id="{F9F5600E-EE45-8302-490B-677E28C82088}"/>
              </a:ext>
            </a:extLst>
          </p:cNvPr>
          <p:cNvCxnSpPr>
            <a:cxnSpLocks/>
          </p:cNvCxnSpPr>
          <p:nvPr/>
        </p:nvCxnSpPr>
        <p:spPr>
          <a:xfrm>
            <a:off x="1846800" y="4700111"/>
            <a:ext cx="10345200" cy="0"/>
          </a:xfrm>
          <a:prstGeom prst="line">
            <a:avLst/>
          </a:prstGeom>
          <a:ln w="19050">
            <a:solidFill>
              <a:schemeClr val="accent1">
                <a:lumMod val="95000"/>
                <a:lumOff val="5000"/>
              </a:schemeClr>
            </a:solidFill>
            <a:custDash>
              <a:ds d="200000" sp="200000"/>
            </a:custDash>
            <a:miter lim="400000"/>
          </a:ln>
        </p:spPr>
      </p:cxnSp>
      <p:sp>
        <p:nvSpPr>
          <p:cNvPr id="8" name="弧形 7">
            <a:extLst>
              <a:ext uri="{FF2B5EF4-FFF2-40B4-BE49-F238E27FC236}">
                <a16:creationId xmlns:a16="http://schemas.microsoft.com/office/drawing/2014/main" id="{4E8DB93F-39CA-108E-A107-45FAC94AEE47}"/>
              </a:ext>
            </a:extLst>
          </p:cNvPr>
          <p:cNvSpPr/>
          <p:nvPr/>
        </p:nvSpPr>
        <p:spPr>
          <a:xfrm>
            <a:off x="7851917" y="2160745"/>
            <a:ext cx="1271428" cy="1268255"/>
          </a:xfrm>
          <a:prstGeom prst="arc">
            <a:avLst>
              <a:gd name="adj1" fmla="val 16200000"/>
              <a:gd name="adj2" fmla="val 5395525"/>
            </a:avLst>
          </a:prstGeom>
          <a:ln w="19050">
            <a:solidFill>
              <a:schemeClr val="accent1">
                <a:lumMod val="95000"/>
                <a:lumOff val="5000"/>
              </a:schemeClr>
            </a:solidFill>
            <a:custDash>
              <a:ds d="200000" sp="200000"/>
            </a:custDash>
            <a:miter lim="400000"/>
          </a:ln>
        </p:spPr>
        <p:txBody>
          <a:bodyPr tIns="91439" bIns="91439"/>
          <a:lstStyle/>
          <a:p>
            <a:endParaRPr lang="zh-CN" altLang="en-US"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弧形 8">
            <a:extLst>
              <a:ext uri="{FF2B5EF4-FFF2-40B4-BE49-F238E27FC236}">
                <a16:creationId xmlns:a16="http://schemas.microsoft.com/office/drawing/2014/main" id="{8F586289-B2CB-6DE3-A512-8C82D6B4D7C2}"/>
              </a:ext>
            </a:extLst>
          </p:cNvPr>
          <p:cNvSpPr/>
          <p:nvPr/>
        </p:nvSpPr>
        <p:spPr>
          <a:xfrm>
            <a:off x="1217596" y="3428682"/>
            <a:ext cx="1271429" cy="1271429"/>
          </a:xfrm>
          <a:prstGeom prst="arc">
            <a:avLst>
              <a:gd name="adj1" fmla="val 5437418"/>
              <a:gd name="adj2" fmla="val 16204037"/>
            </a:avLst>
          </a:prstGeom>
          <a:ln w="19050">
            <a:solidFill>
              <a:schemeClr val="accent1">
                <a:lumMod val="95000"/>
                <a:lumOff val="5000"/>
              </a:schemeClr>
            </a:solidFill>
            <a:custDash>
              <a:ds d="200000" sp="200000"/>
            </a:custDash>
            <a:miter lim="400000"/>
          </a:ln>
        </p:spPr>
        <p:txBody>
          <a:bodyPr tIns="91439" bIns="91439"/>
          <a:lstStyle/>
          <a:p>
            <a:endParaRPr lang="zh-CN" altLang="en-US" sz="2800">
              <a:solidFill>
                <a:srgbClr val="8C9097"/>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F9F60A63-79D3-0EB4-3847-8F17DDA0E0E1}"/>
              </a:ext>
            </a:extLst>
          </p:cNvPr>
          <p:cNvSpPr/>
          <p:nvPr/>
        </p:nvSpPr>
        <p:spPr>
          <a:xfrm>
            <a:off x="1395556"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C727E487-E57A-BAF6-E3C8-A919357F482D}"/>
              </a:ext>
            </a:extLst>
          </p:cNvPr>
          <p:cNvSpPr/>
          <p:nvPr/>
        </p:nvSpPr>
        <p:spPr>
          <a:xfrm>
            <a:off x="1445940"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D120A015-F625-7F47-07A6-5B530A768895}"/>
              </a:ext>
            </a:extLst>
          </p:cNvPr>
          <p:cNvSpPr/>
          <p:nvPr/>
        </p:nvSpPr>
        <p:spPr>
          <a:xfrm>
            <a:off x="3389744"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a:extLst>
              <a:ext uri="{FF2B5EF4-FFF2-40B4-BE49-F238E27FC236}">
                <a16:creationId xmlns:a16="http://schemas.microsoft.com/office/drawing/2014/main" id="{B089C117-D5AD-D201-037F-34B68A601DB7}"/>
              </a:ext>
            </a:extLst>
          </p:cNvPr>
          <p:cNvSpPr/>
          <p:nvPr/>
        </p:nvSpPr>
        <p:spPr>
          <a:xfrm>
            <a:off x="3440128"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49369FF5-637D-2FF8-F326-72C88B191EB6}"/>
              </a:ext>
            </a:extLst>
          </p:cNvPr>
          <p:cNvSpPr/>
          <p:nvPr/>
        </p:nvSpPr>
        <p:spPr>
          <a:xfrm>
            <a:off x="5383932"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椭圆 21">
            <a:extLst>
              <a:ext uri="{FF2B5EF4-FFF2-40B4-BE49-F238E27FC236}">
                <a16:creationId xmlns:a16="http://schemas.microsoft.com/office/drawing/2014/main" id="{97680F8F-73DC-0D43-F40C-93E090CC434A}"/>
              </a:ext>
            </a:extLst>
          </p:cNvPr>
          <p:cNvSpPr/>
          <p:nvPr/>
        </p:nvSpPr>
        <p:spPr>
          <a:xfrm>
            <a:off x="5434316"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a:extLst>
              <a:ext uri="{FF2B5EF4-FFF2-40B4-BE49-F238E27FC236}">
                <a16:creationId xmlns:a16="http://schemas.microsoft.com/office/drawing/2014/main" id="{C736B3EF-19FC-26B3-8D42-3DF693517A75}"/>
              </a:ext>
            </a:extLst>
          </p:cNvPr>
          <p:cNvSpPr/>
          <p:nvPr/>
        </p:nvSpPr>
        <p:spPr>
          <a:xfrm>
            <a:off x="7378119" y="2032000"/>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4F7E40A7-7C0D-1DAB-6643-D9C08941ADFE}"/>
              </a:ext>
            </a:extLst>
          </p:cNvPr>
          <p:cNvSpPr/>
          <p:nvPr/>
        </p:nvSpPr>
        <p:spPr>
          <a:xfrm>
            <a:off x="7428503" y="2082384"/>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椭圆 30">
            <a:extLst>
              <a:ext uri="{FF2B5EF4-FFF2-40B4-BE49-F238E27FC236}">
                <a16:creationId xmlns:a16="http://schemas.microsoft.com/office/drawing/2014/main" id="{CC157702-481F-2924-B4F0-F30EB59F58A4}"/>
              </a:ext>
            </a:extLst>
          </p:cNvPr>
          <p:cNvSpPr/>
          <p:nvPr/>
        </p:nvSpPr>
        <p:spPr>
          <a:xfrm>
            <a:off x="3389744" y="3296498"/>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椭圆 31">
            <a:extLst>
              <a:ext uri="{FF2B5EF4-FFF2-40B4-BE49-F238E27FC236}">
                <a16:creationId xmlns:a16="http://schemas.microsoft.com/office/drawing/2014/main" id="{D4847D9F-B235-1AE8-3AA2-3CF0864747F3}"/>
              </a:ext>
            </a:extLst>
          </p:cNvPr>
          <p:cNvSpPr/>
          <p:nvPr/>
        </p:nvSpPr>
        <p:spPr>
          <a:xfrm>
            <a:off x="3440128" y="3346882"/>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a:extLst>
              <a:ext uri="{FF2B5EF4-FFF2-40B4-BE49-F238E27FC236}">
                <a16:creationId xmlns:a16="http://schemas.microsoft.com/office/drawing/2014/main" id="{C8314797-2130-0DB1-F04C-7934AB8519B4}"/>
              </a:ext>
            </a:extLst>
          </p:cNvPr>
          <p:cNvSpPr/>
          <p:nvPr/>
        </p:nvSpPr>
        <p:spPr>
          <a:xfrm>
            <a:off x="5383932" y="3296498"/>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椭圆 36">
            <a:extLst>
              <a:ext uri="{FF2B5EF4-FFF2-40B4-BE49-F238E27FC236}">
                <a16:creationId xmlns:a16="http://schemas.microsoft.com/office/drawing/2014/main" id="{C02FE94D-A265-C0F1-C742-C04C75F71398}"/>
              </a:ext>
            </a:extLst>
          </p:cNvPr>
          <p:cNvSpPr/>
          <p:nvPr/>
        </p:nvSpPr>
        <p:spPr>
          <a:xfrm>
            <a:off x="5434316" y="3346882"/>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椭圆 40">
            <a:extLst>
              <a:ext uri="{FF2B5EF4-FFF2-40B4-BE49-F238E27FC236}">
                <a16:creationId xmlns:a16="http://schemas.microsoft.com/office/drawing/2014/main" id="{93DCA25C-BB3D-338B-B06F-A6FCE803C44A}"/>
              </a:ext>
            </a:extLst>
          </p:cNvPr>
          <p:cNvSpPr/>
          <p:nvPr/>
        </p:nvSpPr>
        <p:spPr>
          <a:xfrm>
            <a:off x="7378119" y="3296498"/>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椭圆 41">
            <a:extLst>
              <a:ext uri="{FF2B5EF4-FFF2-40B4-BE49-F238E27FC236}">
                <a16:creationId xmlns:a16="http://schemas.microsoft.com/office/drawing/2014/main" id="{F8C8705C-B544-C052-8071-79E897A963F5}"/>
              </a:ext>
            </a:extLst>
          </p:cNvPr>
          <p:cNvSpPr/>
          <p:nvPr/>
        </p:nvSpPr>
        <p:spPr>
          <a:xfrm>
            <a:off x="7428503" y="3346882"/>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椭圆 45">
            <a:extLst>
              <a:ext uri="{FF2B5EF4-FFF2-40B4-BE49-F238E27FC236}">
                <a16:creationId xmlns:a16="http://schemas.microsoft.com/office/drawing/2014/main" id="{8C242596-08C2-AD4F-6EFC-299747D02438}"/>
              </a:ext>
            </a:extLst>
          </p:cNvPr>
          <p:cNvSpPr/>
          <p:nvPr/>
        </p:nvSpPr>
        <p:spPr>
          <a:xfrm>
            <a:off x="3389744" y="4552873"/>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椭圆 46">
            <a:extLst>
              <a:ext uri="{FF2B5EF4-FFF2-40B4-BE49-F238E27FC236}">
                <a16:creationId xmlns:a16="http://schemas.microsoft.com/office/drawing/2014/main" id="{67FCF947-EABB-98F0-2022-27567A0464C7}"/>
              </a:ext>
            </a:extLst>
          </p:cNvPr>
          <p:cNvSpPr/>
          <p:nvPr/>
        </p:nvSpPr>
        <p:spPr>
          <a:xfrm>
            <a:off x="3440128" y="4603257"/>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椭圆 50">
            <a:extLst>
              <a:ext uri="{FF2B5EF4-FFF2-40B4-BE49-F238E27FC236}">
                <a16:creationId xmlns:a16="http://schemas.microsoft.com/office/drawing/2014/main" id="{71AC766C-2F6F-682E-105C-1EA3B9975757}"/>
              </a:ext>
            </a:extLst>
          </p:cNvPr>
          <p:cNvSpPr/>
          <p:nvPr/>
        </p:nvSpPr>
        <p:spPr>
          <a:xfrm>
            <a:off x="5383932" y="4552873"/>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椭圆 51">
            <a:extLst>
              <a:ext uri="{FF2B5EF4-FFF2-40B4-BE49-F238E27FC236}">
                <a16:creationId xmlns:a16="http://schemas.microsoft.com/office/drawing/2014/main" id="{2B0F77DF-09C7-C821-52FD-6E70A239C625}"/>
              </a:ext>
            </a:extLst>
          </p:cNvPr>
          <p:cNvSpPr/>
          <p:nvPr/>
        </p:nvSpPr>
        <p:spPr>
          <a:xfrm>
            <a:off x="5434316" y="4603257"/>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椭圆 55">
            <a:extLst>
              <a:ext uri="{FF2B5EF4-FFF2-40B4-BE49-F238E27FC236}">
                <a16:creationId xmlns:a16="http://schemas.microsoft.com/office/drawing/2014/main" id="{6D59B6F2-203A-FB8A-7A12-6DC8C2A881D8}"/>
              </a:ext>
            </a:extLst>
          </p:cNvPr>
          <p:cNvSpPr/>
          <p:nvPr/>
        </p:nvSpPr>
        <p:spPr>
          <a:xfrm>
            <a:off x="7378119" y="4552873"/>
            <a:ext cx="251418" cy="251418"/>
          </a:xfrm>
          <a:prstGeom prst="ellipse">
            <a:avLst/>
          </a:prstGeom>
          <a:solidFill>
            <a:schemeClr val="accent1">
              <a:alpha val="3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稿定-9">
            <a:extLst>
              <a:ext uri="{FF2B5EF4-FFF2-40B4-BE49-F238E27FC236}">
                <a16:creationId xmlns:a16="http://schemas.microsoft.com/office/drawing/2014/main" id="{40770487-0BAB-66EA-FC88-53C87179DC73}"/>
              </a:ext>
            </a:extLst>
          </p:cNvPr>
          <p:cNvSpPr/>
          <p:nvPr/>
        </p:nvSpPr>
        <p:spPr>
          <a:xfrm flipH="1">
            <a:off x="1040323"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稿定-31">
            <a:extLst>
              <a:ext uri="{FF2B5EF4-FFF2-40B4-BE49-F238E27FC236}">
                <a16:creationId xmlns:a16="http://schemas.microsoft.com/office/drawing/2014/main" id="{5F685B35-0964-C8E6-8A5F-570C0B91E3E0}"/>
              </a:ext>
            </a:extLst>
          </p:cNvPr>
          <p:cNvSpPr/>
          <p:nvPr/>
        </p:nvSpPr>
        <p:spPr>
          <a:xfrm flipH="1">
            <a:off x="842909"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稿定-9">
            <a:extLst>
              <a:ext uri="{FF2B5EF4-FFF2-40B4-BE49-F238E27FC236}">
                <a16:creationId xmlns:a16="http://schemas.microsoft.com/office/drawing/2014/main" id="{C8BF31E0-7791-48A9-A480-2D6A44A77FFB}"/>
              </a:ext>
            </a:extLst>
          </p:cNvPr>
          <p:cNvSpPr/>
          <p:nvPr/>
        </p:nvSpPr>
        <p:spPr>
          <a:xfrm flipH="1">
            <a:off x="3059476"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a:extLst>
              <a:ext uri="{FF2B5EF4-FFF2-40B4-BE49-F238E27FC236}">
                <a16:creationId xmlns:a16="http://schemas.microsoft.com/office/drawing/2014/main" id="{85224DEF-36BC-37D8-C3D9-E8A3B7CE9996}"/>
              </a:ext>
            </a:extLst>
          </p:cNvPr>
          <p:cNvSpPr/>
          <p:nvPr/>
        </p:nvSpPr>
        <p:spPr>
          <a:xfrm flipH="1">
            <a:off x="2862062"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9">
            <a:extLst>
              <a:ext uri="{FF2B5EF4-FFF2-40B4-BE49-F238E27FC236}">
                <a16:creationId xmlns:a16="http://schemas.microsoft.com/office/drawing/2014/main" id="{EB8231C3-66BA-AEE5-0648-4EB5F17EF026}"/>
              </a:ext>
            </a:extLst>
          </p:cNvPr>
          <p:cNvSpPr/>
          <p:nvPr/>
        </p:nvSpPr>
        <p:spPr>
          <a:xfrm flipH="1">
            <a:off x="5058321"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稿定-31">
            <a:extLst>
              <a:ext uri="{FF2B5EF4-FFF2-40B4-BE49-F238E27FC236}">
                <a16:creationId xmlns:a16="http://schemas.microsoft.com/office/drawing/2014/main" id="{A1CB16CB-1E9D-91D2-83B9-33A02BDDB863}"/>
              </a:ext>
            </a:extLst>
          </p:cNvPr>
          <p:cNvSpPr/>
          <p:nvPr/>
        </p:nvSpPr>
        <p:spPr>
          <a:xfrm flipH="1">
            <a:off x="4860907"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FC5DDB61-1CED-08D0-FE5D-387D28C25876}"/>
              </a:ext>
            </a:extLst>
          </p:cNvPr>
          <p:cNvSpPr/>
          <p:nvPr/>
        </p:nvSpPr>
        <p:spPr>
          <a:xfrm flipH="1">
            <a:off x="7057166" y="2321245"/>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81508618-A608-0809-CF48-391C46505912}"/>
              </a:ext>
            </a:extLst>
          </p:cNvPr>
          <p:cNvSpPr/>
          <p:nvPr/>
        </p:nvSpPr>
        <p:spPr>
          <a:xfrm flipH="1">
            <a:off x="6859752" y="2599360"/>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17DF12B1-3D5A-DE3C-D4FD-B81ABED11A77}"/>
              </a:ext>
            </a:extLst>
          </p:cNvPr>
          <p:cNvSpPr/>
          <p:nvPr/>
        </p:nvSpPr>
        <p:spPr>
          <a:xfrm flipH="1">
            <a:off x="3059476" y="3627608"/>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稿定-31">
            <a:extLst>
              <a:ext uri="{FF2B5EF4-FFF2-40B4-BE49-F238E27FC236}">
                <a16:creationId xmlns:a16="http://schemas.microsoft.com/office/drawing/2014/main" id="{B5EEAD49-9106-F117-5DD2-8422C1753326}"/>
              </a:ext>
            </a:extLst>
          </p:cNvPr>
          <p:cNvSpPr/>
          <p:nvPr/>
        </p:nvSpPr>
        <p:spPr>
          <a:xfrm flipH="1">
            <a:off x="2862062" y="390572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稿定-9">
            <a:extLst>
              <a:ext uri="{FF2B5EF4-FFF2-40B4-BE49-F238E27FC236}">
                <a16:creationId xmlns:a16="http://schemas.microsoft.com/office/drawing/2014/main" id="{2342761B-FD4F-6DE4-3CB3-40FA97F6E090}"/>
              </a:ext>
            </a:extLst>
          </p:cNvPr>
          <p:cNvSpPr/>
          <p:nvPr/>
        </p:nvSpPr>
        <p:spPr>
          <a:xfrm flipH="1">
            <a:off x="5058321" y="3627608"/>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稿定-31">
            <a:extLst>
              <a:ext uri="{FF2B5EF4-FFF2-40B4-BE49-F238E27FC236}">
                <a16:creationId xmlns:a16="http://schemas.microsoft.com/office/drawing/2014/main" id="{067DFAC8-2E80-B8AC-9AE3-BF9B9DA5BF79}"/>
              </a:ext>
            </a:extLst>
          </p:cNvPr>
          <p:cNvSpPr/>
          <p:nvPr/>
        </p:nvSpPr>
        <p:spPr>
          <a:xfrm flipH="1">
            <a:off x="4860907" y="390572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稿定-9">
            <a:extLst>
              <a:ext uri="{FF2B5EF4-FFF2-40B4-BE49-F238E27FC236}">
                <a16:creationId xmlns:a16="http://schemas.microsoft.com/office/drawing/2014/main" id="{2EF4A9FD-4990-75A6-D632-90C4BA3CC1AD}"/>
              </a:ext>
            </a:extLst>
          </p:cNvPr>
          <p:cNvSpPr/>
          <p:nvPr/>
        </p:nvSpPr>
        <p:spPr>
          <a:xfrm flipH="1">
            <a:off x="7057166" y="3627608"/>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a:extLst>
              <a:ext uri="{FF2B5EF4-FFF2-40B4-BE49-F238E27FC236}">
                <a16:creationId xmlns:a16="http://schemas.microsoft.com/office/drawing/2014/main" id="{4B6D6955-45DF-133F-5396-3356832F3C9C}"/>
              </a:ext>
            </a:extLst>
          </p:cNvPr>
          <p:cNvSpPr/>
          <p:nvPr/>
        </p:nvSpPr>
        <p:spPr>
          <a:xfrm flipH="1">
            <a:off x="6859752" y="390572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9">
            <a:extLst>
              <a:ext uri="{FF2B5EF4-FFF2-40B4-BE49-F238E27FC236}">
                <a16:creationId xmlns:a16="http://schemas.microsoft.com/office/drawing/2014/main" id="{D658DFDC-5C20-DE82-4935-9411BD48F383}"/>
              </a:ext>
            </a:extLst>
          </p:cNvPr>
          <p:cNvSpPr/>
          <p:nvPr/>
        </p:nvSpPr>
        <p:spPr>
          <a:xfrm flipH="1">
            <a:off x="3059476" y="4903682"/>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a:extLst>
              <a:ext uri="{FF2B5EF4-FFF2-40B4-BE49-F238E27FC236}">
                <a16:creationId xmlns:a16="http://schemas.microsoft.com/office/drawing/2014/main" id="{76549BCC-D3BA-A142-4BA2-8CB51B38C219}"/>
              </a:ext>
            </a:extLst>
          </p:cNvPr>
          <p:cNvSpPr/>
          <p:nvPr/>
        </p:nvSpPr>
        <p:spPr>
          <a:xfrm flipH="1">
            <a:off x="2862062" y="5181797"/>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ACB8EC27-AE6B-72FF-2768-A362088C2D59}"/>
              </a:ext>
            </a:extLst>
          </p:cNvPr>
          <p:cNvSpPr/>
          <p:nvPr/>
        </p:nvSpPr>
        <p:spPr>
          <a:xfrm flipH="1">
            <a:off x="5058321" y="4903682"/>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a:extLst>
              <a:ext uri="{FF2B5EF4-FFF2-40B4-BE49-F238E27FC236}">
                <a16:creationId xmlns:a16="http://schemas.microsoft.com/office/drawing/2014/main" id="{E0F14F9F-3E0A-2020-772F-E0AE663D5F16}"/>
              </a:ext>
            </a:extLst>
          </p:cNvPr>
          <p:cNvSpPr/>
          <p:nvPr/>
        </p:nvSpPr>
        <p:spPr>
          <a:xfrm flipH="1">
            <a:off x="4860907" y="5181797"/>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04BE4756-DB2F-1483-CC84-8F117B60DDB4}"/>
              </a:ext>
            </a:extLst>
          </p:cNvPr>
          <p:cNvSpPr/>
          <p:nvPr/>
        </p:nvSpPr>
        <p:spPr>
          <a:xfrm flipH="1">
            <a:off x="7057166" y="4903682"/>
            <a:ext cx="971857" cy="25617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31">
            <a:extLst>
              <a:ext uri="{FF2B5EF4-FFF2-40B4-BE49-F238E27FC236}">
                <a16:creationId xmlns:a16="http://schemas.microsoft.com/office/drawing/2014/main" id="{24FE814A-51EC-08E6-0C02-AC45A669D1CC}"/>
              </a:ext>
            </a:extLst>
          </p:cNvPr>
          <p:cNvSpPr/>
          <p:nvPr/>
        </p:nvSpPr>
        <p:spPr>
          <a:xfrm flipH="1">
            <a:off x="6859752" y="5181797"/>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文本框 12">
            <a:extLst>
              <a:ext uri="{FF2B5EF4-FFF2-40B4-BE49-F238E27FC236}">
                <a16:creationId xmlns:a16="http://schemas.microsoft.com/office/drawing/2014/main" id="{37AFC8FA-C3EB-EBF9-C620-14F1EA58B2A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4" name="矩形 13">
            <a:extLst>
              <a:ext uri="{FF2B5EF4-FFF2-40B4-BE49-F238E27FC236}">
                <a16:creationId xmlns:a16="http://schemas.microsoft.com/office/drawing/2014/main" id="{946FAE61-90D7-4A60-A2F1-5B3A9B8E39A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文本框 17">
            <a:extLst>
              <a:ext uri="{FF2B5EF4-FFF2-40B4-BE49-F238E27FC236}">
                <a16:creationId xmlns:a16="http://schemas.microsoft.com/office/drawing/2014/main" id="{83A11DB8-9D09-F6C8-A387-1E024E539C29}"/>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94067CB1-51F5-9D7E-C133-389D7850595F}"/>
              </a:ext>
            </a:extLst>
          </p:cNvPr>
          <p:cNvSpPr/>
          <p:nvPr/>
        </p:nvSpPr>
        <p:spPr>
          <a:xfrm>
            <a:off x="7425894" y="4603257"/>
            <a:ext cx="150650" cy="150650"/>
          </a:xfrm>
          <a:prstGeom prst="ellipse">
            <a:avLst/>
          </a:pr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箭头: V 形 1">
            <a:extLst>
              <a:ext uri="{FF2B5EF4-FFF2-40B4-BE49-F238E27FC236}">
                <a16:creationId xmlns:a16="http://schemas.microsoft.com/office/drawing/2014/main" id="{B03B04AE-CFBC-0F0B-5987-C798080C718B}"/>
              </a:ext>
            </a:extLst>
          </p:cNvPr>
          <p:cNvSpPr/>
          <p:nvPr/>
        </p:nvSpPr>
        <p:spPr>
          <a:xfrm>
            <a:off x="10221917" y="4375568"/>
            <a:ext cx="643511" cy="643511"/>
          </a:xfrm>
          <a:prstGeom prst="chevron">
            <a:avLst/>
          </a:prstGeom>
          <a:gradFill flip="none" rotWithShape="1">
            <a:gsLst>
              <a:gs pos="0">
                <a:schemeClr val="accent1"/>
              </a:gs>
              <a:gs pos="89000">
                <a:schemeClr val="accent1">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箭头: V 形 9">
            <a:extLst>
              <a:ext uri="{FF2B5EF4-FFF2-40B4-BE49-F238E27FC236}">
                <a16:creationId xmlns:a16="http://schemas.microsoft.com/office/drawing/2014/main" id="{B1FAEB13-2F9D-5FF6-957B-76FC13AA7BDA}"/>
              </a:ext>
            </a:extLst>
          </p:cNvPr>
          <p:cNvSpPr/>
          <p:nvPr/>
        </p:nvSpPr>
        <p:spPr>
          <a:xfrm>
            <a:off x="512915" y="2013258"/>
            <a:ext cx="288902" cy="288902"/>
          </a:xfrm>
          <a:prstGeom prst="chevron">
            <a:avLst/>
          </a:prstGeom>
          <a:gradFill flip="none" rotWithShape="1">
            <a:gsLst>
              <a:gs pos="0">
                <a:schemeClr val="accent1"/>
              </a:gs>
              <a:gs pos="89000">
                <a:schemeClr val="accent1">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箭头: V 形 14">
            <a:extLst>
              <a:ext uri="{FF2B5EF4-FFF2-40B4-BE49-F238E27FC236}">
                <a16:creationId xmlns:a16="http://schemas.microsoft.com/office/drawing/2014/main" id="{800621DA-A876-AD6E-F126-8E843F3FB314}"/>
              </a:ext>
            </a:extLst>
          </p:cNvPr>
          <p:cNvSpPr/>
          <p:nvPr/>
        </p:nvSpPr>
        <p:spPr>
          <a:xfrm>
            <a:off x="9551234" y="4257717"/>
            <a:ext cx="879214" cy="879214"/>
          </a:xfrm>
          <a:prstGeom prst="chevron">
            <a:avLst/>
          </a:prstGeom>
          <a:gradFill flip="none" rotWithShape="1">
            <a:gsLst>
              <a:gs pos="0">
                <a:schemeClr val="accent1"/>
              </a:gs>
              <a:gs pos="89000">
                <a:schemeClr val="accent1">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52652444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a:extLst>
              <a:ext uri="{FF2B5EF4-FFF2-40B4-BE49-F238E27FC236}">
                <a16:creationId xmlns:a16="http://schemas.microsoft.com/office/drawing/2014/main" id="{554A90AA-2FAB-0ABE-722D-843E0D547715}"/>
              </a:ext>
            </a:extLst>
          </p:cNvPr>
          <p:cNvSpPr/>
          <p:nvPr/>
        </p:nvSpPr>
        <p:spPr>
          <a:xfrm>
            <a:off x="8895688" y="1750252"/>
            <a:ext cx="2170800" cy="4536000"/>
          </a:xfrm>
          <a:prstGeom prst="roundRect">
            <a:avLst>
              <a:gd name="adj" fmla="val 89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a:extLst>
              <a:ext uri="{FF2B5EF4-FFF2-40B4-BE49-F238E27FC236}">
                <a16:creationId xmlns:a16="http://schemas.microsoft.com/office/drawing/2014/main" id="{77567C70-46F5-5652-F272-B6C49FC47BCA}"/>
              </a:ext>
            </a:extLst>
          </p:cNvPr>
          <p:cNvSpPr/>
          <p:nvPr/>
        </p:nvSpPr>
        <p:spPr>
          <a:xfrm>
            <a:off x="6563340" y="1772879"/>
            <a:ext cx="2172276" cy="4536000"/>
          </a:xfrm>
          <a:prstGeom prst="roundRect">
            <a:avLst>
              <a:gd name="adj" fmla="val 89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矩形: 圆角 8">
            <a:extLst>
              <a:ext uri="{FF2B5EF4-FFF2-40B4-BE49-F238E27FC236}">
                <a16:creationId xmlns:a16="http://schemas.microsoft.com/office/drawing/2014/main" id="{C55D6FB1-894A-D440-A24F-523FA5743E7C}"/>
              </a:ext>
            </a:extLst>
          </p:cNvPr>
          <p:cNvSpPr/>
          <p:nvPr/>
        </p:nvSpPr>
        <p:spPr>
          <a:xfrm>
            <a:off x="4178781" y="1772879"/>
            <a:ext cx="2172276" cy="4536000"/>
          </a:xfrm>
          <a:prstGeom prst="roundRect">
            <a:avLst>
              <a:gd name="adj" fmla="val 89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96FE6A8F-41EE-C0AA-F566-F905E95A0594}"/>
              </a:ext>
            </a:extLst>
          </p:cNvPr>
          <p:cNvSpPr/>
          <p:nvPr/>
        </p:nvSpPr>
        <p:spPr>
          <a:xfrm>
            <a:off x="1794222" y="1772879"/>
            <a:ext cx="2172276" cy="4536000"/>
          </a:xfrm>
          <a:prstGeom prst="roundRect">
            <a:avLst>
              <a:gd name="adj" fmla="val 89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3" name="直接连接符 12">
            <a:extLst>
              <a:ext uri="{FF2B5EF4-FFF2-40B4-BE49-F238E27FC236}">
                <a16:creationId xmlns:a16="http://schemas.microsoft.com/office/drawing/2014/main" id="{3C3D2797-A446-DDBC-1D8C-0FC427938DE7}"/>
              </a:ext>
            </a:extLst>
          </p:cNvPr>
          <p:cNvCxnSpPr>
            <a:cxnSpLocks/>
          </p:cNvCxnSpPr>
          <p:nvPr/>
        </p:nvCxnSpPr>
        <p:spPr>
          <a:xfrm>
            <a:off x="709275" y="3208117"/>
            <a:ext cx="10892591" cy="0"/>
          </a:xfrm>
          <a:prstGeom prst="line">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4767E994-8842-7C8E-50C9-173748143064}"/>
              </a:ext>
            </a:extLst>
          </p:cNvPr>
          <p:cNvCxnSpPr>
            <a:cxnSpLocks/>
          </p:cNvCxnSpPr>
          <p:nvPr/>
        </p:nvCxnSpPr>
        <p:spPr>
          <a:xfrm>
            <a:off x="709275" y="4176328"/>
            <a:ext cx="10892591" cy="0"/>
          </a:xfrm>
          <a:prstGeom prst="line">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5" name="直接连接符 14">
            <a:extLst>
              <a:ext uri="{FF2B5EF4-FFF2-40B4-BE49-F238E27FC236}">
                <a16:creationId xmlns:a16="http://schemas.microsoft.com/office/drawing/2014/main" id="{B4DBDB60-B574-5AA2-C279-FC5EDC4B890C}"/>
              </a:ext>
            </a:extLst>
          </p:cNvPr>
          <p:cNvCxnSpPr>
            <a:cxnSpLocks/>
          </p:cNvCxnSpPr>
          <p:nvPr/>
        </p:nvCxnSpPr>
        <p:spPr>
          <a:xfrm>
            <a:off x="709275" y="5144539"/>
            <a:ext cx="10892591" cy="0"/>
          </a:xfrm>
          <a:prstGeom prst="line">
            <a:avLst/>
          </a:prstGeom>
          <a:ln w="6350">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66" name="稿定-9">
            <a:extLst>
              <a:ext uri="{FF2B5EF4-FFF2-40B4-BE49-F238E27FC236}">
                <a16:creationId xmlns:a16="http://schemas.microsoft.com/office/drawing/2014/main" id="{CC39BC06-C0BF-3773-1836-862C1199B4AC}"/>
              </a:ext>
            </a:extLst>
          </p:cNvPr>
          <p:cNvSpPr/>
          <p:nvPr/>
        </p:nvSpPr>
        <p:spPr>
          <a:xfrm flipH="1">
            <a:off x="814700" y="3208117"/>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件二</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73CA5628-B169-E3CD-92D6-BFC4B5002EAC}"/>
              </a:ext>
            </a:extLst>
          </p:cNvPr>
          <p:cNvSpPr/>
          <p:nvPr/>
        </p:nvSpPr>
        <p:spPr>
          <a:xfrm flipH="1">
            <a:off x="814700" y="5169680"/>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件四</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8" name="稿定-9">
            <a:extLst>
              <a:ext uri="{FF2B5EF4-FFF2-40B4-BE49-F238E27FC236}">
                <a16:creationId xmlns:a16="http://schemas.microsoft.com/office/drawing/2014/main" id="{BF72FD37-16D3-CE06-6371-787BCF70C191}"/>
              </a:ext>
            </a:extLst>
          </p:cNvPr>
          <p:cNvSpPr/>
          <p:nvPr/>
        </p:nvSpPr>
        <p:spPr>
          <a:xfrm flipH="1">
            <a:off x="814700" y="4188898"/>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件三</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726DDAFA-EDF9-E03D-9469-FFCC407B7C41}"/>
              </a:ext>
            </a:extLst>
          </p:cNvPr>
          <p:cNvSpPr/>
          <p:nvPr/>
        </p:nvSpPr>
        <p:spPr>
          <a:xfrm flipH="1">
            <a:off x="2334188" y="2660386"/>
            <a:ext cx="1092344" cy="246221"/>
          </a:xfrm>
          <a:prstGeom prst="rect">
            <a:avLst/>
          </a:prstGeom>
        </p:spPr>
        <p:txBody>
          <a:bodyPr wrap="square" lIns="0" tIns="0" rIns="0" bIns="0" anchor="ctr">
            <a:sp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a:t>
            </a: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标题文字</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9" name="稿定-9">
            <a:extLst>
              <a:ext uri="{FF2B5EF4-FFF2-40B4-BE49-F238E27FC236}">
                <a16:creationId xmlns:a16="http://schemas.microsoft.com/office/drawing/2014/main" id="{CE9BD1C2-83E2-E3C0-7BDC-25D01BC63099}"/>
              </a:ext>
            </a:extLst>
          </p:cNvPr>
          <p:cNvSpPr/>
          <p:nvPr/>
        </p:nvSpPr>
        <p:spPr>
          <a:xfrm flipH="1">
            <a:off x="2334188"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稿定-31">
            <a:extLst>
              <a:ext uri="{FF2B5EF4-FFF2-40B4-BE49-F238E27FC236}">
                <a16:creationId xmlns:a16="http://schemas.microsoft.com/office/drawing/2014/main" id="{0E6D1206-4C5C-00C0-2658-F14D1C230D40}"/>
              </a:ext>
            </a:extLst>
          </p:cNvPr>
          <p:cNvSpPr/>
          <p:nvPr/>
        </p:nvSpPr>
        <p:spPr>
          <a:xfrm flipH="1">
            <a:off x="2173649"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稿定-9">
            <a:extLst>
              <a:ext uri="{FF2B5EF4-FFF2-40B4-BE49-F238E27FC236}">
                <a16:creationId xmlns:a16="http://schemas.microsoft.com/office/drawing/2014/main" id="{32035AB0-373A-7346-F7EB-AD92032F0E93}"/>
              </a:ext>
            </a:extLst>
          </p:cNvPr>
          <p:cNvSpPr/>
          <p:nvPr/>
        </p:nvSpPr>
        <p:spPr>
          <a:xfrm flipH="1">
            <a:off x="2334188"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稿定-31">
            <a:extLst>
              <a:ext uri="{FF2B5EF4-FFF2-40B4-BE49-F238E27FC236}">
                <a16:creationId xmlns:a16="http://schemas.microsoft.com/office/drawing/2014/main" id="{B7AE7F97-01E4-F8BB-C3CB-05C0D309C4D4}"/>
              </a:ext>
            </a:extLst>
          </p:cNvPr>
          <p:cNvSpPr/>
          <p:nvPr/>
        </p:nvSpPr>
        <p:spPr>
          <a:xfrm flipH="1">
            <a:off x="2173649"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稿定-9">
            <a:extLst>
              <a:ext uri="{FF2B5EF4-FFF2-40B4-BE49-F238E27FC236}">
                <a16:creationId xmlns:a16="http://schemas.microsoft.com/office/drawing/2014/main" id="{A6F9066F-A70D-A0F8-E2F7-3CACC6171EEF}"/>
              </a:ext>
            </a:extLst>
          </p:cNvPr>
          <p:cNvSpPr/>
          <p:nvPr/>
        </p:nvSpPr>
        <p:spPr>
          <a:xfrm flipH="1">
            <a:off x="2334188"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4" name="稿定-31">
            <a:extLst>
              <a:ext uri="{FF2B5EF4-FFF2-40B4-BE49-F238E27FC236}">
                <a16:creationId xmlns:a16="http://schemas.microsoft.com/office/drawing/2014/main" id="{CFA3E774-F8EF-8CEF-9729-8E82A11E23EE}"/>
              </a:ext>
            </a:extLst>
          </p:cNvPr>
          <p:cNvSpPr/>
          <p:nvPr/>
        </p:nvSpPr>
        <p:spPr>
          <a:xfrm flipH="1">
            <a:off x="2173649"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稿定-9">
            <a:extLst>
              <a:ext uri="{FF2B5EF4-FFF2-40B4-BE49-F238E27FC236}">
                <a16:creationId xmlns:a16="http://schemas.microsoft.com/office/drawing/2014/main" id="{A7232823-2EC9-32CD-EAE5-D3BE96EC38B0}"/>
              </a:ext>
            </a:extLst>
          </p:cNvPr>
          <p:cNvSpPr/>
          <p:nvPr/>
        </p:nvSpPr>
        <p:spPr>
          <a:xfrm flipH="1">
            <a:off x="4728340" y="2660386"/>
            <a:ext cx="1092344" cy="246221"/>
          </a:xfrm>
          <a:prstGeom prst="rect">
            <a:avLst/>
          </a:prstGeom>
        </p:spPr>
        <p:txBody>
          <a:bodyPr wrap="square" lIns="0" tIns="0" rIns="0" bIns="0" anchor="ctr">
            <a:spAutoFit/>
          </a:bodyPr>
          <a:lstStyle/>
          <a:p>
            <a:pPr algn="ctr">
              <a:lnSpc>
                <a:spcPct val="120000"/>
              </a:lnSpc>
            </a:pPr>
            <a:r>
              <a:rPr lang="zh-CN" alt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稿定-9">
            <a:extLst>
              <a:ext uri="{FF2B5EF4-FFF2-40B4-BE49-F238E27FC236}">
                <a16:creationId xmlns:a16="http://schemas.microsoft.com/office/drawing/2014/main" id="{C0865329-2FA9-4D31-7FD6-148B6721D9C6}"/>
              </a:ext>
            </a:extLst>
          </p:cNvPr>
          <p:cNvSpPr/>
          <p:nvPr/>
        </p:nvSpPr>
        <p:spPr>
          <a:xfrm flipH="1">
            <a:off x="4728340"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稿定-31">
            <a:extLst>
              <a:ext uri="{FF2B5EF4-FFF2-40B4-BE49-F238E27FC236}">
                <a16:creationId xmlns:a16="http://schemas.microsoft.com/office/drawing/2014/main" id="{EF372DD5-547A-1DF9-A23A-E8625FF7FBDF}"/>
              </a:ext>
            </a:extLst>
          </p:cNvPr>
          <p:cNvSpPr/>
          <p:nvPr/>
        </p:nvSpPr>
        <p:spPr>
          <a:xfrm flipH="1">
            <a:off x="4567801"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稿定-9">
            <a:extLst>
              <a:ext uri="{FF2B5EF4-FFF2-40B4-BE49-F238E27FC236}">
                <a16:creationId xmlns:a16="http://schemas.microsoft.com/office/drawing/2014/main" id="{B6CFC846-599B-E256-3427-1981FA347B8C}"/>
              </a:ext>
            </a:extLst>
          </p:cNvPr>
          <p:cNvSpPr/>
          <p:nvPr/>
        </p:nvSpPr>
        <p:spPr>
          <a:xfrm flipH="1">
            <a:off x="4728340"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稿定-31">
            <a:extLst>
              <a:ext uri="{FF2B5EF4-FFF2-40B4-BE49-F238E27FC236}">
                <a16:creationId xmlns:a16="http://schemas.microsoft.com/office/drawing/2014/main" id="{347DFF39-2AA6-B09A-5A1E-3E12E3BCA084}"/>
              </a:ext>
            </a:extLst>
          </p:cNvPr>
          <p:cNvSpPr/>
          <p:nvPr/>
        </p:nvSpPr>
        <p:spPr>
          <a:xfrm flipH="1">
            <a:off x="4567801"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稿定-9">
            <a:extLst>
              <a:ext uri="{FF2B5EF4-FFF2-40B4-BE49-F238E27FC236}">
                <a16:creationId xmlns:a16="http://schemas.microsoft.com/office/drawing/2014/main" id="{3E4CF6A0-9093-5CBD-6520-BA47F1AAD892}"/>
              </a:ext>
            </a:extLst>
          </p:cNvPr>
          <p:cNvSpPr/>
          <p:nvPr/>
        </p:nvSpPr>
        <p:spPr>
          <a:xfrm flipH="1">
            <a:off x="4728340"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2" name="稿定-31">
            <a:extLst>
              <a:ext uri="{FF2B5EF4-FFF2-40B4-BE49-F238E27FC236}">
                <a16:creationId xmlns:a16="http://schemas.microsoft.com/office/drawing/2014/main" id="{46ADD2B0-B9CA-B143-0AD3-70EFAA9599CD}"/>
              </a:ext>
            </a:extLst>
          </p:cNvPr>
          <p:cNvSpPr/>
          <p:nvPr/>
        </p:nvSpPr>
        <p:spPr>
          <a:xfrm flipH="1">
            <a:off x="4567801"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稿定-9">
            <a:extLst>
              <a:ext uri="{FF2B5EF4-FFF2-40B4-BE49-F238E27FC236}">
                <a16:creationId xmlns:a16="http://schemas.microsoft.com/office/drawing/2014/main" id="{054210C3-9901-2557-29DB-7BADACE46FD6}"/>
              </a:ext>
            </a:extLst>
          </p:cNvPr>
          <p:cNvSpPr/>
          <p:nvPr/>
        </p:nvSpPr>
        <p:spPr>
          <a:xfrm flipH="1">
            <a:off x="7102840" y="2660386"/>
            <a:ext cx="1092344" cy="246221"/>
          </a:xfrm>
          <a:prstGeom prst="rect">
            <a:avLst/>
          </a:prstGeom>
        </p:spPr>
        <p:txBody>
          <a:bodyPr wrap="square" lIns="0" tIns="0" rIns="0" bIns="0" anchor="ctr">
            <a:sp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a:t>
            </a:r>
            <a:r>
              <a:rPr lang="zh-CN" altLang="en-US" sz="140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标题文字</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5" name="稿定-9">
            <a:extLst>
              <a:ext uri="{FF2B5EF4-FFF2-40B4-BE49-F238E27FC236}">
                <a16:creationId xmlns:a16="http://schemas.microsoft.com/office/drawing/2014/main" id="{E536EFA4-6D5A-B08F-535B-3EBF61AA8B74}"/>
              </a:ext>
            </a:extLst>
          </p:cNvPr>
          <p:cNvSpPr/>
          <p:nvPr/>
        </p:nvSpPr>
        <p:spPr>
          <a:xfrm flipH="1">
            <a:off x="7102840"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6" name="稿定-31">
            <a:extLst>
              <a:ext uri="{FF2B5EF4-FFF2-40B4-BE49-F238E27FC236}">
                <a16:creationId xmlns:a16="http://schemas.microsoft.com/office/drawing/2014/main" id="{55E4E840-7893-8A69-AB0D-E8E4A5E90DE4}"/>
              </a:ext>
            </a:extLst>
          </p:cNvPr>
          <p:cNvSpPr/>
          <p:nvPr/>
        </p:nvSpPr>
        <p:spPr>
          <a:xfrm flipH="1">
            <a:off x="6942301"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稿定-9">
            <a:extLst>
              <a:ext uri="{FF2B5EF4-FFF2-40B4-BE49-F238E27FC236}">
                <a16:creationId xmlns:a16="http://schemas.microsoft.com/office/drawing/2014/main" id="{161DAA30-9A52-43EE-ECFD-C92827506B32}"/>
              </a:ext>
            </a:extLst>
          </p:cNvPr>
          <p:cNvSpPr/>
          <p:nvPr/>
        </p:nvSpPr>
        <p:spPr>
          <a:xfrm flipH="1">
            <a:off x="7102840"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8" name="稿定-31">
            <a:extLst>
              <a:ext uri="{FF2B5EF4-FFF2-40B4-BE49-F238E27FC236}">
                <a16:creationId xmlns:a16="http://schemas.microsoft.com/office/drawing/2014/main" id="{1C405EE4-712C-7543-020C-49BCED32854C}"/>
              </a:ext>
            </a:extLst>
          </p:cNvPr>
          <p:cNvSpPr/>
          <p:nvPr/>
        </p:nvSpPr>
        <p:spPr>
          <a:xfrm flipH="1">
            <a:off x="6942301"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稿定-9">
            <a:extLst>
              <a:ext uri="{FF2B5EF4-FFF2-40B4-BE49-F238E27FC236}">
                <a16:creationId xmlns:a16="http://schemas.microsoft.com/office/drawing/2014/main" id="{ED85C662-69E6-C628-6392-F24621A1653F}"/>
              </a:ext>
            </a:extLst>
          </p:cNvPr>
          <p:cNvSpPr/>
          <p:nvPr/>
        </p:nvSpPr>
        <p:spPr>
          <a:xfrm flipH="1">
            <a:off x="7102840"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稿定-31">
            <a:extLst>
              <a:ext uri="{FF2B5EF4-FFF2-40B4-BE49-F238E27FC236}">
                <a16:creationId xmlns:a16="http://schemas.microsoft.com/office/drawing/2014/main" id="{3E6166FE-163D-2276-E30B-97473A83DECB}"/>
              </a:ext>
            </a:extLst>
          </p:cNvPr>
          <p:cNvSpPr/>
          <p:nvPr/>
        </p:nvSpPr>
        <p:spPr>
          <a:xfrm flipH="1">
            <a:off x="6942301"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稿定-9">
            <a:extLst>
              <a:ext uri="{FF2B5EF4-FFF2-40B4-BE49-F238E27FC236}">
                <a16:creationId xmlns:a16="http://schemas.microsoft.com/office/drawing/2014/main" id="{7559950A-810D-D124-C894-9BB7C917913A}"/>
              </a:ext>
            </a:extLst>
          </p:cNvPr>
          <p:cNvSpPr/>
          <p:nvPr/>
        </p:nvSpPr>
        <p:spPr>
          <a:xfrm flipH="1">
            <a:off x="9429399" y="2660386"/>
            <a:ext cx="1092344" cy="246221"/>
          </a:xfrm>
          <a:prstGeom prst="rect">
            <a:avLst/>
          </a:prstGeom>
        </p:spPr>
        <p:txBody>
          <a:bodyPr wrap="square" lIns="0" tIns="0" rIns="0" bIns="0" anchor="ctr">
            <a:spAutoFit/>
          </a:bodyPr>
          <a:lstStyle/>
          <a:p>
            <a:pPr algn="ctr">
              <a:lnSpc>
                <a:spcPct val="120000"/>
              </a:lnSpc>
            </a:pPr>
            <a:r>
              <a:rPr lang="zh-CN" alt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a:t>
            </a:r>
            <a:r>
              <a:rPr lang="zh-CN" altLang="en-US" sz="140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标题文字</a:t>
            </a:r>
            <a:endParaRPr lang="en-US" sz="1400" dirty="0">
              <a:gradFill>
                <a:gsLst>
                  <a:gs pos="0">
                    <a:schemeClr val="accent1">
                      <a:lumMod val="74000"/>
                      <a:lumOff val="26000"/>
                    </a:schemeClr>
                  </a:gs>
                  <a:gs pos="100000">
                    <a:schemeClr val="accent1">
                      <a:lumMod val="75000"/>
                    </a:schemeClr>
                  </a:gs>
                </a:gsLst>
                <a:lin ang="2700000" scaled="1"/>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13" name="稿定-9">
            <a:extLst>
              <a:ext uri="{FF2B5EF4-FFF2-40B4-BE49-F238E27FC236}">
                <a16:creationId xmlns:a16="http://schemas.microsoft.com/office/drawing/2014/main" id="{7C037321-B914-A580-513E-23CE353AC817}"/>
              </a:ext>
            </a:extLst>
          </p:cNvPr>
          <p:cNvSpPr/>
          <p:nvPr/>
        </p:nvSpPr>
        <p:spPr>
          <a:xfrm flipH="1">
            <a:off x="9496992" y="335557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4" name="稿定-31">
            <a:extLst>
              <a:ext uri="{FF2B5EF4-FFF2-40B4-BE49-F238E27FC236}">
                <a16:creationId xmlns:a16="http://schemas.microsoft.com/office/drawing/2014/main" id="{FCAC9D20-0066-FB98-72AA-AFE9BE70E63A}"/>
              </a:ext>
            </a:extLst>
          </p:cNvPr>
          <p:cNvSpPr/>
          <p:nvPr/>
        </p:nvSpPr>
        <p:spPr>
          <a:xfrm flipH="1">
            <a:off x="9336453" y="369235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稿定-9">
            <a:extLst>
              <a:ext uri="{FF2B5EF4-FFF2-40B4-BE49-F238E27FC236}">
                <a16:creationId xmlns:a16="http://schemas.microsoft.com/office/drawing/2014/main" id="{CB17CC6F-4109-E03C-41F3-FCCECD9F7AFF}"/>
              </a:ext>
            </a:extLst>
          </p:cNvPr>
          <p:cNvSpPr/>
          <p:nvPr/>
        </p:nvSpPr>
        <p:spPr>
          <a:xfrm flipH="1">
            <a:off x="9496992" y="4321585"/>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6" name="稿定-31">
            <a:extLst>
              <a:ext uri="{FF2B5EF4-FFF2-40B4-BE49-F238E27FC236}">
                <a16:creationId xmlns:a16="http://schemas.microsoft.com/office/drawing/2014/main" id="{0395E50C-B8E2-6268-5D33-7BFC07956FBA}"/>
              </a:ext>
            </a:extLst>
          </p:cNvPr>
          <p:cNvSpPr/>
          <p:nvPr/>
        </p:nvSpPr>
        <p:spPr>
          <a:xfrm flipH="1">
            <a:off x="9336453" y="4658368"/>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稿定-9">
            <a:extLst>
              <a:ext uri="{FF2B5EF4-FFF2-40B4-BE49-F238E27FC236}">
                <a16:creationId xmlns:a16="http://schemas.microsoft.com/office/drawing/2014/main" id="{D80F72F7-182B-B8AF-8402-FC8CB7F53BD6}"/>
              </a:ext>
            </a:extLst>
          </p:cNvPr>
          <p:cNvSpPr/>
          <p:nvPr/>
        </p:nvSpPr>
        <p:spPr>
          <a:xfrm flipH="1">
            <a:off x="9496992" y="5335852"/>
            <a:ext cx="10923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8" name="稿定-31">
            <a:extLst>
              <a:ext uri="{FF2B5EF4-FFF2-40B4-BE49-F238E27FC236}">
                <a16:creationId xmlns:a16="http://schemas.microsoft.com/office/drawing/2014/main" id="{0A22D159-1BF9-8067-13A1-1B6B6ECF0F92}"/>
              </a:ext>
            </a:extLst>
          </p:cNvPr>
          <p:cNvSpPr/>
          <p:nvPr/>
        </p:nvSpPr>
        <p:spPr>
          <a:xfrm flipH="1">
            <a:off x="9336453" y="5672635"/>
            <a:ext cx="1413421"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A9988554-D9A0-9A5B-A470-DF0180F88D9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 name="矩形 7">
            <a:extLst>
              <a:ext uri="{FF2B5EF4-FFF2-40B4-BE49-F238E27FC236}">
                <a16:creationId xmlns:a16="http://schemas.microsoft.com/office/drawing/2014/main" id="{0FB891BC-C6DF-C868-F195-612B12DACF7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FAADA07A-97E9-21B6-A345-C2ADF1136B2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椭圆 59">
            <a:extLst>
              <a:ext uri="{FF2B5EF4-FFF2-40B4-BE49-F238E27FC236}">
                <a16:creationId xmlns:a16="http://schemas.microsoft.com/office/drawing/2014/main" id="{701606D2-20FC-E1EC-7634-C045E88A5709}"/>
              </a:ext>
            </a:extLst>
          </p:cNvPr>
          <p:cNvSpPr/>
          <p:nvPr/>
        </p:nvSpPr>
        <p:spPr>
          <a:xfrm>
            <a:off x="2616194" y="2053900"/>
            <a:ext cx="533868" cy="533868"/>
          </a:xfrm>
          <a:prstGeom prst="ellipse">
            <a:avLst/>
          </a:prstGeom>
          <a:solidFill>
            <a:schemeClr val="bg1"/>
          </a:soli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 name="图形 2">
            <a:extLst>
              <a:ext uri="{FF2B5EF4-FFF2-40B4-BE49-F238E27FC236}">
                <a16:creationId xmlns:a16="http://schemas.microsoft.com/office/drawing/2014/main" id="{382A9378-6323-014C-1731-3DCF2B3AC30E}"/>
              </a:ext>
            </a:extLst>
          </p:cNvPr>
          <p:cNvGrpSpPr/>
          <p:nvPr/>
        </p:nvGrpSpPr>
        <p:grpSpPr>
          <a:xfrm>
            <a:off x="2676953" y="2216721"/>
            <a:ext cx="404282" cy="225694"/>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 name="图形 2">
              <a:extLst>
                <a:ext uri="{FF2B5EF4-FFF2-40B4-BE49-F238E27FC236}">
                  <a16:creationId xmlns:a16="http://schemas.microsoft.com/office/drawing/2014/main" id="{317484D0-06DD-AD04-59B1-C007D593DFF4}"/>
                </a:ext>
              </a:extLst>
            </p:cNvPr>
            <p:cNvGrpSpPr/>
            <p:nvPr/>
          </p:nvGrpSpPr>
          <p:grpSpPr>
            <a:xfrm>
              <a:off x="8040885" y="2227778"/>
              <a:ext cx="850117" cy="687943"/>
              <a:chOff x="8040885" y="2227778"/>
              <a:chExt cx="850117" cy="687943"/>
            </a:xfrm>
            <a:grpFill/>
          </p:grpSpPr>
          <p:sp>
            <p:nvSpPr>
              <p:cNvPr id="12" name="任意多边形: 形状 11">
                <a:extLst>
                  <a:ext uri="{FF2B5EF4-FFF2-40B4-BE49-F238E27FC236}">
                    <a16:creationId xmlns:a16="http://schemas.microsoft.com/office/drawing/2014/main" id="{BF5CD294-E39E-2896-E6F9-5470DD6BD9DD}"/>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6" name="图形 2">
                <a:extLst>
                  <a:ext uri="{FF2B5EF4-FFF2-40B4-BE49-F238E27FC236}">
                    <a16:creationId xmlns:a16="http://schemas.microsoft.com/office/drawing/2014/main" id="{80F0667A-7258-572C-28F6-0C001653096A}"/>
                  </a:ext>
                </a:extLst>
              </p:cNvPr>
              <p:cNvGrpSpPr/>
              <p:nvPr/>
            </p:nvGrpSpPr>
            <p:grpSpPr>
              <a:xfrm>
                <a:off x="8058228" y="2720817"/>
                <a:ext cx="815424" cy="87465"/>
                <a:chOff x="8058228" y="2720817"/>
                <a:chExt cx="815424" cy="87465"/>
              </a:xfrm>
              <a:grpFill/>
            </p:grpSpPr>
            <p:sp>
              <p:nvSpPr>
                <p:cNvPr id="21" name="任意多边形: 形状 20">
                  <a:extLst>
                    <a:ext uri="{FF2B5EF4-FFF2-40B4-BE49-F238E27FC236}">
                      <a16:creationId xmlns:a16="http://schemas.microsoft.com/office/drawing/2014/main" id="{49320652-EE57-5DC1-0524-89BF5B975BCD}"/>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17E12FF9-9244-460D-485C-794CA0DA95DE}"/>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7" name="图形 2">
                <a:extLst>
                  <a:ext uri="{FF2B5EF4-FFF2-40B4-BE49-F238E27FC236}">
                    <a16:creationId xmlns:a16="http://schemas.microsoft.com/office/drawing/2014/main" id="{20AFF3C8-0A92-7CAA-0EDD-D0F159E8887B}"/>
                  </a:ext>
                </a:extLst>
              </p:cNvPr>
              <p:cNvGrpSpPr/>
              <p:nvPr/>
            </p:nvGrpSpPr>
            <p:grpSpPr>
              <a:xfrm>
                <a:off x="8375359" y="2800112"/>
                <a:ext cx="181153" cy="98266"/>
                <a:chOff x="8375359" y="2800112"/>
                <a:chExt cx="181153" cy="98266"/>
              </a:xfrm>
              <a:grpFill/>
            </p:grpSpPr>
            <p:sp>
              <p:nvSpPr>
                <p:cNvPr id="19" name="任意多边形: 形状 18">
                  <a:extLst>
                    <a:ext uri="{FF2B5EF4-FFF2-40B4-BE49-F238E27FC236}">
                      <a16:creationId xmlns:a16="http://schemas.microsoft.com/office/drawing/2014/main" id="{2D2A6A73-7619-8A9F-E04B-B01A8DE7C347}"/>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74527118-ACC9-F0E1-8201-019B97B508E7}"/>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8" name="任意多边形: 形状 17">
                <a:extLst>
                  <a:ext uri="{FF2B5EF4-FFF2-40B4-BE49-F238E27FC236}">
                    <a16:creationId xmlns:a16="http://schemas.microsoft.com/office/drawing/2014/main" id="{C8637A07-DE2B-E258-6246-2B49B8D11AA6}"/>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 name="任意多边形: 形状 3">
              <a:extLst>
                <a:ext uri="{FF2B5EF4-FFF2-40B4-BE49-F238E27FC236}">
                  <a16:creationId xmlns:a16="http://schemas.microsoft.com/office/drawing/2014/main" id="{3A24AD06-EC2D-1635-F2AF-EDC85C1D2C31}"/>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64" name="椭圆 63">
            <a:extLst>
              <a:ext uri="{FF2B5EF4-FFF2-40B4-BE49-F238E27FC236}">
                <a16:creationId xmlns:a16="http://schemas.microsoft.com/office/drawing/2014/main" id="{50A6CA4B-CCC5-26F0-7C03-089D3453EF35}"/>
              </a:ext>
            </a:extLst>
          </p:cNvPr>
          <p:cNvSpPr/>
          <p:nvPr/>
        </p:nvSpPr>
        <p:spPr>
          <a:xfrm>
            <a:off x="500338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椭圆 70">
            <a:extLst>
              <a:ext uri="{FF2B5EF4-FFF2-40B4-BE49-F238E27FC236}">
                <a16:creationId xmlns:a16="http://schemas.microsoft.com/office/drawing/2014/main" id="{199808E3-F3CB-F40D-BA8A-49AC1FEA0955}"/>
              </a:ext>
            </a:extLst>
          </p:cNvPr>
          <p:cNvSpPr/>
          <p:nvPr/>
        </p:nvSpPr>
        <p:spPr>
          <a:xfrm>
            <a:off x="7382075" y="2053900"/>
            <a:ext cx="533868" cy="533868"/>
          </a:xfrm>
          <a:prstGeom prst="ellipse">
            <a:avLst/>
          </a:prstGeom>
          <a:solidFill>
            <a:schemeClr val="bg1"/>
          </a:soli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椭圆 71">
            <a:extLst>
              <a:ext uri="{FF2B5EF4-FFF2-40B4-BE49-F238E27FC236}">
                <a16:creationId xmlns:a16="http://schemas.microsoft.com/office/drawing/2014/main" id="{92B33585-5156-9936-18C5-4D8E6183120D}"/>
              </a:ext>
            </a:extLst>
          </p:cNvPr>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3" name="图形 2">
            <a:extLst>
              <a:ext uri="{FF2B5EF4-FFF2-40B4-BE49-F238E27FC236}">
                <a16:creationId xmlns:a16="http://schemas.microsoft.com/office/drawing/2014/main" id="{9B447FE9-4DFC-7499-817B-FCFEDC3C7B14}"/>
              </a:ext>
            </a:extLst>
          </p:cNvPr>
          <p:cNvGrpSpPr/>
          <p:nvPr/>
        </p:nvGrpSpPr>
        <p:grpSpPr>
          <a:xfrm>
            <a:off x="5086591" y="2200128"/>
            <a:ext cx="375840" cy="258880"/>
            <a:chOff x="4665944" y="2166485"/>
            <a:chExt cx="1145603" cy="789098"/>
          </a:xfrm>
          <a:solidFill>
            <a:schemeClr val="bg1"/>
          </a:solidFill>
        </p:grpSpPr>
        <p:sp>
          <p:nvSpPr>
            <p:cNvPr id="24" name="任意多边形: 形状 23">
              <a:extLst>
                <a:ext uri="{FF2B5EF4-FFF2-40B4-BE49-F238E27FC236}">
                  <a16:creationId xmlns:a16="http://schemas.microsoft.com/office/drawing/2014/main" id="{6F183A2E-E278-AD8C-DD79-1AE0581A36B1}"/>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9479B1D7-770C-191C-21DA-3892A2E37446}"/>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12DD7E3D-11EE-F8E4-FD78-D162FA796FDF}"/>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7" name="图形 2">
              <a:extLst>
                <a:ext uri="{FF2B5EF4-FFF2-40B4-BE49-F238E27FC236}">
                  <a16:creationId xmlns:a16="http://schemas.microsoft.com/office/drawing/2014/main" id="{43458CF0-8DE8-5B97-3AD2-30BE35A06FCC}"/>
                </a:ext>
              </a:extLst>
            </p:cNvPr>
            <p:cNvGrpSpPr/>
            <p:nvPr/>
          </p:nvGrpSpPr>
          <p:grpSpPr>
            <a:xfrm>
              <a:off x="5372739" y="2423233"/>
              <a:ext cx="133924" cy="191216"/>
              <a:chOff x="5372739" y="2423233"/>
              <a:chExt cx="133924" cy="191216"/>
            </a:xfrm>
            <a:grpFill/>
          </p:grpSpPr>
          <p:sp>
            <p:nvSpPr>
              <p:cNvPr id="28" name="任意多边形: 形状 27">
                <a:extLst>
                  <a:ext uri="{FF2B5EF4-FFF2-40B4-BE49-F238E27FC236}">
                    <a16:creationId xmlns:a16="http://schemas.microsoft.com/office/drawing/2014/main" id="{0D3F2AA8-CF94-3584-E382-A3ED432D80AE}"/>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7E0971A5-4551-334C-5D3C-090407F1BB31}"/>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30" name="组合 29">
            <a:extLst>
              <a:ext uri="{FF2B5EF4-FFF2-40B4-BE49-F238E27FC236}">
                <a16:creationId xmlns:a16="http://schemas.microsoft.com/office/drawing/2014/main" id="{2B100892-6EE8-8F7D-D715-3237DC7644D6}"/>
              </a:ext>
            </a:extLst>
          </p:cNvPr>
          <p:cNvGrpSpPr/>
          <p:nvPr/>
        </p:nvGrpSpPr>
        <p:grpSpPr>
          <a:xfrm>
            <a:off x="7528797" y="2157380"/>
            <a:ext cx="240428" cy="344376"/>
            <a:chOff x="836195" y="3769979"/>
            <a:chExt cx="732845" cy="1049694"/>
          </a:xfrm>
          <a:gradFill>
            <a:gsLst>
              <a:gs pos="0">
                <a:schemeClr val="accent1">
                  <a:lumMod val="74000"/>
                  <a:lumOff val="26000"/>
                </a:schemeClr>
              </a:gs>
              <a:gs pos="100000">
                <a:schemeClr val="accent1">
                  <a:lumMod val="75000"/>
                </a:schemeClr>
              </a:gs>
            </a:gsLst>
            <a:lin ang="2700000" scaled="1"/>
          </a:gradFill>
        </p:grpSpPr>
        <p:sp>
          <p:nvSpPr>
            <p:cNvPr id="31" name="任意多边形: 形状 30">
              <a:extLst>
                <a:ext uri="{FF2B5EF4-FFF2-40B4-BE49-F238E27FC236}">
                  <a16:creationId xmlns:a16="http://schemas.microsoft.com/office/drawing/2014/main" id="{09187CFC-747F-AA2B-6C8C-872088FFF859}"/>
                </a:ext>
              </a:extLst>
            </p:cNvPr>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6A8936A1-0E9B-6D3C-19E8-1F6A6B4ED0D9}"/>
                </a:ext>
              </a:extLst>
            </p:cNvPr>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E51792A1-30F3-2E48-669C-CA6190B96643}"/>
                </a:ext>
              </a:extLst>
            </p:cNvPr>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34" name="图形 2">
              <a:extLst>
                <a:ext uri="{FF2B5EF4-FFF2-40B4-BE49-F238E27FC236}">
                  <a16:creationId xmlns:a16="http://schemas.microsoft.com/office/drawing/2014/main" id="{9B555F4C-B0E1-C94D-9CF5-95AA3F16F390}"/>
                </a:ext>
              </a:extLst>
            </p:cNvPr>
            <p:cNvGrpSpPr/>
            <p:nvPr/>
          </p:nvGrpSpPr>
          <p:grpSpPr>
            <a:xfrm>
              <a:off x="1053910" y="3874444"/>
              <a:ext cx="297414" cy="125072"/>
              <a:chOff x="5090042" y="3874444"/>
              <a:chExt cx="297414" cy="125072"/>
            </a:xfrm>
            <a:grpFill/>
          </p:grpSpPr>
          <p:grpSp>
            <p:nvGrpSpPr>
              <p:cNvPr id="45" name="图形 2">
                <a:extLst>
                  <a:ext uri="{FF2B5EF4-FFF2-40B4-BE49-F238E27FC236}">
                    <a16:creationId xmlns:a16="http://schemas.microsoft.com/office/drawing/2014/main" id="{008C473E-71FC-438E-3FB7-DCE8B50AF662}"/>
                  </a:ext>
                </a:extLst>
              </p:cNvPr>
              <p:cNvGrpSpPr/>
              <p:nvPr/>
            </p:nvGrpSpPr>
            <p:grpSpPr>
              <a:xfrm>
                <a:off x="5090042" y="3874444"/>
                <a:ext cx="297414" cy="125072"/>
                <a:chOff x="5090042" y="3874444"/>
                <a:chExt cx="297414" cy="125072"/>
              </a:xfrm>
              <a:grpFill/>
            </p:grpSpPr>
            <p:sp>
              <p:nvSpPr>
                <p:cNvPr id="49" name="任意多边形: 形状 48">
                  <a:extLst>
                    <a:ext uri="{FF2B5EF4-FFF2-40B4-BE49-F238E27FC236}">
                      <a16:creationId xmlns:a16="http://schemas.microsoft.com/office/drawing/2014/main" id="{0C3DA778-605E-E4F4-A028-A87510968F3D}"/>
                    </a:ext>
                  </a:extLst>
                </p:cNvPr>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C1CD77A1-701F-D252-352C-692E3B66C0DD}"/>
                    </a:ext>
                  </a:extLst>
                </p:cNvPr>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46" name="图形 2">
                <a:extLst>
                  <a:ext uri="{FF2B5EF4-FFF2-40B4-BE49-F238E27FC236}">
                    <a16:creationId xmlns:a16="http://schemas.microsoft.com/office/drawing/2014/main" id="{A6DB083F-8EE7-1E4D-3231-18030EB2EC72}"/>
                  </a:ext>
                </a:extLst>
              </p:cNvPr>
              <p:cNvGrpSpPr/>
              <p:nvPr/>
            </p:nvGrpSpPr>
            <p:grpSpPr>
              <a:xfrm>
                <a:off x="5193855" y="3874444"/>
                <a:ext cx="89788" cy="37496"/>
                <a:chOff x="5193855" y="3874444"/>
                <a:chExt cx="89788" cy="37496"/>
              </a:xfrm>
              <a:grpFill/>
            </p:grpSpPr>
            <p:sp>
              <p:nvSpPr>
                <p:cNvPr id="47" name="任意多边形: 形状 46">
                  <a:extLst>
                    <a:ext uri="{FF2B5EF4-FFF2-40B4-BE49-F238E27FC236}">
                      <a16:creationId xmlns:a16="http://schemas.microsoft.com/office/drawing/2014/main" id="{19DD156A-AE30-4D09-3321-83FD00C88F52}"/>
                    </a:ext>
                  </a:extLst>
                </p:cNvPr>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BA294E07-F7AB-EBA8-239C-CFE084BF3C34}"/>
                    </a:ext>
                  </a:extLst>
                </p:cNvPr>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35" name="任意多边形: 形状 34">
              <a:extLst>
                <a:ext uri="{FF2B5EF4-FFF2-40B4-BE49-F238E27FC236}">
                  <a16:creationId xmlns:a16="http://schemas.microsoft.com/office/drawing/2014/main" id="{1CA67781-BD77-FC9A-DA83-0118CD8B802A}"/>
                </a:ext>
              </a:extLst>
            </p:cNvPr>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79E88459-9E1A-D3A0-FF9E-57FEC6F5DD70}"/>
                </a:ext>
              </a:extLst>
            </p:cNvPr>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1725C82D-4E22-4B2F-C03F-93410B5DBD43}"/>
                </a:ext>
              </a:extLst>
            </p:cNvPr>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38" name="任意多边形: 形状 37">
              <a:extLst>
                <a:ext uri="{FF2B5EF4-FFF2-40B4-BE49-F238E27FC236}">
                  <a16:creationId xmlns:a16="http://schemas.microsoft.com/office/drawing/2014/main" id="{F72B463B-4F47-65A1-646D-D5C782812727}"/>
                </a:ext>
              </a:extLst>
            </p:cNvPr>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39" name="任意多边形: 形状 38">
              <a:extLst>
                <a:ext uri="{FF2B5EF4-FFF2-40B4-BE49-F238E27FC236}">
                  <a16:creationId xmlns:a16="http://schemas.microsoft.com/office/drawing/2014/main" id="{9EE1B6C3-3F7D-D352-A56B-D86547D04C0E}"/>
                </a:ext>
              </a:extLst>
            </p:cNvPr>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40" name="任意多边形: 形状 39">
              <a:extLst>
                <a:ext uri="{FF2B5EF4-FFF2-40B4-BE49-F238E27FC236}">
                  <a16:creationId xmlns:a16="http://schemas.microsoft.com/office/drawing/2014/main" id="{AE6164F2-8AE5-C86F-0B82-274CAA5954E8}"/>
                </a:ext>
              </a:extLst>
            </p:cNvPr>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41" name="任意多边形: 形状 40">
              <a:extLst>
                <a:ext uri="{FF2B5EF4-FFF2-40B4-BE49-F238E27FC236}">
                  <a16:creationId xmlns:a16="http://schemas.microsoft.com/office/drawing/2014/main" id="{2E264C5B-F32C-313E-687D-3FEC2FA04317}"/>
                </a:ext>
              </a:extLst>
            </p:cNvPr>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42" name="图形 2">
              <a:extLst>
                <a:ext uri="{FF2B5EF4-FFF2-40B4-BE49-F238E27FC236}">
                  <a16:creationId xmlns:a16="http://schemas.microsoft.com/office/drawing/2014/main" id="{5016E506-C186-F2CF-EF30-F9694F9E260E}"/>
                </a:ext>
              </a:extLst>
            </p:cNvPr>
            <p:cNvGrpSpPr/>
            <p:nvPr/>
          </p:nvGrpSpPr>
          <p:grpSpPr>
            <a:xfrm>
              <a:off x="1387741" y="4077406"/>
              <a:ext cx="105570" cy="105561"/>
              <a:chOff x="5423873" y="4077406"/>
              <a:chExt cx="105570" cy="105561"/>
            </a:xfrm>
            <a:grpFill/>
          </p:grpSpPr>
          <p:sp>
            <p:nvSpPr>
              <p:cNvPr id="43" name="任意多边形: 形状 42">
                <a:extLst>
                  <a:ext uri="{FF2B5EF4-FFF2-40B4-BE49-F238E27FC236}">
                    <a16:creationId xmlns:a16="http://schemas.microsoft.com/office/drawing/2014/main" id="{2C6589AB-B94E-D9C7-9A3C-066906EE0F27}"/>
                  </a:ext>
                </a:extLst>
              </p:cNvPr>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44" name="任意多边形: 形状 43">
                <a:extLst>
                  <a:ext uri="{FF2B5EF4-FFF2-40B4-BE49-F238E27FC236}">
                    <a16:creationId xmlns:a16="http://schemas.microsoft.com/office/drawing/2014/main" id="{35D56AAB-7F92-9341-D275-56CC570B29D0}"/>
                  </a:ext>
                </a:extLst>
              </p:cNvPr>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nvGrpSpPr>
          <p:cNvPr id="51" name="图形 2">
            <a:extLst>
              <a:ext uri="{FF2B5EF4-FFF2-40B4-BE49-F238E27FC236}">
                <a16:creationId xmlns:a16="http://schemas.microsoft.com/office/drawing/2014/main" id="{1203C809-9D85-BB10-52DA-6FC4FB2897D3}"/>
              </a:ext>
            </a:extLst>
          </p:cNvPr>
          <p:cNvGrpSpPr/>
          <p:nvPr/>
        </p:nvGrpSpPr>
        <p:grpSpPr>
          <a:xfrm>
            <a:off x="9830645" y="2174885"/>
            <a:ext cx="315822" cy="309366"/>
            <a:chOff x="3032205" y="3825135"/>
            <a:chExt cx="962654" cy="942975"/>
          </a:xfrm>
          <a:solidFill>
            <a:schemeClr val="bg1"/>
          </a:solidFill>
        </p:grpSpPr>
        <p:sp>
          <p:nvSpPr>
            <p:cNvPr id="52" name="任意多边形: 形状 51">
              <a:extLst>
                <a:ext uri="{FF2B5EF4-FFF2-40B4-BE49-F238E27FC236}">
                  <a16:creationId xmlns:a16="http://schemas.microsoft.com/office/drawing/2014/main" id="{1A4CA096-7934-607A-3E5B-FED77D44AFB3}"/>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53" name="图形 2">
              <a:extLst>
                <a:ext uri="{FF2B5EF4-FFF2-40B4-BE49-F238E27FC236}">
                  <a16:creationId xmlns:a16="http://schemas.microsoft.com/office/drawing/2014/main" id="{48199F77-E240-2C9B-2E0B-360F0950C22A}"/>
                </a:ext>
              </a:extLst>
            </p:cNvPr>
            <p:cNvGrpSpPr/>
            <p:nvPr/>
          </p:nvGrpSpPr>
          <p:grpSpPr>
            <a:xfrm>
              <a:off x="3041583" y="3825822"/>
              <a:ext cx="953275" cy="561128"/>
              <a:chOff x="3041583" y="3825822"/>
              <a:chExt cx="953275" cy="561128"/>
            </a:xfrm>
            <a:grpFill/>
          </p:grpSpPr>
          <p:sp>
            <p:nvSpPr>
              <p:cNvPr id="58" name="任意多边形: 形状 57">
                <a:extLst>
                  <a:ext uri="{FF2B5EF4-FFF2-40B4-BE49-F238E27FC236}">
                    <a16:creationId xmlns:a16="http://schemas.microsoft.com/office/drawing/2014/main" id="{CD50A486-F833-3BD0-0719-CB789843590D}"/>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59" name="任意多边形: 形状 58">
                <a:extLst>
                  <a:ext uri="{FF2B5EF4-FFF2-40B4-BE49-F238E27FC236}">
                    <a16:creationId xmlns:a16="http://schemas.microsoft.com/office/drawing/2014/main" id="{58566D21-B34F-8FD9-3AA8-F5EEA1B83AE2}"/>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54" name="任意多边形: 形状 53">
              <a:extLst>
                <a:ext uri="{FF2B5EF4-FFF2-40B4-BE49-F238E27FC236}">
                  <a16:creationId xmlns:a16="http://schemas.microsoft.com/office/drawing/2014/main" id="{5C3D4159-4D2F-B1BA-563A-D82D2351C0A4}"/>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55" name="任意多边形: 形状 54">
              <a:extLst>
                <a:ext uri="{FF2B5EF4-FFF2-40B4-BE49-F238E27FC236}">
                  <a16:creationId xmlns:a16="http://schemas.microsoft.com/office/drawing/2014/main" id="{F3161FDE-190A-3ACA-C68B-4A90A0C3CA71}"/>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56" name="任意多边形: 形状 55">
              <a:extLst>
                <a:ext uri="{FF2B5EF4-FFF2-40B4-BE49-F238E27FC236}">
                  <a16:creationId xmlns:a16="http://schemas.microsoft.com/office/drawing/2014/main" id="{65423F6A-53A4-1647-716A-0149257EB39F}"/>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57" name="任意多边形: 形状 56">
              <a:extLst>
                <a:ext uri="{FF2B5EF4-FFF2-40B4-BE49-F238E27FC236}">
                  <a16:creationId xmlns:a16="http://schemas.microsoft.com/office/drawing/2014/main" id="{5FF415D7-C872-077C-6C77-5F41D088B5A9}"/>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73" name="稿定-9">
            <a:extLst>
              <a:ext uri="{FF2B5EF4-FFF2-40B4-BE49-F238E27FC236}">
                <a16:creationId xmlns:a16="http://schemas.microsoft.com/office/drawing/2014/main" id="{40BD6E82-F08E-4845-C22E-E3C2D4CF054F}"/>
              </a:ext>
            </a:extLst>
          </p:cNvPr>
          <p:cNvSpPr/>
          <p:nvPr/>
        </p:nvSpPr>
        <p:spPr>
          <a:xfrm flipH="1">
            <a:off x="814700" y="2227336"/>
            <a:ext cx="652568" cy="651894"/>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大事</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件一</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74" name="直接连接符 73">
            <a:extLst>
              <a:ext uri="{FF2B5EF4-FFF2-40B4-BE49-F238E27FC236}">
                <a16:creationId xmlns:a16="http://schemas.microsoft.com/office/drawing/2014/main" id="{23D8F89A-B1A1-1243-0142-C670BD0F14AB}"/>
              </a:ext>
            </a:extLst>
          </p:cNvPr>
          <p:cNvCxnSpPr>
            <a:cxnSpLocks/>
          </p:cNvCxnSpPr>
          <p:nvPr/>
        </p:nvCxnSpPr>
        <p:spPr>
          <a:xfrm>
            <a:off x="4178781" y="32081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77" name="直接连接符 76">
            <a:extLst>
              <a:ext uri="{FF2B5EF4-FFF2-40B4-BE49-F238E27FC236}">
                <a16:creationId xmlns:a16="http://schemas.microsoft.com/office/drawing/2014/main" id="{6353AC7C-1C29-6B7A-16C0-7FC3C9AB20FF}"/>
              </a:ext>
            </a:extLst>
          </p:cNvPr>
          <p:cNvCxnSpPr>
            <a:cxnSpLocks/>
          </p:cNvCxnSpPr>
          <p:nvPr/>
        </p:nvCxnSpPr>
        <p:spPr>
          <a:xfrm>
            <a:off x="4178781" y="4176328"/>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78" name="直接连接符 77">
            <a:extLst>
              <a:ext uri="{FF2B5EF4-FFF2-40B4-BE49-F238E27FC236}">
                <a16:creationId xmlns:a16="http://schemas.microsoft.com/office/drawing/2014/main" id="{47D64A80-0657-CAE2-17B1-D145CFEE372A}"/>
              </a:ext>
            </a:extLst>
          </p:cNvPr>
          <p:cNvCxnSpPr>
            <a:cxnSpLocks/>
          </p:cNvCxnSpPr>
          <p:nvPr/>
        </p:nvCxnSpPr>
        <p:spPr>
          <a:xfrm>
            <a:off x="4178781" y="51362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79" name="直接连接符 78">
            <a:extLst>
              <a:ext uri="{FF2B5EF4-FFF2-40B4-BE49-F238E27FC236}">
                <a16:creationId xmlns:a16="http://schemas.microsoft.com/office/drawing/2014/main" id="{D44B6197-0F9C-7D49-E3BF-E8960ECA8AA6}"/>
              </a:ext>
            </a:extLst>
          </p:cNvPr>
          <p:cNvCxnSpPr>
            <a:cxnSpLocks/>
          </p:cNvCxnSpPr>
          <p:nvPr/>
        </p:nvCxnSpPr>
        <p:spPr>
          <a:xfrm>
            <a:off x="8895688" y="32081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80" name="直接连接符 79">
            <a:extLst>
              <a:ext uri="{FF2B5EF4-FFF2-40B4-BE49-F238E27FC236}">
                <a16:creationId xmlns:a16="http://schemas.microsoft.com/office/drawing/2014/main" id="{B24B748E-9F1F-C966-C48B-D01B1BB50F31}"/>
              </a:ext>
            </a:extLst>
          </p:cNvPr>
          <p:cNvCxnSpPr>
            <a:cxnSpLocks/>
          </p:cNvCxnSpPr>
          <p:nvPr/>
        </p:nvCxnSpPr>
        <p:spPr>
          <a:xfrm>
            <a:off x="8895688" y="4176328"/>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81" name="直接连接符 80">
            <a:extLst>
              <a:ext uri="{FF2B5EF4-FFF2-40B4-BE49-F238E27FC236}">
                <a16:creationId xmlns:a16="http://schemas.microsoft.com/office/drawing/2014/main" id="{319E2234-57B3-B826-CB73-131218671C7F}"/>
              </a:ext>
            </a:extLst>
          </p:cNvPr>
          <p:cNvCxnSpPr>
            <a:cxnSpLocks/>
          </p:cNvCxnSpPr>
          <p:nvPr/>
        </p:nvCxnSpPr>
        <p:spPr>
          <a:xfrm>
            <a:off x="8895688" y="5136217"/>
            <a:ext cx="2172276" cy="0"/>
          </a:xfrm>
          <a:prstGeom prst="line">
            <a:avLst/>
          </a:prstGeom>
          <a:ln w="6350">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77965BD2-9536-DF24-892A-89ED4CA1EE88}"/>
              </a:ext>
            </a:extLst>
          </p:cNvPr>
          <p:cNvSpPr txBox="1"/>
          <p:nvPr/>
        </p:nvSpPr>
        <p:spPr>
          <a:xfrm>
            <a:off x="2653349" y="8424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1</a:t>
            </a:r>
            <a:endParaRPr lang="zh-CN" altLang="en-US" sz="5400" dirty="0">
              <a:latin typeface="Facon" pitchFamily="2" charset="0"/>
            </a:endParaRPr>
          </a:p>
        </p:txBody>
      </p:sp>
      <p:sp>
        <p:nvSpPr>
          <p:cNvPr id="83" name="文本框 82">
            <a:extLst>
              <a:ext uri="{FF2B5EF4-FFF2-40B4-BE49-F238E27FC236}">
                <a16:creationId xmlns:a16="http://schemas.microsoft.com/office/drawing/2014/main" id="{2B0947B4-EFE5-BF4A-80FC-CD8DC18483B2}"/>
              </a:ext>
            </a:extLst>
          </p:cNvPr>
          <p:cNvSpPr txBox="1"/>
          <p:nvPr/>
        </p:nvSpPr>
        <p:spPr>
          <a:xfrm>
            <a:off x="5111460" y="8424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2</a:t>
            </a:r>
            <a:endParaRPr lang="zh-CN" altLang="en-US" sz="5400" dirty="0">
              <a:latin typeface="Facon" pitchFamily="2" charset="0"/>
            </a:endParaRPr>
          </a:p>
        </p:txBody>
      </p:sp>
      <p:sp>
        <p:nvSpPr>
          <p:cNvPr id="84" name="文本框 83">
            <a:extLst>
              <a:ext uri="{FF2B5EF4-FFF2-40B4-BE49-F238E27FC236}">
                <a16:creationId xmlns:a16="http://schemas.microsoft.com/office/drawing/2014/main" id="{D8685EA5-76C2-244E-E58A-19C6FA17B5E3}"/>
              </a:ext>
            </a:extLst>
          </p:cNvPr>
          <p:cNvSpPr txBox="1"/>
          <p:nvPr/>
        </p:nvSpPr>
        <p:spPr>
          <a:xfrm>
            <a:off x="7485958" y="8424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3</a:t>
            </a:r>
            <a:endParaRPr lang="zh-CN" altLang="en-US" sz="5400" dirty="0">
              <a:latin typeface="Facon" pitchFamily="2" charset="0"/>
            </a:endParaRPr>
          </a:p>
        </p:txBody>
      </p:sp>
      <p:sp>
        <p:nvSpPr>
          <p:cNvPr id="85" name="文本框 84">
            <a:extLst>
              <a:ext uri="{FF2B5EF4-FFF2-40B4-BE49-F238E27FC236}">
                <a16:creationId xmlns:a16="http://schemas.microsoft.com/office/drawing/2014/main" id="{5A4B45BD-6D2B-3BB3-E62B-E4B1205656DD}"/>
              </a:ext>
            </a:extLst>
          </p:cNvPr>
          <p:cNvSpPr txBox="1"/>
          <p:nvPr/>
        </p:nvSpPr>
        <p:spPr>
          <a:xfrm>
            <a:off x="9852745" y="842422"/>
            <a:ext cx="326101" cy="113274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5400" dirty="0">
                <a:latin typeface="Facon" pitchFamily="2" charset="0"/>
                <a:sym typeface="阿里巴巴普惠体 2 45 Light" panose="00020600040101010101" pitchFamily="18" charset="-122"/>
              </a:rPr>
              <a:t>4</a:t>
            </a:r>
            <a:endParaRPr lang="zh-CN" altLang="en-US" sz="5400" dirty="0">
              <a:latin typeface="Facon" pitchFamily="2" charset="0"/>
            </a:endParaRPr>
          </a:p>
        </p:txBody>
      </p:sp>
    </p:spTree>
    <p:extLst>
      <p:ext uri="{BB962C8B-B14F-4D97-AF65-F5344CB8AC3E}">
        <p14:creationId xmlns:p14="http://schemas.microsoft.com/office/powerpoint/2010/main" val="153572987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任意多边形: 形状 168">
            <a:extLst>
              <a:ext uri="{FF2B5EF4-FFF2-40B4-BE49-F238E27FC236}">
                <a16:creationId xmlns:a16="http://schemas.microsoft.com/office/drawing/2014/main" id="{8CAD0F34-D460-9816-7DDA-67DD8997CDA5}"/>
              </a:ext>
            </a:extLst>
          </p:cNvPr>
          <p:cNvSpPr/>
          <p:nvPr/>
        </p:nvSpPr>
        <p:spPr>
          <a:xfrm>
            <a:off x="1130300" y="1075635"/>
            <a:ext cx="9931400" cy="9931400"/>
          </a:xfrm>
          <a:custGeom>
            <a:avLst/>
            <a:gdLst>
              <a:gd name="connsiteX0" fmla="*/ 2556103 w 5112206"/>
              <a:gd name="connsiteY0" fmla="*/ 0 h 5112206"/>
              <a:gd name="connsiteX1" fmla="*/ 3420275 w 5112206"/>
              <a:gd name="connsiteY1" fmla="*/ 149772 h 5112206"/>
              <a:gd name="connsiteX2" fmla="*/ 3554376 w 5112206"/>
              <a:gd name="connsiteY2" fmla="*/ 203119 h 5112206"/>
              <a:gd name="connsiteX3" fmla="*/ 3599375 w 5112206"/>
              <a:gd name="connsiteY3" fmla="*/ 112030 h 5112206"/>
              <a:gd name="connsiteX4" fmla="*/ 3707011 w 5112206"/>
              <a:gd name="connsiteY4" fmla="*/ 274058 h 5112206"/>
              <a:gd name="connsiteX5" fmla="*/ 3733527 w 5112206"/>
              <a:gd name="connsiteY5" fmla="*/ 286734 h 5112206"/>
              <a:gd name="connsiteX6" fmla="*/ 4803698 w 5112206"/>
              <a:gd name="connsiteY6" fmla="*/ 1337713 h 5112206"/>
              <a:gd name="connsiteX7" fmla="*/ 4814943 w 5112206"/>
              <a:gd name="connsiteY7" fmla="*/ 1361055 h 5112206"/>
              <a:gd name="connsiteX8" fmla="*/ 4898982 w 5112206"/>
              <a:gd name="connsiteY8" fmla="*/ 1319248 h 5112206"/>
              <a:gd name="connsiteX9" fmla="*/ 4886755 w 5112206"/>
              <a:gd name="connsiteY9" fmla="*/ 1510129 h 5112206"/>
              <a:gd name="connsiteX10" fmla="*/ 4911335 w 5112206"/>
              <a:gd name="connsiteY10" fmla="*/ 1561152 h 5112206"/>
              <a:gd name="connsiteX11" fmla="*/ 5112206 w 5112206"/>
              <a:gd name="connsiteY11" fmla="*/ 2556103 h 5112206"/>
              <a:gd name="connsiteX12" fmla="*/ 2556103 w 5112206"/>
              <a:gd name="connsiteY12" fmla="*/ 5112206 h 5112206"/>
              <a:gd name="connsiteX13" fmla="*/ 0 w 5112206"/>
              <a:gd name="connsiteY13" fmla="*/ 2556103 h 5112206"/>
              <a:gd name="connsiteX14" fmla="*/ 286734 w 5112206"/>
              <a:gd name="connsiteY14" fmla="*/ 1378680 h 5112206"/>
              <a:gd name="connsiteX15" fmla="*/ 351644 w 5112206"/>
              <a:gd name="connsiteY15" fmla="*/ 1263377 h 5112206"/>
              <a:gd name="connsiteX16" fmla="*/ 268521 w 5112206"/>
              <a:gd name="connsiteY16" fmla="*/ 1215386 h 5112206"/>
              <a:gd name="connsiteX17" fmla="*/ 444439 w 5112206"/>
              <a:gd name="connsiteY17" fmla="*/ 1114286 h 5112206"/>
              <a:gd name="connsiteX18" fmla="*/ 444444 w 5112206"/>
              <a:gd name="connsiteY18" fmla="*/ 1116906 h 5112206"/>
              <a:gd name="connsiteX19" fmla="*/ 462715 w 5112206"/>
              <a:gd name="connsiteY19" fmla="*/ 1088963 h 5112206"/>
              <a:gd name="connsiteX20" fmla="*/ 1337713 w 5112206"/>
              <a:gd name="connsiteY20" fmla="*/ 308508 h 5112206"/>
              <a:gd name="connsiteX21" fmla="*/ 1550668 w 5112206"/>
              <a:gd name="connsiteY21" fmla="*/ 205922 h 5112206"/>
              <a:gd name="connsiteX22" fmla="*/ 1505410 w 5112206"/>
              <a:gd name="connsiteY22" fmla="*/ 123594 h 5112206"/>
              <a:gd name="connsiteX23" fmla="*/ 1708256 w 5112206"/>
              <a:gd name="connsiteY23" fmla="*/ 128250 h 5112206"/>
              <a:gd name="connsiteX24" fmla="*/ 1693726 w 5112206"/>
              <a:gd name="connsiteY24" fmla="*/ 152349 h 5112206"/>
              <a:gd name="connsiteX25" fmla="*/ 1795996 w 5112206"/>
              <a:gd name="connsiteY25" fmla="*/ 114918 h 5112206"/>
              <a:gd name="connsiteX26" fmla="*/ 2556103 w 5112206"/>
              <a:gd name="connsiteY26" fmla="*/ 0 h 511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12206" h="5112206">
                <a:moveTo>
                  <a:pt x="2556103" y="0"/>
                </a:moveTo>
                <a:cubicBezTo>
                  <a:pt x="2859397" y="0"/>
                  <a:pt x="3150354" y="52824"/>
                  <a:pt x="3420275" y="149772"/>
                </a:cubicBezTo>
                <a:lnTo>
                  <a:pt x="3554376" y="203119"/>
                </a:lnTo>
                <a:lnTo>
                  <a:pt x="3599375" y="112030"/>
                </a:lnTo>
                <a:lnTo>
                  <a:pt x="3707011" y="274058"/>
                </a:lnTo>
                <a:lnTo>
                  <a:pt x="3733527" y="286734"/>
                </a:lnTo>
                <a:cubicBezTo>
                  <a:pt x="4186588" y="522276"/>
                  <a:pt x="4560221" y="889512"/>
                  <a:pt x="4803698" y="1337713"/>
                </a:cubicBezTo>
                <a:lnTo>
                  <a:pt x="4814943" y="1361055"/>
                </a:lnTo>
                <a:lnTo>
                  <a:pt x="4898982" y="1319248"/>
                </a:lnTo>
                <a:lnTo>
                  <a:pt x="4886755" y="1510129"/>
                </a:lnTo>
                <a:lnTo>
                  <a:pt x="4911335" y="1561152"/>
                </a:lnTo>
                <a:cubicBezTo>
                  <a:pt x="5040681" y="1866960"/>
                  <a:pt x="5112206" y="2203179"/>
                  <a:pt x="5112206" y="2556103"/>
                </a:cubicBezTo>
                <a:cubicBezTo>
                  <a:pt x="5112206" y="3967800"/>
                  <a:pt x="3967800" y="5112206"/>
                  <a:pt x="2556103" y="5112206"/>
                </a:cubicBezTo>
                <a:cubicBezTo>
                  <a:pt x="1144406" y="5112206"/>
                  <a:pt x="0" y="3967800"/>
                  <a:pt x="0" y="2556103"/>
                </a:cubicBezTo>
                <a:cubicBezTo>
                  <a:pt x="0" y="2131491"/>
                  <a:pt x="103534" y="1731061"/>
                  <a:pt x="286734" y="1378680"/>
                </a:cubicBezTo>
                <a:lnTo>
                  <a:pt x="351644" y="1263377"/>
                </a:lnTo>
                <a:lnTo>
                  <a:pt x="268521" y="1215386"/>
                </a:lnTo>
                <a:lnTo>
                  <a:pt x="444439" y="1114286"/>
                </a:lnTo>
                <a:lnTo>
                  <a:pt x="444444" y="1116906"/>
                </a:lnTo>
                <a:lnTo>
                  <a:pt x="462715" y="1088963"/>
                </a:lnTo>
                <a:cubicBezTo>
                  <a:pt x="689490" y="765987"/>
                  <a:pt x="989112" y="497879"/>
                  <a:pt x="1337713" y="308508"/>
                </a:cubicBezTo>
                <a:lnTo>
                  <a:pt x="1550668" y="205922"/>
                </a:lnTo>
                <a:lnTo>
                  <a:pt x="1505410" y="123594"/>
                </a:lnTo>
                <a:lnTo>
                  <a:pt x="1708256" y="128250"/>
                </a:lnTo>
                <a:lnTo>
                  <a:pt x="1693726" y="152349"/>
                </a:lnTo>
                <a:lnTo>
                  <a:pt x="1795996" y="114918"/>
                </a:lnTo>
                <a:cubicBezTo>
                  <a:pt x="2036114" y="40233"/>
                  <a:pt x="2291410" y="0"/>
                  <a:pt x="2556103" y="0"/>
                </a:cubicBezTo>
                <a:close/>
              </a:path>
            </a:pathLst>
          </a:custGeom>
          <a:gradFill flip="none" rotWithShape="1">
            <a:gsLst>
              <a:gs pos="90000">
                <a:schemeClr val="accent1">
                  <a:alpha val="8000"/>
                </a:schemeClr>
              </a:gs>
              <a:gs pos="22000">
                <a:schemeClr val="accent1">
                  <a:lumMod val="40000"/>
                  <a:lumOff val="60000"/>
                  <a:alpha val="0"/>
                </a:schemeClr>
              </a:gs>
            </a:gsLst>
            <a:path path="shape">
              <a:fillToRect l="50000" t="50000" r="50000" b="50000"/>
            </a:path>
            <a:tileRect/>
          </a:gradFill>
          <a:ln w="63500">
            <a:gradFill flip="none" rotWithShape="1">
              <a:gsLst>
                <a:gs pos="0">
                  <a:schemeClr val="accent1">
                    <a:alpha val="50000"/>
                  </a:schemeClr>
                </a:gs>
                <a:gs pos="100000">
                  <a:schemeClr val="accent1">
                    <a:lumMod val="40000"/>
                    <a:lumOff val="60000"/>
                    <a:alpha val="5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21E5AB10-D033-2372-3575-FC3B71C8BFDF}"/>
              </a:ext>
            </a:extLst>
          </p:cNvPr>
          <p:cNvSpPr/>
          <p:nvPr/>
        </p:nvSpPr>
        <p:spPr>
          <a:xfrm>
            <a:off x="3539897" y="3493232"/>
            <a:ext cx="5112206" cy="5112206"/>
          </a:xfrm>
          <a:custGeom>
            <a:avLst/>
            <a:gdLst>
              <a:gd name="connsiteX0" fmla="*/ 2556103 w 5112206"/>
              <a:gd name="connsiteY0" fmla="*/ 0 h 5112206"/>
              <a:gd name="connsiteX1" fmla="*/ 3420275 w 5112206"/>
              <a:gd name="connsiteY1" fmla="*/ 149772 h 5112206"/>
              <a:gd name="connsiteX2" fmla="*/ 3554376 w 5112206"/>
              <a:gd name="connsiteY2" fmla="*/ 203119 h 5112206"/>
              <a:gd name="connsiteX3" fmla="*/ 3599375 w 5112206"/>
              <a:gd name="connsiteY3" fmla="*/ 112030 h 5112206"/>
              <a:gd name="connsiteX4" fmla="*/ 3707011 w 5112206"/>
              <a:gd name="connsiteY4" fmla="*/ 274058 h 5112206"/>
              <a:gd name="connsiteX5" fmla="*/ 3733527 w 5112206"/>
              <a:gd name="connsiteY5" fmla="*/ 286734 h 5112206"/>
              <a:gd name="connsiteX6" fmla="*/ 4803698 w 5112206"/>
              <a:gd name="connsiteY6" fmla="*/ 1337713 h 5112206"/>
              <a:gd name="connsiteX7" fmla="*/ 4814943 w 5112206"/>
              <a:gd name="connsiteY7" fmla="*/ 1361055 h 5112206"/>
              <a:gd name="connsiteX8" fmla="*/ 4898982 w 5112206"/>
              <a:gd name="connsiteY8" fmla="*/ 1319248 h 5112206"/>
              <a:gd name="connsiteX9" fmla="*/ 4886755 w 5112206"/>
              <a:gd name="connsiteY9" fmla="*/ 1510129 h 5112206"/>
              <a:gd name="connsiteX10" fmla="*/ 4911335 w 5112206"/>
              <a:gd name="connsiteY10" fmla="*/ 1561152 h 5112206"/>
              <a:gd name="connsiteX11" fmla="*/ 5112206 w 5112206"/>
              <a:gd name="connsiteY11" fmla="*/ 2556103 h 5112206"/>
              <a:gd name="connsiteX12" fmla="*/ 2556103 w 5112206"/>
              <a:gd name="connsiteY12" fmla="*/ 5112206 h 5112206"/>
              <a:gd name="connsiteX13" fmla="*/ 0 w 5112206"/>
              <a:gd name="connsiteY13" fmla="*/ 2556103 h 5112206"/>
              <a:gd name="connsiteX14" fmla="*/ 286734 w 5112206"/>
              <a:gd name="connsiteY14" fmla="*/ 1378680 h 5112206"/>
              <a:gd name="connsiteX15" fmla="*/ 351644 w 5112206"/>
              <a:gd name="connsiteY15" fmla="*/ 1263377 h 5112206"/>
              <a:gd name="connsiteX16" fmla="*/ 268521 w 5112206"/>
              <a:gd name="connsiteY16" fmla="*/ 1215386 h 5112206"/>
              <a:gd name="connsiteX17" fmla="*/ 444439 w 5112206"/>
              <a:gd name="connsiteY17" fmla="*/ 1114286 h 5112206"/>
              <a:gd name="connsiteX18" fmla="*/ 444444 w 5112206"/>
              <a:gd name="connsiteY18" fmla="*/ 1116906 h 5112206"/>
              <a:gd name="connsiteX19" fmla="*/ 462715 w 5112206"/>
              <a:gd name="connsiteY19" fmla="*/ 1088963 h 5112206"/>
              <a:gd name="connsiteX20" fmla="*/ 1337713 w 5112206"/>
              <a:gd name="connsiteY20" fmla="*/ 308508 h 5112206"/>
              <a:gd name="connsiteX21" fmla="*/ 1550668 w 5112206"/>
              <a:gd name="connsiteY21" fmla="*/ 205922 h 5112206"/>
              <a:gd name="connsiteX22" fmla="*/ 1505410 w 5112206"/>
              <a:gd name="connsiteY22" fmla="*/ 123594 h 5112206"/>
              <a:gd name="connsiteX23" fmla="*/ 1708256 w 5112206"/>
              <a:gd name="connsiteY23" fmla="*/ 128250 h 5112206"/>
              <a:gd name="connsiteX24" fmla="*/ 1693726 w 5112206"/>
              <a:gd name="connsiteY24" fmla="*/ 152349 h 5112206"/>
              <a:gd name="connsiteX25" fmla="*/ 1795996 w 5112206"/>
              <a:gd name="connsiteY25" fmla="*/ 114918 h 5112206"/>
              <a:gd name="connsiteX26" fmla="*/ 2556103 w 5112206"/>
              <a:gd name="connsiteY26" fmla="*/ 0 h 511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12206" h="5112206">
                <a:moveTo>
                  <a:pt x="2556103" y="0"/>
                </a:moveTo>
                <a:cubicBezTo>
                  <a:pt x="2859397" y="0"/>
                  <a:pt x="3150354" y="52824"/>
                  <a:pt x="3420275" y="149772"/>
                </a:cubicBezTo>
                <a:lnTo>
                  <a:pt x="3554376" y="203119"/>
                </a:lnTo>
                <a:lnTo>
                  <a:pt x="3599375" y="112030"/>
                </a:lnTo>
                <a:lnTo>
                  <a:pt x="3707011" y="274058"/>
                </a:lnTo>
                <a:lnTo>
                  <a:pt x="3733527" y="286734"/>
                </a:lnTo>
                <a:cubicBezTo>
                  <a:pt x="4186588" y="522276"/>
                  <a:pt x="4560221" y="889512"/>
                  <a:pt x="4803698" y="1337713"/>
                </a:cubicBezTo>
                <a:lnTo>
                  <a:pt x="4814943" y="1361055"/>
                </a:lnTo>
                <a:lnTo>
                  <a:pt x="4898982" y="1319248"/>
                </a:lnTo>
                <a:lnTo>
                  <a:pt x="4886755" y="1510129"/>
                </a:lnTo>
                <a:lnTo>
                  <a:pt x="4911335" y="1561152"/>
                </a:lnTo>
                <a:cubicBezTo>
                  <a:pt x="5040681" y="1866960"/>
                  <a:pt x="5112206" y="2203179"/>
                  <a:pt x="5112206" y="2556103"/>
                </a:cubicBezTo>
                <a:cubicBezTo>
                  <a:pt x="5112206" y="3967800"/>
                  <a:pt x="3967800" y="5112206"/>
                  <a:pt x="2556103" y="5112206"/>
                </a:cubicBezTo>
                <a:cubicBezTo>
                  <a:pt x="1144406" y="5112206"/>
                  <a:pt x="0" y="3967800"/>
                  <a:pt x="0" y="2556103"/>
                </a:cubicBezTo>
                <a:cubicBezTo>
                  <a:pt x="0" y="2131491"/>
                  <a:pt x="103534" y="1731061"/>
                  <a:pt x="286734" y="1378680"/>
                </a:cubicBezTo>
                <a:lnTo>
                  <a:pt x="351644" y="1263377"/>
                </a:lnTo>
                <a:lnTo>
                  <a:pt x="268521" y="1215386"/>
                </a:lnTo>
                <a:lnTo>
                  <a:pt x="444439" y="1114286"/>
                </a:lnTo>
                <a:lnTo>
                  <a:pt x="444444" y="1116906"/>
                </a:lnTo>
                <a:lnTo>
                  <a:pt x="462715" y="1088963"/>
                </a:lnTo>
                <a:cubicBezTo>
                  <a:pt x="689490" y="765987"/>
                  <a:pt x="989112" y="497879"/>
                  <a:pt x="1337713" y="308508"/>
                </a:cubicBezTo>
                <a:lnTo>
                  <a:pt x="1550668" y="205922"/>
                </a:lnTo>
                <a:lnTo>
                  <a:pt x="1505410" y="123594"/>
                </a:lnTo>
                <a:lnTo>
                  <a:pt x="1708256" y="128250"/>
                </a:lnTo>
                <a:lnTo>
                  <a:pt x="1693726" y="152349"/>
                </a:lnTo>
                <a:lnTo>
                  <a:pt x="1795996" y="114918"/>
                </a:lnTo>
                <a:cubicBezTo>
                  <a:pt x="2036114" y="40233"/>
                  <a:pt x="2291410" y="0"/>
                  <a:pt x="2556103" y="0"/>
                </a:cubicBezTo>
                <a:close/>
              </a:path>
            </a:pathLst>
          </a:custGeom>
          <a:noFill/>
          <a:ln w="63500">
            <a:gradFill flip="none" rotWithShape="1">
              <a:gsLst>
                <a:gs pos="0">
                  <a:schemeClr val="accent1"/>
                </a:gs>
                <a:gs pos="100000">
                  <a:schemeClr val="accent1">
                    <a:lumMod val="40000"/>
                    <a:lumOff val="6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A363AC6F-FA3F-3752-3E8C-88046EF9EDAF}"/>
              </a:ext>
            </a:extLst>
          </p:cNvPr>
          <p:cNvSpPr/>
          <p:nvPr/>
        </p:nvSpPr>
        <p:spPr>
          <a:xfrm>
            <a:off x="3782065" y="3735400"/>
            <a:ext cx="4627870" cy="462787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F2E64687-8281-3208-087E-FFC1D7645CB5}"/>
              </a:ext>
            </a:extLst>
          </p:cNvPr>
          <p:cNvSpPr/>
          <p:nvPr/>
        </p:nvSpPr>
        <p:spPr>
          <a:xfrm>
            <a:off x="3250369" y="3201699"/>
            <a:ext cx="5691262" cy="5691263"/>
          </a:xfrm>
          <a:prstGeom prst="ellipse">
            <a:avLst/>
          </a:prstGeom>
          <a:noFill/>
          <a:ln w="6350">
            <a:solidFill>
              <a:schemeClr val="accent1">
                <a:lumMod val="10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0983FA55-D243-A4D5-2FD9-2A37A9EC12DC}"/>
              </a:ext>
            </a:extLst>
          </p:cNvPr>
          <p:cNvSpPr/>
          <p:nvPr/>
        </p:nvSpPr>
        <p:spPr>
          <a:xfrm>
            <a:off x="6000479" y="3106178"/>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E65E1A2D-089F-D575-EB1B-8A04BDF56F11}"/>
              </a:ext>
            </a:extLst>
          </p:cNvPr>
          <p:cNvSpPr/>
          <p:nvPr/>
        </p:nvSpPr>
        <p:spPr>
          <a:xfrm>
            <a:off x="3977660" y="3943774"/>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8530C1C8-EB09-2B6C-0F0A-10B074530C30}"/>
              </a:ext>
            </a:extLst>
          </p:cNvPr>
          <p:cNvSpPr/>
          <p:nvPr/>
        </p:nvSpPr>
        <p:spPr>
          <a:xfrm>
            <a:off x="8012509" y="3943774"/>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89E3EF1E-DEDE-5195-CBF8-EC7043A77788}"/>
              </a:ext>
            </a:extLst>
          </p:cNvPr>
          <p:cNvSpPr/>
          <p:nvPr/>
        </p:nvSpPr>
        <p:spPr>
          <a:xfrm>
            <a:off x="3237571" y="5313706"/>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324F1FF4-FDC3-82CC-5082-4DBE73D1DCE8}"/>
              </a:ext>
            </a:extLst>
          </p:cNvPr>
          <p:cNvSpPr/>
          <p:nvPr/>
        </p:nvSpPr>
        <p:spPr>
          <a:xfrm>
            <a:off x="8763386" y="5313706"/>
            <a:ext cx="191043" cy="191043"/>
          </a:xfrm>
          <a:prstGeom prst="ellipse">
            <a:avLst/>
          </a:prstGeom>
          <a:solidFill>
            <a:schemeClr val="accent1"/>
          </a:solidFill>
          <a:ln w="38100">
            <a:solidFill>
              <a:schemeClr val="accent1">
                <a:lumMod val="40000"/>
                <a:lumOff val="60000"/>
              </a:schemeClr>
            </a:solid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39">
            <a:extLst>
              <a:ext uri="{FF2B5EF4-FFF2-40B4-BE49-F238E27FC236}">
                <a16:creationId xmlns:a16="http://schemas.microsoft.com/office/drawing/2014/main" id="{649AC758-8A75-4FBC-52A9-D6DF80378BF8}"/>
              </a:ext>
            </a:extLst>
          </p:cNvPr>
          <p:cNvSpPr/>
          <p:nvPr/>
        </p:nvSpPr>
        <p:spPr>
          <a:xfrm>
            <a:off x="1" y="5795305"/>
            <a:ext cx="12192000" cy="10701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9">
            <a:extLst>
              <a:ext uri="{FF2B5EF4-FFF2-40B4-BE49-F238E27FC236}">
                <a16:creationId xmlns:a16="http://schemas.microsoft.com/office/drawing/2014/main" id="{16CD566D-A94A-712D-1949-6C8619067CD7}"/>
              </a:ext>
            </a:extLst>
          </p:cNvPr>
          <p:cNvSpPr/>
          <p:nvPr/>
        </p:nvSpPr>
        <p:spPr>
          <a:xfrm flipH="1">
            <a:off x="1974337" y="4811262"/>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稿定-31">
            <a:extLst>
              <a:ext uri="{FF2B5EF4-FFF2-40B4-BE49-F238E27FC236}">
                <a16:creationId xmlns:a16="http://schemas.microsoft.com/office/drawing/2014/main" id="{F54431D2-DDE9-8BB4-6876-90584E033861}"/>
              </a:ext>
            </a:extLst>
          </p:cNvPr>
          <p:cNvSpPr/>
          <p:nvPr/>
        </p:nvSpPr>
        <p:spPr>
          <a:xfrm flipH="1">
            <a:off x="1579509" y="5067527"/>
            <a:ext cx="1366685" cy="352917"/>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稿定-9">
            <a:extLst>
              <a:ext uri="{FF2B5EF4-FFF2-40B4-BE49-F238E27FC236}">
                <a16:creationId xmlns:a16="http://schemas.microsoft.com/office/drawing/2014/main" id="{3B97A6D0-A930-CA98-796A-A3C706BC5F44}"/>
              </a:ext>
            </a:extLst>
          </p:cNvPr>
          <p:cNvSpPr/>
          <p:nvPr/>
        </p:nvSpPr>
        <p:spPr>
          <a:xfrm flipH="1">
            <a:off x="3101619" y="3212472"/>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稿定-31">
            <a:extLst>
              <a:ext uri="{FF2B5EF4-FFF2-40B4-BE49-F238E27FC236}">
                <a16:creationId xmlns:a16="http://schemas.microsoft.com/office/drawing/2014/main" id="{015F2B05-D8EE-94F7-A32B-30050C4AE876}"/>
              </a:ext>
            </a:extLst>
          </p:cNvPr>
          <p:cNvSpPr/>
          <p:nvPr/>
        </p:nvSpPr>
        <p:spPr>
          <a:xfrm flipH="1">
            <a:off x="2706791" y="3468737"/>
            <a:ext cx="1366685" cy="352917"/>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稿定-9">
            <a:extLst>
              <a:ext uri="{FF2B5EF4-FFF2-40B4-BE49-F238E27FC236}">
                <a16:creationId xmlns:a16="http://schemas.microsoft.com/office/drawing/2014/main" id="{7678F644-65C6-18A5-15BB-483ED06008B4}"/>
              </a:ext>
            </a:extLst>
          </p:cNvPr>
          <p:cNvSpPr/>
          <p:nvPr/>
        </p:nvSpPr>
        <p:spPr>
          <a:xfrm flipH="1">
            <a:off x="8118524" y="3193153"/>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31">
            <a:extLst>
              <a:ext uri="{FF2B5EF4-FFF2-40B4-BE49-F238E27FC236}">
                <a16:creationId xmlns:a16="http://schemas.microsoft.com/office/drawing/2014/main" id="{F3A70DA9-4C85-4BFD-2B7C-F8D532577F9D}"/>
              </a:ext>
            </a:extLst>
          </p:cNvPr>
          <p:cNvSpPr/>
          <p:nvPr/>
        </p:nvSpPr>
        <p:spPr>
          <a:xfrm flipH="1">
            <a:off x="8118524" y="344941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稿定-9">
            <a:extLst>
              <a:ext uri="{FF2B5EF4-FFF2-40B4-BE49-F238E27FC236}">
                <a16:creationId xmlns:a16="http://schemas.microsoft.com/office/drawing/2014/main" id="{E09ACB93-DF30-DA68-4C12-B601D17A3B32}"/>
              </a:ext>
            </a:extLst>
          </p:cNvPr>
          <p:cNvSpPr/>
          <p:nvPr/>
        </p:nvSpPr>
        <p:spPr>
          <a:xfrm flipH="1">
            <a:off x="9245806" y="4809994"/>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a:extLst>
              <a:ext uri="{FF2B5EF4-FFF2-40B4-BE49-F238E27FC236}">
                <a16:creationId xmlns:a16="http://schemas.microsoft.com/office/drawing/2014/main" id="{4FBEE2B2-17F2-D03D-4060-E3A28DDCFAC0}"/>
              </a:ext>
            </a:extLst>
          </p:cNvPr>
          <p:cNvSpPr/>
          <p:nvPr/>
        </p:nvSpPr>
        <p:spPr>
          <a:xfrm flipH="1">
            <a:off x="9245806" y="5066259"/>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9">
            <a:extLst>
              <a:ext uri="{FF2B5EF4-FFF2-40B4-BE49-F238E27FC236}">
                <a16:creationId xmlns:a16="http://schemas.microsoft.com/office/drawing/2014/main" id="{4BC42D8E-0969-081D-5EE1-B1AA14DB1CA9}"/>
              </a:ext>
            </a:extLst>
          </p:cNvPr>
          <p:cNvSpPr/>
          <p:nvPr/>
        </p:nvSpPr>
        <p:spPr>
          <a:xfrm flipH="1">
            <a:off x="5610071" y="2272641"/>
            <a:ext cx="971857" cy="212470"/>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algn="ctr">
              <a:lnSpc>
                <a:spcPct val="120000"/>
              </a:lnSpc>
            </a:pP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稿定-31">
            <a:extLst>
              <a:ext uri="{FF2B5EF4-FFF2-40B4-BE49-F238E27FC236}">
                <a16:creationId xmlns:a16="http://schemas.microsoft.com/office/drawing/2014/main" id="{933D8521-731D-32EF-1978-1EB80E53368B}"/>
              </a:ext>
            </a:extLst>
          </p:cNvPr>
          <p:cNvSpPr/>
          <p:nvPr/>
        </p:nvSpPr>
        <p:spPr>
          <a:xfrm flipH="1">
            <a:off x="5412657" y="2528906"/>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5D8B75AE-282B-A71A-3166-B551DC61C2C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503E235B-525A-9B1D-335B-72A60A127A6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4793CDB8-4718-B5B6-64FC-561B36BFAA9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99" name="组合 98">
            <a:extLst>
              <a:ext uri="{FF2B5EF4-FFF2-40B4-BE49-F238E27FC236}">
                <a16:creationId xmlns:a16="http://schemas.microsoft.com/office/drawing/2014/main" id="{3D32978A-2CC3-B333-54AC-436C7A12D5CA}"/>
              </a:ext>
            </a:extLst>
          </p:cNvPr>
          <p:cNvGrpSpPr/>
          <p:nvPr/>
        </p:nvGrpSpPr>
        <p:grpSpPr>
          <a:xfrm>
            <a:off x="3320613" y="2588222"/>
            <a:ext cx="533868" cy="533868"/>
            <a:chOff x="2750109" y="2372218"/>
            <a:chExt cx="533868" cy="533868"/>
          </a:xfrm>
        </p:grpSpPr>
        <p:sp>
          <p:nvSpPr>
            <p:cNvPr id="91" name="椭圆 90">
              <a:extLst>
                <a:ext uri="{FF2B5EF4-FFF2-40B4-BE49-F238E27FC236}">
                  <a16:creationId xmlns:a16="http://schemas.microsoft.com/office/drawing/2014/main" id="{E3188E26-309F-E812-8A21-20BEB1A0382D}"/>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92" name="图形 2">
              <a:extLst>
                <a:ext uri="{FF2B5EF4-FFF2-40B4-BE49-F238E27FC236}">
                  <a16:creationId xmlns:a16="http://schemas.microsoft.com/office/drawing/2014/main" id="{AFAF7CC4-20C9-35E5-FFA6-C949AF4622FA}"/>
                </a:ext>
              </a:extLst>
            </p:cNvPr>
            <p:cNvGrpSpPr/>
            <p:nvPr/>
          </p:nvGrpSpPr>
          <p:grpSpPr>
            <a:xfrm>
              <a:off x="2833318" y="2518446"/>
              <a:ext cx="375840" cy="258880"/>
              <a:chOff x="4665944" y="2166485"/>
              <a:chExt cx="1145603" cy="789098"/>
            </a:xfrm>
            <a:solidFill>
              <a:schemeClr val="bg1"/>
            </a:solidFill>
          </p:grpSpPr>
          <p:sp>
            <p:nvSpPr>
              <p:cNvPr id="93" name="任意多边形: 形状 92">
                <a:extLst>
                  <a:ext uri="{FF2B5EF4-FFF2-40B4-BE49-F238E27FC236}">
                    <a16:creationId xmlns:a16="http://schemas.microsoft.com/office/drawing/2014/main" id="{2577016E-EE99-E127-218B-6A5FD1EDCC10}"/>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330B3822-DF39-DD12-E63A-BA1912C0FEDA}"/>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AA64383D-F690-0C68-7C42-BF2E7631511E}"/>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96" name="图形 2">
                <a:extLst>
                  <a:ext uri="{FF2B5EF4-FFF2-40B4-BE49-F238E27FC236}">
                    <a16:creationId xmlns:a16="http://schemas.microsoft.com/office/drawing/2014/main" id="{6DB9E0BD-B52F-036A-8E74-3FE4F3E1B43D}"/>
                  </a:ext>
                </a:extLst>
              </p:cNvPr>
              <p:cNvGrpSpPr/>
              <p:nvPr/>
            </p:nvGrpSpPr>
            <p:grpSpPr>
              <a:xfrm>
                <a:off x="5372739" y="2423233"/>
                <a:ext cx="133924" cy="191216"/>
                <a:chOff x="5372739" y="2423233"/>
                <a:chExt cx="133924" cy="191216"/>
              </a:xfrm>
              <a:grpFill/>
            </p:grpSpPr>
            <p:sp>
              <p:nvSpPr>
                <p:cNvPr id="97" name="任意多边形: 形状 96">
                  <a:extLst>
                    <a:ext uri="{FF2B5EF4-FFF2-40B4-BE49-F238E27FC236}">
                      <a16:creationId xmlns:a16="http://schemas.microsoft.com/office/drawing/2014/main" id="{39EF7D39-01EF-FACF-0736-37677E7F586B}"/>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98" name="任意多边形: 形状 97">
                  <a:extLst>
                    <a:ext uri="{FF2B5EF4-FFF2-40B4-BE49-F238E27FC236}">
                      <a16:creationId xmlns:a16="http://schemas.microsoft.com/office/drawing/2014/main" id="{4E115031-8E95-E61D-C76A-4C5F84D8BEE9}"/>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110" name="组合 109">
            <a:extLst>
              <a:ext uri="{FF2B5EF4-FFF2-40B4-BE49-F238E27FC236}">
                <a16:creationId xmlns:a16="http://schemas.microsoft.com/office/drawing/2014/main" id="{2E933771-BF34-DB96-7B1A-E1BF55E54FB4}"/>
              </a:ext>
            </a:extLst>
          </p:cNvPr>
          <p:cNvGrpSpPr/>
          <p:nvPr/>
        </p:nvGrpSpPr>
        <p:grpSpPr>
          <a:xfrm>
            <a:off x="8337229" y="2591921"/>
            <a:ext cx="533868" cy="533868"/>
            <a:chOff x="9721622" y="2053900"/>
            <a:chExt cx="533868" cy="533868"/>
          </a:xfrm>
        </p:grpSpPr>
        <p:sp>
          <p:nvSpPr>
            <p:cNvPr id="100" name="椭圆 99">
              <a:extLst>
                <a:ext uri="{FF2B5EF4-FFF2-40B4-BE49-F238E27FC236}">
                  <a16:creationId xmlns:a16="http://schemas.microsoft.com/office/drawing/2014/main" id="{C3C47387-F941-C7CF-32B1-84DD3B8BB26B}"/>
                </a:ext>
              </a:extLst>
            </p:cNvPr>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1" name="图形 2">
              <a:extLst>
                <a:ext uri="{FF2B5EF4-FFF2-40B4-BE49-F238E27FC236}">
                  <a16:creationId xmlns:a16="http://schemas.microsoft.com/office/drawing/2014/main" id="{83920D59-37E5-5431-B902-72EC0E69646E}"/>
                </a:ext>
              </a:extLst>
            </p:cNvPr>
            <p:cNvGrpSpPr/>
            <p:nvPr/>
          </p:nvGrpSpPr>
          <p:grpSpPr>
            <a:xfrm>
              <a:off x="9830645" y="2174885"/>
              <a:ext cx="315822" cy="309366"/>
              <a:chOff x="3032205" y="3825135"/>
              <a:chExt cx="962654" cy="942975"/>
            </a:xfrm>
            <a:solidFill>
              <a:schemeClr val="bg1"/>
            </a:solidFill>
          </p:grpSpPr>
          <p:sp>
            <p:nvSpPr>
              <p:cNvPr id="102" name="任意多边形: 形状 101">
                <a:extLst>
                  <a:ext uri="{FF2B5EF4-FFF2-40B4-BE49-F238E27FC236}">
                    <a16:creationId xmlns:a16="http://schemas.microsoft.com/office/drawing/2014/main" id="{9ED4FB2B-5CF3-7BC8-4ADF-63C7EB73BBC9}"/>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103" name="图形 2">
                <a:extLst>
                  <a:ext uri="{FF2B5EF4-FFF2-40B4-BE49-F238E27FC236}">
                    <a16:creationId xmlns:a16="http://schemas.microsoft.com/office/drawing/2014/main" id="{3FCB7015-17C8-097E-D907-5E979F1A9544}"/>
                  </a:ext>
                </a:extLst>
              </p:cNvPr>
              <p:cNvGrpSpPr/>
              <p:nvPr/>
            </p:nvGrpSpPr>
            <p:grpSpPr>
              <a:xfrm>
                <a:off x="3041583" y="3825822"/>
                <a:ext cx="953275" cy="561128"/>
                <a:chOff x="3041583" y="3825822"/>
                <a:chExt cx="953275" cy="561128"/>
              </a:xfrm>
              <a:grpFill/>
            </p:grpSpPr>
            <p:sp>
              <p:nvSpPr>
                <p:cNvPr id="108" name="任意多边形: 形状 107">
                  <a:extLst>
                    <a:ext uri="{FF2B5EF4-FFF2-40B4-BE49-F238E27FC236}">
                      <a16:creationId xmlns:a16="http://schemas.microsoft.com/office/drawing/2014/main" id="{C8400596-185B-7DA5-80F1-06C5E52E96F6}"/>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109" name="任意多边形: 形状 108">
                  <a:extLst>
                    <a:ext uri="{FF2B5EF4-FFF2-40B4-BE49-F238E27FC236}">
                      <a16:creationId xmlns:a16="http://schemas.microsoft.com/office/drawing/2014/main" id="{6FCE746E-CD88-0953-1A54-BD3D6FBA702F}"/>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104" name="任意多边形: 形状 103">
                <a:extLst>
                  <a:ext uri="{FF2B5EF4-FFF2-40B4-BE49-F238E27FC236}">
                    <a16:creationId xmlns:a16="http://schemas.microsoft.com/office/drawing/2014/main" id="{018B1675-05F8-9EBD-7521-95BB2048D7BD}"/>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105" name="任意多边形: 形状 104">
                <a:extLst>
                  <a:ext uri="{FF2B5EF4-FFF2-40B4-BE49-F238E27FC236}">
                    <a16:creationId xmlns:a16="http://schemas.microsoft.com/office/drawing/2014/main" id="{9FF62768-9172-E84B-7516-C013D9B3E223}"/>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106" name="任意多边形: 形状 105">
                <a:extLst>
                  <a:ext uri="{FF2B5EF4-FFF2-40B4-BE49-F238E27FC236}">
                    <a16:creationId xmlns:a16="http://schemas.microsoft.com/office/drawing/2014/main" id="{896BF33B-DC24-9CCC-0D83-0E40E1446328}"/>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107" name="任意多边形: 形状 106">
                <a:extLst>
                  <a:ext uri="{FF2B5EF4-FFF2-40B4-BE49-F238E27FC236}">
                    <a16:creationId xmlns:a16="http://schemas.microsoft.com/office/drawing/2014/main" id="{05784EF0-D921-C366-85E6-E91EED72A44C}"/>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145" name="组合 144">
            <a:extLst>
              <a:ext uri="{FF2B5EF4-FFF2-40B4-BE49-F238E27FC236}">
                <a16:creationId xmlns:a16="http://schemas.microsoft.com/office/drawing/2014/main" id="{1966268D-DDC3-DC63-0DCF-8D57E2E6EDE3}"/>
              </a:ext>
            </a:extLst>
          </p:cNvPr>
          <p:cNvGrpSpPr/>
          <p:nvPr/>
        </p:nvGrpSpPr>
        <p:grpSpPr>
          <a:xfrm>
            <a:off x="2193331" y="4224492"/>
            <a:ext cx="533868" cy="533868"/>
            <a:chOff x="2903803" y="1301865"/>
            <a:chExt cx="533868" cy="533868"/>
          </a:xfrm>
        </p:grpSpPr>
        <p:sp>
          <p:nvSpPr>
            <p:cNvPr id="111" name="椭圆 110">
              <a:extLst>
                <a:ext uri="{FF2B5EF4-FFF2-40B4-BE49-F238E27FC236}">
                  <a16:creationId xmlns:a16="http://schemas.microsoft.com/office/drawing/2014/main" id="{4E68ECCA-EDF1-A71E-BFA2-45DC925DA13A}"/>
                </a:ext>
              </a:extLst>
            </p:cNvPr>
            <p:cNvSpPr/>
            <p:nvPr/>
          </p:nvSpPr>
          <p:spPr>
            <a:xfrm>
              <a:off x="2903803" y="1301865"/>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2" name="图形 2">
              <a:extLst>
                <a:ext uri="{FF2B5EF4-FFF2-40B4-BE49-F238E27FC236}">
                  <a16:creationId xmlns:a16="http://schemas.microsoft.com/office/drawing/2014/main" id="{D0A9AEA9-FF78-3AD0-9158-407E110B07ED}"/>
                </a:ext>
              </a:extLst>
            </p:cNvPr>
            <p:cNvGrpSpPr/>
            <p:nvPr/>
          </p:nvGrpSpPr>
          <p:grpSpPr>
            <a:xfrm>
              <a:off x="2964562" y="1464686"/>
              <a:ext cx="404282" cy="225694"/>
              <a:chOff x="8040885" y="2227778"/>
              <a:chExt cx="1232296" cy="687943"/>
            </a:xfrm>
            <a:solidFill>
              <a:schemeClr val="bg1"/>
            </a:solidFill>
          </p:grpSpPr>
          <p:grpSp>
            <p:nvGrpSpPr>
              <p:cNvPr id="113" name="图形 2">
                <a:extLst>
                  <a:ext uri="{FF2B5EF4-FFF2-40B4-BE49-F238E27FC236}">
                    <a16:creationId xmlns:a16="http://schemas.microsoft.com/office/drawing/2014/main" id="{4F7265F2-9719-CCAA-7385-F9F97FC0F786}"/>
                  </a:ext>
                </a:extLst>
              </p:cNvPr>
              <p:cNvGrpSpPr/>
              <p:nvPr/>
            </p:nvGrpSpPr>
            <p:grpSpPr>
              <a:xfrm>
                <a:off x="8040885" y="2227778"/>
                <a:ext cx="850117" cy="687943"/>
                <a:chOff x="8040885" y="2227778"/>
                <a:chExt cx="850117" cy="687943"/>
              </a:xfrm>
              <a:grpFill/>
            </p:grpSpPr>
            <p:sp>
              <p:nvSpPr>
                <p:cNvPr id="115" name="任意多边形: 形状 114">
                  <a:extLst>
                    <a:ext uri="{FF2B5EF4-FFF2-40B4-BE49-F238E27FC236}">
                      <a16:creationId xmlns:a16="http://schemas.microsoft.com/office/drawing/2014/main" id="{1E78C6AF-859D-6392-AC04-2227821CB26A}"/>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16" name="图形 2">
                  <a:extLst>
                    <a:ext uri="{FF2B5EF4-FFF2-40B4-BE49-F238E27FC236}">
                      <a16:creationId xmlns:a16="http://schemas.microsoft.com/office/drawing/2014/main" id="{65116E0A-98D3-0BD4-4620-8A6B3617EAF6}"/>
                    </a:ext>
                  </a:extLst>
                </p:cNvPr>
                <p:cNvGrpSpPr/>
                <p:nvPr/>
              </p:nvGrpSpPr>
              <p:grpSpPr>
                <a:xfrm>
                  <a:off x="8058228" y="2720817"/>
                  <a:ext cx="815424" cy="87465"/>
                  <a:chOff x="8058228" y="2720817"/>
                  <a:chExt cx="815424" cy="87465"/>
                </a:xfrm>
                <a:grpFill/>
              </p:grpSpPr>
              <p:sp>
                <p:nvSpPr>
                  <p:cNvPr id="121" name="任意多边形: 形状 120">
                    <a:extLst>
                      <a:ext uri="{FF2B5EF4-FFF2-40B4-BE49-F238E27FC236}">
                        <a16:creationId xmlns:a16="http://schemas.microsoft.com/office/drawing/2014/main" id="{6E61B4E9-AF03-5869-3418-5034683FC620}"/>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122" name="任意多边形: 形状 121">
                    <a:extLst>
                      <a:ext uri="{FF2B5EF4-FFF2-40B4-BE49-F238E27FC236}">
                        <a16:creationId xmlns:a16="http://schemas.microsoft.com/office/drawing/2014/main" id="{8FB9FCD6-3FD5-E8F5-CEF3-C54B800601B3}"/>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17" name="图形 2">
                  <a:extLst>
                    <a:ext uri="{FF2B5EF4-FFF2-40B4-BE49-F238E27FC236}">
                      <a16:creationId xmlns:a16="http://schemas.microsoft.com/office/drawing/2014/main" id="{A2A2E99F-A789-6F6A-4855-7BD9E412DD53}"/>
                    </a:ext>
                  </a:extLst>
                </p:cNvPr>
                <p:cNvGrpSpPr/>
                <p:nvPr/>
              </p:nvGrpSpPr>
              <p:grpSpPr>
                <a:xfrm>
                  <a:off x="8375359" y="2800112"/>
                  <a:ext cx="181153" cy="98266"/>
                  <a:chOff x="8375359" y="2800112"/>
                  <a:chExt cx="181153" cy="98266"/>
                </a:xfrm>
                <a:grpFill/>
              </p:grpSpPr>
              <p:sp>
                <p:nvSpPr>
                  <p:cNvPr id="119" name="任意多边形: 形状 118">
                    <a:extLst>
                      <a:ext uri="{FF2B5EF4-FFF2-40B4-BE49-F238E27FC236}">
                        <a16:creationId xmlns:a16="http://schemas.microsoft.com/office/drawing/2014/main" id="{20DB0AAF-4D55-3936-787F-5C063D8A766A}"/>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20" name="任意多边形: 形状 119">
                    <a:extLst>
                      <a:ext uri="{FF2B5EF4-FFF2-40B4-BE49-F238E27FC236}">
                        <a16:creationId xmlns:a16="http://schemas.microsoft.com/office/drawing/2014/main" id="{6FA5F13B-6D8D-9CE4-0B75-DDA548FE900E}"/>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18" name="任意多边形: 形状 117">
                  <a:extLst>
                    <a:ext uri="{FF2B5EF4-FFF2-40B4-BE49-F238E27FC236}">
                      <a16:creationId xmlns:a16="http://schemas.microsoft.com/office/drawing/2014/main" id="{471217D8-AB99-6FB8-B2F8-03AE6FC6BD66}"/>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14" name="任意多边形: 形状 113">
                <a:extLst>
                  <a:ext uri="{FF2B5EF4-FFF2-40B4-BE49-F238E27FC236}">
                    <a16:creationId xmlns:a16="http://schemas.microsoft.com/office/drawing/2014/main" id="{48EE0BCE-2236-2BD6-25DE-6A8D527ABABE}"/>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146" name="组合 145">
            <a:extLst>
              <a:ext uri="{FF2B5EF4-FFF2-40B4-BE49-F238E27FC236}">
                <a16:creationId xmlns:a16="http://schemas.microsoft.com/office/drawing/2014/main" id="{ECB384A9-E23D-066F-9D64-5AE9C894A3AF}"/>
              </a:ext>
            </a:extLst>
          </p:cNvPr>
          <p:cNvGrpSpPr/>
          <p:nvPr/>
        </p:nvGrpSpPr>
        <p:grpSpPr>
          <a:xfrm>
            <a:off x="9464800" y="4218447"/>
            <a:ext cx="533868" cy="533868"/>
            <a:chOff x="7669684" y="1301865"/>
            <a:chExt cx="533868" cy="533868"/>
          </a:xfrm>
        </p:grpSpPr>
        <p:sp>
          <p:nvSpPr>
            <p:cNvPr id="123" name="椭圆 122">
              <a:extLst>
                <a:ext uri="{FF2B5EF4-FFF2-40B4-BE49-F238E27FC236}">
                  <a16:creationId xmlns:a16="http://schemas.microsoft.com/office/drawing/2014/main" id="{A6B1B6B0-EAB1-E126-A765-FA006189F780}"/>
                </a:ext>
              </a:extLst>
            </p:cNvPr>
            <p:cNvSpPr/>
            <p:nvPr/>
          </p:nvSpPr>
          <p:spPr>
            <a:xfrm>
              <a:off x="7669684" y="1301865"/>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24" name="组合 123">
              <a:extLst>
                <a:ext uri="{FF2B5EF4-FFF2-40B4-BE49-F238E27FC236}">
                  <a16:creationId xmlns:a16="http://schemas.microsoft.com/office/drawing/2014/main" id="{A88194FA-E9A1-945E-156D-A7FB9917A4D9}"/>
                </a:ext>
              </a:extLst>
            </p:cNvPr>
            <p:cNvGrpSpPr/>
            <p:nvPr/>
          </p:nvGrpSpPr>
          <p:grpSpPr>
            <a:xfrm>
              <a:off x="7816406" y="1405345"/>
              <a:ext cx="240428" cy="344376"/>
              <a:chOff x="836195" y="3769979"/>
              <a:chExt cx="732845" cy="1049694"/>
            </a:xfrm>
            <a:solidFill>
              <a:schemeClr val="bg1"/>
            </a:solidFill>
          </p:grpSpPr>
          <p:sp>
            <p:nvSpPr>
              <p:cNvPr id="125" name="任意多边形: 形状 124">
                <a:extLst>
                  <a:ext uri="{FF2B5EF4-FFF2-40B4-BE49-F238E27FC236}">
                    <a16:creationId xmlns:a16="http://schemas.microsoft.com/office/drawing/2014/main" id="{3CBC9A42-AFF1-6676-C148-4A202BFDEF07}"/>
                  </a:ext>
                </a:extLst>
              </p:cNvPr>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126" name="任意多边形: 形状 125">
                <a:extLst>
                  <a:ext uri="{FF2B5EF4-FFF2-40B4-BE49-F238E27FC236}">
                    <a16:creationId xmlns:a16="http://schemas.microsoft.com/office/drawing/2014/main" id="{E29A277F-0DE7-16B7-5A5E-5F464C57B020}"/>
                  </a:ext>
                </a:extLst>
              </p:cNvPr>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127" name="任意多边形: 形状 126">
                <a:extLst>
                  <a:ext uri="{FF2B5EF4-FFF2-40B4-BE49-F238E27FC236}">
                    <a16:creationId xmlns:a16="http://schemas.microsoft.com/office/drawing/2014/main" id="{0BED498A-866C-CD66-50C2-54FA564A6742}"/>
                  </a:ext>
                </a:extLst>
              </p:cNvPr>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128" name="图形 2">
                <a:extLst>
                  <a:ext uri="{FF2B5EF4-FFF2-40B4-BE49-F238E27FC236}">
                    <a16:creationId xmlns:a16="http://schemas.microsoft.com/office/drawing/2014/main" id="{27FB2693-07D8-D2AD-BDC9-8ACDAF577690}"/>
                  </a:ext>
                </a:extLst>
              </p:cNvPr>
              <p:cNvGrpSpPr/>
              <p:nvPr/>
            </p:nvGrpSpPr>
            <p:grpSpPr>
              <a:xfrm>
                <a:off x="1053910" y="3874444"/>
                <a:ext cx="297414" cy="125072"/>
                <a:chOff x="5090042" y="3874444"/>
                <a:chExt cx="297414" cy="125072"/>
              </a:xfrm>
              <a:grpFill/>
            </p:grpSpPr>
            <p:grpSp>
              <p:nvGrpSpPr>
                <p:cNvPr id="139" name="图形 2">
                  <a:extLst>
                    <a:ext uri="{FF2B5EF4-FFF2-40B4-BE49-F238E27FC236}">
                      <a16:creationId xmlns:a16="http://schemas.microsoft.com/office/drawing/2014/main" id="{D7884840-9CF1-40B4-B5E0-A7E2232239E0}"/>
                    </a:ext>
                  </a:extLst>
                </p:cNvPr>
                <p:cNvGrpSpPr/>
                <p:nvPr/>
              </p:nvGrpSpPr>
              <p:grpSpPr>
                <a:xfrm>
                  <a:off x="5090042" y="3874444"/>
                  <a:ext cx="297414" cy="125072"/>
                  <a:chOff x="5090042" y="3874444"/>
                  <a:chExt cx="297414" cy="125072"/>
                </a:xfrm>
                <a:grpFill/>
              </p:grpSpPr>
              <p:sp>
                <p:nvSpPr>
                  <p:cNvPr id="143" name="任意多边形: 形状 142">
                    <a:extLst>
                      <a:ext uri="{FF2B5EF4-FFF2-40B4-BE49-F238E27FC236}">
                        <a16:creationId xmlns:a16="http://schemas.microsoft.com/office/drawing/2014/main" id="{4439903E-810B-B766-D9EF-BFAAEA025D7F}"/>
                      </a:ext>
                    </a:extLst>
                  </p:cNvPr>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144" name="任意多边形: 形状 143">
                    <a:extLst>
                      <a:ext uri="{FF2B5EF4-FFF2-40B4-BE49-F238E27FC236}">
                        <a16:creationId xmlns:a16="http://schemas.microsoft.com/office/drawing/2014/main" id="{1FE2BB33-25C5-C684-E04C-DA5E303E3CA0}"/>
                      </a:ext>
                    </a:extLst>
                  </p:cNvPr>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140" name="图形 2">
                  <a:extLst>
                    <a:ext uri="{FF2B5EF4-FFF2-40B4-BE49-F238E27FC236}">
                      <a16:creationId xmlns:a16="http://schemas.microsoft.com/office/drawing/2014/main" id="{D2854EB5-BD5A-11A7-E997-9AF5CBC333FB}"/>
                    </a:ext>
                  </a:extLst>
                </p:cNvPr>
                <p:cNvGrpSpPr/>
                <p:nvPr/>
              </p:nvGrpSpPr>
              <p:grpSpPr>
                <a:xfrm>
                  <a:off x="5193855" y="3874444"/>
                  <a:ext cx="89788" cy="37496"/>
                  <a:chOff x="5193855" y="3874444"/>
                  <a:chExt cx="89788" cy="37496"/>
                </a:xfrm>
                <a:grpFill/>
              </p:grpSpPr>
              <p:sp>
                <p:nvSpPr>
                  <p:cNvPr id="141" name="任意多边形: 形状 140">
                    <a:extLst>
                      <a:ext uri="{FF2B5EF4-FFF2-40B4-BE49-F238E27FC236}">
                        <a16:creationId xmlns:a16="http://schemas.microsoft.com/office/drawing/2014/main" id="{E3290653-BF67-0725-BDFB-3C02E6D0E601}"/>
                      </a:ext>
                    </a:extLst>
                  </p:cNvPr>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142" name="任意多边形: 形状 141">
                    <a:extLst>
                      <a:ext uri="{FF2B5EF4-FFF2-40B4-BE49-F238E27FC236}">
                        <a16:creationId xmlns:a16="http://schemas.microsoft.com/office/drawing/2014/main" id="{21FE3C26-DB04-C432-6D20-4F880E41B16F}"/>
                      </a:ext>
                    </a:extLst>
                  </p:cNvPr>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129" name="任意多边形: 形状 128">
                <a:extLst>
                  <a:ext uri="{FF2B5EF4-FFF2-40B4-BE49-F238E27FC236}">
                    <a16:creationId xmlns:a16="http://schemas.microsoft.com/office/drawing/2014/main" id="{D53839E1-6AB7-F8D8-D539-89B88489B4FF}"/>
                  </a:ext>
                </a:extLst>
              </p:cNvPr>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DE36712D-7776-5632-BA3D-774EDE3D0E90}"/>
                  </a:ext>
                </a:extLst>
              </p:cNvPr>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5B7C7B85-9FFB-7009-D3A3-D518CBB1E187}"/>
                  </a:ext>
                </a:extLst>
              </p:cNvPr>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9BCF3962-D71E-F99C-FAD9-C1E1F50CC65B}"/>
                  </a:ext>
                </a:extLst>
              </p:cNvPr>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133" name="任意多边形: 形状 132">
                <a:extLst>
                  <a:ext uri="{FF2B5EF4-FFF2-40B4-BE49-F238E27FC236}">
                    <a16:creationId xmlns:a16="http://schemas.microsoft.com/office/drawing/2014/main" id="{96FF7D11-6218-4DC0-DEFD-BFEE1CD88E4F}"/>
                  </a:ext>
                </a:extLst>
              </p:cNvPr>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134" name="任意多边形: 形状 133">
                <a:extLst>
                  <a:ext uri="{FF2B5EF4-FFF2-40B4-BE49-F238E27FC236}">
                    <a16:creationId xmlns:a16="http://schemas.microsoft.com/office/drawing/2014/main" id="{5E5855A1-0F74-B918-6C5E-57026F9118E1}"/>
                  </a:ext>
                </a:extLst>
              </p:cNvPr>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DE038F51-5235-F3F9-003F-94F1B1103D22}"/>
                  </a:ext>
                </a:extLst>
              </p:cNvPr>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136" name="图形 2">
                <a:extLst>
                  <a:ext uri="{FF2B5EF4-FFF2-40B4-BE49-F238E27FC236}">
                    <a16:creationId xmlns:a16="http://schemas.microsoft.com/office/drawing/2014/main" id="{F8B3643C-D3AC-1B57-28FB-5FDB709B7755}"/>
                  </a:ext>
                </a:extLst>
              </p:cNvPr>
              <p:cNvGrpSpPr/>
              <p:nvPr/>
            </p:nvGrpSpPr>
            <p:grpSpPr>
              <a:xfrm>
                <a:off x="1387741" y="4077406"/>
                <a:ext cx="105570" cy="105561"/>
                <a:chOff x="5423873" y="4077406"/>
                <a:chExt cx="105570" cy="105561"/>
              </a:xfrm>
              <a:grpFill/>
            </p:grpSpPr>
            <p:sp>
              <p:nvSpPr>
                <p:cNvPr id="137" name="任意多边形: 形状 136">
                  <a:extLst>
                    <a:ext uri="{FF2B5EF4-FFF2-40B4-BE49-F238E27FC236}">
                      <a16:creationId xmlns:a16="http://schemas.microsoft.com/office/drawing/2014/main" id="{76CA6337-82BE-049E-0C79-ADAEA48C04E5}"/>
                    </a:ext>
                  </a:extLst>
                </p:cNvPr>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138" name="任意多边形: 形状 137">
                  <a:extLst>
                    <a:ext uri="{FF2B5EF4-FFF2-40B4-BE49-F238E27FC236}">
                      <a16:creationId xmlns:a16="http://schemas.microsoft.com/office/drawing/2014/main" id="{1A7E0610-B5D1-D04E-B36B-3DE45FA64E3A}"/>
                    </a:ext>
                  </a:extLst>
                </p:cNvPr>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grpSp>
        <p:nvGrpSpPr>
          <p:cNvPr id="163" name="组合 162">
            <a:extLst>
              <a:ext uri="{FF2B5EF4-FFF2-40B4-BE49-F238E27FC236}">
                <a16:creationId xmlns:a16="http://schemas.microsoft.com/office/drawing/2014/main" id="{E1F4379E-13D3-D417-343B-4A86471C6728}"/>
              </a:ext>
            </a:extLst>
          </p:cNvPr>
          <p:cNvGrpSpPr/>
          <p:nvPr/>
        </p:nvGrpSpPr>
        <p:grpSpPr>
          <a:xfrm>
            <a:off x="5829066" y="1665026"/>
            <a:ext cx="533868" cy="533868"/>
            <a:chOff x="5829066" y="1273140"/>
            <a:chExt cx="533868" cy="533868"/>
          </a:xfrm>
        </p:grpSpPr>
        <p:sp>
          <p:nvSpPr>
            <p:cNvPr id="148" name="椭圆 147">
              <a:extLst>
                <a:ext uri="{FF2B5EF4-FFF2-40B4-BE49-F238E27FC236}">
                  <a16:creationId xmlns:a16="http://schemas.microsoft.com/office/drawing/2014/main" id="{485D49A1-4BC2-9384-EEF5-F951AB63CF47}"/>
                </a:ext>
              </a:extLst>
            </p:cNvPr>
            <p:cNvSpPr/>
            <p:nvPr/>
          </p:nvSpPr>
          <p:spPr>
            <a:xfrm>
              <a:off x="5829066" y="127314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6" name="图形 2">
              <a:extLst>
                <a:ext uri="{FF2B5EF4-FFF2-40B4-BE49-F238E27FC236}">
                  <a16:creationId xmlns:a16="http://schemas.microsoft.com/office/drawing/2014/main" id="{F78B9EC0-7499-B24F-9D9D-D973E0F6973F}"/>
                </a:ext>
              </a:extLst>
            </p:cNvPr>
            <p:cNvGrpSpPr/>
            <p:nvPr/>
          </p:nvGrpSpPr>
          <p:grpSpPr>
            <a:xfrm>
              <a:off x="5990569" y="1403662"/>
              <a:ext cx="200953" cy="272823"/>
              <a:chOff x="3154072" y="343971"/>
              <a:chExt cx="740346" cy="1005125"/>
            </a:xfrm>
            <a:solidFill>
              <a:schemeClr val="bg1"/>
            </a:solidFill>
          </p:grpSpPr>
          <p:sp>
            <p:nvSpPr>
              <p:cNvPr id="157" name="任意多边形: 形状 156">
                <a:extLst>
                  <a:ext uri="{FF2B5EF4-FFF2-40B4-BE49-F238E27FC236}">
                    <a16:creationId xmlns:a16="http://schemas.microsoft.com/office/drawing/2014/main" id="{0433CCEE-875F-EEC5-5AD6-D3B40F32D6E5}"/>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58" name="任意多边形: 形状 157">
                <a:extLst>
                  <a:ext uri="{FF2B5EF4-FFF2-40B4-BE49-F238E27FC236}">
                    <a16:creationId xmlns:a16="http://schemas.microsoft.com/office/drawing/2014/main" id="{FD737D4D-55A7-037F-2CC2-C80C4E72934C}"/>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59" name="任意多边形: 形状 158">
                <a:extLst>
                  <a:ext uri="{FF2B5EF4-FFF2-40B4-BE49-F238E27FC236}">
                    <a16:creationId xmlns:a16="http://schemas.microsoft.com/office/drawing/2014/main" id="{C76F2721-2AE9-93CB-FACC-B45D91FCAB77}"/>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60" name="图形 2">
                <a:extLst>
                  <a:ext uri="{FF2B5EF4-FFF2-40B4-BE49-F238E27FC236}">
                    <a16:creationId xmlns:a16="http://schemas.microsoft.com/office/drawing/2014/main" id="{589CB893-82D2-22D9-336D-BCFFF5419F0F}"/>
                  </a:ext>
                </a:extLst>
              </p:cNvPr>
              <p:cNvGrpSpPr/>
              <p:nvPr/>
            </p:nvGrpSpPr>
            <p:grpSpPr>
              <a:xfrm>
                <a:off x="3318475" y="356830"/>
                <a:ext cx="411548" cy="147447"/>
                <a:chOff x="3318475" y="356830"/>
                <a:chExt cx="411548" cy="147447"/>
              </a:xfrm>
              <a:grpFill/>
            </p:grpSpPr>
            <p:sp>
              <p:nvSpPr>
                <p:cNvPr id="161" name="任意多边形: 形状 160">
                  <a:extLst>
                    <a:ext uri="{FF2B5EF4-FFF2-40B4-BE49-F238E27FC236}">
                      <a16:creationId xmlns:a16="http://schemas.microsoft.com/office/drawing/2014/main" id="{8611DC2C-4FB8-E44A-E65B-BD7327DD2E88}"/>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62" name="任意多边形: 形状 161">
                  <a:extLst>
                    <a:ext uri="{FF2B5EF4-FFF2-40B4-BE49-F238E27FC236}">
                      <a16:creationId xmlns:a16="http://schemas.microsoft.com/office/drawing/2014/main" id="{36614162-01BC-ADAB-834E-FA5455A42678}"/>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sp>
        <p:nvSpPr>
          <p:cNvPr id="164" name="稿定-9">
            <a:extLst>
              <a:ext uri="{FF2B5EF4-FFF2-40B4-BE49-F238E27FC236}">
                <a16:creationId xmlns:a16="http://schemas.microsoft.com/office/drawing/2014/main" id="{549D7192-7834-71C0-BF9E-AAB9541EA88F}"/>
              </a:ext>
            </a:extLst>
          </p:cNvPr>
          <p:cNvSpPr/>
          <p:nvPr/>
        </p:nvSpPr>
        <p:spPr>
          <a:xfrm flipH="1">
            <a:off x="5271416" y="4396090"/>
            <a:ext cx="1649168" cy="990656"/>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大力推进流程展示</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65" name="矩形: 圆角 164">
            <a:extLst>
              <a:ext uri="{FF2B5EF4-FFF2-40B4-BE49-F238E27FC236}">
                <a16:creationId xmlns:a16="http://schemas.microsoft.com/office/drawing/2014/main" id="{87ACFD22-CBDB-F939-749F-37625FF22B10}"/>
              </a:ext>
            </a:extLst>
          </p:cNvPr>
          <p:cNvSpPr/>
          <p:nvPr/>
        </p:nvSpPr>
        <p:spPr>
          <a:xfrm>
            <a:off x="1130300" y="5781844"/>
            <a:ext cx="9931400" cy="763376"/>
          </a:xfrm>
          <a:prstGeom prst="roundRect">
            <a:avLst>
              <a:gd name="adj" fmla="val 497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稿定-31">
            <a:extLst>
              <a:ext uri="{FF2B5EF4-FFF2-40B4-BE49-F238E27FC236}">
                <a16:creationId xmlns:a16="http://schemas.microsoft.com/office/drawing/2014/main" id="{5ECA400A-D385-E6EA-CB74-61F0A5F00DAE}"/>
              </a:ext>
            </a:extLst>
          </p:cNvPr>
          <p:cNvSpPr/>
          <p:nvPr/>
        </p:nvSpPr>
        <p:spPr>
          <a:xfrm flipH="1">
            <a:off x="1384300" y="5881559"/>
            <a:ext cx="9423400" cy="627159"/>
          </a:xfrm>
          <a:prstGeom prst="rect">
            <a:avLst/>
          </a:prstGeom>
        </p:spPr>
        <p:txBody>
          <a:bodyPr wrap="square" lIns="0" tIns="0" rIns="0" bIns="0" anchor="ctr">
            <a:spAutoFit/>
          </a:bodyPr>
          <a:lstStyle/>
          <a:p>
            <a:pPr>
              <a:lnSpc>
                <a:spcPct val="150000"/>
              </a:lnSpc>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a:t>
            </a:r>
            <a:endParaRPr kumimoji="0" lang="en-US" altLang="zh-CN"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endParaRPr kumimoji="0" lang="en-US" altLang="zh-CN"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1" name="文本框 170">
            <a:extLst>
              <a:ext uri="{FF2B5EF4-FFF2-40B4-BE49-F238E27FC236}">
                <a16:creationId xmlns:a16="http://schemas.microsoft.com/office/drawing/2014/main" id="{97C9882A-3A41-A26C-A26C-0C91C77B98A2}"/>
              </a:ext>
            </a:extLst>
          </p:cNvPr>
          <p:cNvSpPr txBox="1"/>
          <p:nvPr/>
        </p:nvSpPr>
        <p:spPr>
          <a:xfrm>
            <a:off x="1809950" y="3627579"/>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1</a:t>
            </a:r>
            <a:endParaRPr lang="zh-CN" altLang="en-US" sz="4000" dirty="0">
              <a:latin typeface="Facon" pitchFamily="2" charset="0"/>
            </a:endParaRPr>
          </a:p>
        </p:txBody>
      </p:sp>
      <p:sp>
        <p:nvSpPr>
          <p:cNvPr id="172" name="文本框 171">
            <a:extLst>
              <a:ext uri="{FF2B5EF4-FFF2-40B4-BE49-F238E27FC236}">
                <a16:creationId xmlns:a16="http://schemas.microsoft.com/office/drawing/2014/main" id="{89185FBA-E57D-31E1-74E5-E00F9A81C277}"/>
              </a:ext>
            </a:extLst>
          </p:cNvPr>
          <p:cNvSpPr txBox="1"/>
          <p:nvPr/>
        </p:nvSpPr>
        <p:spPr>
          <a:xfrm>
            <a:off x="10151015" y="3627579"/>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5</a:t>
            </a:r>
            <a:endParaRPr lang="zh-CN" altLang="en-US" sz="4000" dirty="0">
              <a:latin typeface="Facon" pitchFamily="2" charset="0"/>
            </a:endParaRPr>
          </a:p>
        </p:txBody>
      </p:sp>
      <p:sp>
        <p:nvSpPr>
          <p:cNvPr id="174" name="文本框 173">
            <a:extLst>
              <a:ext uri="{FF2B5EF4-FFF2-40B4-BE49-F238E27FC236}">
                <a16:creationId xmlns:a16="http://schemas.microsoft.com/office/drawing/2014/main" id="{1E01FBFC-6F55-9621-9A6A-53976EFB8F99}"/>
              </a:ext>
            </a:extLst>
          </p:cNvPr>
          <p:cNvSpPr txBox="1"/>
          <p:nvPr/>
        </p:nvSpPr>
        <p:spPr>
          <a:xfrm>
            <a:off x="8446252" y="1693973"/>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4</a:t>
            </a:r>
            <a:endParaRPr lang="zh-CN" altLang="en-US" sz="4000" dirty="0">
              <a:latin typeface="Facon" pitchFamily="2" charset="0"/>
            </a:endParaRPr>
          </a:p>
        </p:txBody>
      </p:sp>
      <p:sp>
        <p:nvSpPr>
          <p:cNvPr id="175" name="文本框 174">
            <a:extLst>
              <a:ext uri="{FF2B5EF4-FFF2-40B4-BE49-F238E27FC236}">
                <a16:creationId xmlns:a16="http://schemas.microsoft.com/office/drawing/2014/main" id="{180FDC23-A50C-EA9A-C291-A810B95848A2}"/>
              </a:ext>
            </a:extLst>
          </p:cNvPr>
          <p:cNvSpPr txBox="1"/>
          <p:nvPr/>
        </p:nvSpPr>
        <p:spPr>
          <a:xfrm>
            <a:off x="3389208" y="1693973"/>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2</a:t>
            </a:r>
            <a:endParaRPr lang="zh-CN" altLang="en-US" sz="4000" dirty="0">
              <a:latin typeface="Facon" pitchFamily="2" charset="0"/>
            </a:endParaRPr>
          </a:p>
        </p:txBody>
      </p:sp>
      <p:sp>
        <p:nvSpPr>
          <p:cNvPr id="176" name="文本框 175">
            <a:extLst>
              <a:ext uri="{FF2B5EF4-FFF2-40B4-BE49-F238E27FC236}">
                <a16:creationId xmlns:a16="http://schemas.microsoft.com/office/drawing/2014/main" id="{1328CAC5-C9BF-88C7-9874-E4270F7F4399}"/>
              </a:ext>
            </a:extLst>
          </p:cNvPr>
          <p:cNvSpPr txBox="1"/>
          <p:nvPr/>
        </p:nvSpPr>
        <p:spPr>
          <a:xfrm>
            <a:off x="5932950" y="866982"/>
            <a:ext cx="326101" cy="839076"/>
          </a:xfrm>
          <a:prstGeom prst="rect">
            <a:avLst/>
          </a:prstGeom>
        </p:spPr>
        <p:txBody>
          <a:bodyPr wrap="square" lIns="0" tIns="0" rIns="0" bIns="0" anchor="ctr">
            <a:spAutoFit/>
          </a:bodyPr>
          <a:lstStyle>
            <a:defPPr>
              <a:defRPr lang="zh-CN"/>
            </a:defPPr>
            <a:lvl1pPr marR="0" lvl="0" indent="0" algn="ctr" fontAlgn="auto">
              <a:lnSpc>
                <a:spcPct val="150000"/>
              </a:lnSpc>
              <a:spcBef>
                <a:spcPts val="0"/>
              </a:spcBef>
              <a:spcAft>
                <a:spcPts val="0"/>
              </a:spcAft>
              <a:buClrTx/>
              <a:buSzTx/>
              <a:buFontTx/>
              <a:buNone/>
              <a:tabLst/>
              <a:defRPr kumimoji="0" sz="2400" i="0" u="none" strike="noStrike" cap="none" spc="0" normalizeH="0" baseline="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en-US" altLang="zh-CN" sz="4000" dirty="0">
                <a:latin typeface="Facon" pitchFamily="2" charset="0"/>
                <a:sym typeface="阿里巴巴普惠体 2 45 Light" panose="00020600040101010101" pitchFamily="18" charset="-122"/>
              </a:rPr>
              <a:t>3</a:t>
            </a:r>
            <a:endParaRPr lang="zh-CN" altLang="en-US" sz="4000" dirty="0">
              <a:latin typeface="Facon" pitchFamily="2" charset="0"/>
            </a:endParaRPr>
          </a:p>
        </p:txBody>
      </p:sp>
    </p:spTree>
    <p:extLst>
      <p:ext uri="{BB962C8B-B14F-4D97-AF65-F5344CB8AC3E}">
        <p14:creationId xmlns:p14="http://schemas.microsoft.com/office/powerpoint/2010/main" val="383109917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a:extLst>
              <a:ext uri="{FF2B5EF4-FFF2-40B4-BE49-F238E27FC236}">
                <a16:creationId xmlns:a16="http://schemas.microsoft.com/office/drawing/2014/main" id="{FF8FAB6C-11CC-B0DE-0268-6380E3B9D004}"/>
              </a:ext>
            </a:extLst>
          </p:cNvPr>
          <p:cNvSpPr/>
          <p:nvPr/>
        </p:nvSpPr>
        <p:spPr>
          <a:xfrm>
            <a:off x="-1" y="1697516"/>
            <a:ext cx="11462280" cy="4133709"/>
          </a:xfrm>
          <a:custGeom>
            <a:avLst/>
            <a:gdLst>
              <a:gd name="connsiteX0" fmla="*/ 0 w 11462280"/>
              <a:gd name="connsiteY0" fmla="*/ 0 h 4133709"/>
              <a:gd name="connsiteX1" fmla="*/ 267816 w 11462280"/>
              <a:gd name="connsiteY1" fmla="*/ 133531 h 4133709"/>
              <a:gd name="connsiteX2" fmla="*/ 4571630 w 11462280"/>
              <a:gd name="connsiteY2" fmla="*/ 1346143 h 4133709"/>
              <a:gd name="connsiteX3" fmla="*/ 10243097 w 11462280"/>
              <a:gd name="connsiteY3" fmla="*/ 1267585 h 4133709"/>
              <a:gd name="connsiteX4" fmla="*/ 10267950 w 11462280"/>
              <a:gd name="connsiteY4" fmla="*/ 1257518 h 4133709"/>
              <a:gd name="connsiteX5" fmla="*/ 10267950 w 11462280"/>
              <a:gd name="connsiteY5" fmla="*/ 683734 h 4133709"/>
              <a:gd name="connsiteX6" fmla="*/ 11462280 w 11462280"/>
              <a:gd name="connsiteY6" fmla="*/ 2066856 h 4133709"/>
              <a:gd name="connsiteX7" fmla="*/ 10267950 w 11462280"/>
              <a:gd name="connsiteY7" fmla="*/ 3449978 h 4133709"/>
              <a:gd name="connsiteX8" fmla="*/ 10267950 w 11462280"/>
              <a:gd name="connsiteY8" fmla="*/ 2876191 h 4133709"/>
              <a:gd name="connsiteX9" fmla="*/ 10243097 w 11462280"/>
              <a:gd name="connsiteY9" fmla="*/ 2866124 h 4133709"/>
              <a:gd name="connsiteX10" fmla="*/ 4571630 w 11462280"/>
              <a:gd name="connsiteY10" fmla="*/ 2787565 h 4133709"/>
              <a:gd name="connsiteX11" fmla="*/ 267816 w 11462280"/>
              <a:gd name="connsiteY11" fmla="*/ 4000178 h 4133709"/>
              <a:gd name="connsiteX12" fmla="*/ 0 w 11462280"/>
              <a:gd name="connsiteY12" fmla="*/ 4133709 h 413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62280" h="4133709">
                <a:moveTo>
                  <a:pt x="0" y="0"/>
                </a:moveTo>
                <a:lnTo>
                  <a:pt x="267816" y="133531"/>
                </a:lnTo>
                <a:cubicBezTo>
                  <a:pt x="1348721" y="633244"/>
                  <a:pt x="2865016" y="1075843"/>
                  <a:pt x="4571630" y="1346143"/>
                </a:cubicBezTo>
                <a:cubicBezTo>
                  <a:pt x="6955471" y="1723706"/>
                  <a:pt x="9090035" y="1666802"/>
                  <a:pt x="10243097" y="1267585"/>
                </a:cubicBezTo>
                <a:lnTo>
                  <a:pt x="10267950" y="1257518"/>
                </a:lnTo>
                <a:lnTo>
                  <a:pt x="10267950" y="683734"/>
                </a:lnTo>
                <a:lnTo>
                  <a:pt x="11462280" y="2066856"/>
                </a:lnTo>
                <a:lnTo>
                  <a:pt x="10267950" y="3449978"/>
                </a:lnTo>
                <a:lnTo>
                  <a:pt x="10267950" y="2876191"/>
                </a:lnTo>
                <a:lnTo>
                  <a:pt x="10243097" y="2866124"/>
                </a:lnTo>
                <a:cubicBezTo>
                  <a:pt x="9090035" y="2466907"/>
                  <a:pt x="6955471" y="2410002"/>
                  <a:pt x="4571630" y="2787565"/>
                </a:cubicBezTo>
                <a:cubicBezTo>
                  <a:pt x="2865016" y="3057867"/>
                  <a:pt x="1348721" y="3500465"/>
                  <a:pt x="267816" y="4000178"/>
                </a:cubicBezTo>
                <a:lnTo>
                  <a:pt x="0" y="4133709"/>
                </a:lnTo>
                <a:close/>
              </a:path>
            </a:pathLst>
          </a:custGeom>
          <a:gradFill flip="none" rotWithShape="1">
            <a:gsLst>
              <a:gs pos="0">
                <a:schemeClr val="accent1">
                  <a:alpha val="0"/>
                </a:schemeClr>
              </a:gs>
              <a:gs pos="100000">
                <a:schemeClr val="accent1"/>
              </a:gs>
            </a:gsLst>
            <a:lin ang="0" scaled="1"/>
            <a:tileRect/>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任意多边形: 形状 8">
            <a:extLst>
              <a:ext uri="{FF2B5EF4-FFF2-40B4-BE49-F238E27FC236}">
                <a16:creationId xmlns:a16="http://schemas.microsoft.com/office/drawing/2014/main" id="{5F70044D-CF28-1A5C-DD60-6CBB2CA96929}"/>
              </a:ext>
            </a:extLst>
          </p:cNvPr>
          <p:cNvSpPr/>
          <p:nvPr/>
        </p:nvSpPr>
        <p:spPr>
          <a:xfrm>
            <a:off x="275960" y="1697516"/>
            <a:ext cx="11462280" cy="4133709"/>
          </a:xfrm>
          <a:custGeom>
            <a:avLst/>
            <a:gdLst>
              <a:gd name="connsiteX0" fmla="*/ 0 w 11462280"/>
              <a:gd name="connsiteY0" fmla="*/ 0 h 4133709"/>
              <a:gd name="connsiteX1" fmla="*/ 267816 w 11462280"/>
              <a:gd name="connsiteY1" fmla="*/ 133531 h 4133709"/>
              <a:gd name="connsiteX2" fmla="*/ 4571630 w 11462280"/>
              <a:gd name="connsiteY2" fmla="*/ 1346143 h 4133709"/>
              <a:gd name="connsiteX3" fmla="*/ 10243097 w 11462280"/>
              <a:gd name="connsiteY3" fmla="*/ 1267585 h 4133709"/>
              <a:gd name="connsiteX4" fmla="*/ 10267950 w 11462280"/>
              <a:gd name="connsiteY4" fmla="*/ 1257518 h 4133709"/>
              <a:gd name="connsiteX5" fmla="*/ 10267950 w 11462280"/>
              <a:gd name="connsiteY5" fmla="*/ 683734 h 4133709"/>
              <a:gd name="connsiteX6" fmla="*/ 11462280 w 11462280"/>
              <a:gd name="connsiteY6" fmla="*/ 2066856 h 4133709"/>
              <a:gd name="connsiteX7" fmla="*/ 10267950 w 11462280"/>
              <a:gd name="connsiteY7" fmla="*/ 3449978 h 4133709"/>
              <a:gd name="connsiteX8" fmla="*/ 10267950 w 11462280"/>
              <a:gd name="connsiteY8" fmla="*/ 2876191 h 4133709"/>
              <a:gd name="connsiteX9" fmla="*/ 10243097 w 11462280"/>
              <a:gd name="connsiteY9" fmla="*/ 2866124 h 4133709"/>
              <a:gd name="connsiteX10" fmla="*/ 4571630 w 11462280"/>
              <a:gd name="connsiteY10" fmla="*/ 2787565 h 4133709"/>
              <a:gd name="connsiteX11" fmla="*/ 267816 w 11462280"/>
              <a:gd name="connsiteY11" fmla="*/ 4000178 h 4133709"/>
              <a:gd name="connsiteX12" fmla="*/ 0 w 11462280"/>
              <a:gd name="connsiteY12" fmla="*/ 4133709 h 413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62280" h="4133709">
                <a:moveTo>
                  <a:pt x="0" y="0"/>
                </a:moveTo>
                <a:lnTo>
                  <a:pt x="267816" y="133531"/>
                </a:lnTo>
                <a:cubicBezTo>
                  <a:pt x="1348721" y="633244"/>
                  <a:pt x="2865016" y="1075843"/>
                  <a:pt x="4571630" y="1346143"/>
                </a:cubicBezTo>
                <a:cubicBezTo>
                  <a:pt x="6955471" y="1723706"/>
                  <a:pt x="9090035" y="1666802"/>
                  <a:pt x="10243097" y="1267585"/>
                </a:cubicBezTo>
                <a:lnTo>
                  <a:pt x="10267950" y="1257518"/>
                </a:lnTo>
                <a:lnTo>
                  <a:pt x="10267950" y="683734"/>
                </a:lnTo>
                <a:lnTo>
                  <a:pt x="11462280" y="2066856"/>
                </a:lnTo>
                <a:lnTo>
                  <a:pt x="10267950" y="3449978"/>
                </a:lnTo>
                <a:lnTo>
                  <a:pt x="10267950" y="2876191"/>
                </a:lnTo>
                <a:lnTo>
                  <a:pt x="10243097" y="2866124"/>
                </a:lnTo>
                <a:cubicBezTo>
                  <a:pt x="9090035" y="2466907"/>
                  <a:pt x="6955471" y="2410002"/>
                  <a:pt x="4571630" y="2787565"/>
                </a:cubicBezTo>
                <a:cubicBezTo>
                  <a:pt x="2865016" y="3057867"/>
                  <a:pt x="1348721" y="3500465"/>
                  <a:pt x="267816" y="4000178"/>
                </a:cubicBezTo>
                <a:lnTo>
                  <a:pt x="0" y="4133709"/>
                </a:lnTo>
                <a:close/>
              </a:path>
            </a:pathLst>
          </a:custGeom>
          <a:noFill/>
          <a:ln>
            <a:gradFill flip="none" rotWithShape="1">
              <a:gsLst>
                <a:gs pos="23900">
                  <a:schemeClr val="accent1"/>
                </a:gs>
                <a:gs pos="0">
                  <a:schemeClr val="accent1">
                    <a:alpha val="0"/>
                  </a:schemeClr>
                </a:gs>
                <a:gs pos="57000">
                  <a:schemeClr val="accent1">
                    <a:alpha val="0"/>
                  </a:schemeClr>
                </a:gs>
              </a:gsLst>
              <a:lin ang="0" scaled="1"/>
              <a:tileRect/>
            </a:grad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7" name="组合 86">
            <a:extLst>
              <a:ext uri="{FF2B5EF4-FFF2-40B4-BE49-F238E27FC236}">
                <a16:creationId xmlns:a16="http://schemas.microsoft.com/office/drawing/2014/main" id="{26E28279-A763-BBC3-EAE9-2FB1AF132AB7}"/>
              </a:ext>
            </a:extLst>
          </p:cNvPr>
          <p:cNvGrpSpPr/>
          <p:nvPr/>
        </p:nvGrpSpPr>
        <p:grpSpPr>
          <a:xfrm>
            <a:off x="3501559" y="1722687"/>
            <a:ext cx="572943" cy="572943"/>
            <a:chOff x="3501559" y="1722687"/>
            <a:chExt cx="572943" cy="572943"/>
          </a:xfrm>
        </p:grpSpPr>
        <p:sp>
          <p:nvSpPr>
            <p:cNvPr id="59" name="椭圆 58">
              <a:extLst>
                <a:ext uri="{FF2B5EF4-FFF2-40B4-BE49-F238E27FC236}">
                  <a16:creationId xmlns:a16="http://schemas.microsoft.com/office/drawing/2014/main" id="{3D2A02D3-CC04-B107-6127-F54400F48B7F}"/>
                </a:ext>
              </a:extLst>
            </p:cNvPr>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弧形 59">
              <a:extLst>
                <a:ext uri="{FF2B5EF4-FFF2-40B4-BE49-F238E27FC236}">
                  <a16:creationId xmlns:a16="http://schemas.microsoft.com/office/drawing/2014/main" id="{770EF7A9-0072-CCD9-6AA9-E9628B9D25D1}"/>
                </a:ext>
              </a:extLst>
            </p:cNvPr>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弧形 60">
              <a:extLst>
                <a:ext uri="{FF2B5EF4-FFF2-40B4-BE49-F238E27FC236}">
                  <a16:creationId xmlns:a16="http://schemas.microsoft.com/office/drawing/2014/main" id="{26F18D06-7786-1ACC-E389-C750D06089E7}"/>
                </a:ext>
              </a:extLst>
            </p:cNvPr>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47133F5D-DD10-8C1C-5171-A65A375CD22D}"/>
                </a:ext>
              </a:extLst>
            </p:cNvPr>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93" name="稿定-9">
            <a:extLst>
              <a:ext uri="{FF2B5EF4-FFF2-40B4-BE49-F238E27FC236}">
                <a16:creationId xmlns:a16="http://schemas.microsoft.com/office/drawing/2014/main" id="{E71ECF6D-61DC-30B0-F733-B1DABB94F065}"/>
              </a:ext>
            </a:extLst>
          </p:cNvPr>
          <p:cNvSpPr/>
          <p:nvPr/>
        </p:nvSpPr>
        <p:spPr>
          <a:xfrm flipH="1">
            <a:off x="1979797" y="1578441"/>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lang="zh-CN" altLang="en-US" sz="1400" dirty="0">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孜孜不倦</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4" name="稿定-31">
            <a:extLst>
              <a:ext uri="{FF2B5EF4-FFF2-40B4-BE49-F238E27FC236}">
                <a16:creationId xmlns:a16="http://schemas.microsoft.com/office/drawing/2014/main" id="{9CA3C5D6-09C2-93F0-2C28-03B663C4596C}"/>
              </a:ext>
            </a:extLst>
          </p:cNvPr>
          <p:cNvSpPr/>
          <p:nvPr/>
        </p:nvSpPr>
        <p:spPr>
          <a:xfrm flipH="1">
            <a:off x="1593130" y="1981377"/>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95" name="组合 94">
            <a:extLst>
              <a:ext uri="{FF2B5EF4-FFF2-40B4-BE49-F238E27FC236}">
                <a16:creationId xmlns:a16="http://schemas.microsoft.com/office/drawing/2014/main" id="{F165EDE4-A121-84CE-835F-517D820F9565}"/>
              </a:ext>
            </a:extLst>
          </p:cNvPr>
          <p:cNvGrpSpPr/>
          <p:nvPr/>
        </p:nvGrpSpPr>
        <p:grpSpPr>
          <a:xfrm>
            <a:off x="6384459" y="1722687"/>
            <a:ext cx="572943" cy="572943"/>
            <a:chOff x="3501559" y="1722687"/>
            <a:chExt cx="572943" cy="572943"/>
          </a:xfrm>
        </p:grpSpPr>
        <p:sp>
          <p:nvSpPr>
            <p:cNvPr id="96" name="椭圆 95">
              <a:extLst>
                <a:ext uri="{FF2B5EF4-FFF2-40B4-BE49-F238E27FC236}">
                  <a16:creationId xmlns:a16="http://schemas.microsoft.com/office/drawing/2014/main" id="{254E4BA5-3E7C-E64D-C341-43A1CF939F63}"/>
                </a:ext>
              </a:extLst>
            </p:cNvPr>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7" name="弧形 96">
              <a:extLst>
                <a:ext uri="{FF2B5EF4-FFF2-40B4-BE49-F238E27FC236}">
                  <a16:creationId xmlns:a16="http://schemas.microsoft.com/office/drawing/2014/main" id="{3453FBBD-9B57-FA5D-1DD7-77FFD2C9F012}"/>
                </a:ext>
              </a:extLst>
            </p:cNvPr>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弧形 97">
              <a:extLst>
                <a:ext uri="{FF2B5EF4-FFF2-40B4-BE49-F238E27FC236}">
                  <a16:creationId xmlns:a16="http://schemas.microsoft.com/office/drawing/2014/main" id="{1545A555-A0E4-FF75-A1C7-80273F5799E9}"/>
                </a:ext>
              </a:extLst>
            </p:cNvPr>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a:extLst>
                <a:ext uri="{FF2B5EF4-FFF2-40B4-BE49-F238E27FC236}">
                  <a16:creationId xmlns:a16="http://schemas.microsoft.com/office/drawing/2014/main" id="{40B24D0E-5C69-84A9-6102-46C87623C695}"/>
                </a:ext>
              </a:extLst>
            </p:cNvPr>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1" name="稿定-31">
            <a:extLst>
              <a:ext uri="{FF2B5EF4-FFF2-40B4-BE49-F238E27FC236}">
                <a16:creationId xmlns:a16="http://schemas.microsoft.com/office/drawing/2014/main" id="{20E857EC-F108-7765-AE73-4F214184EEBB}"/>
              </a:ext>
            </a:extLst>
          </p:cNvPr>
          <p:cNvSpPr/>
          <p:nvPr/>
        </p:nvSpPr>
        <p:spPr>
          <a:xfrm flipH="1">
            <a:off x="4476030" y="1981377"/>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2" name="组合 101">
            <a:extLst>
              <a:ext uri="{FF2B5EF4-FFF2-40B4-BE49-F238E27FC236}">
                <a16:creationId xmlns:a16="http://schemas.microsoft.com/office/drawing/2014/main" id="{188B42C0-2A5E-B0C6-4548-1453676EE0EA}"/>
              </a:ext>
            </a:extLst>
          </p:cNvPr>
          <p:cNvGrpSpPr/>
          <p:nvPr/>
        </p:nvGrpSpPr>
        <p:grpSpPr>
          <a:xfrm>
            <a:off x="9299109" y="1722687"/>
            <a:ext cx="572943" cy="572943"/>
            <a:chOff x="3501559" y="1722687"/>
            <a:chExt cx="572943" cy="572943"/>
          </a:xfrm>
        </p:grpSpPr>
        <p:sp>
          <p:nvSpPr>
            <p:cNvPr id="103" name="椭圆 102">
              <a:extLst>
                <a:ext uri="{FF2B5EF4-FFF2-40B4-BE49-F238E27FC236}">
                  <a16:creationId xmlns:a16="http://schemas.microsoft.com/office/drawing/2014/main" id="{9BDF1ED7-8692-4FA5-6247-582080C4918A}"/>
                </a:ext>
              </a:extLst>
            </p:cNvPr>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弧形 103">
              <a:extLst>
                <a:ext uri="{FF2B5EF4-FFF2-40B4-BE49-F238E27FC236}">
                  <a16:creationId xmlns:a16="http://schemas.microsoft.com/office/drawing/2014/main" id="{6CFEAF98-E6E6-34D7-AD05-D2EF7E7BBC6B}"/>
                </a:ext>
              </a:extLst>
            </p:cNvPr>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弧形 104">
              <a:extLst>
                <a:ext uri="{FF2B5EF4-FFF2-40B4-BE49-F238E27FC236}">
                  <a16:creationId xmlns:a16="http://schemas.microsoft.com/office/drawing/2014/main" id="{88D8E077-217F-0B2A-FA53-4DF53D324307}"/>
                </a:ext>
              </a:extLst>
            </p:cNvPr>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a:extLst>
                <a:ext uri="{FF2B5EF4-FFF2-40B4-BE49-F238E27FC236}">
                  <a16:creationId xmlns:a16="http://schemas.microsoft.com/office/drawing/2014/main" id="{609C44D8-8AE0-39FA-C8BD-AD6FBD25052D}"/>
                </a:ext>
              </a:extLst>
            </p:cNvPr>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8" name="稿定-31">
            <a:extLst>
              <a:ext uri="{FF2B5EF4-FFF2-40B4-BE49-F238E27FC236}">
                <a16:creationId xmlns:a16="http://schemas.microsoft.com/office/drawing/2014/main" id="{52BAFF39-36AC-C71A-2737-48E017E5905A}"/>
              </a:ext>
            </a:extLst>
          </p:cNvPr>
          <p:cNvSpPr/>
          <p:nvPr/>
        </p:nvSpPr>
        <p:spPr>
          <a:xfrm flipH="1">
            <a:off x="7390680" y="1981377"/>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09" name="组合 108">
            <a:extLst>
              <a:ext uri="{FF2B5EF4-FFF2-40B4-BE49-F238E27FC236}">
                <a16:creationId xmlns:a16="http://schemas.microsoft.com/office/drawing/2014/main" id="{7886E010-A1A8-D105-018C-B3836B74D05E}"/>
              </a:ext>
            </a:extLst>
          </p:cNvPr>
          <p:cNvGrpSpPr/>
          <p:nvPr/>
        </p:nvGrpSpPr>
        <p:grpSpPr>
          <a:xfrm>
            <a:off x="3501559" y="5323793"/>
            <a:ext cx="572943" cy="572943"/>
            <a:chOff x="3501559" y="1722687"/>
            <a:chExt cx="572943" cy="572943"/>
          </a:xfrm>
        </p:grpSpPr>
        <p:sp>
          <p:nvSpPr>
            <p:cNvPr id="110" name="椭圆 109">
              <a:extLst>
                <a:ext uri="{FF2B5EF4-FFF2-40B4-BE49-F238E27FC236}">
                  <a16:creationId xmlns:a16="http://schemas.microsoft.com/office/drawing/2014/main" id="{8329E737-6B3E-91B7-D14A-8419FF03B142}"/>
                </a:ext>
              </a:extLst>
            </p:cNvPr>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弧形 110">
              <a:extLst>
                <a:ext uri="{FF2B5EF4-FFF2-40B4-BE49-F238E27FC236}">
                  <a16:creationId xmlns:a16="http://schemas.microsoft.com/office/drawing/2014/main" id="{8DCD85A5-8DD6-9E4E-895B-A8D3353DDDEF}"/>
                </a:ext>
              </a:extLst>
            </p:cNvPr>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弧形 111">
              <a:extLst>
                <a:ext uri="{FF2B5EF4-FFF2-40B4-BE49-F238E27FC236}">
                  <a16:creationId xmlns:a16="http://schemas.microsoft.com/office/drawing/2014/main" id="{74D0EACE-C702-1416-47DA-41ACFAA14C32}"/>
                </a:ext>
              </a:extLst>
            </p:cNvPr>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a:extLst>
                <a:ext uri="{FF2B5EF4-FFF2-40B4-BE49-F238E27FC236}">
                  <a16:creationId xmlns:a16="http://schemas.microsoft.com/office/drawing/2014/main" id="{78B37C9C-BB4E-F1F7-5F92-3ECB21AC05C4}"/>
                </a:ext>
              </a:extLst>
            </p:cNvPr>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15" name="稿定-31">
            <a:extLst>
              <a:ext uri="{FF2B5EF4-FFF2-40B4-BE49-F238E27FC236}">
                <a16:creationId xmlns:a16="http://schemas.microsoft.com/office/drawing/2014/main" id="{AA820894-9A9E-F5D5-F767-58C3DD905762}"/>
              </a:ext>
            </a:extLst>
          </p:cNvPr>
          <p:cNvSpPr/>
          <p:nvPr/>
        </p:nvSpPr>
        <p:spPr>
          <a:xfrm flipH="1">
            <a:off x="1593130" y="5582483"/>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16" name="组合 115">
            <a:extLst>
              <a:ext uri="{FF2B5EF4-FFF2-40B4-BE49-F238E27FC236}">
                <a16:creationId xmlns:a16="http://schemas.microsoft.com/office/drawing/2014/main" id="{3D61C5DA-FF12-3E38-69FF-AD09B5013816}"/>
              </a:ext>
            </a:extLst>
          </p:cNvPr>
          <p:cNvGrpSpPr/>
          <p:nvPr/>
        </p:nvGrpSpPr>
        <p:grpSpPr>
          <a:xfrm>
            <a:off x="6384459" y="5323793"/>
            <a:ext cx="572943" cy="572943"/>
            <a:chOff x="3501559" y="1722687"/>
            <a:chExt cx="572943" cy="572943"/>
          </a:xfrm>
        </p:grpSpPr>
        <p:sp>
          <p:nvSpPr>
            <p:cNvPr id="117" name="椭圆 116">
              <a:extLst>
                <a:ext uri="{FF2B5EF4-FFF2-40B4-BE49-F238E27FC236}">
                  <a16:creationId xmlns:a16="http://schemas.microsoft.com/office/drawing/2014/main" id="{8703B769-71E7-4EC8-D5AF-DD2EFBC6A658}"/>
                </a:ext>
              </a:extLst>
            </p:cNvPr>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8" name="弧形 117">
              <a:extLst>
                <a:ext uri="{FF2B5EF4-FFF2-40B4-BE49-F238E27FC236}">
                  <a16:creationId xmlns:a16="http://schemas.microsoft.com/office/drawing/2014/main" id="{F711A1E1-62BF-C17F-65D5-534ED0DD2D12}"/>
                </a:ext>
              </a:extLst>
            </p:cNvPr>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弧形 118">
              <a:extLst>
                <a:ext uri="{FF2B5EF4-FFF2-40B4-BE49-F238E27FC236}">
                  <a16:creationId xmlns:a16="http://schemas.microsoft.com/office/drawing/2014/main" id="{C4BF7B8E-4ADA-E66B-1F0D-1CA9DD29F39A}"/>
                </a:ext>
              </a:extLst>
            </p:cNvPr>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文本框 119">
              <a:extLst>
                <a:ext uri="{FF2B5EF4-FFF2-40B4-BE49-F238E27FC236}">
                  <a16:creationId xmlns:a16="http://schemas.microsoft.com/office/drawing/2014/main" id="{846BFABA-2613-B263-DB91-4C9AE35C3A91}"/>
                </a:ext>
              </a:extLst>
            </p:cNvPr>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2" name="稿定-31">
            <a:extLst>
              <a:ext uri="{FF2B5EF4-FFF2-40B4-BE49-F238E27FC236}">
                <a16:creationId xmlns:a16="http://schemas.microsoft.com/office/drawing/2014/main" id="{32D61F14-A364-E725-C5E2-CC26BA5206C1}"/>
              </a:ext>
            </a:extLst>
          </p:cNvPr>
          <p:cNvSpPr/>
          <p:nvPr/>
        </p:nvSpPr>
        <p:spPr>
          <a:xfrm flipH="1">
            <a:off x="4476030" y="5582483"/>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23" name="组合 122">
            <a:extLst>
              <a:ext uri="{FF2B5EF4-FFF2-40B4-BE49-F238E27FC236}">
                <a16:creationId xmlns:a16="http://schemas.microsoft.com/office/drawing/2014/main" id="{6B074988-6DC0-8E20-DCAA-206E093826C2}"/>
              </a:ext>
            </a:extLst>
          </p:cNvPr>
          <p:cNvGrpSpPr/>
          <p:nvPr/>
        </p:nvGrpSpPr>
        <p:grpSpPr>
          <a:xfrm>
            <a:off x="9299109" y="5323793"/>
            <a:ext cx="572943" cy="572943"/>
            <a:chOff x="3501559" y="1722687"/>
            <a:chExt cx="572943" cy="572943"/>
          </a:xfrm>
        </p:grpSpPr>
        <p:sp>
          <p:nvSpPr>
            <p:cNvPr id="124" name="椭圆 123">
              <a:extLst>
                <a:ext uri="{FF2B5EF4-FFF2-40B4-BE49-F238E27FC236}">
                  <a16:creationId xmlns:a16="http://schemas.microsoft.com/office/drawing/2014/main" id="{FC0341BA-162F-D329-4048-50E2F3354B29}"/>
                </a:ext>
              </a:extLst>
            </p:cNvPr>
            <p:cNvSpPr/>
            <p:nvPr/>
          </p:nvSpPr>
          <p:spPr>
            <a:xfrm>
              <a:off x="3543902" y="1765030"/>
              <a:ext cx="488257" cy="488257"/>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5" name="弧形 124">
              <a:extLst>
                <a:ext uri="{FF2B5EF4-FFF2-40B4-BE49-F238E27FC236}">
                  <a16:creationId xmlns:a16="http://schemas.microsoft.com/office/drawing/2014/main" id="{9BA1F7F9-8F03-A855-333D-0BC3A75BECF9}"/>
                </a:ext>
              </a:extLst>
            </p:cNvPr>
            <p:cNvSpPr/>
            <p:nvPr/>
          </p:nvSpPr>
          <p:spPr>
            <a:xfrm>
              <a:off x="3501559" y="1722687"/>
              <a:ext cx="572943" cy="572943"/>
            </a:xfrm>
            <a:prstGeom prst="arc">
              <a:avLst>
                <a:gd name="adj1" fmla="val 5400004"/>
                <a:gd name="adj2" fmla="val 0"/>
              </a:avLst>
            </a:prstGeom>
            <a:ln w="9525">
              <a:solidFill>
                <a:schemeClr val="accent1">
                  <a:lumMod val="100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弧形 125">
              <a:extLst>
                <a:ext uri="{FF2B5EF4-FFF2-40B4-BE49-F238E27FC236}">
                  <a16:creationId xmlns:a16="http://schemas.microsoft.com/office/drawing/2014/main" id="{76D3E7A2-39B5-5158-F3A1-BDE5A22D3FE7}"/>
                </a:ext>
              </a:extLst>
            </p:cNvPr>
            <p:cNvSpPr/>
            <p:nvPr/>
          </p:nvSpPr>
          <p:spPr>
            <a:xfrm>
              <a:off x="3501559" y="1722687"/>
              <a:ext cx="572943" cy="572943"/>
            </a:xfrm>
            <a:prstGeom prst="arc">
              <a:avLst>
                <a:gd name="adj1" fmla="val 368536"/>
                <a:gd name="adj2" fmla="val 5113948"/>
              </a:avLst>
            </a:prstGeom>
            <a:ln w="9525">
              <a:solidFill>
                <a:schemeClr val="accent1">
                  <a:lumMod val="100000"/>
                </a:schemeClr>
              </a:solidFill>
              <a:prstDash val="sysDot"/>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文本框 126">
              <a:extLst>
                <a:ext uri="{FF2B5EF4-FFF2-40B4-BE49-F238E27FC236}">
                  <a16:creationId xmlns:a16="http://schemas.microsoft.com/office/drawing/2014/main" id="{F7BF2C25-89F6-774B-A403-83066E54B67D}"/>
                </a:ext>
              </a:extLst>
            </p:cNvPr>
            <p:cNvSpPr txBox="1"/>
            <p:nvPr/>
          </p:nvSpPr>
          <p:spPr>
            <a:xfrm>
              <a:off x="3543902" y="1849584"/>
              <a:ext cx="4882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0" lang="zh-CN" altLang="en-US" sz="2000"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9" name="稿定-31">
            <a:extLst>
              <a:ext uri="{FF2B5EF4-FFF2-40B4-BE49-F238E27FC236}">
                <a16:creationId xmlns:a16="http://schemas.microsoft.com/office/drawing/2014/main" id="{F0BA09CD-1488-4CFF-A100-5DEC52A05063}"/>
              </a:ext>
            </a:extLst>
          </p:cNvPr>
          <p:cNvSpPr/>
          <p:nvPr/>
        </p:nvSpPr>
        <p:spPr>
          <a:xfrm flipH="1">
            <a:off x="7390680" y="5582483"/>
            <a:ext cx="1767196" cy="360548"/>
          </a:xfrm>
          <a:prstGeom prst="rect">
            <a:avLst/>
          </a:prstGeom>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B88F7CC7-BBD6-878D-87DA-99A7FF9E7E58}"/>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BDDED664-545B-1765-0E31-2B95C579D96B}"/>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A768C9FB-ED01-D439-EEF2-4B32218D6B4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等腰三角形 10">
            <a:extLst>
              <a:ext uri="{FF2B5EF4-FFF2-40B4-BE49-F238E27FC236}">
                <a16:creationId xmlns:a16="http://schemas.microsoft.com/office/drawing/2014/main" id="{F71925AF-92B1-9199-439E-65EE913ED786}"/>
              </a:ext>
            </a:extLst>
          </p:cNvPr>
          <p:cNvSpPr/>
          <p:nvPr/>
        </p:nvSpPr>
        <p:spPr>
          <a:xfrm rot="5400000">
            <a:off x="9757267" y="3189728"/>
            <a:ext cx="2690040" cy="1149284"/>
          </a:xfrm>
          <a:prstGeom prst="triangle">
            <a:avLst/>
          </a:prstGeom>
          <a:gradFill>
            <a:gsLst>
              <a:gs pos="0">
                <a:schemeClr val="accent1">
                  <a:alpha val="46000"/>
                </a:schemeClr>
              </a:gs>
              <a:gs pos="71000">
                <a:schemeClr val="accent1">
                  <a:alpha val="0"/>
                </a:schemeClr>
              </a:gs>
            </a:gsLst>
            <a:lin ang="5400000" scaled="1"/>
          </a:gradFill>
          <a:ln w="25400">
            <a:gradFill flip="none" rotWithShape="1">
              <a:gsLst>
                <a:gs pos="0">
                  <a:schemeClr val="accent1">
                    <a:alpha val="67000"/>
                  </a:schemeClr>
                </a:gs>
                <a:gs pos="71000">
                  <a:schemeClr val="accent1">
                    <a:alpha val="0"/>
                  </a:schemeClr>
                </a:gs>
              </a:gsLst>
              <a:lin ang="540000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箭头: 左弧形 11">
            <a:extLst>
              <a:ext uri="{FF2B5EF4-FFF2-40B4-BE49-F238E27FC236}">
                <a16:creationId xmlns:a16="http://schemas.microsoft.com/office/drawing/2014/main" id="{B880A484-E200-6F7A-EC1E-C86CC6F20E6C}"/>
              </a:ext>
            </a:extLst>
          </p:cNvPr>
          <p:cNvSpPr/>
          <p:nvPr/>
        </p:nvSpPr>
        <p:spPr>
          <a:xfrm rot="16200000">
            <a:off x="2385656" y="1940075"/>
            <a:ext cx="776740" cy="2157152"/>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 name="箭头: 左弧形 14">
            <a:extLst>
              <a:ext uri="{FF2B5EF4-FFF2-40B4-BE49-F238E27FC236}">
                <a16:creationId xmlns:a16="http://schemas.microsoft.com/office/drawing/2014/main" id="{AD3AA733-2232-8659-0652-42C486D48961}"/>
              </a:ext>
            </a:extLst>
          </p:cNvPr>
          <p:cNvSpPr/>
          <p:nvPr/>
        </p:nvSpPr>
        <p:spPr>
          <a:xfrm rot="5400000" flipV="1">
            <a:off x="2385656" y="3522196"/>
            <a:ext cx="776740" cy="2157152"/>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 name="箭头: 左弧形 16">
            <a:extLst>
              <a:ext uri="{FF2B5EF4-FFF2-40B4-BE49-F238E27FC236}">
                <a16:creationId xmlns:a16="http://schemas.microsoft.com/office/drawing/2014/main" id="{7FEDED8F-7706-8E8F-E861-4F8B1677A462}"/>
              </a:ext>
            </a:extLst>
          </p:cNvPr>
          <p:cNvSpPr/>
          <p:nvPr/>
        </p:nvSpPr>
        <p:spPr>
          <a:xfrm rot="16200000">
            <a:off x="7483836" y="1240086"/>
            <a:ext cx="1280840" cy="3557130"/>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箭头: 左弧形 17">
            <a:extLst>
              <a:ext uri="{FF2B5EF4-FFF2-40B4-BE49-F238E27FC236}">
                <a16:creationId xmlns:a16="http://schemas.microsoft.com/office/drawing/2014/main" id="{B24B945A-AE3C-4D38-AAA8-1ADA1B1807A1}"/>
              </a:ext>
            </a:extLst>
          </p:cNvPr>
          <p:cNvSpPr/>
          <p:nvPr/>
        </p:nvSpPr>
        <p:spPr>
          <a:xfrm rot="5400000" flipV="1">
            <a:off x="7483836" y="2822207"/>
            <a:ext cx="1280840" cy="3557130"/>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3" name="箭头: 左弧形 22">
            <a:extLst>
              <a:ext uri="{FF2B5EF4-FFF2-40B4-BE49-F238E27FC236}">
                <a16:creationId xmlns:a16="http://schemas.microsoft.com/office/drawing/2014/main" id="{FB24820C-45E2-4800-9A1A-011732F662AA}"/>
              </a:ext>
            </a:extLst>
          </p:cNvPr>
          <p:cNvSpPr/>
          <p:nvPr/>
        </p:nvSpPr>
        <p:spPr>
          <a:xfrm rot="16200000">
            <a:off x="4922104" y="1565832"/>
            <a:ext cx="1046254" cy="2905638"/>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4" name="箭头: 左弧形 23">
            <a:extLst>
              <a:ext uri="{FF2B5EF4-FFF2-40B4-BE49-F238E27FC236}">
                <a16:creationId xmlns:a16="http://schemas.microsoft.com/office/drawing/2014/main" id="{15555025-E664-F1B4-958D-533DDEA0A1BA}"/>
              </a:ext>
            </a:extLst>
          </p:cNvPr>
          <p:cNvSpPr/>
          <p:nvPr/>
        </p:nvSpPr>
        <p:spPr>
          <a:xfrm rot="5400000" flipV="1">
            <a:off x="4922104" y="3147953"/>
            <a:ext cx="1046254" cy="2905638"/>
          </a:xfrm>
          <a:prstGeom prst="curvedRightArrow">
            <a:avLst/>
          </a:prstGeom>
          <a:gradFill flip="none" rotWithShape="1">
            <a:gsLst>
              <a:gs pos="57000">
                <a:schemeClr val="accent1">
                  <a:alpha val="0"/>
                </a:schemeClr>
              </a:gs>
              <a:gs pos="100000">
                <a:schemeClr val="accent1"/>
              </a:gs>
            </a:gsLst>
            <a:lin ang="5400000" scaled="1"/>
            <a:tileRect/>
          </a:gradFill>
          <a:ln w="19050">
            <a:gradFill>
              <a:gsLst>
                <a:gs pos="60000">
                  <a:schemeClr val="bg1">
                    <a:alpha val="0"/>
                  </a:schemeClr>
                </a:gs>
                <a:gs pos="100000">
                  <a:schemeClr val="accent1">
                    <a:lumMod val="60000"/>
                    <a:lumOff val="40000"/>
                  </a:schemeClr>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 name="稿定-9">
            <a:extLst>
              <a:ext uri="{FF2B5EF4-FFF2-40B4-BE49-F238E27FC236}">
                <a16:creationId xmlns:a16="http://schemas.microsoft.com/office/drawing/2014/main" id="{159989C7-327F-73C8-1412-F18B266810E1}"/>
              </a:ext>
            </a:extLst>
          </p:cNvPr>
          <p:cNvSpPr/>
          <p:nvPr/>
        </p:nvSpPr>
        <p:spPr>
          <a:xfrm flipH="1">
            <a:off x="1979797" y="5179146"/>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金玉满堂</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6" name="稿定-9">
            <a:extLst>
              <a:ext uri="{FF2B5EF4-FFF2-40B4-BE49-F238E27FC236}">
                <a16:creationId xmlns:a16="http://schemas.microsoft.com/office/drawing/2014/main" id="{72D8874D-37BF-90CE-5603-B0E4BB197619}"/>
              </a:ext>
            </a:extLst>
          </p:cNvPr>
          <p:cNvSpPr/>
          <p:nvPr/>
        </p:nvSpPr>
        <p:spPr>
          <a:xfrm flipH="1">
            <a:off x="4857912" y="1578441"/>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欣欣向荣</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稿定-9">
            <a:extLst>
              <a:ext uri="{FF2B5EF4-FFF2-40B4-BE49-F238E27FC236}">
                <a16:creationId xmlns:a16="http://schemas.microsoft.com/office/drawing/2014/main" id="{0F334723-FE79-DB67-C50A-CD20DFCA2A68}"/>
              </a:ext>
            </a:extLst>
          </p:cNvPr>
          <p:cNvSpPr/>
          <p:nvPr/>
        </p:nvSpPr>
        <p:spPr>
          <a:xfrm flipH="1">
            <a:off x="4857912" y="5179146"/>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华屋生辉</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稿定-9">
            <a:extLst>
              <a:ext uri="{FF2B5EF4-FFF2-40B4-BE49-F238E27FC236}">
                <a16:creationId xmlns:a16="http://schemas.microsoft.com/office/drawing/2014/main" id="{849350A6-0F85-4D0F-B503-C528366439B9}"/>
              </a:ext>
            </a:extLst>
          </p:cNvPr>
          <p:cNvSpPr/>
          <p:nvPr/>
        </p:nvSpPr>
        <p:spPr>
          <a:xfrm flipH="1">
            <a:off x="7769857" y="1578441"/>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lang="zh-CN" altLang="en-US" sz="1400" dirty="0">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弘</a:t>
            </a: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基永固</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9" name="稿定-9">
            <a:extLst>
              <a:ext uri="{FF2B5EF4-FFF2-40B4-BE49-F238E27FC236}">
                <a16:creationId xmlns:a16="http://schemas.microsoft.com/office/drawing/2014/main" id="{63349F70-48B1-967C-D98F-A2B2727D0D5F}"/>
              </a:ext>
            </a:extLst>
          </p:cNvPr>
          <p:cNvSpPr/>
          <p:nvPr/>
        </p:nvSpPr>
        <p:spPr>
          <a:xfrm flipH="1">
            <a:off x="7769857" y="5179146"/>
            <a:ext cx="1380529" cy="343800"/>
          </a:xfrm>
          <a:prstGeom prst="roundRect">
            <a:avLst>
              <a:gd name="adj" fmla="val 50000"/>
            </a:avLst>
          </a:prstGeom>
          <a:gradFill flip="none" rotWithShape="1">
            <a:gsLst>
              <a:gs pos="0">
                <a:schemeClr val="accent1">
                  <a:alpha val="67000"/>
                  <a:lumMod val="94000"/>
                </a:schemeClr>
              </a:gs>
              <a:gs pos="71000">
                <a:schemeClr val="accent1">
                  <a:alpha val="0"/>
                </a:schemeClr>
              </a:gs>
            </a:gsLst>
            <a:lin ang="0" scaled="1"/>
            <a:tileRect/>
          </a:gradFill>
          <a:ln w="9525">
            <a:noFill/>
          </a:ln>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创厦维新</a:t>
            </a:r>
            <a:endParaRPr kumimoji="0" lang="en-US" sz="1400" i="0" u="none" strike="noStrike" kern="1200" cap="none" spc="0" normalizeH="0" baseline="0" noProof="0" dirty="0">
              <a:ln>
                <a:noFill/>
              </a:ln>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4" name="等腰三角形 83">
            <a:extLst>
              <a:ext uri="{FF2B5EF4-FFF2-40B4-BE49-F238E27FC236}">
                <a16:creationId xmlns:a16="http://schemas.microsoft.com/office/drawing/2014/main" id="{A4F984CD-46A1-8E67-FD86-F13CF2A31BEA}"/>
              </a:ext>
            </a:extLst>
          </p:cNvPr>
          <p:cNvSpPr/>
          <p:nvPr/>
        </p:nvSpPr>
        <p:spPr>
          <a:xfrm rot="5400000">
            <a:off x="9557234" y="3241102"/>
            <a:ext cx="2449544" cy="1046536"/>
          </a:xfrm>
          <a:prstGeom prst="triangle">
            <a:avLst/>
          </a:prstGeom>
          <a:noFill/>
          <a:ln w="12700">
            <a:gradFill flip="none" rotWithShape="1">
              <a:gsLst>
                <a:gs pos="32000">
                  <a:schemeClr val="bg1">
                    <a:alpha val="68000"/>
                  </a:schemeClr>
                </a:gs>
                <a:gs pos="69000">
                  <a:schemeClr val="bg1">
                    <a:alpha val="0"/>
                  </a:schemeClr>
                </a:gs>
              </a:gsLst>
              <a:lin ang="5400000" scaled="1"/>
              <a:tileRect/>
            </a:gra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稿定-9">
            <a:extLst>
              <a:ext uri="{FF2B5EF4-FFF2-40B4-BE49-F238E27FC236}">
                <a16:creationId xmlns:a16="http://schemas.microsoft.com/office/drawing/2014/main" id="{F0EDB38E-036F-56FC-C89D-DB18C943F00C}"/>
              </a:ext>
            </a:extLst>
          </p:cNvPr>
          <p:cNvSpPr/>
          <p:nvPr/>
        </p:nvSpPr>
        <p:spPr>
          <a:xfrm flipH="1">
            <a:off x="4336179" y="3559095"/>
            <a:ext cx="3307190" cy="473591"/>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2800"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大力推进流程展示</a:t>
            </a:r>
            <a:endParaRPr kumimoji="0" lang="en-US" sz="2800" i="0" u="none" strike="noStrike" kern="1200" cap="none" spc="0" normalizeH="0" baseline="0" noProof="0" dirty="0">
              <a:ln>
                <a:noFill/>
              </a:ln>
              <a:solidFill>
                <a:schemeClr val="bg1"/>
              </a:solidFill>
              <a:effectLst>
                <a:outerShdw blurRad="38100" dist="38100" dir="2700000" algn="tl">
                  <a:srgbClr val="000000">
                    <a:alpha val="43137"/>
                  </a:srgbClr>
                </a:outerShdw>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59707619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任意多边形: 形状 4">
            <a:extLst>
              <a:ext uri="{FF2B5EF4-FFF2-40B4-BE49-F238E27FC236}">
                <a16:creationId xmlns:a16="http://schemas.microsoft.com/office/drawing/2014/main" id="{03932D3C-1494-6AF8-3692-784C26906A73}"/>
              </a:ext>
            </a:extLst>
          </p:cNvPr>
          <p:cNvSpPr/>
          <p:nvPr/>
        </p:nvSpPr>
        <p:spPr>
          <a:xfrm>
            <a:off x="1599786" y="2854212"/>
            <a:ext cx="8992428" cy="1911464"/>
          </a:xfrm>
          <a:custGeom>
            <a:avLst/>
            <a:gdLst>
              <a:gd name="connsiteX0" fmla="*/ 0 w 8743950"/>
              <a:gd name="connsiteY0" fmla="*/ 1885950 h 1905000"/>
              <a:gd name="connsiteX1" fmla="*/ 2171700 w 8743950"/>
              <a:gd name="connsiteY1" fmla="*/ 0 h 1905000"/>
              <a:gd name="connsiteX2" fmla="*/ 4400550 w 8743950"/>
              <a:gd name="connsiteY2" fmla="*/ 1885950 h 1905000"/>
              <a:gd name="connsiteX3" fmla="*/ 6619875 w 8743950"/>
              <a:gd name="connsiteY3" fmla="*/ 0 h 1905000"/>
              <a:gd name="connsiteX4" fmla="*/ 8743950 w 8743950"/>
              <a:gd name="connsiteY4" fmla="*/ 1905000 h 1905000"/>
              <a:gd name="connsiteX0" fmla="*/ 0 w 8743950"/>
              <a:gd name="connsiteY0" fmla="*/ 1885950 h 1905000"/>
              <a:gd name="connsiteX1" fmla="*/ 2171700 w 8743950"/>
              <a:gd name="connsiteY1" fmla="*/ 0 h 1905000"/>
              <a:gd name="connsiteX2" fmla="*/ 4400550 w 8743950"/>
              <a:gd name="connsiteY2" fmla="*/ 1885950 h 1905000"/>
              <a:gd name="connsiteX3" fmla="*/ 6619875 w 8743950"/>
              <a:gd name="connsiteY3" fmla="*/ 0 h 1905000"/>
              <a:gd name="connsiteX4" fmla="*/ 8743950 w 8743950"/>
              <a:gd name="connsiteY4" fmla="*/ 1905000 h 1905000"/>
              <a:gd name="connsiteX0" fmla="*/ 0 w 8743950"/>
              <a:gd name="connsiteY0" fmla="*/ 1885950 h 1986844"/>
              <a:gd name="connsiteX1" fmla="*/ 2171700 w 8743950"/>
              <a:gd name="connsiteY1" fmla="*/ 0 h 1986844"/>
              <a:gd name="connsiteX2" fmla="*/ 4400550 w 8743950"/>
              <a:gd name="connsiteY2" fmla="*/ 1885950 h 1986844"/>
              <a:gd name="connsiteX3" fmla="*/ 6619875 w 8743950"/>
              <a:gd name="connsiteY3" fmla="*/ 0 h 1986844"/>
              <a:gd name="connsiteX4" fmla="*/ 8743950 w 8743950"/>
              <a:gd name="connsiteY4" fmla="*/ 1905000 h 1986844"/>
              <a:gd name="connsiteX0" fmla="*/ 0 w 8743950"/>
              <a:gd name="connsiteY0" fmla="*/ 1885950 h 1905000"/>
              <a:gd name="connsiteX1" fmla="*/ 2171700 w 8743950"/>
              <a:gd name="connsiteY1" fmla="*/ 0 h 1905000"/>
              <a:gd name="connsiteX2" fmla="*/ 4400550 w 8743950"/>
              <a:gd name="connsiteY2" fmla="*/ 1885950 h 1905000"/>
              <a:gd name="connsiteX3" fmla="*/ 6619875 w 8743950"/>
              <a:gd name="connsiteY3" fmla="*/ 0 h 1905000"/>
              <a:gd name="connsiteX4" fmla="*/ 8743950 w 8743950"/>
              <a:gd name="connsiteY4" fmla="*/ 1905000 h 1905000"/>
              <a:gd name="connsiteX0" fmla="*/ 0 w 8743950"/>
              <a:gd name="connsiteY0" fmla="*/ 1988521 h 2007571"/>
              <a:gd name="connsiteX1" fmla="*/ 2171700 w 8743950"/>
              <a:gd name="connsiteY1" fmla="*/ 102571 h 2007571"/>
              <a:gd name="connsiteX2" fmla="*/ 4400550 w 8743950"/>
              <a:gd name="connsiteY2" fmla="*/ 1988521 h 2007571"/>
              <a:gd name="connsiteX3" fmla="*/ 6619875 w 8743950"/>
              <a:gd name="connsiteY3" fmla="*/ 102571 h 2007571"/>
              <a:gd name="connsiteX4" fmla="*/ 8743950 w 8743950"/>
              <a:gd name="connsiteY4" fmla="*/ 2007571 h 2007571"/>
              <a:gd name="connsiteX0" fmla="*/ 0 w 8743950"/>
              <a:gd name="connsiteY0" fmla="*/ 1886044 h 1905094"/>
              <a:gd name="connsiteX1" fmla="*/ 2171700 w 8743950"/>
              <a:gd name="connsiteY1" fmla="*/ 94 h 1905094"/>
              <a:gd name="connsiteX2" fmla="*/ 4400550 w 8743950"/>
              <a:gd name="connsiteY2" fmla="*/ 1886044 h 1905094"/>
              <a:gd name="connsiteX3" fmla="*/ 6619875 w 8743950"/>
              <a:gd name="connsiteY3" fmla="*/ 94 h 1905094"/>
              <a:gd name="connsiteX4" fmla="*/ 8743950 w 8743950"/>
              <a:gd name="connsiteY4" fmla="*/ 1905094 h 1905094"/>
              <a:gd name="connsiteX0" fmla="*/ 0 w 8743950"/>
              <a:gd name="connsiteY0" fmla="*/ 1886031 h 1905081"/>
              <a:gd name="connsiteX1" fmla="*/ 2171700 w 8743950"/>
              <a:gd name="connsiteY1" fmla="*/ 81 h 1905081"/>
              <a:gd name="connsiteX2" fmla="*/ 4400550 w 8743950"/>
              <a:gd name="connsiteY2" fmla="*/ 1886031 h 1905081"/>
              <a:gd name="connsiteX3" fmla="*/ 6619875 w 8743950"/>
              <a:gd name="connsiteY3" fmla="*/ 81 h 1905081"/>
              <a:gd name="connsiteX4" fmla="*/ 8743950 w 8743950"/>
              <a:gd name="connsiteY4" fmla="*/ 1905081 h 1905081"/>
              <a:gd name="connsiteX0" fmla="*/ 0 w 8743950"/>
              <a:gd name="connsiteY0" fmla="*/ 1886031 h 1905081"/>
              <a:gd name="connsiteX1" fmla="*/ 2171700 w 8743950"/>
              <a:gd name="connsiteY1" fmla="*/ 81 h 1905081"/>
              <a:gd name="connsiteX2" fmla="*/ 4400550 w 8743950"/>
              <a:gd name="connsiteY2" fmla="*/ 1886031 h 1905081"/>
              <a:gd name="connsiteX3" fmla="*/ 6619875 w 8743950"/>
              <a:gd name="connsiteY3" fmla="*/ 81 h 1905081"/>
              <a:gd name="connsiteX4" fmla="*/ 8743950 w 8743950"/>
              <a:gd name="connsiteY4" fmla="*/ 1905081 h 1905081"/>
              <a:gd name="connsiteX0" fmla="*/ 0 w 8743950"/>
              <a:gd name="connsiteY0" fmla="*/ 1886031 h 1905081"/>
              <a:gd name="connsiteX1" fmla="*/ 2171700 w 8743950"/>
              <a:gd name="connsiteY1" fmla="*/ 81 h 1905081"/>
              <a:gd name="connsiteX2" fmla="*/ 4400550 w 8743950"/>
              <a:gd name="connsiteY2" fmla="*/ 1886031 h 1905081"/>
              <a:gd name="connsiteX3" fmla="*/ 6709327 w 8743950"/>
              <a:gd name="connsiteY3" fmla="*/ 81 h 1905081"/>
              <a:gd name="connsiteX4" fmla="*/ 8743950 w 8743950"/>
              <a:gd name="connsiteY4" fmla="*/ 1905081 h 1905081"/>
              <a:gd name="connsiteX0" fmla="*/ 0 w 8992428"/>
              <a:gd name="connsiteY0" fmla="*/ 1886031 h 1905081"/>
              <a:gd name="connsiteX1" fmla="*/ 2171700 w 8992428"/>
              <a:gd name="connsiteY1" fmla="*/ 81 h 1905081"/>
              <a:gd name="connsiteX2" fmla="*/ 4400550 w 8992428"/>
              <a:gd name="connsiteY2" fmla="*/ 1886031 h 1905081"/>
              <a:gd name="connsiteX3" fmla="*/ 6709327 w 8992428"/>
              <a:gd name="connsiteY3" fmla="*/ 81 h 1905081"/>
              <a:gd name="connsiteX4" fmla="*/ 8992428 w 8992428"/>
              <a:gd name="connsiteY4" fmla="*/ 1905081 h 1905081"/>
              <a:gd name="connsiteX0" fmla="*/ 0 w 8992428"/>
              <a:gd name="connsiteY0" fmla="*/ 1886031 h 1905081"/>
              <a:gd name="connsiteX1" fmla="*/ 2171700 w 8992428"/>
              <a:gd name="connsiteY1" fmla="*/ 81 h 1905081"/>
              <a:gd name="connsiteX2" fmla="*/ 4400550 w 8992428"/>
              <a:gd name="connsiteY2" fmla="*/ 1886031 h 1905081"/>
              <a:gd name="connsiteX3" fmla="*/ 6759023 w 8992428"/>
              <a:gd name="connsiteY3" fmla="*/ 81 h 1905081"/>
              <a:gd name="connsiteX4" fmla="*/ 8992428 w 8992428"/>
              <a:gd name="connsiteY4" fmla="*/ 1905081 h 1905081"/>
              <a:gd name="connsiteX0" fmla="*/ 0 w 8992428"/>
              <a:gd name="connsiteY0" fmla="*/ 1885954 h 1905004"/>
              <a:gd name="connsiteX1" fmla="*/ 2171700 w 8992428"/>
              <a:gd name="connsiteY1" fmla="*/ 4 h 1905004"/>
              <a:gd name="connsiteX2" fmla="*/ 4400550 w 8992428"/>
              <a:gd name="connsiteY2" fmla="*/ 1885954 h 1905004"/>
              <a:gd name="connsiteX3" fmla="*/ 6759023 w 8992428"/>
              <a:gd name="connsiteY3" fmla="*/ 4 h 1905004"/>
              <a:gd name="connsiteX4" fmla="*/ 8992428 w 8992428"/>
              <a:gd name="connsiteY4" fmla="*/ 1905004 h 1905004"/>
              <a:gd name="connsiteX0" fmla="*/ 0 w 8992428"/>
              <a:gd name="connsiteY0" fmla="*/ 1886064 h 1905114"/>
              <a:gd name="connsiteX1" fmla="*/ 2171700 w 8992428"/>
              <a:gd name="connsiteY1" fmla="*/ 114 h 1905114"/>
              <a:gd name="connsiteX2" fmla="*/ 4400550 w 8992428"/>
              <a:gd name="connsiteY2" fmla="*/ 1886064 h 1905114"/>
              <a:gd name="connsiteX3" fmla="*/ 6759023 w 8992428"/>
              <a:gd name="connsiteY3" fmla="*/ 114 h 1905114"/>
              <a:gd name="connsiteX4" fmla="*/ 8992428 w 8992428"/>
              <a:gd name="connsiteY4" fmla="*/ 1905114 h 1905114"/>
              <a:gd name="connsiteX0" fmla="*/ 0 w 8992428"/>
              <a:gd name="connsiteY0" fmla="*/ 1886064 h 1905114"/>
              <a:gd name="connsiteX1" fmla="*/ 2222500 w 8992428"/>
              <a:gd name="connsiteY1" fmla="*/ 114 h 1905114"/>
              <a:gd name="connsiteX2" fmla="*/ 4400550 w 8992428"/>
              <a:gd name="connsiteY2" fmla="*/ 1886064 h 1905114"/>
              <a:gd name="connsiteX3" fmla="*/ 6759023 w 8992428"/>
              <a:gd name="connsiteY3" fmla="*/ 114 h 1905114"/>
              <a:gd name="connsiteX4" fmla="*/ 8992428 w 8992428"/>
              <a:gd name="connsiteY4" fmla="*/ 1905114 h 1905114"/>
              <a:gd name="connsiteX0" fmla="*/ 0 w 8992428"/>
              <a:gd name="connsiteY0" fmla="*/ 1886064 h 1911464"/>
              <a:gd name="connsiteX1" fmla="*/ 2222500 w 8992428"/>
              <a:gd name="connsiteY1" fmla="*/ 114 h 1911464"/>
              <a:gd name="connsiteX2" fmla="*/ 4489450 w 8992428"/>
              <a:gd name="connsiteY2" fmla="*/ 1911464 h 1911464"/>
              <a:gd name="connsiteX3" fmla="*/ 6759023 w 8992428"/>
              <a:gd name="connsiteY3" fmla="*/ 114 h 1911464"/>
              <a:gd name="connsiteX4" fmla="*/ 8992428 w 8992428"/>
              <a:gd name="connsiteY4" fmla="*/ 1905114 h 1911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2428" h="1911464">
                <a:moveTo>
                  <a:pt x="0" y="1886064"/>
                </a:moveTo>
                <a:cubicBezTo>
                  <a:pt x="762000" y="1438389"/>
                  <a:pt x="1474258" y="-4119"/>
                  <a:pt x="2222500" y="114"/>
                </a:cubicBezTo>
                <a:cubicBezTo>
                  <a:pt x="2970742" y="4347"/>
                  <a:pt x="3733363" y="1911464"/>
                  <a:pt x="4489450" y="1911464"/>
                </a:cubicBezTo>
                <a:cubicBezTo>
                  <a:pt x="5245537" y="1911464"/>
                  <a:pt x="6153702" y="-17004"/>
                  <a:pt x="6759023" y="114"/>
                </a:cubicBezTo>
                <a:cubicBezTo>
                  <a:pt x="7384221" y="-2647"/>
                  <a:pt x="8322503" y="1489189"/>
                  <a:pt x="8992428" y="1905114"/>
                </a:cubicBezTo>
              </a:path>
            </a:pathLst>
          </a:custGeom>
          <a:noFill/>
          <a:ln w="63500">
            <a:gradFill flip="none" rotWithShape="1">
              <a:gsLst>
                <a:gs pos="0">
                  <a:schemeClr val="accent1">
                    <a:alpha val="50000"/>
                  </a:schemeClr>
                </a:gs>
                <a:gs pos="100000">
                  <a:schemeClr val="accent1">
                    <a:lumMod val="40000"/>
                    <a:lumOff val="60000"/>
                    <a:alpha val="5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25F11A24-41DE-E35F-1CCC-05A23931F5DD}"/>
              </a:ext>
            </a:extLst>
          </p:cNvPr>
          <p:cNvSpPr/>
          <p:nvPr/>
        </p:nvSpPr>
        <p:spPr>
          <a:xfrm>
            <a:off x="1268462" y="4512949"/>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A09D2763-8137-7664-34C7-FA56B49A32E9}"/>
              </a:ext>
            </a:extLst>
          </p:cNvPr>
          <p:cNvSpPr/>
          <p:nvPr/>
        </p:nvSpPr>
        <p:spPr>
          <a:xfrm>
            <a:off x="669649" y="1850625"/>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5142D990-26E7-600A-2704-24BABAE07008}"/>
              </a:ext>
            </a:extLst>
          </p:cNvPr>
          <p:cNvSpPr/>
          <p:nvPr/>
        </p:nvSpPr>
        <p:spPr>
          <a:xfrm>
            <a:off x="810049" y="1991025"/>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91697B00-D70C-186A-AEF6-6301270EF988}"/>
              </a:ext>
            </a:extLst>
          </p:cNvPr>
          <p:cNvSpPr/>
          <p:nvPr/>
        </p:nvSpPr>
        <p:spPr>
          <a:xfrm>
            <a:off x="3550538" y="2562193"/>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1C9D8C9B-AEC7-A9C5-13F4-4653460C330A}"/>
              </a:ext>
            </a:extLst>
          </p:cNvPr>
          <p:cNvSpPr/>
          <p:nvPr/>
        </p:nvSpPr>
        <p:spPr>
          <a:xfrm>
            <a:off x="2951725" y="4052039"/>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a:extLst>
              <a:ext uri="{FF2B5EF4-FFF2-40B4-BE49-F238E27FC236}">
                <a16:creationId xmlns:a16="http://schemas.microsoft.com/office/drawing/2014/main" id="{F2ABA50B-E926-1936-78ED-20A69A5CEC86}"/>
              </a:ext>
            </a:extLst>
          </p:cNvPr>
          <p:cNvSpPr/>
          <p:nvPr/>
        </p:nvSpPr>
        <p:spPr>
          <a:xfrm>
            <a:off x="3092125" y="4192439"/>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椭圆 25">
            <a:extLst>
              <a:ext uri="{FF2B5EF4-FFF2-40B4-BE49-F238E27FC236}">
                <a16:creationId xmlns:a16="http://schemas.microsoft.com/office/drawing/2014/main" id="{F3DE6C9D-95AA-FED8-9429-F87BA7FD58CA}"/>
              </a:ext>
            </a:extLst>
          </p:cNvPr>
          <p:cNvSpPr/>
          <p:nvPr/>
        </p:nvSpPr>
        <p:spPr>
          <a:xfrm>
            <a:off x="5832614" y="4512949"/>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A6B5EAB3-A294-3533-25B4-AC9CB738473C}"/>
              </a:ext>
            </a:extLst>
          </p:cNvPr>
          <p:cNvSpPr/>
          <p:nvPr/>
        </p:nvSpPr>
        <p:spPr>
          <a:xfrm>
            <a:off x="5233801" y="1850625"/>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a:extLst>
              <a:ext uri="{FF2B5EF4-FFF2-40B4-BE49-F238E27FC236}">
                <a16:creationId xmlns:a16="http://schemas.microsoft.com/office/drawing/2014/main" id="{52516A4E-E6C1-E198-C597-0038FB31178F}"/>
              </a:ext>
            </a:extLst>
          </p:cNvPr>
          <p:cNvSpPr/>
          <p:nvPr/>
        </p:nvSpPr>
        <p:spPr>
          <a:xfrm>
            <a:off x="5374201" y="1991025"/>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椭圆 33">
            <a:extLst>
              <a:ext uri="{FF2B5EF4-FFF2-40B4-BE49-F238E27FC236}">
                <a16:creationId xmlns:a16="http://schemas.microsoft.com/office/drawing/2014/main" id="{E8E5235C-2F72-7A28-B55E-479507CBBC86}"/>
              </a:ext>
            </a:extLst>
          </p:cNvPr>
          <p:cNvSpPr/>
          <p:nvPr/>
        </p:nvSpPr>
        <p:spPr>
          <a:xfrm>
            <a:off x="8114690" y="2562193"/>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椭圆 34">
            <a:extLst>
              <a:ext uri="{FF2B5EF4-FFF2-40B4-BE49-F238E27FC236}">
                <a16:creationId xmlns:a16="http://schemas.microsoft.com/office/drawing/2014/main" id="{105DAF22-3B00-9C9E-1B6D-7DAEA52AA275}"/>
              </a:ext>
            </a:extLst>
          </p:cNvPr>
          <p:cNvSpPr/>
          <p:nvPr/>
        </p:nvSpPr>
        <p:spPr>
          <a:xfrm>
            <a:off x="7515877" y="4052039"/>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a:extLst>
              <a:ext uri="{FF2B5EF4-FFF2-40B4-BE49-F238E27FC236}">
                <a16:creationId xmlns:a16="http://schemas.microsoft.com/office/drawing/2014/main" id="{4281A629-72E9-A81A-51BA-64A14DD2E724}"/>
              </a:ext>
            </a:extLst>
          </p:cNvPr>
          <p:cNvSpPr/>
          <p:nvPr/>
        </p:nvSpPr>
        <p:spPr>
          <a:xfrm>
            <a:off x="7656277" y="4192439"/>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椭圆 41">
            <a:extLst>
              <a:ext uri="{FF2B5EF4-FFF2-40B4-BE49-F238E27FC236}">
                <a16:creationId xmlns:a16="http://schemas.microsoft.com/office/drawing/2014/main" id="{686DD727-E899-60EC-E445-AA29E4C4520A}"/>
              </a:ext>
            </a:extLst>
          </p:cNvPr>
          <p:cNvSpPr/>
          <p:nvPr/>
        </p:nvSpPr>
        <p:spPr>
          <a:xfrm>
            <a:off x="10396764" y="4512949"/>
            <a:ext cx="526774" cy="52677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5</a:t>
            </a:r>
            <a:endParaRPr lang="zh-CN" altLang="en-US" sz="20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椭圆 42">
            <a:extLst>
              <a:ext uri="{FF2B5EF4-FFF2-40B4-BE49-F238E27FC236}">
                <a16:creationId xmlns:a16="http://schemas.microsoft.com/office/drawing/2014/main" id="{1DF74CCB-86EA-98AC-501B-16E63200E93E}"/>
              </a:ext>
            </a:extLst>
          </p:cNvPr>
          <p:cNvSpPr/>
          <p:nvPr/>
        </p:nvSpPr>
        <p:spPr>
          <a:xfrm>
            <a:off x="9797951" y="1850625"/>
            <a:ext cx="1724400" cy="1724400"/>
          </a:xfrm>
          <a:prstGeom prst="ellipse">
            <a:avLst/>
          </a:prstGeom>
          <a:solidFill>
            <a:schemeClr val="bg1"/>
          </a:solidFill>
          <a:ln w="12700">
            <a:solidFill>
              <a:schemeClr val="accent1">
                <a:lumMod val="100000"/>
              </a:schemeClr>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椭圆 43">
            <a:extLst>
              <a:ext uri="{FF2B5EF4-FFF2-40B4-BE49-F238E27FC236}">
                <a16:creationId xmlns:a16="http://schemas.microsoft.com/office/drawing/2014/main" id="{6F834935-10C9-8FA6-A86B-D26660D3BE31}"/>
              </a:ext>
            </a:extLst>
          </p:cNvPr>
          <p:cNvSpPr/>
          <p:nvPr/>
        </p:nvSpPr>
        <p:spPr>
          <a:xfrm>
            <a:off x="9938351" y="1991025"/>
            <a:ext cx="1443600" cy="144360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稿定-9">
            <a:extLst>
              <a:ext uri="{FF2B5EF4-FFF2-40B4-BE49-F238E27FC236}">
                <a16:creationId xmlns:a16="http://schemas.microsoft.com/office/drawing/2014/main" id="{3E6540E3-E6AC-8629-3CB7-5728C662EF61}"/>
              </a:ext>
            </a:extLst>
          </p:cNvPr>
          <p:cNvSpPr/>
          <p:nvPr/>
        </p:nvSpPr>
        <p:spPr>
          <a:xfrm flipH="1">
            <a:off x="1045921" y="2899288"/>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tabLst/>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生意兴隆</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7" name="稿定-9">
            <a:extLst>
              <a:ext uri="{FF2B5EF4-FFF2-40B4-BE49-F238E27FC236}">
                <a16:creationId xmlns:a16="http://schemas.microsoft.com/office/drawing/2014/main" id="{47A7BBB1-6AFF-2377-BAFF-93A7EB020FB4}"/>
              </a:ext>
            </a:extLst>
          </p:cNvPr>
          <p:cNvSpPr/>
          <p:nvPr/>
        </p:nvSpPr>
        <p:spPr>
          <a:xfrm flipH="1">
            <a:off x="5616956" y="2899288"/>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tabLst/>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文定吉祥</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9" name="稿定-9">
            <a:extLst>
              <a:ext uri="{FF2B5EF4-FFF2-40B4-BE49-F238E27FC236}">
                <a16:creationId xmlns:a16="http://schemas.microsoft.com/office/drawing/2014/main" id="{B064BDEF-2DAC-CB44-75DF-13B55B9EC032}"/>
              </a:ext>
            </a:extLst>
          </p:cNvPr>
          <p:cNvSpPr/>
          <p:nvPr/>
        </p:nvSpPr>
        <p:spPr>
          <a:xfrm flipH="1">
            <a:off x="10174223" y="2899288"/>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tabLst/>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八方捷报</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1" name="稿定-9">
            <a:extLst>
              <a:ext uri="{FF2B5EF4-FFF2-40B4-BE49-F238E27FC236}">
                <a16:creationId xmlns:a16="http://schemas.microsoft.com/office/drawing/2014/main" id="{7F3A85C3-44B1-4DD6-DB54-F6EE2765AB19}"/>
              </a:ext>
            </a:extLst>
          </p:cNvPr>
          <p:cNvSpPr/>
          <p:nvPr/>
        </p:nvSpPr>
        <p:spPr>
          <a:xfrm flipH="1">
            <a:off x="7892149" y="5174766"/>
            <a:ext cx="971857" cy="236796"/>
          </a:xfrm>
          <a:prstGeom prst="rect">
            <a:avLst/>
          </a:prstGeom>
        </p:spPr>
        <p:txBody>
          <a:bodyPr wrap="square" lIns="0" tIns="0" rIns="0" bIns="0" anchor="ctr">
            <a:spAutoFit/>
          </a:bodyPr>
          <a:lstStyle/>
          <a:p>
            <a:pPr marR="0" lvl="0" indent="0" algn="ctr" fontAlgn="auto">
              <a:lnSpc>
                <a:spcPct val="120000"/>
              </a:lnSpc>
              <a:spcBef>
                <a:spcPts val="0"/>
              </a:spcBef>
              <a:spcAft>
                <a:spcPts val="0"/>
              </a:spcAft>
              <a:buClrTx/>
              <a:buSzTx/>
              <a:buFontTx/>
              <a:buNone/>
              <a:tabLst/>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大吉大利</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3" name="稿定-9">
            <a:extLst>
              <a:ext uri="{FF2B5EF4-FFF2-40B4-BE49-F238E27FC236}">
                <a16:creationId xmlns:a16="http://schemas.microsoft.com/office/drawing/2014/main" id="{0691DA60-7FAD-AFFC-EE1D-03B742670104}"/>
              </a:ext>
            </a:extLst>
          </p:cNvPr>
          <p:cNvSpPr/>
          <p:nvPr/>
        </p:nvSpPr>
        <p:spPr>
          <a:xfrm flipH="1">
            <a:off x="3327997" y="5174766"/>
            <a:ext cx="971857" cy="236796"/>
          </a:xfrm>
          <a:prstGeom prst="rect">
            <a:avLst/>
          </a:prstGeom>
        </p:spPr>
        <p:txBody>
          <a:bodyPr wrap="square" lIns="0" tIns="0" rIns="0" bIns="0" anchor="ctr">
            <a:spAutoFit/>
          </a:bodyPr>
          <a:lstStyle/>
          <a:p>
            <a:pPr algn="ctr">
              <a:lnSpc>
                <a:spcPct val="120000"/>
              </a:lnSpc>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花开富贵</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 name="文本框 12">
            <a:extLst>
              <a:ext uri="{FF2B5EF4-FFF2-40B4-BE49-F238E27FC236}">
                <a16:creationId xmlns:a16="http://schemas.microsoft.com/office/drawing/2014/main" id="{020A4D21-218C-28C8-71FF-C38CA607BE02}"/>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4" name="矩形 13">
            <a:extLst>
              <a:ext uri="{FF2B5EF4-FFF2-40B4-BE49-F238E27FC236}">
                <a16:creationId xmlns:a16="http://schemas.microsoft.com/office/drawing/2014/main" id="{9E651680-F3D9-5307-F1B4-EE0ACFEDC31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文本框 14">
            <a:extLst>
              <a:ext uri="{FF2B5EF4-FFF2-40B4-BE49-F238E27FC236}">
                <a16:creationId xmlns:a16="http://schemas.microsoft.com/office/drawing/2014/main" id="{C2CE3A03-A9ED-E377-1D78-3B03BC073323}"/>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6" name="直接连接符 15">
            <a:extLst>
              <a:ext uri="{FF2B5EF4-FFF2-40B4-BE49-F238E27FC236}">
                <a16:creationId xmlns:a16="http://schemas.microsoft.com/office/drawing/2014/main" id="{7DF6FD08-7547-C2AA-20E9-481A2E4D6608}"/>
              </a:ext>
            </a:extLst>
          </p:cNvPr>
          <p:cNvCxnSpPr>
            <a:cxnSpLocks/>
            <a:stCxn id="11" idx="4"/>
            <a:endCxn id="10" idx="0"/>
          </p:cNvCxnSpPr>
          <p:nvPr/>
        </p:nvCxnSpPr>
        <p:spPr>
          <a:xfrm>
            <a:off x="1531849" y="3575025"/>
            <a:ext cx="0" cy="937924"/>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FB1ABCDD-2BAA-6BC8-3986-18FCCD9BD889}"/>
              </a:ext>
            </a:extLst>
          </p:cNvPr>
          <p:cNvCxnSpPr>
            <a:cxnSpLocks/>
          </p:cNvCxnSpPr>
          <p:nvPr/>
        </p:nvCxnSpPr>
        <p:spPr>
          <a:xfrm>
            <a:off x="6097499" y="3575025"/>
            <a:ext cx="0" cy="937924"/>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CE9DD9CD-F05B-63E3-8D8F-8678421B49A6}"/>
              </a:ext>
            </a:extLst>
          </p:cNvPr>
          <p:cNvCxnSpPr>
            <a:cxnSpLocks/>
          </p:cNvCxnSpPr>
          <p:nvPr/>
        </p:nvCxnSpPr>
        <p:spPr>
          <a:xfrm>
            <a:off x="10657495" y="3575025"/>
            <a:ext cx="0" cy="937924"/>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639113F3-2D0C-8F42-67C6-44D3026723D2}"/>
              </a:ext>
            </a:extLst>
          </p:cNvPr>
          <p:cNvCxnSpPr>
            <a:cxnSpLocks/>
          </p:cNvCxnSpPr>
          <p:nvPr/>
        </p:nvCxnSpPr>
        <p:spPr>
          <a:xfrm>
            <a:off x="8378077" y="3088967"/>
            <a:ext cx="0" cy="963072"/>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直接连接符 30">
            <a:extLst>
              <a:ext uri="{FF2B5EF4-FFF2-40B4-BE49-F238E27FC236}">
                <a16:creationId xmlns:a16="http://schemas.microsoft.com/office/drawing/2014/main" id="{9DF10F73-5B7C-B582-4847-7C678AC8E0FF}"/>
              </a:ext>
            </a:extLst>
          </p:cNvPr>
          <p:cNvCxnSpPr>
            <a:cxnSpLocks/>
          </p:cNvCxnSpPr>
          <p:nvPr/>
        </p:nvCxnSpPr>
        <p:spPr>
          <a:xfrm>
            <a:off x="3812427" y="3088967"/>
            <a:ext cx="0" cy="963072"/>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grpSp>
        <p:nvGrpSpPr>
          <p:cNvPr id="37" name="图形 2">
            <a:extLst>
              <a:ext uri="{FF2B5EF4-FFF2-40B4-BE49-F238E27FC236}">
                <a16:creationId xmlns:a16="http://schemas.microsoft.com/office/drawing/2014/main" id="{B99BBC61-5A93-702A-EAC1-7C13D72F1C70}"/>
              </a:ext>
            </a:extLst>
          </p:cNvPr>
          <p:cNvGrpSpPr/>
          <p:nvPr/>
        </p:nvGrpSpPr>
        <p:grpSpPr>
          <a:xfrm>
            <a:off x="3458001" y="4512949"/>
            <a:ext cx="708852" cy="488260"/>
            <a:chOff x="4665944" y="2166485"/>
            <a:chExt cx="1145603" cy="789098"/>
          </a:xfrm>
          <a:solidFill>
            <a:schemeClr val="bg1"/>
          </a:solidFill>
        </p:grpSpPr>
        <p:sp>
          <p:nvSpPr>
            <p:cNvPr id="38" name="任意多边形: 形状 37">
              <a:extLst>
                <a:ext uri="{FF2B5EF4-FFF2-40B4-BE49-F238E27FC236}">
                  <a16:creationId xmlns:a16="http://schemas.microsoft.com/office/drawing/2014/main" id="{BA5C992C-181C-C936-D38B-18AE62FEEE1E}"/>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39" name="任意多边形: 形状 38">
              <a:extLst>
                <a:ext uri="{FF2B5EF4-FFF2-40B4-BE49-F238E27FC236}">
                  <a16:creationId xmlns:a16="http://schemas.microsoft.com/office/drawing/2014/main" id="{2178D8D0-2E74-171B-6101-323F13E13AA8}"/>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40" name="任意多边形: 形状 39">
              <a:extLst>
                <a:ext uri="{FF2B5EF4-FFF2-40B4-BE49-F238E27FC236}">
                  <a16:creationId xmlns:a16="http://schemas.microsoft.com/office/drawing/2014/main" id="{7D51ADCF-8506-4811-7D9C-0F6A9D0C8738}"/>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41" name="图形 2">
              <a:extLst>
                <a:ext uri="{FF2B5EF4-FFF2-40B4-BE49-F238E27FC236}">
                  <a16:creationId xmlns:a16="http://schemas.microsoft.com/office/drawing/2014/main" id="{F1B1E52F-21DF-E844-D8B4-BC0A99690046}"/>
                </a:ext>
              </a:extLst>
            </p:cNvPr>
            <p:cNvGrpSpPr/>
            <p:nvPr/>
          </p:nvGrpSpPr>
          <p:grpSpPr>
            <a:xfrm>
              <a:off x="5372739" y="2423233"/>
              <a:ext cx="133924" cy="191216"/>
              <a:chOff x="5372739" y="2423233"/>
              <a:chExt cx="133924" cy="191216"/>
            </a:xfrm>
            <a:grpFill/>
          </p:grpSpPr>
          <p:sp>
            <p:nvSpPr>
              <p:cNvPr id="45" name="任意多边形: 形状 44">
                <a:extLst>
                  <a:ext uri="{FF2B5EF4-FFF2-40B4-BE49-F238E27FC236}">
                    <a16:creationId xmlns:a16="http://schemas.microsoft.com/office/drawing/2014/main" id="{F0F5A288-D0E1-5AFB-7636-FC3AF2AF4993}"/>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BC68E212-4B19-1355-445D-D66270B04F50}"/>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49" name="图形 2">
            <a:extLst>
              <a:ext uri="{FF2B5EF4-FFF2-40B4-BE49-F238E27FC236}">
                <a16:creationId xmlns:a16="http://schemas.microsoft.com/office/drawing/2014/main" id="{4C48D0AC-E071-B245-5A6F-583C538481E8}"/>
              </a:ext>
            </a:extLst>
          </p:cNvPr>
          <p:cNvGrpSpPr/>
          <p:nvPr/>
        </p:nvGrpSpPr>
        <p:grpSpPr>
          <a:xfrm>
            <a:off x="8080250" y="4482430"/>
            <a:ext cx="595655" cy="583479"/>
            <a:chOff x="3032205" y="3825135"/>
            <a:chExt cx="962654" cy="942975"/>
          </a:xfrm>
          <a:solidFill>
            <a:schemeClr val="bg1"/>
          </a:solidFill>
        </p:grpSpPr>
        <p:sp>
          <p:nvSpPr>
            <p:cNvPr id="50" name="任意多边形: 形状 49">
              <a:extLst>
                <a:ext uri="{FF2B5EF4-FFF2-40B4-BE49-F238E27FC236}">
                  <a16:creationId xmlns:a16="http://schemas.microsoft.com/office/drawing/2014/main" id="{2AB484AA-562A-B74A-9AEE-CF68A8C47DEF}"/>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51" name="图形 2">
              <a:extLst>
                <a:ext uri="{FF2B5EF4-FFF2-40B4-BE49-F238E27FC236}">
                  <a16:creationId xmlns:a16="http://schemas.microsoft.com/office/drawing/2014/main" id="{FA234F35-BBE1-8560-A7D3-B58119D1093C}"/>
                </a:ext>
              </a:extLst>
            </p:cNvPr>
            <p:cNvGrpSpPr/>
            <p:nvPr/>
          </p:nvGrpSpPr>
          <p:grpSpPr>
            <a:xfrm>
              <a:off x="3041583" y="3825822"/>
              <a:ext cx="953275" cy="561128"/>
              <a:chOff x="3041583" y="3825822"/>
              <a:chExt cx="953275" cy="561128"/>
            </a:xfrm>
            <a:grpFill/>
          </p:grpSpPr>
          <p:sp>
            <p:nvSpPr>
              <p:cNvPr id="71" name="任意多边形: 形状 70">
                <a:extLst>
                  <a:ext uri="{FF2B5EF4-FFF2-40B4-BE49-F238E27FC236}">
                    <a16:creationId xmlns:a16="http://schemas.microsoft.com/office/drawing/2014/main" id="{EB17C5E4-D89C-97E8-A3E9-5371AB22107B}"/>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72" name="任意多边形: 形状 71">
                <a:extLst>
                  <a:ext uri="{FF2B5EF4-FFF2-40B4-BE49-F238E27FC236}">
                    <a16:creationId xmlns:a16="http://schemas.microsoft.com/office/drawing/2014/main" id="{0168E7D8-92EE-56CE-0DB0-3B750006E47E}"/>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52" name="任意多边形: 形状 51">
              <a:extLst>
                <a:ext uri="{FF2B5EF4-FFF2-40B4-BE49-F238E27FC236}">
                  <a16:creationId xmlns:a16="http://schemas.microsoft.com/office/drawing/2014/main" id="{B491AC31-3CDB-54F2-871F-D70870C03B22}"/>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53" name="任意多边形: 形状 52">
              <a:extLst>
                <a:ext uri="{FF2B5EF4-FFF2-40B4-BE49-F238E27FC236}">
                  <a16:creationId xmlns:a16="http://schemas.microsoft.com/office/drawing/2014/main" id="{0D4BA6D2-9861-6BB1-5D22-4ED033F86CE8}"/>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54" name="任意多边形: 形状 53">
              <a:extLst>
                <a:ext uri="{FF2B5EF4-FFF2-40B4-BE49-F238E27FC236}">
                  <a16:creationId xmlns:a16="http://schemas.microsoft.com/office/drawing/2014/main" id="{50BB86F4-43A3-7064-0960-FCADEA8C63FC}"/>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0" name="任意多边形: 形状 69">
              <a:extLst>
                <a:ext uri="{FF2B5EF4-FFF2-40B4-BE49-F238E27FC236}">
                  <a16:creationId xmlns:a16="http://schemas.microsoft.com/office/drawing/2014/main" id="{A397CEA9-000C-BF4B-11BC-66B5CB0D91B8}"/>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75" name="图形 2">
            <a:extLst>
              <a:ext uri="{FF2B5EF4-FFF2-40B4-BE49-F238E27FC236}">
                <a16:creationId xmlns:a16="http://schemas.microsoft.com/office/drawing/2014/main" id="{A961CA71-EC7D-5040-D94D-E67D34BEB2B8}"/>
              </a:ext>
            </a:extLst>
          </p:cNvPr>
          <p:cNvGrpSpPr/>
          <p:nvPr/>
        </p:nvGrpSpPr>
        <p:grpSpPr>
          <a:xfrm>
            <a:off x="1158481" y="2349358"/>
            <a:ext cx="762495" cy="425670"/>
            <a:chOff x="8040885" y="2227778"/>
            <a:chExt cx="1232296" cy="687943"/>
          </a:xfrm>
          <a:solidFill>
            <a:schemeClr val="bg1"/>
          </a:solidFill>
        </p:grpSpPr>
        <p:grpSp>
          <p:nvGrpSpPr>
            <p:cNvPr id="76" name="图形 2">
              <a:extLst>
                <a:ext uri="{FF2B5EF4-FFF2-40B4-BE49-F238E27FC236}">
                  <a16:creationId xmlns:a16="http://schemas.microsoft.com/office/drawing/2014/main" id="{C6938843-A4D5-F955-75AD-053491974DEE}"/>
                </a:ext>
              </a:extLst>
            </p:cNvPr>
            <p:cNvGrpSpPr/>
            <p:nvPr/>
          </p:nvGrpSpPr>
          <p:grpSpPr>
            <a:xfrm>
              <a:off x="8040885" y="2227778"/>
              <a:ext cx="850117" cy="687943"/>
              <a:chOff x="8040885" y="2227778"/>
              <a:chExt cx="850117" cy="687943"/>
            </a:xfrm>
            <a:grpFill/>
          </p:grpSpPr>
          <p:sp>
            <p:nvSpPr>
              <p:cNvPr id="78" name="任意多边形: 形状 77">
                <a:extLst>
                  <a:ext uri="{FF2B5EF4-FFF2-40B4-BE49-F238E27FC236}">
                    <a16:creationId xmlns:a16="http://schemas.microsoft.com/office/drawing/2014/main" id="{96F9A5B3-AD71-1964-3A2F-34EFB3FB2B2B}"/>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9" name="图形 2">
                <a:extLst>
                  <a:ext uri="{FF2B5EF4-FFF2-40B4-BE49-F238E27FC236}">
                    <a16:creationId xmlns:a16="http://schemas.microsoft.com/office/drawing/2014/main" id="{A7AB7650-2D7D-A0DE-0597-F45CD72BCD82}"/>
                  </a:ext>
                </a:extLst>
              </p:cNvPr>
              <p:cNvGrpSpPr/>
              <p:nvPr/>
            </p:nvGrpSpPr>
            <p:grpSpPr>
              <a:xfrm>
                <a:off x="8058228" y="2720817"/>
                <a:ext cx="815424" cy="87465"/>
                <a:chOff x="8058228" y="2720817"/>
                <a:chExt cx="815424" cy="87465"/>
              </a:xfrm>
              <a:grpFill/>
            </p:grpSpPr>
            <p:sp>
              <p:nvSpPr>
                <p:cNvPr id="84" name="任意多边形: 形状 83">
                  <a:extLst>
                    <a:ext uri="{FF2B5EF4-FFF2-40B4-BE49-F238E27FC236}">
                      <a16:creationId xmlns:a16="http://schemas.microsoft.com/office/drawing/2014/main" id="{4E59A6ED-7E85-7C1A-592A-8E03CC7FDB2B}"/>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7A319A99-B1F0-82F6-7C03-D2CE1FA9A799}"/>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80" name="图形 2">
                <a:extLst>
                  <a:ext uri="{FF2B5EF4-FFF2-40B4-BE49-F238E27FC236}">
                    <a16:creationId xmlns:a16="http://schemas.microsoft.com/office/drawing/2014/main" id="{9754D67A-8783-B356-A5A4-48A379FDE07E}"/>
                  </a:ext>
                </a:extLst>
              </p:cNvPr>
              <p:cNvGrpSpPr/>
              <p:nvPr/>
            </p:nvGrpSpPr>
            <p:grpSpPr>
              <a:xfrm>
                <a:off x="8375359" y="2800112"/>
                <a:ext cx="181153" cy="98266"/>
                <a:chOff x="8375359" y="2800112"/>
                <a:chExt cx="181153" cy="98266"/>
              </a:xfrm>
              <a:grpFill/>
            </p:grpSpPr>
            <p:sp>
              <p:nvSpPr>
                <p:cNvPr id="82" name="任意多边形: 形状 81">
                  <a:extLst>
                    <a:ext uri="{FF2B5EF4-FFF2-40B4-BE49-F238E27FC236}">
                      <a16:creationId xmlns:a16="http://schemas.microsoft.com/office/drawing/2014/main" id="{48901E23-F32A-1CD6-F938-5ADE3A74A1EF}"/>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83" name="任意多边形: 形状 82">
                  <a:extLst>
                    <a:ext uri="{FF2B5EF4-FFF2-40B4-BE49-F238E27FC236}">
                      <a16:creationId xmlns:a16="http://schemas.microsoft.com/office/drawing/2014/main" id="{943D8129-26CF-9FE4-7AE2-669584844229}"/>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81" name="任意多边形: 形状 80">
                <a:extLst>
                  <a:ext uri="{FF2B5EF4-FFF2-40B4-BE49-F238E27FC236}">
                    <a16:creationId xmlns:a16="http://schemas.microsoft.com/office/drawing/2014/main" id="{04EB5867-3419-EBFF-F302-CD20B2434450}"/>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77" name="任意多边形: 形状 76">
              <a:extLst>
                <a:ext uri="{FF2B5EF4-FFF2-40B4-BE49-F238E27FC236}">
                  <a16:creationId xmlns:a16="http://schemas.microsoft.com/office/drawing/2014/main" id="{7615F363-0AA9-7ED0-7F33-27B88519DD23}"/>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88" name="组合 87">
            <a:extLst>
              <a:ext uri="{FF2B5EF4-FFF2-40B4-BE49-F238E27FC236}">
                <a16:creationId xmlns:a16="http://schemas.microsoft.com/office/drawing/2014/main" id="{0F992FEF-56A9-EE09-3988-CB21659655AD}"/>
              </a:ext>
            </a:extLst>
          </p:cNvPr>
          <p:cNvGrpSpPr/>
          <p:nvPr/>
        </p:nvGrpSpPr>
        <p:grpSpPr>
          <a:xfrm>
            <a:off x="10430766" y="2202892"/>
            <a:ext cx="453458" cy="649509"/>
            <a:chOff x="836195" y="3769979"/>
            <a:chExt cx="732845" cy="1049694"/>
          </a:xfrm>
          <a:solidFill>
            <a:schemeClr val="bg1"/>
          </a:solidFill>
        </p:grpSpPr>
        <p:sp>
          <p:nvSpPr>
            <p:cNvPr id="89" name="任意多边形: 形状 88">
              <a:extLst>
                <a:ext uri="{FF2B5EF4-FFF2-40B4-BE49-F238E27FC236}">
                  <a16:creationId xmlns:a16="http://schemas.microsoft.com/office/drawing/2014/main" id="{4B095A29-B432-EFF6-CB46-901D47F6E508}"/>
                </a:ext>
              </a:extLst>
            </p:cNvPr>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90" name="任意多边形: 形状 89">
              <a:extLst>
                <a:ext uri="{FF2B5EF4-FFF2-40B4-BE49-F238E27FC236}">
                  <a16:creationId xmlns:a16="http://schemas.microsoft.com/office/drawing/2014/main" id="{4B4E0DEC-B558-56C4-86F9-3EEF4D152070}"/>
                </a:ext>
              </a:extLst>
            </p:cNvPr>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91" name="任意多边形: 形状 90">
              <a:extLst>
                <a:ext uri="{FF2B5EF4-FFF2-40B4-BE49-F238E27FC236}">
                  <a16:creationId xmlns:a16="http://schemas.microsoft.com/office/drawing/2014/main" id="{BD3F3C62-C0C4-33A3-CBCB-964EEFB5B4BA}"/>
                </a:ext>
              </a:extLst>
            </p:cNvPr>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92" name="图形 2">
              <a:extLst>
                <a:ext uri="{FF2B5EF4-FFF2-40B4-BE49-F238E27FC236}">
                  <a16:creationId xmlns:a16="http://schemas.microsoft.com/office/drawing/2014/main" id="{40B7360D-9D8C-4655-23A7-200A24A4615C}"/>
                </a:ext>
              </a:extLst>
            </p:cNvPr>
            <p:cNvGrpSpPr/>
            <p:nvPr/>
          </p:nvGrpSpPr>
          <p:grpSpPr>
            <a:xfrm>
              <a:off x="1053910" y="3874444"/>
              <a:ext cx="297414" cy="125072"/>
              <a:chOff x="5090042" y="3874444"/>
              <a:chExt cx="297414" cy="125072"/>
            </a:xfrm>
            <a:grpFill/>
          </p:grpSpPr>
          <p:grpSp>
            <p:nvGrpSpPr>
              <p:cNvPr id="103" name="图形 2">
                <a:extLst>
                  <a:ext uri="{FF2B5EF4-FFF2-40B4-BE49-F238E27FC236}">
                    <a16:creationId xmlns:a16="http://schemas.microsoft.com/office/drawing/2014/main" id="{28E9AFCF-87B2-788A-521D-678B0F188256}"/>
                  </a:ext>
                </a:extLst>
              </p:cNvPr>
              <p:cNvGrpSpPr/>
              <p:nvPr/>
            </p:nvGrpSpPr>
            <p:grpSpPr>
              <a:xfrm>
                <a:off x="5090042" y="3874444"/>
                <a:ext cx="297414" cy="125072"/>
                <a:chOff x="5090042" y="3874444"/>
                <a:chExt cx="297414" cy="125072"/>
              </a:xfrm>
              <a:grpFill/>
            </p:grpSpPr>
            <p:sp>
              <p:nvSpPr>
                <p:cNvPr id="107" name="任意多边形: 形状 106">
                  <a:extLst>
                    <a:ext uri="{FF2B5EF4-FFF2-40B4-BE49-F238E27FC236}">
                      <a16:creationId xmlns:a16="http://schemas.microsoft.com/office/drawing/2014/main" id="{60AD444B-1288-AB6E-48DC-1E80ECF98333}"/>
                    </a:ext>
                  </a:extLst>
                </p:cNvPr>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108" name="任意多边形: 形状 107">
                  <a:extLst>
                    <a:ext uri="{FF2B5EF4-FFF2-40B4-BE49-F238E27FC236}">
                      <a16:creationId xmlns:a16="http://schemas.microsoft.com/office/drawing/2014/main" id="{EA069BCA-2F70-2587-FD58-C262C4F0F83B}"/>
                    </a:ext>
                  </a:extLst>
                </p:cNvPr>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104" name="图形 2">
                <a:extLst>
                  <a:ext uri="{FF2B5EF4-FFF2-40B4-BE49-F238E27FC236}">
                    <a16:creationId xmlns:a16="http://schemas.microsoft.com/office/drawing/2014/main" id="{93B83D7D-516A-B657-D890-02FCC67DDD3C}"/>
                  </a:ext>
                </a:extLst>
              </p:cNvPr>
              <p:cNvGrpSpPr/>
              <p:nvPr/>
            </p:nvGrpSpPr>
            <p:grpSpPr>
              <a:xfrm>
                <a:off x="5193855" y="3874444"/>
                <a:ext cx="89788" cy="37496"/>
                <a:chOff x="5193855" y="3874444"/>
                <a:chExt cx="89788" cy="37496"/>
              </a:xfrm>
              <a:grpFill/>
            </p:grpSpPr>
            <p:sp>
              <p:nvSpPr>
                <p:cNvPr id="105" name="任意多边形: 形状 104">
                  <a:extLst>
                    <a:ext uri="{FF2B5EF4-FFF2-40B4-BE49-F238E27FC236}">
                      <a16:creationId xmlns:a16="http://schemas.microsoft.com/office/drawing/2014/main" id="{5D982247-9FCF-6D51-36AC-9F413E0AA37D}"/>
                    </a:ext>
                  </a:extLst>
                </p:cNvPr>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106" name="任意多边形: 形状 105">
                  <a:extLst>
                    <a:ext uri="{FF2B5EF4-FFF2-40B4-BE49-F238E27FC236}">
                      <a16:creationId xmlns:a16="http://schemas.microsoft.com/office/drawing/2014/main" id="{32836928-39B7-A445-88BA-0DBAEB667B81}"/>
                    </a:ext>
                  </a:extLst>
                </p:cNvPr>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93" name="任意多边形: 形状 92">
              <a:extLst>
                <a:ext uri="{FF2B5EF4-FFF2-40B4-BE49-F238E27FC236}">
                  <a16:creationId xmlns:a16="http://schemas.microsoft.com/office/drawing/2014/main" id="{16769190-C442-562C-6FB8-47ED0B407899}"/>
                </a:ext>
              </a:extLst>
            </p:cNvPr>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B7C6AC7B-9915-FA2A-E2A7-A70DADBE0FED}"/>
                </a:ext>
              </a:extLst>
            </p:cNvPr>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95" name="任意多边形: 形状 94">
              <a:extLst>
                <a:ext uri="{FF2B5EF4-FFF2-40B4-BE49-F238E27FC236}">
                  <a16:creationId xmlns:a16="http://schemas.microsoft.com/office/drawing/2014/main" id="{D06F6E3F-CDC4-19A3-E414-469B29ECF303}"/>
                </a:ext>
              </a:extLst>
            </p:cNvPr>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96" name="任意多边形: 形状 95">
              <a:extLst>
                <a:ext uri="{FF2B5EF4-FFF2-40B4-BE49-F238E27FC236}">
                  <a16:creationId xmlns:a16="http://schemas.microsoft.com/office/drawing/2014/main" id="{1A9FCCDE-510E-44D1-0000-90FCDBA54100}"/>
                </a:ext>
              </a:extLst>
            </p:cNvPr>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185979D6-459F-79F2-7B58-544DF64AFCDB}"/>
                </a:ext>
              </a:extLst>
            </p:cNvPr>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98" name="任意多边形: 形状 97">
              <a:extLst>
                <a:ext uri="{FF2B5EF4-FFF2-40B4-BE49-F238E27FC236}">
                  <a16:creationId xmlns:a16="http://schemas.microsoft.com/office/drawing/2014/main" id="{208DC170-02B9-1345-1CB2-FF59C0FCD793}"/>
                </a:ext>
              </a:extLst>
            </p:cNvPr>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99" name="任意多边形: 形状 98">
              <a:extLst>
                <a:ext uri="{FF2B5EF4-FFF2-40B4-BE49-F238E27FC236}">
                  <a16:creationId xmlns:a16="http://schemas.microsoft.com/office/drawing/2014/main" id="{51F3B6CF-5821-B81E-C737-3853D2A05F3A}"/>
                </a:ext>
              </a:extLst>
            </p:cNvPr>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100" name="图形 2">
              <a:extLst>
                <a:ext uri="{FF2B5EF4-FFF2-40B4-BE49-F238E27FC236}">
                  <a16:creationId xmlns:a16="http://schemas.microsoft.com/office/drawing/2014/main" id="{8AFDEA16-4A1E-98D4-20CF-9454A1EDF732}"/>
                </a:ext>
              </a:extLst>
            </p:cNvPr>
            <p:cNvGrpSpPr/>
            <p:nvPr/>
          </p:nvGrpSpPr>
          <p:grpSpPr>
            <a:xfrm>
              <a:off x="1387741" y="4077406"/>
              <a:ext cx="105570" cy="105561"/>
              <a:chOff x="5423873" y="4077406"/>
              <a:chExt cx="105570" cy="105561"/>
            </a:xfrm>
            <a:grpFill/>
          </p:grpSpPr>
          <p:sp>
            <p:nvSpPr>
              <p:cNvPr id="101" name="任意多边形: 形状 100">
                <a:extLst>
                  <a:ext uri="{FF2B5EF4-FFF2-40B4-BE49-F238E27FC236}">
                    <a16:creationId xmlns:a16="http://schemas.microsoft.com/office/drawing/2014/main" id="{B182DA8E-1F21-7646-D4CE-45BA7EFB6169}"/>
                  </a:ext>
                </a:extLst>
              </p:cNvPr>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102" name="任意多边形: 形状 101">
                <a:extLst>
                  <a:ext uri="{FF2B5EF4-FFF2-40B4-BE49-F238E27FC236}">
                    <a16:creationId xmlns:a16="http://schemas.microsoft.com/office/drawing/2014/main" id="{269662EA-6635-CC8A-B47A-7297F2E0F7EB}"/>
                  </a:ext>
                </a:extLst>
              </p:cNvPr>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nvGrpSpPr>
          <p:cNvPr id="111" name="图形 2">
            <a:extLst>
              <a:ext uri="{FF2B5EF4-FFF2-40B4-BE49-F238E27FC236}">
                <a16:creationId xmlns:a16="http://schemas.microsoft.com/office/drawing/2014/main" id="{177B644E-8B17-9495-E6AB-7E2CC6096A6C}"/>
              </a:ext>
            </a:extLst>
          </p:cNvPr>
          <p:cNvGrpSpPr/>
          <p:nvPr/>
        </p:nvGrpSpPr>
        <p:grpSpPr>
          <a:xfrm>
            <a:off x="5913380" y="2278030"/>
            <a:ext cx="379007" cy="514557"/>
            <a:chOff x="3154072" y="343971"/>
            <a:chExt cx="740346" cy="1005125"/>
          </a:xfrm>
          <a:solidFill>
            <a:schemeClr val="bg1"/>
          </a:solidFill>
        </p:grpSpPr>
        <p:sp>
          <p:nvSpPr>
            <p:cNvPr id="112" name="任意多边形: 形状 111">
              <a:extLst>
                <a:ext uri="{FF2B5EF4-FFF2-40B4-BE49-F238E27FC236}">
                  <a16:creationId xmlns:a16="http://schemas.microsoft.com/office/drawing/2014/main" id="{F04F3B1B-8085-6538-F858-F383D431E916}"/>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13" name="任意多边形: 形状 112">
              <a:extLst>
                <a:ext uri="{FF2B5EF4-FFF2-40B4-BE49-F238E27FC236}">
                  <a16:creationId xmlns:a16="http://schemas.microsoft.com/office/drawing/2014/main" id="{2B384665-5D58-CAE6-DBD5-CCA5C9B391C0}"/>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14" name="任意多边形: 形状 113">
              <a:extLst>
                <a:ext uri="{FF2B5EF4-FFF2-40B4-BE49-F238E27FC236}">
                  <a16:creationId xmlns:a16="http://schemas.microsoft.com/office/drawing/2014/main" id="{BF0BEDCC-E5A0-F198-71BA-C92A3C8808E6}"/>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15" name="图形 2">
              <a:extLst>
                <a:ext uri="{FF2B5EF4-FFF2-40B4-BE49-F238E27FC236}">
                  <a16:creationId xmlns:a16="http://schemas.microsoft.com/office/drawing/2014/main" id="{A04BC89F-60CD-C2A2-9AB1-7847817C19D1}"/>
                </a:ext>
              </a:extLst>
            </p:cNvPr>
            <p:cNvGrpSpPr/>
            <p:nvPr/>
          </p:nvGrpSpPr>
          <p:grpSpPr>
            <a:xfrm>
              <a:off x="3318475" y="356830"/>
              <a:ext cx="411548" cy="147447"/>
              <a:chOff x="3318475" y="356830"/>
              <a:chExt cx="411548" cy="147447"/>
            </a:xfrm>
            <a:grpFill/>
          </p:grpSpPr>
          <p:sp>
            <p:nvSpPr>
              <p:cNvPr id="116" name="任意多边形: 形状 115">
                <a:extLst>
                  <a:ext uri="{FF2B5EF4-FFF2-40B4-BE49-F238E27FC236}">
                    <a16:creationId xmlns:a16="http://schemas.microsoft.com/office/drawing/2014/main" id="{CD71AEF4-3BF8-5BC0-E120-AA8AD2586D71}"/>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17" name="任意多边形: 形状 116">
                <a:extLst>
                  <a:ext uri="{FF2B5EF4-FFF2-40B4-BE49-F238E27FC236}">
                    <a16:creationId xmlns:a16="http://schemas.microsoft.com/office/drawing/2014/main" id="{96EDCF9B-CB35-9FED-D0EB-4BA97E5E7EB0}"/>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9872830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gaoding-38">
            <a:extLst>
              <a:ext uri="{FF2B5EF4-FFF2-40B4-BE49-F238E27FC236}">
                <a16:creationId xmlns:a16="http://schemas.microsoft.com/office/drawing/2014/main" id="{70BE17A2-FA66-933D-1980-6DEB75C6A8A1}"/>
              </a:ext>
            </a:extLst>
          </p:cNvPr>
          <p:cNvSpPr/>
          <p:nvPr/>
        </p:nvSpPr>
        <p:spPr>
          <a:xfrm>
            <a:off x="7498370" y="1162129"/>
            <a:ext cx="3563329" cy="5246847"/>
          </a:xfrm>
          <a:prstGeom prst="roundRect">
            <a:avLst>
              <a:gd name="adj" fmla="val 5731"/>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gaoding-38">
            <a:extLst>
              <a:ext uri="{FF2B5EF4-FFF2-40B4-BE49-F238E27FC236}">
                <a16:creationId xmlns:a16="http://schemas.microsoft.com/office/drawing/2014/main" id="{6014142C-F56D-B038-2E74-F60C309DABE9}"/>
              </a:ext>
            </a:extLst>
          </p:cNvPr>
          <p:cNvSpPr/>
          <p:nvPr/>
        </p:nvSpPr>
        <p:spPr>
          <a:xfrm>
            <a:off x="4099255" y="1162129"/>
            <a:ext cx="3025446" cy="5246847"/>
          </a:xfrm>
          <a:prstGeom prst="roundRect">
            <a:avLst>
              <a:gd name="adj" fmla="val 5731"/>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文本框 13">
            <a:extLst>
              <a:ext uri="{FF2B5EF4-FFF2-40B4-BE49-F238E27FC236}">
                <a16:creationId xmlns:a16="http://schemas.microsoft.com/office/drawing/2014/main" id="{FE26E9C6-FFD1-98DF-C3D0-63B9B7399A27}"/>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5" name="矩形 14">
            <a:extLst>
              <a:ext uri="{FF2B5EF4-FFF2-40B4-BE49-F238E27FC236}">
                <a16:creationId xmlns:a16="http://schemas.microsoft.com/office/drawing/2014/main" id="{B6DC41FC-E041-30A1-0188-67E459F0D23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文本框 16">
            <a:extLst>
              <a:ext uri="{FF2B5EF4-FFF2-40B4-BE49-F238E27FC236}">
                <a16:creationId xmlns:a16="http://schemas.microsoft.com/office/drawing/2014/main" id="{67B2E855-812A-6FF3-D807-0C4EE4619D0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gaoding-21">
            <a:extLst>
              <a:ext uri="{FF2B5EF4-FFF2-40B4-BE49-F238E27FC236}">
                <a16:creationId xmlns:a16="http://schemas.microsoft.com/office/drawing/2014/main" id="{1772FB20-AB50-B957-C0E7-44BAA1E3EE45}"/>
              </a:ext>
            </a:extLst>
          </p:cNvPr>
          <p:cNvSpPr/>
          <p:nvPr/>
        </p:nvSpPr>
        <p:spPr>
          <a:xfrm>
            <a:off x="7592415" y="137711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1">
            <a:extLst>
              <a:ext uri="{FF2B5EF4-FFF2-40B4-BE49-F238E27FC236}">
                <a16:creationId xmlns:a16="http://schemas.microsoft.com/office/drawing/2014/main" id="{7391875F-BE6A-C5D5-8BA1-C2FA294C4465}"/>
              </a:ext>
            </a:extLst>
          </p:cNvPr>
          <p:cNvSpPr/>
          <p:nvPr/>
        </p:nvSpPr>
        <p:spPr>
          <a:xfrm>
            <a:off x="6999549" y="1687089"/>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2">
            <a:extLst>
              <a:ext uri="{FF2B5EF4-FFF2-40B4-BE49-F238E27FC236}">
                <a16:creationId xmlns:a16="http://schemas.microsoft.com/office/drawing/2014/main" id="{6B9AF817-A1AB-9FDE-AAC3-5ADE35D47E53}"/>
              </a:ext>
            </a:extLst>
          </p:cNvPr>
          <p:cNvSpPr/>
          <p:nvPr/>
        </p:nvSpPr>
        <p:spPr>
          <a:xfrm>
            <a:off x="6999549" y="3089894"/>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3">
            <a:extLst>
              <a:ext uri="{FF2B5EF4-FFF2-40B4-BE49-F238E27FC236}">
                <a16:creationId xmlns:a16="http://schemas.microsoft.com/office/drawing/2014/main" id="{5221E766-0D75-3695-156F-1D7C9D4FE07C}"/>
              </a:ext>
            </a:extLst>
          </p:cNvPr>
          <p:cNvSpPr/>
          <p:nvPr/>
        </p:nvSpPr>
        <p:spPr>
          <a:xfrm>
            <a:off x="6999549" y="4494930"/>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4">
            <a:extLst>
              <a:ext uri="{FF2B5EF4-FFF2-40B4-BE49-F238E27FC236}">
                <a16:creationId xmlns:a16="http://schemas.microsoft.com/office/drawing/2014/main" id="{C4FF5606-358D-CA0D-8073-8D8743AA1C01}"/>
              </a:ext>
            </a:extLst>
          </p:cNvPr>
          <p:cNvSpPr/>
          <p:nvPr/>
        </p:nvSpPr>
        <p:spPr>
          <a:xfrm>
            <a:off x="6999549" y="5897222"/>
            <a:ext cx="586934"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5">
            <a:extLst>
              <a:ext uri="{FF2B5EF4-FFF2-40B4-BE49-F238E27FC236}">
                <a16:creationId xmlns:a16="http://schemas.microsoft.com/office/drawing/2014/main" id="{D224CF72-FEEE-DBC0-0EA4-2247C1D41A8C}"/>
              </a:ext>
            </a:extLst>
          </p:cNvPr>
          <p:cNvSpPr/>
          <p:nvPr/>
        </p:nvSpPr>
        <p:spPr>
          <a:xfrm>
            <a:off x="3042581" y="3799101"/>
            <a:ext cx="562658"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6">
            <a:extLst>
              <a:ext uri="{FF2B5EF4-FFF2-40B4-BE49-F238E27FC236}">
                <a16:creationId xmlns:a16="http://schemas.microsoft.com/office/drawing/2014/main" id="{A46B12CE-EE31-9D78-5AFC-9CF4D830B6E8}"/>
              </a:ext>
            </a:extLst>
          </p:cNvPr>
          <p:cNvSpPr/>
          <p:nvPr/>
        </p:nvSpPr>
        <p:spPr>
          <a:xfrm rot="16200000">
            <a:off x="1800313" y="3484490"/>
            <a:ext cx="4216178" cy="603824"/>
          </a:xfrm>
          <a:custGeom>
            <a:avLst/>
            <a:gdLst/>
            <a:ahLst/>
            <a:cxnLst>
              <a:cxn ang="0">
                <a:pos x="wd2" y="hd2"/>
              </a:cxn>
              <a:cxn ang="5400000">
                <a:pos x="wd2" y="hd2"/>
              </a:cxn>
              <a:cxn ang="10800000">
                <a:pos x="wd2" y="hd2"/>
              </a:cxn>
              <a:cxn ang="16200000">
                <a:pos x="wd2" y="hd2"/>
              </a:cxn>
            </a:cxnLst>
            <a:rect l="0" t="0" r="r" b="b"/>
            <a:pathLst>
              <a:path w="21600" h="21521" extrusionOk="0">
                <a:moveTo>
                  <a:pt x="0" y="21410"/>
                </a:moveTo>
                <a:lnTo>
                  <a:pt x="0" y="4159"/>
                </a:lnTo>
                <a:cubicBezTo>
                  <a:pt x="1" y="3036"/>
                  <a:pt x="75" y="1963"/>
                  <a:pt x="204" y="1182"/>
                </a:cubicBezTo>
                <a:cubicBezTo>
                  <a:pt x="342" y="347"/>
                  <a:pt x="531" y="-79"/>
                  <a:pt x="723" y="12"/>
                </a:cubicBezTo>
                <a:lnTo>
                  <a:pt x="20948" y="12"/>
                </a:lnTo>
                <a:cubicBezTo>
                  <a:pt x="21140" y="27"/>
                  <a:pt x="21321" y="560"/>
                  <a:pt x="21445" y="1474"/>
                </a:cubicBezTo>
                <a:cubicBezTo>
                  <a:pt x="21544" y="2202"/>
                  <a:pt x="21599" y="3121"/>
                  <a:pt x="21600" y="4074"/>
                </a:cubicBezTo>
                <a:lnTo>
                  <a:pt x="21600" y="21521"/>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7">
            <a:extLst>
              <a:ext uri="{FF2B5EF4-FFF2-40B4-BE49-F238E27FC236}">
                <a16:creationId xmlns:a16="http://schemas.microsoft.com/office/drawing/2014/main" id="{54A70ED3-B058-F242-115B-C5251993FBD8}"/>
              </a:ext>
            </a:extLst>
          </p:cNvPr>
          <p:cNvSpPr/>
          <p:nvPr/>
        </p:nvSpPr>
        <p:spPr>
          <a:xfrm>
            <a:off x="3609848" y="3083667"/>
            <a:ext cx="679132"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8">
            <a:extLst>
              <a:ext uri="{FF2B5EF4-FFF2-40B4-BE49-F238E27FC236}">
                <a16:creationId xmlns:a16="http://schemas.microsoft.com/office/drawing/2014/main" id="{F81D3D3E-F383-AD91-88CD-3D2299EEE66B}"/>
              </a:ext>
            </a:extLst>
          </p:cNvPr>
          <p:cNvSpPr/>
          <p:nvPr/>
        </p:nvSpPr>
        <p:spPr>
          <a:xfrm>
            <a:off x="3607731" y="4476435"/>
            <a:ext cx="679132" cy="0"/>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gaoding-38">
            <a:extLst>
              <a:ext uri="{FF2B5EF4-FFF2-40B4-BE49-F238E27FC236}">
                <a16:creationId xmlns:a16="http://schemas.microsoft.com/office/drawing/2014/main" id="{4C511C53-EF4B-8AA7-12D6-5451503968AB}"/>
              </a:ext>
            </a:extLst>
          </p:cNvPr>
          <p:cNvSpPr/>
          <p:nvPr/>
        </p:nvSpPr>
        <p:spPr>
          <a:xfrm>
            <a:off x="1343358" y="3014486"/>
            <a:ext cx="1704024" cy="1587958"/>
          </a:xfrm>
          <a:prstGeom prst="roundRect">
            <a:avLst>
              <a:gd name="adj" fmla="val 866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9">
            <a:extLst>
              <a:ext uri="{FF2B5EF4-FFF2-40B4-BE49-F238E27FC236}">
                <a16:creationId xmlns:a16="http://schemas.microsoft.com/office/drawing/2014/main" id="{CBC8E7CA-74D2-E20F-AED5-F08AC9CEC68B}"/>
              </a:ext>
            </a:extLst>
          </p:cNvPr>
          <p:cNvSpPr/>
          <p:nvPr/>
        </p:nvSpPr>
        <p:spPr>
          <a:xfrm flipH="1">
            <a:off x="1270401" y="4061836"/>
            <a:ext cx="1849939" cy="307777"/>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zh-CN" altLang="en-US" sz="20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发奋图强</a:t>
            </a:r>
            <a:endParaRPr kumimoji="0" lang="en-US" sz="20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图形 2">
            <a:extLst>
              <a:ext uri="{FF2B5EF4-FFF2-40B4-BE49-F238E27FC236}">
                <a16:creationId xmlns:a16="http://schemas.microsoft.com/office/drawing/2014/main" id="{D021BC8B-4BE8-08F5-DB72-5A65084C5A66}"/>
              </a:ext>
            </a:extLst>
          </p:cNvPr>
          <p:cNvGrpSpPr/>
          <p:nvPr/>
        </p:nvGrpSpPr>
        <p:grpSpPr>
          <a:xfrm>
            <a:off x="1965120" y="3274560"/>
            <a:ext cx="460501" cy="625196"/>
            <a:chOff x="3154072" y="343971"/>
            <a:chExt cx="740346" cy="1005125"/>
          </a:xfrm>
          <a:solidFill>
            <a:schemeClr val="bg1"/>
          </a:solidFill>
        </p:grpSpPr>
        <p:sp>
          <p:nvSpPr>
            <p:cNvPr id="3" name="任意多边形: 形状 2">
              <a:extLst>
                <a:ext uri="{FF2B5EF4-FFF2-40B4-BE49-F238E27FC236}">
                  <a16:creationId xmlns:a16="http://schemas.microsoft.com/office/drawing/2014/main" id="{AE95267C-0199-18FF-BE11-3B587D97A8B2}"/>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4" name="任意多边形: 形状 3">
              <a:extLst>
                <a:ext uri="{FF2B5EF4-FFF2-40B4-BE49-F238E27FC236}">
                  <a16:creationId xmlns:a16="http://schemas.microsoft.com/office/drawing/2014/main" id="{08AB4572-0E11-DFD2-ACE1-BAAE5C2C3010}"/>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8" name="任意多边形: 形状 17">
              <a:extLst>
                <a:ext uri="{FF2B5EF4-FFF2-40B4-BE49-F238E27FC236}">
                  <a16:creationId xmlns:a16="http://schemas.microsoft.com/office/drawing/2014/main" id="{DFE3604B-2CDA-5B37-F821-EE5256FDF0A4}"/>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0" name="图形 2">
              <a:extLst>
                <a:ext uri="{FF2B5EF4-FFF2-40B4-BE49-F238E27FC236}">
                  <a16:creationId xmlns:a16="http://schemas.microsoft.com/office/drawing/2014/main" id="{DEE7928D-C940-2D54-3319-946495C794E9}"/>
                </a:ext>
              </a:extLst>
            </p:cNvPr>
            <p:cNvGrpSpPr/>
            <p:nvPr/>
          </p:nvGrpSpPr>
          <p:grpSpPr>
            <a:xfrm>
              <a:off x="3318475" y="356830"/>
              <a:ext cx="411548" cy="147447"/>
              <a:chOff x="3318475" y="356830"/>
              <a:chExt cx="411548" cy="147447"/>
            </a:xfrm>
            <a:grpFill/>
          </p:grpSpPr>
          <p:sp>
            <p:nvSpPr>
              <p:cNvPr id="21" name="任意多边形: 形状 20">
                <a:extLst>
                  <a:ext uri="{FF2B5EF4-FFF2-40B4-BE49-F238E27FC236}">
                    <a16:creationId xmlns:a16="http://schemas.microsoft.com/office/drawing/2014/main" id="{1A23B4CE-0BA7-E835-70F1-D614F914124D}"/>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ACCA8CF4-1D5C-DFC2-03E2-A0DF786E5EC2}"/>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43" name="组合 42">
            <a:extLst>
              <a:ext uri="{FF2B5EF4-FFF2-40B4-BE49-F238E27FC236}">
                <a16:creationId xmlns:a16="http://schemas.microsoft.com/office/drawing/2014/main" id="{8A971EA1-7AA7-869E-46C4-1056F5ACA801}"/>
              </a:ext>
            </a:extLst>
          </p:cNvPr>
          <p:cNvGrpSpPr/>
          <p:nvPr/>
        </p:nvGrpSpPr>
        <p:grpSpPr>
          <a:xfrm>
            <a:off x="4321372" y="1379344"/>
            <a:ext cx="2567118" cy="913983"/>
            <a:chOff x="4321372" y="1379344"/>
            <a:chExt cx="2567118" cy="913983"/>
          </a:xfrm>
        </p:grpSpPr>
        <p:sp>
          <p:nvSpPr>
            <p:cNvPr id="13" name="gaoding-9">
              <a:extLst>
                <a:ext uri="{FF2B5EF4-FFF2-40B4-BE49-F238E27FC236}">
                  <a16:creationId xmlns:a16="http://schemas.microsoft.com/office/drawing/2014/main" id="{05385EFC-DBBC-C2A7-796E-2C39CC2BAA69}"/>
                </a:ext>
              </a:extLst>
            </p:cNvPr>
            <p:cNvSpPr/>
            <p:nvPr/>
          </p:nvSpPr>
          <p:spPr>
            <a:xfrm>
              <a:off x="4321372" y="1379344"/>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稿定-9">
              <a:extLst>
                <a:ext uri="{FF2B5EF4-FFF2-40B4-BE49-F238E27FC236}">
                  <a16:creationId xmlns:a16="http://schemas.microsoft.com/office/drawing/2014/main" id="{84C1A85A-E37A-2B53-5ABA-391E999E0809}"/>
                </a:ext>
              </a:extLst>
            </p:cNvPr>
            <p:cNvSpPr/>
            <p:nvPr/>
          </p:nvSpPr>
          <p:spPr>
            <a:xfrm flipH="1">
              <a:off x="4692121" y="1456257"/>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1. </a:t>
              </a: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福星高照</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文本框 30">
              <a:extLst>
                <a:ext uri="{FF2B5EF4-FFF2-40B4-BE49-F238E27FC236}">
                  <a16:creationId xmlns:a16="http://schemas.microsoft.com/office/drawing/2014/main" id="{48329C25-69F1-ECDF-D9C8-58BA3AAA0758}"/>
                </a:ext>
              </a:extLst>
            </p:cNvPr>
            <p:cNvSpPr txBox="1"/>
            <p:nvPr/>
          </p:nvSpPr>
          <p:spPr>
            <a:xfrm>
              <a:off x="4692121" y="1802067"/>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p>
          </p:txBody>
        </p:sp>
      </p:grpSp>
      <p:grpSp>
        <p:nvGrpSpPr>
          <p:cNvPr id="45" name="组合 44">
            <a:extLst>
              <a:ext uri="{FF2B5EF4-FFF2-40B4-BE49-F238E27FC236}">
                <a16:creationId xmlns:a16="http://schemas.microsoft.com/office/drawing/2014/main" id="{CC4FF0D7-E6FC-448B-FCD4-4B55511D3306}"/>
              </a:ext>
            </a:extLst>
          </p:cNvPr>
          <p:cNvGrpSpPr/>
          <p:nvPr/>
        </p:nvGrpSpPr>
        <p:grpSpPr>
          <a:xfrm>
            <a:off x="4321372" y="5290983"/>
            <a:ext cx="2567118" cy="913983"/>
            <a:chOff x="4321372" y="5290983"/>
            <a:chExt cx="2567118" cy="913983"/>
          </a:xfrm>
        </p:grpSpPr>
        <p:sp>
          <p:nvSpPr>
            <p:cNvPr id="32" name="gaoding-9">
              <a:extLst>
                <a:ext uri="{FF2B5EF4-FFF2-40B4-BE49-F238E27FC236}">
                  <a16:creationId xmlns:a16="http://schemas.microsoft.com/office/drawing/2014/main" id="{5090CB5A-C4E5-CC66-1D0F-E9DE3675DDCB}"/>
                </a:ext>
              </a:extLst>
            </p:cNvPr>
            <p:cNvSpPr/>
            <p:nvPr/>
          </p:nvSpPr>
          <p:spPr>
            <a:xfrm>
              <a:off x="4321372" y="5290983"/>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稿定-9">
              <a:extLst>
                <a:ext uri="{FF2B5EF4-FFF2-40B4-BE49-F238E27FC236}">
                  <a16:creationId xmlns:a16="http://schemas.microsoft.com/office/drawing/2014/main" id="{730A63E1-22A7-B8A1-EDA1-C55503EABD21}"/>
                </a:ext>
              </a:extLst>
            </p:cNvPr>
            <p:cNvSpPr/>
            <p:nvPr/>
          </p:nvSpPr>
          <p:spPr>
            <a:xfrm flipH="1">
              <a:off x="4692121" y="5367896"/>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4. </a:t>
              </a: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震古烁今</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4" name="文本框 33">
              <a:extLst>
                <a:ext uri="{FF2B5EF4-FFF2-40B4-BE49-F238E27FC236}">
                  <a16:creationId xmlns:a16="http://schemas.microsoft.com/office/drawing/2014/main" id="{E177D407-0A05-6565-0EA0-EE0FA16E5FF0}"/>
                </a:ext>
              </a:extLst>
            </p:cNvPr>
            <p:cNvSpPr txBox="1"/>
            <p:nvPr/>
          </p:nvSpPr>
          <p:spPr>
            <a:xfrm>
              <a:off x="4692121" y="5713706"/>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p>
          </p:txBody>
        </p:sp>
      </p:grpSp>
      <p:grpSp>
        <p:nvGrpSpPr>
          <p:cNvPr id="44" name="组合 43">
            <a:extLst>
              <a:ext uri="{FF2B5EF4-FFF2-40B4-BE49-F238E27FC236}">
                <a16:creationId xmlns:a16="http://schemas.microsoft.com/office/drawing/2014/main" id="{D0273A95-5244-2743-9B66-87C9F18B1CDD}"/>
              </a:ext>
            </a:extLst>
          </p:cNvPr>
          <p:cNvGrpSpPr/>
          <p:nvPr/>
        </p:nvGrpSpPr>
        <p:grpSpPr>
          <a:xfrm>
            <a:off x="4321372" y="3987104"/>
            <a:ext cx="2567118" cy="913983"/>
            <a:chOff x="4321372" y="4187186"/>
            <a:chExt cx="2567118" cy="913983"/>
          </a:xfrm>
        </p:grpSpPr>
        <p:sp>
          <p:nvSpPr>
            <p:cNvPr id="35" name="gaoding-9">
              <a:extLst>
                <a:ext uri="{FF2B5EF4-FFF2-40B4-BE49-F238E27FC236}">
                  <a16:creationId xmlns:a16="http://schemas.microsoft.com/office/drawing/2014/main" id="{3CA2DB34-124C-CB67-AEAF-B15378736906}"/>
                </a:ext>
              </a:extLst>
            </p:cNvPr>
            <p:cNvSpPr/>
            <p:nvPr/>
          </p:nvSpPr>
          <p:spPr>
            <a:xfrm>
              <a:off x="4321372" y="4187186"/>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稿定-9">
              <a:extLst>
                <a:ext uri="{FF2B5EF4-FFF2-40B4-BE49-F238E27FC236}">
                  <a16:creationId xmlns:a16="http://schemas.microsoft.com/office/drawing/2014/main" id="{A5B1519F-FC84-BCC9-1602-48273C56626A}"/>
                </a:ext>
              </a:extLst>
            </p:cNvPr>
            <p:cNvSpPr/>
            <p:nvPr/>
          </p:nvSpPr>
          <p:spPr>
            <a:xfrm flipH="1">
              <a:off x="4692121" y="4264099"/>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3. </a:t>
              </a: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百年好合</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7" name="文本框 36">
              <a:extLst>
                <a:ext uri="{FF2B5EF4-FFF2-40B4-BE49-F238E27FC236}">
                  <a16:creationId xmlns:a16="http://schemas.microsoft.com/office/drawing/2014/main" id="{BAEEB5E0-DE39-A1A1-B2A3-7C3638A3FAF4}"/>
                </a:ext>
              </a:extLst>
            </p:cNvPr>
            <p:cNvSpPr txBox="1"/>
            <p:nvPr/>
          </p:nvSpPr>
          <p:spPr>
            <a:xfrm>
              <a:off x="4692121" y="4609909"/>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p>
          </p:txBody>
        </p:sp>
      </p:grpSp>
      <p:grpSp>
        <p:nvGrpSpPr>
          <p:cNvPr id="42" name="组合 41">
            <a:extLst>
              <a:ext uri="{FF2B5EF4-FFF2-40B4-BE49-F238E27FC236}">
                <a16:creationId xmlns:a16="http://schemas.microsoft.com/office/drawing/2014/main" id="{C7A4FB3B-9D19-4D80-EB15-980DBB827D4E}"/>
              </a:ext>
            </a:extLst>
          </p:cNvPr>
          <p:cNvGrpSpPr/>
          <p:nvPr/>
        </p:nvGrpSpPr>
        <p:grpSpPr>
          <a:xfrm>
            <a:off x="4321372" y="2683224"/>
            <a:ext cx="2567118" cy="913983"/>
            <a:chOff x="4321372" y="3083389"/>
            <a:chExt cx="2567118" cy="913983"/>
          </a:xfrm>
        </p:grpSpPr>
        <p:sp>
          <p:nvSpPr>
            <p:cNvPr id="38" name="gaoding-9">
              <a:extLst>
                <a:ext uri="{FF2B5EF4-FFF2-40B4-BE49-F238E27FC236}">
                  <a16:creationId xmlns:a16="http://schemas.microsoft.com/office/drawing/2014/main" id="{8D63BE67-F54B-A9A9-14BD-8FDBF3383799}"/>
                </a:ext>
              </a:extLst>
            </p:cNvPr>
            <p:cNvSpPr/>
            <p:nvPr/>
          </p:nvSpPr>
          <p:spPr>
            <a:xfrm>
              <a:off x="4321372" y="3083389"/>
              <a:ext cx="2567118" cy="9139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稿定-9">
              <a:extLst>
                <a:ext uri="{FF2B5EF4-FFF2-40B4-BE49-F238E27FC236}">
                  <a16:creationId xmlns:a16="http://schemas.microsoft.com/office/drawing/2014/main" id="{F86A9943-3D78-8A39-ECB1-464FB3E602B4}"/>
                </a:ext>
              </a:extLst>
            </p:cNvPr>
            <p:cNvSpPr/>
            <p:nvPr/>
          </p:nvSpPr>
          <p:spPr>
            <a:xfrm flipH="1">
              <a:off x="4692121" y="3160302"/>
              <a:ext cx="1849939"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lang="en-US" altLang="zh-CN" sz="2400"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2. </a:t>
              </a: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旗开得胜</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文本框 39">
              <a:extLst>
                <a:ext uri="{FF2B5EF4-FFF2-40B4-BE49-F238E27FC236}">
                  <a16:creationId xmlns:a16="http://schemas.microsoft.com/office/drawing/2014/main" id="{C0359E94-7F88-64FC-40A2-3A556003790B}"/>
                </a:ext>
              </a:extLst>
            </p:cNvPr>
            <p:cNvSpPr txBox="1"/>
            <p:nvPr/>
          </p:nvSpPr>
          <p:spPr>
            <a:xfrm>
              <a:off x="4692121" y="3506112"/>
              <a:ext cx="2084917" cy="400110"/>
            </a:xfrm>
            <a:prstGeom prst="rect">
              <a:avLst/>
            </a:prstGeom>
            <a:noFill/>
          </p:spPr>
          <p:txBody>
            <a:bodyPr wrap="square">
              <a:spAutoFit/>
            </a:bodyPr>
            <a:lstStyle/>
            <a:p>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所有模板素材均可任意编辑，支持一键替换图片、更改文字内容</a:t>
              </a:r>
            </a:p>
          </p:txBody>
        </p:sp>
      </p:grpSp>
      <p:sp>
        <p:nvSpPr>
          <p:cNvPr id="51" name="gaoding-21">
            <a:extLst>
              <a:ext uri="{FF2B5EF4-FFF2-40B4-BE49-F238E27FC236}">
                <a16:creationId xmlns:a16="http://schemas.microsoft.com/office/drawing/2014/main" id="{060AD575-7304-D17C-C325-10923291F4AB}"/>
              </a:ext>
            </a:extLst>
          </p:cNvPr>
          <p:cNvSpPr/>
          <p:nvPr/>
        </p:nvSpPr>
        <p:spPr>
          <a:xfrm>
            <a:off x="7592415" y="268099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gaoding-21">
            <a:extLst>
              <a:ext uri="{FF2B5EF4-FFF2-40B4-BE49-F238E27FC236}">
                <a16:creationId xmlns:a16="http://schemas.microsoft.com/office/drawing/2014/main" id="{286023AA-241C-2B35-FA46-402B634B1354}"/>
              </a:ext>
            </a:extLst>
          </p:cNvPr>
          <p:cNvSpPr/>
          <p:nvPr/>
        </p:nvSpPr>
        <p:spPr>
          <a:xfrm>
            <a:off x="7592415" y="398487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21">
            <a:extLst>
              <a:ext uri="{FF2B5EF4-FFF2-40B4-BE49-F238E27FC236}">
                <a16:creationId xmlns:a16="http://schemas.microsoft.com/office/drawing/2014/main" id="{12A02204-07EC-0D19-6D93-4437863437BA}"/>
              </a:ext>
            </a:extLst>
          </p:cNvPr>
          <p:cNvSpPr/>
          <p:nvPr/>
        </p:nvSpPr>
        <p:spPr>
          <a:xfrm>
            <a:off x="7592415" y="5288755"/>
            <a:ext cx="3329184" cy="916212"/>
          </a:xfrm>
          <a:custGeom>
            <a:avLst/>
            <a:gdLst/>
            <a:ahLst/>
            <a:cxnLst>
              <a:cxn ang="0">
                <a:pos x="wd2" y="hd2"/>
              </a:cxn>
              <a:cxn ang="5400000">
                <a:pos x="wd2" y="hd2"/>
              </a:cxn>
              <a:cxn ang="10800000">
                <a:pos x="wd2" y="hd2"/>
              </a:cxn>
              <a:cxn ang="16200000">
                <a:pos x="wd2" y="hd2"/>
              </a:cxn>
            </a:cxnLst>
            <a:rect l="0" t="0" r="r" b="b"/>
            <a:pathLst>
              <a:path w="21600" h="21600" extrusionOk="0">
                <a:moveTo>
                  <a:pt x="768" y="0"/>
                </a:moveTo>
                <a:lnTo>
                  <a:pt x="20832" y="0"/>
                </a:lnTo>
                <a:cubicBezTo>
                  <a:pt x="20942" y="0"/>
                  <a:pt x="21025" y="0"/>
                  <a:pt x="21095" y="25"/>
                </a:cubicBezTo>
                <a:cubicBezTo>
                  <a:pt x="21166" y="51"/>
                  <a:pt x="21223" y="102"/>
                  <a:pt x="21283" y="204"/>
                </a:cubicBezTo>
                <a:cubicBezTo>
                  <a:pt x="21348" y="332"/>
                  <a:pt x="21406" y="534"/>
                  <a:pt x="21454" y="792"/>
                </a:cubicBezTo>
                <a:cubicBezTo>
                  <a:pt x="21501" y="1051"/>
                  <a:pt x="21539" y="1365"/>
                  <a:pt x="21562" y="1716"/>
                </a:cubicBezTo>
                <a:cubicBezTo>
                  <a:pt x="21581" y="2037"/>
                  <a:pt x="21591" y="2349"/>
                  <a:pt x="21595" y="2732"/>
                </a:cubicBezTo>
                <a:cubicBezTo>
                  <a:pt x="21600" y="3115"/>
                  <a:pt x="21600" y="3568"/>
                  <a:pt x="21600" y="4173"/>
                </a:cubicBezTo>
                <a:lnTo>
                  <a:pt x="21600" y="17445"/>
                </a:lnTo>
                <a:cubicBezTo>
                  <a:pt x="21600" y="18041"/>
                  <a:pt x="21600" y="18490"/>
                  <a:pt x="21595" y="18870"/>
                </a:cubicBezTo>
                <a:cubicBezTo>
                  <a:pt x="21591" y="19251"/>
                  <a:pt x="21581" y="19563"/>
                  <a:pt x="21562" y="19884"/>
                </a:cubicBezTo>
                <a:cubicBezTo>
                  <a:pt x="21539" y="20235"/>
                  <a:pt x="21501" y="20549"/>
                  <a:pt x="21454" y="20808"/>
                </a:cubicBezTo>
                <a:cubicBezTo>
                  <a:pt x="21406" y="21066"/>
                  <a:pt x="21348" y="21268"/>
                  <a:pt x="21283" y="21396"/>
                </a:cubicBezTo>
                <a:cubicBezTo>
                  <a:pt x="21223" y="21498"/>
                  <a:pt x="21166" y="21549"/>
                  <a:pt x="21095" y="21575"/>
                </a:cubicBezTo>
                <a:cubicBezTo>
                  <a:pt x="21024" y="21600"/>
                  <a:pt x="20940" y="21600"/>
                  <a:pt x="20828" y="21600"/>
                </a:cubicBezTo>
                <a:lnTo>
                  <a:pt x="768" y="21600"/>
                </a:lnTo>
                <a:cubicBezTo>
                  <a:pt x="658" y="21600"/>
                  <a:pt x="575" y="21600"/>
                  <a:pt x="505" y="21575"/>
                </a:cubicBezTo>
                <a:cubicBezTo>
                  <a:pt x="434" y="21549"/>
                  <a:pt x="377" y="21498"/>
                  <a:pt x="317" y="21396"/>
                </a:cubicBezTo>
                <a:cubicBezTo>
                  <a:pt x="252" y="21268"/>
                  <a:pt x="194" y="21066"/>
                  <a:pt x="146" y="20808"/>
                </a:cubicBezTo>
                <a:cubicBezTo>
                  <a:pt x="99" y="20549"/>
                  <a:pt x="61" y="20235"/>
                  <a:pt x="38" y="19884"/>
                </a:cubicBezTo>
                <a:cubicBezTo>
                  <a:pt x="19" y="19563"/>
                  <a:pt x="9" y="19251"/>
                  <a:pt x="5" y="18868"/>
                </a:cubicBezTo>
                <a:cubicBezTo>
                  <a:pt x="0" y="18485"/>
                  <a:pt x="0" y="18032"/>
                  <a:pt x="0" y="17427"/>
                </a:cubicBezTo>
                <a:lnTo>
                  <a:pt x="0" y="4155"/>
                </a:lnTo>
                <a:cubicBezTo>
                  <a:pt x="0" y="3559"/>
                  <a:pt x="0" y="3110"/>
                  <a:pt x="5" y="2730"/>
                </a:cubicBezTo>
                <a:cubicBezTo>
                  <a:pt x="9" y="2349"/>
                  <a:pt x="19" y="2037"/>
                  <a:pt x="38" y="1716"/>
                </a:cubicBezTo>
                <a:cubicBezTo>
                  <a:pt x="61" y="1365"/>
                  <a:pt x="99" y="1051"/>
                  <a:pt x="146" y="792"/>
                </a:cubicBezTo>
                <a:cubicBezTo>
                  <a:pt x="194" y="534"/>
                  <a:pt x="252" y="332"/>
                  <a:pt x="317" y="204"/>
                </a:cubicBezTo>
                <a:cubicBezTo>
                  <a:pt x="377" y="102"/>
                  <a:pt x="434" y="51"/>
                  <a:pt x="505" y="25"/>
                </a:cubicBezTo>
                <a:cubicBezTo>
                  <a:pt x="576" y="0"/>
                  <a:pt x="660" y="0"/>
                  <a:pt x="772" y="0"/>
                </a:cubicBezTo>
                <a:lnTo>
                  <a:pt x="768" y="0"/>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61" name="组合 60">
            <a:extLst>
              <a:ext uri="{FF2B5EF4-FFF2-40B4-BE49-F238E27FC236}">
                <a16:creationId xmlns:a16="http://schemas.microsoft.com/office/drawing/2014/main" id="{DB419B36-0FB8-6D8B-5FAC-B6C89CDA1A8A}"/>
              </a:ext>
            </a:extLst>
          </p:cNvPr>
          <p:cNvGrpSpPr/>
          <p:nvPr/>
        </p:nvGrpSpPr>
        <p:grpSpPr>
          <a:xfrm>
            <a:off x="7786084" y="2953671"/>
            <a:ext cx="405434" cy="405434"/>
            <a:chOff x="2750109" y="2372218"/>
            <a:chExt cx="533868" cy="533868"/>
          </a:xfrm>
        </p:grpSpPr>
        <p:sp>
          <p:nvSpPr>
            <p:cNvPr id="62" name="椭圆 61">
              <a:extLst>
                <a:ext uri="{FF2B5EF4-FFF2-40B4-BE49-F238E27FC236}">
                  <a16:creationId xmlns:a16="http://schemas.microsoft.com/office/drawing/2014/main" id="{B4F3F94E-E832-1A1B-D822-906FC317BF5C}"/>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63" name="图形 2">
              <a:extLst>
                <a:ext uri="{FF2B5EF4-FFF2-40B4-BE49-F238E27FC236}">
                  <a16:creationId xmlns:a16="http://schemas.microsoft.com/office/drawing/2014/main" id="{5476A6AC-4614-CCC5-4F1F-38D617B7254F}"/>
                </a:ext>
              </a:extLst>
            </p:cNvPr>
            <p:cNvGrpSpPr/>
            <p:nvPr/>
          </p:nvGrpSpPr>
          <p:grpSpPr>
            <a:xfrm>
              <a:off x="2833318" y="2518446"/>
              <a:ext cx="375840" cy="258880"/>
              <a:chOff x="4665944" y="2166485"/>
              <a:chExt cx="1145603" cy="789098"/>
            </a:xfrm>
            <a:solidFill>
              <a:schemeClr val="bg1"/>
            </a:solidFill>
          </p:grpSpPr>
          <p:sp>
            <p:nvSpPr>
              <p:cNvPr id="64" name="任意多边形: 形状 63">
                <a:extLst>
                  <a:ext uri="{FF2B5EF4-FFF2-40B4-BE49-F238E27FC236}">
                    <a16:creationId xmlns:a16="http://schemas.microsoft.com/office/drawing/2014/main" id="{118E5719-D658-C2D3-3BB5-117B68A94604}"/>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65" name="任意多边形: 形状 64">
                <a:extLst>
                  <a:ext uri="{FF2B5EF4-FFF2-40B4-BE49-F238E27FC236}">
                    <a16:creationId xmlns:a16="http://schemas.microsoft.com/office/drawing/2014/main" id="{1D854D66-0BAD-510A-A541-3334C9AE0FD4}"/>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66" name="任意多边形: 形状 65">
                <a:extLst>
                  <a:ext uri="{FF2B5EF4-FFF2-40B4-BE49-F238E27FC236}">
                    <a16:creationId xmlns:a16="http://schemas.microsoft.com/office/drawing/2014/main" id="{7D9CF944-5320-E1B3-FAD0-EA36D5DD8523}"/>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67" name="图形 2">
                <a:extLst>
                  <a:ext uri="{FF2B5EF4-FFF2-40B4-BE49-F238E27FC236}">
                    <a16:creationId xmlns:a16="http://schemas.microsoft.com/office/drawing/2014/main" id="{A31BE7B6-6C0C-E281-68D8-C3BA486E60D1}"/>
                  </a:ext>
                </a:extLst>
              </p:cNvPr>
              <p:cNvGrpSpPr/>
              <p:nvPr/>
            </p:nvGrpSpPr>
            <p:grpSpPr>
              <a:xfrm>
                <a:off x="5372739" y="2423233"/>
                <a:ext cx="133924" cy="191216"/>
                <a:chOff x="5372739" y="2423233"/>
                <a:chExt cx="133924" cy="191216"/>
              </a:xfrm>
              <a:grpFill/>
            </p:grpSpPr>
            <p:sp>
              <p:nvSpPr>
                <p:cNvPr id="68" name="任意多边形: 形状 67">
                  <a:extLst>
                    <a:ext uri="{FF2B5EF4-FFF2-40B4-BE49-F238E27FC236}">
                      <a16:creationId xmlns:a16="http://schemas.microsoft.com/office/drawing/2014/main" id="{B0D1A1A3-FBE5-54CA-E440-45E1AA3E8BF1}"/>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03A151FE-B42A-D81D-2C65-4E024C3B0A0A}"/>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70" name="组合 69">
            <a:extLst>
              <a:ext uri="{FF2B5EF4-FFF2-40B4-BE49-F238E27FC236}">
                <a16:creationId xmlns:a16="http://schemas.microsoft.com/office/drawing/2014/main" id="{77C2DE74-3800-B942-B5BF-7E73D5FE3E94}"/>
              </a:ext>
            </a:extLst>
          </p:cNvPr>
          <p:cNvGrpSpPr/>
          <p:nvPr/>
        </p:nvGrpSpPr>
        <p:grpSpPr>
          <a:xfrm>
            <a:off x="7786084" y="4248907"/>
            <a:ext cx="405434" cy="405434"/>
            <a:chOff x="9721622" y="2053900"/>
            <a:chExt cx="533868" cy="533868"/>
          </a:xfrm>
        </p:grpSpPr>
        <p:sp>
          <p:nvSpPr>
            <p:cNvPr id="71" name="椭圆 70">
              <a:extLst>
                <a:ext uri="{FF2B5EF4-FFF2-40B4-BE49-F238E27FC236}">
                  <a16:creationId xmlns:a16="http://schemas.microsoft.com/office/drawing/2014/main" id="{84BDB98A-D751-C818-C17E-DC67AEE2E1D6}"/>
                </a:ext>
              </a:extLst>
            </p:cNvPr>
            <p:cNvSpPr/>
            <p:nvPr/>
          </p:nvSpPr>
          <p:spPr>
            <a:xfrm>
              <a:off x="9721622" y="205390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72" name="图形 2">
              <a:extLst>
                <a:ext uri="{FF2B5EF4-FFF2-40B4-BE49-F238E27FC236}">
                  <a16:creationId xmlns:a16="http://schemas.microsoft.com/office/drawing/2014/main" id="{2F541ADE-95EE-01C3-6379-1D6CEC2E8C0A}"/>
                </a:ext>
              </a:extLst>
            </p:cNvPr>
            <p:cNvGrpSpPr/>
            <p:nvPr/>
          </p:nvGrpSpPr>
          <p:grpSpPr>
            <a:xfrm>
              <a:off x="9830645" y="2174885"/>
              <a:ext cx="315822" cy="309366"/>
              <a:chOff x="3032205" y="3825135"/>
              <a:chExt cx="962654" cy="942975"/>
            </a:xfrm>
            <a:solidFill>
              <a:schemeClr val="bg1"/>
            </a:solidFill>
          </p:grpSpPr>
          <p:sp>
            <p:nvSpPr>
              <p:cNvPr id="73" name="任意多边形: 形状 72">
                <a:extLst>
                  <a:ext uri="{FF2B5EF4-FFF2-40B4-BE49-F238E27FC236}">
                    <a16:creationId xmlns:a16="http://schemas.microsoft.com/office/drawing/2014/main" id="{97A3BB8D-A332-9162-040E-D578F8A4CB86}"/>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74" name="图形 2">
                <a:extLst>
                  <a:ext uri="{FF2B5EF4-FFF2-40B4-BE49-F238E27FC236}">
                    <a16:creationId xmlns:a16="http://schemas.microsoft.com/office/drawing/2014/main" id="{733C6861-AA67-99CD-A889-8FCE2102C42B}"/>
                  </a:ext>
                </a:extLst>
              </p:cNvPr>
              <p:cNvGrpSpPr/>
              <p:nvPr/>
            </p:nvGrpSpPr>
            <p:grpSpPr>
              <a:xfrm>
                <a:off x="3041583" y="3825822"/>
                <a:ext cx="953275" cy="561128"/>
                <a:chOff x="3041583" y="3825822"/>
                <a:chExt cx="953275" cy="561128"/>
              </a:xfrm>
              <a:grpFill/>
            </p:grpSpPr>
            <p:sp>
              <p:nvSpPr>
                <p:cNvPr id="79" name="任意多边形: 形状 78">
                  <a:extLst>
                    <a:ext uri="{FF2B5EF4-FFF2-40B4-BE49-F238E27FC236}">
                      <a16:creationId xmlns:a16="http://schemas.microsoft.com/office/drawing/2014/main" id="{89CE23E8-CD4F-0D20-DC07-CD35687F6A06}"/>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0" name="任意多边形: 形状 79">
                  <a:extLst>
                    <a:ext uri="{FF2B5EF4-FFF2-40B4-BE49-F238E27FC236}">
                      <a16:creationId xmlns:a16="http://schemas.microsoft.com/office/drawing/2014/main" id="{2556008C-B256-6847-AED1-08BE32CD67F5}"/>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75" name="任意多边形: 形状 74">
                <a:extLst>
                  <a:ext uri="{FF2B5EF4-FFF2-40B4-BE49-F238E27FC236}">
                    <a16:creationId xmlns:a16="http://schemas.microsoft.com/office/drawing/2014/main" id="{73DFC546-36ED-283E-7934-E643E1327B80}"/>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D90620F9-634E-2E99-0F0B-A3FC1AFCEBC2}"/>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922EBF69-2C1A-969F-B2DC-E0D97A40737A}"/>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7C8B46D3-91AD-0BB4-1D33-63FD7C2E46CB}"/>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81" name="组合 80">
            <a:extLst>
              <a:ext uri="{FF2B5EF4-FFF2-40B4-BE49-F238E27FC236}">
                <a16:creationId xmlns:a16="http://schemas.microsoft.com/office/drawing/2014/main" id="{94840AB6-20FB-DE55-E646-ADCBE9167FF0}"/>
              </a:ext>
            </a:extLst>
          </p:cNvPr>
          <p:cNvGrpSpPr/>
          <p:nvPr/>
        </p:nvGrpSpPr>
        <p:grpSpPr>
          <a:xfrm>
            <a:off x="7786084" y="5544144"/>
            <a:ext cx="405434" cy="405434"/>
            <a:chOff x="2903803" y="1301865"/>
            <a:chExt cx="533868" cy="533868"/>
          </a:xfrm>
        </p:grpSpPr>
        <p:sp>
          <p:nvSpPr>
            <p:cNvPr id="82" name="椭圆 81">
              <a:extLst>
                <a:ext uri="{FF2B5EF4-FFF2-40B4-BE49-F238E27FC236}">
                  <a16:creationId xmlns:a16="http://schemas.microsoft.com/office/drawing/2014/main" id="{508835F9-F03C-DBF6-EE88-A7E269720DB3}"/>
                </a:ext>
              </a:extLst>
            </p:cNvPr>
            <p:cNvSpPr/>
            <p:nvPr/>
          </p:nvSpPr>
          <p:spPr>
            <a:xfrm>
              <a:off x="2903803" y="1301865"/>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3" name="图形 2">
              <a:extLst>
                <a:ext uri="{FF2B5EF4-FFF2-40B4-BE49-F238E27FC236}">
                  <a16:creationId xmlns:a16="http://schemas.microsoft.com/office/drawing/2014/main" id="{8CED635F-9BE4-5F7C-EC76-FB0FCA1B5CC6}"/>
                </a:ext>
              </a:extLst>
            </p:cNvPr>
            <p:cNvGrpSpPr/>
            <p:nvPr/>
          </p:nvGrpSpPr>
          <p:grpSpPr>
            <a:xfrm>
              <a:off x="2964562" y="1464686"/>
              <a:ext cx="404282" cy="225694"/>
              <a:chOff x="8040885" y="2227778"/>
              <a:chExt cx="1232296" cy="687943"/>
            </a:xfrm>
            <a:solidFill>
              <a:schemeClr val="bg1"/>
            </a:solidFill>
          </p:grpSpPr>
          <p:grpSp>
            <p:nvGrpSpPr>
              <p:cNvPr id="84" name="图形 2">
                <a:extLst>
                  <a:ext uri="{FF2B5EF4-FFF2-40B4-BE49-F238E27FC236}">
                    <a16:creationId xmlns:a16="http://schemas.microsoft.com/office/drawing/2014/main" id="{E90E5979-6130-5403-939F-73CC7AB05248}"/>
                  </a:ext>
                </a:extLst>
              </p:cNvPr>
              <p:cNvGrpSpPr/>
              <p:nvPr/>
            </p:nvGrpSpPr>
            <p:grpSpPr>
              <a:xfrm>
                <a:off x="8040885" y="2227778"/>
                <a:ext cx="850117" cy="687943"/>
                <a:chOff x="8040885" y="2227778"/>
                <a:chExt cx="850117" cy="687943"/>
              </a:xfrm>
              <a:grpFill/>
            </p:grpSpPr>
            <p:sp>
              <p:nvSpPr>
                <p:cNvPr id="86" name="任意多边形: 形状 85">
                  <a:extLst>
                    <a:ext uri="{FF2B5EF4-FFF2-40B4-BE49-F238E27FC236}">
                      <a16:creationId xmlns:a16="http://schemas.microsoft.com/office/drawing/2014/main" id="{265443F9-D49F-7997-3B78-03A0DC4A6BAB}"/>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87" name="图形 2">
                  <a:extLst>
                    <a:ext uri="{FF2B5EF4-FFF2-40B4-BE49-F238E27FC236}">
                      <a16:creationId xmlns:a16="http://schemas.microsoft.com/office/drawing/2014/main" id="{F686B26B-5F03-9A63-9B10-6ED56C4D93B4}"/>
                    </a:ext>
                  </a:extLst>
                </p:cNvPr>
                <p:cNvGrpSpPr/>
                <p:nvPr/>
              </p:nvGrpSpPr>
              <p:grpSpPr>
                <a:xfrm>
                  <a:off x="8058228" y="2720817"/>
                  <a:ext cx="815424" cy="87465"/>
                  <a:chOff x="8058228" y="2720817"/>
                  <a:chExt cx="815424" cy="87465"/>
                </a:xfrm>
                <a:grpFill/>
              </p:grpSpPr>
              <p:sp>
                <p:nvSpPr>
                  <p:cNvPr id="92" name="任意多边形: 形状 91">
                    <a:extLst>
                      <a:ext uri="{FF2B5EF4-FFF2-40B4-BE49-F238E27FC236}">
                        <a16:creationId xmlns:a16="http://schemas.microsoft.com/office/drawing/2014/main" id="{AE42774A-C31F-5B2D-86A6-C71409018811}"/>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096D83C6-8279-999F-852D-53164BA67B7A}"/>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88" name="图形 2">
                  <a:extLst>
                    <a:ext uri="{FF2B5EF4-FFF2-40B4-BE49-F238E27FC236}">
                      <a16:creationId xmlns:a16="http://schemas.microsoft.com/office/drawing/2014/main" id="{1C0EBD0A-C385-D3BE-3295-A9710F00EE75}"/>
                    </a:ext>
                  </a:extLst>
                </p:cNvPr>
                <p:cNvGrpSpPr/>
                <p:nvPr/>
              </p:nvGrpSpPr>
              <p:grpSpPr>
                <a:xfrm>
                  <a:off x="8375359" y="2800112"/>
                  <a:ext cx="181153" cy="98266"/>
                  <a:chOff x="8375359" y="2800112"/>
                  <a:chExt cx="181153" cy="98266"/>
                </a:xfrm>
                <a:grpFill/>
              </p:grpSpPr>
              <p:sp>
                <p:nvSpPr>
                  <p:cNvPr id="90" name="任意多边形: 形状 89">
                    <a:extLst>
                      <a:ext uri="{FF2B5EF4-FFF2-40B4-BE49-F238E27FC236}">
                        <a16:creationId xmlns:a16="http://schemas.microsoft.com/office/drawing/2014/main" id="{2CEE7277-4D4C-7D66-5554-CD53C060F6D2}"/>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91" name="任意多边形: 形状 90">
                    <a:extLst>
                      <a:ext uri="{FF2B5EF4-FFF2-40B4-BE49-F238E27FC236}">
                        <a16:creationId xmlns:a16="http://schemas.microsoft.com/office/drawing/2014/main" id="{A40E255F-C631-09F7-B197-A2F36749BA43}"/>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89" name="任意多边形: 形状 88">
                  <a:extLst>
                    <a:ext uri="{FF2B5EF4-FFF2-40B4-BE49-F238E27FC236}">
                      <a16:creationId xmlns:a16="http://schemas.microsoft.com/office/drawing/2014/main" id="{FFC011E0-48DD-2771-7842-2F62F5AD8E6C}"/>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85" name="任意多边形: 形状 84">
                <a:extLst>
                  <a:ext uri="{FF2B5EF4-FFF2-40B4-BE49-F238E27FC236}">
                    <a16:creationId xmlns:a16="http://schemas.microsoft.com/office/drawing/2014/main" id="{89FCB6CE-6687-D726-8E75-A23DB8AAC0FD}"/>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117" name="组合 116">
            <a:extLst>
              <a:ext uri="{FF2B5EF4-FFF2-40B4-BE49-F238E27FC236}">
                <a16:creationId xmlns:a16="http://schemas.microsoft.com/office/drawing/2014/main" id="{6C4407D6-B518-E21B-2F2D-F9B74B0B96F6}"/>
              </a:ext>
            </a:extLst>
          </p:cNvPr>
          <p:cNvGrpSpPr/>
          <p:nvPr/>
        </p:nvGrpSpPr>
        <p:grpSpPr>
          <a:xfrm>
            <a:off x="7786084" y="1622872"/>
            <a:ext cx="405434" cy="405434"/>
            <a:chOff x="5829066" y="1273140"/>
            <a:chExt cx="533868" cy="533868"/>
          </a:xfrm>
        </p:grpSpPr>
        <p:sp>
          <p:nvSpPr>
            <p:cNvPr id="118" name="椭圆 117">
              <a:extLst>
                <a:ext uri="{FF2B5EF4-FFF2-40B4-BE49-F238E27FC236}">
                  <a16:creationId xmlns:a16="http://schemas.microsoft.com/office/drawing/2014/main" id="{6748AA91-F112-FB9D-C0E2-0819B93F03C8}"/>
                </a:ext>
              </a:extLst>
            </p:cNvPr>
            <p:cNvSpPr/>
            <p:nvPr/>
          </p:nvSpPr>
          <p:spPr>
            <a:xfrm>
              <a:off x="5829066" y="1273140"/>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9" name="图形 2">
              <a:extLst>
                <a:ext uri="{FF2B5EF4-FFF2-40B4-BE49-F238E27FC236}">
                  <a16:creationId xmlns:a16="http://schemas.microsoft.com/office/drawing/2014/main" id="{10F36015-C8FA-E6D3-7426-7C89890E5E63}"/>
                </a:ext>
              </a:extLst>
            </p:cNvPr>
            <p:cNvGrpSpPr/>
            <p:nvPr/>
          </p:nvGrpSpPr>
          <p:grpSpPr>
            <a:xfrm>
              <a:off x="5990569" y="1403662"/>
              <a:ext cx="200953" cy="272823"/>
              <a:chOff x="3154072" y="343971"/>
              <a:chExt cx="740346" cy="1005125"/>
            </a:xfrm>
            <a:solidFill>
              <a:schemeClr val="bg1"/>
            </a:solidFill>
          </p:grpSpPr>
          <p:sp>
            <p:nvSpPr>
              <p:cNvPr id="120" name="任意多边形: 形状 119">
                <a:extLst>
                  <a:ext uri="{FF2B5EF4-FFF2-40B4-BE49-F238E27FC236}">
                    <a16:creationId xmlns:a16="http://schemas.microsoft.com/office/drawing/2014/main" id="{E7604FB6-A47F-47FE-3034-6807F57E6E9B}"/>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21" name="任意多边形: 形状 120">
                <a:extLst>
                  <a:ext uri="{FF2B5EF4-FFF2-40B4-BE49-F238E27FC236}">
                    <a16:creationId xmlns:a16="http://schemas.microsoft.com/office/drawing/2014/main" id="{4ADB8A3B-00B4-F097-DB34-EAD05207E6DE}"/>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22" name="任意多边形: 形状 121">
                <a:extLst>
                  <a:ext uri="{FF2B5EF4-FFF2-40B4-BE49-F238E27FC236}">
                    <a16:creationId xmlns:a16="http://schemas.microsoft.com/office/drawing/2014/main" id="{FC00731E-2152-B773-08F8-399B9F932DAB}"/>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23" name="图形 2">
                <a:extLst>
                  <a:ext uri="{FF2B5EF4-FFF2-40B4-BE49-F238E27FC236}">
                    <a16:creationId xmlns:a16="http://schemas.microsoft.com/office/drawing/2014/main" id="{297F1DC5-C62C-8C54-B6B2-DFB02AE9CAC5}"/>
                  </a:ext>
                </a:extLst>
              </p:cNvPr>
              <p:cNvGrpSpPr/>
              <p:nvPr/>
            </p:nvGrpSpPr>
            <p:grpSpPr>
              <a:xfrm>
                <a:off x="3318475" y="356830"/>
                <a:ext cx="411548" cy="147447"/>
                <a:chOff x="3318475" y="356830"/>
                <a:chExt cx="411548" cy="147447"/>
              </a:xfrm>
              <a:grpFill/>
            </p:grpSpPr>
            <p:sp>
              <p:nvSpPr>
                <p:cNvPr id="124" name="任意多边形: 形状 123">
                  <a:extLst>
                    <a:ext uri="{FF2B5EF4-FFF2-40B4-BE49-F238E27FC236}">
                      <a16:creationId xmlns:a16="http://schemas.microsoft.com/office/drawing/2014/main" id="{D7040E49-238F-7EFD-79C3-D5E90E50CC4B}"/>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25" name="任意多边形: 形状 124">
                  <a:extLst>
                    <a:ext uri="{FF2B5EF4-FFF2-40B4-BE49-F238E27FC236}">
                      <a16:creationId xmlns:a16="http://schemas.microsoft.com/office/drawing/2014/main" id="{60825A00-C7B6-352D-50DC-E12E23E5C034}"/>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sp>
        <p:nvSpPr>
          <p:cNvPr id="126" name="稿定-9">
            <a:extLst>
              <a:ext uri="{FF2B5EF4-FFF2-40B4-BE49-F238E27FC236}">
                <a16:creationId xmlns:a16="http://schemas.microsoft.com/office/drawing/2014/main" id="{EE809B59-4806-C318-3BE3-FA6BCBEE958C}"/>
              </a:ext>
            </a:extLst>
          </p:cNvPr>
          <p:cNvSpPr/>
          <p:nvPr/>
        </p:nvSpPr>
        <p:spPr>
          <a:xfrm flipH="1">
            <a:off x="8314167" y="1640923"/>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defTabSz="914400" rtl="0" eaLnBrk="1" fontAlgn="auto" latinLnBrk="0" hangingPunct="1">
              <a:spcBef>
                <a:spcPts val="0"/>
              </a:spcBef>
              <a:spcAft>
                <a:spcPts val="0"/>
              </a:spcAft>
              <a:buClrTx/>
              <a:buSzTx/>
              <a:buFontTx/>
              <a:buNone/>
              <a:tabLst/>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8" name="箭头: V 形 127">
            <a:extLst>
              <a:ext uri="{FF2B5EF4-FFF2-40B4-BE49-F238E27FC236}">
                <a16:creationId xmlns:a16="http://schemas.microsoft.com/office/drawing/2014/main" id="{00769F49-A5B0-F543-1C8B-ED3ABE720573}"/>
              </a:ext>
            </a:extLst>
          </p:cNvPr>
          <p:cNvSpPr/>
          <p:nvPr/>
        </p:nvSpPr>
        <p:spPr>
          <a:xfrm>
            <a:off x="9315335" y="1726165"/>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9" name="稿定-9">
            <a:extLst>
              <a:ext uri="{FF2B5EF4-FFF2-40B4-BE49-F238E27FC236}">
                <a16:creationId xmlns:a16="http://schemas.microsoft.com/office/drawing/2014/main" id="{9169FFD2-778B-EEDB-30DF-ACE8FD5C5F54}"/>
              </a:ext>
            </a:extLst>
          </p:cNvPr>
          <p:cNvSpPr/>
          <p:nvPr/>
        </p:nvSpPr>
        <p:spPr>
          <a:xfrm flipH="1">
            <a:off x="9783049" y="1610146"/>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60%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0" name="稿定-9">
            <a:extLst>
              <a:ext uri="{FF2B5EF4-FFF2-40B4-BE49-F238E27FC236}">
                <a16:creationId xmlns:a16="http://schemas.microsoft.com/office/drawing/2014/main" id="{4457839F-9342-4559-2255-1E0B20D1F92A}"/>
              </a:ext>
            </a:extLst>
          </p:cNvPr>
          <p:cNvSpPr/>
          <p:nvPr/>
        </p:nvSpPr>
        <p:spPr>
          <a:xfrm flipH="1">
            <a:off x="8314167" y="2984869"/>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1" name="箭头: V 形 130">
            <a:extLst>
              <a:ext uri="{FF2B5EF4-FFF2-40B4-BE49-F238E27FC236}">
                <a16:creationId xmlns:a16="http://schemas.microsoft.com/office/drawing/2014/main" id="{39D242BB-A542-C73E-D52A-984C4977A7DB}"/>
              </a:ext>
            </a:extLst>
          </p:cNvPr>
          <p:cNvSpPr/>
          <p:nvPr/>
        </p:nvSpPr>
        <p:spPr>
          <a:xfrm>
            <a:off x="9315335" y="3070111"/>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2" name="稿定-9">
            <a:extLst>
              <a:ext uri="{FF2B5EF4-FFF2-40B4-BE49-F238E27FC236}">
                <a16:creationId xmlns:a16="http://schemas.microsoft.com/office/drawing/2014/main" id="{F2754E87-06EA-5EE4-1616-26E1FE3C1593}"/>
              </a:ext>
            </a:extLst>
          </p:cNvPr>
          <p:cNvSpPr/>
          <p:nvPr/>
        </p:nvSpPr>
        <p:spPr>
          <a:xfrm flipH="1">
            <a:off x="9783049" y="2954092"/>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70%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3" name="稿定-9">
            <a:extLst>
              <a:ext uri="{FF2B5EF4-FFF2-40B4-BE49-F238E27FC236}">
                <a16:creationId xmlns:a16="http://schemas.microsoft.com/office/drawing/2014/main" id="{FC401F92-A100-3A73-C293-E6347EFF1A3A}"/>
              </a:ext>
            </a:extLst>
          </p:cNvPr>
          <p:cNvSpPr/>
          <p:nvPr/>
        </p:nvSpPr>
        <p:spPr>
          <a:xfrm flipH="1">
            <a:off x="8314167" y="4291769"/>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4" name="箭头: V 形 133">
            <a:extLst>
              <a:ext uri="{FF2B5EF4-FFF2-40B4-BE49-F238E27FC236}">
                <a16:creationId xmlns:a16="http://schemas.microsoft.com/office/drawing/2014/main" id="{E48A7E81-24DE-D942-D450-02C36A1188C3}"/>
              </a:ext>
            </a:extLst>
          </p:cNvPr>
          <p:cNvSpPr/>
          <p:nvPr/>
        </p:nvSpPr>
        <p:spPr>
          <a:xfrm>
            <a:off x="9315335" y="4377011"/>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5" name="稿定-9">
            <a:extLst>
              <a:ext uri="{FF2B5EF4-FFF2-40B4-BE49-F238E27FC236}">
                <a16:creationId xmlns:a16="http://schemas.microsoft.com/office/drawing/2014/main" id="{1C3A6CD2-18EA-A69E-753D-13AA4BA455A2}"/>
              </a:ext>
            </a:extLst>
          </p:cNvPr>
          <p:cNvSpPr/>
          <p:nvPr/>
        </p:nvSpPr>
        <p:spPr>
          <a:xfrm flipH="1">
            <a:off x="9783049" y="4260992"/>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80%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6" name="稿定-9">
            <a:extLst>
              <a:ext uri="{FF2B5EF4-FFF2-40B4-BE49-F238E27FC236}">
                <a16:creationId xmlns:a16="http://schemas.microsoft.com/office/drawing/2014/main" id="{68DC4DE5-AA49-BB1B-0FC7-6B655CD7F344}"/>
              </a:ext>
            </a:extLst>
          </p:cNvPr>
          <p:cNvSpPr/>
          <p:nvPr/>
        </p:nvSpPr>
        <p:spPr>
          <a:xfrm flipH="1">
            <a:off x="8314167" y="5575462"/>
            <a:ext cx="943252" cy="369332"/>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a:t>
            </a:r>
            <a:r>
              <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a:t>
            </a:r>
            <a:r>
              <a:rPr kumimoji="0" lang="zh-CN" altLang="en-US"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季度考核</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defRPr/>
            </a:pPr>
            <a:r>
              <a:rPr lang="zh-CN" altLang="en-US" sz="1200" dirty="0">
                <a:gradFill>
                  <a:gsLst>
                    <a:gs pos="0">
                      <a:schemeClr val="accent1"/>
                    </a:gs>
                    <a:gs pos="100000">
                      <a:schemeClr val="accent1">
                        <a:lumMod val="50000"/>
                      </a:schemeClr>
                    </a:gs>
                  </a:gsLst>
                  <a:lin ang="2700000" scaled="1"/>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工作业绩</a:t>
            </a:r>
            <a:endParaRPr kumimoji="0" lang="en-US" altLang="zh-CN" sz="12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7" name="箭头: V 形 136">
            <a:extLst>
              <a:ext uri="{FF2B5EF4-FFF2-40B4-BE49-F238E27FC236}">
                <a16:creationId xmlns:a16="http://schemas.microsoft.com/office/drawing/2014/main" id="{1D276232-63D8-2BF4-96A3-AAFDC9D46066}"/>
              </a:ext>
            </a:extLst>
          </p:cNvPr>
          <p:cNvSpPr/>
          <p:nvPr/>
        </p:nvSpPr>
        <p:spPr>
          <a:xfrm>
            <a:off x="9315335" y="5660704"/>
            <a:ext cx="198848" cy="198848"/>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8" name="稿定-9">
            <a:extLst>
              <a:ext uri="{FF2B5EF4-FFF2-40B4-BE49-F238E27FC236}">
                <a16:creationId xmlns:a16="http://schemas.microsoft.com/office/drawing/2014/main" id="{1779914B-61C5-82B1-BB5B-FF25524A5107}"/>
              </a:ext>
            </a:extLst>
          </p:cNvPr>
          <p:cNvSpPr/>
          <p:nvPr/>
        </p:nvSpPr>
        <p:spPr>
          <a:xfrm flipH="1">
            <a:off x="9783049" y="5544685"/>
            <a:ext cx="971857" cy="430887"/>
          </a:xfrm>
          <a:prstGeom prst="rect">
            <a:avLst/>
          </a:prstGeom>
        </p:spPr>
        <p:txBody>
          <a:bodyPr wrap="square" lIns="0" tIns="0" rIns="0" bIns="0" anchor="ctr">
            <a:spAutoFit/>
          </a:bodyPr>
          <a:lstStyle/>
          <a:p>
            <a:pPr marL="0" marR="0" lvl="0" indent="0" defTabSz="914400" rtl="0" eaLnBrk="1" fontAlgn="auto" latinLnBrk="0" hangingPunct="1">
              <a:spcBef>
                <a:spcPts val="0"/>
              </a:spcBef>
              <a:spcAft>
                <a:spcPts val="0"/>
              </a:spcAft>
              <a:buClrTx/>
              <a:buSzTx/>
              <a:buFontTx/>
              <a:buNone/>
              <a:tabLst/>
              <a:defRPr/>
            </a:pPr>
            <a:r>
              <a:rPr kumimoji="0" lang="en-US" altLang="zh-CN"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90%</a:t>
            </a:r>
            <a:endParaRPr kumimoji="0" lang="en-US" sz="2800" i="0" u="none" strike="noStrike" kern="1200" cap="none" spc="0" normalizeH="0" baseline="0" noProof="0" dirty="0">
              <a:ln>
                <a:noFill/>
              </a:ln>
              <a:gradFill>
                <a:gsLst>
                  <a:gs pos="0">
                    <a:schemeClr val="accent1"/>
                  </a:gs>
                  <a:gs pos="100000">
                    <a:schemeClr val="accent1">
                      <a:lumMod val="50000"/>
                    </a:schemeClr>
                  </a:gs>
                </a:gsLst>
                <a:lin ang="2700000" scaled="1"/>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35155298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ine">
            <a:extLst>
              <a:ext uri="{FF2B5EF4-FFF2-40B4-BE49-F238E27FC236}">
                <a16:creationId xmlns:a16="http://schemas.microsoft.com/office/drawing/2014/main" id="{195FFBCE-C26B-612D-99D4-C8BAD1C3407D}"/>
              </a:ext>
            </a:extLst>
          </p:cNvPr>
          <p:cNvSpPr/>
          <p:nvPr/>
        </p:nvSpPr>
        <p:spPr>
          <a:xfrm>
            <a:off x="10298601"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稿定-9">
            <a:extLst>
              <a:ext uri="{FF2B5EF4-FFF2-40B4-BE49-F238E27FC236}">
                <a16:creationId xmlns:a16="http://schemas.microsoft.com/office/drawing/2014/main" id="{D631E3AD-43D9-A9C1-81D7-B2AA99C8A4B4}"/>
              </a:ext>
            </a:extLst>
          </p:cNvPr>
          <p:cNvSpPr/>
          <p:nvPr/>
        </p:nvSpPr>
        <p:spPr>
          <a:xfrm flipH="1">
            <a:off x="10282465"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31">
            <a:extLst>
              <a:ext uri="{FF2B5EF4-FFF2-40B4-BE49-F238E27FC236}">
                <a16:creationId xmlns:a16="http://schemas.microsoft.com/office/drawing/2014/main" id="{C9662380-3A4A-6FC0-707E-EBFA8093D2A6}"/>
              </a:ext>
            </a:extLst>
          </p:cNvPr>
          <p:cNvSpPr/>
          <p:nvPr/>
        </p:nvSpPr>
        <p:spPr>
          <a:xfrm flipH="1">
            <a:off x="10359092"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稿定-9">
            <a:extLst>
              <a:ext uri="{FF2B5EF4-FFF2-40B4-BE49-F238E27FC236}">
                <a16:creationId xmlns:a16="http://schemas.microsoft.com/office/drawing/2014/main" id="{2760631E-81C8-BCD5-ADFF-AD07F6046575}"/>
              </a:ext>
            </a:extLst>
          </p:cNvPr>
          <p:cNvSpPr/>
          <p:nvPr/>
        </p:nvSpPr>
        <p:spPr>
          <a:xfrm flipH="1">
            <a:off x="10282465"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a:extLst>
              <a:ext uri="{FF2B5EF4-FFF2-40B4-BE49-F238E27FC236}">
                <a16:creationId xmlns:a16="http://schemas.microsoft.com/office/drawing/2014/main" id="{6CAB65C4-C00A-E339-9E0E-75562F12F545}"/>
              </a:ext>
            </a:extLst>
          </p:cNvPr>
          <p:cNvSpPr/>
          <p:nvPr/>
        </p:nvSpPr>
        <p:spPr>
          <a:xfrm flipH="1">
            <a:off x="10359092"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Line">
            <a:extLst>
              <a:ext uri="{FF2B5EF4-FFF2-40B4-BE49-F238E27FC236}">
                <a16:creationId xmlns:a16="http://schemas.microsoft.com/office/drawing/2014/main" id="{D4D3CF06-C54B-C55C-8A2A-E72B9C580FA1}"/>
              </a:ext>
            </a:extLst>
          </p:cNvPr>
          <p:cNvSpPr/>
          <p:nvPr/>
        </p:nvSpPr>
        <p:spPr>
          <a:xfrm>
            <a:off x="7921161"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稿定-9">
            <a:extLst>
              <a:ext uri="{FF2B5EF4-FFF2-40B4-BE49-F238E27FC236}">
                <a16:creationId xmlns:a16="http://schemas.microsoft.com/office/drawing/2014/main" id="{2BF5CCA1-EDA1-8740-32DD-1718D0CA88E4}"/>
              </a:ext>
            </a:extLst>
          </p:cNvPr>
          <p:cNvSpPr/>
          <p:nvPr/>
        </p:nvSpPr>
        <p:spPr>
          <a:xfrm flipH="1">
            <a:off x="7905025"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稿定-31">
            <a:extLst>
              <a:ext uri="{FF2B5EF4-FFF2-40B4-BE49-F238E27FC236}">
                <a16:creationId xmlns:a16="http://schemas.microsoft.com/office/drawing/2014/main" id="{39140EE0-04CE-CD52-FCC0-14B1B8836144}"/>
              </a:ext>
            </a:extLst>
          </p:cNvPr>
          <p:cNvSpPr/>
          <p:nvPr/>
        </p:nvSpPr>
        <p:spPr>
          <a:xfrm flipH="1">
            <a:off x="7981652"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稿定-9">
            <a:extLst>
              <a:ext uri="{FF2B5EF4-FFF2-40B4-BE49-F238E27FC236}">
                <a16:creationId xmlns:a16="http://schemas.microsoft.com/office/drawing/2014/main" id="{43EA6EA8-2433-DDF3-9AED-2D564BA42059}"/>
              </a:ext>
            </a:extLst>
          </p:cNvPr>
          <p:cNvSpPr/>
          <p:nvPr/>
        </p:nvSpPr>
        <p:spPr>
          <a:xfrm flipH="1">
            <a:off x="7905025"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稿定-31">
            <a:extLst>
              <a:ext uri="{FF2B5EF4-FFF2-40B4-BE49-F238E27FC236}">
                <a16:creationId xmlns:a16="http://schemas.microsoft.com/office/drawing/2014/main" id="{B7AAD7EE-3904-C5B5-19C4-505D1974EE58}"/>
              </a:ext>
            </a:extLst>
          </p:cNvPr>
          <p:cNvSpPr/>
          <p:nvPr/>
        </p:nvSpPr>
        <p:spPr>
          <a:xfrm flipH="1">
            <a:off x="7981652"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Line">
            <a:extLst>
              <a:ext uri="{FF2B5EF4-FFF2-40B4-BE49-F238E27FC236}">
                <a16:creationId xmlns:a16="http://schemas.microsoft.com/office/drawing/2014/main" id="{7A829F89-ECE3-2444-02C5-09CD9D0ED2CE}"/>
              </a:ext>
            </a:extLst>
          </p:cNvPr>
          <p:cNvSpPr/>
          <p:nvPr/>
        </p:nvSpPr>
        <p:spPr>
          <a:xfrm>
            <a:off x="5559857"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稿定-9">
            <a:extLst>
              <a:ext uri="{FF2B5EF4-FFF2-40B4-BE49-F238E27FC236}">
                <a16:creationId xmlns:a16="http://schemas.microsoft.com/office/drawing/2014/main" id="{736263AB-70A3-CB4C-7F08-29DB5E745F49}"/>
              </a:ext>
            </a:extLst>
          </p:cNvPr>
          <p:cNvSpPr/>
          <p:nvPr/>
        </p:nvSpPr>
        <p:spPr>
          <a:xfrm flipH="1">
            <a:off x="5543721"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稿定-31">
            <a:extLst>
              <a:ext uri="{FF2B5EF4-FFF2-40B4-BE49-F238E27FC236}">
                <a16:creationId xmlns:a16="http://schemas.microsoft.com/office/drawing/2014/main" id="{2AC2E479-BE45-0CF7-016E-F555576EA3B3}"/>
              </a:ext>
            </a:extLst>
          </p:cNvPr>
          <p:cNvSpPr/>
          <p:nvPr/>
        </p:nvSpPr>
        <p:spPr>
          <a:xfrm flipH="1">
            <a:off x="5620348"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稿定-9">
            <a:extLst>
              <a:ext uri="{FF2B5EF4-FFF2-40B4-BE49-F238E27FC236}">
                <a16:creationId xmlns:a16="http://schemas.microsoft.com/office/drawing/2014/main" id="{C546B646-B0D8-5DE1-A323-046394C70DC4}"/>
              </a:ext>
            </a:extLst>
          </p:cNvPr>
          <p:cNvSpPr/>
          <p:nvPr/>
        </p:nvSpPr>
        <p:spPr>
          <a:xfrm flipH="1">
            <a:off x="5543721"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31">
            <a:extLst>
              <a:ext uri="{FF2B5EF4-FFF2-40B4-BE49-F238E27FC236}">
                <a16:creationId xmlns:a16="http://schemas.microsoft.com/office/drawing/2014/main" id="{E91F7855-9798-6FF9-D51E-19205D31E1A9}"/>
              </a:ext>
            </a:extLst>
          </p:cNvPr>
          <p:cNvSpPr/>
          <p:nvPr/>
        </p:nvSpPr>
        <p:spPr>
          <a:xfrm flipH="1">
            <a:off x="5620348"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Line">
            <a:extLst>
              <a:ext uri="{FF2B5EF4-FFF2-40B4-BE49-F238E27FC236}">
                <a16:creationId xmlns:a16="http://schemas.microsoft.com/office/drawing/2014/main" id="{DED1596C-14D1-CCBA-192B-2CDC744694DA}"/>
              </a:ext>
            </a:extLst>
          </p:cNvPr>
          <p:cNvSpPr/>
          <p:nvPr/>
        </p:nvSpPr>
        <p:spPr>
          <a:xfrm>
            <a:off x="3160901"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稿定-9">
            <a:extLst>
              <a:ext uri="{FF2B5EF4-FFF2-40B4-BE49-F238E27FC236}">
                <a16:creationId xmlns:a16="http://schemas.microsoft.com/office/drawing/2014/main" id="{2E1A3422-97C1-6314-FC1F-3A9EA5ADEC1F}"/>
              </a:ext>
            </a:extLst>
          </p:cNvPr>
          <p:cNvSpPr/>
          <p:nvPr/>
        </p:nvSpPr>
        <p:spPr>
          <a:xfrm flipH="1">
            <a:off x="3144765"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稿定-31">
            <a:extLst>
              <a:ext uri="{FF2B5EF4-FFF2-40B4-BE49-F238E27FC236}">
                <a16:creationId xmlns:a16="http://schemas.microsoft.com/office/drawing/2014/main" id="{BB5F41C9-4049-6A49-B6C1-5E3F6E88564D}"/>
              </a:ext>
            </a:extLst>
          </p:cNvPr>
          <p:cNvSpPr/>
          <p:nvPr/>
        </p:nvSpPr>
        <p:spPr>
          <a:xfrm flipH="1">
            <a:off x="3221392"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稿定-9">
            <a:extLst>
              <a:ext uri="{FF2B5EF4-FFF2-40B4-BE49-F238E27FC236}">
                <a16:creationId xmlns:a16="http://schemas.microsoft.com/office/drawing/2014/main" id="{1851725B-C0DC-EE82-B638-E81E9B75DD32}"/>
              </a:ext>
            </a:extLst>
          </p:cNvPr>
          <p:cNvSpPr/>
          <p:nvPr/>
        </p:nvSpPr>
        <p:spPr>
          <a:xfrm flipH="1">
            <a:off x="3144765"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稿定-31">
            <a:extLst>
              <a:ext uri="{FF2B5EF4-FFF2-40B4-BE49-F238E27FC236}">
                <a16:creationId xmlns:a16="http://schemas.microsoft.com/office/drawing/2014/main" id="{E292C372-E658-B107-9220-BA0A08614974}"/>
              </a:ext>
            </a:extLst>
          </p:cNvPr>
          <p:cNvSpPr/>
          <p:nvPr/>
        </p:nvSpPr>
        <p:spPr>
          <a:xfrm flipH="1">
            <a:off x="3221392"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Line">
            <a:extLst>
              <a:ext uri="{FF2B5EF4-FFF2-40B4-BE49-F238E27FC236}">
                <a16:creationId xmlns:a16="http://schemas.microsoft.com/office/drawing/2014/main" id="{D45DD77E-C03B-1D29-3E92-29C47D0C91C1}"/>
              </a:ext>
            </a:extLst>
          </p:cNvPr>
          <p:cNvSpPr/>
          <p:nvPr/>
        </p:nvSpPr>
        <p:spPr>
          <a:xfrm>
            <a:off x="756567" y="2861535"/>
            <a:ext cx="0" cy="2178423"/>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稿定-9">
            <a:extLst>
              <a:ext uri="{FF2B5EF4-FFF2-40B4-BE49-F238E27FC236}">
                <a16:creationId xmlns:a16="http://schemas.microsoft.com/office/drawing/2014/main" id="{4A08EFD2-7E59-5021-1E6E-0D10EF2F6276}"/>
              </a:ext>
            </a:extLst>
          </p:cNvPr>
          <p:cNvSpPr/>
          <p:nvPr/>
        </p:nvSpPr>
        <p:spPr>
          <a:xfrm flipH="1">
            <a:off x="740431" y="2783784"/>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稿定-31">
            <a:extLst>
              <a:ext uri="{FF2B5EF4-FFF2-40B4-BE49-F238E27FC236}">
                <a16:creationId xmlns:a16="http://schemas.microsoft.com/office/drawing/2014/main" id="{47FAFD13-7724-6C3C-DE0D-BB1D7CCD74B4}"/>
              </a:ext>
            </a:extLst>
          </p:cNvPr>
          <p:cNvSpPr/>
          <p:nvPr/>
        </p:nvSpPr>
        <p:spPr>
          <a:xfrm flipH="1">
            <a:off x="817058" y="3015194"/>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4">
            <a:extLst>
              <a:ext uri="{FF2B5EF4-FFF2-40B4-BE49-F238E27FC236}">
                <a16:creationId xmlns:a16="http://schemas.microsoft.com/office/drawing/2014/main" id="{6260A307-F0E5-A3D7-716B-16E1A4D26639}"/>
              </a:ext>
            </a:extLst>
          </p:cNvPr>
          <p:cNvSpPr>
            <a:spLocks/>
          </p:cNvSpPr>
          <p:nvPr/>
        </p:nvSpPr>
        <p:spPr>
          <a:xfrm>
            <a:off x="0" y="3829628"/>
            <a:ext cx="12192000" cy="234341"/>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 name="直接连接符 5">
            <a:extLst>
              <a:ext uri="{FF2B5EF4-FFF2-40B4-BE49-F238E27FC236}">
                <a16:creationId xmlns:a16="http://schemas.microsoft.com/office/drawing/2014/main" id="{07876A04-C130-1752-2E10-ADDD9538C424}"/>
              </a:ext>
            </a:extLst>
          </p:cNvPr>
          <p:cNvCxnSpPr>
            <a:cxnSpLocks/>
          </p:cNvCxnSpPr>
          <p:nvPr/>
        </p:nvCxnSpPr>
        <p:spPr>
          <a:xfrm>
            <a:off x="-9645" y="3946798"/>
            <a:ext cx="12211291" cy="0"/>
          </a:xfrm>
          <a:prstGeom prst="line">
            <a:avLst/>
          </a:prstGeom>
          <a:ln w="44450">
            <a:solidFill>
              <a:schemeClr val="bg1">
                <a:alpha val="76000"/>
              </a:schemeClr>
            </a:solidFill>
            <a:prstDash val="sysDot"/>
          </a:ln>
        </p:spPr>
        <p:style>
          <a:lnRef idx="1">
            <a:schemeClr val="accent1"/>
          </a:lnRef>
          <a:fillRef idx="0">
            <a:schemeClr val="accent1"/>
          </a:fillRef>
          <a:effectRef idx="0">
            <a:schemeClr val="accent1"/>
          </a:effectRef>
          <a:fontRef idx="minor">
            <a:schemeClr val="tx1"/>
          </a:fontRef>
        </p:style>
      </p:cxnSp>
      <p:sp>
        <p:nvSpPr>
          <p:cNvPr id="7" name="矩形: 圆角 6">
            <a:extLst>
              <a:ext uri="{FF2B5EF4-FFF2-40B4-BE49-F238E27FC236}">
                <a16:creationId xmlns:a16="http://schemas.microsoft.com/office/drawing/2014/main" id="{CB173C0B-A60A-B5E2-A940-C5C1F50763CC}"/>
              </a:ext>
            </a:extLst>
          </p:cNvPr>
          <p:cNvSpPr/>
          <p:nvPr/>
        </p:nvSpPr>
        <p:spPr>
          <a:xfrm>
            <a:off x="591010"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a:extLst>
              <a:ext uri="{FF2B5EF4-FFF2-40B4-BE49-F238E27FC236}">
                <a16:creationId xmlns:a16="http://schemas.microsoft.com/office/drawing/2014/main" id="{6F6551DC-4729-C4E6-D148-7C663AE0B1EC}"/>
              </a:ext>
            </a:extLst>
          </p:cNvPr>
          <p:cNvSpPr/>
          <p:nvPr/>
        </p:nvSpPr>
        <p:spPr>
          <a:xfrm>
            <a:off x="644525"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矩形: 圆角 9">
            <a:extLst>
              <a:ext uri="{FF2B5EF4-FFF2-40B4-BE49-F238E27FC236}">
                <a16:creationId xmlns:a16="http://schemas.microsoft.com/office/drawing/2014/main" id="{03AC6F24-739E-39A3-4654-9C9B3407DA6D}"/>
              </a:ext>
            </a:extLst>
          </p:cNvPr>
          <p:cNvSpPr/>
          <p:nvPr/>
        </p:nvSpPr>
        <p:spPr>
          <a:xfrm>
            <a:off x="2959293"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C8BF1A08-06DF-FE90-C545-FF10BA851143}"/>
              </a:ext>
            </a:extLst>
          </p:cNvPr>
          <p:cNvSpPr/>
          <p:nvPr/>
        </p:nvSpPr>
        <p:spPr>
          <a:xfrm>
            <a:off x="3012808"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矩形: 圆角 12">
            <a:extLst>
              <a:ext uri="{FF2B5EF4-FFF2-40B4-BE49-F238E27FC236}">
                <a16:creationId xmlns:a16="http://schemas.microsoft.com/office/drawing/2014/main" id="{3AC66AEA-43CE-BA30-9CA9-E638A702C427}"/>
              </a:ext>
            </a:extLst>
          </p:cNvPr>
          <p:cNvSpPr/>
          <p:nvPr/>
        </p:nvSpPr>
        <p:spPr>
          <a:xfrm>
            <a:off x="5327576"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13">
            <a:extLst>
              <a:ext uri="{FF2B5EF4-FFF2-40B4-BE49-F238E27FC236}">
                <a16:creationId xmlns:a16="http://schemas.microsoft.com/office/drawing/2014/main" id="{23C45177-08B4-993F-987E-EA2D657EA73D}"/>
              </a:ext>
            </a:extLst>
          </p:cNvPr>
          <p:cNvSpPr/>
          <p:nvPr/>
        </p:nvSpPr>
        <p:spPr>
          <a:xfrm>
            <a:off x="5381091"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矩形: 圆角 15">
            <a:extLst>
              <a:ext uri="{FF2B5EF4-FFF2-40B4-BE49-F238E27FC236}">
                <a16:creationId xmlns:a16="http://schemas.microsoft.com/office/drawing/2014/main" id="{E53041E0-E997-EDCA-947E-DCBA4A9702EE}"/>
              </a:ext>
            </a:extLst>
          </p:cNvPr>
          <p:cNvSpPr/>
          <p:nvPr/>
        </p:nvSpPr>
        <p:spPr>
          <a:xfrm>
            <a:off x="7695859"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a:extLst>
              <a:ext uri="{FF2B5EF4-FFF2-40B4-BE49-F238E27FC236}">
                <a16:creationId xmlns:a16="http://schemas.microsoft.com/office/drawing/2014/main" id="{43A273F2-302A-CEF4-3900-A14768FC5976}"/>
              </a:ext>
            </a:extLst>
          </p:cNvPr>
          <p:cNvSpPr/>
          <p:nvPr/>
        </p:nvSpPr>
        <p:spPr>
          <a:xfrm>
            <a:off x="7749374"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矩形: 圆角 18">
            <a:extLst>
              <a:ext uri="{FF2B5EF4-FFF2-40B4-BE49-F238E27FC236}">
                <a16:creationId xmlns:a16="http://schemas.microsoft.com/office/drawing/2014/main" id="{A9EDAA93-7F6A-959B-1129-EB5B7FD063C3}"/>
              </a:ext>
            </a:extLst>
          </p:cNvPr>
          <p:cNvSpPr/>
          <p:nvPr/>
        </p:nvSpPr>
        <p:spPr>
          <a:xfrm>
            <a:off x="10064142" y="3694224"/>
            <a:ext cx="1536848" cy="505148"/>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5720" tIns="22860" rIns="45720" bIns="2286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B00CD755-3280-8D4E-C410-A9F7547E1923}"/>
              </a:ext>
            </a:extLst>
          </p:cNvPr>
          <p:cNvSpPr/>
          <p:nvPr/>
        </p:nvSpPr>
        <p:spPr>
          <a:xfrm>
            <a:off x="10117657" y="3740848"/>
            <a:ext cx="1429818" cy="411900"/>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稿定-9">
            <a:extLst>
              <a:ext uri="{FF2B5EF4-FFF2-40B4-BE49-F238E27FC236}">
                <a16:creationId xmlns:a16="http://schemas.microsoft.com/office/drawing/2014/main" id="{3433E6AB-1A1D-8AA6-9921-A5F70BB95D1D}"/>
              </a:ext>
            </a:extLst>
          </p:cNvPr>
          <p:cNvSpPr/>
          <p:nvPr/>
        </p:nvSpPr>
        <p:spPr>
          <a:xfrm flipH="1">
            <a:off x="436230"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2017</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稿定-9">
            <a:extLst>
              <a:ext uri="{FF2B5EF4-FFF2-40B4-BE49-F238E27FC236}">
                <a16:creationId xmlns:a16="http://schemas.microsoft.com/office/drawing/2014/main" id="{7BBE18F6-DB9D-789E-A01E-9A57AC1062DA}"/>
              </a:ext>
            </a:extLst>
          </p:cNvPr>
          <p:cNvSpPr/>
          <p:nvPr/>
        </p:nvSpPr>
        <p:spPr>
          <a:xfrm flipH="1">
            <a:off x="740431" y="4284477"/>
            <a:ext cx="971857" cy="23141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稿定-31">
            <a:extLst>
              <a:ext uri="{FF2B5EF4-FFF2-40B4-BE49-F238E27FC236}">
                <a16:creationId xmlns:a16="http://schemas.microsoft.com/office/drawing/2014/main" id="{F1A4D117-6022-D2FC-B906-B5A24D90226D}"/>
              </a:ext>
            </a:extLst>
          </p:cNvPr>
          <p:cNvSpPr/>
          <p:nvPr/>
        </p:nvSpPr>
        <p:spPr>
          <a:xfrm flipH="1">
            <a:off x="817058" y="4515887"/>
            <a:ext cx="1189244" cy="537583"/>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稿定-9">
            <a:extLst>
              <a:ext uri="{FF2B5EF4-FFF2-40B4-BE49-F238E27FC236}">
                <a16:creationId xmlns:a16="http://schemas.microsoft.com/office/drawing/2014/main" id="{0E5E0E28-A1E7-F37D-AAF5-EF73A8216AEB}"/>
              </a:ext>
            </a:extLst>
          </p:cNvPr>
          <p:cNvSpPr/>
          <p:nvPr/>
        </p:nvSpPr>
        <p:spPr>
          <a:xfrm flipH="1">
            <a:off x="2805736"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2019</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稿定-9">
            <a:extLst>
              <a:ext uri="{FF2B5EF4-FFF2-40B4-BE49-F238E27FC236}">
                <a16:creationId xmlns:a16="http://schemas.microsoft.com/office/drawing/2014/main" id="{19251BBF-A4E3-439D-DF63-CB9D42E745F8}"/>
              </a:ext>
            </a:extLst>
          </p:cNvPr>
          <p:cNvSpPr/>
          <p:nvPr/>
        </p:nvSpPr>
        <p:spPr>
          <a:xfrm flipH="1">
            <a:off x="5176395"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2021</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9">
            <a:extLst>
              <a:ext uri="{FF2B5EF4-FFF2-40B4-BE49-F238E27FC236}">
                <a16:creationId xmlns:a16="http://schemas.microsoft.com/office/drawing/2014/main" id="{0B554A9C-AEC0-F2C8-BA85-C2B79CE86FAE}"/>
              </a:ext>
            </a:extLst>
          </p:cNvPr>
          <p:cNvSpPr/>
          <p:nvPr/>
        </p:nvSpPr>
        <p:spPr>
          <a:xfrm flipH="1">
            <a:off x="7578332"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2023</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a:extLst>
              <a:ext uri="{FF2B5EF4-FFF2-40B4-BE49-F238E27FC236}">
                <a16:creationId xmlns:a16="http://schemas.microsoft.com/office/drawing/2014/main" id="{6627D7C8-9007-3D69-57B1-8B7EC2A528FC}"/>
              </a:ext>
            </a:extLst>
          </p:cNvPr>
          <p:cNvSpPr/>
          <p:nvPr/>
        </p:nvSpPr>
        <p:spPr>
          <a:xfrm flipH="1">
            <a:off x="9927071" y="3823688"/>
            <a:ext cx="1849939" cy="246221"/>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75EF1DC5-553A-4BB2-AA92-4AD4969C15F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2" name="矩形 11">
            <a:extLst>
              <a:ext uri="{FF2B5EF4-FFF2-40B4-BE49-F238E27FC236}">
                <a16:creationId xmlns:a16="http://schemas.microsoft.com/office/drawing/2014/main" id="{7FC5116E-D4EB-4931-B212-C86BAEA3C45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文本框 14">
            <a:extLst>
              <a:ext uri="{FF2B5EF4-FFF2-40B4-BE49-F238E27FC236}">
                <a16:creationId xmlns:a16="http://schemas.microsoft.com/office/drawing/2014/main" id="{D4CC62B2-0AE6-3674-2E24-58E19C7531B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5E091EAB-968A-3A6C-A74F-83FAA5A0E068}"/>
              </a:ext>
            </a:extLst>
          </p:cNvPr>
          <p:cNvSpPr txBox="1"/>
          <p:nvPr/>
        </p:nvSpPr>
        <p:spPr>
          <a:xfrm>
            <a:off x="756567" y="1994186"/>
            <a:ext cx="1483890"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EE3CF7E6-2F63-FB7E-26F1-815D480B40DA}"/>
              </a:ext>
            </a:extLst>
          </p:cNvPr>
          <p:cNvSpPr txBox="1"/>
          <p:nvPr/>
        </p:nvSpPr>
        <p:spPr>
          <a:xfrm>
            <a:off x="3160901"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8EB1361C-A12A-FC7E-AD1D-7AF44BA384A5}"/>
              </a:ext>
            </a:extLst>
          </p:cNvPr>
          <p:cNvSpPr txBox="1"/>
          <p:nvPr/>
        </p:nvSpPr>
        <p:spPr>
          <a:xfrm>
            <a:off x="5559857"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文本框 17">
            <a:extLst>
              <a:ext uri="{FF2B5EF4-FFF2-40B4-BE49-F238E27FC236}">
                <a16:creationId xmlns:a16="http://schemas.microsoft.com/office/drawing/2014/main" id="{5C648BCD-F2DB-C37C-1E36-0E37190796E7}"/>
              </a:ext>
            </a:extLst>
          </p:cNvPr>
          <p:cNvSpPr txBox="1"/>
          <p:nvPr/>
        </p:nvSpPr>
        <p:spPr>
          <a:xfrm>
            <a:off x="7921161"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文本框 20">
            <a:extLst>
              <a:ext uri="{FF2B5EF4-FFF2-40B4-BE49-F238E27FC236}">
                <a16:creationId xmlns:a16="http://schemas.microsoft.com/office/drawing/2014/main" id="{19735D15-42E6-DA5F-5518-083C303F019A}"/>
              </a:ext>
            </a:extLst>
          </p:cNvPr>
          <p:cNvSpPr txBox="1"/>
          <p:nvPr/>
        </p:nvSpPr>
        <p:spPr>
          <a:xfrm>
            <a:off x="10298601" y="1994186"/>
            <a:ext cx="1467754" cy="769441"/>
          </a:xfrm>
          <a:prstGeom prst="rect">
            <a:avLst/>
          </a:prstGeom>
          <a:noFill/>
        </p:spPr>
        <p:txBody>
          <a:bodyPr wrap="square" rtlCol="0" anchor="ctr">
            <a:spAutoFit/>
          </a:bodyPr>
          <a:lstStyle/>
          <a:p>
            <a:pPr>
              <a:defRPr/>
            </a:pPr>
            <a:r>
              <a:rPr lang="en-US" altLang="zh-CN"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lang="zh-CN" altLang="en-US" sz="4400" dirty="0">
              <a:gradFill flip="none" rotWithShape="1">
                <a:gsLst>
                  <a:gs pos="21000">
                    <a:schemeClr val="accent1">
                      <a:lumMod val="74000"/>
                      <a:lumOff val="26000"/>
                      <a:alpha val="0"/>
                    </a:schemeClr>
                  </a:gs>
                  <a:gs pos="85000">
                    <a:schemeClr val="accent1">
                      <a:lumMod val="75000"/>
                    </a:schemeClr>
                  </a:gs>
                </a:gsLst>
                <a:lin ang="162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25910218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 name="任意多边形: 形状 142">
            <a:extLst>
              <a:ext uri="{FF2B5EF4-FFF2-40B4-BE49-F238E27FC236}">
                <a16:creationId xmlns:a16="http://schemas.microsoft.com/office/drawing/2014/main" id="{065164E8-3F7A-27E2-E92C-40D0D8B55B06}"/>
              </a:ext>
            </a:extLst>
          </p:cNvPr>
          <p:cNvSpPr/>
          <p:nvPr/>
        </p:nvSpPr>
        <p:spPr>
          <a:xfrm>
            <a:off x="4203700" y="1758656"/>
            <a:ext cx="3784600" cy="3788820"/>
          </a:xfrm>
          <a:custGeom>
            <a:avLst/>
            <a:gdLst>
              <a:gd name="connsiteX0" fmla="*/ 1948158 w 3044273"/>
              <a:gd name="connsiteY0" fmla="*/ 3046415 h 3047670"/>
              <a:gd name="connsiteX1" fmla="*/ 1948787 w 3044273"/>
              <a:gd name="connsiteY1" fmla="*/ 3047043 h 3047670"/>
              <a:gd name="connsiteX2" fmla="*/ 1948158 w 3044273"/>
              <a:gd name="connsiteY2" fmla="*/ 3047670 h 3047670"/>
              <a:gd name="connsiteX3" fmla="*/ 1947530 w 3044273"/>
              <a:gd name="connsiteY3" fmla="*/ 3047043 h 3047670"/>
              <a:gd name="connsiteX4" fmla="*/ 1948158 w 3044273"/>
              <a:gd name="connsiteY4" fmla="*/ 3046415 h 3047670"/>
              <a:gd name="connsiteX5" fmla="*/ 2262811 w 3044273"/>
              <a:gd name="connsiteY5" fmla="*/ 3022973 h 3047670"/>
              <a:gd name="connsiteX6" fmla="*/ 2263440 w 3044273"/>
              <a:gd name="connsiteY6" fmla="*/ 3023601 h 3047670"/>
              <a:gd name="connsiteX7" fmla="*/ 2262811 w 3044273"/>
              <a:gd name="connsiteY7" fmla="*/ 3024229 h 3047670"/>
              <a:gd name="connsiteX8" fmla="*/ 2262183 w 3044273"/>
              <a:gd name="connsiteY8" fmla="*/ 3023601 h 3047670"/>
              <a:gd name="connsiteX9" fmla="*/ 2262811 w 3044273"/>
              <a:gd name="connsiteY9" fmla="*/ 3022973 h 3047670"/>
              <a:gd name="connsiteX10" fmla="*/ 2029306 w 3044273"/>
              <a:gd name="connsiteY10" fmla="*/ 3020035 h 3047670"/>
              <a:gd name="connsiteX11" fmla="*/ 2030185 w 3044273"/>
              <a:gd name="connsiteY11" fmla="*/ 3020915 h 3047670"/>
              <a:gd name="connsiteX12" fmla="*/ 2029306 w 3044273"/>
              <a:gd name="connsiteY12" fmla="*/ 3021794 h 3047670"/>
              <a:gd name="connsiteX13" fmla="*/ 2028426 w 3044273"/>
              <a:gd name="connsiteY13" fmla="*/ 3020915 h 3047670"/>
              <a:gd name="connsiteX14" fmla="*/ 2029306 w 3044273"/>
              <a:gd name="connsiteY14" fmla="*/ 3020035 h 3047670"/>
              <a:gd name="connsiteX15" fmla="*/ 1527099 w 3044273"/>
              <a:gd name="connsiteY15" fmla="*/ 3010364 h 3047670"/>
              <a:gd name="connsiteX16" fmla="*/ 1529736 w 3044273"/>
              <a:gd name="connsiteY16" fmla="*/ 3013001 h 3047670"/>
              <a:gd name="connsiteX17" fmla="*/ 1527099 w 3044273"/>
              <a:gd name="connsiteY17" fmla="*/ 3015640 h 3047670"/>
              <a:gd name="connsiteX18" fmla="*/ 1524462 w 3044273"/>
              <a:gd name="connsiteY18" fmla="*/ 3013001 h 3047670"/>
              <a:gd name="connsiteX19" fmla="*/ 1527099 w 3044273"/>
              <a:gd name="connsiteY19" fmla="*/ 3010364 h 3047670"/>
              <a:gd name="connsiteX20" fmla="*/ 1612392 w 3044273"/>
              <a:gd name="connsiteY20" fmla="*/ 3008101 h 3047670"/>
              <a:gd name="connsiteX21" fmla="*/ 1614401 w 3044273"/>
              <a:gd name="connsiteY21" fmla="*/ 3010111 h 3047670"/>
              <a:gd name="connsiteX22" fmla="*/ 1612392 w 3044273"/>
              <a:gd name="connsiteY22" fmla="*/ 3012122 h 3047670"/>
              <a:gd name="connsiteX23" fmla="*/ 1610382 w 3044273"/>
              <a:gd name="connsiteY23" fmla="*/ 3010111 h 3047670"/>
              <a:gd name="connsiteX24" fmla="*/ 1612392 w 3044273"/>
              <a:gd name="connsiteY24" fmla="*/ 3008101 h 3047670"/>
              <a:gd name="connsiteX25" fmla="*/ 1441807 w 3044273"/>
              <a:gd name="connsiteY25" fmla="*/ 3007221 h 3047670"/>
              <a:gd name="connsiteX26" fmla="*/ 1444949 w 3044273"/>
              <a:gd name="connsiteY26" fmla="*/ 3010361 h 3047670"/>
              <a:gd name="connsiteX27" fmla="*/ 1438667 w 3044273"/>
              <a:gd name="connsiteY27" fmla="*/ 3010361 h 3047670"/>
              <a:gd name="connsiteX28" fmla="*/ 1441807 w 3044273"/>
              <a:gd name="connsiteY28" fmla="*/ 3007221 h 3047670"/>
              <a:gd name="connsiteX29" fmla="*/ 1697183 w 3044273"/>
              <a:gd name="connsiteY29" fmla="*/ 3000691 h 3047670"/>
              <a:gd name="connsiteX30" fmla="*/ 1698816 w 3044273"/>
              <a:gd name="connsiteY30" fmla="*/ 3002198 h 3047670"/>
              <a:gd name="connsiteX31" fmla="*/ 1697309 w 3044273"/>
              <a:gd name="connsiteY31" fmla="*/ 3003706 h 3047670"/>
              <a:gd name="connsiteX32" fmla="*/ 1695801 w 3044273"/>
              <a:gd name="connsiteY32" fmla="*/ 3002198 h 3047670"/>
              <a:gd name="connsiteX33" fmla="*/ 1697183 w 3044273"/>
              <a:gd name="connsiteY33" fmla="*/ 3000691 h 3047670"/>
              <a:gd name="connsiteX34" fmla="*/ 2108820 w 3044273"/>
              <a:gd name="connsiteY34" fmla="*/ 2989510 h 3047670"/>
              <a:gd name="connsiteX35" fmla="*/ 2109447 w 3044273"/>
              <a:gd name="connsiteY35" fmla="*/ 2990138 h 3047670"/>
              <a:gd name="connsiteX36" fmla="*/ 2108820 w 3044273"/>
              <a:gd name="connsiteY36" fmla="*/ 2990765 h 3047670"/>
              <a:gd name="connsiteX37" fmla="*/ 2108192 w 3044273"/>
              <a:gd name="connsiteY37" fmla="*/ 2990138 h 3047670"/>
              <a:gd name="connsiteX38" fmla="*/ 2108820 w 3044273"/>
              <a:gd name="connsiteY38" fmla="*/ 2989510 h 3047670"/>
              <a:gd name="connsiteX39" fmla="*/ 1781596 w 3044273"/>
              <a:gd name="connsiteY39" fmla="*/ 2987877 h 3047670"/>
              <a:gd name="connsiteX40" fmla="*/ 1782979 w 3044273"/>
              <a:gd name="connsiteY40" fmla="*/ 2989135 h 3047670"/>
              <a:gd name="connsiteX41" fmla="*/ 1781596 w 3044273"/>
              <a:gd name="connsiteY41" fmla="*/ 2990516 h 3047670"/>
              <a:gd name="connsiteX42" fmla="*/ 1780214 w 3044273"/>
              <a:gd name="connsiteY42" fmla="*/ 2989135 h 3047670"/>
              <a:gd name="connsiteX43" fmla="*/ 1781596 w 3044273"/>
              <a:gd name="connsiteY43" fmla="*/ 2987877 h 3047670"/>
              <a:gd name="connsiteX44" fmla="*/ 2340852 w 3044273"/>
              <a:gd name="connsiteY44" fmla="*/ 2979519 h 3047670"/>
              <a:gd name="connsiteX45" fmla="*/ 2341607 w 3044273"/>
              <a:gd name="connsiteY45" fmla="*/ 2980147 h 3047670"/>
              <a:gd name="connsiteX46" fmla="*/ 2340852 w 3044273"/>
              <a:gd name="connsiteY46" fmla="*/ 2980774 h 3047670"/>
              <a:gd name="connsiteX47" fmla="*/ 2340223 w 3044273"/>
              <a:gd name="connsiteY47" fmla="*/ 2980147 h 3047670"/>
              <a:gd name="connsiteX48" fmla="*/ 2340852 w 3044273"/>
              <a:gd name="connsiteY48" fmla="*/ 2979519 h 3047670"/>
              <a:gd name="connsiteX49" fmla="*/ 1864879 w 3044273"/>
              <a:gd name="connsiteY49" fmla="*/ 2969789 h 3047670"/>
              <a:gd name="connsiteX50" fmla="*/ 1866259 w 3044273"/>
              <a:gd name="connsiteY50" fmla="*/ 2971171 h 3047670"/>
              <a:gd name="connsiteX51" fmla="*/ 1865005 w 3044273"/>
              <a:gd name="connsiteY51" fmla="*/ 2972554 h 3047670"/>
              <a:gd name="connsiteX52" fmla="*/ 1863623 w 3044273"/>
              <a:gd name="connsiteY52" fmla="*/ 2971171 h 3047670"/>
              <a:gd name="connsiteX53" fmla="*/ 1864879 w 3044273"/>
              <a:gd name="connsiteY53" fmla="*/ 2969789 h 3047670"/>
              <a:gd name="connsiteX54" fmla="*/ 2186577 w 3044273"/>
              <a:gd name="connsiteY54" fmla="*/ 2954463 h 3047670"/>
              <a:gd name="connsiteX55" fmla="*/ 2187204 w 3044273"/>
              <a:gd name="connsiteY55" fmla="*/ 2955091 h 3047670"/>
              <a:gd name="connsiteX56" fmla="*/ 2186577 w 3044273"/>
              <a:gd name="connsiteY56" fmla="*/ 2955720 h 3047670"/>
              <a:gd name="connsiteX57" fmla="*/ 2185949 w 3044273"/>
              <a:gd name="connsiteY57" fmla="*/ 2955091 h 3047670"/>
              <a:gd name="connsiteX58" fmla="*/ 2186577 w 3044273"/>
              <a:gd name="connsiteY58" fmla="*/ 2954463 h 3047670"/>
              <a:gd name="connsiteX59" fmla="*/ 1947029 w 3044273"/>
              <a:gd name="connsiteY59" fmla="*/ 2947053 h 3047670"/>
              <a:gd name="connsiteX60" fmla="*/ 1948159 w 3044273"/>
              <a:gd name="connsiteY60" fmla="*/ 2948183 h 3047670"/>
              <a:gd name="connsiteX61" fmla="*/ 1947029 w 3044273"/>
              <a:gd name="connsiteY61" fmla="*/ 2949313 h 3047670"/>
              <a:gd name="connsiteX62" fmla="*/ 1945899 w 3044273"/>
              <a:gd name="connsiteY62" fmla="*/ 2948183 h 3047670"/>
              <a:gd name="connsiteX63" fmla="*/ 1947029 w 3044273"/>
              <a:gd name="connsiteY63" fmla="*/ 2947053 h 3047670"/>
              <a:gd name="connsiteX64" fmla="*/ 2413200 w 3044273"/>
              <a:gd name="connsiteY64" fmla="*/ 2934380 h 3047670"/>
              <a:gd name="connsiteX65" fmla="*/ 2413830 w 3044273"/>
              <a:gd name="connsiteY65" fmla="*/ 2935008 h 3047670"/>
              <a:gd name="connsiteX66" fmla="*/ 2413200 w 3044273"/>
              <a:gd name="connsiteY66" fmla="*/ 2935635 h 3047670"/>
              <a:gd name="connsiteX67" fmla="*/ 2412446 w 3044273"/>
              <a:gd name="connsiteY67" fmla="*/ 2935008 h 3047670"/>
              <a:gd name="connsiteX68" fmla="*/ 2413200 w 3044273"/>
              <a:gd name="connsiteY68" fmla="*/ 2934380 h 3047670"/>
              <a:gd name="connsiteX69" fmla="*/ 2027550 w 3044273"/>
              <a:gd name="connsiteY69" fmla="*/ 2917782 h 3047670"/>
              <a:gd name="connsiteX70" fmla="*/ 2030062 w 3044273"/>
              <a:gd name="connsiteY70" fmla="*/ 2920169 h 3047670"/>
              <a:gd name="connsiteX71" fmla="*/ 2027675 w 3044273"/>
              <a:gd name="connsiteY71" fmla="*/ 2922682 h 3047670"/>
              <a:gd name="connsiteX72" fmla="*/ 2025163 w 3044273"/>
              <a:gd name="connsiteY72" fmla="*/ 2920295 h 3047670"/>
              <a:gd name="connsiteX73" fmla="*/ 2027550 w 3044273"/>
              <a:gd name="connsiteY73" fmla="*/ 2917782 h 3047670"/>
              <a:gd name="connsiteX74" fmla="*/ 2262194 w 3044273"/>
              <a:gd name="connsiteY74" fmla="*/ 2915021 h 3047670"/>
              <a:gd name="connsiteX75" fmla="*/ 2262823 w 3044273"/>
              <a:gd name="connsiteY75" fmla="*/ 2915649 h 3047670"/>
              <a:gd name="connsiteX76" fmla="*/ 2262194 w 3044273"/>
              <a:gd name="connsiteY76" fmla="*/ 2916278 h 3047670"/>
              <a:gd name="connsiteX77" fmla="*/ 2261566 w 3044273"/>
              <a:gd name="connsiteY77" fmla="*/ 2915649 h 3047670"/>
              <a:gd name="connsiteX78" fmla="*/ 2262194 w 3044273"/>
              <a:gd name="connsiteY78" fmla="*/ 2915021 h 3047670"/>
              <a:gd name="connsiteX79" fmla="*/ 1526850 w 3044273"/>
              <a:gd name="connsiteY79" fmla="*/ 2912005 h 3047670"/>
              <a:gd name="connsiteX80" fmla="*/ 1532880 w 3044273"/>
              <a:gd name="connsiteY80" fmla="*/ 2917909 h 3047670"/>
              <a:gd name="connsiteX81" fmla="*/ 1526850 w 3044273"/>
              <a:gd name="connsiteY81" fmla="*/ 2923938 h 3047670"/>
              <a:gd name="connsiteX82" fmla="*/ 1520820 w 3044273"/>
              <a:gd name="connsiteY82" fmla="*/ 2918034 h 3047670"/>
              <a:gd name="connsiteX83" fmla="*/ 1526850 w 3044273"/>
              <a:gd name="connsiteY83" fmla="*/ 2912005 h 3047670"/>
              <a:gd name="connsiteX84" fmla="*/ 1612017 w 3044273"/>
              <a:gd name="connsiteY84" fmla="*/ 2909746 h 3047670"/>
              <a:gd name="connsiteX85" fmla="*/ 1617166 w 3044273"/>
              <a:gd name="connsiteY85" fmla="*/ 2914770 h 3047670"/>
              <a:gd name="connsiteX86" fmla="*/ 1612142 w 3044273"/>
              <a:gd name="connsiteY86" fmla="*/ 2919919 h 3047670"/>
              <a:gd name="connsiteX87" fmla="*/ 1606992 w 3044273"/>
              <a:gd name="connsiteY87" fmla="*/ 2914895 h 3047670"/>
              <a:gd name="connsiteX88" fmla="*/ 1612017 w 3044273"/>
              <a:gd name="connsiteY88" fmla="*/ 2909746 h 3047670"/>
              <a:gd name="connsiteX89" fmla="*/ 1441556 w 3044273"/>
              <a:gd name="connsiteY89" fmla="*/ 2908739 h 3047670"/>
              <a:gd name="connsiteX90" fmla="*/ 1448465 w 3044273"/>
              <a:gd name="connsiteY90" fmla="*/ 2915523 h 3047670"/>
              <a:gd name="connsiteX91" fmla="*/ 1441681 w 3044273"/>
              <a:gd name="connsiteY91" fmla="*/ 2922430 h 3047670"/>
              <a:gd name="connsiteX92" fmla="*/ 1434773 w 3044273"/>
              <a:gd name="connsiteY92" fmla="*/ 2915648 h 3047670"/>
              <a:gd name="connsiteX93" fmla="*/ 1441556 w 3044273"/>
              <a:gd name="connsiteY93" fmla="*/ 2908739 h 3047670"/>
              <a:gd name="connsiteX94" fmla="*/ 1696805 w 3044273"/>
              <a:gd name="connsiteY94" fmla="*/ 2902207 h 3047670"/>
              <a:gd name="connsiteX95" fmla="*/ 1701077 w 3044273"/>
              <a:gd name="connsiteY95" fmla="*/ 2906352 h 3047670"/>
              <a:gd name="connsiteX96" fmla="*/ 1696930 w 3044273"/>
              <a:gd name="connsiteY96" fmla="*/ 2910624 h 3047670"/>
              <a:gd name="connsiteX97" fmla="*/ 1692660 w 3044273"/>
              <a:gd name="connsiteY97" fmla="*/ 2906479 h 3047670"/>
              <a:gd name="connsiteX98" fmla="*/ 1696805 w 3044273"/>
              <a:gd name="connsiteY98" fmla="*/ 2902207 h 3047670"/>
              <a:gd name="connsiteX99" fmla="*/ 1356767 w 3044273"/>
              <a:gd name="connsiteY99" fmla="*/ 2900575 h 3047670"/>
              <a:gd name="connsiteX100" fmla="*/ 1363801 w 3044273"/>
              <a:gd name="connsiteY100" fmla="*/ 2907610 h 3047670"/>
              <a:gd name="connsiteX101" fmla="*/ 1356767 w 3044273"/>
              <a:gd name="connsiteY101" fmla="*/ 2914769 h 3047670"/>
              <a:gd name="connsiteX102" fmla="*/ 1349607 w 3044273"/>
              <a:gd name="connsiteY102" fmla="*/ 2907735 h 3047670"/>
              <a:gd name="connsiteX103" fmla="*/ 1356767 w 3044273"/>
              <a:gd name="connsiteY103" fmla="*/ 2900575 h 3047670"/>
              <a:gd name="connsiteX104" fmla="*/ 1781094 w 3044273"/>
              <a:gd name="connsiteY104" fmla="*/ 2888766 h 3047670"/>
              <a:gd name="connsiteX105" fmla="*/ 1784863 w 3044273"/>
              <a:gd name="connsiteY105" fmla="*/ 2892535 h 3047670"/>
              <a:gd name="connsiteX106" fmla="*/ 1781094 w 3044273"/>
              <a:gd name="connsiteY106" fmla="*/ 2896303 h 3047670"/>
              <a:gd name="connsiteX107" fmla="*/ 1777326 w 3044273"/>
              <a:gd name="connsiteY107" fmla="*/ 2892535 h 3047670"/>
              <a:gd name="connsiteX108" fmla="*/ 1781094 w 3044273"/>
              <a:gd name="connsiteY108" fmla="*/ 2888766 h 3047670"/>
              <a:gd name="connsiteX109" fmla="*/ 1272353 w 3044273"/>
              <a:gd name="connsiteY109" fmla="*/ 2887510 h 3047670"/>
              <a:gd name="connsiteX110" fmla="*/ 1279261 w 3044273"/>
              <a:gd name="connsiteY110" fmla="*/ 2894292 h 3047670"/>
              <a:gd name="connsiteX111" fmla="*/ 1272479 w 3044273"/>
              <a:gd name="connsiteY111" fmla="*/ 2901201 h 3047670"/>
              <a:gd name="connsiteX112" fmla="*/ 1265569 w 3044273"/>
              <a:gd name="connsiteY112" fmla="*/ 2894419 h 3047670"/>
              <a:gd name="connsiteX113" fmla="*/ 1272353 w 3044273"/>
              <a:gd name="connsiteY113" fmla="*/ 2887510 h 3047670"/>
              <a:gd name="connsiteX114" fmla="*/ 2106435 w 3044273"/>
              <a:gd name="connsiteY114" fmla="*/ 2886128 h 3047670"/>
              <a:gd name="connsiteX115" fmla="*/ 2107942 w 3044273"/>
              <a:gd name="connsiteY115" fmla="*/ 2887636 h 3047670"/>
              <a:gd name="connsiteX116" fmla="*/ 2106435 w 3044273"/>
              <a:gd name="connsiteY116" fmla="*/ 2889143 h 3047670"/>
              <a:gd name="connsiteX117" fmla="*/ 2104802 w 3044273"/>
              <a:gd name="connsiteY117" fmla="*/ 2887636 h 3047670"/>
              <a:gd name="connsiteX118" fmla="*/ 2106435 w 3044273"/>
              <a:gd name="connsiteY118" fmla="*/ 2886128 h 3047670"/>
              <a:gd name="connsiteX119" fmla="*/ 2483053 w 3044273"/>
              <a:gd name="connsiteY119" fmla="*/ 2885373 h 3047670"/>
              <a:gd name="connsiteX120" fmla="*/ 2483682 w 3044273"/>
              <a:gd name="connsiteY120" fmla="*/ 2886001 h 3047670"/>
              <a:gd name="connsiteX121" fmla="*/ 2483053 w 3044273"/>
              <a:gd name="connsiteY121" fmla="*/ 2886630 h 3047670"/>
              <a:gd name="connsiteX122" fmla="*/ 2482425 w 3044273"/>
              <a:gd name="connsiteY122" fmla="*/ 2886001 h 3047670"/>
              <a:gd name="connsiteX123" fmla="*/ 2483053 w 3044273"/>
              <a:gd name="connsiteY123" fmla="*/ 2885373 h 3047670"/>
              <a:gd name="connsiteX124" fmla="*/ 2335429 w 3044273"/>
              <a:gd name="connsiteY124" fmla="*/ 2871432 h 3047670"/>
              <a:gd name="connsiteX125" fmla="*/ 2336058 w 3044273"/>
              <a:gd name="connsiteY125" fmla="*/ 2872060 h 3047670"/>
              <a:gd name="connsiteX126" fmla="*/ 2335429 w 3044273"/>
              <a:gd name="connsiteY126" fmla="*/ 2872689 h 3047670"/>
              <a:gd name="connsiteX127" fmla="*/ 2334801 w 3044273"/>
              <a:gd name="connsiteY127" fmla="*/ 2872060 h 3047670"/>
              <a:gd name="connsiteX128" fmla="*/ 2335429 w 3044273"/>
              <a:gd name="connsiteY128" fmla="*/ 2871432 h 3047670"/>
              <a:gd name="connsiteX129" fmla="*/ 1864125 w 3044273"/>
              <a:gd name="connsiteY129" fmla="*/ 2869549 h 3047670"/>
              <a:gd name="connsiteX130" fmla="*/ 1867895 w 3044273"/>
              <a:gd name="connsiteY130" fmla="*/ 2873319 h 3047670"/>
              <a:gd name="connsiteX131" fmla="*/ 1864125 w 3044273"/>
              <a:gd name="connsiteY131" fmla="*/ 2877087 h 3047670"/>
              <a:gd name="connsiteX132" fmla="*/ 1860356 w 3044273"/>
              <a:gd name="connsiteY132" fmla="*/ 2873319 h 3047670"/>
              <a:gd name="connsiteX133" fmla="*/ 1864125 w 3044273"/>
              <a:gd name="connsiteY133" fmla="*/ 2869549 h 3047670"/>
              <a:gd name="connsiteX134" fmla="*/ 1189323 w 3044273"/>
              <a:gd name="connsiteY134" fmla="*/ 2869549 h 3047670"/>
              <a:gd name="connsiteX135" fmla="*/ 1195478 w 3044273"/>
              <a:gd name="connsiteY135" fmla="*/ 2875704 h 3047670"/>
              <a:gd name="connsiteX136" fmla="*/ 1189323 w 3044273"/>
              <a:gd name="connsiteY136" fmla="*/ 2881859 h 3047670"/>
              <a:gd name="connsiteX137" fmla="*/ 1183041 w 3044273"/>
              <a:gd name="connsiteY137" fmla="*/ 2875704 h 3047670"/>
              <a:gd name="connsiteX138" fmla="*/ 1189323 w 3044273"/>
              <a:gd name="connsiteY138" fmla="*/ 2869549 h 3047670"/>
              <a:gd name="connsiteX139" fmla="*/ 2182937 w 3044273"/>
              <a:gd name="connsiteY139" fmla="*/ 2848067 h 3047670"/>
              <a:gd name="connsiteX140" fmla="*/ 2185449 w 3044273"/>
              <a:gd name="connsiteY140" fmla="*/ 2850455 h 3047670"/>
              <a:gd name="connsiteX141" fmla="*/ 2183063 w 3044273"/>
              <a:gd name="connsiteY141" fmla="*/ 2852842 h 3047670"/>
              <a:gd name="connsiteX142" fmla="*/ 2180676 w 3044273"/>
              <a:gd name="connsiteY142" fmla="*/ 2850455 h 3047670"/>
              <a:gd name="connsiteX143" fmla="*/ 2182937 w 3044273"/>
              <a:gd name="connsiteY143" fmla="*/ 2848067 h 3047670"/>
              <a:gd name="connsiteX144" fmla="*/ 1107422 w 3044273"/>
              <a:gd name="connsiteY144" fmla="*/ 2843796 h 3047670"/>
              <a:gd name="connsiteX145" fmla="*/ 1115210 w 3044273"/>
              <a:gd name="connsiteY145" fmla="*/ 2851584 h 3047670"/>
              <a:gd name="connsiteX146" fmla="*/ 1107547 w 3044273"/>
              <a:gd name="connsiteY146" fmla="*/ 2859373 h 3047670"/>
              <a:gd name="connsiteX147" fmla="*/ 1099758 w 3044273"/>
              <a:gd name="connsiteY147" fmla="*/ 2851710 h 3047670"/>
              <a:gd name="connsiteX148" fmla="*/ 1107422 w 3044273"/>
              <a:gd name="connsiteY148" fmla="*/ 2843796 h 3047670"/>
              <a:gd name="connsiteX149" fmla="*/ 1945774 w 3044273"/>
              <a:gd name="connsiteY149" fmla="*/ 2842288 h 3047670"/>
              <a:gd name="connsiteX150" fmla="*/ 1952181 w 3044273"/>
              <a:gd name="connsiteY150" fmla="*/ 2848694 h 3047670"/>
              <a:gd name="connsiteX151" fmla="*/ 1945774 w 3044273"/>
              <a:gd name="connsiteY151" fmla="*/ 2855099 h 3047670"/>
              <a:gd name="connsiteX152" fmla="*/ 1939367 w 3044273"/>
              <a:gd name="connsiteY152" fmla="*/ 2848694 h 3047670"/>
              <a:gd name="connsiteX153" fmla="*/ 1945774 w 3044273"/>
              <a:gd name="connsiteY153" fmla="*/ 2842288 h 3047670"/>
              <a:gd name="connsiteX154" fmla="*/ 2550112 w 3044273"/>
              <a:gd name="connsiteY154" fmla="*/ 2832866 h 3047670"/>
              <a:gd name="connsiteX155" fmla="*/ 2550739 w 3044273"/>
              <a:gd name="connsiteY155" fmla="*/ 2833494 h 3047670"/>
              <a:gd name="connsiteX156" fmla="*/ 2550112 w 3044273"/>
              <a:gd name="connsiteY156" fmla="*/ 2834121 h 3047670"/>
              <a:gd name="connsiteX157" fmla="*/ 2549484 w 3044273"/>
              <a:gd name="connsiteY157" fmla="*/ 2833494 h 3047670"/>
              <a:gd name="connsiteX158" fmla="*/ 2550112 w 3044273"/>
              <a:gd name="connsiteY158" fmla="*/ 2832866 h 3047670"/>
              <a:gd name="connsiteX159" fmla="*/ 2406151 w 3044273"/>
              <a:gd name="connsiteY159" fmla="*/ 2823573 h 3047670"/>
              <a:gd name="connsiteX160" fmla="*/ 2407030 w 3044273"/>
              <a:gd name="connsiteY160" fmla="*/ 2824453 h 3047670"/>
              <a:gd name="connsiteX161" fmla="*/ 2406151 w 3044273"/>
              <a:gd name="connsiteY161" fmla="*/ 2825332 h 3047670"/>
              <a:gd name="connsiteX162" fmla="*/ 2405271 w 3044273"/>
              <a:gd name="connsiteY162" fmla="*/ 2824453 h 3047670"/>
              <a:gd name="connsiteX163" fmla="*/ 2406151 w 3044273"/>
              <a:gd name="connsiteY163" fmla="*/ 2823573 h 3047670"/>
              <a:gd name="connsiteX164" fmla="*/ 1027151 w 3044273"/>
              <a:gd name="connsiteY164" fmla="*/ 2814905 h 3047670"/>
              <a:gd name="connsiteX165" fmla="*/ 1034940 w 3044273"/>
              <a:gd name="connsiteY165" fmla="*/ 2822569 h 3047670"/>
              <a:gd name="connsiteX166" fmla="*/ 1027276 w 3044273"/>
              <a:gd name="connsiteY166" fmla="*/ 2830356 h 3047670"/>
              <a:gd name="connsiteX167" fmla="*/ 1019489 w 3044273"/>
              <a:gd name="connsiteY167" fmla="*/ 2822694 h 3047670"/>
              <a:gd name="connsiteX168" fmla="*/ 1027151 w 3044273"/>
              <a:gd name="connsiteY168" fmla="*/ 2814905 h 3047670"/>
              <a:gd name="connsiteX169" fmla="*/ 1526472 w 3044273"/>
              <a:gd name="connsiteY169" fmla="*/ 2814026 h 3047670"/>
              <a:gd name="connsiteX170" fmla="*/ 1535389 w 3044273"/>
              <a:gd name="connsiteY170" fmla="*/ 2822819 h 3047670"/>
              <a:gd name="connsiteX171" fmla="*/ 1526597 w 3044273"/>
              <a:gd name="connsiteY171" fmla="*/ 2831737 h 3047670"/>
              <a:gd name="connsiteX172" fmla="*/ 1517678 w 3044273"/>
              <a:gd name="connsiteY172" fmla="*/ 2822945 h 3047670"/>
              <a:gd name="connsiteX173" fmla="*/ 1526472 w 3044273"/>
              <a:gd name="connsiteY173" fmla="*/ 2814026 h 3047670"/>
              <a:gd name="connsiteX174" fmla="*/ 2025790 w 3044273"/>
              <a:gd name="connsiteY174" fmla="*/ 2813776 h 3047670"/>
              <a:gd name="connsiteX175" fmla="*/ 2031065 w 3044273"/>
              <a:gd name="connsiteY175" fmla="*/ 2819050 h 3047670"/>
              <a:gd name="connsiteX176" fmla="*/ 2025790 w 3044273"/>
              <a:gd name="connsiteY176" fmla="*/ 2824327 h 3047670"/>
              <a:gd name="connsiteX177" fmla="*/ 2020388 w 3044273"/>
              <a:gd name="connsiteY177" fmla="*/ 2819050 h 3047670"/>
              <a:gd name="connsiteX178" fmla="*/ 2025790 w 3044273"/>
              <a:gd name="connsiteY178" fmla="*/ 2813776 h 3047670"/>
              <a:gd name="connsiteX179" fmla="*/ 1611639 w 3044273"/>
              <a:gd name="connsiteY179" fmla="*/ 2811640 h 3047670"/>
              <a:gd name="connsiteX180" fmla="*/ 1619804 w 3044273"/>
              <a:gd name="connsiteY180" fmla="*/ 2819806 h 3047670"/>
              <a:gd name="connsiteX181" fmla="*/ 1611639 w 3044273"/>
              <a:gd name="connsiteY181" fmla="*/ 2827972 h 3047670"/>
              <a:gd name="connsiteX182" fmla="*/ 1603474 w 3044273"/>
              <a:gd name="connsiteY182" fmla="*/ 2819806 h 3047670"/>
              <a:gd name="connsiteX183" fmla="*/ 1611639 w 3044273"/>
              <a:gd name="connsiteY183" fmla="*/ 2811640 h 3047670"/>
              <a:gd name="connsiteX184" fmla="*/ 1441179 w 3044273"/>
              <a:gd name="connsiteY184" fmla="*/ 2810760 h 3047670"/>
              <a:gd name="connsiteX185" fmla="*/ 1450726 w 3044273"/>
              <a:gd name="connsiteY185" fmla="*/ 2820181 h 3047670"/>
              <a:gd name="connsiteX186" fmla="*/ 1441305 w 3044273"/>
              <a:gd name="connsiteY186" fmla="*/ 2829728 h 3047670"/>
              <a:gd name="connsiteX187" fmla="*/ 1431758 w 3044273"/>
              <a:gd name="connsiteY187" fmla="*/ 2820307 h 3047670"/>
              <a:gd name="connsiteX188" fmla="*/ 1441179 w 3044273"/>
              <a:gd name="connsiteY188" fmla="*/ 2810760 h 3047670"/>
              <a:gd name="connsiteX189" fmla="*/ 2257423 w 3044273"/>
              <a:gd name="connsiteY189" fmla="*/ 2807494 h 3047670"/>
              <a:gd name="connsiteX190" fmla="*/ 2258555 w 3044273"/>
              <a:gd name="connsiteY190" fmla="*/ 2808624 h 3047670"/>
              <a:gd name="connsiteX191" fmla="*/ 2257423 w 3044273"/>
              <a:gd name="connsiteY191" fmla="*/ 2809754 h 3047670"/>
              <a:gd name="connsiteX192" fmla="*/ 2256293 w 3044273"/>
              <a:gd name="connsiteY192" fmla="*/ 2808624 h 3047670"/>
              <a:gd name="connsiteX193" fmla="*/ 2257423 w 3044273"/>
              <a:gd name="connsiteY193" fmla="*/ 2807494 h 3047670"/>
              <a:gd name="connsiteX194" fmla="*/ 1696430 w 3044273"/>
              <a:gd name="connsiteY194" fmla="*/ 2802847 h 3047670"/>
              <a:gd name="connsiteX195" fmla="*/ 1704219 w 3044273"/>
              <a:gd name="connsiteY195" fmla="*/ 2810511 h 3047670"/>
              <a:gd name="connsiteX196" fmla="*/ 1696555 w 3044273"/>
              <a:gd name="connsiteY196" fmla="*/ 2818299 h 3047670"/>
              <a:gd name="connsiteX197" fmla="*/ 1688767 w 3044273"/>
              <a:gd name="connsiteY197" fmla="*/ 2810636 h 3047670"/>
              <a:gd name="connsiteX198" fmla="*/ 1696430 w 3044273"/>
              <a:gd name="connsiteY198" fmla="*/ 2802847 h 3047670"/>
              <a:gd name="connsiteX199" fmla="*/ 1356389 w 3044273"/>
              <a:gd name="connsiteY199" fmla="*/ 2802092 h 3047670"/>
              <a:gd name="connsiteX200" fmla="*/ 1366187 w 3044273"/>
              <a:gd name="connsiteY200" fmla="*/ 2811764 h 3047670"/>
              <a:gd name="connsiteX201" fmla="*/ 1356514 w 3044273"/>
              <a:gd name="connsiteY201" fmla="*/ 2821563 h 3047670"/>
              <a:gd name="connsiteX202" fmla="*/ 1346717 w 3044273"/>
              <a:gd name="connsiteY202" fmla="*/ 2811890 h 3047670"/>
              <a:gd name="connsiteX203" fmla="*/ 1356389 w 3044273"/>
              <a:gd name="connsiteY203" fmla="*/ 2802092 h 3047670"/>
              <a:gd name="connsiteX204" fmla="*/ 1780465 w 3044273"/>
              <a:gd name="connsiteY204" fmla="*/ 2788150 h 3047670"/>
              <a:gd name="connsiteX205" fmla="*/ 1788002 w 3044273"/>
              <a:gd name="connsiteY205" fmla="*/ 2795686 h 3047670"/>
              <a:gd name="connsiteX206" fmla="*/ 1780465 w 3044273"/>
              <a:gd name="connsiteY206" fmla="*/ 2803223 h 3047670"/>
              <a:gd name="connsiteX207" fmla="*/ 1772928 w 3044273"/>
              <a:gd name="connsiteY207" fmla="*/ 2795686 h 3047670"/>
              <a:gd name="connsiteX208" fmla="*/ 1780465 w 3044273"/>
              <a:gd name="connsiteY208" fmla="*/ 2788150 h 3047670"/>
              <a:gd name="connsiteX209" fmla="*/ 1272353 w 3044273"/>
              <a:gd name="connsiteY209" fmla="*/ 2787649 h 3047670"/>
              <a:gd name="connsiteX210" fmla="*/ 1282403 w 3044273"/>
              <a:gd name="connsiteY210" fmla="*/ 2797572 h 3047670"/>
              <a:gd name="connsiteX211" fmla="*/ 1272479 w 3044273"/>
              <a:gd name="connsiteY211" fmla="*/ 2807494 h 3047670"/>
              <a:gd name="connsiteX212" fmla="*/ 1262429 w 3044273"/>
              <a:gd name="connsiteY212" fmla="*/ 2797572 h 3047670"/>
              <a:gd name="connsiteX213" fmla="*/ 1272353 w 3044273"/>
              <a:gd name="connsiteY213" fmla="*/ 2787649 h 3047670"/>
              <a:gd name="connsiteX214" fmla="*/ 949144 w 3044273"/>
              <a:gd name="connsiteY214" fmla="*/ 2782874 h 3047670"/>
              <a:gd name="connsiteX215" fmla="*/ 954671 w 3044273"/>
              <a:gd name="connsiteY215" fmla="*/ 2788401 h 3047670"/>
              <a:gd name="connsiteX216" fmla="*/ 949144 w 3044273"/>
              <a:gd name="connsiteY216" fmla="*/ 2793928 h 3047670"/>
              <a:gd name="connsiteX217" fmla="*/ 943618 w 3044273"/>
              <a:gd name="connsiteY217" fmla="*/ 2788401 h 3047670"/>
              <a:gd name="connsiteX218" fmla="*/ 949144 w 3044273"/>
              <a:gd name="connsiteY218" fmla="*/ 2782874 h 3047670"/>
              <a:gd name="connsiteX219" fmla="*/ 2103549 w 3044273"/>
              <a:gd name="connsiteY219" fmla="*/ 2780361 h 3047670"/>
              <a:gd name="connsiteX220" fmla="*/ 2107318 w 3044273"/>
              <a:gd name="connsiteY220" fmla="*/ 2784130 h 3047670"/>
              <a:gd name="connsiteX221" fmla="*/ 2103549 w 3044273"/>
              <a:gd name="connsiteY221" fmla="*/ 2787898 h 3047670"/>
              <a:gd name="connsiteX222" fmla="*/ 2099779 w 3044273"/>
              <a:gd name="connsiteY222" fmla="*/ 2784130 h 3047670"/>
              <a:gd name="connsiteX223" fmla="*/ 2103549 w 3044273"/>
              <a:gd name="connsiteY223" fmla="*/ 2780361 h 3047670"/>
              <a:gd name="connsiteX224" fmla="*/ 2474108 w 3044273"/>
              <a:gd name="connsiteY224" fmla="*/ 2772322 h 3047670"/>
              <a:gd name="connsiteX225" fmla="*/ 2474735 w 3044273"/>
              <a:gd name="connsiteY225" fmla="*/ 2772950 h 3047670"/>
              <a:gd name="connsiteX226" fmla="*/ 2474108 w 3044273"/>
              <a:gd name="connsiteY226" fmla="*/ 2773579 h 3047670"/>
              <a:gd name="connsiteX227" fmla="*/ 2473480 w 3044273"/>
              <a:gd name="connsiteY227" fmla="*/ 2772950 h 3047670"/>
              <a:gd name="connsiteX228" fmla="*/ 2474108 w 3044273"/>
              <a:gd name="connsiteY228" fmla="*/ 2772322 h 3047670"/>
              <a:gd name="connsiteX229" fmla="*/ 1189447 w 3044273"/>
              <a:gd name="connsiteY229" fmla="*/ 2768428 h 3047670"/>
              <a:gd name="connsiteX230" fmla="*/ 1198616 w 3044273"/>
              <a:gd name="connsiteY230" fmla="*/ 2777472 h 3047670"/>
              <a:gd name="connsiteX231" fmla="*/ 1189572 w 3044273"/>
              <a:gd name="connsiteY231" fmla="*/ 2786516 h 3047670"/>
              <a:gd name="connsiteX232" fmla="*/ 1180403 w 3044273"/>
              <a:gd name="connsiteY232" fmla="*/ 2777472 h 3047670"/>
              <a:gd name="connsiteX233" fmla="*/ 1189447 w 3044273"/>
              <a:gd name="connsiteY233" fmla="*/ 2768428 h 3047670"/>
              <a:gd name="connsiteX234" fmla="*/ 1863121 w 3044273"/>
              <a:gd name="connsiteY234" fmla="*/ 2767422 h 3047670"/>
              <a:gd name="connsiteX235" fmla="*/ 1870658 w 3044273"/>
              <a:gd name="connsiteY235" fmla="*/ 2774958 h 3047670"/>
              <a:gd name="connsiteX236" fmla="*/ 1863121 w 3044273"/>
              <a:gd name="connsiteY236" fmla="*/ 2782495 h 3047670"/>
              <a:gd name="connsiteX237" fmla="*/ 1855584 w 3044273"/>
              <a:gd name="connsiteY237" fmla="*/ 2774958 h 3047670"/>
              <a:gd name="connsiteX238" fmla="*/ 1863121 w 3044273"/>
              <a:gd name="connsiteY238" fmla="*/ 2767422 h 3047670"/>
              <a:gd name="connsiteX239" fmla="*/ 2329151 w 3044273"/>
              <a:gd name="connsiteY239" fmla="*/ 2761393 h 3047670"/>
              <a:gd name="connsiteX240" fmla="*/ 2330281 w 3044273"/>
              <a:gd name="connsiteY240" fmla="*/ 2762523 h 3047670"/>
              <a:gd name="connsiteX241" fmla="*/ 2329151 w 3044273"/>
              <a:gd name="connsiteY241" fmla="*/ 2763653 h 3047670"/>
              <a:gd name="connsiteX242" fmla="*/ 2328021 w 3044273"/>
              <a:gd name="connsiteY242" fmla="*/ 2762523 h 3047670"/>
              <a:gd name="connsiteX243" fmla="*/ 2329151 w 3044273"/>
              <a:gd name="connsiteY243" fmla="*/ 2761393 h 3047670"/>
              <a:gd name="connsiteX244" fmla="*/ 873401 w 3044273"/>
              <a:gd name="connsiteY244" fmla="*/ 2744309 h 3047670"/>
              <a:gd name="connsiteX245" fmla="*/ 878299 w 3044273"/>
              <a:gd name="connsiteY245" fmla="*/ 2749208 h 3047670"/>
              <a:gd name="connsiteX246" fmla="*/ 873401 w 3044273"/>
              <a:gd name="connsiteY246" fmla="*/ 2754106 h 3047670"/>
              <a:gd name="connsiteX247" fmla="*/ 868502 w 3044273"/>
              <a:gd name="connsiteY247" fmla="*/ 2749208 h 3047670"/>
              <a:gd name="connsiteX248" fmla="*/ 873401 w 3044273"/>
              <a:gd name="connsiteY248" fmla="*/ 2744309 h 3047670"/>
              <a:gd name="connsiteX249" fmla="*/ 1108300 w 3044273"/>
              <a:gd name="connsiteY249" fmla="*/ 2742802 h 3047670"/>
              <a:gd name="connsiteX250" fmla="*/ 1116967 w 3044273"/>
              <a:gd name="connsiteY250" fmla="*/ 2751469 h 3047670"/>
              <a:gd name="connsiteX251" fmla="*/ 1108300 w 3044273"/>
              <a:gd name="connsiteY251" fmla="*/ 2760137 h 3047670"/>
              <a:gd name="connsiteX252" fmla="*/ 1099631 w 3044273"/>
              <a:gd name="connsiteY252" fmla="*/ 2751595 h 3047670"/>
              <a:gd name="connsiteX253" fmla="*/ 1108300 w 3044273"/>
              <a:gd name="connsiteY253" fmla="*/ 2742802 h 3047670"/>
              <a:gd name="connsiteX254" fmla="*/ 2178915 w 3044273"/>
              <a:gd name="connsiteY254" fmla="*/ 2738908 h 3047670"/>
              <a:gd name="connsiteX255" fmla="*/ 2184442 w 3044273"/>
              <a:gd name="connsiteY255" fmla="*/ 2744435 h 3047670"/>
              <a:gd name="connsiteX256" fmla="*/ 2178915 w 3044273"/>
              <a:gd name="connsiteY256" fmla="*/ 2749962 h 3047670"/>
              <a:gd name="connsiteX257" fmla="*/ 2173388 w 3044273"/>
              <a:gd name="connsiteY257" fmla="*/ 2744435 h 3047670"/>
              <a:gd name="connsiteX258" fmla="*/ 2178915 w 3044273"/>
              <a:gd name="connsiteY258" fmla="*/ 2738908 h 3047670"/>
              <a:gd name="connsiteX259" fmla="*/ 1944140 w 3044273"/>
              <a:gd name="connsiteY259" fmla="*/ 2738029 h 3047670"/>
              <a:gd name="connsiteX260" fmla="*/ 1954566 w 3044273"/>
              <a:gd name="connsiteY260" fmla="*/ 2748456 h 3047670"/>
              <a:gd name="connsiteX261" fmla="*/ 1944266 w 3044273"/>
              <a:gd name="connsiteY261" fmla="*/ 2758882 h 3047670"/>
              <a:gd name="connsiteX262" fmla="*/ 1933839 w 3044273"/>
              <a:gd name="connsiteY262" fmla="*/ 2748581 h 3047670"/>
              <a:gd name="connsiteX263" fmla="*/ 1944140 w 3044273"/>
              <a:gd name="connsiteY263" fmla="*/ 2738029 h 3047670"/>
              <a:gd name="connsiteX264" fmla="*/ 2539052 w 3044273"/>
              <a:gd name="connsiteY264" fmla="*/ 2717051 h 3047670"/>
              <a:gd name="connsiteX265" fmla="*/ 2539679 w 3044273"/>
              <a:gd name="connsiteY265" fmla="*/ 2717679 h 3047670"/>
              <a:gd name="connsiteX266" fmla="*/ 2539052 w 3044273"/>
              <a:gd name="connsiteY266" fmla="*/ 2718306 h 3047670"/>
              <a:gd name="connsiteX267" fmla="*/ 2538424 w 3044273"/>
              <a:gd name="connsiteY267" fmla="*/ 2717679 h 3047670"/>
              <a:gd name="connsiteX268" fmla="*/ 2539052 w 3044273"/>
              <a:gd name="connsiteY268" fmla="*/ 2717051 h 3047670"/>
              <a:gd name="connsiteX269" fmla="*/ 1526096 w 3044273"/>
              <a:gd name="connsiteY269" fmla="*/ 2716423 h 3047670"/>
              <a:gd name="connsiteX270" fmla="*/ 1537653 w 3044273"/>
              <a:gd name="connsiteY270" fmla="*/ 2727855 h 3047670"/>
              <a:gd name="connsiteX271" fmla="*/ 1526221 w 3044273"/>
              <a:gd name="connsiteY271" fmla="*/ 2739412 h 3047670"/>
              <a:gd name="connsiteX272" fmla="*/ 1514664 w 3044273"/>
              <a:gd name="connsiteY272" fmla="*/ 2727980 h 3047670"/>
              <a:gd name="connsiteX273" fmla="*/ 1526096 w 3044273"/>
              <a:gd name="connsiteY273" fmla="*/ 2716423 h 3047670"/>
              <a:gd name="connsiteX274" fmla="*/ 1440929 w 3044273"/>
              <a:gd name="connsiteY274" fmla="*/ 2713284 h 3047670"/>
              <a:gd name="connsiteX275" fmla="*/ 1452738 w 3044273"/>
              <a:gd name="connsiteY275" fmla="*/ 2724967 h 3047670"/>
              <a:gd name="connsiteX276" fmla="*/ 1441056 w 3044273"/>
              <a:gd name="connsiteY276" fmla="*/ 2736776 h 3047670"/>
              <a:gd name="connsiteX277" fmla="*/ 1429247 w 3044273"/>
              <a:gd name="connsiteY277" fmla="*/ 2725093 h 3047670"/>
              <a:gd name="connsiteX278" fmla="*/ 1440929 w 3044273"/>
              <a:gd name="connsiteY278" fmla="*/ 2713284 h 3047670"/>
              <a:gd name="connsiteX279" fmla="*/ 1611261 w 3044273"/>
              <a:gd name="connsiteY279" fmla="*/ 2713284 h 3047670"/>
              <a:gd name="connsiteX280" fmla="*/ 1622566 w 3044273"/>
              <a:gd name="connsiteY280" fmla="*/ 2724463 h 3047670"/>
              <a:gd name="connsiteX281" fmla="*/ 1611386 w 3044273"/>
              <a:gd name="connsiteY281" fmla="*/ 2735768 h 3047670"/>
              <a:gd name="connsiteX282" fmla="*/ 1600082 w 3044273"/>
              <a:gd name="connsiteY282" fmla="*/ 2724463 h 3047670"/>
              <a:gd name="connsiteX283" fmla="*/ 1611261 w 3044273"/>
              <a:gd name="connsiteY283" fmla="*/ 2713284 h 3047670"/>
              <a:gd name="connsiteX284" fmla="*/ 1028784 w 3044273"/>
              <a:gd name="connsiteY284" fmla="*/ 2711651 h 3047670"/>
              <a:gd name="connsiteX285" fmla="*/ 1037451 w 3044273"/>
              <a:gd name="connsiteY285" fmla="*/ 2720193 h 3047670"/>
              <a:gd name="connsiteX286" fmla="*/ 1028910 w 3044273"/>
              <a:gd name="connsiteY286" fmla="*/ 2728861 h 3047670"/>
              <a:gd name="connsiteX287" fmla="*/ 1020243 w 3044273"/>
              <a:gd name="connsiteY287" fmla="*/ 2720319 h 3047670"/>
              <a:gd name="connsiteX288" fmla="*/ 1028784 w 3044273"/>
              <a:gd name="connsiteY288" fmla="*/ 2711651 h 3047670"/>
              <a:gd name="connsiteX289" fmla="*/ 2397988 w 3044273"/>
              <a:gd name="connsiteY289" fmla="*/ 2710268 h 3047670"/>
              <a:gd name="connsiteX290" fmla="*/ 2399746 w 3044273"/>
              <a:gd name="connsiteY290" fmla="*/ 2712026 h 3047670"/>
              <a:gd name="connsiteX291" fmla="*/ 2397988 w 3044273"/>
              <a:gd name="connsiteY291" fmla="*/ 2713786 h 3047670"/>
              <a:gd name="connsiteX292" fmla="*/ 2396229 w 3044273"/>
              <a:gd name="connsiteY292" fmla="*/ 2712026 h 3047670"/>
              <a:gd name="connsiteX293" fmla="*/ 2397988 w 3044273"/>
              <a:gd name="connsiteY293" fmla="*/ 2710268 h 3047670"/>
              <a:gd name="connsiteX294" fmla="*/ 2023280 w 3044273"/>
              <a:gd name="connsiteY294" fmla="*/ 2707378 h 3047670"/>
              <a:gd name="connsiteX295" fmla="*/ 2032575 w 3044273"/>
              <a:gd name="connsiteY295" fmla="*/ 2716675 h 3047670"/>
              <a:gd name="connsiteX296" fmla="*/ 2023280 w 3044273"/>
              <a:gd name="connsiteY296" fmla="*/ 2725970 h 3047670"/>
              <a:gd name="connsiteX297" fmla="*/ 2013983 w 3044273"/>
              <a:gd name="connsiteY297" fmla="*/ 2716675 h 3047670"/>
              <a:gd name="connsiteX298" fmla="*/ 2023280 w 3044273"/>
              <a:gd name="connsiteY298" fmla="*/ 2707378 h 3047670"/>
              <a:gd name="connsiteX299" fmla="*/ 1356140 w 3044273"/>
              <a:gd name="connsiteY299" fmla="*/ 2703863 h 3047670"/>
              <a:gd name="connsiteX300" fmla="*/ 1368199 w 3044273"/>
              <a:gd name="connsiteY300" fmla="*/ 2715797 h 3047670"/>
              <a:gd name="connsiteX301" fmla="*/ 1356265 w 3044273"/>
              <a:gd name="connsiteY301" fmla="*/ 2727856 h 3047670"/>
              <a:gd name="connsiteX302" fmla="*/ 1344206 w 3044273"/>
              <a:gd name="connsiteY302" fmla="*/ 2715922 h 3047670"/>
              <a:gd name="connsiteX303" fmla="*/ 1356140 w 3044273"/>
              <a:gd name="connsiteY303" fmla="*/ 2703863 h 3047670"/>
              <a:gd name="connsiteX304" fmla="*/ 1695926 w 3044273"/>
              <a:gd name="connsiteY304" fmla="*/ 2703360 h 3047670"/>
              <a:gd name="connsiteX305" fmla="*/ 1707232 w 3044273"/>
              <a:gd name="connsiteY305" fmla="*/ 2714664 h 3047670"/>
              <a:gd name="connsiteX306" fmla="*/ 1696052 w 3044273"/>
              <a:gd name="connsiteY306" fmla="*/ 2725970 h 3047670"/>
              <a:gd name="connsiteX307" fmla="*/ 1684746 w 3044273"/>
              <a:gd name="connsiteY307" fmla="*/ 2714664 h 3047670"/>
              <a:gd name="connsiteX308" fmla="*/ 1695926 w 3044273"/>
              <a:gd name="connsiteY308" fmla="*/ 2703360 h 3047670"/>
              <a:gd name="connsiteX309" fmla="*/ 800417 w 3044273"/>
              <a:gd name="connsiteY309" fmla="*/ 2701727 h 3047670"/>
              <a:gd name="connsiteX310" fmla="*/ 803934 w 3044273"/>
              <a:gd name="connsiteY310" fmla="*/ 2705244 h 3047670"/>
              <a:gd name="connsiteX311" fmla="*/ 800417 w 3044273"/>
              <a:gd name="connsiteY311" fmla="*/ 2708762 h 3047670"/>
              <a:gd name="connsiteX312" fmla="*/ 796899 w 3044273"/>
              <a:gd name="connsiteY312" fmla="*/ 2705244 h 3047670"/>
              <a:gd name="connsiteX313" fmla="*/ 800417 w 3044273"/>
              <a:gd name="connsiteY313" fmla="*/ 2701727 h 3047670"/>
              <a:gd name="connsiteX314" fmla="*/ 2251646 w 3044273"/>
              <a:gd name="connsiteY314" fmla="*/ 2696451 h 3047670"/>
              <a:gd name="connsiteX315" fmla="*/ 2255164 w 3044273"/>
              <a:gd name="connsiteY315" fmla="*/ 2699968 h 3047670"/>
              <a:gd name="connsiteX316" fmla="*/ 2251646 w 3044273"/>
              <a:gd name="connsiteY316" fmla="*/ 2703486 h 3047670"/>
              <a:gd name="connsiteX317" fmla="*/ 2248129 w 3044273"/>
              <a:gd name="connsiteY317" fmla="*/ 2699968 h 3047670"/>
              <a:gd name="connsiteX318" fmla="*/ 2251646 w 3044273"/>
              <a:gd name="connsiteY318" fmla="*/ 2696451 h 3047670"/>
              <a:gd name="connsiteX319" fmla="*/ 1272226 w 3044273"/>
              <a:gd name="connsiteY319" fmla="*/ 2688537 h 3047670"/>
              <a:gd name="connsiteX320" fmla="*/ 1284035 w 3044273"/>
              <a:gd name="connsiteY320" fmla="*/ 2700220 h 3047670"/>
              <a:gd name="connsiteX321" fmla="*/ 1272353 w 3044273"/>
              <a:gd name="connsiteY321" fmla="*/ 2712029 h 3047670"/>
              <a:gd name="connsiteX322" fmla="*/ 1260544 w 3044273"/>
              <a:gd name="connsiteY322" fmla="*/ 2700346 h 3047670"/>
              <a:gd name="connsiteX323" fmla="*/ 1272226 w 3044273"/>
              <a:gd name="connsiteY323" fmla="*/ 2688537 h 3047670"/>
              <a:gd name="connsiteX324" fmla="*/ 1779588 w 3044273"/>
              <a:gd name="connsiteY324" fmla="*/ 2687406 h 3047670"/>
              <a:gd name="connsiteX325" fmla="*/ 1790768 w 3044273"/>
              <a:gd name="connsiteY325" fmla="*/ 2698460 h 3047670"/>
              <a:gd name="connsiteX326" fmla="*/ 1779713 w 3044273"/>
              <a:gd name="connsiteY326" fmla="*/ 2709515 h 3047670"/>
              <a:gd name="connsiteX327" fmla="*/ 1768658 w 3044273"/>
              <a:gd name="connsiteY327" fmla="*/ 2698460 h 3047670"/>
              <a:gd name="connsiteX328" fmla="*/ 1779588 w 3044273"/>
              <a:gd name="connsiteY328" fmla="*/ 2687406 h 3047670"/>
              <a:gd name="connsiteX329" fmla="*/ 951909 w 3044273"/>
              <a:gd name="connsiteY329" fmla="*/ 2676729 h 3047670"/>
              <a:gd name="connsiteX330" fmla="*/ 958817 w 3044273"/>
              <a:gd name="connsiteY330" fmla="*/ 2683512 h 3047670"/>
              <a:gd name="connsiteX331" fmla="*/ 952034 w 3044273"/>
              <a:gd name="connsiteY331" fmla="*/ 2690421 h 3047670"/>
              <a:gd name="connsiteX332" fmla="*/ 945125 w 3044273"/>
              <a:gd name="connsiteY332" fmla="*/ 2683638 h 3047670"/>
              <a:gd name="connsiteX333" fmla="*/ 951909 w 3044273"/>
              <a:gd name="connsiteY333" fmla="*/ 2676729 h 3047670"/>
              <a:gd name="connsiteX334" fmla="*/ 2100027 w 3044273"/>
              <a:gd name="connsiteY334" fmla="*/ 2671828 h 3047670"/>
              <a:gd name="connsiteX335" fmla="*/ 2107815 w 3044273"/>
              <a:gd name="connsiteY335" fmla="*/ 2679492 h 3047670"/>
              <a:gd name="connsiteX336" fmla="*/ 2100027 w 3044273"/>
              <a:gd name="connsiteY336" fmla="*/ 2687279 h 3047670"/>
              <a:gd name="connsiteX337" fmla="*/ 2092240 w 3044273"/>
              <a:gd name="connsiteY337" fmla="*/ 2679492 h 3047670"/>
              <a:gd name="connsiteX338" fmla="*/ 2100027 w 3044273"/>
              <a:gd name="connsiteY338" fmla="*/ 2671828 h 3047670"/>
              <a:gd name="connsiteX339" fmla="*/ 1189824 w 3044273"/>
              <a:gd name="connsiteY339" fmla="*/ 2668313 h 3047670"/>
              <a:gd name="connsiteX340" fmla="*/ 1200251 w 3044273"/>
              <a:gd name="connsiteY340" fmla="*/ 2678612 h 3047670"/>
              <a:gd name="connsiteX341" fmla="*/ 1189824 w 3044273"/>
              <a:gd name="connsiteY341" fmla="*/ 2689038 h 3047670"/>
              <a:gd name="connsiteX342" fmla="*/ 1179398 w 3044273"/>
              <a:gd name="connsiteY342" fmla="*/ 2678612 h 3047670"/>
              <a:gd name="connsiteX343" fmla="*/ 1189824 w 3044273"/>
              <a:gd name="connsiteY343" fmla="*/ 2668313 h 3047670"/>
              <a:gd name="connsiteX344" fmla="*/ 1861864 w 3044273"/>
              <a:gd name="connsiteY344" fmla="*/ 2665047 h 3047670"/>
              <a:gd name="connsiteX345" fmla="*/ 1873044 w 3044273"/>
              <a:gd name="connsiteY345" fmla="*/ 2676101 h 3047670"/>
              <a:gd name="connsiteX346" fmla="*/ 1861989 w 3044273"/>
              <a:gd name="connsiteY346" fmla="*/ 2687156 h 3047670"/>
              <a:gd name="connsiteX347" fmla="*/ 1850934 w 3044273"/>
              <a:gd name="connsiteY347" fmla="*/ 2676101 h 3047670"/>
              <a:gd name="connsiteX348" fmla="*/ 1861864 w 3044273"/>
              <a:gd name="connsiteY348" fmla="*/ 2665047 h 3047670"/>
              <a:gd name="connsiteX349" fmla="*/ 588127 w 3044273"/>
              <a:gd name="connsiteY349" fmla="*/ 2662031 h 3047670"/>
              <a:gd name="connsiteX350" fmla="*/ 590513 w 3044273"/>
              <a:gd name="connsiteY350" fmla="*/ 2664418 h 3047670"/>
              <a:gd name="connsiteX351" fmla="*/ 588127 w 3044273"/>
              <a:gd name="connsiteY351" fmla="*/ 2666931 h 3047670"/>
              <a:gd name="connsiteX352" fmla="*/ 585741 w 3044273"/>
              <a:gd name="connsiteY352" fmla="*/ 2664544 h 3047670"/>
              <a:gd name="connsiteX353" fmla="*/ 588127 w 3044273"/>
              <a:gd name="connsiteY353" fmla="*/ 2662031 h 3047670"/>
              <a:gd name="connsiteX354" fmla="*/ 2600854 w 3044273"/>
              <a:gd name="connsiteY354" fmla="*/ 2657761 h 3047670"/>
              <a:gd name="connsiteX355" fmla="*/ 2601984 w 3044273"/>
              <a:gd name="connsiteY355" fmla="*/ 2658891 h 3047670"/>
              <a:gd name="connsiteX356" fmla="*/ 2600854 w 3044273"/>
              <a:gd name="connsiteY356" fmla="*/ 2660021 h 3047670"/>
              <a:gd name="connsiteX357" fmla="*/ 2599724 w 3044273"/>
              <a:gd name="connsiteY357" fmla="*/ 2658891 h 3047670"/>
              <a:gd name="connsiteX358" fmla="*/ 2600854 w 3044273"/>
              <a:gd name="connsiteY358" fmla="*/ 2657761 h 3047670"/>
              <a:gd name="connsiteX359" fmla="*/ 2463685 w 3044273"/>
              <a:gd name="connsiteY359" fmla="*/ 2655374 h 3047670"/>
              <a:gd name="connsiteX360" fmla="*/ 2465945 w 3044273"/>
              <a:gd name="connsiteY360" fmla="*/ 2657636 h 3047670"/>
              <a:gd name="connsiteX361" fmla="*/ 2463685 w 3044273"/>
              <a:gd name="connsiteY361" fmla="*/ 2659896 h 3047670"/>
              <a:gd name="connsiteX362" fmla="*/ 2461423 w 3044273"/>
              <a:gd name="connsiteY362" fmla="*/ 2657636 h 3047670"/>
              <a:gd name="connsiteX363" fmla="*/ 2463685 w 3044273"/>
              <a:gd name="connsiteY363" fmla="*/ 2655374 h 3047670"/>
              <a:gd name="connsiteX364" fmla="*/ 730198 w 3044273"/>
              <a:gd name="connsiteY364" fmla="*/ 2652360 h 3047670"/>
              <a:gd name="connsiteX365" fmla="*/ 734595 w 3044273"/>
              <a:gd name="connsiteY365" fmla="*/ 2656757 h 3047670"/>
              <a:gd name="connsiteX366" fmla="*/ 730198 w 3044273"/>
              <a:gd name="connsiteY366" fmla="*/ 2661154 h 3047670"/>
              <a:gd name="connsiteX367" fmla="*/ 725802 w 3044273"/>
              <a:gd name="connsiteY367" fmla="*/ 2656757 h 3047670"/>
              <a:gd name="connsiteX368" fmla="*/ 730198 w 3044273"/>
              <a:gd name="connsiteY368" fmla="*/ 2652360 h 3047670"/>
              <a:gd name="connsiteX369" fmla="*/ 2321490 w 3044273"/>
              <a:gd name="connsiteY369" fmla="*/ 2643819 h 3047670"/>
              <a:gd name="connsiteX370" fmla="*/ 2328526 w 3044273"/>
              <a:gd name="connsiteY370" fmla="*/ 2650854 h 3047670"/>
              <a:gd name="connsiteX371" fmla="*/ 2321490 w 3044273"/>
              <a:gd name="connsiteY371" fmla="*/ 2658013 h 3047670"/>
              <a:gd name="connsiteX372" fmla="*/ 2314455 w 3044273"/>
              <a:gd name="connsiteY372" fmla="*/ 2650979 h 3047670"/>
              <a:gd name="connsiteX373" fmla="*/ 2321490 w 3044273"/>
              <a:gd name="connsiteY373" fmla="*/ 2643819 h 3047670"/>
              <a:gd name="connsiteX374" fmla="*/ 1109179 w 3044273"/>
              <a:gd name="connsiteY374" fmla="*/ 2639421 h 3047670"/>
              <a:gd name="connsiteX375" fmla="*/ 1120485 w 3044273"/>
              <a:gd name="connsiteY375" fmla="*/ 2650727 h 3047670"/>
              <a:gd name="connsiteX376" fmla="*/ 1109305 w 3044273"/>
              <a:gd name="connsiteY376" fmla="*/ 2662032 h 3047670"/>
              <a:gd name="connsiteX377" fmla="*/ 1098000 w 3044273"/>
              <a:gd name="connsiteY377" fmla="*/ 2650727 h 3047670"/>
              <a:gd name="connsiteX378" fmla="*/ 1109179 w 3044273"/>
              <a:gd name="connsiteY378" fmla="*/ 2639421 h 3047670"/>
              <a:gd name="connsiteX379" fmla="*/ 877671 w 3044273"/>
              <a:gd name="connsiteY379" fmla="*/ 2635654 h 3047670"/>
              <a:gd name="connsiteX380" fmla="*/ 883700 w 3044273"/>
              <a:gd name="connsiteY380" fmla="*/ 2641558 h 3047670"/>
              <a:gd name="connsiteX381" fmla="*/ 877796 w 3044273"/>
              <a:gd name="connsiteY381" fmla="*/ 2647587 h 3047670"/>
              <a:gd name="connsiteX382" fmla="*/ 871767 w 3044273"/>
              <a:gd name="connsiteY382" fmla="*/ 2641683 h 3047670"/>
              <a:gd name="connsiteX383" fmla="*/ 877671 w 3044273"/>
              <a:gd name="connsiteY383" fmla="*/ 2635654 h 3047670"/>
              <a:gd name="connsiteX384" fmla="*/ 1942382 w 3044273"/>
              <a:gd name="connsiteY384" fmla="*/ 2634144 h 3047670"/>
              <a:gd name="connsiteX385" fmla="*/ 1955949 w 3044273"/>
              <a:gd name="connsiteY385" fmla="*/ 2647585 h 3047670"/>
              <a:gd name="connsiteX386" fmla="*/ 1942508 w 3044273"/>
              <a:gd name="connsiteY386" fmla="*/ 2661151 h 3047670"/>
              <a:gd name="connsiteX387" fmla="*/ 1928941 w 3044273"/>
              <a:gd name="connsiteY387" fmla="*/ 2647710 h 3047670"/>
              <a:gd name="connsiteX388" fmla="*/ 1942382 w 3044273"/>
              <a:gd name="connsiteY388" fmla="*/ 2634144 h 3047670"/>
              <a:gd name="connsiteX389" fmla="*/ 2173891 w 3044273"/>
              <a:gd name="connsiteY389" fmla="*/ 2627235 h 3047670"/>
              <a:gd name="connsiteX390" fmla="*/ 2183689 w 3044273"/>
              <a:gd name="connsiteY390" fmla="*/ 2636907 h 3047670"/>
              <a:gd name="connsiteX391" fmla="*/ 2174017 w 3044273"/>
              <a:gd name="connsiteY391" fmla="*/ 2646705 h 3047670"/>
              <a:gd name="connsiteX392" fmla="*/ 2164219 w 3044273"/>
              <a:gd name="connsiteY392" fmla="*/ 2637032 h 3047670"/>
              <a:gd name="connsiteX393" fmla="*/ 2173891 w 3044273"/>
              <a:gd name="connsiteY393" fmla="*/ 2627235 h 3047670"/>
              <a:gd name="connsiteX394" fmla="*/ 1525719 w 3044273"/>
              <a:gd name="connsiteY394" fmla="*/ 2618820 h 3047670"/>
              <a:gd name="connsiteX395" fmla="*/ 1539913 w 3044273"/>
              <a:gd name="connsiteY395" fmla="*/ 2632888 h 3047670"/>
              <a:gd name="connsiteX396" fmla="*/ 1525844 w 3044273"/>
              <a:gd name="connsiteY396" fmla="*/ 2647084 h 3047670"/>
              <a:gd name="connsiteX397" fmla="*/ 1511650 w 3044273"/>
              <a:gd name="connsiteY397" fmla="*/ 2633015 h 3047670"/>
              <a:gd name="connsiteX398" fmla="*/ 1525719 w 3044273"/>
              <a:gd name="connsiteY398" fmla="*/ 2618820 h 3047670"/>
              <a:gd name="connsiteX399" fmla="*/ 1440425 w 3044273"/>
              <a:gd name="connsiteY399" fmla="*/ 2615681 h 3047670"/>
              <a:gd name="connsiteX400" fmla="*/ 1454619 w 3044273"/>
              <a:gd name="connsiteY400" fmla="*/ 2629749 h 3047670"/>
              <a:gd name="connsiteX401" fmla="*/ 1440550 w 3044273"/>
              <a:gd name="connsiteY401" fmla="*/ 2643945 h 3047670"/>
              <a:gd name="connsiteX402" fmla="*/ 1426356 w 3044273"/>
              <a:gd name="connsiteY402" fmla="*/ 2629876 h 3047670"/>
              <a:gd name="connsiteX403" fmla="*/ 1440425 w 3044273"/>
              <a:gd name="connsiteY403" fmla="*/ 2615681 h 3047670"/>
              <a:gd name="connsiteX404" fmla="*/ 1610886 w 3044273"/>
              <a:gd name="connsiteY404" fmla="*/ 2615053 h 3047670"/>
              <a:gd name="connsiteX405" fmla="*/ 1625080 w 3044273"/>
              <a:gd name="connsiteY405" fmla="*/ 2629121 h 3047670"/>
              <a:gd name="connsiteX406" fmla="*/ 1611011 w 3044273"/>
              <a:gd name="connsiteY406" fmla="*/ 2643317 h 3047670"/>
              <a:gd name="connsiteX407" fmla="*/ 1596817 w 3044273"/>
              <a:gd name="connsiteY407" fmla="*/ 2629248 h 3047670"/>
              <a:gd name="connsiteX408" fmla="*/ 1610886 w 3044273"/>
              <a:gd name="connsiteY408" fmla="*/ 2615053 h 3047670"/>
              <a:gd name="connsiteX409" fmla="*/ 1031045 w 3044273"/>
              <a:gd name="connsiteY409" fmla="*/ 2607390 h 3047670"/>
              <a:gd name="connsiteX410" fmla="*/ 1040592 w 3044273"/>
              <a:gd name="connsiteY410" fmla="*/ 2616937 h 3047670"/>
              <a:gd name="connsiteX411" fmla="*/ 1031045 w 3044273"/>
              <a:gd name="connsiteY411" fmla="*/ 2626484 h 3047670"/>
              <a:gd name="connsiteX412" fmla="*/ 1021498 w 3044273"/>
              <a:gd name="connsiteY412" fmla="*/ 2616937 h 3047670"/>
              <a:gd name="connsiteX413" fmla="*/ 1031045 w 3044273"/>
              <a:gd name="connsiteY413" fmla="*/ 2607390 h 3047670"/>
              <a:gd name="connsiteX414" fmla="*/ 1355885 w 3044273"/>
              <a:gd name="connsiteY414" fmla="*/ 2606134 h 3047670"/>
              <a:gd name="connsiteX415" fmla="*/ 1369452 w 3044273"/>
              <a:gd name="connsiteY415" fmla="*/ 2619575 h 3047670"/>
              <a:gd name="connsiteX416" fmla="*/ 1356011 w 3044273"/>
              <a:gd name="connsiteY416" fmla="*/ 2633141 h 3047670"/>
              <a:gd name="connsiteX417" fmla="*/ 1342444 w 3044273"/>
              <a:gd name="connsiteY417" fmla="*/ 2619700 h 3047670"/>
              <a:gd name="connsiteX418" fmla="*/ 1355885 w 3044273"/>
              <a:gd name="connsiteY418" fmla="*/ 2606134 h 3047670"/>
              <a:gd name="connsiteX419" fmla="*/ 525447 w 3044273"/>
              <a:gd name="connsiteY419" fmla="*/ 2605003 h 3047670"/>
              <a:gd name="connsiteX420" fmla="*/ 527205 w 3044273"/>
              <a:gd name="connsiteY420" fmla="*/ 2606761 h 3047670"/>
              <a:gd name="connsiteX421" fmla="*/ 525447 w 3044273"/>
              <a:gd name="connsiteY421" fmla="*/ 2608521 h 3047670"/>
              <a:gd name="connsiteX422" fmla="*/ 523688 w 3044273"/>
              <a:gd name="connsiteY422" fmla="*/ 2606761 h 3047670"/>
              <a:gd name="connsiteX423" fmla="*/ 525447 w 3044273"/>
              <a:gd name="connsiteY423" fmla="*/ 2605003 h 3047670"/>
              <a:gd name="connsiteX424" fmla="*/ 1695423 w 3044273"/>
              <a:gd name="connsiteY424" fmla="*/ 2604374 h 3047670"/>
              <a:gd name="connsiteX425" fmla="*/ 1709617 w 3044273"/>
              <a:gd name="connsiteY425" fmla="*/ 2618442 h 3047670"/>
              <a:gd name="connsiteX426" fmla="*/ 1695548 w 3044273"/>
              <a:gd name="connsiteY426" fmla="*/ 2632638 h 3047670"/>
              <a:gd name="connsiteX427" fmla="*/ 1681354 w 3044273"/>
              <a:gd name="connsiteY427" fmla="*/ 2618569 h 3047670"/>
              <a:gd name="connsiteX428" fmla="*/ 1695423 w 3044273"/>
              <a:gd name="connsiteY428" fmla="*/ 2604374 h 3047670"/>
              <a:gd name="connsiteX429" fmla="*/ 2020390 w 3044273"/>
              <a:gd name="connsiteY429" fmla="*/ 2600230 h 3047670"/>
              <a:gd name="connsiteX430" fmla="*/ 2033454 w 3044273"/>
              <a:gd name="connsiteY430" fmla="*/ 2613294 h 3047670"/>
              <a:gd name="connsiteX431" fmla="*/ 2020390 w 3044273"/>
              <a:gd name="connsiteY431" fmla="*/ 2626358 h 3047670"/>
              <a:gd name="connsiteX432" fmla="*/ 2007326 w 3044273"/>
              <a:gd name="connsiteY432" fmla="*/ 2613294 h 3047670"/>
              <a:gd name="connsiteX433" fmla="*/ 2020390 w 3044273"/>
              <a:gd name="connsiteY433" fmla="*/ 2600230 h 3047670"/>
              <a:gd name="connsiteX434" fmla="*/ 663497 w 3044273"/>
              <a:gd name="connsiteY434" fmla="*/ 2600230 h 3047670"/>
              <a:gd name="connsiteX435" fmla="*/ 667015 w 3044273"/>
              <a:gd name="connsiteY435" fmla="*/ 2603747 h 3047670"/>
              <a:gd name="connsiteX436" fmla="*/ 663497 w 3044273"/>
              <a:gd name="connsiteY436" fmla="*/ 2607265 h 3047670"/>
              <a:gd name="connsiteX437" fmla="*/ 659855 w 3044273"/>
              <a:gd name="connsiteY437" fmla="*/ 2603747 h 3047670"/>
              <a:gd name="connsiteX438" fmla="*/ 663497 w 3044273"/>
              <a:gd name="connsiteY438" fmla="*/ 2600230 h 3047670"/>
              <a:gd name="connsiteX439" fmla="*/ 2525864 w 3044273"/>
              <a:gd name="connsiteY439" fmla="*/ 2597341 h 3047670"/>
              <a:gd name="connsiteX440" fmla="*/ 2528126 w 3044273"/>
              <a:gd name="connsiteY440" fmla="*/ 2599476 h 3047670"/>
              <a:gd name="connsiteX441" fmla="*/ 2525989 w 3044273"/>
              <a:gd name="connsiteY441" fmla="*/ 2601738 h 3047670"/>
              <a:gd name="connsiteX442" fmla="*/ 2523728 w 3044273"/>
              <a:gd name="connsiteY442" fmla="*/ 2599476 h 3047670"/>
              <a:gd name="connsiteX443" fmla="*/ 2525864 w 3044273"/>
              <a:gd name="connsiteY443" fmla="*/ 2597341 h 3047670"/>
              <a:gd name="connsiteX444" fmla="*/ 2659138 w 3044273"/>
              <a:gd name="connsiteY444" fmla="*/ 2596083 h 3047670"/>
              <a:gd name="connsiteX445" fmla="*/ 2659767 w 3044273"/>
              <a:gd name="connsiteY445" fmla="*/ 2596711 h 3047670"/>
              <a:gd name="connsiteX446" fmla="*/ 2659138 w 3044273"/>
              <a:gd name="connsiteY446" fmla="*/ 2597466 h 3047670"/>
              <a:gd name="connsiteX447" fmla="*/ 2658510 w 3044273"/>
              <a:gd name="connsiteY447" fmla="*/ 2596711 h 3047670"/>
              <a:gd name="connsiteX448" fmla="*/ 2659138 w 3044273"/>
              <a:gd name="connsiteY448" fmla="*/ 2596083 h 3047670"/>
              <a:gd name="connsiteX449" fmla="*/ 2388064 w 3044273"/>
              <a:gd name="connsiteY449" fmla="*/ 2593572 h 3047670"/>
              <a:gd name="connsiteX450" fmla="*/ 2392084 w 3044273"/>
              <a:gd name="connsiteY450" fmla="*/ 2597592 h 3047670"/>
              <a:gd name="connsiteX451" fmla="*/ 2388064 w 3044273"/>
              <a:gd name="connsiteY451" fmla="*/ 2601612 h 3047670"/>
              <a:gd name="connsiteX452" fmla="*/ 2384044 w 3044273"/>
              <a:gd name="connsiteY452" fmla="*/ 2597592 h 3047670"/>
              <a:gd name="connsiteX453" fmla="*/ 2388064 w 3044273"/>
              <a:gd name="connsiteY453" fmla="*/ 2593572 h 3047670"/>
              <a:gd name="connsiteX454" fmla="*/ 1272226 w 3044273"/>
              <a:gd name="connsiteY454" fmla="*/ 2590306 h 3047670"/>
              <a:gd name="connsiteX455" fmla="*/ 1284662 w 3044273"/>
              <a:gd name="connsiteY455" fmla="*/ 2602616 h 3047670"/>
              <a:gd name="connsiteX456" fmla="*/ 1272353 w 3044273"/>
              <a:gd name="connsiteY456" fmla="*/ 2615052 h 3047670"/>
              <a:gd name="connsiteX457" fmla="*/ 1259917 w 3044273"/>
              <a:gd name="connsiteY457" fmla="*/ 2602742 h 3047670"/>
              <a:gd name="connsiteX458" fmla="*/ 1272226 w 3044273"/>
              <a:gd name="connsiteY458" fmla="*/ 2590306 h 3047670"/>
              <a:gd name="connsiteX459" fmla="*/ 806573 w 3044273"/>
              <a:gd name="connsiteY459" fmla="*/ 2590306 h 3047670"/>
              <a:gd name="connsiteX460" fmla="*/ 810970 w 3044273"/>
              <a:gd name="connsiteY460" fmla="*/ 2594703 h 3047670"/>
              <a:gd name="connsiteX461" fmla="*/ 806573 w 3044273"/>
              <a:gd name="connsiteY461" fmla="*/ 2599098 h 3047670"/>
              <a:gd name="connsiteX462" fmla="*/ 802176 w 3044273"/>
              <a:gd name="connsiteY462" fmla="*/ 2594703 h 3047670"/>
              <a:gd name="connsiteX463" fmla="*/ 806573 w 3044273"/>
              <a:gd name="connsiteY463" fmla="*/ 2590306 h 3047670"/>
              <a:gd name="connsiteX464" fmla="*/ 1778958 w 3044273"/>
              <a:gd name="connsiteY464" fmla="*/ 2586914 h 3047670"/>
              <a:gd name="connsiteX465" fmla="*/ 1792902 w 3044273"/>
              <a:gd name="connsiteY465" fmla="*/ 2600857 h 3047670"/>
              <a:gd name="connsiteX466" fmla="*/ 1778958 w 3044273"/>
              <a:gd name="connsiteY466" fmla="*/ 2614801 h 3047670"/>
              <a:gd name="connsiteX467" fmla="*/ 1765014 w 3044273"/>
              <a:gd name="connsiteY467" fmla="*/ 2600857 h 3047670"/>
              <a:gd name="connsiteX468" fmla="*/ 1778958 w 3044273"/>
              <a:gd name="connsiteY468" fmla="*/ 2586914 h 3047670"/>
              <a:gd name="connsiteX469" fmla="*/ 2244737 w 3044273"/>
              <a:gd name="connsiteY469" fmla="*/ 2579629 h 3047670"/>
              <a:gd name="connsiteX470" fmla="*/ 2254536 w 3044273"/>
              <a:gd name="connsiteY470" fmla="*/ 2589301 h 3047670"/>
              <a:gd name="connsiteX471" fmla="*/ 2244864 w 3044273"/>
              <a:gd name="connsiteY471" fmla="*/ 2599100 h 3047670"/>
              <a:gd name="connsiteX472" fmla="*/ 2235065 w 3044273"/>
              <a:gd name="connsiteY472" fmla="*/ 2589427 h 3047670"/>
              <a:gd name="connsiteX473" fmla="*/ 2244737 w 3044273"/>
              <a:gd name="connsiteY473" fmla="*/ 2579629 h 3047670"/>
              <a:gd name="connsiteX474" fmla="*/ 955426 w 3044273"/>
              <a:gd name="connsiteY474" fmla="*/ 2569453 h 3047670"/>
              <a:gd name="connsiteX475" fmla="*/ 963215 w 3044273"/>
              <a:gd name="connsiteY475" fmla="*/ 2577241 h 3047670"/>
              <a:gd name="connsiteX476" fmla="*/ 955553 w 3044273"/>
              <a:gd name="connsiteY476" fmla="*/ 2585030 h 3047670"/>
              <a:gd name="connsiteX477" fmla="*/ 947764 w 3044273"/>
              <a:gd name="connsiteY477" fmla="*/ 2577367 h 3047670"/>
              <a:gd name="connsiteX478" fmla="*/ 955426 w 3044273"/>
              <a:gd name="connsiteY478" fmla="*/ 2569453 h 3047670"/>
              <a:gd name="connsiteX479" fmla="*/ 1190451 w 3044273"/>
              <a:gd name="connsiteY479" fmla="*/ 2567821 h 3047670"/>
              <a:gd name="connsiteX480" fmla="*/ 1201757 w 3044273"/>
              <a:gd name="connsiteY480" fmla="*/ 2579000 h 3047670"/>
              <a:gd name="connsiteX481" fmla="*/ 1190451 w 3044273"/>
              <a:gd name="connsiteY481" fmla="*/ 2590307 h 3047670"/>
              <a:gd name="connsiteX482" fmla="*/ 1179146 w 3044273"/>
              <a:gd name="connsiteY482" fmla="*/ 2579000 h 3047670"/>
              <a:gd name="connsiteX483" fmla="*/ 1190451 w 3044273"/>
              <a:gd name="connsiteY483" fmla="*/ 2567821 h 3047670"/>
              <a:gd name="connsiteX484" fmla="*/ 1860606 w 3044273"/>
              <a:gd name="connsiteY484" fmla="*/ 2562798 h 3047670"/>
              <a:gd name="connsiteX485" fmla="*/ 1874677 w 3044273"/>
              <a:gd name="connsiteY485" fmla="*/ 2576615 h 3047670"/>
              <a:gd name="connsiteX486" fmla="*/ 1860733 w 3044273"/>
              <a:gd name="connsiteY486" fmla="*/ 2590559 h 3047670"/>
              <a:gd name="connsiteX487" fmla="*/ 1846789 w 3044273"/>
              <a:gd name="connsiteY487" fmla="*/ 2576615 h 3047670"/>
              <a:gd name="connsiteX488" fmla="*/ 1860606 w 3044273"/>
              <a:gd name="connsiteY488" fmla="*/ 2562798 h 3047670"/>
              <a:gd name="connsiteX489" fmla="*/ 2095633 w 3044273"/>
              <a:gd name="connsiteY489" fmla="*/ 2561667 h 3047670"/>
              <a:gd name="connsiteX490" fmla="*/ 2107189 w 3044273"/>
              <a:gd name="connsiteY490" fmla="*/ 2573097 h 3047670"/>
              <a:gd name="connsiteX491" fmla="*/ 2095759 w 3044273"/>
              <a:gd name="connsiteY491" fmla="*/ 2584654 h 3047670"/>
              <a:gd name="connsiteX492" fmla="*/ 2084203 w 3044273"/>
              <a:gd name="connsiteY492" fmla="*/ 2573224 h 3047670"/>
              <a:gd name="connsiteX493" fmla="*/ 2095633 w 3044273"/>
              <a:gd name="connsiteY493" fmla="*/ 2561667 h 3047670"/>
              <a:gd name="connsiteX494" fmla="*/ 600060 w 3044273"/>
              <a:gd name="connsiteY494" fmla="*/ 2542950 h 3047670"/>
              <a:gd name="connsiteX495" fmla="*/ 603830 w 3044273"/>
              <a:gd name="connsiteY495" fmla="*/ 2546720 h 3047670"/>
              <a:gd name="connsiteX496" fmla="*/ 600060 w 3044273"/>
              <a:gd name="connsiteY496" fmla="*/ 2550488 h 3047670"/>
              <a:gd name="connsiteX497" fmla="*/ 596292 w 3044273"/>
              <a:gd name="connsiteY497" fmla="*/ 2546720 h 3047670"/>
              <a:gd name="connsiteX498" fmla="*/ 600060 w 3044273"/>
              <a:gd name="connsiteY498" fmla="*/ 2542950 h 3047670"/>
              <a:gd name="connsiteX499" fmla="*/ 466407 w 3044273"/>
              <a:gd name="connsiteY499" fmla="*/ 2542195 h 3047670"/>
              <a:gd name="connsiteX500" fmla="*/ 469548 w 3044273"/>
              <a:gd name="connsiteY500" fmla="*/ 2545335 h 3047670"/>
              <a:gd name="connsiteX501" fmla="*/ 466407 w 3044273"/>
              <a:gd name="connsiteY501" fmla="*/ 2548477 h 3047670"/>
              <a:gd name="connsiteX502" fmla="*/ 463267 w 3044273"/>
              <a:gd name="connsiteY502" fmla="*/ 2545335 h 3047670"/>
              <a:gd name="connsiteX503" fmla="*/ 466407 w 3044273"/>
              <a:gd name="connsiteY503" fmla="*/ 2542195 h 3047670"/>
              <a:gd name="connsiteX504" fmla="*/ 738740 w 3044273"/>
              <a:gd name="connsiteY504" fmla="*/ 2536667 h 3047670"/>
              <a:gd name="connsiteX505" fmla="*/ 745021 w 3044273"/>
              <a:gd name="connsiteY505" fmla="*/ 2542822 h 3047670"/>
              <a:gd name="connsiteX506" fmla="*/ 738866 w 3044273"/>
              <a:gd name="connsiteY506" fmla="*/ 2549104 h 3047670"/>
              <a:gd name="connsiteX507" fmla="*/ 732585 w 3044273"/>
              <a:gd name="connsiteY507" fmla="*/ 2542949 h 3047670"/>
              <a:gd name="connsiteX508" fmla="*/ 738740 w 3044273"/>
              <a:gd name="connsiteY508" fmla="*/ 2536667 h 3047670"/>
              <a:gd name="connsiteX509" fmla="*/ 2584650 w 3044273"/>
              <a:gd name="connsiteY509" fmla="*/ 2535035 h 3047670"/>
              <a:gd name="connsiteX510" fmla="*/ 2587287 w 3044273"/>
              <a:gd name="connsiteY510" fmla="*/ 2537673 h 3047670"/>
              <a:gd name="connsiteX511" fmla="*/ 2584650 w 3044273"/>
              <a:gd name="connsiteY511" fmla="*/ 2540310 h 3047670"/>
              <a:gd name="connsiteX512" fmla="*/ 2582013 w 3044273"/>
              <a:gd name="connsiteY512" fmla="*/ 2537673 h 3047670"/>
              <a:gd name="connsiteX513" fmla="*/ 2584650 w 3044273"/>
              <a:gd name="connsiteY513" fmla="*/ 2535035 h 3047670"/>
              <a:gd name="connsiteX514" fmla="*/ 2450873 w 3044273"/>
              <a:gd name="connsiteY514" fmla="*/ 2534910 h 3047670"/>
              <a:gd name="connsiteX515" fmla="*/ 2456022 w 3044273"/>
              <a:gd name="connsiteY515" fmla="*/ 2539935 h 3047670"/>
              <a:gd name="connsiteX516" fmla="*/ 2450998 w 3044273"/>
              <a:gd name="connsiteY516" fmla="*/ 2545084 h 3047670"/>
              <a:gd name="connsiteX517" fmla="*/ 2445848 w 3044273"/>
              <a:gd name="connsiteY517" fmla="*/ 2540060 h 3047670"/>
              <a:gd name="connsiteX518" fmla="*/ 2450873 w 3044273"/>
              <a:gd name="connsiteY518" fmla="*/ 2534910 h 3047670"/>
              <a:gd name="connsiteX519" fmla="*/ 1110686 w 3044273"/>
              <a:gd name="connsiteY519" fmla="*/ 2534532 h 3047670"/>
              <a:gd name="connsiteX520" fmla="*/ 1124880 w 3044273"/>
              <a:gd name="connsiteY520" fmla="*/ 2548600 h 3047670"/>
              <a:gd name="connsiteX521" fmla="*/ 1110811 w 3044273"/>
              <a:gd name="connsiteY521" fmla="*/ 2562796 h 3047670"/>
              <a:gd name="connsiteX522" fmla="*/ 1096617 w 3044273"/>
              <a:gd name="connsiteY522" fmla="*/ 2548727 h 3047670"/>
              <a:gd name="connsiteX523" fmla="*/ 1110686 w 3044273"/>
              <a:gd name="connsiteY523" fmla="*/ 2534532 h 3047670"/>
              <a:gd name="connsiteX524" fmla="*/ 2714032 w 3044273"/>
              <a:gd name="connsiteY524" fmla="*/ 2530136 h 3047670"/>
              <a:gd name="connsiteX525" fmla="*/ 2715415 w 3044273"/>
              <a:gd name="connsiteY525" fmla="*/ 2531393 h 3047670"/>
              <a:gd name="connsiteX526" fmla="*/ 2714032 w 3044273"/>
              <a:gd name="connsiteY526" fmla="*/ 2532773 h 3047670"/>
              <a:gd name="connsiteX527" fmla="*/ 2712650 w 3044273"/>
              <a:gd name="connsiteY527" fmla="*/ 2531393 h 3047670"/>
              <a:gd name="connsiteX528" fmla="*/ 2714032 w 3044273"/>
              <a:gd name="connsiteY528" fmla="*/ 2530136 h 3047670"/>
              <a:gd name="connsiteX529" fmla="*/ 1940121 w 3044273"/>
              <a:gd name="connsiteY529" fmla="*/ 2527876 h 3047670"/>
              <a:gd name="connsiteX530" fmla="*/ 1957835 w 3044273"/>
              <a:gd name="connsiteY530" fmla="*/ 2545588 h 3047670"/>
              <a:gd name="connsiteX531" fmla="*/ 1940121 w 3044273"/>
              <a:gd name="connsiteY531" fmla="*/ 2563299 h 3047670"/>
              <a:gd name="connsiteX532" fmla="*/ 1922409 w 3044273"/>
              <a:gd name="connsiteY532" fmla="*/ 2545713 h 3047670"/>
              <a:gd name="connsiteX533" fmla="*/ 1940121 w 3044273"/>
              <a:gd name="connsiteY533" fmla="*/ 2527876 h 3047670"/>
              <a:gd name="connsiteX534" fmla="*/ 2312067 w 3044273"/>
              <a:gd name="connsiteY534" fmla="*/ 2525489 h 3047670"/>
              <a:gd name="connsiteX535" fmla="*/ 2323876 w 3044273"/>
              <a:gd name="connsiteY535" fmla="*/ 2537172 h 3047670"/>
              <a:gd name="connsiteX536" fmla="*/ 2312194 w 3044273"/>
              <a:gd name="connsiteY536" fmla="*/ 2548981 h 3047670"/>
              <a:gd name="connsiteX537" fmla="*/ 2300385 w 3044273"/>
              <a:gd name="connsiteY537" fmla="*/ 2537298 h 3047670"/>
              <a:gd name="connsiteX538" fmla="*/ 2312067 w 3044273"/>
              <a:gd name="connsiteY538" fmla="*/ 2525489 h 3047670"/>
              <a:gd name="connsiteX539" fmla="*/ 883072 w 3044273"/>
              <a:gd name="connsiteY539" fmla="*/ 2524107 h 3047670"/>
              <a:gd name="connsiteX540" fmla="*/ 891237 w 3044273"/>
              <a:gd name="connsiteY540" fmla="*/ 2532273 h 3047670"/>
              <a:gd name="connsiteX541" fmla="*/ 883072 w 3044273"/>
              <a:gd name="connsiteY541" fmla="*/ 2540439 h 3047670"/>
              <a:gd name="connsiteX542" fmla="*/ 874907 w 3044273"/>
              <a:gd name="connsiteY542" fmla="*/ 2532273 h 3047670"/>
              <a:gd name="connsiteX543" fmla="*/ 883072 w 3044273"/>
              <a:gd name="connsiteY543" fmla="*/ 2524107 h 3047670"/>
              <a:gd name="connsiteX544" fmla="*/ 1525341 w 3044273"/>
              <a:gd name="connsiteY544" fmla="*/ 2519333 h 3047670"/>
              <a:gd name="connsiteX545" fmla="*/ 1544057 w 3044273"/>
              <a:gd name="connsiteY545" fmla="*/ 2537798 h 3047670"/>
              <a:gd name="connsiteX546" fmla="*/ 1525591 w 3044273"/>
              <a:gd name="connsiteY546" fmla="*/ 2556515 h 3047670"/>
              <a:gd name="connsiteX547" fmla="*/ 1506875 w 3044273"/>
              <a:gd name="connsiteY547" fmla="*/ 2538049 h 3047670"/>
              <a:gd name="connsiteX548" fmla="*/ 1525341 w 3044273"/>
              <a:gd name="connsiteY548" fmla="*/ 2519333 h 3047670"/>
              <a:gd name="connsiteX549" fmla="*/ 1440173 w 3044273"/>
              <a:gd name="connsiteY549" fmla="*/ 2516570 h 3047670"/>
              <a:gd name="connsiteX550" fmla="*/ 1458136 w 3044273"/>
              <a:gd name="connsiteY550" fmla="*/ 2534407 h 3047670"/>
              <a:gd name="connsiteX551" fmla="*/ 1440299 w 3044273"/>
              <a:gd name="connsiteY551" fmla="*/ 2552370 h 3047670"/>
              <a:gd name="connsiteX552" fmla="*/ 1422336 w 3044273"/>
              <a:gd name="connsiteY552" fmla="*/ 2534534 h 3047670"/>
              <a:gd name="connsiteX553" fmla="*/ 1440173 w 3044273"/>
              <a:gd name="connsiteY553" fmla="*/ 2516570 h 3047670"/>
              <a:gd name="connsiteX554" fmla="*/ 1610633 w 3044273"/>
              <a:gd name="connsiteY554" fmla="*/ 2515440 h 3047670"/>
              <a:gd name="connsiteX555" fmla="*/ 1629097 w 3044273"/>
              <a:gd name="connsiteY555" fmla="*/ 2533781 h 3047670"/>
              <a:gd name="connsiteX556" fmla="*/ 1610758 w 3044273"/>
              <a:gd name="connsiteY556" fmla="*/ 2552245 h 3047670"/>
              <a:gd name="connsiteX557" fmla="*/ 1592293 w 3044273"/>
              <a:gd name="connsiteY557" fmla="*/ 2533906 h 3047670"/>
              <a:gd name="connsiteX558" fmla="*/ 1610633 w 3044273"/>
              <a:gd name="connsiteY558" fmla="*/ 2515440 h 3047670"/>
              <a:gd name="connsiteX559" fmla="*/ 2167737 w 3044273"/>
              <a:gd name="connsiteY559" fmla="*/ 2513429 h 3047670"/>
              <a:gd name="connsiteX560" fmla="*/ 2181931 w 3044273"/>
              <a:gd name="connsiteY560" fmla="*/ 2527497 h 3047670"/>
              <a:gd name="connsiteX561" fmla="*/ 2167737 w 3044273"/>
              <a:gd name="connsiteY561" fmla="*/ 2541693 h 3047670"/>
              <a:gd name="connsiteX562" fmla="*/ 2153543 w 3044273"/>
              <a:gd name="connsiteY562" fmla="*/ 2527624 h 3047670"/>
              <a:gd name="connsiteX563" fmla="*/ 2167737 w 3044273"/>
              <a:gd name="connsiteY563" fmla="*/ 2513429 h 3047670"/>
              <a:gd name="connsiteX564" fmla="*/ 1355637 w 3044273"/>
              <a:gd name="connsiteY564" fmla="*/ 2506270 h 3047670"/>
              <a:gd name="connsiteX565" fmla="*/ 1372721 w 3044273"/>
              <a:gd name="connsiteY565" fmla="*/ 2523229 h 3047670"/>
              <a:gd name="connsiteX566" fmla="*/ 1355762 w 3044273"/>
              <a:gd name="connsiteY566" fmla="*/ 2540313 h 3047670"/>
              <a:gd name="connsiteX567" fmla="*/ 1338678 w 3044273"/>
              <a:gd name="connsiteY567" fmla="*/ 2523354 h 3047670"/>
              <a:gd name="connsiteX568" fmla="*/ 1355637 w 3044273"/>
              <a:gd name="connsiteY568" fmla="*/ 2506270 h 3047670"/>
              <a:gd name="connsiteX569" fmla="*/ 1695047 w 3044273"/>
              <a:gd name="connsiteY569" fmla="*/ 2503883 h 3047670"/>
              <a:gd name="connsiteX570" fmla="*/ 1713261 w 3044273"/>
              <a:gd name="connsiteY570" fmla="*/ 2521972 h 3047670"/>
              <a:gd name="connsiteX571" fmla="*/ 1695173 w 3044273"/>
              <a:gd name="connsiteY571" fmla="*/ 2540185 h 3047670"/>
              <a:gd name="connsiteX572" fmla="*/ 1676959 w 3044273"/>
              <a:gd name="connsiteY572" fmla="*/ 2522097 h 3047670"/>
              <a:gd name="connsiteX573" fmla="*/ 1695047 w 3044273"/>
              <a:gd name="connsiteY573" fmla="*/ 2503883 h 3047670"/>
              <a:gd name="connsiteX574" fmla="*/ 1033684 w 3044273"/>
              <a:gd name="connsiteY574" fmla="*/ 2499989 h 3047670"/>
              <a:gd name="connsiteX575" fmla="*/ 1045743 w 3044273"/>
              <a:gd name="connsiteY575" fmla="*/ 2511923 h 3047670"/>
              <a:gd name="connsiteX576" fmla="*/ 1033809 w 3044273"/>
              <a:gd name="connsiteY576" fmla="*/ 2523982 h 3047670"/>
              <a:gd name="connsiteX577" fmla="*/ 1021876 w 3044273"/>
              <a:gd name="connsiteY577" fmla="*/ 2512048 h 3047670"/>
              <a:gd name="connsiteX578" fmla="*/ 1033684 w 3044273"/>
              <a:gd name="connsiteY578" fmla="*/ 2499989 h 3047670"/>
              <a:gd name="connsiteX579" fmla="*/ 2016871 w 3044273"/>
              <a:gd name="connsiteY579" fmla="*/ 2491573 h 3047670"/>
              <a:gd name="connsiteX580" fmla="*/ 2033705 w 3044273"/>
              <a:gd name="connsiteY580" fmla="*/ 2508279 h 3047670"/>
              <a:gd name="connsiteX581" fmla="*/ 2016871 w 3044273"/>
              <a:gd name="connsiteY581" fmla="*/ 2525112 h 3047670"/>
              <a:gd name="connsiteX582" fmla="*/ 2000039 w 3044273"/>
              <a:gd name="connsiteY582" fmla="*/ 2508406 h 3047670"/>
              <a:gd name="connsiteX583" fmla="*/ 2016871 w 3044273"/>
              <a:gd name="connsiteY583" fmla="*/ 2491573 h 3047670"/>
              <a:gd name="connsiteX584" fmla="*/ 1272479 w 3044273"/>
              <a:gd name="connsiteY584" fmla="*/ 2488935 h 3047670"/>
              <a:gd name="connsiteX585" fmla="*/ 1288307 w 3044273"/>
              <a:gd name="connsiteY585" fmla="*/ 2504637 h 3047670"/>
              <a:gd name="connsiteX586" fmla="*/ 1272605 w 3044273"/>
              <a:gd name="connsiteY586" fmla="*/ 2520340 h 3047670"/>
              <a:gd name="connsiteX587" fmla="*/ 1256903 w 3044273"/>
              <a:gd name="connsiteY587" fmla="*/ 2504637 h 3047670"/>
              <a:gd name="connsiteX588" fmla="*/ 1272479 w 3044273"/>
              <a:gd name="connsiteY588" fmla="*/ 2488935 h 3047670"/>
              <a:gd name="connsiteX589" fmla="*/ 1778080 w 3044273"/>
              <a:gd name="connsiteY589" fmla="*/ 2484915 h 3047670"/>
              <a:gd name="connsiteX590" fmla="*/ 1796042 w 3044273"/>
              <a:gd name="connsiteY590" fmla="*/ 2502752 h 3047670"/>
              <a:gd name="connsiteX591" fmla="*/ 1778205 w 3044273"/>
              <a:gd name="connsiteY591" fmla="*/ 2520715 h 3047670"/>
              <a:gd name="connsiteX592" fmla="*/ 1760242 w 3044273"/>
              <a:gd name="connsiteY592" fmla="*/ 2502878 h 3047670"/>
              <a:gd name="connsiteX593" fmla="*/ 1778080 w 3044273"/>
              <a:gd name="connsiteY593" fmla="*/ 2484915 h 3047670"/>
              <a:gd name="connsiteX594" fmla="*/ 674801 w 3044273"/>
              <a:gd name="connsiteY594" fmla="*/ 2482024 h 3047670"/>
              <a:gd name="connsiteX595" fmla="*/ 679450 w 3044273"/>
              <a:gd name="connsiteY595" fmla="*/ 2486672 h 3047670"/>
              <a:gd name="connsiteX596" fmla="*/ 674801 w 3044273"/>
              <a:gd name="connsiteY596" fmla="*/ 2491322 h 3047670"/>
              <a:gd name="connsiteX597" fmla="*/ 670154 w 3044273"/>
              <a:gd name="connsiteY597" fmla="*/ 2486672 h 3047670"/>
              <a:gd name="connsiteX598" fmla="*/ 674801 w 3044273"/>
              <a:gd name="connsiteY598" fmla="*/ 2482024 h 3047670"/>
              <a:gd name="connsiteX599" fmla="*/ 540520 w 3044273"/>
              <a:gd name="connsiteY599" fmla="*/ 2481900 h 3047670"/>
              <a:gd name="connsiteX600" fmla="*/ 544289 w 3044273"/>
              <a:gd name="connsiteY600" fmla="*/ 2485670 h 3047670"/>
              <a:gd name="connsiteX601" fmla="*/ 540520 w 3044273"/>
              <a:gd name="connsiteY601" fmla="*/ 2489438 h 3047670"/>
              <a:gd name="connsiteX602" fmla="*/ 536752 w 3044273"/>
              <a:gd name="connsiteY602" fmla="*/ 2485670 h 3047670"/>
              <a:gd name="connsiteX603" fmla="*/ 540520 w 3044273"/>
              <a:gd name="connsiteY603" fmla="*/ 2481900 h 3047670"/>
              <a:gd name="connsiteX604" fmla="*/ 410885 w 3044273"/>
              <a:gd name="connsiteY604" fmla="*/ 2477881 h 3047670"/>
              <a:gd name="connsiteX605" fmla="*/ 413397 w 3044273"/>
              <a:gd name="connsiteY605" fmla="*/ 2480268 h 3047670"/>
              <a:gd name="connsiteX606" fmla="*/ 411011 w 3044273"/>
              <a:gd name="connsiteY606" fmla="*/ 2482781 h 3047670"/>
              <a:gd name="connsiteX607" fmla="*/ 408499 w 3044273"/>
              <a:gd name="connsiteY607" fmla="*/ 2480394 h 3047670"/>
              <a:gd name="connsiteX608" fmla="*/ 410885 w 3044273"/>
              <a:gd name="connsiteY608" fmla="*/ 2477881 h 3047670"/>
              <a:gd name="connsiteX609" fmla="*/ 814235 w 3044273"/>
              <a:gd name="connsiteY609" fmla="*/ 2475493 h 3047670"/>
              <a:gd name="connsiteX610" fmla="*/ 820517 w 3044273"/>
              <a:gd name="connsiteY610" fmla="*/ 2481648 h 3047670"/>
              <a:gd name="connsiteX611" fmla="*/ 814361 w 3044273"/>
              <a:gd name="connsiteY611" fmla="*/ 2487930 h 3047670"/>
              <a:gd name="connsiteX612" fmla="*/ 808206 w 3044273"/>
              <a:gd name="connsiteY612" fmla="*/ 2481775 h 3047670"/>
              <a:gd name="connsiteX613" fmla="*/ 814235 w 3044273"/>
              <a:gd name="connsiteY613" fmla="*/ 2475493 h 3047670"/>
              <a:gd name="connsiteX614" fmla="*/ 2509910 w 3044273"/>
              <a:gd name="connsiteY614" fmla="*/ 2473358 h 3047670"/>
              <a:gd name="connsiteX615" fmla="*/ 2515060 w 3044273"/>
              <a:gd name="connsiteY615" fmla="*/ 2478383 h 3047670"/>
              <a:gd name="connsiteX616" fmla="*/ 2510035 w 3044273"/>
              <a:gd name="connsiteY616" fmla="*/ 2483532 h 3047670"/>
              <a:gd name="connsiteX617" fmla="*/ 2504885 w 3044273"/>
              <a:gd name="connsiteY617" fmla="*/ 2478508 h 3047670"/>
              <a:gd name="connsiteX618" fmla="*/ 2509910 w 3044273"/>
              <a:gd name="connsiteY618" fmla="*/ 2473358 h 3047670"/>
              <a:gd name="connsiteX619" fmla="*/ 2375628 w 3044273"/>
              <a:gd name="connsiteY619" fmla="*/ 2472480 h 3047670"/>
              <a:gd name="connsiteX620" fmla="*/ 2383667 w 3044273"/>
              <a:gd name="connsiteY620" fmla="*/ 2480395 h 3047670"/>
              <a:gd name="connsiteX621" fmla="*/ 2375754 w 3044273"/>
              <a:gd name="connsiteY621" fmla="*/ 2488435 h 3047670"/>
              <a:gd name="connsiteX622" fmla="*/ 2367840 w 3044273"/>
              <a:gd name="connsiteY622" fmla="*/ 2480520 h 3047670"/>
              <a:gd name="connsiteX623" fmla="*/ 2375628 w 3044273"/>
              <a:gd name="connsiteY623" fmla="*/ 2472480 h 3047670"/>
              <a:gd name="connsiteX624" fmla="*/ 2639546 w 3044273"/>
              <a:gd name="connsiteY624" fmla="*/ 2470972 h 3047670"/>
              <a:gd name="connsiteX625" fmla="*/ 2640800 w 3044273"/>
              <a:gd name="connsiteY625" fmla="*/ 2472354 h 3047670"/>
              <a:gd name="connsiteX626" fmla="*/ 2639546 w 3044273"/>
              <a:gd name="connsiteY626" fmla="*/ 2473735 h 3047670"/>
              <a:gd name="connsiteX627" fmla="*/ 2638164 w 3044273"/>
              <a:gd name="connsiteY627" fmla="*/ 2472354 h 3047670"/>
              <a:gd name="connsiteX628" fmla="*/ 2639546 w 3044273"/>
              <a:gd name="connsiteY628" fmla="*/ 2470972 h 3047670"/>
              <a:gd name="connsiteX629" fmla="*/ 1191330 w 3044273"/>
              <a:gd name="connsiteY629" fmla="*/ 2464441 h 3047670"/>
              <a:gd name="connsiteX630" fmla="*/ 1205526 w 3044273"/>
              <a:gd name="connsiteY630" fmla="*/ 2478509 h 3047670"/>
              <a:gd name="connsiteX631" fmla="*/ 1191457 w 3044273"/>
              <a:gd name="connsiteY631" fmla="*/ 2492705 h 3047670"/>
              <a:gd name="connsiteX632" fmla="*/ 1177261 w 3044273"/>
              <a:gd name="connsiteY632" fmla="*/ 2478636 h 3047670"/>
              <a:gd name="connsiteX633" fmla="*/ 1191330 w 3044273"/>
              <a:gd name="connsiteY633" fmla="*/ 2464441 h 3047670"/>
              <a:gd name="connsiteX634" fmla="*/ 2236197 w 3044273"/>
              <a:gd name="connsiteY634" fmla="*/ 2462555 h 3047670"/>
              <a:gd name="connsiteX635" fmla="*/ 2250392 w 3044273"/>
              <a:gd name="connsiteY635" fmla="*/ 2476623 h 3047670"/>
              <a:gd name="connsiteX636" fmla="*/ 2236197 w 3044273"/>
              <a:gd name="connsiteY636" fmla="*/ 2490819 h 3047670"/>
              <a:gd name="connsiteX637" fmla="*/ 2222002 w 3044273"/>
              <a:gd name="connsiteY637" fmla="*/ 2476750 h 3047670"/>
              <a:gd name="connsiteX638" fmla="*/ 2236197 w 3044273"/>
              <a:gd name="connsiteY638" fmla="*/ 2462555 h 3047670"/>
              <a:gd name="connsiteX639" fmla="*/ 2765032 w 3044273"/>
              <a:gd name="connsiteY639" fmla="*/ 2461927 h 3047670"/>
              <a:gd name="connsiteX640" fmla="*/ 2766164 w 3044273"/>
              <a:gd name="connsiteY640" fmla="*/ 2463057 h 3047670"/>
              <a:gd name="connsiteX641" fmla="*/ 2765032 w 3044273"/>
              <a:gd name="connsiteY641" fmla="*/ 2464187 h 3047670"/>
              <a:gd name="connsiteX642" fmla="*/ 2763902 w 3044273"/>
              <a:gd name="connsiteY642" fmla="*/ 2463057 h 3047670"/>
              <a:gd name="connsiteX643" fmla="*/ 2765032 w 3044273"/>
              <a:gd name="connsiteY643" fmla="*/ 2461927 h 3047670"/>
              <a:gd name="connsiteX644" fmla="*/ 1858974 w 3044273"/>
              <a:gd name="connsiteY644" fmla="*/ 2458285 h 3047670"/>
              <a:gd name="connsiteX645" fmla="*/ 1876938 w 3044273"/>
              <a:gd name="connsiteY645" fmla="*/ 2476122 h 3047670"/>
              <a:gd name="connsiteX646" fmla="*/ 1859101 w 3044273"/>
              <a:gd name="connsiteY646" fmla="*/ 2494085 h 3047670"/>
              <a:gd name="connsiteX647" fmla="*/ 1841137 w 3044273"/>
              <a:gd name="connsiteY647" fmla="*/ 2476249 h 3047670"/>
              <a:gd name="connsiteX648" fmla="*/ 1858974 w 3044273"/>
              <a:gd name="connsiteY648" fmla="*/ 2458285 h 3047670"/>
              <a:gd name="connsiteX649" fmla="*/ 960073 w 3044273"/>
              <a:gd name="connsiteY649" fmla="*/ 2454893 h 3047670"/>
              <a:gd name="connsiteX650" fmla="*/ 974268 w 3044273"/>
              <a:gd name="connsiteY650" fmla="*/ 2468961 h 3047670"/>
              <a:gd name="connsiteX651" fmla="*/ 960200 w 3044273"/>
              <a:gd name="connsiteY651" fmla="*/ 2483157 h 3047670"/>
              <a:gd name="connsiteX652" fmla="*/ 946004 w 3044273"/>
              <a:gd name="connsiteY652" fmla="*/ 2469088 h 3047670"/>
              <a:gd name="connsiteX653" fmla="*/ 960073 w 3044273"/>
              <a:gd name="connsiteY653" fmla="*/ 2454893 h 3047670"/>
              <a:gd name="connsiteX654" fmla="*/ 2090106 w 3044273"/>
              <a:gd name="connsiteY654" fmla="*/ 2445975 h 3047670"/>
              <a:gd name="connsiteX655" fmla="*/ 2109200 w 3044273"/>
              <a:gd name="connsiteY655" fmla="*/ 2464943 h 3047670"/>
              <a:gd name="connsiteX656" fmla="*/ 2090232 w 3044273"/>
              <a:gd name="connsiteY656" fmla="*/ 2484037 h 3047670"/>
              <a:gd name="connsiteX657" fmla="*/ 2071138 w 3044273"/>
              <a:gd name="connsiteY657" fmla="*/ 2465069 h 3047670"/>
              <a:gd name="connsiteX658" fmla="*/ 2090106 w 3044273"/>
              <a:gd name="connsiteY658" fmla="*/ 2445975 h 3047670"/>
              <a:gd name="connsiteX659" fmla="*/ 1112696 w 3044273"/>
              <a:gd name="connsiteY659" fmla="*/ 2426756 h 3047670"/>
              <a:gd name="connsiteX660" fmla="*/ 1131412 w 3044273"/>
              <a:gd name="connsiteY660" fmla="*/ 2445221 h 3047670"/>
              <a:gd name="connsiteX661" fmla="*/ 1112947 w 3044273"/>
              <a:gd name="connsiteY661" fmla="*/ 2463812 h 3047670"/>
              <a:gd name="connsiteX662" fmla="*/ 1094231 w 3044273"/>
              <a:gd name="connsiteY662" fmla="*/ 2445347 h 3047670"/>
              <a:gd name="connsiteX663" fmla="*/ 1112696 w 3044273"/>
              <a:gd name="connsiteY663" fmla="*/ 2426756 h 3047670"/>
              <a:gd name="connsiteX664" fmla="*/ 1937232 w 3044273"/>
              <a:gd name="connsiteY664" fmla="*/ 2420979 h 3047670"/>
              <a:gd name="connsiteX665" fmla="*/ 1958713 w 3044273"/>
              <a:gd name="connsiteY665" fmla="*/ 2442332 h 3047670"/>
              <a:gd name="connsiteX666" fmla="*/ 1937359 w 3044273"/>
              <a:gd name="connsiteY666" fmla="*/ 2463813 h 3047670"/>
              <a:gd name="connsiteX667" fmla="*/ 1915878 w 3044273"/>
              <a:gd name="connsiteY667" fmla="*/ 2442459 h 3047670"/>
              <a:gd name="connsiteX668" fmla="*/ 1937232 w 3044273"/>
              <a:gd name="connsiteY668" fmla="*/ 2420979 h 3047670"/>
              <a:gd name="connsiteX669" fmla="*/ 1525089 w 3044273"/>
              <a:gd name="connsiteY669" fmla="*/ 2420977 h 3047670"/>
              <a:gd name="connsiteX670" fmla="*/ 1547072 w 3044273"/>
              <a:gd name="connsiteY670" fmla="*/ 2442835 h 3047670"/>
              <a:gd name="connsiteX671" fmla="*/ 1525216 w 3044273"/>
              <a:gd name="connsiteY671" fmla="*/ 2464816 h 3047670"/>
              <a:gd name="connsiteX672" fmla="*/ 1503233 w 3044273"/>
              <a:gd name="connsiteY672" fmla="*/ 2442960 h 3047670"/>
              <a:gd name="connsiteX673" fmla="*/ 1525089 w 3044273"/>
              <a:gd name="connsiteY673" fmla="*/ 2420977 h 3047670"/>
              <a:gd name="connsiteX674" fmla="*/ 614885 w 3044273"/>
              <a:gd name="connsiteY674" fmla="*/ 2420725 h 3047670"/>
              <a:gd name="connsiteX675" fmla="*/ 620160 w 3044273"/>
              <a:gd name="connsiteY675" fmla="*/ 2426000 h 3047670"/>
              <a:gd name="connsiteX676" fmla="*/ 614885 w 3044273"/>
              <a:gd name="connsiteY676" fmla="*/ 2431277 h 3047670"/>
              <a:gd name="connsiteX677" fmla="*/ 609483 w 3044273"/>
              <a:gd name="connsiteY677" fmla="*/ 2426000 h 3047670"/>
              <a:gd name="connsiteX678" fmla="*/ 614885 w 3044273"/>
              <a:gd name="connsiteY678" fmla="*/ 2420725 h 3047670"/>
              <a:gd name="connsiteX679" fmla="*/ 1439923 w 3044273"/>
              <a:gd name="connsiteY679" fmla="*/ 2417461 h 3047670"/>
              <a:gd name="connsiteX680" fmla="*/ 1461402 w 3044273"/>
              <a:gd name="connsiteY680" fmla="*/ 2438814 h 3047670"/>
              <a:gd name="connsiteX681" fmla="*/ 1440048 w 3044273"/>
              <a:gd name="connsiteY681" fmla="*/ 2460420 h 3047670"/>
              <a:gd name="connsiteX682" fmla="*/ 1418442 w 3044273"/>
              <a:gd name="connsiteY682" fmla="*/ 2439066 h 3047670"/>
              <a:gd name="connsiteX683" fmla="*/ 1439923 w 3044273"/>
              <a:gd name="connsiteY683" fmla="*/ 2417461 h 3047670"/>
              <a:gd name="connsiteX684" fmla="*/ 749417 w 3044273"/>
              <a:gd name="connsiteY684" fmla="*/ 2417460 h 3047670"/>
              <a:gd name="connsiteX685" fmla="*/ 758335 w 3044273"/>
              <a:gd name="connsiteY685" fmla="*/ 2426253 h 3047670"/>
              <a:gd name="connsiteX686" fmla="*/ 749543 w 3044273"/>
              <a:gd name="connsiteY686" fmla="*/ 2435171 h 3047670"/>
              <a:gd name="connsiteX687" fmla="*/ 740624 w 3044273"/>
              <a:gd name="connsiteY687" fmla="*/ 2426379 h 3047670"/>
              <a:gd name="connsiteX688" fmla="*/ 749417 w 3044273"/>
              <a:gd name="connsiteY688" fmla="*/ 2417460 h 3047670"/>
              <a:gd name="connsiteX689" fmla="*/ 1610257 w 3044273"/>
              <a:gd name="connsiteY689" fmla="*/ 2416455 h 3047670"/>
              <a:gd name="connsiteX690" fmla="*/ 1632240 w 3044273"/>
              <a:gd name="connsiteY690" fmla="*/ 2438313 h 3047670"/>
              <a:gd name="connsiteX691" fmla="*/ 1610384 w 3044273"/>
              <a:gd name="connsiteY691" fmla="*/ 2460294 h 3047670"/>
              <a:gd name="connsiteX692" fmla="*/ 1588401 w 3044273"/>
              <a:gd name="connsiteY692" fmla="*/ 2438438 h 3047670"/>
              <a:gd name="connsiteX693" fmla="*/ 1610257 w 3044273"/>
              <a:gd name="connsiteY693" fmla="*/ 2416455 h 3047670"/>
              <a:gd name="connsiteX694" fmla="*/ 484872 w 3044273"/>
              <a:gd name="connsiteY694" fmla="*/ 2416455 h 3047670"/>
              <a:gd name="connsiteX695" fmla="*/ 489394 w 3044273"/>
              <a:gd name="connsiteY695" fmla="*/ 2420852 h 3047670"/>
              <a:gd name="connsiteX696" fmla="*/ 484997 w 3044273"/>
              <a:gd name="connsiteY696" fmla="*/ 2425375 h 3047670"/>
              <a:gd name="connsiteX697" fmla="*/ 480601 w 3044273"/>
              <a:gd name="connsiteY697" fmla="*/ 2420978 h 3047670"/>
              <a:gd name="connsiteX698" fmla="*/ 484872 w 3044273"/>
              <a:gd name="connsiteY698" fmla="*/ 2416455 h 3047670"/>
              <a:gd name="connsiteX699" fmla="*/ 890108 w 3044273"/>
              <a:gd name="connsiteY699" fmla="*/ 2408541 h 3047670"/>
              <a:gd name="connsiteX700" fmla="*/ 901916 w 3044273"/>
              <a:gd name="connsiteY700" fmla="*/ 2420224 h 3047670"/>
              <a:gd name="connsiteX701" fmla="*/ 890234 w 3044273"/>
              <a:gd name="connsiteY701" fmla="*/ 2432033 h 3047670"/>
              <a:gd name="connsiteX702" fmla="*/ 878426 w 3044273"/>
              <a:gd name="connsiteY702" fmla="*/ 2420349 h 3047670"/>
              <a:gd name="connsiteX703" fmla="*/ 890108 w 3044273"/>
              <a:gd name="connsiteY703" fmla="*/ 2408541 h 3047670"/>
              <a:gd name="connsiteX704" fmla="*/ 2564930 w 3044273"/>
              <a:gd name="connsiteY704" fmla="*/ 2408290 h 3047670"/>
              <a:gd name="connsiteX705" fmla="*/ 2570079 w 3044273"/>
              <a:gd name="connsiteY705" fmla="*/ 2413315 h 3047670"/>
              <a:gd name="connsiteX706" fmla="*/ 2565055 w 3044273"/>
              <a:gd name="connsiteY706" fmla="*/ 2418464 h 3047670"/>
              <a:gd name="connsiteX707" fmla="*/ 2559905 w 3044273"/>
              <a:gd name="connsiteY707" fmla="*/ 2413440 h 3047670"/>
              <a:gd name="connsiteX708" fmla="*/ 2564930 w 3044273"/>
              <a:gd name="connsiteY708" fmla="*/ 2408290 h 3047670"/>
              <a:gd name="connsiteX709" fmla="*/ 359508 w 3044273"/>
              <a:gd name="connsiteY709" fmla="*/ 2408290 h 3047670"/>
              <a:gd name="connsiteX710" fmla="*/ 363528 w 3044273"/>
              <a:gd name="connsiteY710" fmla="*/ 2412310 h 3047670"/>
              <a:gd name="connsiteX711" fmla="*/ 359508 w 3044273"/>
              <a:gd name="connsiteY711" fmla="*/ 2416330 h 3047670"/>
              <a:gd name="connsiteX712" fmla="*/ 355489 w 3044273"/>
              <a:gd name="connsiteY712" fmla="*/ 2412435 h 3047670"/>
              <a:gd name="connsiteX713" fmla="*/ 359508 w 3044273"/>
              <a:gd name="connsiteY713" fmla="*/ 2408290 h 3047670"/>
              <a:gd name="connsiteX714" fmla="*/ 2435295 w 3044273"/>
              <a:gd name="connsiteY714" fmla="*/ 2407661 h 3047670"/>
              <a:gd name="connsiteX715" fmla="*/ 2447104 w 3044273"/>
              <a:gd name="connsiteY715" fmla="*/ 2419344 h 3047670"/>
              <a:gd name="connsiteX716" fmla="*/ 2435422 w 3044273"/>
              <a:gd name="connsiteY716" fmla="*/ 2431153 h 3047670"/>
              <a:gd name="connsiteX717" fmla="*/ 2423613 w 3044273"/>
              <a:gd name="connsiteY717" fmla="*/ 2419470 h 3047670"/>
              <a:gd name="connsiteX718" fmla="*/ 2435295 w 3044273"/>
              <a:gd name="connsiteY718" fmla="*/ 2407661 h 3047670"/>
              <a:gd name="connsiteX719" fmla="*/ 2300511 w 3044273"/>
              <a:gd name="connsiteY719" fmla="*/ 2405903 h 3047670"/>
              <a:gd name="connsiteX720" fmla="*/ 2315585 w 3044273"/>
              <a:gd name="connsiteY720" fmla="*/ 2420851 h 3047670"/>
              <a:gd name="connsiteX721" fmla="*/ 2300636 w 3044273"/>
              <a:gd name="connsiteY721" fmla="*/ 2435925 h 3047670"/>
              <a:gd name="connsiteX722" fmla="*/ 2285563 w 3044273"/>
              <a:gd name="connsiteY722" fmla="*/ 2420851 h 3047670"/>
              <a:gd name="connsiteX723" fmla="*/ 2300511 w 3044273"/>
              <a:gd name="connsiteY723" fmla="*/ 2405903 h 3047670"/>
              <a:gd name="connsiteX724" fmla="*/ 1355510 w 3044273"/>
              <a:gd name="connsiteY724" fmla="*/ 2405778 h 3047670"/>
              <a:gd name="connsiteX725" fmla="*/ 1376364 w 3044273"/>
              <a:gd name="connsiteY725" fmla="*/ 2426505 h 3047670"/>
              <a:gd name="connsiteX726" fmla="*/ 1355635 w 3044273"/>
              <a:gd name="connsiteY726" fmla="*/ 2447358 h 3047670"/>
              <a:gd name="connsiteX727" fmla="*/ 1334783 w 3044273"/>
              <a:gd name="connsiteY727" fmla="*/ 2426630 h 3047670"/>
              <a:gd name="connsiteX728" fmla="*/ 1355510 w 3044273"/>
              <a:gd name="connsiteY728" fmla="*/ 2405778 h 3047670"/>
              <a:gd name="connsiteX729" fmla="*/ 1694420 w 3044273"/>
              <a:gd name="connsiteY729" fmla="*/ 2403391 h 3047670"/>
              <a:gd name="connsiteX730" fmla="*/ 1716401 w 3044273"/>
              <a:gd name="connsiteY730" fmla="*/ 2425249 h 3047670"/>
              <a:gd name="connsiteX731" fmla="*/ 1694545 w 3044273"/>
              <a:gd name="connsiteY731" fmla="*/ 2447230 h 3047670"/>
              <a:gd name="connsiteX732" fmla="*/ 1672562 w 3044273"/>
              <a:gd name="connsiteY732" fmla="*/ 2425374 h 3047670"/>
              <a:gd name="connsiteX733" fmla="*/ 1694420 w 3044273"/>
              <a:gd name="connsiteY733" fmla="*/ 2403391 h 3047670"/>
              <a:gd name="connsiteX734" fmla="*/ 2690419 w 3044273"/>
              <a:gd name="connsiteY734" fmla="*/ 2400752 h 3047670"/>
              <a:gd name="connsiteX735" fmla="*/ 2693561 w 3044273"/>
              <a:gd name="connsiteY735" fmla="*/ 2403892 h 3047670"/>
              <a:gd name="connsiteX736" fmla="*/ 2690419 w 3044273"/>
              <a:gd name="connsiteY736" fmla="*/ 2407034 h 3047670"/>
              <a:gd name="connsiteX737" fmla="*/ 2687279 w 3044273"/>
              <a:gd name="connsiteY737" fmla="*/ 2404019 h 3047670"/>
              <a:gd name="connsiteX738" fmla="*/ 2690419 w 3044273"/>
              <a:gd name="connsiteY738" fmla="*/ 2400752 h 3047670"/>
              <a:gd name="connsiteX739" fmla="*/ 2159822 w 3044273"/>
              <a:gd name="connsiteY739" fmla="*/ 2398492 h 3047670"/>
              <a:gd name="connsiteX740" fmla="*/ 2177158 w 3044273"/>
              <a:gd name="connsiteY740" fmla="*/ 2415701 h 3047670"/>
              <a:gd name="connsiteX741" fmla="*/ 2159947 w 3044273"/>
              <a:gd name="connsiteY741" fmla="*/ 2433036 h 3047670"/>
              <a:gd name="connsiteX742" fmla="*/ 2142613 w 3044273"/>
              <a:gd name="connsiteY742" fmla="*/ 2415827 h 3047670"/>
              <a:gd name="connsiteX743" fmla="*/ 2159822 w 3044273"/>
              <a:gd name="connsiteY743" fmla="*/ 2398492 h 3047670"/>
              <a:gd name="connsiteX744" fmla="*/ 2812137 w 3044273"/>
              <a:gd name="connsiteY744" fmla="*/ 2390830 h 3047670"/>
              <a:gd name="connsiteX745" fmla="*/ 2813269 w 3044273"/>
              <a:gd name="connsiteY745" fmla="*/ 2391960 h 3047670"/>
              <a:gd name="connsiteX746" fmla="*/ 2812137 w 3044273"/>
              <a:gd name="connsiteY746" fmla="*/ 2393090 h 3047670"/>
              <a:gd name="connsiteX747" fmla="*/ 2811007 w 3044273"/>
              <a:gd name="connsiteY747" fmla="*/ 2391960 h 3047670"/>
              <a:gd name="connsiteX748" fmla="*/ 2812137 w 3044273"/>
              <a:gd name="connsiteY748" fmla="*/ 2390830 h 3047670"/>
              <a:gd name="connsiteX749" fmla="*/ 1037577 w 3044273"/>
              <a:gd name="connsiteY749" fmla="*/ 2389070 h 3047670"/>
              <a:gd name="connsiteX750" fmla="*/ 1053781 w 3044273"/>
              <a:gd name="connsiteY750" fmla="*/ 2405149 h 3047670"/>
              <a:gd name="connsiteX751" fmla="*/ 1037702 w 3044273"/>
              <a:gd name="connsiteY751" fmla="*/ 2421353 h 3047670"/>
              <a:gd name="connsiteX752" fmla="*/ 1021498 w 3044273"/>
              <a:gd name="connsiteY752" fmla="*/ 2405274 h 3047670"/>
              <a:gd name="connsiteX753" fmla="*/ 1037577 w 3044273"/>
              <a:gd name="connsiteY753" fmla="*/ 2389070 h 3047670"/>
              <a:gd name="connsiteX754" fmla="*/ 1272856 w 3044273"/>
              <a:gd name="connsiteY754" fmla="*/ 2385930 h 3047670"/>
              <a:gd name="connsiteX755" fmla="*/ 1292828 w 3044273"/>
              <a:gd name="connsiteY755" fmla="*/ 2405778 h 3047670"/>
              <a:gd name="connsiteX756" fmla="*/ 1272982 w 3044273"/>
              <a:gd name="connsiteY756" fmla="*/ 2425750 h 3047670"/>
              <a:gd name="connsiteX757" fmla="*/ 1253008 w 3044273"/>
              <a:gd name="connsiteY757" fmla="*/ 2405904 h 3047670"/>
              <a:gd name="connsiteX758" fmla="*/ 1272856 w 3044273"/>
              <a:gd name="connsiteY758" fmla="*/ 2385930 h 3047670"/>
              <a:gd name="connsiteX759" fmla="*/ 1776949 w 3044273"/>
              <a:gd name="connsiteY759" fmla="*/ 2382036 h 3047670"/>
              <a:gd name="connsiteX760" fmla="*/ 1798930 w 3044273"/>
              <a:gd name="connsiteY760" fmla="*/ 2403892 h 3047670"/>
              <a:gd name="connsiteX761" fmla="*/ 1777074 w 3044273"/>
              <a:gd name="connsiteY761" fmla="*/ 2425875 h 3047670"/>
              <a:gd name="connsiteX762" fmla="*/ 1755091 w 3044273"/>
              <a:gd name="connsiteY762" fmla="*/ 2404019 h 3047670"/>
              <a:gd name="connsiteX763" fmla="*/ 1776949 w 3044273"/>
              <a:gd name="connsiteY763" fmla="*/ 2382036 h 3047670"/>
              <a:gd name="connsiteX764" fmla="*/ 2012224 w 3044273"/>
              <a:gd name="connsiteY764" fmla="*/ 2381156 h 3047670"/>
              <a:gd name="connsiteX765" fmla="*/ 2032825 w 3044273"/>
              <a:gd name="connsiteY765" fmla="*/ 2401632 h 3047670"/>
              <a:gd name="connsiteX766" fmla="*/ 2012350 w 3044273"/>
              <a:gd name="connsiteY766" fmla="*/ 2422232 h 3047670"/>
              <a:gd name="connsiteX767" fmla="*/ 1991749 w 3044273"/>
              <a:gd name="connsiteY767" fmla="*/ 2401757 h 3047670"/>
              <a:gd name="connsiteX768" fmla="*/ 2012224 w 3044273"/>
              <a:gd name="connsiteY768" fmla="*/ 2381156 h 3047670"/>
              <a:gd name="connsiteX769" fmla="*/ 688998 w 3044273"/>
              <a:gd name="connsiteY769" fmla="*/ 2355907 h 3047670"/>
              <a:gd name="connsiteX770" fmla="*/ 699423 w 3044273"/>
              <a:gd name="connsiteY770" fmla="*/ 2366333 h 3047670"/>
              <a:gd name="connsiteX771" fmla="*/ 688998 w 3044273"/>
              <a:gd name="connsiteY771" fmla="*/ 2376760 h 3047670"/>
              <a:gd name="connsiteX772" fmla="*/ 678572 w 3044273"/>
              <a:gd name="connsiteY772" fmla="*/ 2366333 h 3047670"/>
              <a:gd name="connsiteX773" fmla="*/ 688998 w 3044273"/>
              <a:gd name="connsiteY773" fmla="*/ 2355907 h 3047670"/>
              <a:gd name="connsiteX774" fmla="*/ 1192713 w 3044273"/>
              <a:gd name="connsiteY774" fmla="*/ 2354777 h 3047670"/>
              <a:gd name="connsiteX775" fmla="*/ 1214946 w 3044273"/>
              <a:gd name="connsiteY775" fmla="*/ 2376760 h 3047670"/>
              <a:gd name="connsiteX776" fmla="*/ 1192838 w 3044273"/>
              <a:gd name="connsiteY776" fmla="*/ 2398993 h 3047670"/>
              <a:gd name="connsiteX777" fmla="*/ 1170604 w 3044273"/>
              <a:gd name="connsiteY777" fmla="*/ 2377010 h 3047670"/>
              <a:gd name="connsiteX778" fmla="*/ 1192713 w 3044273"/>
              <a:gd name="connsiteY778" fmla="*/ 2354777 h 3047670"/>
              <a:gd name="connsiteX779" fmla="*/ 558986 w 3044273"/>
              <a:gd name="connsiteY779" fmla="*/ 2353270 h 3047670"/>
              <a:gd name="connsiteX780" fmla="*/ 567277 w 3044273"/>
              <a:gd name="connsiteY780" fmla="*/ 2361435 h 3047670"/>
              <a:gd name="connsiteX781" fmla="*/ 559112 w 3044273"/>
              <a:gd name="connsiteY781" fmla="*/ 2369601 h 3047670"/>
              <a:gd name="connsiteX782" fmla="*/ 550946 w 3044273"/>
              <a:gd name="connsiteY782" fmla="*/ 2361435 h 3047670"/>
              <a:gd name="connsiteX783" fmla="*/ 558986 w 3044273"/>
              <a:gd name="connsiteY783" fmla="*/ 2353270 h 3047670"/>
              <a:gd name="connsiteX784" fmla="*/ 1856964 w 3044273"/>
              <a:gd name="connsiteY784" fmla="*/ 2352016 h 3047670"/>
              <a:gd name="connsiteX785" fmla="*/ 1879575 w 3044273"/>
              <a:gd name="connsiteY785" fmla="*/ 2374502 h 3047670"/>
              <a:gd name="connsiteX786" fmla="*/ 1857090 w 3044273"/>
              <a:gd name="connsiteY786" fmla="*/ 2397113 h 3047670"/>
              <a:gd name="connsiteX787" fmla="*/ 1834479 w 3044273"/>
              <a:gd name="connsiteY787" fmla="*/ 2374627 h 3047670"/>
              <a:gd name="connsiteX788" fmla="*/ 1856964 w 3044273"/>
              <a:gd name="connsiteY788" fmla="*/ 2352016 h 3047670"/>
              <a:gd name="connsiteX789" fmla="*/ 824409 w 3044273"/>
              <a:gd name="connsiteY789" fmla="*/ 2350381 h 3047670"/>
              <a:gd name="connsiteX790" fmla="*/ 840112 w 3044273"/>
              <a:gd name="connsiteY790" fmla="*/ 2366083 h 3047670"/>
              <a:gd name="connsiteX791" fmla="*/ 824409 w 3044273"/>
              <a:gd name="connsiteY791" fmla="*/ 2381786 h 3047670"/>
              <a:gd name="connsiteX792" fmla="*/ 808708 w 3044273"/>
              <a:gd name="connsiteY792" fmla="*/ 2366083 h 3047670"/>
              <a:gd name="connsiteX793" fmla="*/ 824409 w 3044273"/>
              <a:gd name="connsiteY793" fmla="*/ 2350381 h 3047670"/>
              <a:gd name="connsiteX794" fmla="*/ 433748 w 3044273"/>
              <a:gd name="connsiteY794" fmla="*/ 2346864 h 3047670"/>
              <a:gd name="connsiteX795" fmla="*/ 439777 w 3044273"/>
              <a:gd name="connsiteY795" fmla="*/ 2352768 h 3047670"/>
              <a:gd name="connsiteX796" fmla="*/ 433873 w 3044273"/>
              <a:gd name="connsiteY796" fmla="*/ 2358797 h 3047670"/>
              <a:gd name="connsiteX797" fmla="*/ 427844 w 3044273"/>
              <a:gd name="connsiteY797" fmla="*/ 2352768 h 3047670"/>
              <a:gd name="connsiteX798" fmla="*/ 433748 w 3044273"/>
              <a:gd name="connsiteY798" fmla="*/ 2346864 h 3047670"/>
              <a:gd name="connsiteX799" fmla="*/ 2360554 w 3044273"/>
              <a:gd name="connsiteY799" fmla="*/ 2345233 h 3047670"/>
              <a:gd name="connsiteX800" fmla="*/ 2375628 w 3044273"/>
              <a:gd name="connsiteY800" fmla="*/ 2360181 h 3047670"/>
              <a:gd name="connsiteX801" fmla="*/ 2360679 w 3044273"/>
              <a:gd name="connsiteY801" fmla="*/ 2375255 h 3047670"/>
              <a:gd name="connsiteX802" fmla="*/ 2345606 w 3044273"/>
              <a:gd name="connsiteY802" fmla="*/ 2360306 h 3047670"/>
              <a:gd name="connsiteX803" fmla="*/ 2360554 w 3044273"/>
              <a:gd name="connsiteY803" fmla="*/ 2345233 h 3047670"/>
              <a:gd name="connsiteX804" fmla="*/ 2490566 w 3044273"/>
              <a:gd name="connsiteY804" fmla="*/ 2342216 h 3047670"/>
              <a:gd name="connsiteX805" fmla="*/ 2502750 w 3044273"/>
              <a:gd name="connsiteY805" fmla="*/ 2354401 h 3047670"/>
              <a:gd name="connsiteX806" fmla="*/ 2490566 w 3044273"/>
              <a:gd name="connsiteY806" fmla="*/ 2366586 h 3047670"/>
              <a:gd name="connsiteX807" fmla="*/ 2478382 w 3044273"/>
              <a:gd name="connsiteY807" fmla="*/ 2354401 h 3047670"/>
              <a:gd name="connsiteX808" fmla="*/ 2490566 w 3044273"/>
              <a:gd name="connsiteY808" fmla="*/ 2342216 h 3047670"/>
              <a:gd name="connsiteX809" fmla="*/ 966229 w 3044273"/>
              <a:gd name="connsiteY809" fmla="*/ 2340081 h 3047670"/>
              <a:gd name="connsiteX810" fmla="*/ 984695 w 3044273"/>
              <a:gd name="connsiteY810" fmla="*/ 2358422 h 3047670"/>
              <a:gd name="connsiteX811" fmla="*/ 966356 w 3044273"/>
              <a:gd name="connsiteY811" fmla="*/ 2376886 h 3047670"/>
              <a:gd name="connsiteX812" fmla="*/ 947890 w 3044273"/>
              <a:gd name="connsiteY812" fmla="*/ 2358547 h 3047670"/>
              <a:gd name="connsiteX813" fmla="*/ 966229 w 3044273"/>
              <a:gd name="connsiteY813" fmla="*/ 2340081 h 3047670"/>
              <a:gd name="connsiteX814" fmla="*/ 2225143 w 3044273"/>
              <a:gd name="connsiteY814" fmla="*/ 2339955 h 3047670"/>
              <a:gd name="connsiteX815" fmla="*/ 2246247 w 3044273"/>
              <a:gd name="connsiteY815" fmla="*/ 2360933 h 3047670"/>
              <a:gd name="connsiteX816" fmla="*/ 2225269 w 3044273"/>
              <a:gd name="connsiteY816" fmla="*/ 2382036 h 3047670"/>
              <a:gd name="connsiteX817" fmla="*/ 2204165 w 3044273"/>
              <a:gd name="connsiteY817" fmla="*/ 2361058 h 3047670"/>
              <a:gd name="connsiteX818" fmla="*/ 2225143 w 3044273"/>
              <a:gd name="connsiteY818" fmla="*/ 2339955 h 3047670"/>
              <a:gd name="connsiteX819" fmla="*/ 312277 w 3044273"/>
              <a:gd name="connsiteY819" fmla="*/ 2337068 h 3047670"/>
              <a:gd name="connsiteX820" fmla="*/ 316799 w 3044273"/>
              <a:gd name="connsiteY820" fmla="*/ 2341465 h 3047670"/>
              <a:gd name="connsiteX821" fmla="*/ 312402 w 3044273"/>
              <a:gd name="connsiteY821" fmla="*/ 2345862 h 3047670"/>
              <a:gd name="connsiteX822" fmla="*/ 307880 w 3044273"/>
              <a:gd name="connsiteY822" fmla="*/ 2341465 h 3047670"/>
              <a:gd name="connsiteX823" fmla="*/ 312277 w 3044273"/>
              <a:gd name="connsiteY823" fmla="*/ 2337068 h 3047670"/>
              <a:gd name="connsiteX824" fmla="*/ 2615805 w 3044273"/>
              <a:gd name="connsiteY824" fmla="*/ 2335559 h 3047670"/>
              <a:gd name="connsiteX825" fmla="*/ 2625100 w 3044273"/>
              <a:gd name="connsiteY825" fmla="*/ 2344855 h 3047670"/>
              <a:gd name="connsiteX826" fmla="*/ 2615805 w 3044273"/>
              <a:gd name="connsiteY826" fmla="*/ 2354150 h 3047670"/>
              <a:gd name="connsiteX827" fmla="*/ 2606509 w 3044273"/>
              <a:gd name="connsiteY827" fmla="*/ 2344855 h 3047670"/>
              <a:gd name="connsiteX828" fmla="*/ 2615805 w 3044273"/>
              <a:gd name="connsiteY828" fmla="*/ 2335559 h 3047670"/>
              <a:gd name="connsiteX829" fmla="*/ 2083196 w 3044273"/>
              <a:gd name="connsiteY829" fmla="*/ 2331664 h 3047670"/>
              <a:gd name="connsiteX830" fmla="*/ 2106059 w 3044273"/>
              <a:gd name="connsiteY830" fmla="*/ 2354400 h 3047670"/>
              <a:gd name="connsiteX831" fmla="*/ 2083323 w 3044273"/>
              <a:gd name="connsiteY831" fmla="*/ 2377263 h 3047670"/>
              <a:gd name="connsiteX832" fmla="*/ 2060460 w 3044273"/>
              <a:gd name="connsiteY832" fmla="*/ 2354527 h 3047670"/>
              <a:gd name="connsiteX833" fmla="*/ 2083196 w 3044273"/>
              <a:gd name="connsiteY833" fmla="*/ 2331664 h 3047670"/>
              <a:gd name="connsiteX834" fmla="*/ 2737023 w 3044273"/>
              <a:gd name="connsiteY834" fmla="*/ 2329529 h 3047670"/>
              <a:gd name="connsiteX835" fmla="*/ 2740163 w 3044273"/>
              <a:gd name="connsiteY835" fmla="*/ 2332669 h 3047670"/>
              <a:gd name="connsiteX836" fmla="*/ 2737148 w 3044273"/>
              <a:gd name="connsiteY836" fmla="*/ 2335811 h 3047670"/>
              <a:gd name="connsiteX837" fmla="*/ 2734008 w 3044273"/>
              <a:gd name="connsiteY837" fmla="*/ 2332669 h 3047670"/>
              <a:gd name="connsiteX838" fmla="*/ 2737023 w 3044273"/>
              <a:gd name="connsiteY838" fmla="*/ 2329529 h 3047670"/>
              <a:gd name="connsiteX839" fmla="*/ 1524712 w 3044273"/>
              <a:gd name="connsiteY839" fmla="*/ 2328399 h 3047670"/>
              <a:gd name="connsiteX840" fmla="*/ 1544308 w 3044273"/>
              <a:gd name="connsiteY840" fmla="*/ 2347743 h 3047670"/>
              <a:gd name="connsiteX841" fmla="*/ 1524837 w 3044273"/>
              <a:gd name="connsiteY841" fmla="*/ 2367341 h 3047670"/>
              <a:gd name="connsiteX842" fmla="*/ 1505241 w 3044273"/>
              <a:gd name="connsiteY842" fmla="*/ 2347995 h 3047670"/>
              <a:gd name="connsiteX843" fmla="*/ 1524712 w 3044273"/>
              <a:gd name="connsiteY843" fmla="*/ 2328399 h 3047670"/>
              <a:gd name="connsiteX844" fmla="*/ 1439672 w 3044273"/>
              <a:gd name="connsiteY844" fmla="*/ 2323751 h 3047670"/>
              <a:gd name="connsiteX845" fmla="*/ 1459393 w 3044273"/>
              <a:gd name="connsiteY845" fmla="*/ 2343347 h 3047670"/>
              <a:gd name="connsiteX846" fmla="*/ 1439799 w 3044273"/>
              <a:gd name="connsiteY846" fmla="*/ 2363068 h 3047670"/>
              <a:gd name="connsiteX847" fmla="*/ 1419951 w 3044273"/>
              <a:gd name="connsiteY847" fmla="*/ 2343472 h 3047670"/>
              <a:gd name="connsiteX848" fmla="*/ 1439672 w 3044273"/>
              <a:gd name="connsiteY848" fmla="*/ 2323751 h 3047670"/>
              <a:gd name="connsiteX849" fmla="*/ 1609754 w 3044273"/>
              <a:gd name="connsiteY849" fmla="*/ 2322872 h 3047670"/>
              <a:gd name="connsiteX850" fmla="*/ 1629727 w 3044273"/>
              <a:gd name="connsiteY850" fmla="*/ 2342720 h 3047670"/>
              <a:gd name="connsiteX851" fmla="*/ 1609881 w 3044273"/>
              <a:gd name="connsiteY851" fmla="*/ 2362692 h 3047670"/>
              <a:gd name="connsiteX852" fmla="*/ 1589907 w 3044273"/>
              <a:gd name="connsiteY852" fmla="*/ 2342846 h 3047670"/>
              <a:gd name="connsiteX853" fmla="*/ 1609754 w 3044273"/>
              <a:gd name="connsiteY853" fmla="*/ 2322872 h 3047670"/>
              <a:gd name="connsiteX854" fmla="*/ 1115711 w 3044273"/>
              <a:gd name="connsiteY854" fmla="*/ 2318224 h 3047670"/>
              <a:gd name="connsiteX855" fmla="*/ 1137945 w 3044273"/>
              <a:gd name="connsiteY855" fmla="*/ 2340206 h 3047670"/>
              <a:gd name="connsiteX856" fmla="*/ 1115836 w 3044273"/>
              <a:gd name="connsiteY856" fmla="*/ 2362439 h 3047670"/>
              <a:gd name="connsiteX857" fmla="*/ 1093603 w 3044273"/>
              <a:gd name="connsiteY857" fmla="*/ 2340331 h 3047670"/>
              <a:gd name="connsiteX858" fmla="*/ 1115711 w 3044273"/>
              <a:gd name="connsiteY858" fmla="*/ 2318224 h 3047670"/>
              <a:gd name="connsiteX859" fmla="*/ 2855224 w 3044273"/>
              <a:gd name="connsiteY859" fmla="*/ 2317218 h 3047670"/>
              <a:gd name="connsiteX860" fmla="*/ 2856354 w 3044273"/>
              <a:gd name="connsiteY860" fmla="*/ 2318348 h 3047670"/>
              <a:gd name="connsiteX861" fmla="*/ 2855224 w 3044273"/>
              <a:gd name="connsiteY861" fmla="*/ 2319478 h 3047670"/>
              <a:gd name="connsiteX862" fmla="*/ 2854094 w 3044273"/>
              <a:gd name="connsiteY862" fmla="*/ 2318348 h 3047670"/>
              <a:gd name="connsiteX863" fmla="*/ 2855224 w 3044273"/>
              <a:gd name="connsiteY863" fmla="*/ 2317218 h 3047670"/>
              <a:gd name="connsiteX864" fmla="*/ 1933716 w 3044273"/>
              <a:gd name="connsiteY864" fmla="*/ 2313325 h 3047670"/>
              <a:gd name="connsiteX865" fmla="*/ 1957708 w 3044273"/>
              <a:gd name="connsiteY865" fmla="*/ 2337191 h 3047670"/>
              <a:gd name="connsiteX866" fmla="*/ 1933842 w 3044273"/>
              <a:gd name="connsiteY866" fmla="*/ 2361184 h 3047670"/>
              <a:gd name="connsiteX867" fmla="*/ 1909850 w 3044273"/>
              <a:gd name="connsiteY867" fmla="*/ 2337318 h 3047670"/>
              <a:gd name="connsiteX868" fmla="*/ 1933716 w 3044273"/>
              <a:gd name="connsiteY868" fmla="*/ 2313325 h 3047670"/>
              <a:gd name="connsiteX869" fmla="*/ 1355385 w 3044273"/>
              <a:gd name="connsiteY869" fmla="*/ 2308803 h 3047670"/>
              <a:gd name="connsiteX870" fmla="*/ 1376112 w 3044273"/>
              <a:gd name="connsiteY870" fmla="*/ 2329279 h 3047670"/>
              <a:gd name="connsiteX871" fmla="*/ 1355637 w 3044273"/>
              <a:gd name="connsiteY871" fmla="*/ 2350005 h 3047670"/>
              <a:gd name="connsiteX872" fmla="*/ 1335036 w 3044273"/>
              <a:gd name="connsiteY872" fmla="*/ 2329530 h 3047670"/>
              <a:gd name="connsiteX873" fmla="*/ 1355385 w 3044273"/>
              <a:gd name="connsiteY873" fmla="*/ 2308803 h 3047670"/>
              <a:gd name="connsiteX874" fmla="*/ 1693792 w 3044273"/>
              <a:gd name="connsiteY874" fmla="*/ 2306794 h 3047670"/>
              <a:gd name="connsiteX875" fmla="*/ 1715271 w 3044273"/>
              <a:gd name="connsiteY875" fmla="*/ 2328147 h 3047670"/>
              <a:gd name="connsiteX876" fmla="*/ 1693917 w 3044273"/>
              <a:gd name="connsiteY876" fmla="*/ 2349628 h 3047670"/>
              <a:gd name="connsiteX877" fmla="*/ 1672311 w 3044273"/>
              <a:gd name="connsiteY877" fmla="*/ 2328274 h 3047670"/>
              <a:gd name="connsiteX878" fmla="*/ 1693792 w 3044273"/>
              <a:gd name="connsiteY878" fmla="*/ 2306794 h 3047670"/>
              <a:gd name="connsiteX879" fmla="*/ 763235 w 3044273"/>
              <a:gd name="connsiteY879" fmla="*/ 2293730 h 3047670"/>
              <a:gd name="connsiteX880" fmla="*/ 776174 w 3044273"/>
              <a:gd name="connsiteY880" fmla="*/ 2306542 h 3047670"/>
              <a:gd name="connsiteX881" fmla="*/ 763362 w 3044273"/>
              <a:gd name="connsiteY881" fmla="*/ 2319481 h 3047670"/>
              <a:gd name="connsiteX882" fmla="*/ 750423 w 3044273"/>
              <a:gd name="connsiteY882" fmla="*/ 2306669 h 3047670"/>
              <a:gd name="connsiteX883" fmla="*/ 763235 w 3044273"/>
              <a:gd name="connsiteY883" fmla="*/ 2293730 h 3047670"/>
              <a:gd name="connsiteX884" fmla="*/ 633224 w 3044273"/>
              <a:gd name="connsiteY884" fmla="*/ 2291468 h 3047670"/>
              <a:gd name="connsiteX885" fmla="*/ 643649 w 3044273"/>
              <a:gd name="connsiteY885" fmla="*/ 2301894 h 3047670"/>
              <a:gd name="connsiteX886" fmla="*/ 633224 w 3044273"/>
              <a:gd name="connsiteY886" fmla="*/ 2312321 h 3047670"/>
              <a:gd name="connsiteX887" fmla="*/ 622798 w 3044273"/>
              <a:gd name="connsiteY887" fmla="*/ 2301894 h 3047670"/>
              <a:gd name="connsiteX888" fmla="*/ 633224 w 3044273"/>
              <a:gd name="connsiteY888" fmla="*/ 2291468 h 3047670"/>
              <a:gd name="connsiteX889" fmla="*/ 899401 w 3044273"/>
              <a:gd name="connsiteY889" fmla="*/ 2289962 h 3047670"/>
              <a:gd name="connsiteX890" fmla="*/ 915229 w 3044273"/>
              <a:gd name="connsiteY890" fmla="*/ 2305663 h 3047670"/>
              <a:gd name="connsiteX891" fmla="*/ 899528 w 3044273"/>
              <a:gd name="connsiteY891" fmla="*/ 2321366 h 3047670"/>
              <a:gd name="connsiteX892" fmla="*/ 883700 w 3044273"/>
              <a:gd name="connsiteY892" fmla="*/ 2305663 h 3047670"/>
              <a:gd name="connsiteX893" fmla="*/ 899401 w 3044273"/>
              <a:gd name="connsiteY893" fmla="*/ 2289962 h 3047670"/>
              <a:gd name="connsiteX894" fmla="*/ 507861 w 3044273"/>
              <a:gd name="connsiteY894" fmla="*/ 2285941 h 3047670"/>
              <a:gd name="connsiteX895" fmla="*/ 515020 w 3044273"/>
              <a:gd name="connsiteY895" fmla="*/ 2292976 h 3047670"/>
              <a:gd name="connsiteX896" fmla="*/ 507986 w 3044273"/>
              <a:gd name="connsiteY896" fmla="*/ 2300135 h 3047670"/>
              <a:gd name="connsiteX897" fmla="*/ 500952 w 3044273"/>
              <a:gd name="connsiteY897" fmla="*/ 2293101 h 3047670"/>
              <a:gd name="connsiteX898" fmla="*/ 507861 w 3044273"/>
              <a:gd name="connsiteY898" fmla="*/ 2285941 h 3047670"/>
              <a:gd name="connsiteX899" fmla="*/ 1273481 w 3044273"/>
              <a:gd name="connsiteY899" fmla="*/ 2284308 h 3047670"/>
              <a:gd name="connsiteX900" fmla="*/ 1295464 w 3044273"/>
              <a:gd name="connsiteY900" fmla="*/ 2306164 h 3047670"/>
              <a:gd name="connsiteX901" fmla="*/ 1273608 w 3044273"/>
              <a:gd name="connsiteY901" fmla="*/ 2328147 h 3047670"/>
              <a:gd name="connsiteX902" fmla="*/ 1251625 w 3044273"/>
              <a:gd name="connsiteY902" fmla="*/ 2306291 h 3047670"/>
              <a:gd name="connsiteX903" fmla="*/ 1273481 w 3044273"/>
              <a:gd name="connsiteY903" fmla="*/ 2284308 h 3047670"/>
              <a:gd name="connsiteX904" fmla="*/ 2285813 w 3044273"/>
              <a:gd name="connsiteY904" fmla="*/ 2282675 h 3047670"/>
              <a:gd name="connsiteX905" fmla="*/ 2304277 w 3044273"/>
              <a:gd name="connsiteY905" fmla="*/ 2301014 h 3047670"/>
              <a:gd name="connsiteX906" fmla="*/ 2285938 w 3044273"/>
              <a:gd name="connsiteY906" fmla="*/ 2319480 h 3047670"/>
              <a:gd name="connsiteX907" fmla="*/ 2267472 w 3044273"/>
              <a:gd name="connsiteY907" fmla="*/ 2301141 h 3047670"/>
              <a:gd name="connsiteX908" fmla="*/ 2285813 w 3044273"/>
              <a:gd name="connsiteY908" fmla="*/ 2282675 h 3047670"/>
              <a:gd name="connsiteX909" fmla="*/ 1775690 w 3044273"/>
              <a:gd name="connsiteY909" fmla="*/ 2281796 h 3047670"/>
              <a:gd name="connsiteX910" fmla="*/ 1798300 w 3044273"/>
              <a:gd name="connsiteY910" fmla="*/ 2304282 h 3047670"/>
              <a:gd name="connsiteX911" fmla="*/ 1775815 w 3044273"/>
              <a:gd name="connsiteY911" fmla="*/ 2326893 h 3047670"/>
              <a:gd name="connsiteX912" fmla="*/ 1753079 w 3044273"/>
              <a:gd name="connsiteY912" fmla="*/ 2304407 h 3047670"/>
              <a:gd name="connsiteX913" fmla="*/ 1775690 w 3044273"/>
              <a:gd name="connsiteY913" fmla="*/ 2281796 h 3047670"/>
              <a:gd name="connsiteX914" fmla="*/ 2415951 w 3044273"/>
              <a:gd name="connsiteY914" fmla="*/ 2280413 h 3047670"/>
              <a:gd name="connsiteX915" fmla="*/ 2431025 w 3044273"/>
              <a:gd name="connsiteY915" fmla="*/ 2295362 h 3047670"/>
              <a:gd name="connsiteX916" fmla="*/ 2416076 w 3044273"/>
              <a:gd name="connsiteY916" fmla="*/ 2310436 h 3047670"/>
              <a:gd name="connsiteX917" fmla="*/ 2400877 w 3044273"/>
              <a:gd name="connsiteY917" fmla="*/ 2295488 h 3047670"/>
              <a:gd name="connsiteX918" fmla="*/ 2415951 w 3044273"/>
              <a:gd name="connsiteY918" fmla="*/ 2280413 h 3047670"/>
              <a:gd name="connsiteX919" fmla="*/ 2149647 w 3044273"/>
              <a:gd name="connsiteY919" fmla="*/ 2278279 h 3047670"/>
              <a:gd name="connsiteX920" fmla="*/ 2172510 w 3044273"/>
              <a:gd name="connsiteY920" fmla="*/ 2301015 h 3047670"/>
              <a:gd name="connsiteX921" fmla="*/ 2149772 w 3044273"/>
              <a:gd name="connsiteY921" fmla="*/ 2323878 h 3047670"/>
              <a:gd name="connsiteX922" fmla="*/ 2126911 w 3044273"/>
              <a:gd name="connsiteY922" fmla="*/ 2301142 h 3047670"/>
              <a:gd name="connsiteX923" fmla="*/ 2149647 w 3044273"/>
              <a:gd name="connsiteY923" fmla="*/ 2278279 h 3047670"/>
              <a:gd name="connsiteX924" fmla="*/ 2541061 w 3044273"/>
              <a:gd name="connsiteY924" fmla="*/ 2276519 h 3047670"/>
              <a:gd name="connsiteX925" fmla="*/ 2550358 w 3044273"/>
              <a:gd name="connsiteY925" fmla="*/ 2285815 h 3047670"/>
              <a:gd name="connsiteX926" fmla="*/ 2541061 w 3044273"/>
              <a:gd name="connsiteY926" fmla="*/ 2295110 h 3047670"/>
              <a:gd name="connsiteX927" fmla="*/ 2531766 w 3044273"/>
              <a:gd name="connsiteY927" fmla="*/ 2285815 h 3047670"/>
              <a:gd name="connsiteX928" fmla="*/ 2541061 w 3044273"/>
              <a:gd name="connsiteY928" fmla="*/ 2276519 h 3047670"/>
              <a:gd name="connsiteX929" fmla="*/ 1042603 w 3044273"/>
              <a:gd name="connsiteY929" fmla="*/ 2275515 h 3047670"/>
              <a:gd name="connsiteX930" fmla="*/ 1063329 w 3044273"/>
              <a:gd name="connsiteY930" fmla="*/ 2295991 h 3047670"/>
              <a:gd name="connsiteX931" fmla="*/ 1042854 w 3044273"/>
              <a:gd name="connsiteY931" fmla="*/ 2316592 h 3047670"/>
              <a:gd name="connsiteX932" fmla="*/ 1022253 w 3044273"/>
              <a:gd name="connsiteY932" fmla="*/ 2296117 h 3047670"/>
              <a:gd name="connsiteX933" fmla="*/ 1042603 w 3044273"/>
              <a:gd name="connsiteY933" fmla="*/ 2275515 h 3047670"/>
              <a:gd name="connsiteX934" fmla="*/ 387019 w 3044273"/>
              <a:gd name="connsiteY934" fmla="*/ 2274887 h 3047670"/>
              <a:gd name="connsiteX935" fmla="*/ 393677 w 3044273"/>
              <a:gd name="connsiteY935" fmla="*/ 2281545 h 3047670"/>
              <a:gd name="connsiteX936" fmla="*/ 387019 w 3044273"/>
              <a:gd name="connsiteY936" fmla="*/ 2288202 h 3047670"/>
              <a:gd name="connsiteX937" fmla="*/ 380362 w 3044273"/>
              <a:gd name="connsiteY937" fmla="*/ 2281545 h 3047670"/>
              <a:gd name="connsiteX938" fmla="*/ 387019 w 3044273"/>
              <a:gd name="connsiteY938" fmla="*/ 2274887 h 3047670"/>
              <a:gd name="connsiteX939" fmla="*/ 2006196 w 3044273"/>
              <a:gd name="connsiteY939" fmla="*/ 2268480 h 3047670"/>
              <a:gd name="connsiteX940" fmla="*/ 2030439 w 3044273"/>
              <a:gd name="connsiteY940" fmla="*/ 2292473 h 3047670"/>
              <a:gd name="connsiteX941" fmla="*/ 2006447 w 3044273"/>
              <a:gd name="connsiteY941" fmla="*/ 2316716 h 3047670"/>
              <a:gd name="connsiteX942" fmla="*/ 1982204 w 3044273"/>
              <a:gd name="connsiteY942" fmla="*/ 2292724 h 3047670"/>
              <a:gd name="connsiteX943" fmla="*/ 2006196 w 3044273"/>
              <a:gd name="connsiteY943" fmla="*/ 2268480 h 3047670"/>
              <a:gd name="connsiteX944" fmla="*/ 2661904 w 3044273"/>
              <a:gd name="connsiteY944" fmla="*/ 2263455 h 3047670"/>
              <a:gd name="connsiteX945" fmla="*/ 2671702 w 3044273"/>
              <a:gd name="connsiteY945" fmla="*/ 2273126 h 3047670"/>
              <a:gd name="connsiteX946" fmla="*/ 2662029 w 3044273"/>
              <a:gd name="connsiteY946" fmla="*/ 2282924 h 3047670"/>
              <a:gd name="connsiteX947" fmla="*/ 2652232 w 3044273"/>
              <a:gd name="connsiteY947" fmla="*/ 2273252 h 3047670"/>
              <a:gd name="connsiteX948" fmla="*/ 2661904 w 3044273"/>
              <a:gd name="connsiteY948" fmla="*/ 2263455 h 3047670"/>
              <a:gd name="connsiteX949" fmla="*/ 269444 w 3044273"/>
              <a:gd name="connsiteY949" fmla="*/ 2263330 h 3047670"/>
              <a:gd name="connsiteX950" fmla="*/ 273841 w 3044273"/>
              <a:gd name="connsiteY950" fmla="*/ 2267727 h 3047670"/>
              <a:gd name="connsiteX951" fmla="*/ 269444 w 3044273"/>
              <a:gd name="connsiteY951" fmla="*/ 2272123 h 3047670"/>
              <a:gd name="connsiteX952" fmla="*/ 264922 w 3044273"/>
              <a:gd name="connsiteY952" fmla="*/ 2267727 h 3047670"/>
              <a:gd name="connsiteX953" fmla="*/ 269444 w 3044273"/>
              <a:gd name="connsiteY953" fmla="*/ 2263330 h 3047670"/>
              <a:gd name="connsiteX954" fmla="*/ 1854201 w 3044273"/>
              <a:gd name="connsiteY954" fmla="*/ 2254160 h 3047670"/>
              <a:gd name="connsiteX955" fmla="*/ 1871537 w 3044273"/>
              <a:gd name="connsiteY955" fmla="*/ 2271368 h 3047670"/>
              <a:gd name="connsiteX956" fmla="*/ 1854326 w 3044273"/>
              <a:gd name="connsiteY956" fmla="*/ 2288703 h 3047670"/>
              <a:gd name="connsiteX957" fmla="*/ 1836992 w 3044273"/>
              <a:gd name="connsiteY957" fmla="*/ 2271495 h 3047670"/>
              <a:gd name="connsiteX958" fmla="*/ 1854201 w 3044273"/>
              <a:gd name="connsiteY958" fmla="*/ 2254160 h 3047670"/>
              <a:gd name="connsiteX959" fmla="*/ 1194598 w 3044273"/>
              <a:gd name="connsiteY959" fmla="*/ 2253659 h 3047670"/>
              <a:gd name="connsiteX960" fmla="*/ 1214821 w 3044273"/>
              <a:gd name="connsiteY960" fmla="*/ 2273757 h 3047670"/>
              <a:gd name="connsiteX961" fmla="*/ 1194723 w 3044273"/>
              <a:gd name="connsiteY961" fmla="*/ 2293981 h 3047670"/>
              <a:gd name="connsiteX962" fmla="*/ 1174499 w 3044273"/>
              <a:gd name="connsiteY962" fmla="*/ 2273883 h 3047670"/>
              <a:gd name="connsiteX963" fmla="*/ 1194598 w 3044273"/>
              <a:gd name="connsiteY963" fmla="*/ 2253659 h 3047670"/>
              <a:gd name="connsiteX964" fmla="*/ 2779480 w 3044273"/>
              <a:gd name="connsiteY964" fmla="*/ 2253531 h 3047670"/>
              <a:gd name="connsiteX965" fmla="*/ 2784630 w 3044273"/>
              <a:gd name="connsiteY965" fmla="*/ 2258555 h 3047670"/>
              <a:gd name="connsiteX966" fmla="*/ 2779605 w 3044273"/>
              <a:gd name="connsiteY966" fmla="*/ 2263705 h 3047670"/>
              <a:gd name="connsiteX967" fmla="*/ 2774455 w 3044273"/>
              <a:gd name="connsiteY967" fmla="*/ 2258681 h 3047670"/>
              <a:gd name="connsiteX968" fmla="*/ 2779480 w 3044273"/>
              <a:gd name="connsiteY968" fmla="*/ 2253531 h 3047670"/>
              <a:gd name="connsiteX969" fmla="*/ 1524463 w 3044273"/>
              <a:gd name="connsiteY969" fmla="*/ 2241850 h 3047670"/>
              <a:gd name="connsiteX970" fmla="*/ 1535518 w 3044273"/>
              <a:gd name="connsiteY970" fmla="*/ 2252904 h 3047670"/>
              <a:gd name="connsiteX971" fmla="*/ 1524463 w 3044273"/>
              <a:gd name="connsiteY971" fmla="*/ 2263958 h 3047670"/>
              <a:gd name="connsiteX972" fmla="*/ 1513409 w 3044273"/>
              <a:gd name="connsiteY972" fmla="*/ 2252904 h 3047670"/>
              <a:gd name="connsiteX973" fmla="*/ 1524463 w 3044273"/>
              <a:gd name="connsiteY973" fmla="*/ 2241850 h 3047670"/>
              <a:gd name="connsiteX974" fmla="*/ 2894164 w 3044273"/>
              <a:gd name="connsiteY974" fmla="*/ 2240469 h 3047670"/>
              <a:gd name="connsiteX975" fmla="*/ 2896174 w 3044273"/>
              <a:gd name="connsiteY975" fmla="*/ 2242479 h 3047670"/>
              <a:gd name="connsiteX976" fmla="*/ 2894164 w 3044273"/>
              <a:gd name="connsiteY976" fmla="*/ 2244489 h 3047670"/>
              <a:gd name="connsiteX977" fmla="*/ 2892154 w 3044273"/>
              <a:gd name="connsiteY977" fmla="*/ 2242479 h 3047670"/>
              <a:gd name="connsiteX978" fmla="*/ 2894164 w 3044273"/>
              <a:gd name="connsiteY978" fmla="*/ 2240469 h 3047670"/>
              <a:gd name="connsiteX979" fmla="*/ 1439295 w 3044273"/>
              <a:gd name="connsiteY979" fmla="*/ 2235947 h 3047670"/>
              <a:gd name="connsiteX980" fmla="*/ 1451104 w 3044273"/>
              <a:gd name="connsiteY980" fmla="*/ 2247629 h 3047670"/>
              <a:gd name="connsiteX981" fmla="*/ 1439420 w 3044273"/>
              <a:gd name="connsiteY981" fmla="*/ 2259438 h 3047670"/>
              <a:gd name="connsiteX982" fmla="*/ 1427613 w 3044273"/>
              <a:gd name="connsiteY982" fmla="*/ 2247756 h 3047670"/>
              <a:gd name="connsiteX983" fmla="*/ 1439295 w 3044273"/>
              <a:gd name="connsiteY983" fmla="*/ 2235947 h 3047670"/>
              <a:gd name="connsiteX984" fmla="*/ 1609379 w 3044273"/>
              <a:gd name="connsiteY984" fmla="*/ 2235067 h 3047670"/>
              <a:gd name="connsiteX985" fmla="*/ 1621313 w 3044273"/>
              <a:gd name="connsiteY985" fmla="*/ 2247001 h 3047670"/>
              <a:gd name="connsiteX986" fmla="*/ 1609379 w 3044273"/>
              <a:gd name="connsiteY986" fmla="*/ 2259059 h 3047670"/>
              <a:gd name="connsiteX987" fmla="*/ 1597445 w 3044273"/>
              <a:gd name="connsiteY987" fmla="*/ 2247126 h 3047670"/>
              <a:gd name="connsiteX988" fmla="*/ 1609379 w 3044273"/>
              <a:gd name="connsiteY988" fmla="*/ 2235067 h 3047670"/>
              <a:gd name="connsiteX989" fmla="*/ 707085 w 3044273"/>
              <a:gd name="connsiteY989" fmla="*/ 2229413 h 3047670"/>
              <a:gd name="connsiteX990" fmla="*/ 720149 w 3044273"/>
              <a:gd name="connsiteY990" fmla="*/ 2242479 h 3047670"/>
              <a:gd name="connsiteX991" fmla="*/ 707211 w 3044273"/>
              <a:gd name="connsiteY991" fmla="*/ 2255542 h 3047670"/>
              <a:gd name="connsiteX992" fmla="*/ 694147 w 3044273"/>
              <a:gd name="connsiteY992" fmla="*/ 2242479 h 3047670"/>
              <a:gd name="connsiteX993" fmla="*/ 707085 w 3044273"/>
              <a:gd name="connsiteY993" fmla="*/ 2229413 h 3047670"/>
              <a:gd name="connsiteX994" fmla="*/ 837598 w 3044273"/>
              <a:gd name="connsiteY994" fmla="*/ 2229162 h 3047670"/>
              <a:gd name="connsiteX995" fmla="*/ 855309 w 3044273"/>
              <a:gd name="connsiteY995" fmla="*/ 2246748 h 3047670"/>
              <a:gd name="connsiteX996" fmla="*/ 837725 w 3044273"/>
              <a:gd name="connsiteY996" fmla="*/ 2264586 h 3047670"/>
              <a:gd name="connsiteX997" fmla="*/ 819887 w 3044273"/>
              <a:gd name="connsiteY997" fmla="*/ 2247000 h 3047670"/>
              <a:gd name="connsiteX998" fmla="*/ 837598 w 3044273"/>
              <a:gd name="connsiteY998" fmla="*/ 2229162 h 3047670"/>
              <a:gd name="connsiteX999" fmla="*/ 974645 w 3044273"/>
              <a:gd name="connsiteY999" fmla="*/ 2224641 h 3047670"/>
              <a:gd name="connsiteX1000" fmla="*/ 994869 w 3044273"/>
              <a:gd name="connsiteY1000" fmla="*/ 2244739 h 3047670"/>
              <a:gd name="connsiteX1001" fmla="*/ 974770 w 3044273"/>
              <a:gd name="connsiteY1001" fmla="*/ 2264963 h 3047670"/>
              <a:gd name="connsiteX1002" fmla="*/ 954547 w 3044273"/>
              <a:gd name="connsiteY1002" fmla="*/ 2244865 h 3047670"/>
              <a:gd name="connsiteX1003" fmla="*/ 974645 w 3044273"/>
              <a:gd name="connsiteY1003" fmla="*/ 2224641 h 3047670"/>
              <a:gd name="connsiteX1004" fmla="*/ 582224 w 3044273"/>
              <a:gd name="connsiteY1004" fmla="*/ 2222883 h 3047670"/>
              <a:gd name="connsiteX1005" fmla="*/ 592902 w 3044273"/>
              <a:gd name="connsiteY1005" fmla="*/ 2233434 h 3047670"/>
              <a:gd name="connsiteX1006" fmla="*/ 582349 w 3044273"/>
              <a:gd name="connsiteY1006" fmla="*/ 2244111 h 3047670"/>
              <a:gd name="connsiteX1007" fmla="*/ 571672 w 3044273"/>
              <a:gd name="connsiteY1007" fmla="*/ 2233560 h 3047670"/>
              <a:gd name="connsiteX1008" fmla="*/ 582224 w 3044273"/>
              <a:gd name="connsiteY1008" fmla="*/ 2222883 h 3047670"/>
              <a:gd name="connsiteX1009" fmla="*/ 2211073 w 3044273"/>
              <a:gd name="connsiteY1009" fmla="*/ 2217983 h 3047670"/>
              <a:gd name="connsiteX1010" fmla="*/ 2235064 w 3044273"/>
              <a:gd name="connsiteY1010" fmla="*/ 2241849 h 3047670"/>
              <a:gd name="connsiteX1011" fmla="*/ 2211198 w 3044273"/>
              <a:gd name="connsiteY1011" fmla="*/ 2265842 h 3047670"/>
              <a:gd name="connsiteX1012" fmla="*/ 2187205 w 3044273"/>
              <a:gd name="connsiteY1012" fmla="*/ 2241976 h 3047670"/>
              <a:gd name="connsiteX1013" fmla="*/ 2211073 w 3044273"/>
              <a:gd name="connsiteY1013" fmla="*/ 2217983 h 3047670"/>
              <a:gd name="connsiteX1014" fmla="*/ 1355636 w 3044273"/>
              <a:gd name="connsiteY1014" fmla="*/ 2217731 h 3047670"/>
              <a:gd name="connsiteX1015" fmla="*/ 1369579 w 3044273"/>
              <a:gd name="connsiteY1015" fmla="*/ 2231675 h 3047670"/>
              <a:gd name="connsiteX1016" fmla="*/ 1355761 w 3044273"/>
              <a:gd name="connsiteY1016" fmla="*/ 2245618 h 3047670"/>
              <a:gd name="connsiteX1017" fmla="*/ 1341692 w 3044273"/>
              <a:gd name="connsiteY1017" fmla="*/ 2231800 h 3047670"/>
              <a:gd name="connsiteX1018" fmla="*/ 1355636 w 3044273"/>
              <a:gd name="connsiteY1018" fmla="*/ 2217731 h 3047670"/>
              <a:gd name="connsiteX1019" fmla="*/ 1693038 w 3044273"/>
              <a:gd name="connsiteY1019" fmla="*/ 2215847 h 3047670"/>
              <a:gd name="connsiteX1020" fmla="*/ 1707734 w 3044273"/>
              <a:gd name="connsiteY1020" fmla="*/ 2230418 h 3047670"/>
              <a:gd name="connsiteX1021" fmla="*/ 1693163 w 3044273"/>
              <a:gd name="connsiteY1021" fmla="*/ 2245115 h 3047670"/>
              <a:gd name="connsiteX1022" fmla="*/ 1678466 w 3044273"/>
              <a:gd name="connsiteY1022" fmla="*/ 2230544 h 3047670"/>
              <a:gd name="connsiteX1023" fmla="*/ 1693038 w 3044273"/>
              <a:gd name="connsiteY1023" fmla="*/ 2215847 h 3047670"/>
              <a:gd name="connsiteX1024" fmla="*/ 2073901 w 3044273"/>
              <a:gd name="connsiteY1024" fmla="*/ 2215596 h 3047670"/>
              <a:gd name="connsiteX1025" fmla="*/ 2099275 w 3044273"/>
              <a:gd name="connsiteY1025" fmla="*/ 2240719 h 3047670"/>
              <a:gd name="connsiteX1026" fmla="*/ 2074152 w 3044273"/>
              <a:gd name="connsiteY1026" fmla="*/ 2266093 h 3047670"/>
              <a:gd name="connsiteX1027" fmla="*/ 2048904 w 3044273"/>
              <a:gd name="connsiteY1027" fmla="*/ 2240970 h 3047670"/>
              <a:gd name="connsiteX1028" fmla="*/ 2073901 w 3044273"/>
              <a:gd name="connsiteY1028" fmla="*/ 2215596 h 3047670"/>
              <a:gd name="connsiteX1029" fmla="*/ 2341462 w 3044273"/>
              <a:gd name="connsiteY1029" fmla="*/ 2215471 h 3047670"/>
              <a:gd name="connsiteX1030" fmla="*/ 2362566 w 3044273"/>
              <a:gd name="connsiteY1030" fmla="*/ 2236449 h 3047670"/>
              <a:gd name="connsiteX1031" fmla="*/ 2341588 w 3044273"/>
              <a:gd name="connsiteY1031" fmla="*/ 2257551 h 3047670"/>
              <a:gd name="connsiteX1032" fmla="*/ 2320484 w 3044273"/>
              <a:gd name="connsiteY1032" fmla="*/ 2236574 h 3047670"/>
              <a:gd name="connsiteX1033" fmla="*/ 2341462 w 3044273"/>
              <a:gd name="connsiteY1033" fmla="*/ 2215471 h 3047670"/>
              <a:gd name="connsiteX1034" fmla="*/ 461633 w 3044273"/>
              <a:gd name="connsiteY1034" fmla="*/ 2212832 h 3047670"/>
              <a:gd name="connsiteX1035" fmla="*/ 470300 w 3044273"/>
              <a:gd name="connsiteY1035" fmla="*/ 2221499 h 3047670"/>
              <a:gd name="connsiteX1036" fmla="*/ 461759 w 3044273"/>
              <a:gd name="connsiteY1036" fmla="*/ 2230166 h 3047670"/>
              <a:gd name="connsiteX1037" fmla="*/ 453092 w 3044273"/>
              <a:gd name="connsiteY1037" fmla="*/ 2221499 h 3047670"/>
              <a:gd name="connsiteX1038" fmla="*/ 461633 w 3044273"/>
              <a:gd name="connsiteY1038" fmla="*/ 2212832 h 3047670"/>
              <a:gd name="connsiteX1039" fmla="*/ 1119855 w 3044273"/>
              <a:gd name="connsiteY1039" fmla="*/ 2212707 h 3047670"/>
              <a:gd name="connsiteX1040" fmla="*/ 1140079 w 3044273"/>
              <a:gd name="connsiteY1040" fmla="*/ 2232805 h 3047670"/>
              <a:gd name="connsiteX1041" fmla="*/ 1119980 w 3044273"/>
              <a:gd name="connsiteY1041" fmla="*/ 2253029 h 3047670"/>
              <a:gd name="connsiteX1042" fmla="*/ 1099757 w 3044273"/>
              <a:gd name="connsiteY1042" fmla="*/ 2232931 h 3047670"/>
              <a:gd name="connsiteX1043" fmla="*/ 1119855 w 3044273"/>
              <a:gd name="connsiteY1043" fmla="*/ 2212707 h 3047670"/>
              <a:gd name="connsiteX1044" fmla="*/ 2466323 w 3044273"/>
              <a:gd name="connsiteY1044" fmla="*/ 2211701 h 3047670"/>
              <a:gd name="connsiteX1045" fmla="*/ 2481397 w 3044273"/>
              <a:gd name="connsiteY1045" fmla="*/ 2226650 h 3047670"/>
              <a:gd name="connsiteX1046" fmla="*/ 2466448 w 3044273"/>
              <a:gd name="connsiteY1046" fmla="*/ 2241849 h 3047670"/>
              <a:gd name="connsiteX1047" fmla="*/ 2451374 w 3044273"/>
              <a:gd name="connsiteY1047" fmla="*/ 2226775 h 3047670"/>
              <a:gd name="connsiteX1048" fmla="*/ 2466323 w 3044273"/>
              <a:gd name="connsiteY1048" fmla="*/ 2211701 h 3047670"/>
              <a:gd name="connsiteX1049" fmla="*/ 1928565 w 3044273"/>
              <a:gd name="connsiteY1049" fmla="*/ 2208687 h 3047670"/>
              <a:gd name="connsiteX1050" fmla="*/ 1949919 w 3044273"/>
              <a:gd name="connsiteY1050" fmla="*/ 2229915 h 3047670"/>
              <a:gd name="connsiteX1051" fmla="*/ 1928816 w 3044273"/>
              <a:gd name="connsiteY1051" fmla="*/ 2251270 h 3047670"/>
              <a:gd name="connsiteX1052" fmla="*/ 1907462 w 3044273"/>
              <a:gd name="connsiteY1052" fmla="*/ 2230041 h 3047670"/>
              <a:gd name="connsiteX1053" fmla="*/ 1928565 w 3044273"/>
              <a:gd name="connsiteY1053" fmla="*/ 2208687 h 3047670"/>
              <a:gd name="connsiteX1054" fmla="*/ 344812 w 3044273"/>
              <a:gd name="connsiteY1054" fmla="*/ 2202910 h 3047670"/>
              <a:gd name="connsiteX1055" fmla="*/ 349208 w 3044273"/>
              <a:gd name="connsiteY1055" fmla="*/ 2207307 h 3047670"/>
              <a:gd name="connsiteX1056" fmla="*/ 344812 w 3044273"/>
              <a:gd name="connsiteY1056" fmla="*/ 2211703 h 3047670"/>
              <a:gd name="connsiteX1057" fmla="*/ 340416 w 3044273"/>
              <a:gd name="connsiteY1057" fmla="*/ 2207307 h 3047670"/>
              <a:gd name="connsiteX1058" fmla="*/ 344812 w 3044273"/>
              <a:gd name="connsiteY1058" fmla="*/ 2202910 h 3047670"/>
              <a:gd name="connsiteX1059" fmla="*/ 2586788 w 3044273"/>
              <a:gd name="connsiteY1059" fmla="*/ 2201150 h 3047670"/>
              <a:gd name="connsiteX1060" fmla="*/ 2599474 w 3044273"/>
              <a:gd name="connsiteY1060" fmla="*/ 2213711 h 3047670"/>
              <a:gd name="connsiteX1061" fmla="*/ 2586913 w 3044273"/>
              <a:gd name="connsiteY1061" fmla="*/ 2226398 h 3047670"/>
              <a:gd name="connsiteX1062" fmla="*/ 2574226 w 3044273"/>
              <a:gd name="connsiteY1062" fmla="*/ 2213837 h 3047670"/>
              <a:gd name="connsiteX1063" fmla="*/ 2586788 w 3044273"/>
              <a:gd name="connsiteY1063" fmla="*/ 2201150 h 3047670"/>
              <a:gd name="connsiteX1064" fmla="*/ 231007 w 3044273"/>
              <a:gd name="connsiteY1064" fmla="*/ 2190348 h 3047670"/>
              <a:gd name="connsiteX1065" fmla="*/ 232388 w 3044273"/>
              <a:gd name="connsiteY1065" fmla="*/ 2191605 h 3047670"/>
              <a:gd name="connsiteX1066" fmla="*/ 231007 w 3044273"/>
              <a:gd name="connsiteY1066" fmla="*/ 2192985 h 3047670"/>
              <a:gd name="connsiteX1067" fmla="*/ 229625 w 3044273"/>
              <a:gd name="connsiteY1067" fmla="*/ 2191605 h 3047670"/>
              <a:gd name="connsiteX1068" fmla="*/ 231007 w 3044273"/>
              <a:gd name="connsiteY1068" fmla="*/ 2190348 h 3047670"/>
              <a:gd name="connsiteX1069" fmla="*/ 2703483 w 3044273"/>
              <a:gd name="connsiteY1069" fmla="*/ 2188965 h 3047670"/>
              <a:gd name="connsiteX1070" fmla="*/ 2713281 w 3044273"/>
              <a:gd name="connsiteY1070" fmla="*/ 2198636 h 3047670"/>
              <a:gd name="connsiteX1071" fmla="*/ 2703608 w 3044273"/>
              <a:gd name="connsiteY1071" fmla="*/ 2208434 h 3047670"/>
              <a:gd name="connsiteX1072" fmla="*/ 2693811 w 3044273"/>
              <a:gd name="connsiteY1072" fmla="*/ 2198762 h 3047670"/>
              <a:gd name="connsiteX1073" fmla="*/ 2703483 w 3044273"/>
              <a:gd name="connsiteY1073" fmla="*/ 2188965 h 3047670"/>
              <a:gd name="connsiteX1074" fmla="*/ 1274613 w 3044273"/>
              <a:gd name="connsiteY1074" fmla="*/ 2187962 h 3047670"/>
              <a:gd name="connsiteX1075" fmla="*/ 1291949 w 3044273"/>
              <a:gd name="connsiteY1075" fmla="*/ 2205170 h 3047670"/>
              <a:gd name="connsiteX1076" fmla="*/ 1274740 w 3044273"/>
              <a:gd name="connsiteY1076" fmla="*/ 2222505 h 3047670"/>
              <a:gd name="connsiteX1077" fmla="*/ 1257405 w 3044273"/>
              <a:gd name="connsiteY1077" fmla="*/ 2205297 h 3047670"/>
              <a:gd name="connsiteX1078" fmla="*/ 1274613 w 3044273"/>
              <a:gd name="connsiteY1078" fmla="*/ 2187962 h 3047670"/>
              <a:gd name="connsiteX1079" fmla="*/ 1773806 w 3044273"/>
              <a:gd name="connsiteY1079" fmla="*/ 2186078 h 3047670"/>
              <a:gd name="connsiteX1080" fmla="*/ 1791142 w 3044273"/>
              <a:gd name="connsiteY1080" fmla="*/ 2203286 h 3047670"/>
              <a:gd name="connsiteX1081" fmla="*/ 1773933 w 3044273"/>
              <a:gd name="connsiteY1081" fmla="*/ 2220621 h 3047670"/>
              <a:gd name="connsiteX1082" fmla="*/ 1756597 w 3044273"/>
              <a:gd name="connsiteY1082" fmla="*/ 2203413 h 3047670"/>
              <a:gd name="connsiteX1083" fmla="*/ 1773806 w 3044273"/>
              <a:gd name="connsiteY1083" fmla="*/ 2186078 h 3047670"/>
              <a:gd name="connsiteX1084" fmla="*/ 2817415 w 3044273"/>
              <a:gd name="connsiteY1084" fmla="*/ 2178414 h 3047670"/>
              <a:gd name="connsiteX1085" fmla="*/ 2821185 w 3044273"/>
              <a:gd name="connsiteY1085" fmla="*/ 2182183 h 3047670"/>
              <a:gd name="connsiteX1086" fmla="*/ 2817415 w 3044273"/>
              <a:gd name="connsiteY1086" fmla="*/ 2185951 h 3047670"/>
              <a:gd name="connsiteX1087" fmla="*/ 2813646 w 3044273"/>
              <a:gd name="connsiteY1087" fmla="*/ 2182183 h 3047670"/>
              <a:gd name="connsiteX1088" fmla="*/ 2817415 w 3044273"/>
              <a:gd name="connsiteY1088" fmla="*/ 2178414 h 3047670"/>
              <a:gd name="connsiteX1089" fmla="*/ 911963 w 3044273"/>
              <a:gd name="connsiteY1089" fmla="*/ 2168365 h 3047670"/>
              <a:gd name="connsiteX1090" fmla="*/ 930806 w 3044273"/>
              <a:gd name="connsiteY1090" fmla="*/ 2187082 h 3047670"/>
              <a:gd name="connsiteX1091" fmla="*/ 912090 w 3044273"/>
              <a:gd name="connsiteY1091" fmla="*/ 2205925 h 3047670"/>
              <a:gd name="connsiteX1092" fmla="*/ 893247 w 3044273"/>
              <a:gd name="connsiteY1092" fmla="*/ 2187208 h 3047670"/>
              <a:gd name="connsiteX1093" fmla="*/ 911963 w 3044273"/>
              <a:gd name="connsiteY1093" fmla="*/ 2168365 h 3047670"/>
              <a:gd name="connsiteX1094" fmla="*/ 1050140 w 3044273"/>
              <a:gd name="connsiteY1094" fmla="*/ 2166732 h 3047670"/>
              <a:gd name="connsiteX1095" fmla="*/ 1067224 w 3044273"/>
              <a:gd name="connsiteY1095" fmla="*/ 2183691 h 3047670"/>
              <a:gd name="connsiteX1096" fmla="*/ 1050266 w 3044273"/>
              <a:gd name="connsiteY1096" fmla="*/ 2200774 h 3047670"/>
              <a:gd name="connsiteX1097" fmla="*/ 1033182 w 3044273"/>
              <a:gd name="connsiteY1097" fmla="*/ 2183816 h 3047670"/>
              <a:gd name="connsiteX1098" fmla="*/ 1050140 w 3044273"/>
              <a:gd name="connsiteY1098" fmla="*/ 2166732 h 3047670"/>
              <a:gd name="connsiteX1099" fmla="*/ 781324 w 3044273"/>
              <a:gd name="connsiteY1099" fmla="*/ 2165476 h 3047670"/>
              <a:gd name="connsiteX1100" fmla="*/ 798910 w 3044273"/>
              <a:gd name="connsiteY1100" fmla="*/ 2182812 h 3047670"/>
              <a:gd name="connsiteX1101" fmla="*/ 781450 w 3044273"/>
              <a:gd name="connsiteY1101" fmla="*/ 2200398 h 3047670"/>
              <a:gd name="connsiteX1102" fmla="*/ 763864 w 3044273"/>
              <a:gd name="connsiteY1102" fmla="*/ 2182937 h 3047670"/>
              <a:gd name="connsiteX1103" fmla="*/ 781324 w 3044273"/>
              <a:gd name="connsiteY1103" fmla="*/ 2165476 h 3047670"/>
              <a:gd name="connsiteX1104" fmla="*/ 2928708 w 3044273"/>
              <a:gd name="connsiteY1104" fmla="*/ 2163341 h 3047670"/>
              <a:gd name="connsiteX1105" fmla="*/ 2929840 w 3044273"/>
              <a:gd name="connsiteY1105" fmla="*/ 2164471 h 3047670"/>
              <a:gd name="connsiteX1106" fmla="*/ 2928708 w 3044273"/>
              <a:gd name="connsiteY1106" fmla="*/ 2165601 h 3047670"/>
              <a:gd name="connsiteX1107" fmla="*/ 2927578 w 3044273"/>
              <a:gd name="connsiteY1107" fmla="*/ 2164471 h 3047670"/>
              <a:gd name="connsiteX1108" fmla="*/ 2928708 w 3044273"/>
              <a:gd name="connsiteY1108" fmla="*/ 2163341 h 3047670"/>
              <a:gd name="connsiteX1109" fmla="*/ 1998030 w 3044273"/>
              <a:gd name="connsiteY1109" fmla="*/ 2161331 h 3047670"/>
              <a:gd name="connsiteX1110" fmla="*/ 2017124 w 3044273"/>
              <a:gd name="connsiteY1110" fmla="*/ 2180299 h 3047670"/>
              <a:gd name="connsiteX1111" fmla="*/ 1998156 w 3044273"/>
              <a:gd name="connsiteY1111" fmla="*/ 2199392 h 3047670"/>
              <a:gd name="connsiteX1112" fmla="*/ 1979062 w 3044273"/>
              <a:gd name="connsiteY1112" fmla="*/ 2180424 h 3047670"/>
              <a:gd name="connsiteX1113" fmla="*/ 1998030 w 3044273"/>
              <a:gd name="connsiteY1113" fmla="*/ 2161331 h 3047670"/>
              <a:gd name="connsiteX1114" fmla="*/ 1850432 w 3044273"/>
              <a:gd name="connsiteY1114" fmla="*/ 2158567 h 3047670"/>
              <a:gd name="connsiteX1115" fmla="*/ 1857969 w 3044273"/>
              <a:gd name="connsiteY1115" fmla="*/ 2166103 h 3047670"/>
              <a:gd name="connsiteX1116" fmla="*/ 1850432 w 3044273"/>
              <a:gd name="connsiteY1116" fmla="*/ 2173639 h 3047670"/>
              <a:gd name="connsiteX1117" fmla="*/ 1842895 w 3044273"/>
              <a:gd name="connsiteY1117" fmla="*/ 2166103 h 3047670"/>
              <a:gd name="connsiteX1118" fmla="*/ 1850432 w 3044273"/>
              <a:gd name="connsiteY1118" fmla="*/ 2158567 h 3047670"/>
              <a:gd name="connsiteX1119" fmla="*/ 656463 w 3044273"/>
              <a:gd name="connsiteY1119" fmla="*/ 2158567 h 3047670"/>
              <a:gd name="connsiteX1120" fmla="*/ 671788 w 3044273"/>
              <a:gd name="connsiteY1120" fmla="*/ 2173766 h 3047670"/>
              <a:gd name="connsiteX1121" fmla="*/ 656589 w 3044273"/>
              <a:gd name="connsiteY1121" fmla="*/ 2189091 h 3047670"/>
              <a:gd name="connsiteX1122" fmla="*/ 641264 w 3044273"/>
              <a:gd name="connsiteY1122" fmla="*/ 2173893 h 3047670"/>
              <a:gd name="connsiteX1123" fmla="*/ 656463 w 3044273"/>
              <a:gd name="connsiteY1123" fmla="*/ 2158567 h 3047670"/>
              <a:gd name="connsiteX1124" fmla="*/ 2136081 w 3044273"/>
              <a:gd name="connsiteY1124" fmla="*/ 2158191 h 3047670"/>
              <a:gd name="connsiteX1125" fmla="*/ 2160576 w 3044273"/>
              <a:gd name="connsiteY1125" fmla="*/ 2182435 h 3047670"/>
              <a:gd name="connsiteX1126" fmla="*/ 2136333 w 3044273"/>
              <a:gd name="connsiteY1126" fmla="*/ 2206930 h 3047670"/>
              <a:gd name="connsiteX1127" fmla="*/ 2111963 w 3044273"/>
              <a:gd name="connsiteY1127" fmla="*/ 2182687 h 3047670"/>
              <a:gd name="connsiteX1128" fmla="*/ 2136081 w 3044273"/>
              <a:gd name="connsiteY1128" fmla="*/ 2158191 h 3047670"/>
              <a:gd name="connsiteX1129" fmla="*/ 1197738 w 3044273"/>
              <a:gd name="connsiteY1129" fmla="*/ 2156683 h 3047670"/>
              <a:gd name="connsiteX1130" fmla="*/ 1209545 w 3044273"/>
              <a:gd name="connsiteY1130" fmla="*/ 2168365 h 3047670"/>
              <a:gd name="connsiteX1131" fmla="*/ 1197863 w 3044273"/>
              <a:gd name="connsiteY1131" fmla="*/ 2180174 h 3047670"/>
              <a:gd name="connsiteX1132" fmla="*/ 1186056 w 3044273"/>
              <a:gd name="connsiteY1132" fmla="*/ 2168492 h 3047670"/>
              <a:gd name="connsiteX1133" fmla="*/ 1197738 w 3044273"/>
              <a:gd name="connsiteY1133" fmla="*/ 2156683 h 3047670"/>
              <a:gd name="connsiteX1134" fmla="*/ 1524086 w 3044273"/>
              <a:gd name="connsiteY1134" fmla="*/ 2155426 h 3047670"/>
              <a:gd name="connsiteX1135" fmla="*/ 1526473 w 3044273"/>
              <a:gd name="connsiteY1135" fmla="*/ 2157813 h 3047670"/>
              <a:gd name="connsiteX1136" fmla="*/ 1524086 w 3044273"/>
              <a:gd name="connsiteY1136" fmla="*/ 2160325 h 3047670"/>
              <a:gd name="connsiteX1137" fmla="*/ 1521699 w 3044273"/>
              <a:gd name="connsiteY1137" fmla="*/ 2157938 h 3047670"/>
              <a:gd name="connsiteX1138" fmla="*/ 1524086 w 3044273"/>
              <a:gd name="connsiteY1138" fmla="*/ 2155426 h 3047670"/>
              <a:gd name="connsiteX1139" fmla="*/ 2266973 w 3044273"/>
              <a:gd name="connsiteY1139" fmla="*/ 2153039 h 3047670"/>
              <a:gd name="connsiteX1140" fmla="*/ 2291592 w 3044273"/>
              <a:gd name="connsiteY1140" fmla="*/ 2177534 h 3047670"/>
              <a:gd name="connsiteX1141" fmla="*/ 2267098 w 3044273"/>
              <a:gd name="connsiteY1141" fmla="*/ 2202154 h 3047670"/>
              <a:gd name="connsiteX1142" fmla="*/ 2242478 w 3044273"/>
              <a:gd name="connsiteY1142" fmla="*/ 2177659 h 3047670"/>
              <a:gd name="connsiteX1143" fmla="*/ 2266973 w 3044273"/>
              <a:gd name="connsiteY1143" fmla="*/ 2153039 h 3047670"/>
              <a:gd name="connsiteX1144" fmla="*/ 536501 w 3044273"/>
              <a:gd name="connsiteY1144" fmla="*/ 2152286 h 3047670"/>
              <a:gd name="connsiteX1145" fmla="*/ 545670 w 3044273"/>
              <a:gd name="connsiteY1145" fmla="*/ 2161330 h 3047670"/>
              <a:gd name="connsiteX1146" fmla="*/ 536626 w 3044273"/>
              <a:gd name="connsiteY1146" fmla="*/ 2170500 h 3047670"/>
              <a:gd name="connsiteX1147" fmla="*/ 527582 w 3044273"/>
              <a:gd name="connsiteY1147" fmla="*/ 2161456 h 3047670"/>
              <a:gd name="connsiteX1148" fmla="*/ 536501 w 3044273"/>
              <a:gd name="connsiteY1148" fmla="*/ 2152286 h 3047670"/>
              <a:gd name="connsiteX1149" fmla="*/ 1439042 w 3044273"/>
              <a:gd name="connsiteY1149" fmla="*/ 2149146 h 3047670"/>
              <a:gd name="connsiteX1150" fmla="*/ 1441679 w 3044273"/>
              <a:gd name="connsiteY1150" fmla="*/ 2151783 h 3047670"/>
              <a:gd name="connsiteX1151" fmla="*/ 1439042 w 3044273"/>
              <a:gd name="connsiteY1151" fmla="*/ 2154420 h 3047670"/>
              <a:gd name="connsiteX1152" fmla="*/ 1436405 w 3044273"/>
              <a:gd name="connsiteY1152" fmla="*/ 2151783 h 3047670"/>
              <a:gd name="connsiteX1153" fmla="*/ 1439042 w 3044273"/>
              <a:gd name="connsiteY1153" fmla="*/ 2149146 h 3047670"/>
              <a:gd name="connsiteX1154" fmla="*/ 1609001 w 3044273"/>
              <a:gd name="connsiteY1154" fmla="*/ 2148267 h 3047670"/>
              <a:gd name="connsiteX1155" fmla="*/ 1611891 w 3044273"/>
              <a:gd name="connsiteY1155" fmla="*/ 2151157 h 3047670"/>
              <a:gd name="connsiteX1156" fmla="*/ 1609001 w 3044273"/>
              <a:gd name="connsiteY1156" fmla="*/ 2154045 h 3047670"/>
              <a:gd name="connsiteX1157" fmla="*/ 1606111 w 3044273"/>
              <a:gd name="connsiteY1157" fmla="*/ 2151157 h 3047670"/>
              <a:gd name="connsiteX1158" fmla="*/ 1609001 w 3044273"/>
              <a:gd name="connsiteY1158" fmla="*/ 2148267 h 3047670"/>
              <a:gd name="connsiteX1159" fmla="*/ 2391582 w 3044273"/>
              <a:gd name="connsiteY1159" fmla="*/ 2146509 h 3047670"/>
              <a:gd name="connsiteX1160" fmla="*/ 2412686 w 3044273"/>
              <a:gd name="connsiteY1160" fmla="*/ 2167487 h 3047670"/>
              <a:gd name="connsiteX1161" fmla="*/ 2391708 w 3044273"/>
              <a:gd name="connsiteY1161" fmla="*/ 2188589 h 3047670"/>
              <a:gd name="connsiteX1162" fmla="*/ 2370604 w 3044273"/>
              <a:gd name="connsiteY1162" fmla="*/ 2167612 h 3047670"/>
              <a:gd name="connsiteX1163" fmla="*/ 2391582 w 3044273"/>
              <a:gd name="connsiteY1163" fmla="*/ 2146509 h 3047670"/>
              <a:gd name="connsiteX1164" fmla="*/ 420557 w 3044273"/>
              <a:gd name="connsiteY1164" fmla="*/ 2141108 h 3047670"/>
              <a:gd name="connsiteX1165" fmla="*/ 426336 w 3044273"/>
              <a:gd name="connsiteY1165" fmla="*/ 2146887 h 3047670"/>
              <a:gd name="connsiteX1166" fmla="*/ 420557 w 3044273"/>
              <a:gd name="connsiteY1166" fmla="*/ 2152664 h 3047670"/>
              <a:gd name="connsiteX1167" fmla="*/ 414780 w 3044273"/>
              <a:gd name="connsiteY1167" fmla="*/ 2146887 h 3047670"/>
              <a:gd name="connsiteX1168" fmla="*/ 420557 w 3044273"/>
              <a:gd name="connsiteY1168" fmla="*/ 2141108 h 3047670"/>
              <a:gd name="connsiteX1169" fmla="*/ 2511417 w 3044273"/>
              <a:gd name="connsiteY1169" fmla="*/ 2135956 h 3047670"/>
              <a:gd name="connsiteX1170" fmla="*/ 2529883 w 3044273"/>
              <a:gd name="connsiteY1170" fmla="*/ 2154297 h 3047670"/>
              <a:gd name="connsiteX1171" fmla="*/ 2511544 w 3044273"/>
              <a:gd name="connsiteY1171" fmla="*/ 2172761 h 3047670"/>
              <a:gd name="connsiteX1172" fmla="*/ 2493078 w 3044273"/>
              <a:gd name="connsiteY1172" fmla="*/ 2154422 h 3047670"/>
              <a:gd name="connsiteX1173" fmla="*/ 2511417 w 3044273"/>
              <a:gd name="connsiteY1173" fmla="*/ 2135956 h 3047670"/>
              <a:gd name="connsiteX1174" fmla="*/ 1356013 w 3044273"/>
              <a:gd name="connsiteY1174" fmla="*/ 2129173 h 3047670"/>
              <a:gd name="connsiteX1175" fmla="*/ 1360033 w 3044273"/>
              <a:gd name="connsiteY1175" fmla="*/ 2133193 h 3047670"/>
              <a:gd name="connsiteX1176" fmla="*/ 1356013 w 3044273"/>
              <a:gd name="connsiteY1176" fmla="*/ 2137212 h 3047670"/>
              <a:gd name="connsiteX1177" fmla="*/ 1351993 w 3044273"/>
              <a:gd name="connsiteY1177" fmla="*/ 2133193 h 3047670"/>
              <a:gd name="connsiteX1178" fmla="*/ 1356013 w 3044273"/>
              <a:gd name="connsiteY1178" fmla="*/ 2129173 h 3047670"/>
              <a:gd name="connsiteX1179" fmla="*/ 1692032 w 3044273"/>
              <a:gd name="connsiteY1179" fmla="*/ 2127542 h 3047670"/>
              <a:gd name="connsiteX1180" fmla="*/ 1696427 w 3044273"/>
              <a:gd name="connsiteY1180" fmla="*/ 2131939 h 3047670"/>
              <a:gd name="connsiteX1181" fmla="*/ 1692032 w 3044273"/>
              <a:gd name="connsiteY1181" fmla="*/ 2136335 h 3047670"/>
              <a:gd name="connsiteX1182" fmla="*/ 1687635 w 3044273"/>
              <a:gd name="connsiteY1182" fmla="*/ 2131939 h 3047670"/>
              <a:gd name="connsiteX1183" fmla="*/ 1692032 w 3044273"/>
              <a:gd name="connsiteY1183" fmla="*/ 2127542 h 3047670"/>
              <a:gd name="connsiteX1184" fmla="*/ 307755 w 3044273"/>
              <a:gd name="connsiteY1184" fmla="*/ 2127163 h 3047670"/>
              <a:gd name="connsiteX1185" fmla="*/ 311273 w 3044273"/>
              <a:gd name="connsiteY1185" fmla="*/ 2130680 h 3047670"/>
              <a:gd name="connsiteX1186" fmla="*/ 307755 w 3044273"/>
              <a:gd name="connsiteY1186" fmla="*/ 2134197 h 3047670"/>
              <a:gd name="connsiteX1187" fmla="*/ 304113 w 3044273"/>
              <a:gd name="connsiteY1187" fmla="*/ 2130680 h 3047670"/>
              <a:gd name="connsiteX1188" fmla="*/ 307755 w 3044273"/>
              <a:gd name="connsiteY1188" fmla="*/ 2127163 h 3047670"/>
              <a:gd name="connsiteX1189" fmla="*/ 2627361 w 3044273"/>
              <a:gd name="connsiteY1189" fmla="*/ 2125279 h 3047670"/>
              <a:gd name="connsiteX1190" fmla="*/ 2640928 w 3044273"/>
              <a:gd name="connsiteY1190" fmla="*/ 2138720 h 3047670"/>
              <a:gd name="connsiteX1191" fmla="*/ 2627487 w 3044273"/>
              <a:gd name="connsiteY1191" fmla="*/ 2152285 h 3047670"/>
              <a:gd name="connsiteX1192" fmla="*/ 2613920 w 3044273"/>
              <a:gd name="connsiteY1192" fmla="*/ 2138845 h 3047670"/>
              <a:gd name="connsiteX1193" fmla="*/ 2627361 w 3044273"/>
              <a:gd name="connsiteY1193" fmla="*/ 2125279 h 3047670"/>
              <a:gd name="connsiteX1194" fmla="*/ 2740289 w 3044273"/>
              <a:gd name="connsiteY1194" fmla="*/ 2113220 h 3047670"/>
              <a:gd name="connsiteX1195" fmla="*/ 2748956 w 3044273"/>
              <a:gd name="connsiteY1195" fmla="*/ 2121761 h 3047670"/>
              <a:gd name="connsiteX1196" fmla="*/ 2740415 w 3044273"/>
              <a:gd name="connsiteY1196" fmla="*/ 2130430 h 3047670"/>
              <a:gd name="connsiteX1197" fmla="*/ 2731747 w 3044273"/>
              <a:gd name="connsiteY1197" fmla="*/ 2121888 h 3047670"/>
              <a:gd name="connsiteX1198" fmla="*/ 2740289 w 3044273"/>
              <a:gd name="connsiteY1198" fmla="*/ 2113220 h 3047670"/>
              <a:gd name="connsiteX1199" fmla="*/ 197215 w 3044273"/>
              <a:gd name="connsiteY1199" fmla="*/ 2111838 h 3047670"/>
              <a:gd name="connsiteX1200" fmla="*/ 198597 w 3044273"/>
              <a:gd name="connsiteY1200" fmla="*/ 2113220 h 3047670"/>
              <a:gd name="connsiteX1201" fmla="*/ 197215 w 3044273"/>
              <a:gd name="connsiteY1201" fmla="*/ 2114602 h 3047670"/>
              <a:gd name="connsiteX1202" fmla="*/ 195833 w 3044273"/>
              <a:gd name="connsiteY1202" fmla="*/ 2113220 h 3047670"/>
              <a:gd name="connsiteX1203" fmla="*/ 197215 w 3044273"/>
              <a:gd name="connsiteY1203" fmla="*/ 2111838 h 3047670"/>
              <a:gd name="connsiteX1204" fmla="*/ 1126137 w 3044273"/>
              <a:gd name="connsiteY1204" fmla="*/ 2110457 h 3047670"/>
              <a:gd name="connsiteX1205" fmla="*/ 1137945 w 3044273"/>
              <a:gd name="connsiteY1205" fmla="*/ 2122139 h 3047670"/>
              <a:gd name="connsiteX1206" fmla="*/ 1126263 w 3044273"/>
              <a:gd name="connsiteY1206" fmla="*/ 2133948 h 3047670"/>
              <a:gd name="connsiteX1207" fmla="*/ 1114455 w 3044273"/>
              <a:gd name="connsiteY1207" fmla="*/ 2122266 h 3047670"/>
              <a:gd name="connsiteX1208" fmla="*/ 1126137 w 3044273"/>
              <a:gd name="connsiteY1208" fmla="*/ 2110457 h 3047670"/>
              <a:gd name="connsiteX1209" fmla="*/ 986454 w 3044273"/>
              <a:gd name="connsiteY1209" fmla="*/ 2108194 h 3047670"/>
              <a:gd name="connsiteX1210" fmla="*/ 1005547 w 3044273"/>
              <a:gd name="connsiteY1210" fmla="*/ 2127162 h 3047670"/>
              <a:gd name="connsiteX1211" fmla="*/ 986579 w 3044273"/>
              <a:gd name="connsiteY1211" fmla="*/ 2146255 h 3047670"/>
              <a:gd name="connsiteX1212" fmla="*/ 967486 w 3044273"/>
              <a:gd name="connsiteY1212" fmla="*/ 2127287 h 3047670"/>
              <a:gd name="connsiteX1213" fmla="*/ 986454 w 3044273"/>
              <a:gd name="connsiteY1213" fmla="*/ 2108194 h 3047670"/>
              <a:gd name="connsiteX1214" fmla="*/ 1921781 w 3044273"/>
              <a:gd name="connsiteY1214" fmla="*/ 2106310 h 3047670"/>
              <a:gd name="connsiteX1215" fmla="*/ 1934845 w 3044273"/>
              <a:gd name="connsiteY1215" fmla="*/ 2119374 h 3047670"/>
              <a:gd name="connsiteX1216" fmla="*/ 1921781 w 3044273"/>
              <a:gd name="connsiteY1216" fmla="*/ 2132438 h 3047670"/>
              <a:gd name="connsiteX1217" fmla="*/ 1908717 w 3044273"/>
              <a:gd name="connsiteY1217" fmla="*/ 2119374 h 3047670"/>
              <a:gd name="connsiteX1218" fmla="*/ 1921781 w 3044273"/>
              <a:gd name="connsiteY1218" fmla="*/ 2106310 h 3047670"/>
              <a:gd name="connsiteX1219" fmla="*/ 855310 w 3044273"/>
              <a:gd name="connsiteY1219" fmla="*/ 2104553 h 3047670"/>
              <a:gd name="connsiteX1220" fmla="*/ 874153 w 3044273"/>
              <a:gd name="connsiteY1220" fmla="*/ 2123270 h 3047670"/>
              <a:gd name="connsiteX1221" fmla="*/ 855437 w 3044273"/>
              <a:gd name="connsiteY1221" fmla="*/ 2142113 h 3047670"/>
              <a:gd name="connsiteX1222" fmla="*/ 836594 w 3044273"/>
              <a:gd name="connsiteY1222" fmla="*/ 2123396 h 3047670"/>
              <a:gd name="connsiteX1223" fmla="*/ 855310 w 3044273"/>
              <a:gd name="connsiteY1223" fmla="*/ 2104553 h 3047670"/>
              <a:gd name="connsiteX1224" fmla="*/ 2850578 w 3044273"/>
              <a:gd name="connsiteY1224" fmla="*/ 2099905 h 3047670"/>
              <a:gd name="connsiteX1225" fmla="*/ 2854348 w 3044273"/>
              <a:gd name="connsiteY1225" fmla="*/ 2103674 h 3047670"/>
              <a:gd name="connsiteX1226" fmla="*/ 2850578 w 3044273"/>
              <a:gd name="connsiteY1226" fmla="*/ 2107442 h 3047670"/>
              <a:gd name="connsiteX1227" fmla="*/ 2846809 w 3044273"/>
              <a:gd name="connsiteY1227" fmla="*/ 2103674 h 3047670"/>
              <a:gd name="connsiteX1228" fmla="*/ 2850578 w 3044273"/>
              <a:gd name="connsiteY1228" fmla="*/ 2099905 h 3047670"/>
              <a:gd name="connsiteX1229" fmla="*/ 2061340 w 3044273"/>
              <a:gd name="connsiteY1229" fmla="*/ 2098900 h 3047670"/>
              <a:gd name="connsiteX1230" fmla="*/ 2085710 w 3044273"/>
              <a:gd name="connsiteY1230" fmla="*/ 2123144 h 3047670"/>
              <a:gd name="connsiteX1231" fmla="*/ 2061466 w 3044273"/>
              <a:gd name="connsiteY1231" fmla="*/ 2147639 h 3047670"/>
              <a:gd name="connsiteX1232" fmla="*/ 2037096 w 3044273"/>
              <a:gd name="connsiteY1232" fmla="*/ 2123396 h 3047670"/>
              <a:gd name="connsiteX1233" fmla="*/ 2061340 w 3044273"/>
              <a:gd name="connsiteY1233" fmla="*/ 2098900 h 3047670"/>
              <a:gd name="connsiteX1234" fmla="*/ 730827 w 3044273"/>
              <a:gd name="connsiteY1234" fmla="*/ 2096514 h 3047670"/>
              <a:gd name="connsiteX1235" fmla="*/ 748413 w 3044273"/>
              <a:gd name="connsiteY1235" fmla="*/ 2113975 h 3047670"/>
              <a:gd name="connsiteX1236" fmla="*/ 730952 w 3044273"/>
              <a:gd name="connsiteY1236" fmla="*/ 2131561 h 3047670"/>
              <a:gd name="connsiteX1237" fmla="*/ 713492 w 3044273"/>
              <a:gd name="connsiteY1237" fmla="*/ 2114100 h 3047670"/>
              <a:gd name="connsiteX1238" fmla="*/ 730827 w 3044273"/>
              <a:gd name="connsiteY1238" fmla="*/ 2096514 h 3047670"/>
              <a:gd name="connsiteX1239" fmla="*/ 1771169 w 3044273"/>
              <a:gd name="connsiteY1239" fmla="*/ 2096136 h 3047670"/>
              <a:gd name="connsiteX1240" fmla="*/ 1775566 w 3044273"/>
              <a:gd name="connsiteY1240" fmla="*/ 2100533 h 3047670"/>
              <a:gd name="connsiteX1241" fmla="*/ 1771169 w 3044273"/>
              <a:gd name="connsiteY1241" fmla="*/ 2104929 h 3047670"/>
              <a:gd name="connsiteX1242" fmla="*/ 1766772 w 3044273"/>
              <a:gd name="connsiteY1242" fmla="*/ 2100533 h 3047670"/>
              <a:gd name="connsiteX1243" fmla="*/ 1771169 w 3044273"/>
              <a:gd name="connsiteY1243" fmla="*/ 2096136 h 3047670"/>
              <a:gd name="connsiteX1244" fmla="*/ 1276499 w 3044273"/>
              <a:gd name="connsiteY1244" fmla="*/ 2094754 h 3047670"/>
              <a:gd name="connsiteX1245" fmla="*/ 1284036 w 3044273"/>
              <a:gd name="connsiteY1245" fmla="*/ 2102291 h 3047670"/>
              <a:gd name="connsiteX1246" fmla="*/ 1276499 w 3044273"/>
              <a:gd name="connsiteY1246" fmla="*/ 2109828 h 3047670"/>
              <a:gd name="connsiteX1247" fmla="*/ 1268961 w 3044273"/>
              <a:gd name="connsiteY1247" fmla="*/ 2102291 h 3047670"/>
              <a:gd name="connsiteX1248" fmla="*/ 1276499 w 3044273"/>
              <a:gd name="connsiteY1248" fmla="*/ 2094754 h 3047670"/>
              <a:gd name="connsiteX1249" fmla="*/ 2192357 w 3044273"/>
              <a:gd name="connsiteY1249" fmla="*/ 2092368 h 3047670"/>
              <a:gd name="connsiteX1250" fmla="*/ 2218610 w 3044273"/>
              <a:gd name="connsiteY1250" fmla="*/ 2118369 h 3047670"/>
              <a:gd name="connsiteX1251" fmla="*/ 2192607 w 3044273"/>
              <a:gd name="connsiteY1251" fmla="*/ 2144623 h 3047670"/>
              <a:gd name="connsiteX1252" fmla="*/ 2166354 w 3044273"/>
              <a:gd name="connsiteY1252" fmla="*/ 2118621 h 3047670"/>
              <a:gd name="connsiteX1253" fmla="*/ 2192357 w 3044273"/>
              <a:gd name="connsiteY1253" fmla="*/ 2092368 h 3047670"/>
              <a:gd name="connsiteX1254" fmla="*/ 611620 w 3044273"/>
              <a:gd name="connsiteY1254" fmla="*/ 2089480 h 3047670"/>
              <a:gd name="connsiteX1255" fmla="*/ 623679 w 3044273"/>
              <a:gd name="connsiteY1255" fmla="*/ 2101413 h 3047670"/>
              <a:gd name="connsiteX1256" fmla="*/ 611745 w 3044273"/>
              <a:gd name="connsiteY1256" fmla="*/ 2113347 h 3047670"/>
              <a:gd name="connsiteX1257" fmla="*/ 599812 w 3044273"/>
              <a:gd name="connsiteY1257" fmla="*/ 2101413 h 3047670"/>
              <a:gd name="connsiteX1258" fmla="*/ 611620 w 3044273"/>
              <a:gd name="connsiteY1258" fmla="*/ 2089480 h 3047670"/>
              <a:gd name="connsiteX1259" fmla="*/ 2316841 w 3044273"/>
              <a:gd name="connsiteY1259" fmla="*/ 2083827 h 3047670"/>
              <a:gd name="connsiteX1260" fmla="*/ 2341460 w 3044273"/>
              <a:gd name="connsiteY1260" fmla="*/ 2108322 h 3047670"/>
              <a:gd name="connsiteX1261" fmla="*/ 2316966 w 3044273"/>
              <a:gd name="connsiteY1261" fmla="*/ 2132942 h 3047670"/>
              <a:gd name="connsiteX1262" fmla="*/ 2292346 w 3044273"/>
              <a:gd name="connsiteY1262" fmla="*/ 2108447 h 3047670"/>
              <a:gd name="connsiteX1263" fmla="*/ 2316841 w 3044273"/>
              <a:gd name="connsiteY1263" fmla="*/ 2083827 h 3047670"/>
              <a:gd name="connsiteX1264" fmla="*/ 2958731 w 3044273"/>
              <a:gd name="connsiteY1264" fmla="*/ 2082444 h 3047670"/>
              <a:gd name="connsiteX1265" fmla="*/ 2960993 w 3044273"/>
              <a:gd name="connsiteY1265" fmla="*/ 2084706 h 3047670"/>
              <a:gd name="connsiteX1266" fmla="*/ 2958857 w 3044273"/>
              <a:gd name="connsiteY1266" fmla="*/ 2086966 h 3047670"/>
              <a:gd name="connsiteX1267" fmla="*/ 2956595 w 3044273"/>
              <a:gd name="connsiteY1267" fmla="*/ 2084706 h 3047670"/>
              <a:gd name="connsiteX1268" fmla="*/ 2958731 w 3044273"/>
              <a:gd name="connsiteY1268" fmla="*/ 2082444 h 3047670"/>
              <a:gd name="connsiteX1269" fmla="*/ 496556 w 3044273"/>
              <a:gd name="connsiteY1269" fmla="*/ 2076540 h 3047670"/>
              <a:gd name="connsiteX1270" fmla="*/ 506103 w 3044273"/>
              <a:gd name="connsiteY1270" fmla="*/ 2086087 h 3047670"/>
              <a:gd name="connsiteX1271" fmla="*/ 496556 w 3044273"/>
              <a:gd name="connsiteY1271" fmla="*/ 2095633 h 3047670"/>
              <a:gd name="connsiteX1272" fmla="*/ 487010 w 3044273"/>
              <a:gd name="connsiteY1272" fmla="*/ 2086212 h 3047670"/>
              <a:gd name="connsiteX1273" fmla="*/ 496556 w 3044273"/>
              <a:gd name="connsiteY1273" fmla="*/ 2076540 h 3047670"/>
              <a:gd name="connsiteX1274" fmla="*/ 2435924 w 3044273"/>
              <a:gd name="connsiteY1274" fmla="*/ 2073652 h 3047670"/>
              <a:gd name="connsiteX1275" fmla="*/ 2457028 w 3044273"/>
              <a:gd name="connsiteY1275" fmla="*/ 2094630 h 3047670"/>
              <a:gd name="connsiteX1276" fmla="*/ 2436050 w 3044273"/>
              <a:gd name="connsiteY1276" fmla="*/ 2115732 h 3047670"/>
              <a:gd name="connsiteX1277" fmla="*/ 2414946 w 3044273"/>
              <a:gd name="connsiteY1277" fmla="*/ 2094755 h 3047670"/>
              <a:gd name="connsiteX1278" fmla="*/ 2435924 w 3044273"/>
              <a:gd name="connsiteY1278" fmla="*/ 2073652 h 3047670"/>
              <a:gd name="connsiteX1279" fmla="*/ 384508 w 3044273"/>
              <a:gd name="connsiteY1279" fmla="*/ 2064231 h 3047670"/>
              <a:gd name="connsiteX1280" fmla="*/ 389910 w 3044273"/>
              <a:gd name="connsiteY1280" fmla="*/ 2069506 h 3047670"/>
              <a:gd name="connsiteX1281" fmla="*/ 384634 w 3044273"/>
              <a:gd name="connsiteY1281" fmla="*/ 2074782 h 3047670"/>
              <a:gd name="connsiteX1282" fmla="*/ 379358 w 3044273"/>
              <a:gd name="connsiteY1282" fmla="*/ 2069506 h 3047670"/>
              <a:gd name="connsiteX1283" fmla="*/ 384508 w 3044273"/>
              <a:gd name="connsiteY1283" fmla="*/ 2064231 h 3047670"/>
              <a:gd name="connsiteX1284" fmla="*/ 2550986 w 3044273"/>
              <a:gd name="connsiteY1284" fmla="*/ 2059959 h 3047670"/>
              <a:gd name="connsiteX1285" fmla="*/ 2569829 w 3044273"/>
              <a:gd name="connsiteY1285" fmla="*/ 2078675 h 3047670"/>
              <a:gd name="connsiteX1286" fmla="*/ 2551113 w 3044273"/>
              <a:gd name="connsiteY1286" fmla="*/ 2097518 h 3047670"/>
              <a:gd name="connsiteX1287" fmla="*/ 2532270 w 3044273"/>
              <a:gd name="connsiteY1287" fmla="*/ 2078802 h 3047670"/>
              <a:gd name="connsiteX1288" fmla="*/ 2550986 w 3044273"/>
              <a:gd name="connsiteY1288" fmla="*/ 2059959 h 3047670"/>
              <a:gd name="connsiteX1289" fmla="*/ 1202636 w 3044273"/>
              <a:gd name="connsiteY1289" fmla="*/ 2058705 h 3047670"/>
              <a:gd name="connsiteX1290" fmla="*/ 1204019 w 3044273"/>
              <a:gd name="connsiteY1290" fmla="*/ 2059963 h 3047670"/>
              <a:gd name="connsiteX1291" fmla="*/ 1202636 w 3044273"/>
              <a:gd name="connsiteY1291" fmla="*/ 2061344 h 3047670"/>
              <a:gd name="connsiteX1292" fmla="*/ 1201254 w 3044273"/>
              <a:gd name="connsiteY1292" fmla="*/ 2059963 h 3047670"/>
              <a:gd name="connsiteX1293" fmla="*/ 1202636 w 3044273"/>
              <a:gd name="connsiteY1293" fmla="*/ 2058705 h 3047670"/>
              <a:gd name="connsiteX1294" fmla="*/ 1060942 w 3044273"/>
              <a:gd name="connsiteY1294" fmla="*/ 2057446 h 3047670"/>
              <a:gd name="connsiteX1295" fmla="*/ 1070740 w 3044273"/>
              <a:gd name="connsiteY1295" fmla="*/ 2067118 h 3047670"/>
              <a:gd name="connsiteX1296" fmla="*/ 1061067 w 3044273"/>
              <a:gd name="connsiteY1296" fmla="*/ 2076916 h 3047670"/>
              <a:gd name="connsiteX1297" fmla="*/ 1051271 w 3044273"/>
              <a:gd name="connsiteY1297" fmla="*/ 2067244 h 3047670"/>
              <a:gd name="connsiteX1298" fmla="*/ 1060942 w 3044273"/>
              <a:gd name="connsiteY1298" fmla="*/ 2057446 h 3047670"/>
              <a:gd name="connsiteX1299" fmla="*/ 1844780 w 3044273"/>
              <a:gd name="connsiteY1299" fmla="*/ 2056190 h 3047670"/>
              <a:gd name="connsiteX1300" fmla="*/ 1846412 w 3044273"/>
              <a:gd name="connsiteY1300" fmla="*/ 2057698 h 3047670"/>
              <a:gd name="connsiteX1301" fmla="*/ 1844905 w 3044273"/>
              <a:gd name="connsiteY1301" fmla="*/ 2059205 h 3047670"/>
              <a:gd name="connsiteX1302" fmla="*/ 1843272 w 3044273"/>
              <a:gd name="connsiteY1302" fmla="*/ 2057698 h 3047670"/>
              <a:gd name="connsiteX1303" fmla="*/ 1844780 w 3044273"/>
              <a:gd name="connsiteY1303" fmla="*/ 2056190 h 3047670"/>
              <a:gd name="connsiteX1304" fmla="*/ 1438919 w 3044273"/>
              <a:gd name="connsiteY1304" fmla="*/ 2055311 h 3047670"/>
              <a:gd name="connsiteX1305" fmla="*/ 1439169 w 3044273"/>
              <a:gd name="connsiteY1305" fmla="*/ 2055563 h 3047670"/>
              <a:gd name="connsiteX1306" fmla="*/ 1438919 w 3044273"/>
              <a:gd name="connsiteY1306" fmla="*/ 2055814 h 3047670"/>
              <a:gd name="connsiteX1307" fmla="*/ 1438667 w 3044273"/>
              <a:gd name="connsiteY1307" fmla="*/ 2055563 h 3047670"/>
              <a:gd name="connsiteX1308" fmla="*/ 1438919 w 3044273"/>
              <a:gd name="connsiteY1308" fmla="*/ 2055311 h 3047670"/>
              <a:gd name="connsiteX1309" fmla="*/ 1608624 w 3044273"/>
              <a:gd name="connsiteY1309" fmla="*/ 2054683 h 3047670"/>
              <a:gd name="connsiteX1310" fmla="*/ 1608874 w 3044273"/>
              <a:gd name="connsiteY1310" fmla="*/ 2054934 h 3047670"/>
              <a:gd name="connsiteX1311" fmla="*/ 1608624 w 3044273"/>
              <a:gd name="connsiteY1311" fmla="*/ 2055185 h 3047670"/>
              <a:gd name="connsiteX1312" fmla="*/ 1608372 w 3044273"/>
              <a:gd name="connsiteY1312" fmla="*/ 2054934 h 3047670"/>
              <a:gd name="connsiteX1313" fmla="*/ 1608624 w 3044273"/>
              <a:gd name="connsiteY1313" fmla="*/ 2054683 h 3047670"/>
              <a:gd name="connsiteX1314" fmla="*/ 1986474 w 3044273"/>
              <a:gd name="connsiteY1314" fmla="*/ 2052925 h 3047670"/>
              <a:gd name="connsiteX1315" fmla="*/ 1997529 w 3044273"/>
              <a:gd name="connsiteY1315" fmla="*/ 2063979 h 3047670"/>
              <a:gd name="connsiteX1316" fmla="*/ 1986474 w 3044273"/>
              <a:gd name="connsiteY1316" fmla="*/ 2075033 h 3047670"/>
              <a:gd name="connsiteX1317" fmla="*/ 1975420 w 3044273"/>
              <a:gd name="connsiteY1317" fmla="*/ 2063979 h 3047670"/>
              <a:gd name="connsiteX1318" fmla="*/ 1986474 w 3044273"/>
              <a:gd name="connsiteY1318" fmla="*/ 2052925 h 3047670"/>
              <a:gd name="connsiteX1319" fmla="*/ 275346 w 3044273"/>
              <a:gd name="connsiteY1319" fmla="*/ 2048529 h 3047670"/>
              <a:gd name="connsiteX1320" fmla="*/ 278487 w 3044273"/>
              <a:gd name="connsiteY1320" fmla="*/ 2051669 h 3047670"/>
              <a:gd name="connsiteX1321" fmla="*/ 275346 w 3044273"/>
              <a:gd name="connsiteY1321" fmla="*/ 2054810 h 3047670"/>
              <a:gd name="connsiteX1322" fmla="*/ 272206 w 3044273"/>
              <a:gd name="connsiteY1322" fmla="*/ 2051669 h 3047670"/>
              <a:gd name="connsiteX1323" fmla="*/ 275346 w 3044273"/>
              <a:gd name="connsiteY1323" fmla="*/ 2048529 h 3047670"/>
              <a:gd name="connsiteX1324" fmla="*/ 929550 w 3044273"/>
              <a:gd name="connsiteY1324" fmla="*/ 2048152 h 3047670"/>
              <a:gd name="connsiteX1325" fmla="*/ 945251 w 3044273"/>
              <a:gd name="connsiteY1325" fmla="*/ 2063853 h 3047670"/>
              <a:gd name="connsiteX1326" fmla="*/ 929550 w 3044273"/>
              <a:gd name="connsiteY1326" fmla="*/ 2079681 h 3047670"/>
              <a:gd name="connsiteX1327" fmla="*/ 913722 w 3044273"/>
              <a:gd name="connsiteY1327" fmla="*/ 2063979 h 3047670"/>
              <a:gd name="connsiteX1328" fmla="*/ 929550 w 3044273"/>
              <a:gd name="connsiteY1328" fmla="*/ 2048152 h 3047670"/>
              <a:gd name="connsiteX1329" fmla="*/ 2662784 w 3044273"/>
              <a:gd name="connsiteY1329" fmla="*/ 2044007 h 3047670"/>
              <a:gd name="connsiteX1330" fmla="*/ 2680120 w 3044273"/>
              <a:gd name="connsiteY1330" fmla="*/ 2061215 h 3047670"/>
              <a:gd name="connsiteX1331" fmla="*/ 2662911 w 3044273"/>
              <a:gd name="connsiteY1331" fmla="*/ 2078550 h 3047670"/>
              <a:gd name="connsiteX1332" fmla="*/ 2645575 w 3044273"/>
              <a:gd name="connsiteY1332" fmla="*/ 2061342 h 3047670"/>
              <a:gd name="connsiteX1333" fmla="*/ 2662784 w 3044273"/>
              <a:gd name="connsiteY1333" fmla="*/ 2044007 h 3047670"/>
              <a:gd name="connsiteX1334" fmla="*/ 2117866 w 3044273"/>
              <a:gd name="connsiteY1334" fmla="*/ 2039860 h 3047670"/>
              <a:gd name="connsiteX1335" fmla="*/ 2137587 w 3044273"/>
              <a:gd name="connsiteY1335" fmla="*/ 2059456 h 3047670"/>
              <a:gd name="connsiteX1336" fmla="*/ 2117991 w 3044273"/>
              <a:gd name="connsiteY1336" fmla="*/ 2079178 h 3047670"/>
              <a:gd name="connsiteX1337" fmla="*/ 2098270 w 3044273"/>
              <a:gd name="connsiteY1337" fmla="*/ 2059582 h 3047670"/>
              <a:gd name="connsiteX1338" fmla="*/ 2117866 w 3044273"/>
              <a:gd name="connsiteY1338" fmla="*/ 2039860 h 3047670"/>
              <a:gd name="connsiteX1339" fmla="*/ 805316 w 3044273"/>
              <a:gd name="connsiteY1339" fmla="*/ 2034208 h 3047670"/>
              <a:gd name="connsiteX1340" fmla="*/ 825540 w 3044273"/>
              <a:gd name="connsiteY1340" fmla="*/ 2054306 h 3047670"/>
              <a:gd name="connsiteX1341" fmla="*/ 805441 w 3044273"/>
              <a:gd name="connsiteY1341" fmla="*/ 2074530 h 3047670"/>
              <a:gd name="connsiteX1342" fmla="*/ 785218 w 3044273"/>
              <a:gd name="connsiteY1342" fmla="*/ 2054432 h 3047670"/>
              <a:gd name="connsiteX1343" fmla="*/ 805316 w 3044273"/>
              <a:gd name="connsiteY1343" fmla="*/ 2034208 h 3047670"/>
              <a:gd name="connsiteX1344" fmla="*/ 1356767 w 3044273"/>
              <a:gd name="connsiteY1344" fmla="*/ 2032576 h 3047670"/>
              <a:gd name="connsiteX1345" fmla="*/ 1357269 w 3044273"/>
              <a:gd name="connsiteY1345" fmla="*/ 2033079 h 3047670"/>
              <a:gd name="connsiteX1346" fmla="*/ 1356767 w 3044273"/>
              <a:gd name="connsiteY1346" fmla="*/ 2033581 h 3047670"/>
              <a:gd name="connsiteX1347" fmla="*/ 1356264 w 3044273"/>
              <a:gd name="connsiteY1347" fmla="*/ 2033204 h 3047670"/>
              <a:gd name="connsiteX1348" fmla="*/ 1356767 w 3044273"/>
              <a:gd name="connsiteY1348" fmla="*/ 2032576 h 3047670"/>
              <a:gd name="connsiteX1349" fmla="*/ 168072 w 3044273"/>
              <a:gd name="connsiteY1349" fmla="*/ 2031696 h 3047670"/>
              <a:gd name="connsiteX1350" fmla="*/ 169453 w 3044273"/>
              <a:gd name="connsiteY1350" fmla="*/ 2032951 h 3047670"/>
              <a:gd name="connsiteX1351" fmla="*/ 168197 w 3044273"/>
              <a:gd name="connsiteY1351" fmla="*/ 2034333 h 3047670"/>
              <a:gd name="connsiteX1352" fmla="*/ 166815 w 3044273"/>
              <a:gd name="connsiteY1352" fmla="*/ 2033078 h 3047670"/>
              <a:gd name="connsiteX1353" fmla="*/ 168072 w 3044273"/>
              <a:gd name="connsiteY1353" fmla="*/ 2031696 h 3047670"/>
              <a:gd name="connsiteX1354" fmla="*/ 1690524 w 3044273"/>
              <a:gd name="connsiteY1354" fmla="*/ 2031571 h 3047670"/>
              <a:gd name="connsiteX1355" fmla="*/ 1691027 w 3044273"/>
              <a:gd name="connsiteY1355" fmla="*/ 2032074 h 3047670"/>
              <a:gd name="connsiteX1356" fmla="*/ 1690524 w 3044273"/>
              <a:gd name="connsiteY1356" fmla="*/ 2032451 h 3047670"/>
              <a:gd name="connsiteX1357" fmla="*/ 1690147 w 3044273"/>
              <a:gd name="connsiteY1357" fmla="*/ 2031949 h 3047670"/>
              <a:gd name="connsiteX1358" fmla="*/ 1690524 w 3044273"/>
              <a:gd name="connsiteY1358" fmla="*/ 2031571 h 3047670"/>
              <a:gd name="connsiteX1359" fmla="*/ 2772068 w 3044273"/>
              <a:gd name="connsiteY1359" fmla="*/ 2029686 h 3047670"/>
              <a:gd name="connsiteX1360" fmla="*/ 2785134 w 3044273"/>
              <a:gd name="connsiteY1360" fmla="*/ 2042750 h 3047670"/>
              <a:gd name="connsiteX1361" fmla="*/ 2772068 w 3044273"/>
              <a:gd name="connsiteY1361" fmla="*/ 2055814 h 3047670"/>
              <a:gd name="connsiteX1362" fmla="*/ 2759004 w 3044273"/>
              <a:gd name="connsiteY1362" fmla="*/ 2042750 h 3047670"/>
              <a:gd name="connsiteX1363" fmla="*/ 2772068 w 3044273"/>
              <a:gd name="connsiteY1363" fmla="*/ 2029686 h 3047670"/>
              <a:gd name="connsiteX1364" fmla="*/ 2241848 w 3044273"/>
              <a:gd name="connsiteY1364" fmla="*/ 2024034 h 3047670"/>
              <a:gd name="connsiteX1365" fmla="*/ 2266970 w 3044273"/>
              <a:gd name="connsiteY1365" fmla="*/ 2048905 h 3047670"/>
              <a:gd name="connsiteX1366" fmla="*/ 2242100 w 3044273"/>
              <a:gd name="connsiteY1366" fmla="*/ 2074028 h 3047670"/>
              <a:gd name="connsiteX1367" fmla="*/ 2216977 w 3044273"/>
              <a:gd name="connsiteY1367" fmla="*/ 2049157 h 3047670"/>
              <a:gd name="connsiteX1368" fmla="*/ 2241848 w 3044273"/>
              <a:gd name="connsiteY1368" fmla="*/ 2024034 h 3047670"/>
              <a:gd name="connsiteX1369" fmla="*/ 686863 w 3044273"/>
              <a:gd name="connsiteY1369" fmla="*/ 2023154 h 3047670"/>
              <a:gd name="connsiteX1370" fmla="*/ 704826 w 3044273"/>
              <a:gd name="connsiteY1370" fmla="*/ 2040992 h 3047670"/>
              <a:gd name="connsiteX1371" fmla="*/ 686989 w 3044273"/>
              <a:gd name="connsiteY1371" fmla="*/ 2058954 h 3047670"/>
              <a:gd name="connsiteX1372" fmla="*/ 669025 w 3044273"/>
              <a:gd name="connsiteY1372" fmla="*/ 2041118 h 3047670"/>
              <a:gd name="connsiteX1373" fmla="*/ 686863 w 3044273"/>
              <a:gd name="connsiteY1373" fmla="*/ 2023154 h 3047670"/>
              <a:gd name="connsiteX1374" fmla="*/ 2879092 w 3044273"/>
              <a:gd name="connsiteY1374" fmla="*/ 2015994 h 3047670"/>
              <a:gd name="connsiteX1375" fmla="*/ 2886377 w 3044273"/>
              <a:gd name="connsiteY1375" fmla="*/ 2023280 h 3047670"/>
              <a:gd name="connsiteX1376" fmla="*/ 2879092 w 3044273"/>
              <a:gd name="connsiteY1376" fmla="*/ 2030565 h 3047670"/>
              <a:gd name="connsiteX1377" fmla="*/ 2871806 w 3044273"/>
              <a:gd name="connsiteY1377" fmla="*/ 2023280 h 3047670"/>
              <a:gd name="connsiteX1378" fmla="*/ 2879092 w 3044273"/>
              <a:gd name="connsiteY1378" fmla="*/ 2015994 h 3047670"/>
              <a:gd name="connsiteX1379" fmla="*/ 572802 w 3044273"/>
              <a:gd name="connsiteY1379" fmla="*/ 2011597 h 3047670"/>
              <a:gd name="connsiteX1380" fmla="*/ 586620 w 3044273"/>
              <a:gd name="connsiteY1380" fmla="*/ 2025289 h 3047670"/>
              <a:gd name="connsiteX1381" fmla="*/ 572928 w 3044273"/>
              <a:gd name="connsiteY1381" fmla="*/ 2039107 h 3047670"/>
              <a:gd name="connsiteX1382" fmla="*/ 559110 w 3044273"/>
              <a:gd name="connsiteY1382" fmla="*/ 2025416 h 3047670"/>
              <a:gd name="connsiteX1383" fmla="*/ 572802 w 3044273"/>
              <a:gd name="connsiteY1383" fmla="*/ 2011597 h 3047670"/>
              <a:gd name="connsiteX1384" fmla="*/ 2360053 w 3044273"/>
              <a:gd name="connsiteY1384" fmla="*/ 2010592 h 3047670"/>
              <a:gd name="connsiteX1385" fmla="*/ 2384548 w 3044273"/>
              <a:gd name="connsiteY1385" fmla="*/ 2034836 h 3047670"/>
              <a:gd name="connsiteX1386" fmla="*/ 2360304 w 3044273"/>
              <a:gd name="connsiteY1386" fmla="*/ 2059331 h 3047670"/>
              <a:gd name="connsiteX1387" fmla="*/ 2335935 w 3044273"/>
              <a:gd name="connsiteY1387" fmla="*/ 2035088 h 3047670"/>
              <a:gd name="connsiteX1388" fmla="*/ 2360053 w 3044273"/>
              <a:gd name="connsiteY1388" fmla="*/ 2010592 h 3047670"/>
              <a:gd name="connsiteX1389" fmla="*/ 1135810 w 3044273"/>
              <a:gd name="connsiteY1389" fmla="*/ 2003306 h 3047670"/>
              <a:gd name="connsiteX1390" fmla="*/ 1139580 w 3044273"/>
              <a:gd name="connsiteY1390" fmla="*/ 2007075 h 3047670"/>
              <a:gd name="connsiteX1391" fmla="*/ 1135810 w 3044273"/>
              <a:gd name="connsiteY1391" fmla="*/ 2010843 h 3047670"/>
              <a:gd name="connsiteX1392" fmla="*/ 1132042 w 3044273"/>
              <a:gd name="connsiteY1392" fmla="*/ 2007075 h 3047670"/>
              <a:gd name="connsiteX1393" fmla="*/ 1135810 w 3044273"/>
              <a:gd name="connsiteY1393" fmla="*/ 2003306 h 3047670"/>
              <a:gd name="connsiteX1394" fmla="*/ 2984356 w 3044273"/>
              <a:gd name="connsiteY1394" fmla="*/ 2001171 h 3047670"/>
              <a:gd name="connsiteX1395" fmla="*/ 2986616 w 3044273"/>
              <a:gd name="connsiteY1395" fmla="*/ 2003306 h 3047670"/>
              <a:gd name="connsiteX1396" fmla="*/ 2984356 w 3044273"/>
              <a:gd name="connsiteY1396" fmla="*/ 2005568 h 3047670"/>
              <a:gd name="connsiteX1397" fmla="*/ 2982094 w 3044273"/>
              <a:gd name="connsiteY1397" fmla="*/ 2003306 h 3047670"/>
              <a:gd name="connsiteX1398" fmla="*/ 2984356 w 3044273"/>
              <a:gd name="connsiteY1398" fmla="*/ 2001171 h 3047670"/>
              <a:gd name="connsiteX1399" fmla="*/ 1911230 w 3044273"/>
              <a:gd name="connsiteY1399" fmla="*/ 1999413 h 3047670"/>
              <a:gd name="connsiteX1400" fmla="*/ 1916129 w 3044273"/>
              <a:gd name="connsiteY1400" fmla="*/ 2004312 h 3047670"/>
              <a:gd name="connsiteX1401" fmla="*/ 1911357 w 3044273"/>
              <a:gd name="connsiteY1401" fmla="*/ 2009210 h 3047670"/>
              <a:gd name="connsiteX1402" fmla="*/ 1906457 w 3044273"/>
              <a:gd name="connsiteY1402" fmla="*/ 2004312 h 3047670"/>
              <a:gd name="connsiteX1403" fmla="*/ 1911230 w 3044273"/>
              <a:gd name="connsiteY1403" fmla="*/ 1999413 h 3047670"/>
              <a:gd name="connsiteX1404" fmla="*/ 462010 w 3044273"/>
              <a:gd name="connsiteY1404" fmla="*/ 1998534 h 3047670"/>
              <a:gd name="connsiteX1405" fmla="*/ 471556 w 3044273"/>
              <a:gd name="connsiteY1405" fmla="*/ 2008081 h 3047670"/>
              <a:gd name="connsiteX1406" fmla="*/ 462135 w 3044273"/>
              <a:gd name="connsiteY1406" fmla="*/ 2017627 h 3047670"/>
              <a:gd name="connsiteX1407" fmla="*/ 452589 w 3044273"/>
              <a:gd name="connsiteY1407" fmla="*/ 2008206 h 3047670"/>
              <a:gd name="connsiteX1408" fmla="*/ 462010 w 3044273"/>
              <a:gd name="connsiteY1408" fmla="*/ 1998534 h 3047670"/>
              <a:gd name="connsiteX1409" fmla="*/ 2474235 w 3044273"/>
              <a:gd name="connsiteY1409" fmla="*/ 1997278 h 3047670"/>
              <a:gd name="connsiteX1410" fmla="*/ 2495590 w 3044273"/>
              <a:gd name="connsiteY1410" fmla="*/ 2018506 h 3047670"/>
              <a:gd name="connsiteX1411" fmla="*/ 2474360 w 3044273"/>
              <a:gd name="connsiteY1411" fmla="*/ 2039861 h 3047670"/>
              <a:gd name="connsiteX1412" fmla="*/ 2453006 w 3044273"/>
              <a:gd name="connsiteY1412" fmla="*/ 2018632 h 3047670"/>
              <a:gd name="connsiteX1413" fmla="*/ 2474235 w 3044273"/>
              <a:gd name="connsiteY1413" fmla="*/ 1997278 h 3047670"/>
              <a:gd name="connsiteX1414" fmla="*/ 1279889 w 3044273"/>
              <a:gd name="connsiteY1414" fmla="*/ 1996271 h 3047670"/>
              <a:gd name="connsiteX1415" fmla="*/ 1280140 w 3044273"/>
              <a:gd name="connsiteY1415" fmla="*/ 1996523 h 3047670"/>
              <a:gd name="connsiteX1416" fmla="*/ 1279889 w 3044273"/>
              <a:gd name="connsiteY1416" fmla="*/ 1996774 h 3047670"/>
              <a:gd name="connsiteX1417" fmla="*/ 1279638 w 3044273"/>
              <a:gd name="connsiteY1417" fmla="*/ 1996523 h 3047670"/>
              <a:gd name="connsiteX1418" fmla="*/ 1279889 w 3044273"/>
              <a:gd name="connsiteY1418" fmla="*/ 1996271 h 3047670"/>
              <a:gd name="connsiteX1419" fmla="*/ 2043504 w 3044273"/>
              <a:gd name="connsiteY1419" fmla="*/ 1989489 h 3047670"/>
              <a:gd name="connsiteX1420" fmla="*/ 2054559 w 3044273"/>
              <a:gd name="connsiteY1420" fmla="*/ 2000543 h 3047670"/>
              <a:gd name="connsiteX1421" fmla="*/ 2043504 w 3044273"/>
              <a:gd name="connsiteY1421" fmla="*/ 2011723 h 3047670"/>
              <a:gd name="connsiteX1422" fmla="*/ 2032449 w 3044273"/>
              <a:gd name="connsiteY1422" fmla="*/ 2000669 h 3047670"/>
              <a:gd name="connsiteX1423" fmla="*/ 2043504 w 3044273"/>
              <a:gd name="connsiteY1423" fmla="*/ 1989489 h 3047670"/>
              <a:gd name="connsiteX1424" fmla="*/ 1003535 w 3044273"/>
              <a:gd name="connsiteY1424" fmla="*/ 1988735 h 3047670"/>
              <a:gd name="connsiteX1425" fmla="*/ 1019363 w 3044273"/>
              <a:gd name="connsiteY1425" fmla="*/ 2004437 h 3047670"/>
              <a:gd name="connsiteX1426" fmla="*/ 1003662 w 3044273"/>
              <a:gd name="connsiteY1426" fmla="*/ 2020139 h 3047670"/>
              <a:gd name="connsiteX1427" fmla="*/ 987834 w 3044273"/>
              <a:gd name="connsiteY1427" fmla="*/ 2004437 h 3047670"/>
              <a:gd name="connsiteX1428" fmla="*/ 1003535 w 3044273"/>
              <a:gd name="connsiteY1428" fmla="*/ 1988735 h 3047670"/>
              <a:gd name="connsiteX1429" fmla="*/ 354234 w 3044273"/>
              <a:gd name="connsiteY1429" fmla="*/ 1983711 h 3047670"/>
              <a:gd name="connsiteX1430" fmla="*/ 360390 w 3044273"/>
              <a:gd name="connsiteY1430" fmla="*/ 1989866 h 3047670"/>
              <a:gd name="connsiteX1431" fmla="*/ 354234 w 3044273"/>
              <a:gd name="connsiteY1431" fmla="*/ 1996021 h 3047670"/>
              <a:gd name="connsiteX1432" fmla="*/ 347954 w 3044273"/>
              <a:gd name="connsiteY1432" fmla="*/ 1989866 h 3047670"/>
              <a:gd name="connsiteX1433" fmla="*/ 354234 w 3044273"/>
              <a:gd name="connsiteY1433" fmla="*/ 1983711 h 3047670"/>
              <a:gd name="connsiteX1434" fmla="*/ 2584776 w 3044273"/>
              <a:gd name="connsiteY1434" fmla="*/ 1981700 h 3047670"/>
              <a:gd name="connsiteX1435" fmla="*/ 2603619 w 3044273"/>
              <a:gd name="connsiteY1435" fmla="*/ 2000417 h 3047670"/>
              <a:gd name="connsiteX1436" fmla="*/ 2584903 w 3044273"/>
              <a:gd name="connsiteY1436" fmla="*/ 2019260 h 3047670"/>
              <a:gd name="connsiteX1437" fmla="*/ 2566060 w 3044273"/>
              <a:gd name="connsiteY1437" fmla="*/ 2000544 h 3047670"/>
              <a:gd name="connsiteX1438" fmla="*/ 2584776 w 3044273"/>
              <a:gd name="connsiteY1438" fmla="*/ 1981700 h 3047670"/>
              <a:gd name="connsiteX1439" fmla="*/ 879807 w 3044273"/>
              <a:gd name="connsiteY1439" fmla="*/ 1974666 h 3047670"/>
              <a:gd name="connsiteX1440" fmla="*/ 899779 w 3044273"/>
              <a:gd name="connsiteY1440" fmla="*/ 1994514 h 3047670"/>
              <a:gd name="connsiteX1441" fmla="*/ 879932 w 3044273"/>
              <a:gd name="connsiteY1441" fmla="*/ 2014486 h 3047670"/>
              <a:gd name="connsiteX1442" fmla="*/ 859959 w 3044273"/>
              <a:gd name="connsiteY1442" fmla="*/ 1994639 h 3047670"/>
              <a:gd name="connsiteX1443" fmla="*/ 879807 w 3044273"/>
              <a:gd name="connsiteY1443" fmla="*/ 1974666 h 3047670"/>
              <a:gd name="connsiteX1444" fmla="*/ 248214 w 3044273"/>
              <a:gd name="connsiteY1444" fmla="*/ 1968889 h 3047670"/>
              <a:gd name="connsiteX1445" fmla="*/ 250224 w 3044273"/>
              <a:gd name="connsiteY1445" fmla="*/ 1970899 h 3047670"/>
              <a:gd name="connsiteX1446" fmla="*/ 248214 w 3044273"/>
              <a:gd name="connsiteY1446" fmla="*/ 1972909 h 3047670"/>
              <a:gd name="connsiteX1447" fmla="*/ 246205 w 3044273"/>
              <a:gd name="connsiteY1447" fmla="*/ 1970899 h 3047670"/>
              <a:gd name="connsiteX1448" fmla="*/ 248214 w 3044273"/>
              <a:gd name="connsiteY1448" fmla="*/ 1968889 h 3047670"/>
              <a:gd name="connsiteX1449" fmla="*/ 2166982 w 3044273"/>
              <a:gd name="connsiteY1449" fmla="*/ 1968261 h 3047670"/>
              <a:gd name="connsiteX1450" fmla="*/ 2188713 w 3044273"/>
              <a:gd name="connsiteY1450" fmla="*/ 1989867 h 3047670"/>
              <a:gd name="connsiteX1451" fmla="*/ 2167107 w 3044273"/>
              <a:gd name="connsiteY1451" fmla="*/ 2011598 h 3047670"/>
              <a:gd name="connsiteX1452" fmla="*/ 2145376 w 3044273"/>
              <a:gd name="connsiteY1452" fmla="*/ 1989992 h 3047670"/>
              <a:gd name="connsiteX1453" fmla="*/ 2166982 w 3044273"/>
              <a:gd name="connsiteY1453" fmla="*/ 1968261 h 3047670"/>
              <a:gd name="connsiteX1454" fmla="*/ 2692808 w 3044273"/>
              <a:gd name="connsiteY1454" fmla="*/ 1961854 h 3047670"/>
              <a:gd name="connsiteX1455" fmla="*/ 2712404 w 3044273"/>
              <a:gd name="connsiteY1455" fmla="*/ 1981200 h 3047670"/>
              <a:gd name="connsiteX1456" fmla="*/ 2692933 w 3044273"/>
              <a:gd name="connsiteY1456" fmla="*/ 2000797 h 3047670"/>
              <a:gd name="connsiteX1457" fmla="*/ 2673337 w 3044273"/>
              <a:gd name="connsiteY1457" fmla="*/ 1981451 h 3047670"/>
              <a:gd name="connsiteX1458" fmla="*/ 2692808 w 3044273"/>
              <a:gd name="connsiteY1458" fmla="*/ 1961854 h 3047670"/>
              <a:gd name="connsiteX1459" fmla="*/ 762357 w 3044273"/>
              <a:gd name="connsiteY1459" fmla="*/ 1957834 h 3047670"/>
              <a:gd name="connsiteX1460" fmla="*/ 785219 w 3044273"/>
              <a:gd name="connsiteY1460" fmla="*/ 1980570 h 3047670"/>
              <a:gd name="connsiteX1461" fmla="*/ 762482 w 3044273"/>
              <a:gd name="connsiteY1461" fmla="*/ 2003432 h 3047670"/>
              <a:gd name="connsiteX1462" fmla="*/ 739621 w 3044273"/>
              <a:gd name="connsiteY1462" fmla="*/ 1980695 h 3047670"/>
              <a:gd name="connsiteX1463" fmla="*/ 762357 w 3044273"/>
              <a:gd name="connsiteY1463" fmla="*/ 1957834 h 3047670"/>
              <a:gd name="connsiteX1464" fmla="*/ 143954 w 3044273"/>
              <a:gd name="connsiteY1464" fmla="*/ 1950172 h 3047670"/>
              <a:gd name="connsiteX1465" fmla="*/ 145085 w 3044273"/>
              <a:gd name="connsiteY1465" fmla="*/ 1951302 h 3047670"/>
              <a:gd name="connsiteX1466" fmla="*/ 143954 w 3044273"/>
              <a:gd name="connsiteY1466" fmla="*/ 1952432 h 3047670"/>
              <a:gd name="connsiteX1467" fmla="*/ 142824 w 3044273"/>
              <a:gd name="connsiteY1467" fmla="*/ 1951302 h 3047670"/>
              <a:gd name="connsiteX1468" fmla="*/ 143954 w 3044273"/>
              <a:gd name="connsiteY1468" fmla="*/ 1950172 h 3047670"/>
              <a:gd name="connsiteX1469" fmla="*/ 2284306 w 3044273"/>
              <a:gd name="connsiteY1469" fmla="*/ 1948162 h 3047670"/>
              <a:gd name="connsiteX1470" fmla="*/ 2311439 w 3044273"/>
              <a:gd name="connsiteY1470" fmla="*/ 1975043 h 3047670"/>
              <a:gd name="connsiteX1471" fmla="*/ 2284558 w 3044273"/>
              <a:gd name="connsiteY1471" fmla="*/ 2002176 h 3047670"/>
              <a:gd name="connsiteX1472" fmla="*/ 2257426 w 3044273"/>
              <a:gd name="connsiteY1472" fmla="*/ 1975295 h 3047670"/>
              <a:gd name="connsiteX1473" fmla="*/ 2284306 w 3044273"/>
              <a:gd name="connsiteY1473" fmla="*/ 1948162 h 3047670"/>
              <a:gd name="connsiteX1474" fmla="*/ 1210801 w 3044273"/>
              <a:gd name="connsiteY1474" fmla="*/ 1946403 h 3047670"/>
              <a:gd name="connsiteX1475" fmla="*/ 1211052 w 3044273"/>
              <a:gd name="connsiteY1475" fmla="*/ 1946655 h 3047670"/>
              <a:gd name="connsiteX1476" fmla="*/ 1210801 w 3044273"/>
              <a:gd name="connsiteY1476" fmla="*/ 1946906 h 3047670"/>
              <a:gd name="connsiteX1477" fmla="*/ 1210550 w 3044273"/>
              <a:gd name="connsiteY1477" fmla="*/ 1946655 h 3047670"/>
              <a:gd name="connsiteX1478" fmla="*/ 1210801 w 3044273"/>
              <a:gd name="connsiteY1478" fmla="*/ 1946403 h 3047670"/>
              <a:gd name="connsiteX1479" fmla="*/ 2798574 w 3044273"/>
              <a:gd name="connsiteY1479" fmla="*/ 1945022 h 3047670"/>
              <a:gd name="connsiteX1480" fmla="*/ 2815280 w 3044273"/>
              <a:gd name="connsiteY1480" fmla="*/ 1961603 h 3047670"/>
              <a:gd name="connsiteX1481" fmla="*/ 2798699 w 3044273"/>
              <a:gd name="connsiteY1481" fmla="*/ 1978310 h 3047670"/>
              <a:gd name="connsiteX1482" fmla="*/ 2781992 w 3044273"/>
              <a:gd name="connsiteY1482" fmla="*/ 1961729 h 3047670"/>
              <a:gd name="connsiteX1483" fmla="*/ 2798574 w 3044273"/>
              <a:gd name="connsiteY1483" fmla="*/ 1945022 h 3047670"/>
              <a:gd name="connsiteX1484" fmla="*/ 1835861 w 3044273"/>
              <a:gd name="connsiteY1484" fmla="*/ 1944143 h 3047670"/>
              <a:gd name="connsiteX1485" fmla="*/ 1836113 w 3044273"/>
              <a:gd name="connsiteY1485" fmla="*/ 1944394 h 3047670"/>
              <a:gd name="connsiteX1486" fmla="*/ 1835861 w 3044273"/>
              <a:gd name="connsiteY1486" fmla="*/ 1944645 h 3047670"/>
              <a:gd name="connsiteX1487" fmla="*/ 1835610 w 3044273"/>
              <a:gd name="connsiteY1487" fmla="*/ 1944394 h 3047670"/>
              <a:gd name="connsiteX1488" fmla="*/ 1835861 w 3044273"/>
              <a:gd name="connsiteY1488" fmla="*/ 1944143 h 3047670"/>
              <a:gd name="connsiteX1489" fmla="*/ 649680 w 3044273"/>
              <a:gd name="connsiteY1489" fmla="*/ 1943388 h 3047670"/>
              <a:gd name="connsiteX1490" fmla="*/ 670783 w 3044273"/>
              <a:gd name="connsiteY1490" fmla="*/ 1964366 h 3047670"/>
              <a:gd name="connsiteX1491" fmla="*/ 649805 w 3044273"/>
              <a:gd name="connsiteY1491" fmla="*/ 1985468 h 3047670"/>
              <a:gd name="connsiteX1492" fmla="*/ 628702 w 3044273"/>
              <a:gd name="connsiteY1492" fmla="*/ 1964491 h 3047670"/>
              <a:gd name="connsiteX1493" fmla="*/ 649680 w 3044273"/>
              <a:gd name="connsiteY1493" fmla="*/ 1943388 h 3047670"/>
              <a:gd name="connsiteX1494" fmla="*/ 1077523 w 3044273"/>
              <a:gd name="connsiteY1494" fmla="*/ 1939871 h 3047670"/>
              <a:gd name="connsiteX1495" fmla="*/ 1082422 w 3044273"/>
              <a:gd name="connsiteY1495" fmla="*/ 1944771 h 3047670"/>
              <a:gd name="connsiteX1496" fmla="*/ 1077650 w 3044273"/>
              <a:gd name="connsiteY1496" fmla="*/ 1949671 h 3047670"/>
              <a:gd name="connsiteX1497" fmla="*/ 1072751 w 3044273"/>
              <a:gd name="connsiteY1497" fmla="*/ 1944896 h 3047670"/>
              <a:gd name="connsiteX1498" fmla="*/ 1077523 w 3044273"/>
              <a:gd name="connsiteY1498" fmla="*/ 1939871 h 3047670"/>
              <a:gd name="connsiteX1499" fmla="*/ 1969012 w 3044273"/>
              <a:gd name="connsiteY1499" fmla="*/ 1936229 h 3047670"/>
              <a:gd name="connsiteX1500" fmla="*/ 1974289 w 3044273"/>
              <a:gd name="connsiteY1500" fmla="*/ 1941504 h 3047670"/>
              <a:gd name="connsiteX1501" fmla="*/ 1969012 w 3044273"/>
              <a:gd name="connsiteY1501" fmla="*/ 1946906 h 3047670"/>
              <a:gd name="connsiteX1502" fmla="*/ 1963737 w 3044273"/>
              <a:gd name="connsiteY1502" fmla="*/ 1941631 h 3047670"/>
              <a:gd name="connsiteX1503" fmla="*/ 1969012 w 3044273"/>
              <a:gd name="connsiteY1503" fmla="*/ 1936229 h 3047670"/>
              <a:gd name="connsiteX1504" fmla="*/ 2396984 w 3044273"/>
              <a:gd name="connsiteY1504" fmla="*/ 1931456 h 3047670"/>
              <a:gd name="connsiteX1505" fmla="*/ 2423615 w 3044273"/>
              <a:gd name="connsiteY1505" fmla="*/ 1957961 h 3047670"/>
              <a:gd name="connsiteX1506" fmla="*/ 2397109 w 3044273"/>
              <a:gd name="connsiteY1506" fmla="*/ 1984591 h 3047670"/>
              <a:gd name="connsiteX1507" fmla="*/ 2370478 w 3044273"/>
              <a:gd name="connsiteY1507" fmla="*/ 1958086 h 3047670"/>
              <a:gd name="connsiteX1508" fmla="*/ 2396984 w 3044273"/>
              <a:gd name="connsiteY1508" fmla="*/ 1931456 h 3047670"/>
              <a:gd name="connsiteX1509" fmla="*/ 2902584 w 3044273"/>
              <a:gd name="connsiteY1509" fmla="*/ 1930953 h 3047670"/>
              <a:gd name="connsiteX1510" fmla="*/ 2913010 w 3044273"/>
              <a:gd name="connsiteY1510" fmla="*/ 1941379 h 3047670"/>
              <a:gd name="connsiteX1511" fmla="*/ 2902710 w 3044273"/>
              <a:gd name="connsiteY1511" fmla="*/ 1951805 h 3047670"/>
              <a:gd name="connsiteX1512" fmla="*/ 2892283 w 3044273"/>
              <a:gd name="connsiteY1512" fmla="*/ 1941379 h 3047670"/>
              <a:gd name="connsiteX1513" fmla="*/ 2902584 w 3044273"/>
              <a:gd name="connsiteY1513" fmla="*/ 1930953 h 3047670"/>
              <a:gd name="connsiteX1514" fmla="*/ 540395 w 3044273"/>
              <a:gd name="connsiteY1514" fmla="*/ 1930701 h 3047670"/>
              <a:gd name="connsiteX1515" fmla="*/ 556349 w 3044273"/>
              <a:gd name="connsiteY1515" fmla="*/ 1946530 h 3047670"/>
              <a:gd name="connsiteX1516" fmla="*/ 540395 w 3044273"/>
              <a:gd name="connsiteY1516" fmla="*/ 1962482 h 3047670"/>
              <a:gd name="connsiteX1517" fmla="*/ 524441 w 3044273"/>
              <a:gd name="connsiteY1517" fmla="*/ 1946655 h 3047670"/>
              <a:gd name="connsiteX1518" fmla="*/ 540395 w 3044273"/>
              <a:gd name="connsiteY1518" fmla="*/ 1930701 h 3047670"/>
              <a:gd name="connsiteX1519" fmla="*/ 954546 w 3044273"/>
              <a:gd name="connsiteY1519" fmla="*/ 1922661 h 3047670"/>
              <a:gd name="connsiteX1520" fmla="*/ 966731 w 3044273"/>
              <a:gd name="connsiteY1520" fmla="*/ 1934720 h 3047670"/>
              <a:gd name="connsiteX1521" fmla="*/ 954546 w 3044273"/>
              <a:gd name="connsiteY1521" fmla="*/ 1946905 h 3047670"/>
              <a:gd name="connsiteX1522" fmla="*/ 942362 w 3044273"/>
              <a:gd name="connsiteY1522" fmla="*/ 1934720 h 3047670"/>
              <a:gd name="connsiteX1523" fmla="*/ 954546 w 3044273"/>
              <a:gd name="connsiteY1523" fmla="*/ 1922661 h 3047670"/>
              <a:gd name="connsiteX1524" fmla="*/ 433747 w 3044273"/>
              <a:gd name="connsiteY1524" fmla="*/ 1921657 h 3047670"/>
              <a:gd name="connsiteX1525" fmla="*/ 439902 w 3044273"/>
              <a:gd name="connsiteY1525" fmla="*/ 1927812 h 3047670"/>
              <a:gd name="connsiteX1526" fmla="*/ 433747 w 3044273"/>
              <a:gd name="connsiteY1526" fmla="*/ 1933968 h 3047670"/>
              <a:gd name="connsiteX1527" fmla="*/ 427466 w 3044273"/>
              <a:gd name="connsiteY1527" fmla="*/ 1927812 h 3047670"/>
              <a:gd name="connsiteX1528" fmla="*/ 433747 w 3044273"/>
              <a:gd name="connsiteY1528" fmla="*/ 1921657 h 3047670"/>
              <a:gd name="connsiteX1529" fmla="*/ 3005208 w 3044273"/>
              <a:gd name="connsiteY1529" fmla="*/ 1917512 h 3047670"/>
              <a:gd name="connsiteX1530" fmla="*/ 3008601 w 3044273"/>
              <a:gd name="connsiteY1530" fmla="*/ 1920778 h 3047670"/>
              <a:gd name="connsiteX1531" fmla="*/ 3005334 w 3044273"/>
              <a:gd name="connsiteY1531" fmla="*/ 1924045 h 3047670"/>
              <a:gd name="connsiteX1532" fmla="*/ 3002068 w 3044273"/>
              <a:gd name="connsiteY1532" fmla="*/ 1920778 h 3047670"/>
              <a:gd name="connsiteX1533" fmla="*/ 3005208 w 3044273"/>
              <a:gd name="connsiteY1533" fmla="*/ 1917512 h 3047670"/>
              <a:gd name="connsiteX1534" fmla="*/ 2091990 w 3044273"/>
              <a:gd name="connsiteY1534" fmla="*/ 1916381 h 3047670"/>
              <a:gd name="connsiteX1535" fmla="*/ 2106186 w 3044273"/>
              <a:gd name="connsiteY1535" fmla="*/ 1930450 h 3047670"/>
              <a:gd name="connsiteX1536" fmla="*/ 2092117 w 3044273"/>
              <a:gd name="connsiteY1536" fmla="*/ 1944646 h 3047670"/>
              <a:gd name="connsiteX1537" fmla="*/ 2077922 w 3044273"/>
              <a:gd name="connsiteY1537" fmla="*/ 1930577 h 3047670"/>
              <a:gd name="connsiteX1538" fmla="*/ 2091990 w 3044273"/>
              <a:gd name="connsiteY1538" fmla="*/ 1916381 h 3047670"/>
              <a:gd name="connsiteX1539" fmla="*/ 2506142 w 3044273"/>
              <a:gd name="connsiteY1539" fmla="*/ 1915754 h 3047670"/>
              <a:gd name="connsiteX1540" fmla="*/ 2529883 w 3044273"/>
              <a:gd name="connsiteY1540" fmla="*/ 1939370 h 3047670"/>
              <a:gd name="connsiteX1541" fmla="*/ 2506267 w 3044273"/>
              <a:gd name="connsiteY1541" fmla="*/ 1963111 h 3047670"/>
              <a:gd name="connsiteX1542" fmla="*/ 2482526 w 3044273"/>
              <a:gd name="connsiteY1542" fmla="*/ 1939495 h 3047670"/>
              <a:gd name="connsiteX1543" fmla="*/ 2506142 w 3044273"/>
              <a:gd name="connsiteY1543" fmla="*/ 1915754 h 3047670"/>
              <a:gd name="connsiteX1544" fmla="*/ 329111 w 3044273"/>
              <a:gd name="connsiteY1544" fmla="*/ 1904574 h 3047670"/>
              <a:gd name="connsiteX1545" fmla="*/ 332879 w 3044273"/>
              <a:gd name="connsiteY1545" fmla="*/ 1908343 h 3047670"/>
              <a:gd name="connsiteX1546" fmla="*/ 329111 w 3044273"/>
              <a:gd name="connsiteY1546" fmla="*/ 1912111 h 3047670"/>
              <a:gd name="connsiteX1547" fmla="*/ 325342 w 3044273"/>
              <a:gd name="connsiteY1547" fmla="*/ 1908343 h 3047670"/>
              <a:gd name="connsiteX1548" fmla="*/ 329111 w 3044273"/>
              <a:gd name="connsiteY1548" fmla="*/ 1904574 h 3047670"/>
              <a:gd name="connsiteX1549" fmla="*/ 838352 w 3044273"/>
              <a:gd name="connsiteY1549" fmla="*/ 1900177 h 3047670"/>
              <a:gd name="connsiteX1550" fmla="*/ 858325 w 3044273"/>
              <a:gd name="connsiteY1550" fmla="*/ 1920025 h 3047670"/>
              <a:gd name="connsiteX1551" fmla="*/ 838478 w 3044273"/>
              <a:gd name="connsiteY1551" fmla="*/ 1939997 h 3047670"/>
              <a:gd name="connsiteX1552" fmla="*/ 818505 w 3044273"/>
              <a:gd name="connsiteY1552" fmla="*/ 1920150 h 3047670"/>
              <a:gd name="connsiteX1553" fmla="*/ 838352 w 3044273"/>
              <a:gd name="connsiteY1553" fmla="*/ 1900177 h 3047670"/>
              <a:gd name="connsiteX1554" fmla="*/ 2612664 w 3044273"/>
              <a:gd name="connsiteY1554" fmla="*/ 1899172 h 3047670"/>
              <a:gd name="connsiteX1555" fmla="*/ 2633518 w 3044273"/>
              <a:gd name="connsiteY1555" fmla="*/ 1919898 h 3047670"/>
              <a:gd name="connsiteX1556" fmla="*/ 2612791 w 3044273"/>
              <a:gd name="connsiteY1556" fmla="*/ 1940751 h 3047670"/>
              <a:gd name="connsiteX1557" fmla="*/ 2591937 w 3044273"/>
              <a:gd name="connsiteY1557" fmla="*/ 1920025 h 3047670"/>
              <a:gd name="connsiteX1558" fmla="*/ 2612664 w 3044273"/>
              <a:gd name="connsiteY1558" fmla="*/ 1899172 h 3047670"/>
              <a:gd name="connsiteX1559" fmla="*/ 2207933 w 3044273"/>
              <a:gd name="connsiteY1559" fmla="*/ 1893520 h 3047670"/>
              <a:gd name="connsiteX1560" fmla="*/ 2229664 w 3044273"/>
              <a:gd name="connsiteY1560" fmla="*/ 1915126 h 3047670"/>
              <a:gd name="connsiteX1561" fmla="*/ 2208058 w 3044273"/>
              <a:gd name="connsiteY1561" fmla="*/ 1936857 h 3047670"/>
              <a:gd name="connsiteX1562" fmla="*/ 2186327 w 3044273"/>
              <a:gd name="connsiteY1562" fmla="*/ 1915251 h 3047670"/>
              <a:gd name="connsiteX1563" fmla="*/ 2207933 w 3044273"/>
              <a:gd name="connsiteY1563" fmla="*/ 1893520 h 3047670"/>
              <a:gd name="connsiteX1564" fmla="*/ 1151635 w 3044273"/>
              <a:gd name="connsiteY1564" fmla="*/ 1885103 h 3047670"/>
              <a:gd name="connsiteX1565" fmla="*/ 1151887 w 3044273"/>
              <a:gd name="connsiteY1565" fmla="*/ 1885354 h 3047670"/>
              <a:gd name="connsiteX1566" fmla="*/ 1151635 w 3044273"/>
              <a:gd name="connsiteY1566" fmla="*/ 1885605 h 3047670"/>
              <a:gd name="connsiteX1567" fmla="*/ 1151385 w 3044273"/>
              <a:gd name="connsiteY1567" fmla="*/ 1885354 h 3047670"/>
              <a:gd name="connsiteX1568" fmla="*/ 1151635 w 3044273"/>
              <a:gd name="connsiteY1568" fmla="*/ 1885103 h 3047670"/>
              <a:gd name="connsiteX1569" fmla="*/ 226232 w 3044273"/>
              <a:gd name="connsiteY1569" fmla="*/ 1885103 h 3047670"/>
              <a:gd name="connsiteX1570" fmla="*/ 229497 w 3044273"/>
              <a:gd name="connsiteY1570" fmla="*/ 1888368 h 3047670"/>
              <a:gd name="connsiteX1571" fmla="*/ 226232 w 3044273"/>
              <a:gd name="connsiteY1571" fmla="*/ 1891760 h 3047670"/>
              <a:gd name="connsiteX1572" fmla="*/ 222965 w 3044273"/>
              <a:gd name="connsiteY1572" fmla="*/ 1888495 h 3047670"/>
              <a:gd name="connsiteX1573" fmla="*/ 226232 w 3044273"/>
              <a:gd name="connsiteY1573" fmla="*/ 1885103 h 3047670"/>
              <a:gd name="connsiteX1574" fmla="*/ 1894525 w 3044273"/>
              <a:gd name="connsiteY1574" fmla="*/ 1882340 h 3047670"/>
              <a:gd name="connsiteX1575" fmla="*/ 1894776 w 3044273"/>
              <a:gd name="connsiteY1575" fmla="*/ 1882591 h 3047670"/>
              <a:gd name="connsiteX1576" fmla="*/ 1894525 w 3044273"/>
              <a:gd name="connsiteY1576" fmla="*/ 1882842 h 3047670"/>
              <a:gd name="connsiteX1577" fmla="*/ 1894273 w 3044273"/>
              <a:gd name="connsiteY1577" fmla="*/ 1882591 h 3047670"/>
              <a:gd name="connsiteX1578" fmla="*/ 1894525 w 3044273"/>
              <a:gd name="connsiteY1578" fmla="*/ 1882340 h 3047670"/>
              <a:gd name="connsiteX1579" fmla="*/ 2717175 w 3044273"/>
              <a:gd name="connsiteY1579" fmla="*/ 1880330 h 3047670"/>
              <a:gd name="connsiteX1580" fmla="*/ 2736645 w 3044273"/>
              <a:gd name="connsiteY1580" fmla="*/ 1899674 h 3047670"/>
              <a:gd name="connsiteX1581" fmla="*/ 2717300 w 3044273"/>
              <a:gd name="connsiteY1581" fmla="*/ 1919270 h 3047670"/>
              <a:gd name="connsiteX1582" fmla="*/ 2697704 w 3044273"/>
              <a:gd name="connsiteY1582" fmla="*/ 1899801 h 3047670"/>
              <a:gd name="connsiteX1583" fmla="*/ 2717175 w 3044273"/>
              <a:gd name="connsiteY1583" fmla="*/ 1880330 h 3047670"/>
              <a:gd name="connsiteX1584" fmla="*/ 726931 w 3044273"/>
              <a:gd name="connsiteY1584" fmla="*/ 1878195 h 3047670"/>
              <a:gd name="connsiteX1585" fmla="*/ 752053 w 3044273"/>
              <a:gd name="connsiteY1585" fmla="*/ 1903066 h 3047670"/>
              <a:gd name="connsiteX1586" fmla="*/ 727183 w 3044273"/>
              <a:gd name="connsiteY1586" fmla="*/ 1928189 h 3047670"/>
              <a:gd name="connsiteX1587" fmla="*/ 702061 w 3044273"/>
              <a:gd name="connsiteY1587" fmla="*/ 1903192 h 3047670"/>
              <a:gd name="connsiteX1588" fmla="*/ 726931 w 3044273"/>
              <a:gd name="connsiteY1588" fmla="*/ 1878195 h 3047670"/>
              <a:gd name="connsiteX1589" fmla="*/ 2319226 w 3044273"/>
              <a:gd name="connsiteY1589" fmla="*/ 1872039 h 3047670"/>
              <a:gd name="connsiteX1590" fmla="*/ 2344474 w 3044273"/>
              <a:gd name="connsiteY1590" fmla="*/ 1897162 h 3047670"/>
              <a:gd name="connsiteX1591" fmla="*/ 2319351 w 3044273"/>
              <a:gd name="connsiteY1591" fmla="*/ 1922536 h 3047670"/>
              <a:gd name="connsiteX1592" fmla="*/ 2293978 w 3044273"/>
              <a:gd name="connsiteY1592" fmla="*/ 1897413 h 3047670"/>
              <a:gd name="connsiteX1593" fmla="*/ 2319226 w 3044273"/>
              <a:gd name="connsiteY1593" fmla="*/ 1872039 h 3047670"/>
              <a:gd name="connsiteX1594" fmla="*/ 1029413 w 3044273"/>
              <a:gd name="connsiteY1594" fmla="*/ 1871412 h 3047670"/>
              <a:gd name="connsiteX1595" fmla="*/ 1032554 w 3044273"/>
              <a:gd name="connsiteY1595" fmla="*/ 1874552 h 3047670"/>
              <a:gd name="connsiteX1596" fmla="*/ 1029413 w 3044273"/>
              <a:gd name="connsiteY1596" fmla="*/ 1877694 h 3047670"/>
              <a:gd name="connsiteX1597" fmla="*/ 1026273 w 3044273"/>
              <a:gd name="connsiteY1597" fmla="*/ 1874679 h 3047670"/>
              <a:gd name="connsiteX1598" fmla="*/ 1029413 w 3044273"/>
              <a:gd name="connsiteY1598" fmla="*/ 1871412 h 3047670"/>
              <a:gd name="connsiteX1599" fmla="*/ 2016745 w 3044273"/>
              <a:gd name="connsiteY1599" fmla="*/ 1869276 h 3047670"/>
              <a:gd name="connsiteX1600" fmla="*/ 2018505 w 3044273"/>
              <a:gd name="connsiteY1600" fmla="*/ 1871034 h 3047670"/>
              <a:gd name="connsiteX1601" fmla="*/ 2016745 w 3044273"/>
              <a:gd name="connsiteY1601" fmla="*/ 1872793 h 3047670"/>
              <a:gd name="connsiteX1602" fmla="*/ 2014987 w 3044273"/>
              <a:gd name="connsiteY1602" fmla="*/ 1871034 h 3047670"/>
              <a:gd name="connsiteX1603" fmla="*/ 2016745 w 3044273"/>
              <a:gd name="connsiteY1603" fmla="*/ 1869276 h 3047670"/>
              <a:gd name="connsiteX1604" fmla="*/ 124610 w 3044273"/>
              <a:gd name="connsiteY1604" fmla="*/ 1866512 h 3047670"/>
              <a:gd name="connsiteX1605" fmla="*/ 126368 w 3044273"/>
              <a:gd name="connsiteY1605" fmla="*/ 1868270 h 3047670"/>
              <a:gd name="connsiteX1606" fmla="*/ 124610 w 3044273"/>
              <a:gd name="connsiteY1606" fmla="*/ 1870029 h 3047670"/>
              <a:gd name="connsiteX1607" fmla="*/ 122851 w 3044273"/>
              <a:gd name="connsiteY1607" fmla="*/ 1868270 h 3047670"/>
              <a:gd name="connsiteX1608" fmla="*/ 124610 w 3044273"/>
              <a:gd name="connsiteY1608" fmla="*/ 1866512 h 3047670"/>
              <a:gd name="connsiteX1609" fmla="*/ 619406 w 3044273"/>
              <a:gd name="connsiteY1609" fmla="*/ 1865382 h 3047670"/>
              <a:gd name="connsiteX1610" fmla="*/ 638752 w 3044273"/>
              <a:gd name="connsiteY1610" fmla="*/ 1884601 h 3047670"/>
              <a:gd name="connsiteX1611" fmla="*/ 619533 w 3044273"/>
              <a:gd name="connsiteY1611" fmla="*/ 1903947 h 3047670"/>
              <a:gd name="connsiteX1612" fmla="*/ 600187 w 3044273"/>
              <a:gd name="connsiteY1612" fmla="*/ 1884727 h 3047670"/>
              <a:gd name="connsiteX1613" fmla="*/ 619406 w 3044273"/>
              <a:gd name="connsiteY1613" fmla="*/ 1865382 h 3047670"/>
              <a:gd name="connsiteX1614" fmla="*/ 2819803 w 3044273"/>
              <a:gd name="connsiteY1614" fmla="*/ 1865004 h 3047670"/>
              <a:gd name="connsiteX1615" fmla="*/ 2833997 w 3044273"/>
              <a:gd name="connsiteY1615" fmla="*/ 1879073 h 3047670"/>
              <a:gd name="connsiteX1616" fmla="*/ 2819928 w 3044273"/>
              <a:gd name="connsiteY1616" fmla="*/ 1893269 h 3047670"/>
              <a:gd name="connsiteX1617" fmla="*/ 2805734 w 3044273"/>
              <a:gd name="connsiteY1617" fmla="*/ 1879200 h 3047670"/>
              <a:gd name="connsiteX1618" fmla="*/ 2819803 w 3044273"/>
              <a:gd name="connsiteY1618" fmla="*/ 1865004 h 3047670"/>
              <a:gd name="connsiteX1619" fmla="*/ 2921300 w 3044273"/>
              <a:gd name="connsiteY1619" fmla="*/ 1853072 h 3047670"/>
              <a:gd name="connsiteX1620" fmla="*/ 2926449 w 3044273"/>
              <a:gd name="connsiteY1620" fmla="*/ 1858097 h 3047670"/>
              <a:gd name="connsiteX1621" fmla="*/ 2921300 w 3044273"/>
              <a:gd name="connsiteY1621" fmla="*/ 1863246 h 3047670"/>
              <a:gd name="connsiteX1622" fmla="*/ 2916275 w 3044273"/>
              <a:gd name="connsiteY1622" fmla="*/ 1858222 h 3047670"/>
              <a:gd name="connsiteX1623" fmla="*/ 2921300 w 3044273"/>
              <a:gd name="connsiteY1623" fmla="*/ 1853072 h 3047670"/>
              <a:gd name="connsiteX1624" fmla="*/ 514268 w 3044273"/>
              <a:gd name="connsiteY1624" fmla="*/ 1851815 h 3047670"/>
              <a:gd name="connsiteX1625" fmla="*/ 527834 w 3044273"/>
              <a:gd name="connsiteY1625" fmla="*/ 1865256 h 3047670"/>
              <a:gd name="connsiteX1626" fmla="*/ 514393 w 3044273"/>
              <a:gd name="connsiteY1626" fmla="*/ 1878821 h 3047670"/>
              <a:gd name="connsiteX1627" fmla="*/ 500827 w 3044273"/>
              <a:gd name="connsiteY1627" fmla="*/ 1865381 h 3047670"/>
              <a:gd name="connsiteX1628" fmla="*/ 514268 w 3044273"/>
              <a:gd name="connsiteY1628" fmla="*/ 1851815 h 3047670"/>
              <a:gd name="connsiteX1629" fmla="*/ 2426754 w 3044273"/>
              <a:gd name="connsiteY1629" fmla="*/ 1849931 h 3047670"/>
              <a:gd name="connsiteX1630" fmla="*/ 2454892 w 3044273"/>
              <a:gd name="connsiteY1630" fmla="*/ 1877944 h 3047670"/>
              <a:gd name="connsiteX1631" fmla="*/ 2426879 w 3044273"/>
              <a:gd name="connsiteY1631" fmla="*/ 1906206 h 3047670"/>
              <a:gd name="connsiteX1632" fmla="*/ 2398617 w 3044273"/>
              <a:gd name="connsiteY1632" fmla="*/ 1878194 h 3047670"/>
              <a:gd name="connsiteX1633" fmla="*/ 2426754 w 3044273"/>
              <a:gd name="connsiteY1633" fmla="*/ 1849931 h 3047670"/>
              <a:gd name="connsiteX1634" fmla="*/ 2131057 w 3044273"/>
              <a:gd name="connsiteY1634" fmla="*/ 1846917 h 3047670"/>
              <a:gd name="connsiteX1635" fmla="*/ 2138846 w 3044273"/>
              <a:gd name="connsiteY1635" fmla="*/ 1854705 h 3047670"/>
              <a:gd name="connsiteX1636" fmla="*/ 2131183 w 3044273"/>
              <a:gd name="connsiteY1636" fmla="*/ 1862493 h 3047670"/>
              <a:gd name="connsiteX1637" fmla="*/ 2123394 w 3044273"/>
              <a:gd name="connsiteY1637" fmla="*/ 1854831 h 3047670"/>
              <a:gd name="connsiteX1638" fmla="*/ 2131057 w 3044273"/>
              <a:gd name="connsiteY1638" fmla="*/ 1846917 h 3047670"/>
              <a:gd name="connsiteX1639" fmla="*/ 24117 w 3044273"/>
              <a:gd name="connsiteY1639" fmla="*/ 1846539 h 3047670"/>
              <a:gd name="connsiteX1640" fmla="*/ 25500 w 3044273"/>
              <a:gd name="connsiteY1640" fmla="*/ 1847921 h 3047670"/>
              <a:gd name="connsiteX1641" fmla="*/ 24117 w 3044273"/>
              <a:gd name="connsiteY1641" fmla="*/ 1849303 h 3047670"/>
              <a:gd name="connsiteX1642" fmla="*/ 22862 w 3044273"/>
              <a:gd name="connsiteY1642" fmla="*/ 1847921 h 3047670"/>
              <a:gd name="connsiteX1643" fmla="*/ 24117 w 3044273"/>
              <a:gd name="connsiteY1643" fmla="*/ 1846539 h 3047670"/>
              <a:gd name="connsiteX1644" fmla="*/ 914727 w 3044273"/>
              <a:gd name="connsiteY1644" fmla="*/ 1839254 h 3047670"/>
              <a:gd name="connsiteX1645" fmla="*/ 934699 w 3044273"/>
              <a:gd name="connsiteY1645" fmla="*/ 1859102 h 3047670"/>
              <a:gd name="connsiteX1646" fmla="*/ 914852 w 3044273"/>
              <a:gd name="connsiteY1646" fmla="*/ 1879074 h 3047670"/>
              <a:gd name="connsiteX1647" fmla="*/ 894879 w 3044273"/>
              <a:gd name="connsiteY1647" fmla="*/ 1859227 h 3047670"/>
              <a:gd name="connsiteX1648" fmla="*/ 914727 w 3044273"/>
              <a:gd name="connsiteY1648" fmla="*/ 1839254 h 3047670"/>
              <a:gd name="connsiteX1649" fmla="*/ 411263 w 3044273"/>
              <a:gd name="connsiteY1649" fmla="*/ 1837369 h 3047670"/>
              <a:gd name="connsiteX1650" fmla="*/ 419428 w 3044273"/>
              <a:gd name="connsiteY1650" fmla="*/ 1845534 h 3047670"/>
              <a:gd name="connsiteX1651" fmla="*/ 411263 w 3044273"/>
              <a:gd name="connsiteY1651" fmla="*/ 1853699 h 3047670"/>
              <a:gd name="connsiteX1652" fmla="*/ 403098 w 3044273"/>
              <a:gd name="connsiteY1652" fmla="*/ 1845534 h 3047670"/>
              <a:gd name="connsiteX1653" fmla="*/ 411263 w 3044273"/>
              <a:gd name="connsiteY1653" fmla="*/ 1837369 h 3047670"/>
              <a:gd name="connsiteX1654" fmla="*/ 3021790 w 3044273"/>
              <a:gd name="connsiteY1654" fmla="*/ 1835737 h 3047670"/>
              <a:gd name="connsiteX1655" fmla="*/ 3023173 w 3044273"/>
              <a:gd name="connsiteY1655" fmla="*/ 1836994 h 3047670"/>
              <a:gd name="connsiteX1656" fmla="*/ 3021790 w 3044273"/>
              <a:gd name="connsiteY1656" fmla="*/ 1838375 h 3047670"/>
              <a:gd name="connsiteX1657" fmla="*/ 3020408 w 3044273"/>
              <a:gd name="connsiteY1657" fmla="*/ 1836994 h 3047670"/>
              <a:gd name="connsiteX1658" fmla="*/ 3021790 w 3044273"/>
              <a:gd name="connsiteY1658" fmla="*/ 1835737 h 3047670"/>
              <a:gd name="connsiteX1659" fmla="*/ 2531517 w 3044273"/>
              <a:gd name="connsiteY1659" fmla="*/ 1835235 h 3047670"/>
              <a:gd name="connsiteX1660" fmla="*/ 2554380 w 3044273"/>
              <a:gd name="connsiteY1660" fmla="*/ 1857971 h 3047670"/>
              <a:gd name="connsiteX1661" fmla="*/ 2531642 w 3044273"/>
              <a:gd name="connsiteY1661" fmla="*/ 1880833 h 3047670"/>
              <a:gd name="connsiteX1662" fmla="*/ 2508781 w 3044273"/>
              <a:gd name="connsiteY1662" fmla="*/ 1858096 h 3047670"/>
              <a:gd name="connsiteX1663" fmla="*/ 2531517 w 3044273"/>
              <a:gd name="connsiteY1663" fmla="*/ 1835235 h 3047670"/>
              <a:gd name="connsiteX1664" fmla="*/ 309892 w 3044273"/>
              <a:gd name="connsiteY1664" fmla="*/ 1819783 h 3047670"/>
              <a:gd name="connsiteX1665" fmla="*/ 315419 w 3044273"/>
              <a:gd name="connsiteY1665" fmla="*/ 1825310 h 3047670"/>
              <a:gd name="connsiteX1666" fmla="*/ 309892 w 3044273"/>
              <a:gd name="connsiteY1666" fmla="*/ 1830837 h 3047670"/>
              <a:gd name="connsiteX1667" fmla="*/ 304365 w 3044273"/>
              <a:gd name="connsiteY1667" fmla="*/ 1825310 h 3047670"/>
              <a:gd name="connsiteX1668" fmla="*/ 309892 w 3044273"/>
              <a:gd name="connsiteY1668" fmla="*/ 1819783 h 3047670"/>
              <a:gd name="connsiteX1669" fmla="*/ 2240216 w 3044273"/>
              <a:gd name="connsiteY1669" fmla="*/ 1819532 h 3047670"/>
              <a:gd name="connsiteX1670" fmla="*/ 2257049 w 3044273"/>
              <a:gd name="connsiteY1670" fmla="*/ 1836239 h 3047670"/>
              <a:gd name="connsiteX1671" fmla="*/ 2240343 w 3044273"/>
              <a:gd name="connsiteY1671" fmla="*/ 1853072 h 3047670"/>
              <a:gd name="connsiteX1672" fmla="*/ 2223509 w 3044273"/>
              <a:gd name="connsiteY1672" fmla="*/ 1836365 h 3047670"/>
              <a:gd name="connsiteX1673" fmla="*/ 2240216 w 3044273"/>
              <a:gd name="connsiteY1673" fmla="*/ 1819532 h 3047670"/>
              <a:gd name="connsiteX1674" fmla="*/ 805316 w 3044273"/>
              <a:gd name="connsiteY1674" fmla="*/ 1816392 h 3047670"/>
              <a:gd name="connsiteX1675" fmla="*/ 830438 w 3044273"/>
              <a:gd name="connsiteY1675" fmla="*/ 1841263 h 3047670"/>
              <a:gd name="connsiteX1676" fmla="*/ 805568 w 3044273"/>
              <a:gd name="connsiteY1676" fmla="*/ 1866386 h 3047670"/>
              <a:gd name="connsiteX1677" fmla="*/ 780446 w 3044273"/>
              <a:gd name="connsiteY1677" fmla="*/ 1841515 h 3047670"/>
              <a:gd name="connsiteX1678" fmla="*/ 805316 w 3044273"/>
              <a:gd name="connsiteY1678" fmla="*/ 1816392 h 3047670"/>
              <a:gd name="connsiteX1679" fmla="*/ 2634397 w 3044273"/>
              <a:gd name="connsiteY1679" fmla="*/ 1815890 h 3047670"/>
              <a:gd name="connsiteX1680" fmla="*/ 2656128 w 3044273"/>
              <a:gd name="connsiteY1680" fmla="*/ 1837496 h 3047670"/>
              <a:gd name="connsiteX1681" fmla="*/ 2634522 w 3044273"/>
              <a:gd name="connsiteY1681" fmla="*/ 1859227 h 3047670"/>
              <a:gd name="connsiteX1682" fmla="*/ 2612791 w 3044273"/>
              <a:gd name="connsiteY1682" fmla="*/ 1837621 h 3047670"/>
              <a:gd name="connsiteX1683" fmla="*/ 2634397 w 3044273"/>
              <a:gd name="connsiteY1683" fmla="*/ 1815890 h 3047670"/>
              <a:gd name="connsiteX1684" fmla="*/ 1104532 w 3044273"/>
              <a:gd name="connsiteY1684" fmla="*/ 1811241 h 3047670"/>
              <a:gd name="connsiteX1685" fmla="*/ 1107673 w 3044273"/>
              <a:gd name="connsiteY1685" fmla="*/ 1814381 h 3047670"/>
              <a:gd name="connsiteX1686" fmla="*/ 1104532 w 3044273"/>
              <a:gd name="connsiteY1686" fmla="*/ 1817522 h 3047670"/>
              <a:gd name="connsiteX1687" fmla="*/ 1101392 w 3044273"/>
              <a:gd name="connsiteY1687" fmla="*/ 1814381 h 3047670"/>
              <a:gd name="connsiteX1688" fmla="*/ 1104532 w 3044273"/>
              <a:gd name="connsiteY1688" fmla="*/ 1811241 h 3047670"/>
              <a:gd name="connsiteX1689" fmla="*/ 1941253 w 3044273"/>
              <a:gd name="connsiteY1689" fmla="*/ 1811116 h 3047670"/>
              <a:gd name="connsiteX1690" fmla="*/ 1941505 w 3044273"/>
              <a:gd name="connsiteY1690" fmla="*/ 1811368 h 3047670"/>
              <a:gd name="connsiteX1691" fmla="*/ 1941253 w 3044273"/>
              <a:gd name="connsiteY1691" fmla="*/ 1811619 h 3047670"/>
              <a:gd name="connsiteX1692" fmla="*/ 1941002 w 3044273"/>
              <a:gd name="connsiteY1692" fmla="*/ 1811368 h 3047670"/>
              <a:gd name="connsiteX1693" fmla="*/ 1941253 w 3044273"/>
              <a:gd name="connsiteY1693" fmla="*/ 1811116 h 3047670"/>
              <a:gd name="connsiteX1694" fmla="*/ 209652 w 3044273"/>
              <a:gd name="connsiteY1694" fmla="*/ 1799937 h 3047670"/>
              <a:gd name="connsiteX1695" fmla="*/ 214551 w 3044273"/>
              <a:gd name="connsiteY1695" fmla="*/ 1804836 h 3047670"/>
              <a:gd name="connsiteX1696" fmla="*/ 209652 w 3044273"/>
              <a:gd name="connsiteY1696" fmla="*/ 1809735 h 3047670"/>
              <a:gd name="connsiteX1697" fmla="*/ 204753 w 3044273"/>
              <a:gd name="connsiteY1697" fmla="*/ 1804836 h 3047670"/>
              <a:gd name="connsiteX1698" fmla="*/ 209652 w 3044273"/>
              <a:gd name="connsiteY1698" fmla="*/ 1799937 h 3047670"/>
              <a:gd name="connsiteX1699" fmla="*/ 699547 w 3044273"/>
              <a:gd name="connsiteY1699" fmla="*/ 1798177 h 3047670"/>
              <a:gd name="connsiteX1700" fmla="*/ 723791 w 3044273"/>
              <a:gd name="connsiteY1700" fmla="*/ 1822170 h 3047670"/>
              <a:gd name="connsiteX1701" fmla="*/ 699798 w 3044273"/>
              <a:gd name="connsiteY1701" fmla="*/ 1846413 h 3047670"/>
              <a:gd name="connsiteX1702" fmla="*/ 675555 w 3044273"/>
              <a:gd name="connsiteY1702" fmla="*/ 1822421 h 3047670"/>
              <a:gd name="connsiteX1703" fmla="*/ 699547 w 3044273"/>
              <a:gd name="connsiteY1703" fmla="*/ 1798177 h 3047670"/>
              <a:gd name="connsiteX1704" fmla="*/ 2735641 w 3044273"/>
              <a:gd name="connsiteY1704" fmla="*/ 1796923 h 3047670"/>
              <a:gd name="connsiteX1705" fmla="*/ 2755487 w 3044273"/>
              <a:gd name="connsiteY1705" fmla="*/ 1816519 h 3047670"/>
              <a:gd name="connsiteX1706" fmla="*/ 2735892 w 3044273"/>
              <a:gd name="connsiteY1706" fmla="*/ 1836241 h 3047670"/>
              <a:gd name="connsiteX1707" fmla="*/ 2716171 w 3044273"/>
              <a:gd name="connsiteY1707" fmla="*/ 1816645 h 3047670"/>
              <a:gd name="connsiteX1708" fmla="*/ 2735641 w 3044273"/>
              <a:gd name="connsiteY1708" fmla="*/ 1796923 h 3047670"/>
              <a:gd name="connsiteX1709" fmla="*/ 2053553 w 3044273"/>
              <a:gd name="connsiteY1709" fmla="*/ 1793655 h 3047670"/>
              <a:gd name="connsiteX1710" fmla="*/ 2053930 w 3044273"/>
              <a:gd name="connsiteY1710" fmla="*/ 1794158 h 3047670"/>
              <a:gd name="connsiteX1711" fmla="*/ 2053553 w 3044273"/>
              <a:gd name="connsiteY1711" fmla="*/ 1794660 h 3047670"/>
              <a:gd name="connsiteX1712" fmla="*/ 2053050 w 3044273"/>
              <a:gd name="connsiteY1712" fmla="*/ 1794158 h 3047670"/>
              <a:gd name="connsiteX1713" fmla="*/ 2053553 w 3044273"/>
              <a:gd name="connsiteY1713" fmla="*/ 1793655 h 3047670"/>
              <a:gd name="connsiteX1714" fmla="*/ 2345982 w 3044273"/>
              <a:gd name="connsiteY1714" fmla="*/ 1788255 h 3047670"/>
              <a:gd name="connsiteX1715" fmla="*/ 2374247 w 3044273"/>
              <a:gd name="connsiteY1715" fmla="*/ 1816268 h 3047670"/>
              <a:gd name="connsiteX1716" fmla="*/ 2346234 w 3044273"/>
              <a:gd name="connsiteY1716" fmla="*/ 1844530 h 3047670"/>
              <a:gd name="connsiteX1717" fmla="*/ 2317972 w 3044273"/>
              <a:gd name="connsiteY1717" fmla="*/ 1816518 h 3047670"/>
              <a:gd name="connsiteX1718" fmla="*/ 2345982 w 3044273"/>
              <a:gd name="connsiteY1718" fmla="*/ 1788255 h 3047670"/>
              <a:gd name="connsiteX1719" fmla="*/ 991978 w 3044273"/>
              <a:gd name="connsiteY1719" fmla="*/ 1788255 h 3047670"/>
              <a:gd name="connsiteX1720" fmla="*/ 1001776 w 3044273"/>
              <a:gd name="connsiteY1720" fmla="*/ 1797927 h 3047670"/>
              <a:gd name="connsiteX1721" fmla="*/ 992105 w 3044273"/>
              <a:gd name="connsiteY1721" fmla="*/ 1807726 h 3047670"/>
              <a:gd name="connsiteX1722" fmla="*/ 982307 w 3044273"/>
              <a:gd name="connsiteY1722" fmla="*/ 1798052 h 3047670"/>
              <a:gd name="connsiteX1723" fmla="*/ 991978 w 3044273"/>
              <a:gd name="connsiteY1723" fmla="*/ 1788255 h 3047670"/>
              <a:gd name="connsiteX1724" fmla="*/ 110414 w 3044273"/>
              <a:gd name="connsiteY1724" fmla="*/ 1781596 h 3047670"/>
              <a:gd name="connsiteX1725" fmla="*/ 113052 w 3044273"/>
              <a:gd name="connsiteY1725" fmla="*/ 1784233 h 3047670"/>
              <a:gd name="connsiteX1726" fmla="*/ 110414 w 3044273"/>
              <a:gd name="connsiteY1726" fmla="*/ 1786870 h 3047670"/>
              <a:gd name="connsiteX1727" fmla="*/ 107777 w 3044273"/>
              <a:gd name="connsiteY1727" fmla="*/ 1784233 h 3047670"/>
              <a:gd name="connsiteX1728" fmla="*/ 110414 w 3044273"/>
              <a:gd name="connsiteY1728" fmla="*/ 1781596 h 3047670"/>
              <a:gd name="connsiteX1729" fmla="*/ 596293 w 3044273"/>
              <a:gd name="connsiteY1729" fmla="*/ 1780466 h 3047670"/>
              <a:gd name="connsiteX1730" fmla="*/ 618527 w 3044273"/>
              <a:gd name="connsiteY1730" fmla="*/ 1802449 h 3047670"/>
              <a:gd name="connsiteX1731" fmla="*/ 596544 w 3044273"/>
              <a:gd name="connsiteY1731" fmla="*/ 1824683 h 3047670"/>
              <a:gd name="connsiteX1732" fmla="*/ 574311 w 3044273"/>
              <a:gd name="connsiteY1732" fmla="*/ 1802700 h 3047670"/>
              <a:gd name="connsiteX1733" fmla="*/ 596293 w 3044273"/>
              <a:gd name="connsiteY1733" fmla="*/ 1780466 h 3047670"/>
              <a:gd name="connsiteX1734" fmla="*/ 2835757 w 3044273"/>
              <a:gd name="connsiteY1734" fmla="*/ 1778708 h 3047670"/>
              <a:gd name="connsiteX1735" fmla="*/ 2852464 w 3044273"/>
              <a:gd name="connsiteY1735" fmla="*/ 1795289 h 3047670"/>
              <a:gd name="connsiteX1736" fmla="*/ 2835882 w 3044273"/>
              <a:gd name="connsiteY1736" fmla="*/ 1811996 h 3047670"/>
              <a:gd name="connsiteX1737" fmla="*/ 2819301 w 3044273"/>
              <a:gd name="connsiteY1737" fmla="*/ 1795415 h 3047670"/>
              <a:gd name="connsiteX1738" fmla="*/ 2835757 w 3044273"/>
              <a:gd name="connsiteY1738" fmla="*/ 1778708 h 3047670"/>
              <a:gd name="connsiteX1739" fmla="*/ 2448988 w 3044273"/>
              <a:gd name="connsiteY1739" fmla="*/ 1767905 h 3047670"/>
              <a:gd name="connsiteX1740" fmla="*/ 2477000 w 3044273"/>
              <a:gd name="connsiteY1740" fmla="*/ 1795666 h 3047670"/>
              <a:gd name="connsiteX1741" fmla="*/ 2449239 w 3044273"/>
              <a:gd name="connsiteY1741" fmla="*/ 1823679 h 3047670"/>
              <a:gd name="connsiteX1742" fmla="*/ 2421228 w 3044273"/>
              <a:gd name="connsiteY1742" fmla="*/ 1795918 h 3047670"/>
              <a:gd name="connsiteX1743" fmla="*/ 2448988 w 3044273"/>
              <a:gd name="connsiteY1743" fmla="*/ 1767905 h 3047670"/>
              <a:gd name="connsiteX1744" fmla="*/ 2934991 w 3044273"/>
              <a:gd name="connsiteY1744" fmla="*/ 1767150 h 3047670"/>
              <a:gd name="connsiteX1745" fmla="*/ 2941900 w 3044273"/>
              <a:gd name="connsiteY1745" fmla="*/ 1773934 h 3047670"/>
              <a:gd name="connsiteX1746" fmla="*/ 2935118 w 3044273"/>
              <a:gd name="connsiteY1746" fmla="*/ 1780841 h 3047670"/>
              <a:gd name="connsiteX1747" fmla="*/ 2928208 w 3044273"/>
              <a:gd name="connsiteY1747" fmla="*/ 1774059 h 3047670"/>
              <a:gd name="connsiteX1748" fmla="*/ 2934991 w 3044273"/>
              <a:gd name="connsiteY1748" fmla="*/ 1767150 h 3047670"/>
              <a:gd name="connsiteX1749" fmla="*/ 495047 w 3044273"/>
              <a:gd name="connsiteY1749" fmla="*/ 1765517 h 3047670"/>
              <a:gd name="connsiteX1750" fmla="*/ 511880 w 3044273"/>
              <a:gd name="connsiteY1750" fmla="*/ 1782224 h 3047670"/>
              <a:gd name="connsiteX1751" fmla="*/ 495173 w 3044273"/>
              <a:gd name="connsiteY1751" fmla="*/ 1799057 h 3047670"/>
              <a:gd name="connsiteX1752" fmla="*/ 478340 w 3044273"/>
              <a:gd name="connsiteY1752" fmla="*/ 1782350 h 3047670"/>
              <a:gd name="connsiteX1753" fmla="*/ 495047 w 3044273"/>
              <a:gd name="connsiteY1753" fmla="*/ 1765517 h 3047670"/>
              <a:gd name="connsiteX1754" fmla="*/ 11932 w 3044273"/>
              <a:gd name="connsiteY1754" fmla="*/ 1762126 h 3047670"/>
              <a:gd name="connsiteX1755" fmla="*/ 13313 w 3044273"/>
              <a:gd name="connsiteY1755" fmla="*/ 1763508 h 3047670"/>
              <a:gd name="connsiteX1756" fmla="*/ 11932 w 3044273"/>
              <a:gd name="connsiteY1756" fmla="*/ 1764890 h 3047670"/>
              <a:gd name="connsiteX1757" fmla="*/ 10550 w 3044273"/>
              <a:gd name="connsiteY1757" fmla="*/ 1763508 h 3047670"/>
              <a:gd name="connsiteX1758" fmla="*/ 11932 w 3044273"/>
              <a:gd name="connsiteY1758" fmla="*/ 1762126 h 3047670"/>
              <a:gd name="connsiteX1759" fmla="*/ 2160324 w 3044273"/>
              <a:gd name="connsiteY1759" fmla="*/ 1761750 h 3047670"/>
              <a:gd name="connsiteX1760" fmla="*/ 2173388 w 3044273"/>
              <a:gd name="connsiteY1760" fmla="*/ 1774814 h 3047670"/>
              <a:gd name="connsiteX1761" fmla="*/ 2160324 w 3044273"/>
              <a:gd name="connsiteY1761" fmla="*/ 1787878 h 3047670"/>
              <a:gd name="connsiteX1762" fmla="*/ 2147260 w 3044273"/>
              <a:gd name="connsiteY1762" fmla="*/ 1774814 h 3047670"/>
              <a:gd name="connsiteX1763" fmla="*/ 2160324 w 3044273"/>
              <a:gd name="connsiteY1763" fmla="*/ 1761750 h 3047670"/>
              <a:gd name="connsiteX1764" fmla="*/ 884955 w 3044273"/>
              <a:gd name="connsiteY1764" fmla="*/ 1759866 h 3047670"/>
              <a:gd name="connsiteX1765" fmla="*/ 904550 w 3044273"/>
              <a:gd name="connsiteY1765" fmla="*/ 1779211 h 3047670"/>
              <a:gd name="connsiteX1766" fmla="*/ 885207 w 3044273"/>
              <a:gd name="connsiteY1766" fmla="*/ 1798808 h 3047670"/>
              <a:gd name="connsiteX1767" fmla="*/ 865611 w 3044273"/>
              <a:gd name="connsiteY1767" fmla="*/ 1779463 h 3047670"/>
              <a:gd name="connsiteX1768" fmla="*/ 884955 w 3044273"/>
              <a:gd name="connsiteY1768" fmla="*/ 1759866 h 3047670"/>
              <a:gd name="connsiteX1769" fmla="*/ 1180277 w 3044273"/>
              <a:gd name="connsiteY1769" fmla="*/ 1753710 h 3047670"/>
              <a:gd name="connsiteX1770" fmla="*/ 1180528 w 3044273"/>
              <a:gd name="connsiteY1770" fmla="*/ 1753962 h 3047670"/>
              <a:gd name="connsiteX1771" fmla="*/ 1180277 w 3044273"/>
              <a:gd name="connsiteY1771" fmla="*/ 1754212 h 3047670"/>
              <a:gd name="connsiteX1772" fmla="*/ 1180026 w 3044273"/>
              <a:gd name="connsiteY1772" fmla="*/ 1753962 h 3047670"/>
              <a:gd name="connsiteX1773" fmla="*/ 1180277 w 3044273"/>
              <a:gd name="connsiteY1773" fmla="*/ 1753710 h 3047670"/>
              <a:gd name="connsiteX1774" fmla="*/ 395184 w 3044273"/>
              <a:gd name="connsiteY1774" fmla="*/ 1750821 h 3047670"/>
              <a:gd name="connsiteX1775" fmla="*/ 406238 w 3044273"/>
              <a:gd name="connsiteY1775" fmla="*/ 1761875 h 3047670"/>
              <a:gd name="connsiteX1776" fmla="*/ 395184 w 3044273"/>
              <a:gd name="connsiteY1776" fmla="*/ 1772929 h 3047670"/>
              <a:gd name="connsiteX1777" fmla="*/ 384130 w 3044273"/>
              <a:gd name="connsiteY1777" fmla="*/ 1761875 h 3047670"/>
              <a:gd name="connsiteX1778" fmla="*/ 395184 w 3044273"/>
              <a:gd name="connsiteY1778" fmla="*/ 1750821 h 3047670"/>
              <a:gd name="connsiteX1779" fmla="*/ 2550108 w 3044273"/>
              <a:gd name="connsiteY1779" fmla="*/ 1750695 h 3047670"/>
              <a:gd name="connsiteX1780" fmla="*/ 2574351 w 3044273"/>
              <a:gd name="connsiteY1780" fmla="*/ 1774688 h 3047670"/>
              <a:gd name="connsiteX1781" fmla="*/ 2550359 w 3044273"/>
              <a:gd name="connsiteY1781" fmla="*/ 1798931 h 3047670"/>
              <a:gd name="connsiteX1782" fmla="*/ 2526115 w 3044273"/>
              <a:gd name="connsiteY1782" fmla="*/ 1774939 h 3047670"/>
              <a:gd name="connsiteX1783" fmla="*/ 2550108 w 3044273"/>
              <a:gd name="connsiteY1783" fmla="*/ 1750695 h 3047670"/>
              <a:gd name="connsiteX1784" fmla="*/ 3033348 w 3044273"/>
              <a:gd name="connsiteY1784" fmla="*/ 1750570 h 3047670"/>
              <a:gd name="connsiteX1785" fmla="*/ 3035358 w 3044273"/>
              <a:gd name="connsiteY1785" fmla="*/ 1752580 h 3047670"/>
              <a:gd name="connsiteX1786" fmla="*/ 3033348 w 3044273"/>
              <a:gd name="connsiteY1786" fmla="*/ 1754590 h 3047670"/>
              <a:gd name="connsiteX1787" fmla="*/ 3031338 w 3044273"/>
              <a:gd name="connsiteY1787" fmla="*/ 1752580 h 3047670"/>
              <a:gd name="connsiteX1788" fmla="*/ 3033348 w 3044273"/>
              <a:gd name="connsiteY1788" fmla="*/ 1750570 h 3047670"/>
              <a:gd name="connsiteX1789" fmla="*/ 781324 w 3044273"/>
              <a:gd name="connsiteY1789" fmla="*/ 1734366 h 3047670"/>
              <a:gd name="connsiteX1790" fmla="*/ 806697 w 3044273"/>
              <a:gd name="connsiteY1790" fmla="*/ 1759489 h 3047670"/>
              <a:gd name="connsiteX1791" fmla="*/ 781574 w 3044273"/>
              <a:gd name="connsiteY1791" fmla="*/ 1784862 h 3047670"/>
              <a:gd name="connsiteX1792" fmla="*/ 756326 w 3044273"/>
              <a:gd name="connsiteY1792" fmla="*/ 1759739 h 3047670"/>
              <a:gd name="connsiteX1793" fmla="*/ 781324 w 3044273"/>
              <a:gd name="connsiteY1793" fmla="*/ 1734366 h 3047670"/>
              <a:gd name="connsiteX1794" fmla="*/ 1070741 w 3044273"/>
              <a:gd name="connsiteY1794" fmla="*/ 1733360 h 3047670"/>
              <a:gd name="connsiteX1795" fmla="*/ 1073630 w 3044273"/>
              <a:gd name="connsiteY1795" fmla="*/ 1736250 h 3047670"/>
              <a:gd name="connsiteX1796" fmla="*/ 1070741 w 3044273"/>
              <a:gd name="connsiteY1796" fmla="*/ 1739138 h 3047670"/>
              <a:gd name="connsiteX1797" fmla="*/ 1067852 w 3044273"/>
              <a:gd name="connsiteY1797" fmla="*/ 1736250 h 3047670"/>
              <a:gd name="connsiteX1798" fmla="*/ 1070741 w 3044273"/>
              <a:gd name="connsiteY1798" fmla="*/ 1733360 h 3047670"/>
              <a:gd name="connsiteX1799" fmla="*/ 296325 w 3044273"/>
              <a:gd name="connsiteY1799" fmla="*/ 1733235 h 3047670"/>
              <a:gd name="connsiteX1800" fmla="*/ 304114 w 3044273"/>
              <a:gd name="connsiteY1800" fmla="*/ 1741024 h 3047670"/>
              <a:gd name="connsiteX1801" fmla="*/ 296452 w 3044273"/>
              <a:gd name="connsiteY1801" fmla="*/ 1748811 h 3047670"/>
              <a:gd name="connsiteX1802" fmla="*/ 288663 w 3044273"/>
              <a:gd name="connsiteY1802" fmla="*/ 1741149 h 3047670"/>
              <a:gd name="connsiteX1803" fmla="*/ 296325 w 3044273"/>
              <a:gd name="connsiteY1803" fmla="*/ 1733235 h 3047670"/>
              <a:gd name="connsiteX1804" fmla="*/ 1974415 w 3044273"/>
              <a:gd name="connsiteY1804" fmla="*/ 1732606 h 3047670"/>
              <a:gd name="connsiteX1805" fmla="*/ 1974917 w 3044273"/>
              <a:gd name="connsiteY1805" fmla="*/ 1732983 h 3047670"/>
              <a:gd name="connsiteX1806" fmla="*/ 1974415 w 3044273"/>
              <a:gd name="connsiteY1806" fmla="*/ 1733486 h 3047670"/>
              <a:gd name="connsiteX1807" fmla="*/ 1973912 w 3044273"/>
              <a:gd name="connsiteY1807" fmla="*/ 1732983 h 3047670"/>
              <a:gd name="connsiteX1808" fmla="*/ 1974415 w 3044273"/>
              <a:gd name="connsiteY1808" fmla="*/ 1732606 h 3047670"/>
              <a:gd name="connsiteX1809" fmla="*/ 2263580 w 3044273"/>
              <a:gd name="connsiteY1809" fmla="*/ 1730973 h 3047670"/>
              <a:gd name="connsiteX1810" fmla="*/ 2286944 w 3044273"/>
              <a:gd name="connsiteY1810" fmla="*/ 1754087 h 3047670"/>
              <a:gd name="connsiteX1811" fmla="*/ 2263831 w 3044273"/>
              <a:gd name="connsiteY1811" fmla="*/ 1777452 h 3047670"/>
              <a:gd name="connsiteX1812" fmla="*/ 2240468 w 3044273"/>
              <a:gd name="connsiteY1812" fmla="*/ 1754338 h 3047670"/>
              <a:gd name="connsiteX1813" fmla="*/ 2263580 w 3044273"/>
              <a:gd name="connsiteY1813" fmla="*/ 1730973 h 3047670"/>
              <a:gd name="connsiteX1814" fmla="*/ 2649971 w 3044273"/>
              <a:gd name="connsiteY1814" fmla="*/ 1730848 h 3047670"/>
              <a:gd name="connsiteX1815" fmla="*/ 2672834 w 3044273"/>
              <a:gd name="connsiteY1815" fmla="*/ 1753584 h 3047670"/>
              <a:gd name="connsiteX1816" fmla="*/ 2650098 w 3044273"/>
              <a:gd name="connsiteY1816" fmla="*/ 1776446 h 3047670"/>
              <a:gd name="connsiteX1817" fmla="*/ 2627235 w 3044273"/>
              <a:gd name="connsiteY1817" fmla="*/ 1753711 h 3047670"/>
              <a:gd name="connsiteX1818" fmla="*/ 2649971 w 3044273"/>
              <a:gd name="connsiteY1818" fmla="*/ 1730848 h 3047670"/>
              <a:gd name="connsiteX1819" fmla="*/ 198346 w 3044273"/>
              <a:gd name="connsiteY1819" fmla="*/ 1715397 h 3047670"/>
              <a:gd name="connsiteX1820" fmla="*/ 203244 w 3044273"/>
              <a:gd name="connsiteY1820" fmla="*/ 1720296 h 3047670"/>
              <a:gd name="connsiteX1821" fmla="*/ 198471 w 3044273"/>
              <a:gd name="connsiteY1821" fmla="*/ 1725194 h 3047670"/>
              <a:gd name="connsiteX1822" fmla="*/ 193572 w 3044273"/>
              <a:gd name="connsiteY1822" fmla="*/ 1720296 h 3047670"/>
              <a:gd name="connsiteX1823" fmla="*/ 198346 w 3044273"/>
              <a:gd name="connsiteY1823" fmla="*/ 1715397 h 3047670"/>
              <a:gd name="connsiteX1824" fmla="*/ 680330 w 3044273"/>
              <a:gd name="connsiteY1824" fmla="*/ 1713136 h 3047670"/>
              <a:gd name="connsiteX1825" fmla="*/ 706583 w 3044273"/>
              <a:gd name="connsiteY1825" fmla="*/ 1739137 h 3047670"/>
              <a:gd name="connsiteX1826" fmla="*/ 680580 w 3044273"/>
              <a:gd name="connsiteY1826" fmla="*/ 1765391 h 3047670"/>
              <a:gd name="connsiteX1827" fmla="*/ 654327 w 3044273"/>
              <a:gd name="connsiteY1827" fmla="*/ 1739389 h 3047670"/>
              <a:gd name="connsiteX1828" fmla="*/ 680330 w 3044273"/>
              <a:gd name="connsiteY1828" fmla="*/ 1713136 h 3047670"/>
              <a:gd name="connsiteX1829" fmla="*/ 2748578 w 3044273"/>
              <a:gd name="connsiteY1829" fmla="*/ 1710876 h 3047670"/>
              <a:gd name="connsiteX1830" fmla="*/ 2770184 w 3044273"/>
              <a:gd name="connsiteY1830" fmla="*/ 1732230 h 3047670"/>
              <a:gd name="connsiteX1831" fmla="*/ 2748830 w 3044273"/>
              <a:gd name="connsiteY1831" fmla="*/ 1753711 h 3047670"/>
              <a:gd name="connsiteX1832" fmla="*/ 2727224 w 3044273"/>
              <a:gd name="connsiteY1832" fmla="*/ 1732357 h 3047670"/>
              <a:gd name="connsiteX1833" fmla="*/ 2748578 w 3044273"/>
              <a:gd name="connsiteY1833" fmla="*/ 1710876 h 3047670"/>
              <a:gd name="connsiteX1834" fmla="*/ 2078046 w 3044273"/>
              <a:gd name="connsiteY1834" fmla="*/ 1708364 h 3047670"/>
              <a:gd name="connsiteX1835" fmla="*/ 2082318 w 3044273"/>
              <a:gd name="connsiteY1835" fmla="*/ 1712509 h 3047670"/>
              <a:gd name="connsiteX1836" fmla="*/ 2078172 w 3044273"/>
              <a:gd name="connsiteY1836" fmla="*/ 1716781 h 3047670"/>
              <a:gd name="connsiteX1837" fmla="*/ 2074027 w 3044273"/>
              <a:gd name="connsiteY1837" fmla="*/ 1712635 h 3047670"/>
              <a:gd name="connsiteX1838" fmla="*/ 2078046 w 3044273"/>
              <a:gd name="connsiteY1838" fmla="*/ 1708364 h 3047670"/>
              <a:gd name="connsiteX1839" fmla="*/ 966606 w 3044273"/>
              <a:gd name="connsiteY1839" fmla="*/ 1706856 h 3047670"/>
              <a:gd name="connsiteX1840" fmla="*/ 976404 w 3044273"/>
              <a:gd name="connsiteY1840" fmla="*/ 1716527 h 3047670"/>
              <a:gd name="connsiteX1841" fmla="*/ 966731 w 3044273"/>
              <a:gd name="connsiteY1841" fmla="*/ 1726325 h 3047670"/>
              <a:gd name="connsiteX1842" fmla="*/ 956934 w 3044273"/>
              <a:gd name="connsiteY1842" fmla="*/ 1716653 h 3047670"/>
              <a:gd name="connsiteX1843" fmla="*/ 966606 w 3044273"/>
              <a:gd name="connsiteY1843" fmla="*/ 1706856 h 3047670"/>
              <a:gd name="connsiteX1844" fmla="*/ 2364575 w 3044273"/>
              <a:gd name="connsiteY1844" fmla="*/ 1704469 h 3047670"/>
              <a:gd name="connsiteX1845" fmla="*/ 2393465 w 3044273"/>
              <a:gd name="connsiteY1845" fmla="*/ 1733109 h 3047670"/>
              <a:gd name="connsiteX1846" fmla="*/ 2364825 w 3044273"/>
              <a:gd name="connsiteY1846" fmla="*/ 1762000 h 3047670"/>
              <a:gd name="connsiteX1847" fmla="*/ 2335935 w 3044273"/>
              <a:gd name="connsiteY1847" fmla="*/ 1733360 h 3047670"/>
              <a:gd name="connsiteX1848" fmla="*/ 2364575 w 3044273"/>
              <a:gd name="connsiteY1848" fmla="*/ 1704469 h 3047670"/>
              <a:gd name="connsiteX1849" fmla="*/ 580843 w 3044273"/>
              <a:gd name="connsiteY1849" fmla="*/ 1696680 h 3047670"/>
              <a:gd name="connsiteX1850" fmla="*/ 603077 w 3044273"/>
              <a:gd name="connsiteY1850" fmla="*/ 1718662 h 3047670"/>
              <a:gd name="connsiteX1851" fmla="*/ 580968 w 3044273"/>
              <a:gd name="connsiteY1851" fmla="*/ 1740895 h 3047670"/>
              <a:gd name="connsiteX1852" fmla="*/ 558735 w 3044273"/>
              <a:gd name="connsiteY1852" fmla="*/ 1718788 h 3047670"/>
              <a:gd name="connsiteX1853" fmla="*/ 580843 w 3044273"/>
              <a:gd name="connsiteY1853" fmla="*/ 1696680 h 3047670"/>
              <a:gd name="connsiteX1854" fmla="*/ 101243 w 3044273"/>
              <a:gd name="connsiteY1854" fmla="*/ 1695425 h 3047670"/>
              <a:gd name="connsiteX1855" fmla="*/ 105263 w 3044273"/>
              <a:gd name="connsiteY1855" fmla="*/ 1699445 h 3047670"/>
              <a:gd name="connsiteX1856" fmla="*/ 101243 w 3044273"/>
              <a:gd name="connsiteY1856" fmla="*/ 1703464 h 3047670"/>
              <a:gd name="connsiteX1857" fmla="*/ 97224 w 3044273"/>
              <a:gd name="connsiteY1857" fmla="*/ 1699445 h 3047670"/>
              <a:gd name="connsiteX1858" fmla="*/ 101243 w 3044273"/>
              <a:gd name="connsiteY1858" fmla="*/ 1695425 h 3047670"/>
              <a:gd name="connsiteX1859" fmla="*/ 2846435 w 3044273"/>
              <a:gd name="connsiteY1859" fmla="*/ 1694043 h 3047670"/>
              <a:gd name="connsiteX1860" fmla="*/ 2863142 w 3044273"/>
              <a:gd name="connsiteY1860" fmla="*/ 1710624 h 3047670"/>
              <a:gd name="connsiteX1861" fmla="*/ 2846560 w 3044273"/>
              <a:gd name="connsiteY1861" fmla="*/ 1727331 h 3047670"/>
              <a:gd name="connsiteX1862" fmla="*/ 2829979 w 3044273"/>
              <a:gd name="connsiteY1862" fmla="*/ 1710750 h 3047670"/>
              <a:gd name="connsiteX1863" fmla="*/ 2846435 w 3044273"/>
              <a:gd name="connsiteY1863" fmla="*/ 1694043 h 3047670"/>
              <a:gd name="connsiteX1864" fmla="*/ 2463935 w 3044273"/>
              <a:gd name="connsiteY1864" fmla="*/ 1683993 h 3047670"/>
              <a:gd name="connsiteX1865" fmla="*/ 2491947 w 3044273"/>
              <a:gd name="connsiteY1865" fmla="*/ 1711754 h 3047670"/>
              <a:gd name="connsiteX1866" fmla="*/ 2464186 w 3044273"/>
              <a:gd name="connsiteY1866" fmla="*/ 1739766 h 3047670"/>
              <a:gd name="connsiteX1867" fmla="*/ 2436175 w 3044273"/>
              <a:gd name="connsiteY1867" fmla="*/ 1712004 h 3047670"/>
              <a:gd name="connsiteX1868" fmla="*/ 2463935 w 3044273"/>
              <a:gd name="connsiteY1868" fmla="*/ 1683993 h 3047670"/>
              <a:gd name="connsiteX1869" fmla="*/ 2178916 w 3044273"/>
              <a:gd name="connsiteY1869" fmla="*/ 1681482 h 3047670"/>
              <a:gd name="connsiteX1870" fmla="*/ 2189092 w 3044273"/>
              <a:gd name="connsiteY1870" fmla="*/ 1691656 h 3047670"/>
              <a:gd name="connsiteX1871" fmla="*/ 2178916 w 3044273"/>
              <a:gd name="connsiteY1871" fmla="*/ 1701831 h 3047670"/>
              <a:gd name="connsiteX1872" fmla="*/ 2168741 w 3044273"/>
              <a:gd name="connsiteY1872" fmla="*/ 1691656 h 3047670"/>
              <a:gd name="connsiteX1873" fmla="*/ 2178916 w 3044273"/>
              <a:gd name="connsiteY1873" fmla="*/ 1681482 h 3047670"/>
              <a:gd name="connsiteX1874" fmla="*/ 2943534 w 3044273"/>
              <a:gd name="connsiteY1874" fmla="*/ 1681356 h 3047670"/>
              <a:gd name="connsiteX1875" fmla="*/ 2951323 w 3044273"/>
              <a:gd name="connsiteY1875" fmla="*/ 1689143 h 3047670"/>
              <a:gd name="connsiteX1876" fmla="*/ 2943659 w 3044273"/>
              <a:gd name="connsiteY1876" fmla="*/ 1696932 h 3047670"/>
              <a:gd name="connsiteX1877" fmla="*/ 2935871 w 3044273"/>
              <a:gd name="connsiteY1877" fmla="*/ 1689143 h 3047670"/>
              <a:gd name="connsiteX1878" fmla="*/ 2943534 w 3044273"/>
              <a:gd name="connsiteY1878" fmla="*/ 1681356 h 3047670"/>
              <a:gd name="connsiteX1879" fmla="*/ 865736 w 3044273"/>
              <a:gd name="connsiteY1879" fmla="*/ 1677964 h 3047670"/>
              <a:gd name="connsiteX1880" fmla="*/ 884202 w 3044273"/>
              <a:gd name="connsiteY1880" fmla="*/ 1696303 h 3047670"/>
              <a:gd name="connsiteX1881" fmla="*/ 865863 w 3044273"/>
              <a:gd name="connsiteY1881" fmla="*/ 1714769 h 3047670"/>
              <a:gd name="connsiteX1882" fmla="*/ 847397 w 3044273"/>
              <a:gd name="connsiteY1882" fmla="*/ 1696430 h 3047670"/>
              <a:gd name="connsiteX1883" fmla="*/ 865736 w 3044273"/>
              <a:gd name="connsiteY1883" fmla="*/ 1677964 h 3047670"/>
              <a:gd name="connsiteX1884" fmla="*/ 482611 w 3044273"/>
              <a:gd name="connsiteY1884" fmla="*/ 1677839 h 3047670"/>
              <a:gd name="connsiteX1885" fmla="*/ 502835 w 3044273"/>
              <a:gd name="connsiteY1885" fmla="*/ 1697937 h 3047670"/>
              <a:gd name="connsiteX1886" fmla="*/ 482736 w 3044273"/>
              <a:gd name="connsiteY1886" fmla="*/ 1718161 h 3047670"/>
              <a:gd name="connsiteX1887" fmla="*/ 462513 w 3044273"/>
              <a:gd name="connsiteY1887" fmla="*/ 1698063 h 3047670"/>
              <a:gd name="connsiteX1888" fmla="*/ 482611 w 3044273"/>
              <a:gd name="connsiteY1888" fmla="*/ 1677839 h 3047670"/>
              <a:gd name="connsiteX1889" fmla="*/ 4520 w 3044273"/>
              <a:gd name="connsiteY1889" fmla="*/ 1677084 h 3047670"/>
              <a:gd name="connsiteX1890" fmla="*/ 6028 w 3044273"/>
              <a:gd name="connsiteY1890" fmla="*/ 1678593 h 3047670"/>
              <a:gd name="connsiteX1891" fmla="*/ 4395 w 3044273"/>
              <a:gd name="connsiteY1891" fmla="*/ 1680099 h 3047670"/>
              <a:gd name="connsiteX1892" fmla="*/ 2888 w 3044273"/>
              <a:gd name="connsiteY1892" fmla="*/ 1678593 h 3047670"/>
              <a:gd name="connsiteX1893" fmla="*/ 4520 w 3044273"/>
              <a:gd name="connsiteY1893" fmla="*/ 1677084 h 3047670"/>
              <a:gd name="connsiteX1894" fmla="*/ 1151762 w 3044273"/>
              <a:gd name="connsiteY1894" fmla="*/ 1673442 h 3047670"/>
              <a:gd name="connsiteX1895" fmla="*/ 1152013 w 3044273"/>
              <a:gd name="connsiteY1895" fmla="*/ 1673694 h 3047670"/>
              <a:gd name="connsiteX1896" fmla="*/ 1151762 w 3044273"/>
              <a:gd name="connsiteY1896" fmla="*/ 1673944 h 3047670"/>
              <a:gd name="connsiteX1897" fmla="*/ 1151511 w 3044273"/>
              <a:gd name="connsiteY1897" fmla="*/ 1673694 h 3047670"/>
              <a:gd name="connsiteX1898" fmla="*/ 1151762 w 3044273"/>
              <a:gd name="connsiteY1898" fmla="*/ 1673442 h 3047670"/>
              <a:gd name="connsiteX1899" fmla="*/ 3040131 w 3044273"/>
              <a:gd name="connsiteY1899" fmla="*/ 1665527 h 3047670"/>
              <a:gd name="connsiteX1900" fmla="*/ 3042141 w 3044273"/>
              <a:gd name="connsiteY1900" fmla="*/ 1667537 h 3047670"/>
              <a:gd name="connsiteX1901" fmla="*/ 3040131 w 3044273"/>
              <a:gd name="connsiteY1901" fmla="*/ 1669547 h 3047670"/>
              <a:gd name="connsiteX1902" fmla="*/ 3038121 w 3044273"/>
              <a:gd name="connsiteY1902" fmla="*/ 1667537 h 3047670"/>
              <a:gd name="connsiteX1903" fmla="*/ 3040131 w 3044273"/>
              <a:gd name="connsiteY1903" fmla="*/ 1665527 h 3047670"/>
              <a:gd name="connsiteX1904" fmla="*/ 2562042 w 3044273"/>
              <a:gd name="connsiteY1904" fmla="*/ 1665026 h 3047670"/>
              <a:gd name="connsiteX1905" fmla="*/ 2587541 w 3044273"/>
              <a:gd name="connsiteY1905" fmla="*/ 1690401 h 3047670"/>
              <a:gd name="connsiteX1906" fmla="*/ 2562168 w 3044273"/>
              <a:gd name="connsiteY1906" fmla="*/ 1715900 h 3047670"/>
              <a:gd name="connsiteX1907" fmla="*/ 2536667 w 3044273"/>
              <a:gd name="connsiteY1907" fmla="*/ 1690526 h 3047670"/>
              <a:gd name="connsiteX1908" fmla="*/ 2562042 w 3044273"/>
              <a:gd name="connsiteY1908" fmla="*/ 1665026 h 3047670"/>
              <a:gd name="connsiteX1909" fmla="*/ 385259 w 3044273"/>
              <a:gd name="connsiteY1909" fmla="*/ 1663015 h 3047670"/>
              <a:gd name="connsiteX1910" fmla="*/ 399453 w 3044273"/>
              <a:gd name="connsiteY1910" fmla="*/ 1677084 h 3047670"/>
              <a:gd name="connsiteX1911" fmla="*/ 385385 w 3044273"/>
              <a:gd name="connsiteY1911" fmla="*/ 1691280 h 3047670"/>
              <a:gd name="connsiteX1912" fmla="*/ 371191 w 3044273"/>
              <a:gd name="connsiteY1912" fmla="*/ 1677211 h 3047670"/>
              <a:gd name="connsiteX1913" fmla="*/ 385259 w 3044273"/>
              <a:gd name="connsiteY1913" fmla="*/ 1663015 h 3047670"/>
              <a:gd name="connsiteX1914" fmla="*/ 1051394 w 3044273"/>
              <a:gd name="connsiteY1914" fmla="*/ 1650831 h 3047670"/>
              <a:gd name="connsiteX1915" fmla="*/ 1053906 w 3044273"/>
              <a:gd name="connsiteY1915" fmla="*/ 1653218 h 3047670"/>
              <a:gd name="connsiteX1916" fmla="*/ 1051520 w 3044273"/>
              <a:gd name="connsiteY1916" fmla="*/ 1655605 h 3047670"/>
              <a:gd name="connsiteX1917" fmla="*/ 1049008 w 3044273"/>
              <a:gd name="connsiteY1917" fmla="*/ 1653218 h 3047670"/>
              <a:gd name="connsiteX1918" fmla="*/ 1051394 w 3044273"/>
              <a:gd name="connsiteY1918" fmla="*/ 1650831 h 3047670"/>
              <a:gd name="connsiteX1919" fmla="*/ 767002 w 3044273"/>
              <a:gd name="connsiteY1919" fmla="*/ 1650831 h 3047670"/>
              <a:gd name="connsiteX1920" fmla="*/ 791874 w 3044273"/>
              <a:gd name="connsiteY1920" fmla="*/ 1675576 h 3047670"/>
              <a:gd name="connsiteX1921" fmla="*/ 767128 w 3044273"/>
              <a:gd name="connsiteY1921" fmla="*/ 1700448 h 3047670"/>
              <a:gd name="connsiteX1922" fmla="*/ 742257 w 3044273"/>
              <a:gd name="connsiteY1922" fmla="*/ 1675702 h 3047670"/>
              <a:gd name="connsiteX1923" fmla="*/ 767002 w 3044273"/>
              <a:gd name="connsiteY1923" fmla="*/ 1650831 h 3047670"/>
              <a:gd name="connsiteX1924" fmla="*/ 1992878 w 3044273"/>
              <a:gd name="connsiteY1924" fmla="*/ 1649576 h 3047670"/>
              <a:gd name="connsiteX1925" fmla="*/ 1993130 w 3044273"/>
              <a:gd name="connsiteY1925" fmla="*/ 1649826 h 3047670"/>
              <a:gd name="connsiteX1926" fmla="*/ 1993005 w 3044273"/>
              <a:gd name="connsiteY1926" fmla="*/ 1650078 h 3047670"/>
              <a:gd name="connsiteX1927" fmla="*/ 1992753 w 3044273"/>
              <a:gd name="connsiteY1927" fmla="*/ 1649826 h 3047670"/>
              <a:gd name="connsiteX1928" fmla="*/ 1992878 w 3044273"/>
              <a:gd name="connsiteY1928" fmla="*/ 1649576 h 3047670"/>
              <a:gd name="connsiteX1929" fmla="*/ 2277398 w 3044273"/>
              <a:gd name="connsiteY1929" fmla="*/ 1648696 h 3047670"/>
              <a:gd name="connsiteX1930" fmla="*/ 2299004 w 3044273"/>
              <a:gd name="connsiteY1930" fmla="*/ 1670050 h 3047670"/>
              <a:gd name="connsiteX1931" fmla="*/ 2277650 w 3044273"/>
              <a:gd name="connsiteY1931" fmla="*/ 1691531 h 3047670"/>
              <a:gd name="connsiteX1932" fmla="*/ 2256169 w 3044273"/>
              <a:gd name="connsiteY1932" fmla="*/ 1670177 h 3047670"/>
              <a:gd name="connsiteX1933" fmla="*/ 2277398 w 3044273"/>
              <a:gd name="connsiteY1933" fmla="*/ 1648696 h 3047670"/>
              <a:gd name="connsiteX1934" fmla="*/ 288789 w 3044273"/>
              <a:gd name="connsiteY1934" fmla="*/ 1645807 h 3047670"/>
              <a:gd name="connsiteX1935" fmla="*/ 299214 w 3044273"/>
              <a:gd name="connsiteY1935" fmla="*/ 1656233 h 3047670"/>
              <a:gd name="connsiteX1936" fmla="*/ 288789 w 3044273"/>
              <a:gd name="connsiteY1936" fmla="*/ 1666658 h 3047670"/>
              <a:gd name="connsiteX1937" fmla="*/ 278362 w 3044273"/>
              <a:gd name="connsiteY1937" fmla="*/ 1656233 h 3047670"/>
              <a:gd name="connsiteX1938" fmla="*/ 288789 w 3044273"/>
              <a:gd name="connsiteY1938" fmla="*/ 1645807 h 3047670"/>
              <a:gd name="connsiteX1939" fmla="*/ 2659266 w 3044273"/>
              <a:gd name="connsiteY1939" fmla="*/ 1644927 h 3047670"/>
              <a:gd name="connsiteX1940" fmla="*/ 2683259 w 3044273"/>
              <a:gd name="connsiteY1940" fmla="*/ 1668794 h 3047670"/>
              <a:gd name="connsiteX1941" fmla="*/ 2659393 w 3044273"/>
              <a:gd name="connsiteY1941" fmla="*/ 1692786 h 3047670"/>
              <a:gd name="connsiteX1942" fmla="*/ 2635400 w 3044273"/>
              <a:gd name="connsiteY1942" fmla="*/ 1668920 h 3047670"/>
              <a:gd name="connsiteX1943" fmla="*/ 2659266 w 3044273"/>
              <a:gd name="connsiteY1943" fmla="*/ 1644927 h 3047670"/>
              <a:gd name="connsiteX1944" fmla="*/ 192694 w 3044273"/>
              <a:gd name="connsiteY1944" fmla="*/ 1627970 h 3047670"/>
              <a:gd name="connsiteX1945" fmla="*/ 199980 w 3044273"/>
              <a:gd name="connsiteY1945" fmla="*/ 1635255 h 3047670"/>
              <a:gd name="connsiteX1946" fmla="*/ 192694 w 3044273"/>
              <a:gd name="connsiteY1946" fmla="*/ 1642541 h 3047670"/>
              <a:gd name="connsiteX1947" fmla="*/ 185282 w 3044273"/>
              <a:gd name="connsiteY1947" fmla="*/ 1635255 h 3047670"/>
              <a:gd name="connsiteX1948" fmla="*/ 192694 w 3044273"/>
              <a:gd name="connsiteY1948" fmla="*/ 1627970 h 3047670"/>
              <a:gd name="connsiteX1949" fmla="*/ 669401 w 3044273"/>
              <a:gd name="connsiteY1949" fmla="*/ 1627718 h 3047670"/>
              <a:gd name="connsiteX1950" fmla="*/ 696534 w 3044273"/>
              <a:gd name="connsiteY1950" fmla="*/ 1654599 h 3047670"/>
              <a:gd name="connsiteX1951" fmla="*/ 669653 w 3044273"/>
              <a:gd name="connsiteY1951" fmla="*/ 1681732 h 3047670"/>
              <a:gd name="connsiteX1952" fmla="*/ 642520 w 3044273"/>
              <a:gd name="connsiteY1952" fmla="*/ 1654851 h 3047670"/>
              <a:gd name="connsiteX1953" fmla="*/ 669401 w 3044273"/>
              <a:gd name="connsiteY1953" fmla="*/ 1627718 h 3047670"/>
              <a:gd name="connsiteX1954" fmla="*/ 2090607 w 3044273"/>
              <a:gd name="connsiteY1954" fmla="*/ 1625708 h 3047670"/>
              <a:gd name="connsiteX1955" fmla="*/ 2093244 w 3044273"/>
              <a:gd name="connsiteY1955" fmla="*/ 1628345 h 3047670"/>
              <a:gd name="connsiteX1956" fmla="*/ 2090607 w 3044273"/>
              <a:gd name="connsiteY1956" fmla="*/ 1630982 h 3047670"/>
              <a:gd name="connsiteX1957" fmla="*/ 2087970 w 3044273"/>
              <a:gd name="connsiteY1957" fmla="*/ 1628345 h 3047670"/>
              <a:gd name="connsiteX1958" fmla="*/ 2090607 w 3044273"/>
              <a:gd name="connsiteY1958" fmla="*/ 1625708 h 3047670"/>
              <a:gd name="connsiteX1959" fmla="*/ 2755740 w 3044273"/>
              <a:gd name="connsiteY1959" fmla="*/ 1624453 h 3047670"/>
              <a:gd name="connsiteX1960" fmla="*/ 2778603 w 3044273"/>
              <a:gd name="connsiteY1960" fmla="*/ 1647189 h 3047670"/>
              <a:gd name="connsiteX1961" fmla="*/ 2755865 w 3044273"/>
              <a:gd name="connsiteY1961" fmla="*/ 1670051 h 3047670"/>
              <a:gd name="connsiteX1962" fmla="*/ 2733004 w 3044273"/>
              <a:gd name="connsiteY1962" fmla="*/ 1647314 h 3047670"/>
              <a:gd name="connsiteX1963" fmla="*/ 2755740 w 3044273"/>
              <a:gd name="connsiteY1963" fmla="*/ 1624453 h 3047670"/>
              <a:gd name="connsiteX1964" fmla="*/ 953541 w 3044273"/>
              <a:gd name="connsiteY1964" fmla="*/ 1623824 h 3047670"/>
              <a:gd name="connsiteX1965" fmla="*/ 962208 w 3044273"/>
              <a:gd name="connsiteY1965" fmla="*/ 1632365 h 3047670"/>
              <a:gd name="connsiteX1966" fmla="*/ 953667 w 3044273"/>
              <a:gd name="connsiteY1966" fmla="*/ 1641032 h 3047670"/>
              <a:gd name="connsiteX1967" fmla="*/ 945000 w 3044273"/>
              <a:gd name="connsiteY1967" fmla="*/ 1632492 h 3047670"/>
              <a:gd name="connsiteX1968" fmla="*/ 953541 w 3044273"/>
              <a:gd name="connsiteY1968" fmla="*/ 1623824 h 3047670"/>
              <a:gd name="connsiteX1969" fmla="*/ 2374875 w 3044273"/>
              <a:gd name="connsiteY1969" fmla="*/ 1619427 h 3047670"/>
              <a:gd name="connsiteX1970" fmla="*/ 2404142 w 3044273"/>
              <a:gd name="connsiteY1970" fmla="*/ 1648570 h 3047670"/>
              <a:gd name="connsiteX1971" fmla="*/ 2375000 w 3044273"/>
              <a:gd name="connsiteY1971" fmla="*/ 1677838 h 3047670"/>
              <a:gd name="connsiteX1972" fmla="*/ 2345732 w 3044273"/>
              <a:gd name="connsiteY1972" fmla="*/ 1648695 h 3047670"/>
              <a:gd name="connsiteX1973" fmla="*/ 2374875 w 3044273"/>
              <a:gd name="connsiteY1973" fmla="*/ 1619427 h 3047670"/>
              <a:gd name="connsiteX1974" fmla="*/ 96973 w 3044273"/>
              <a:gd name="connsiteY1974" fmla="*/ 1609630 h 3047670"/>
              <a:gd name="connsiteX1975" fmla="*/ 101622 w 3044273"/>
              <a:gd name="connsiteY1975" fmla="*/ 1614278 h 3047670"/>
              <a:gd name="connsiteX1976" fmla="*/ 96973 w 3044273"/>
              <a:gd name="connsiteY1976" fmla="*/ 1618927 h 3047670"/>
              <a:gd name="connsiteX1977" fmla="*/ 92326 w 3044273"/>
              <a:gd name="connsiteY1977" fmla="*/ 1614278 h 3047670"/>
              <a:gd name="connsiteX1978" fmla="*/ 96973 w 3044273"/>
              <a:gd name="connsiteY1978" fmla="*/ 1609630 h 3047670"/>
              <a:gd name="connsiteX1979" fmla="*/ 572928 w 3044273"/>
              <a:gd name="connsiteY1979" fmla="*/ 1609127 h 3047670"/>
              <a:gd name="connsiteX1980" fmla="*/ 597800 w 3044273"/>
              <a:gd name="connsiteY1980" fmla="*/ 1633872 h 3047670"/>
              <a:gd name="connsiteX1981" fmla="*/ 573053 w 3044273"/>
              <a:gd name="connsiteY1981" fmla="*/ 1658744 h 3047670"/>
              <a:gd name="connsiteX1982" fmla="*/ 548182 w 3044273"/>
              <a:gd name="connsiteY1982" fmla="*/ 1633998 h 3047670"/>
              <a:gd name="connsiteX1983" fmla="*/ 572928 w 3044273"/>
              <a:gd name="connsiteY1983" fmla="*/ 1609127 h 3047670"/>
              <a:gd name="connsiteX1984" fmla="*/ 2851582 w 3044273"/>
              <a:gd name="connsiteY1984" fmla="*/ 1607495 h 3047670"/>
              <a:gd name="connsiteX1985" fmla="*/ 2869795 w 3044273"/>
              <a:gd name="connsiteY1985" fmla="*/ 1625583 h 3047670"/>
              <a:gd name="connsiteX1986" fmla="*/ 2851707 w 3044273"/>
              <a:gd name="connsiteY1986" fmla="*/ 1643797 h 3047670"/>
              <a:gd name="connsiteX1987" fmla="*/ 2833494 w 3044273"/>
              <a:gd name="connsiteY1987" fmla="*/ 1625709 h 3047670"/>
              <a:gd name="connsiteX1988" fmla="*/ 2851582 w 3044273"/>
              <a:gd name="connsiteY1988" fmla="*/ 1607495 h 3047670"/>
              <a:gd name="connsiteX1989" fmla="*/ 2186829 w 3044273"/>
              <a:gd name="connsiteY1989" fmla="*/ 1597696 h 3047670"/>
              <a:gd name="connsiteX1990" fmla="*/ 2195998 w 3044273"/>
              <a:gd name="connsiteY1990" fmla="*/ 1606740 h 3047670"/>
              <a:gd name="connsiteX1991" fmla="*/ 2186954 w 3044273"/>
              <a:gd name="connsiteY1991" fmla="*/ 1615785 h 3047670"/>
              <a:gd name="connsiteX1992" fmla="*/ 2177785 w 3044273"/>
              <a:gd name="connsiteY1992" fmla="*/ 1606740 h 3047670"/>
              <a:gd name="connsiteX1993" fmla="*/ 2186829 w 3044273"/>
              <a:gd name="connsiteY1993" fmla="*/ 1597696 h 3047670"/>
              <a:gd name="connsiteX1994" fmla="*/ 2471347 w 3044273"/>
              <a:gd name="connsiteY1994" fmla="*/ 1597445 h 3047670"/>
              <a:gd name="connsiteX1995" fmla="*/ 2500867 w 3044273"/>
              <a:gd name="connsiteY1995" fmla="*/ 1626838 h 3047670"/>
              <a:gd name="connsiteX1996" fmla="*/ 2471472 w 3044273"/>
              <a:gd name="connsiteY1996" fmla="*/ 1656358 h 3047670"/>
              <a:gd name="connsiteX1997" fmla="*/ 2441954 w 3044273"/>
              <a:gd name="connsiteY1997" fmla="*/ 1627090 h 3047670"/>
              <a:gd name="connsiteX1998" fmla="*/ 2471347 w 3044273"/>
              <a:gd name="connsiteY1998" fmla="*/ 1597445 h 3047670"/>
              <a:gd name="connsiteX1999" fmla="*/ 2947175 w 3044273"/>
              <a:gd name="connsiteY1999" fmla="*/ 1596440 h 3047670"/>
              <a:gd name="connsiteX2000" fmla="*/ 2954712 w 3044273"/>
              <a:gd name="connsiteY2000" fmla="*/ 1603976 h 3047670"/>
              <a:gd name="connsiteX2001" fmla="*/ 2947175 w 3044273"/>
              <a:gd name="connsiteY2001" fmla="*/ 1611512 h 3047670"/>
              <a:gd name="connsiteX2002" fmla="*/ 2939638 w 3044273"/>
              <a:gd name="connsiteY2002" fmla="*/ 1603976 h 3047670"/>
              <a:gd name="connsiteX2003" fmla="*/ 2947175 w 3044273"/>
              <a:gd name="connsiteY2003" fmla="*/ 1596440 h 3047670"/>
              <a:gd name="connsiteX2004" fmla="*/ 857196 w 3044273"/>
              <a:gd name="connsiteY2004" fmla="*/ 1594556 h 3047670"/>
              <a:gd name="connsiteX2005" fmla="*/ 874280 w 3044273"/>
              <a:gd name="connsiteY2005" fmla="*/ 1611515 h 3047670"/>
              <a:gd name="connsiteX2006" fmla="*/ 857322 w 3044273"/>
              <a:gd name="connsiteY2006" fmla="*/ 1628598 h 3047670"/>
              <a:gd name="connsiteX2007" fmla="*/ 840238 w 3044273"/>
              <a:gd name="connsiteY2007" fmla="*/ 1611640 h 3047670"/>
              <a:gd name="connsiteX2008" fmla="*/ 857196 w 3044273"/>
              <a:gd name="connsiteY2008" fmla="*/ 1594556 h 3047670"/>
              <a:gd name="connsiteX2009" fmla="*/ 477084 w 3044273"/>
              <a:gd name="connsiteY2009" fmla="*/ 1591541 h 3047670"/>
              <a:gd name="connsiteX2010" fmla="*/ 498565 w 3044273"/>
              <a:gd name="connsiteY2010" fmla="*/ 1612895 h 3047670"/>
              <a:gd name="connsiteX2011" fmla="*/ 477211 w 3044273"/>
              <a:gd name="connsiteY2011" fmla="*/ 1634376 h 3047670"/>
              <a:gd name="connsiteX2012" fmla="*/ 455730 w 3044273"/>
              <a:gd name="connsiteY2012" fmla="*/ 1613022 h 3047670"/>
              <a:gd name="connsiteX2013" fmla="*/ 477084 w 3044273"/>
              <a:gd name="connsiteY2013" fmla="*/ 1591541 h 3047670"/>
              <a:gd name="connsiteX2014" fmla="*/ 1759 w 3044273"/>
              <a:gd name="connsiteY2014" fmla="*/ 1591541 h 3047670"/>
              <a:gd name="connsiteX2015" fmla="*/ 3517 w 3044273"/>
              <a:gd name="connsiteY2015" fmla="*/ 1593299 h 3047670"/>
              <a:gd name="connsiteX2016" fmla="*/ 1759 w 3044273"/>
              <a:gd name="connsiteY2016" fmla="*/ 1595058 h 3047670"/>
              <a:gd name="connsiteX2017" fmla="*/ 0 w 3044273"/>
              <a:gd name="connsiteY2017" fmla="*/ 1593299 h 3047670"/>
              <a:gd name="connsiteX2018" fmla="*/ 1759 w 3044273"/>
              <a:gd name="connsiteY2018" fmla="*/ 1591541 h 3047670"/>
              <a:gd name="connsiteX2019" fmla="*/ 3042264 w 3044273"/>
              <a:gd name="connsiteY2019" fmla="*/ 1580236 h 3047670"/>
              <a:gd name="connsiteX2020" fmla="*/ 3044273 w 3044273"/>
              <a:gd name="connsiteY2020" fmla="*/ 1582246 h 3047670"/>
              <a:gd name="connsiteX2021" fmla="*/ 3042264 w 3044273"/>
              <a:gd name="connsiteY2021" fmla="*/ 1584256 h 3047670"/>
              <a:gd name="connsiteX2022" fmla="*/ 3040254 w 3044273"/>
              <a:gd name="connsiteY2022" fmla="*/ 1582246 h 3047670"/>
              <a:gd name="connsiteX2023" fmla="*/ 3042264 w 3044273"/>
              <a:gd name="connsiteY2023" fmla="*/ 1580236 h 3047670"/>
              <a:gd name="connsiteX2024" fmla="*/ 2566942 w 3044273"/>
              <a:gd name="connsiteY2024" fmla="*/ 1578729 h 3047670"/>
              <a:gd name="connsiteX2025" fmla="*/ 2593573 w 3044273"/>
              <a:gd name="connsiteY2025" fmla="*/ 1605234 h 3047670"/>
              <a:gd name="connsiteX2026" fmla="*/ 2567067 w 3044273"/>
              <a:gd name="connsiteY2026" fmla="*/ 1631864 h 3047670"/>
              <a:gd name="connsiteX2027" fmla="*/ 2540436 w 3044273"/>
              <a:gd name="connsiteY2027" fmla="*/ 1605359 h 3047670"/>
              <a:gd name="connsiteX2028" fmla="*/ 2566942 w 3044273"/>
              <a:gd name="connsiteY2028" fmla="*/ 1578729 h 3047670"/>
              <a:gd name="connsiteX2029" fmla="*/ 381618 w 3044273"/>
              <a:gd name="connsiteY2029" fmla="*/ 1575964 h 3047670"/>
              <a:gd name="connsiteX2030" fmla="*/ 397696 w 3044273"/>
              <a:gd name="connsiteY2030" fmla="*/ 1591792 h 3047670"/>
              <a:gd name="connsiteX2031" fmla="*/ 381869 w 3044273"/>
              <a:gd name="connsiteY2031" fmla="*/ 1607745 h 3047670"/>
              <a:gd name="connsiteX2032" fmla="*/ 365916 w 3044273"/>
              <a:gd name="connsiteY2032" fmla="*/ 1591918 h 3047670"/>
              <a:gd name="connsiteX2033" fmla="*/ 381618 w 3044273"/>
              <a:gd name="connsiteY2033" fmla="*/ 1575964 h 3047670"/>
              <a:gd name="connsiteX2034" fmla="*/ 1047251 w 3044273"/>
              <a:gd name="connsiteY2034" fmla="*/ 1566670 h 3047670"/>
              <a:gd name="connsiteX2035" fmla="*/ 1048759 w 3044273"/>
              <a:gd name="connsiteY2035" fmla="*/ 1568177 h 3047670"/>
              <a:gd name="connsiteX2036" fmla="*/ 1047251 w 3044273"/>
              <a:gd name="connsiteY2036" fmla="*/ 1569684 h 3047670"/>
              <a:gd name="connsiteX2037" fmla="*/ 1045744 w 3044273"/>
              <a:gd name="connsiteY2037" fmla="*/ 1568177 h 3047670"/>
              <a:gd name="connsiteX2038" fmla="*/ 1047251 w 3044273"/>
              <a:gd name="connsiteY2038" fmla="*/ 1566670 h 3047670"/>
              <a:gd name="connsiteX2039" fmla="*/ 761728 w 3044273"/>
              <a:gd name="connsiteY2039" fmla="*/ 1566418 h 3047670"/>
              <a:gd name="connsiteX2040" fmla="*/ 785972 w 3044273"/>
              <a:gd name="connsiteY2040" fmla="*/ 1590411 h 3047670"/>
              <a:gd name="connsiteX2041" fmla="*/ 761979 w 3044273"/>
              <a:gd name="connsiteY2041" fmla="*/ 1614654 h 3047670"/>
              <a:gd name="connsiteX2042" fmla="*/ 737736 w 3044273"/>
              <a:gd name="connsiteY2042" fmla="*/ 1590661 h 3047670"/>
              <a:gd name="connsiteX2043" fmla="*/ 761728 w 3044273"/>
              <a:gd name="connsiteY2043" fmla="*/ 1566418 h 3047670"/>
              <a:gd name="connsiteX2044" fmla="*/ 2282046 w 3044273"/>
              <a:gd name="connsiteY2044" fmla="*/ 1564283 h 3047670"/>
              <a:gd name="connsiteX2045" fmla="*/ 2302900 w 3044273"/>
              <a:gd name="connsiteY2045" fmla="*/ 1585009 h 3047670"/>
              <a:gd name="connsiteX2046" fmla="*/ 2282171 w 3044273"/>
              <a:gd name="connsiteY2046" fmla="*/ 1605862 h 3047670"/>
              <a:gd name="connsiteX2047" fmla="*/ 2261319 w 3044273"/>
              <a:gd name="connsiteY2047" fmla="*/ 1585136 h 3047670"/>
              <a:gd name="connsiteX2048" fmla="*/ 2282046 w 3044273"/>
              <a:gd name="connsiteY2048" fmla="*/ 1564283 h 3047670"/>
              <a:gd name="connsiteX2049" fmla="*/ 286904 w 3044273"/>
              <a:gd name="connsiteY2049" fmla="*/ 1559007 h 3047670"/>
              <a:gd name="connsiteX2050" fmla="*/ 298838 w 3044273"/>
              <a:gd name="connsiteY2050" fmla="*/ 1570941 h 3047670"/>
              <a:gd name="connsiteX2051" fmla="*/ 286904 w 3044273"/>
              <a:gd name="connsiteY2051" fmla="*/ 1582874 h 3047670"/>
              <a:gd name="connsiteX2052" fmla="*/ 274971 w 3044273"/>
              <a:gd name="connsiteY2052" fmla="*/ 1570941 h 3047670"/>
              <a:gd name="connsiteX2053" fmla="*/ 286904 w 3044273"/>
              <a:gd name="connsiteY2053" fmla="*/ 1559007 h 3047670"/>
              <a:gd name="connsiteX2054" fmla="*/ 2662031 w 3044273"/>
              <a:gd name="connsiteY2054" fmla="*/ 1558881 h 3047670"/>
              <a:gd name="connsiteX2055" fmla="*/ 2686903 w 3044273"/>
              <a:gd name="connsiteY2055" fmla="*/ 1583626 h 3047670"/>
              <a:gd name="connsiteX2056" fmla="*/ 2662282 w 3044273"/>
              <a:gd name="connsiteY2056" fmla="*/ 1608498 h 3047670"/>
              <a:gd name="connsiteX2057" fmla="*/ 2637410 w 3044273"/>
              <a:gd name="connsiteY2057" fmla="*/ 1583753 h 3047670"/>
              <a:gd name="connsiteX2058" fmla="*/ 2662031 w 3044273"/>
              <a:gd name="connsiteY2058" fmla="*/ 1558881 h 3047670"/>
              <a:gd name="connsiteX2059" fmla="*/ 667014 w 3044273"/>
              <a:gd name="connsiteY2059" fmla="*/ 1542426 h 3047670"/>
              <a:gd name="connsiteX2060" fmla="*/ 694272 w 3044273"/>
              <a:gd name="connsiteY2060" fmla="*/ 1569559 h 3047670"/>
              <a:gd name="connsiteX2061" fmla="*/ 667139 w 3044273"/>
              <a:gd name="connsiteY2061" fmla="*/ 1596817 h 3047670"/>
              <a:gd name="connsiteX2062" fmla="*/ 639881 w 3044273"/>
              <a:gd name="connsiteY2062" fmla="*/ 1569684 h 3047670"/>
              <a:gd name="connsiteX2063" fmla="*/ 667014 w 3044273"/>
              <a:gd name="connsiteY2063" fmla="*/ 1542426 h 3047670"/>
              <a:gd name="connsiteX2064" fmla="*/ 192316 w 3044273"/>
              <a:gd name="connsiteY2064" fmla="*/ 1541672 h 3047670"/>
              <a:gd name="connsiteX2065" fmla="*/ 200482 w 3044273"/>
              <a:gd name="connsiteY2065" fmla="*/ 1549837 h 3047670"/>
              <a:gd name="connsiteX2066" fmla="*/ 192316 w 3044273"/>
              <a:gd name="connsiteY2066" fmla="*/ 1558128 h 3047670"/>
              <a:gd name="connsiteX2067" fmla="*/ 184151 w 3044273"/>
              <a:gd name="connsiteY2067" fmla="*/ 1549962 h 3047670"/>
              <a:gd name="connsiteX2068" fmla="*/ 192316 w 3044273"/>
              <a:gd name="connsiteY2068" fmla="*/ 1541672 h 3047670"/>
              <a:gd name="connsiteX2069" fmla="*/ 2090357 w 3044273"/>
              <a:gd name="connsiteY2069" fmla="*/ 1540918 h 3047670"/>
              <a:gd name="connsiteX2070" fmla="*/ 2092617 w 3044273"/>
              <a:gd name="connsiteY2070" fmla="*/ 1543180 h 3047670"/>
              <a:gd name="connsiteX2071" fmla="*/ 2090357 w 3044273"/>
              <a:gd name="connsiteY2071" fmla="*/ 1545440 h 3047670"/>
              <a:gd name="connsiteX2072" fmla="*/ 2088095 w 3044273"/>
              <a:gd name="connsiteY2072" fmla="*/ 1543180 h 3047670"/>
              <a:gd name="connsiteX2073" fmla="*/ 2090357 w 3044273"/>
              <a:gd name="connsiteY2073" fmla="*/ 1540918 h 3047670"/>
              <a:gd name="connsiteX2074" fmla="*/ 953292 w 3044273"/>
              <a:gd name="connsiteY2074" fmla="*/ 1540290 h 3047670"/>
              <a:gd name="connsiteX2075" fmla="*/ 960452 w 3044273"/>
              <a:gd name="connsiteY2075" fmla="*/ 1547324 h 3047670"/>
              <a:gd name="connsiteX2076" fmla="*/ 953417 w 3044273"/>
              <a:gd name="connsiteY2076" fmla="*/ 1554358 h 3047670"/>
              <a:gd name="connsiteX2077" fmla="*/ 946258 w 3044273"/>
              <a:gd name="connsiteY2077" fmla="*/ 1547324 h 3047670"/>
              <a:gd name="connsiteX2078" fmla="*/ 953292 w 3044273"/>
              <a:gd name="connsiteY2078" fmla="*/ 1540290 h 3047670"/>
              <a:gd name="connsiteX2079" fmla="*/ 2756996 w 3044273"/>
              <a:gd name="connsiteY2079" fmla="*/ 1538657 h 3047670"/>
              <a:gd name="connsiteX2080" fmla="*/ 2780485 w 3044273"/>
              <a:gd name="connsiteY2080" fmla="*/ 1562021 h 3047670"/>
              <a:gd name="connsiteX2081" fmla="*/ 2757121 w 3044273"/>
              <a:gd name="connsiteY2081" fmla="*/ 1585511 h 3047670"/>
              <a:gd name="connsiteX2082" fmla="*/ 2733506 w 3044273"/>
              <a:gd name="connsiteY2082" fmla="*/ 1562147 h 3047670"/>
              <a:gd name="connsiteX2083" fmla="*/ 2756996 w 3044273"/>
              <a:gd name="connsiteY2083" fmla="*/ 1538657 h 3047670"/>
              <a:gd name="connsiteX2084" fmla="*/ 2376632 w 3044273"/>
              <a:gd name="connsiteY2084" fmla="*/ 1534261 h 3047670"/>
              <a:gd name="connsiteX2085" fmla="*/ 2406027 w 3044273"/>
              <a:gd name="connsiteY2085" fmla="*/ 1563404 h 3047670"/>
              <a:gd name="connsiteX2086" fmla="*/ 2376884 w 3044273"/>
              <a:gd name="connsiteY2086" fmla="*/ 1592672 h 3047670"/>
              <a:gd name="connsiteX2087" fmla="*/ 2347617 w 3044273"/>
              <a:gd name="connsiteY2087" fmla="*/ 1563529 h 3047670"/>
              <a:gd name="connsiteX2088" fmla="*/ 2376632 w 3044273"/>
              <a:gd name="connsiteY2088" fmla="*/ 1534261 h 3047670"/>
              <a:gd name="connsiteX2089" fmla="*/ 97979 w 3044273"/>
              <a:gd name="connsiteY2089" fmla="*/ 1524338 h 3047670"/>
              <a:gd name="connsiteX2090" fmla="*/ 102628 w 3044273"/>
              <a:gd name="connsiteY2090" fmla="*/ 1528986 h 3047670"/>
              <a:gd name="connsiteX2091" fmla="*/ 97979 w 3044273"/>
              <a:gd name="connsiteY2091" fmla="*/ 1533634 h 3047670"/>
              <a:gd name="connsiteX2092" fmla="*/ 93332 w 3044273"/>
              <a:gd name="connsiteY2092" fmla="*/ 1528986 h 3047670"/>
              <a:gd name="connsiteX2093" fmla="*/ 97979 w 3044273"/>
              <a:gd name="connsiteY2093" fmla="*/ 1524338 h 3047670"/>
              <a:gd name="connsiteX2094" fmla="*/ 572677 w 3044273"/>
              <a:gd name="connsiteY2094" fmla="*/ 1522955 h 3047670"/>
              <a:gd name="connsiteX2095" fmla="*/ 598428 w 3044273"/>
              <a:gd name="connsiteY2095" fmla="*/ 1548580 h 3047670"/>
              <a:gd name="connsiteX2096" fmla="*/ 572803 w 3044273"/>
              <a:gd name="connsiteY2096" fmla="*/ 1574331 h 3047670"/>
              <a:gd name="connsiteX2097" fmla="*/ 547052 w 3044273"/>
              <a:gd name="connsiteY2097" fmla="*/ 1548706 h 3047670"/>
              <a:gd name="connsiteX2098" fmla="*/ 572677 w 3044273"/>
              <a:gd name="connsiteY2098" fmla="*/ 1522955 h 3047670"/>
              <a:gd name="connsiteX2099" fmla="*/ 2851331 w 3044273"/>
              <a:gd name="connsiteY2099" fmla="*/ 1522202 h 3047670"/>
              <a:gd name="connsiteX2100" fmla="*/ 2869544 w 3044273"/>
              <a:gd name="connsiteY2100" fmla="*/ 1540290 h 3047670"/>
              <a:gd name="connsiteX2101" fmla="*/ 2851456 w 3044273"/>
              <a:gd name="connsiteY2101" fmla="*/ 1558504 h 3047670"/>
              <a:gd name="connsiteX2102" fmla="*/ 2833243 w 3044273"/>
              <a:gd name="connsiteY2102" fmla="*/ 1540416 h 3047670"/>
              <a:gd name="connsiteX2103" fmla="*/ 2851331 w 3044273"/>
              <a:gd name="connsiteY2103" fmla="*/ 1522202 h 3047670"/>
              <a:gd name="connsiteX2104" fmla="*/ 2183939 w 3044273"/>
              <a:gd name="connsiteY2104" fmla="*/ 1512530 h 3047670"/>
              <a:gd name="connsiteX2105" fmla="*/ 2192983 w 3044273"/>
              <a:gd name="connsiteY2105" fmla="*/ 1521574 h 3047670"/>
              <a:gd name="connsiteX2106" fmla="*/ 2183939 w 3044273"/>
              <a:gd name="connsiteY2106" fmla="*/ 1530618 h 3047670"/>
              <a:gd name="connsiteX2107" fmla="*/ 2174770 w 3044273"/>
              <a:gd name="connsiteY2107" fmla="*/ 1521574 h 3047670"/>
              <a:gd name="connsiteX2108" fmla="*/ 2183939 w 3044273"/>
              <a:gd name="connsiteY2108" fmla="*/ 1512530 h 3047670"/>
              <a:gd name="connsiteX2109" fmla="*/ 2470970 w 3044273"/>
              <a:gd name="connsiteY2109" fmla="*/ 1511398 h 3047670"/>
              <a:gd name="connsiteX2110" fmla="*/ 2501370 w 3044273"/>
              <a:gd name="connsiteY2110" fmla="*/ 1541671 h 3047670"/>
              <a:gd name="connsiteX2111" fmla="*/ 2471095 w 3044273"/>
              <a:gd name="connsiteY2111" fmla="*/ 1572070 h 3047670"/>
              <a:gd name="connsiteX2112" fmla="*/ 2440697 w 3044273"/>
              <a:gd name="connsiteY2112" fmla="*/ 1541796 h 3047670"/>
              <a:gd name="connsiteX2113" fmla="*/ 2470970 w 3044273"/>
              <a:gd name="connsiteY2113" fmla="*/ 1511398 h 3047670"/>
              <a:gd name="connsiteX2114" fmla="*/ 2945543 w 3044273"/>
              <a:gd name="connsiteY2114" fmla="*/ 1511148 h 3047670"/>
              <a:gd name="connsiteX2115" fmla="*/ 2953080 w 3044273"/>
              <a:gd name="connsiteY2115" fmla="*/ 1518684 h 3047670"/>
              <a:gd name="connsiteX2116" fmla="*/ 2945543 w 3044273"/>
              <a:gd name="connsiteY2116" fmla="*/ 1526220 h 3047670"/>
              <a:gd name="connsiteX2117" fmla="*/ 2938006 w 3044273"/>
              <a:gd name="connsiteY2117" fmla="*/ 1518684 h 3047670"/>
              <a:gd name="connsiteX2118" fmla="*/ 2945543 w 3044273"/>
              <a:gd name="connsiteY2118" fmla="*/ 1511148 h 3047670"/>
              <a:gd name="connsiteX2119" fmla="*/ 859709 w 3044273"/>
              <a:gd name="connsiteY2119" fmla="*/ 1509263 h 3047670"/>
              <a:gd name="connsiteX2120" fmla="*/ 876792 w 3044273"/>
              <a:gd name="connsiteY2120" fmla="*/ 1526222 h 3047670"/>
              <a:gd name="connsiteX2121" fmla="*/ 859834 w 3044273"/>
              <a:gd name="connsiteY2121" fmla="*/ 1543305 h 3047670"/>
              <a:gd name="connsiteX2122" fmla="*/ 842750 w 3044273"/>
              <a:gd name="connsiteY2122" fmla="*/ 1526347 h 3047670"/>
              <a:gd name="connsiteX2123" fmla="*/ 859709 w 3044273"/>
              <a:gd name="connsiteY2123" fmla="*/ 1509263 h 3047670"/>
              <a:gd name="connsiteX2124" fmla="*/ 3895 w 3044273"/>
              <a:gd name="connsiteY2124" fmla="*/ 1506248 h 3047670"/>
              <a:gd name="connsiteX2125" fmla="*/ 5653 w 3044273"/>
              <a:gd name="connsiteY2125" fmla="*/ 1508006 h 3047670"/>
              <a:gd name="connsiteX2126" fmla="*/ 3895 w 3044273"/>
              <a:gd name="connsiteY2126" fmla="*/ 1509765 h 3047670"/>
              <a:gd name="connsiteX2127" fmla="*/ 2136 w 3044273"/>
              <a:gd name="connsiteY2127" fmla="*/ 1508006 h 3047670"/>
              <a:gd name="connsiteX2128" fmla="*/ 3895 w 3044273"/>
              <a:gd name="connsiteY2128" fmla="*/ 1506248 h 3047670"/>
              <a:gd name="connsiteX2129" fmla="*/ 478467 w 3044273"/>
              <a:gd name="connsiteY2129" fmla="*/ 1506247 h 3047670"/>
              <a:gd name="connsiteX2130" fmla="*/ 500073 w 3044273"/>
              <a:gd name="connsiteY2130" fmla="*/ 1527601 h 3047670"/>
              <a:gd name="connsiteX2131" fmla="*/ 478718 w 3044273"/>
              <a:gd name="connsiteY2131" fmla="*/ 1549082 h 3047670"/>
              <a:gd name="connsiteX2132" fmla="*/ 457112 w 3044273"/>
              <a:gd name="connsiteY2132" fmla="*/ 1527728 h 3047670"/>
              <a:gd name="connsiteX2133" fmla="*/ 478467 w 3044273"/>
              <a:gd name="connsiteY2133" fmla="*/ 1506247 h 3047670"/>
              <a:gd name="connsiteX2134" fmla="*/ 3039502 w 3044273"/>
              <a:gd name="connsiteY2134" fmla="*/ 1495322 h 3047670"/>
              <a:gd name="connsiteX2135" fmla="*/ 3041262 w 3044273"/>
              <a:gd name="connsiteY2135" fmla="*/ 1497080 h 3047670"/>
              <a:gd name="connsiteX2136" fmla="*/ 3039502 w 3044273"/>
              <a:gd name="connsiteY2136" fmla="*/ 1498839 h 3047670"/>
              <a:gd name="connsiteX2137" fmla="*/ 3037744 w 3044273"/>
              <a:gd name="connsiteY2137" fmla="*/ 1497080 h 3047670"/>
              <a:gd name="connsiteX2138" fmla="*/ 3039502 w 3044273"/>
              <a:gd name="connsiteY2138" fmla="*/ 1495322 h 3047670"/>
              <a:gd name="connsiteX2139" fmla="*/ 2564930 w 3044273"/>
              <a:gd name="connsiteY2139" fmla="*/ 1493560 h 3047670"/>
              <a:gd name="connsiteX2140" fmla="*/ 2591559 w 3044273"/>
              <a:gd name="connsiteY2140" fmla="*/ 1520065 h 3047670"/>
              <a:gd name="connsiteX2141" fmla="*/ 2565056 w 3044273"/>
              <a:gd name="connsiteY2141" fmla="*/ 1546695 h 3047670"/>
              <a:gd name="connsiteX2142" fmla="*/ 2538426 w 3044273"/>
              <a:gd name="connsiteY2142" fmla="*/ 1520190 h 3047670"/>
              <a:gd name="connsiteX2143" fmla="*/ 2564930 w 3044273"/>
              <a:gd name="connsiteY2143" fmla="*/ 1493560 h 3047670"/>
              <a:gd name="connsiteX2144" fmla="*/ 384632 w 3044273"/>
              <a:gd name="connsiteY2144" fmla="*/ 1490547 h 3047670"/>
              <a:gd name="connsiteX2145" fmla="*/ 400836 w 3044273"/>
              <a:gd name="connsiteY2145" fmla="*/ 1506626 h 3047670"/>
              <a:gd name="connsiteX2146" fmla="*/ 384757 w 3044273"/>
              <a:gd name="connsiteY2146" fmla="*/ 1522830 h 3047670"/>
              <a:gd name="connsiteX2147" fmla="*/ 368553 w 3044273"/>
              <a:gd name="connsiteY2147" fmla="*/ 1506751 h 3047670"/>
              <a:gd name="connsiteX2148" fmla="*/ 384632 w 3044273"/>
              <a:gd name="connsiteY2148" fmla="*/ 1490547 h 3047670"/>
              <a:gd name="connsiteX2149" fmla="*/ 1058430 w 3044273"/>
              <a:gd name="connsiteY2149" fmla="*/ 1482633 h 3047670"/>
              <a:gd name="connsiteX2150" fmla="*/ 1059561 w 3044273"/>
              <a:gd name="connsiteY2150" fmla="*/ 1483763 h 3047670"/>
              <a:gd name="connsiteX2151" fmla="*/ 1058430 w 3044273"/>
              <a:gd name="connsiteY2151" fmla="*/ 1484894 h 3047670"/>
              <a:gd name="connsiteX2152" fmla="*/ 1057300 w 3044273"/>
              <a:gd name="connsiteY2152" fmla="*/ 1483763 h 3047670"/>
              <a:gd name="connsiteX2153" fmla="*/ 1058430 w 3044273"/>
              <a:gd name="connsiteY2153" fmla="*/ 1482633 h 3047670"/>
              <a:gd name="connsiteX2154" fmla="*/ 766249 w 3044273"/>
              <a:gd name="connsiteY2154" fmla="*/ 1481001 h 3047670"/>
              <a:gd name="connsiteX2155" fmla="*/ 790745 w 3044273"/>
              <a:gd name="connsiteY2155" fmla="*/ 1505245 h 3047670"/>
              <a:gd name="connsiteX2156" fmla="*/ 766501 w 3044273"/>
              <a:gd name="connsiteY2156" fmla="*/ 1529740 h 3047670"/>
              <a:gd name="connsiteX2157" fmla="*/ 742006 w 3044273"/>
              <a:gd name="connsiteY2157" fmla="*/ 1505496 h 3047670"/>
              <a:gd name="connsiteX2158" fmla="*/ 766249 w 3044273"/>
              <a:gd name="connsiteY2158" fmla="*/ 1481001 h 3047670"/>
              <a:gd name="connsiteX2159" fmla="*/ 1984840 w 3044273"/>
              <a:gd name="connsiteY2159" fmla="*/ 1480120 h 3047670"/>
              <a:gd name="connsiteX2160" fmla="*/ 1985092 w 3044273"/>
              <a:gd name="connsiteY2160" fmla="*/ 1480371 h 3047670"/>
              <a:gd name="connsiteX2161" fmla="*/ 1984840 w 3044273"/>
              <a:gd name="connsiteY2161" fmla="*/ 1480623 h 3047670"/>
              <a:gd name="connsiteX2162" fmla="*/ 1984589 w 3044273"/>
              <a:gd name="connsiteY2162" fmla="*/ 1480371 h 3047670"/>
              <a:gd name="connsiteX2163" fmla="*/ 1984840 w 3044273"/>
              <a:gd name="connsiteY2163" fmla="*/ 1480120 h 3047670"/>
              <a:gd name="connsiteX2164" fmla="*/ 2277022 w 3044273"/>
              <a:gd name="connsiteY2164" fmla="*/ 1478487 h 3047670"/>
              <a:gd name="connsiteX2165" fmla="*/ 2298501 w 3044273"/>
              <a:gd name="connsiteY2165" fmla="*/ 1499841 h 3047670"/>
              <a:gd name="connsiteX2166" fmla="*/ 2277147 w 3044273"/>
              <a:gd name="connsiteY2166" fmla="*/ 1521322 h 3047670"/>
              <a:gd name="connsiteX2167" fmla="*/ 2255541 w 3044273"/>
              <a:gd name="connsiteY2167" fmla="*/ 1499968 h 3047670"/>
              <a:gd name="connsiteX2168" fmla="*/ 2277022 w 3044273"/>
              <a:gd name="connsiteY2168" fmla="*/ 1478487 h 3047670"/>
              <a:gd name="connsiteX2169" fmla="*/ 291049 w 3044273"/>
              <a:gd name="connsiteY2169" fmla="*/ 1473087 h 3047670"/>
              <a:gd name="connsiteX2170" fmla="*/ 303736 w 3044273"/>
              <a:gd name="connsiteY2170" fmla="*/ 1485648 h 3047670"/>
              <a:gd name="connsiteX2171" fmla="*/ 291174 w 3044273"/>
              <a:gd name="connsiteY2171" fmla="*/ 1498335 h 3047670"/>
              <a:gd name="connsiteX2172" fmla="*/ 278487 w 3044273"/>
              <a:gd name="connsiteY2172" fmla="*/ 1485774 h 3047670"/>
              <a:gd name="connsiteX2173" fmla="*/ 291049 w 3044273"/>
              <a:gd name="connsiteY2173" fmla="*/ 1473087 h 3047670"/>
              <a:gd name="connsiteX2174" fmla="*/ 2658514 w 3044273"/>
              <a:gd name="connsiteY2174" fmla="*/ 1472584 h 3047670"/>
              <a:gd name="connsiteX2175" fmla="*/ 2684516 w 3044273"/>
              <a:gd name="connsiteY2175" fmla="*/ 1498335 h 3047670"/>
              <a:gd name="connsiteX2176" fmla="*/ 2658766 w 3044273"/>
              <a:gd name="connsiteY2176" fmla="*/ 1524338 h 3047670"/>
              <a:gd name="connsiteX2177" fmla="*/ 2632763 w 3044273"/>
              <a:gd name="connsiteY2177" fmla="*/ 1498587 h 3047670"/>
              <a:gd name="connsiteX2178" fmla="*/ 2658514 w 3044273"/>
              <a:gd name="connsiteY2178" fmla="*/ 1472584 h 3047670"/>
              <a:gd name="connsiteX2179" fmla="*/ 673169 w 3044273"/>
              <a:gd name="connsiteY2179" fmla="*/ 1457259 h 3047670"/>
              <a:gd name="connsiteX2180" fmla="*/ 700427 w 3044273"/>
              <a:gd name="connsiteY2180" fmla="*/ 1484392 h 3047670"/>
              <a:gd name="connsiteX2181" fmla="*/ 673294 w 3044273"/>
              <a:gd name="connsiteY2181" fmla="*/ 1511775 h 3047670"/>
              <a:gd name="connsiteX2182" fmla="*/ 645911 w 3044273"/>
              <a:gd name="connsiteY2182" fmla="*/ 1484643 h 3047670"/>
              <a:gd name="connsiteX2183" fmla="*/ 673169 w 3044273"/>
              <a:gd name="connsiteY2183" fmla="*/ 1457259 h 3047670"/>
              <a:gd name="connsiteX2184" fmla="*/ 965600 w 3044273"/>
              <a:gd name="connsiteY2184" fmla="*/ 1456630 h 3047670"/>
              <a:gd name="connsiteX2185" fmla="*/ 971882 w 3044273"/>
              <a:gd name="connsiteY2185" fmla="*/ 1462785 h 3047670"/>
              <a:gd name="connsiteX2186" fmla="*/ 965726 w 3044273"/>
              <a:gd name="connsiteY2186" fmla="*/ 1469066 h 3047670"/>
              <a:gd name="connsiteX2187" fmla="*/ 959571 w 3044273"/>
              <a:gd name="connsiteY2187" fmla="*/ 1462911 h 3047670"/>
              <a:gd name="connsiteX2188" fmla="*/ 965600 w 3044273"/>
              <a:gd name="connsiteY2188" fmla="*/ 1456630 h 3047670"/>
              <a:gd name="connsiteX2189" fmla="*/ 2077293 w 3044273"/>
              <a:gd name="connsiteY2189" fmla="*/ 1456379 h 3047670"/>
              <a:gd name="connsiteX2190" fmla="*/ 2079805 w 3044273"/>
              <a:gd name="connsiteY2190" fmla="*/ 1458766 h 3047670"/>
              <a:gd name="connsiteX2191" fmla="*/ 2077418 w 3044273"/>
              <a:gd name="connsiteY2191" fmla="*/ 1461278 h 3047670"/>
              <a:gd name="connsiteX2192" fmla="*/ 2074906 w 3044273"/>
              <a:gd name="connsiteY2192" fmla="*/ 1458891 h 3047670"/>
              <a:gd name="connsiteX2193" fmla="*/ 2077293 w 3044273"/>
              <a:gd name="connsiteY2193" fmla="*/ 1456379 h 3047670"/>
              <a:gd name="connsiteX2194" fmla="*/ 197465 w 3044273"/>
              <a:gd name="connsiteY2194" fmla="*/ 1456254 h 3047670"/>
              <a:gd name="connsiteX2195" fmla="*/ 206132 w 3044273"/>
              <a:gd name="connsiteY2195" fmla="*/ 1464795 h 3047670"/>
              <a:gd name="connsiteX2196" fmla="*/ 197590 w 3044273"/>
              <a:gd name="connsiteY2196" fmla="*/ 1473464 h 3047670"/>
              <a:gd name="connsiteX2197" fmla="*/ 188923 w 3044273"/>
              <a:gd name="connsiteY2197" fmla="*/ 1464922 h 3047670"/>
              <a:gd name="connsiteX2198" fmla="*/ 197465 w 3044273"/>
              <a:gd name="connsiteY2198" fmla="*/ 1456254 h 3047670"/>
              <a:gd name="connsiteX2199" fmla="*/ 2752222 w 3044273"/>
              <a:gd name="connsiteY2199" fmla="*/ 1452987 h 3047670"/>
              <a:gd name="connsiteX2200" fmla="*/ 2776214 w 3044273"/>
              <a:gd name="connsiteY2200" fmla="*/ 1476854 h 3047670"/>
              <a:gd name="connsiteX2201" fmla="*/ 2752348 w 3044273"/>
              <a:gd name="connsiteY2201" fmla="*/ 1500846 h 3047670"/>
              <a:gd name="connsiteX2202" fmla="*/ 2728356 w 3044273"/>
              <a:gd name="connsiteY2202" fmla="*/ 1476980 h 3047670"/>
              <a:gd name="connsiteX2203" fmla="*/ 2752222 w 3044273"/>
              <a:gd name="connsiteY2203" fmla="*/ 1452987 h 3047670"/>
              <a:gd name="connsiteX2204" fmla="*/ 2369976 w 3044273"/>
              <a:gd name="connsiteY2204" fmla="*/ 1448717 h 3047670"/>
              <a:gd name="connsiteX2205" fmla="*/ 2399746 w 3044273"/>
              <a:gd name="connsiteY2205" fmla="*/ 1478236 h 3047670"/>
              <a:gd name="connsiteX2206" fmla="*/ 2370227 w 3044273"/>
              <a:gd name="connsiteY2206" fmla="*/ 1508008 h 3047670"/>
              <a:gd name="connsiteX2207" fmla="*/ 2340456 w 3044273"/>
              <a:gd name="connsiteY2207" fmla="*/ 1478488 h 3047670"/>
              <a:gd name="connsiteX2208" fmla="*/ 2369976 w 3044273"/>
              <a:gd name="connsiteY2208" fmla="*/ 1448717 h 3047670"/>
              <a:gd name="connsiteX2209" fmla="*/ 104134 w 3044273"/>
              <a:gd name="connsiteY2209" fmla="*/ 1439044 h 3047670"/>
              <a:gd name="connsiteX2210" fmla="*/ 109033 w 3044273"/>
              <a:gd name="connsiteY2210" fmla="*/ 1443943 h 3047670"/>
              <a:gd name="connsiteX2211" fmla="*/ 104134 w 3044273"/>
              <a:gd name="connsiteY2211" fmla="*/ 1448841 h 3047670"/>
              <a:gd name="connsiteX2212" fmla="*/ 99235 w 3044273"/>
              <a:gd name="connsiteY2212" fmla="*/ 1443943 h 3047670"/>
              <a:gd name="connsiteX2213" fmla="*/ 104134 w 3044273"/>
              <a:gd name="connsiteY2213" fmla="*/ 1439044 h 3047670"/>
              <a:gd name="connsiteX2214" fmla="*/ 579963 w 3044273"/>
              <a:gd name="connsiteY2214" fmla="*/ 1438040 h 3047670"/>
              <a:gd name="connsiteX2215" fmla="*/ 605714 w 3044273"/>
              <a:gd name="connsiteY2215" fmla="*/ 1463665 h 3047670"/>
              <a:gd name="connsiteX2216" fmla="*/ 580088 w 3044273"/>
              <a:gd name="connsiteY2216" fmla="*/ 1489416 h 3047670"/>
              <a:gd name="connsiteX2217" fmla="*/ 554338 w 3044273"/>
              <a:gd name="connsiteY2217" fmla="*/ 1463791 h 3047670"/>
              <a:gd name="connsiteX2218" fmla="*/ 579963 w 3044273"/>
              <a:gd name="connsiteY2218" fmla="*/ 1438040 h 3047670"/>
              <a:gd name="connsiteX2219" fmla="*/ 2845551 w 3044273"/>
              <a:gd name="connsiteY2219" fmla="*/ 1437663 h 3047670"/>
              <a:gd name="connsiteX2220" fmla="*/ 2863389 w 3044273"/>
              <a:gd name="connsiteY2220" fmla="*/ 1455249 h 3047670"/>
              <a:gd name="connsiteX2221" fmla="*/ 2845676 w 3044273"/>
              <a:gd name="connsiteY2221" fmla="*/ 1473087 h 3047670"/>
              <a:gd name="connsiteX2222" fmla="*/ 2827840 w 3044273"/>
              <a:gd name="connsiteY2222" fmla="*/ 1455375 h 3047670"/>
              <a:gd name="connsiteX2223" fmla="*/ 2845551 w 3044273"/>
              <a:gd name="connsiteY2223" fmla="*/ 1437663 h 3047670"/>
              <a:gd name="connsiteX2224" fmla="*/ 2169871 w 3044273"/>
              <a:gd name="connsiteY2224" fmla="*/ 1427614 h 3047670"/>
              <a:gd name="connsiteX2225" fmla="*/ 2179670 w 3044273"/>
              <a:gd name="connsiteY2225" fmla="*/ 1437285 h 3047670"/>
              <a:gd name="connsiteX2226" fmla="*/ 2169996 w 3044273"/>
              <a:gd name="connsiteY2226" fmla="*/ 1447083 h 3047670"/>
              <a:gd name="connsiteX2227" fmla="*/ 2160199 w 3044273"/>
              <a:gd name="connsiteY2227" fmla="*/ 1437411 h 3047670"/>
              <a:gd name="connsiteX2228" fmla="*/ 2169871 w 3044273"/>
              <a:gd name="connsiteY2228" fmla="*/ 1427614 h 3047670"/>
              <a:gd name="connsiteX2229" fmla="*/ 2938760 w 3044273"/>
              <a:gd name="connsiteY2229" fmla="*/ 1426861 h 3047670"/>
              <a:gd name="connsiteX2230" fmla="*/ 2945669 w 3044273"/>
              <a:gd name="connsiteY2230" fmla="*/ 1433644 h 3047670"/>
              <a:gd name="connsiteX2231" fmla="*/ 2938886 w 3044273"/>
              <a:gd name="connsiteY2231" fmla="*/ 1440552 h 3047670"/>
              <a:gd name="connsiteX2232" fmla="*/ 2931977 w 3044273"/>
              <a:gd name="connsiteY2232" fmla="*/ 1433770 h 3047670"/>
              <a:gd name="connsiteX2233" fmla="*/ 2938760 w 3044273"/>
              <a:gd name="connsiteY2233" fmla="*/ 1426861 h 3047670"/>
              <a:gd name="connsiteX2234" fmla="*/ 2462930 w 3044273"/>
              <a:gd name="connsiteY2234" fmla="*/ 1426106 h 3047670"/>
              <a:gd name="connsiteX2235" fmla="*/ 2493831 w 3044273"/>
              <a:gd name="connsiteY2235" fmla="*/ 1456756 h 3047670"/>
              <a:gd name="connsiteX2236" fmla="*/ 2463181 w 3044273"/>
              <a:gd name="connsiteY2236" fmla="*/ 1487657 h 3047670"/>
              <a:gd name="connsiteX2237" fmla="*/ 2432280 w 3044273"/>
              <a:gd name="connsiteY2237" fmla="*/ 1457007 h 3047670"/>
              <a:gd name="connsiteX2238" fmla="*/ 2462930 w 3044273"/>
              <a:gd name="connsiteY2238" fmla="*/ 1426106 h 3047670"/>
              <a:gd name="connsiteX2239" fmla="*/ 872898 w 3044273"/>
              <a:gd name="connsiteY2239" fmla="*/ 1425479 h 3047670"/>
              <a:gd name="connsiteX2240" fmla="*/ 889604 w 3044273"/>
              <a:gd name="connsiteY2240" fmla="*/ 1442060 h 3047670"/>
              <a:gd name="connsiteX2241" fmla="*/ 873023 w 3044273"/>
              <a:gd name="connsiteY2241" fmla="*/ 1458767 h 3047670"/>
              <a:gd name="connsiteX2242" fmla="*/ 856442 w 3044273"/>
              <a:gd name="connsiteY2242" fmla="*/ 1442186 h 3047670"/>
              <a:gd name="connsiteX2243" fmla="*/ 872898 w 3044273"/>
              <a:gd name="connsiteY2243" fmla="*/ 1425479 h 3047670"/>
              <a:gd name="connsiteX2244" fmla="*/ 486882 w 3044273"/>
              <a:gd name="connsiteY2244" fmla="*/ 1421333 h 3047670"/>
              <a:gd name="connsiteX2245" fmla="*/ 508363 w 3044273"/>
              <a:gd name="connsiteY2245" fmla="*/ 1442687 h 3047670"/>
              <a:gd name="connsiteX2246" fmla="*/ 487009 w 3044273"/>
              <a:gd name="connsiteY2246" fmla="*/ 1464168 h 3047670"/>
              <a:gd name="connsiteX2247" fmla="*/ 465528 w 3044273"/>
              <a:gd name="connsiteY2247" fmla="*/ 1442814 h 3047670"/>
              <a:gd name="connsiteX2248" fmla="*/ 486882 w 3044273"/>
              <a:gd name="connsiteY2248" fmla="*/ 1421333 h 3047670"/>
              <a:gd name="connsiteX2249" fmla="*/ 10677 w 3044273"/>
              <a:gd name="connsiteY2249" fmla="*/ 1421333 h 3047670"/>
              <a:gd name="connsiteX2250" fmla="*/ 12435 w 3044273"/>
              <a:gd name="connsiteY2250" fmla="*/ 1423092 h 3047670"/>
              <a:gd name="connsiteX2251" fmla="*/ 10677 w 3044273"/>
              <a:gd name="connsiteY2251" fmla="*/ 1424850 h 3047670"/>
              <a:gd name="connsiteX2252" fmla="*/ 8918 w 3044273"/>
              <a:gd name="connsiteY2252" fmla="*/ 1423092 h 3047670"/>
              <a:gd name="connsiteX2253" fmla="*/ 10677 w 3044273"/>
              <a:gd name="connsiteY2253" fmla="*/ 1421333 h 3047670"/>
              <a:gd name="connsiteX2254" fmla="*/ 3032090 w 3044273"/>
              <a:gd name="connsiteY2254" fmla="*/ 1410153 h 3047670"/>
              <a:gd name="connsiteX2255" fmla="*/ 3034100 w 3044273"/>
              <a:gd name="connsiteY2255" fmla="*/ 1412163 h 3047670"/>
              <a:gd name="connsiteX2256" fmla="*/ 3032090 w 3044273"/>
              <a:gd name="connsiteY2256" fmla="*/ 1414173 h 3047670"/>
              <a:gd name="connsiteX2257" fmla="*/ 3030080 w 3044273"/>
              <a:gd name="connsiteY2257" fmla="*/ 1412163 h 3047670"/>
              <a:gd name="connsiteX2258" fmla="*/ 3032090 w 3044273"/>
              <a:gd name="connsiteY2258" fmla="*/ 1410153 h 3047670"/>
              <a:gd name="connsiteX2259" fmla="*/ 2555760 w 3044273"/>
              <a:gd name="connsiteY2259" fmla="*/ 1408017 h 3047670"/>
              <a:gd name="connsiteX2260" fmla="*/ 2583143 w 3044273"/>
              <a:gd name="connsiteY2260" fmla="*/ 1435150 h 3047670"/>
              <a:gd name="connsiteX2261" fmla="*/ 2556010 w 3044273"/>
              <a:gd name="connsiteY2261" fmla="*/ 1462534 h 3047670"/>
              <a:gd name="connsiteX2262" fmla="*/ 2528752 w 3044273"/>
              <a:gd name="connsiteY2262" fmla="*/ 1435401 h 3047670"/>
              <a:gd name="connsiteX2263" fmla="*/ 2555760 w 3044273"/>
              <a:gd name="connsiteY2263" fmla="*/ 1408017 h 3047670"/>
              <a:gd name="connsiteX2264" fmla="*/ 393803 w 3044273"/>
              <a:gd name="connsiteY2264" fmla="*/ 1406008 h 3047670"/>
              <a:gd name="connsiteX2265" fmla="*/ 409755 w 3044273"/>
              <a:gd name="connsiteY2265" fmla="*/ 1421836 h 3047670"/>
              <a:gd name="connsiteX2266" fmla="*/ 393928 w 3044273"/>
              <a:gd name="connsiteY2266" fmla="*/ 1437789 h 3047670"/>
              <a:gd name="connsiteX2267" fmla="*/ 377975 w 3044273"/>
              <a:gd name="connsiteY2267" fmla="*/ 1421962 h 3047670"/>
              <a:gd name="connsiteX2268" fmla="*/ 393803 w 3044273"/>
              <a:gd name="connsiteY2268" fmla="*/ 1406008 h 3047670"/>
              <a:gd name="connsiteX2269" fmla="*/ 1084559 w 3044273"/>
              <a:gd name="connsiteY2269" fmla="*/ 1401486 h 3047670"/>
              <a:gd name="connsiteX2270" fmla="*/ 1085690 w 3044273"/>
              <a:gd name="connsiteY2270" fmla="*/ 1402616 h 3047670"/>
              <a:gd name="connsiteX2271" fmla="*/ 1084559 w 3044273"/>
              <a:gd name="connsiteY2271" fmla="*/ 1403747 h 3047670"/>
              <a:gd name="connsiteX2272" fmla="*/ 1083429 w 3044273"/>
              <a:gd name="connsiteY2272" fmla="*/ 1402616 h 3047670"/>
              <a:gd name="connsiteX2273" fmla="*/ 1084559 w 3044273"/>
              <a:gd name="connsiteY2273" fmla="*/ 1401486 h 3047670"/>
              <a:gd name="connsiteX2274" fmla="*/ 780192 w 3044273"/>
              <a:gd name="connsiteY2274" fmla="*/ 1396336 h 3047670"/>
              <a:gd name="connsiteX2275" fmla="*/ 805314 w 3044273"/>
              <a:gd name="connsiteY2275" fmla="*/ 1421207 h 3047670"/>
              <a:gd name="connsiteX2276" fmla="*/ 780444 w 3044273"/>
              <a:gd name="connsiteY2276" fmla="*/ 1446330 h 3047670"/>
              <a:gd name="connsiteX2277" fmla="*/ 755322 w 3044273"/>
              <a:gd name="connsiteY2277" fmla="*/ 1421459 h 3047670"/>
              <a:gd name="connsiteX2278" fmla="*/ 780192 w 3044273"/>
              <a:gd name="connsiteY2278" fmla="*/ 1396336 h 3047670"/>
              <a:gd name="connsiteX2279" fmla="*/ 2262323 w 3044273"/>
              <a:gd name="connsiteY2279" fmla="*/ 1392693 h 3047670"/>
              <a:gd name="connsiteX2280" fmla="*/ 2285689 w 3044273"/>
              <a:gd name="connsiteY2280" fmla="*/ 1415807 h 3047670"/>
              <a:gd name="connsiteX2281" fmla="*/ 2262449 w 3044273"/>
              <a:gd name="connsiteY2281" fmla="*/ 1439172 h 3047670"/>
              <a:gd name="connsiteX2282" fmla="*/ 2239210 w 3044273"/>
              <a:gd name="connsiteY2282" fmla="*/ 1416058 h 3047670"/>
              <a:gd name="connsiteX2283" fmla="*/ 2262323 w 3044273"/>
              <a:gd name="connsiteY2283" fmla="*/ 1392693 h 3047670"/>
              <a:gd name="connsiteX2284" fmla="*/ 300970 w 3044273"/>
              <a:gd name="connsiteY2284" fmla="*/ 1388422 h 3047670"/>
              <a:gd name="connsiteX2285" fmla="*/ 313657 w 3044273"/>
              <a:gd name="connsiteY2285" fmla="*/ 1400983 h 3047670"/>
              <a:gd name="connsiteX2286" fmla="*/ 301095 w 3044273"/>
              <a:gd name="connsiteY2286" fmla="*/ 1413670 h 3047670"/>
              <a:gd name="connsiteX2287" fmla="*/ 288409 w 3044273"/>
              <a:gd name="connsiteY2287" fmla="*/ 1401109 h 3047670"/>
              <a:gd name="connsiteX2288" fmla="*/ 300970 w 3044273"/>
              <a:gd name="connsiteY2288" fmla="*/ 1388422 h 3047670"/>
              <a:gd name="connsiteX2289" fmla="*/ 2648840 w 3044273"/>
              <a:gd name="connsiteY2289" fmla="*/ 1386914 h 3047670"/>
              <a:gd name="connsiteX2290" fmla="*/ 2675721 w 3044273"/>
              <a:gd name="connsiteY2290" fmla="*/ 1413670 h 3047670"/>
              <a:gd name="connsiteX2291" fmla="*/ 2648966 w 3044273"/>
              <a:gd name="connsiteY2291" fmla="*/ 1440552 h 3047670"/>
              <a:gd name="connsiteX2292" fmla="*/ 2622085 w 3044273"/>
              <a:gd name="connsiteY2292" fmla="*/ 1413921 h 3047670"/>
              <a:gd name="connsiteX2293" fmla="*/ 2648840 w 3044273"/>
              <a:gd name="connsiteY2293" fmla="*/ 1386914 h 3047670"/>
              <a:gd name="connsiteX2294" fmla="*/ 2052045 w 3044273"/>
              <a:gd name="connsiteY2294" fmla="*/ 1377116 h 3047670"/>
              <a:gd name="connsiteX2295" fmla="*/ 2052422 w 3044273"/>
              <a:gd name="connsiteY2295" fmla="*/ 1377618 h 3047670"/>
              <a:gd name="connsiteX2296" fmla="*/ 2052045 w 3044273"/>
              <a:gd name="connsiteY2296" fmla="*/ 1378121 h 3047670"/>
              <a:gd name="connsiteX2297" fmla="*/ 2051542 w 3044273"/>
              <a:gd name="connsiteY2297" fmla="*/ 1377618 h 3047670"/>
              <a:gd name="connsiteX2298" fmla="*/ 2052045 w 3044273"/>
              <a:gd name="connsiteY2298" fmla="*/ 1377116 h 3047670"/>
              <a:gd name="connsiteX2299" fmla="*/ 990598 w 3044273"/>
              <a:gd name="connsiteY2299" fmla="*/ 1375106 h 3047670"/>
              <a:gd name="connsiteX2300" fmla="*/ 997005 w 3044273"/>
              <a:gd name="connsiteY2300" fmla="*/ 1381512 h 3047670"/>
              <a:gd name="connsiteX2301" fmla="*/ 990598 w 3044273"/>
              <a:gd name="connsiteY2301" fmla="*/ 1387917 h 3047670"/>
              <a:gd name="connsiteX2302" fmla="*/ 984192 w 3044273"/>
              <a:gd name="connsiteY2302" fmla="*/ 1381512 h 3047670"/>
              <a:gd name="connsiteX2303" fmla="*/ 990598 w 3044273"/>
              <a:gd name="connsiteY2303" fmla="*/ 1375106 h 3047670"/>
              <a:gd name="connsiteX2304" fmla="*/ 687614 w 3044273"/>
              <a:gd name="connsiteY2304" fmla="*/ 1373096 h 3047670"/>
              <a:gd name="connsiteX2305" fmla="*/ 715124 w 3044273"/>
              <a:gd name="connsiteY2305" fmla="*/ 1400481 h 3047670"/>
              <a:gd name="connsiteX2306" fmla="*/ 687740 w 3044273"/>
              <a:gd name="connsiteY2306" fmla="*/ 1427990 h 3047670"/>
              <a:gd name="connsiteX2307" fmla="*/ 660231 w 3044273"/>
              <a:gd name="connsiteY2307" fmla="*/ 1400606 h 3047670"/>
              <a:gd name="connsiteX2308" fmla="*/ 687614 w 3044273"/>
              <a:gd name="connsiteY2308" fmla="*/ 1373096 h 3047670"/>
              <a:gd name="connsiteX2309" fmla="*/ 208017 w 3044273"/>
              <a:gd name="connsiteY2309" fmla="*/ 1371338 h 3047670"/>
              <a:gd name="connsiteX2310" fmla="*/ 216936 w 3044273"/>
              <a:gd name="connsiteY2310" fmla="*/ 1380131 h 3047670"/>
              <a:gd name="connsiteX2311" fmla="*/ 208144 w 3044273"/>
              <a:gd name="connsiteY2311" fmla="*/ 1389049 h 3047670"/>
              <a:gd name="connsiteX2312" fmla="*/ 199225 w 3044273"/>
              <a:gd name="connsiteY2312" fmla="*/ 1380257 h 3047670"/>
              <a:gd name="connsiteX2313" fmla="*/ 208017 w 3044273"/>
              <a:gd name="connsiteY2313" fmla="*/ 1371338 h 3047670"/>
              <a:gd name="connsiteX2314" fmla="*/ 2741544 w 3044273"/>
              <a:gd name="connsiteY2314" fmla="*/ 1367695 h 3047670"/>
              <a:gd name="connsiteX2315" fmla="*/ 2766165 w 3044273"/>
              <a:gd name="connsiteY2315" fmla="*/ 1392190 h 3047670"/>
              <a:gd name="connsiteX2316" fmla="*/ 2741670 w 3044273"/>
              <a:gd name="connsiteY2316" fmla="*/ 1416810 h 3047670"/>
              <a:gd name="connsiteX2317" fmla="*/ 2717049 w 3044273"/>
              <a:gd name="connsiteY2317" fmla="*/ 1392315 h 3047670"/>
              <a:gd name="connsiteX2318" fmla="*/ 2741544 w 3044273"/>
              <a:gd name="connsiteY2318" fmla="*/ 1367695 h 3047670"/>
              <a:gd name="connsiteX2319" fmla="*/ 2355028 w 3044273"/>
              <a:gd name="connsiteY2319" fmla="*/ 1364303 h 3047670"/>
              <a:gd name="connsiteX2320" fmla="*/ 2385176 w 3044273"/>
              <a:gd name="connsiteY2320" fmla="*/ 1394325 h 3047670"/>
              <a:gd name="connsiteX2321" fmla="*/ 2355154 w 3044273"/>
              <a:gd name="connsiteY2321" fmla="*/ 1424598 h 3047670"/>
              <a:gd name="connsiteX2322" fmla="*/ 2324880 w 3044273"/>
              <a:gd name="connsiteY2322" fmla="*/ 1394576 h 3047670"/>
              <a:gd name="connsiteX2323" fmla="*/ 2355028 w 3044273"/>
              <a:gd name="connsiteY2323" fmla="*/ 1364303 h 3047670"/>
              <a:gd name="connsiteX2324" fmla="*/ 594784 w 3044273"/>
              <a:gd name="connsiteY2324" fmla="*/ 1354632 h 3047670"/>
              <a:gd name="connsiteX2325" fmla="*/ 619906 w 3044273"/>
              <a:gd name="connsiteY2325" fmla="*/ 1379503 h 3047670"/>
              <a:gd name="connsiteX2326" fmla="*/ 595036 w 3044273"/>
              <a:gd name="connsiteY2326" fmla="*/ 1404626 h 3047670"/>
              <a:gd name="connsiteX2327" fmla="*/ 569914 w 3044273"/>
              <a:gd name="connsiteY2327" fmla="*/ 1379755 h 3047670"/>
              <a:gd name="connsiteX2328" fmla="*/ 594784 w 3044273"/>
              <a:gd name="connsiteY2328" fmla="*/ 1354632 h 3047670"/>
              <a:gd name="connsiteX2329" fmla="*/ 115188 w 3044273"/>
              <a:gd name="connsiteY2329" fmla="*/ 1354380 h 3047670"/>
              <a:gd name="connsiteX2330" fmla="*/ 120338 w 3044273"/>
              <a:gd name="connsiteY2330" fmla="*/ 1359404 h 3047670"/>
              <a:gd name="connsiteX2331" fmla="*/ 115188 w 3044273"/>
              <a:gd name="connsiteY2331" fmla="*/ 1364554 h 3047670"/>
              <a:gd name="connsiteX2332" fmla="*/ 110164 w 3044273"/>
              <a:gd name="connsiteY2332" fmla="*/ 1359404 h 3047670"/>
              <a:gd name="connsiteX2333" fmla="*/ 115188 w 3044273"/>
              <a:gd name="connsiteY2333" fmla="*/ 1354380 h 3047670"/>
              <a:gd name="connsiteX2334" fmla="*/ 2834248 w 3044273"/>
              <a:gd name="connsiteY2334" fmla="*/ 1352872 h 3047670"/>
              <a:gd name="connsiteX2335" fmla="*/ 2852211 w 3044273"/>
              <a:gd name="connsiteY2335" fmla="*/ 1370710 h 3047670"/>
              <a:gd name="connsiteX2336" fmla="*/ 2834374 w 3044273"/>
              <a:gd name="connsiteY2336" fmla="*/ 1388672 h 3047670"/>
              <a:gd name="connsiteX2337" fmla="*/ 2816411 w 3044273"/>
              <a:gd name="connsiteY2337" fmla="*/ 1370835 h 3047670"/>
              <a:gd name="connsiteX2338" fmla="*/ 2834248 w 3044273"/>
              <a:gd name="connsiteY2338" fmla="*/ 1352872 h 3047670"/>
              <a:gd name="connsiteX2339" fmla="*/ 2145377 w 3044273"/>
              <a:gd name="connsiteY2339" fmla="*/ 1352119 h 3047670"/>
              <a:gd name="connsiteX2340" fmla="*/ 2149147 w 3044273"/>
              <a:gd name="connsiteY2340" fmla="*/ 1355888 h 3047670"/>
              <a:gd name="connsiteX2341" fmla="*/ 2145377 w 3044273"/>
              <a:gd name="connsiteY2341" fmla="*/ 1359656 h 3047670"/>
              <a:gd name="connsiteX2342" fmla="*/ 2141608 w 3044273"/>
              <a:gd name="connsiteY2342" fmla="*/ 1355888 h 3047670"/>
              <a:gd name="connsiteX2343" fmla="*/ 2145377 w 3044273"/>
              <a:gd name="connsiteY2343" fmla="*/ 1352119 h 3047670"/>
              <a:gd name="connsiteX2344" fmla="*/ 897014 w 3044273"/>
              <a:gd name="connsiteY2344" fmla="*/ 1343074 h 3047670"/>
              <a:gd name="connsiteX2345" fmla="*/ 914349 w 3044273"/>
              <a:gd name="connsiteY2345" fmla="*/ 1360282 h 3047670"/>
              <a:gd name="connsiteX2346" fmla="*/ 897140 w 3044273"/>
              <a:gd name="connsiteY2346" fmla="*/ 1377617 h 3047670"/>
              <a:gd name="connsiteX2347" fmla="*/ 879805 w 3044273"/>
              <a:gd name="connsiteY2347" fmla="*/ 1360409 h 3047670"/>
              <a:gd name="connsiteX2348" fmla="*/ 897014 w 3044273"/>
              <a:gd name="connsiteY2348" fmla="*/ 1343074 h 3047670"/>
              <a:gd name="connsiteX2349" fmla="*/ 2447606 w 3044273"/>
              <a:gd name="connsiteY2349" fmla="*/ 1342948 h 3047670"/>
              <a:gd name="connsiteX2350" fmla="*/ 2477754 w 3044273"/>
              <a:gd name="connsiteY2350" fmla="*/ 1372970 h 3047670"/>
              <a:gd name="connsiteX2351" fmla="*/ 2447732 w 3044273"/>
              <a:gd name="connsiteY2351" fmla="*/ 1403118 h 3047670"/>
              <a:gd name="connsiteX2352" fmla="*/ 2417458 w 3044273"/>
              <a:gd name="connsiteY2352" fmla="*/ 1373096 h 3047670"/>
              <a:gd name="connsiteX2353" fmla="*/ 2447606 w 3044273"/>
              <a:gd name="connsiteY2353" fmla="*/ 1342948 h 3047670"/>
              <a:gd name="connsiteX2354" fmla="*/ 2927079 w 3044273"/>
              <a:gd name="connsiteY2354" fmla="*/ 1341944 h 3047670"/>
              <a:gd name="connsiteX2355" fmla="*/ 2934364 w 3044273"/>
              <a:gd name="connsiteY2355" fmla="*/ 1349230 h 3047670"/>
              <a:gd name="connsiteX2356" fmla="*/ 2927079 w 3044273"/>
              <a:gd name="connsiteY2356" fmla="*/ 1356515 h 3047670"/>
              <a:gd name="connsiteX2357" fmla="*/ 2919793 w 3044273"/>
              <a:gd name="connsiteY2357" fmla="*/ 1349230 h 3047670"/>
              <a:gd name="connsiteX2358" fmla="*/ 2927079 w 3044273"/>
              <a:gd name="connsiteY2358" fmla="*/ 1341944 h 3047670"/>
              <a:gd name="connsiteX2359" fmla="*/ 502083 w 3044273"/>
              <a:gd name="connsiteY2359" fmla="*/ 1338177 h 3047670"/>
              <a:gd name="connsiteX2360" fmla="*/ 522936 w 3044273"/>
              <a:gd name="connsiteY2360" fmla="*/ 1358903 h 3047670"/>
              <a:gd name="connsiteX2361" fmla="*/ 502208 w 3044273"/>
              <a:gd name="connsiteY2361" fmla="*/ 1379756 h 3047670"/>
              <a:gd name="connsiteX2362" fmla="*/ 481356 w 3044273"/>
              <a:gd name="connsiteY2362" fmla="*/ 1359030 h 3047670"/>
              <a:gd name="connsiteX2363" fmla="*/ 502083 w 3044273"/>
              <a:gd name="connsiteY2363" fmla="*/ 1338177 h 3047670"/>
              <a:gd name="connsiteX2364" fmla="*/ 22357 w 3044273"/>
              <a:gd name="connsiteY2364" fmla="*/ 1336794 h 3047670"/>
              <a:gd name="connsiteX2365" fmla="*/ 24116 w 3044273"/>
              <a:gd name="connsiteY2365" fmla="*/ 1338552 h 3047670"/>
              <a:gd name="connsiteX2366" fmla="*/ 22357 w 3044273"/>
              <a:gd name="connsiteY2366" fmla="*/ 1340311 h 3047670"/>
              <a:gd name="connsiteX2367" fmla="*/ 20599 w 3044273"/>
              <a:gd name="connsiteY2367" fmla="*/ 1338552 h 3047670"/>
              <a:gd name="connsiteX2368" fmla="*/ 22357 w 3044273"/>
              <a:gd name="connsiteY2368" fmla="*/ 1336794 h 3047670"/>
              <a:gd name="connsiteX2369" fmla="*/ 3019907 w 3044273"/>
              <a:gd name="connsiteY2369" fmla="*/ 1325740 h 3047670"/>
              <a:gd name="connsiteX2370" fmla="*/ 3021916 w 3044273"/>
              <a:gd name="connsiteY2370" fmla="*/ 1327750 h 3047670"/>
              <a:gd name="connsiteX2371" fmla="*/ 3019907 w 3044273"/>
              <a:gd name="connsiteY2371" fmla="*/ 1329760 h 3047670"/>
              <a:gd name="connsiteX2372" fmla="*/ 3017897 w 3044273"/>
              <a:gd name="connsiteY2372" fmla="*/ 1327750 h 3047670"/>
              <a:gd name="connsiteX2373" fmla="*/ 3019907 w 3044273"/>
              <a:gd name="connsiteY2373" fmla="*/ 1325740 h 3047670"/>
              <a:gd name="connsiteX2374" fmla="*/ 1917510 w 3044273"/>
              <a:gd name="connsiteY2374" fmla="*/ 1324359 h 3047670"/>
              <a:gd name="connsiteX2375" fmla="*/ 1917762 w 3044273"/>
              <a:gd name="connsiteY2375" fmla="*/ 1324610 h 3047670"/>
              <a:gd name="connsiteX2376" fmla="*/ 1917510 w 3044273"/>
              <a:gd name="connsiteY2376" fmla="*/ 1324862 h 3047670"/>
              <a:gd name="connsiteX2377" fmla="*/ 1917259 w 3044273"/>
              <a:gd name="connsiteY2377" fmla="*/ 1324610 h 3047670"/>
              <a:gd name="connsiteX2378" fmla="*/ 1917510 w 3044273"/>
              <a:gd name="connsiteY2378" fmla="*/ 1324359 h 3047670"/>
              <a:gd name="connsiteX2379" fmla="*/ 2540058 w 3044273"/>
              <a:gd name="connsiteY2379" fmla="*/ 1323731 h 3047670"/>
              <a:gd name="connsiteX2380" fmla="*/ 2567818 w 3044273"/>
              <a:gd name="connsiteY2380" fmla="*/ 1351367 h 3047670"/>
              <a:gd name="connsiteX2381" fmla="*/ 2540183 w 3044273"/>
              <a:gd name="connsiteY2381" fmla="*/ 1379128 h 3047670"/>
              <a:gd name="connsiteX2382" fmla="*/ 2512423 w 3044273"/>
              <a:gd name="connsiteY2382" fmla="*/ 1351618 h 3047670"/>
              <a:gd name="connsiteX2383" fmla="*/ 2540058 w 3044273"/>
              <a:gd name="connsiteY2383" fmla="*/ 1323731 h 3047670"/>
              <a:gd name="connsiteX2384" fmla="*/ 409379 w 3044273"/>
              <a:gd name="connsiteY2384" fmla="*/ 1322222 h 3047670"/>
              <a:gd name="connsiteX2385" fmla="*/ 425331 w 3044273"/>
              <a:gd name="connsiteY2385" fmla="*/ 1338050 h 3047670"/>
              <a:gd name="connsiteX2386" fmla="*/ 409504 w 3044273"/>
              <a:gd name="connsiteY2386" fmla="*/ 1354003 h 3047670"/>
              <a:gd name="connsiteX2387" fmla="*/ 393551 w 3044273"/>
              <a:gd name="connsiteY2387" fmla="*/ 1338176 h 3047670"/>
              <a:gd name="connsiteX2388" fmla="*/ 409379 w 3044273"/>
              <a:gd name="connsiteY2388" fmla="*/ 1322222 h 3047670"/>
              <a:gd name="connsiteX2389" fmla="*/ 2238458 w 3044273"/>
              <a:gd name="connsiteY2389" fmla="*/ 1322097 h 3047670"/>
              <a:gd name="connsiteX2390" fmla="*/ 2250517 w 3044273"/>
              <a:gd name="connsiteY2390" fmla="*/ 1334030 h 3047670"/>
              <a:gd name="connsiteX2391" fmla="*/ 2238583 w 3044273"/>
              <a:gd name="connsiteY2391" fmla="*/ 1346089 h 3047670"/>
              <a:gd name="connsiteX2392" fmla="*/ 2226649 w 3044273"/>
              <a:gd name="connsiteY2392" fmla="*/ 1334156 h 3047670"/>
              <a:gd name="connsiteX2393" fmla="*/ 2238458 w 3044273"/>
              <a:gd name="connsiteY2393" fmla="*/ 1322097 h 3047670"/>
              <a:gd name="connsiteX2394" fmla="*/ 803556 w 3044273"/>
              <a:gd name="connsiteY2394" fmla="*/ 1314308 h 3047670"/>
              <a:gd name="connsiteX2395" fmla="*/ 828679 w 3044273"/>
              <a:gd name="connsiteY2395" fmla="*/ 1339179 h 3047670"/>
              <a:gd name="connsiteX2396" fmla="*/ 803808 w 3044273"/>
              <a:gd name="connsiteY2396" fmla="*/ 1364302 h 3047670"/>
              <a:gd name="connsiteX2397" fmla="*/ 778685 w 3044273"/>
              <a:gd name="connsiteY2397" fmla="*/ 1339431 h 3047670"/>
              <a:gd name="connsiteX2398" fmla="*/ 803556 w 3044273"/>
              <a:gd name="connsiteY2398" fmla="*/ 1314308 h 3047670"/>
              <a:gd name="connsiteX2399" fmla="*/ 316674 w 3044273"/>
              <a:gd name="connsiteY2399" fmla="*/ 1304637 h 3047670"/>
              <a:gd name="connsiteX2400" fmla="*/ 329361 w 3044273"/>
              <a:gd name="connsiteY2400" fmla="*/ 1317198 h 3047670"/>
              <a:gd name="connsiteX2401" fmla="*/ 316799 w 3044273"/>
              <a:gd name="connsiteY2401" fmla="*/ 1329885 h 3047670"/>
              <a:gd name="connsiteX2402" fmla="*/ 304113 w 3044273"/>
              <a:gd name="connsiteY2402" fmla="*/ 1317324 h 3047670"/>
              <a:gd name="connsiteX2403" fmla="*/ 316674 w 3044273"/>
              <a:gd name="connsiteY2403" fmla="*/ 1304637 h 3047670"/>
              <a:gd name="connsiteX2404" fmla="*/ 2632638 w 3044273"/>
              <a:gd name="connsiteY2404" fmla="*/ 1303380 h 3047670"/>
              <a:gd name="connsiteX2405" fmla="*/ 2659521 w 3044273"/>
              <a:gd name="connsiteY2405" fmla="*/ 1330011 h 3047670"/>
              <a:gd name="connsiteX2406" fmla="*/ 2632763 w 3044273"/>
              <a:gd name="connsiteY2406" fmla="*/ 1356893 h 3047670"/>
              <a:gd name="connsiteX2407" fmla="*/ 2605882 w 3044273"/>
              <a:gd name="connsiteY2407" fmla="*/ 1330137 h 3047670"/>
              <a:gd name="connsiteX2408" fmla="*/ 2632638 w 3044273"/>
              <a:gd name="connsiteY2408" fmla="*/ 1303380 h 3047670"/>
              <a:gd name="connsiteX2409" fmla="*/ 1027277 w 3044273"/>
              <a:gd name="connsiteY2409" fmla="*/ 1302751 h 3047670"/>
              <a:gd name="connsiteX2410" fmla="*/ 1029036 w 3044273"/>
              <a:gd name="connsiteY2410" fmla="*/ 1304509 h 3047670"/>
              <a:gd name="connsiteX2411" fmla="*/ 1027277 w 3044273"/>
              <a:gd name="connsiteY2411" fmla="*/ 1306268 h 3047670"/>
              <a:gd name="connsiteX2412" fmla="*/ 1025519 w 3044273"/>
              <a:gd name="connsiteY2412" fmla="*/ 1304509 h 3047670"/>
              <a:gd name="connsiteX2413" fmla="*/ 1027277 w 3044273"/>
              <a:gd name="connsiteY2413" fmla="*/ 1302751 h 3047670"/>
              <a:gd name="connsiteX2414" fmla="*/ 2014486 w 3044273"/>
              <a:gd name="connsiteY2414" fmla="*/ 1299485 h 3047670"/>
              <a:gd name="connsiteX2415" fmla="*/ 2016119 w 3044273"/>
              <a:gd name="connsiteY2415" fmla="*/ 1300992 h 3047670"/>
              <a:gd name="connsiteX2416" fmla="*/ 2014612 w 3044273"/>
              <a:gd name="connsiteY2416" fmla="*/ 1302500 h 3047670"/>
              <a:gd name="connsiteX2417" fmla="*/ 2013104 w 3044273"/>
              <a:gd name="connsiteY2417" fmla="*/ 1300992 h 3047670"/>
              <a:gd name="connsiteX2418" fmla="*/ 2014486 w 3044273"/>
              <a:gd name="connsiteY2418" fmla="*/ 1299485 h 3047670"/>
              <a:gd name="connsiteX2419" fmla="*/ 710349 w 3044273"/>
              <a:gd name="connsiteY2419" fmla="*/ 1290442 h 3047670"/>
              <a:gd name="connsiteX2420" fmla="*/ 738362 w 3044273"/>
              <a:gd name="connsiteY2420" fmla="*/ 1318203 h 3047670"/>
              <a:gd name="connsiteX2421" fmla="*/ 710600 w 3044273"/>
              <a:gd name="connsiteY2421" fmla="*/ 1346216 h 3047670"/>
              <a:gd name="connsiteX2422" fmla="*/ 682589 w 3044273"/>
              <a:gd name="connsiteY2422" fmla="*/ 1318454 h 3047670"/>
              <a:gd name="connsiteX2423" fmla="*/ 710349 w 3044273"/>
              <a:gd name="connsiteY2423" fmla="*/ 1290442 h 3047670"/>
              <a:gd name="connsiteX2424" fmla="*/ 223971 w 3044273"/>
              <a:gd name="connsiteY2424" fmla="*/ 1287553 h 3047670"/>
              <a:gd name="connsiteX2425" fmla="*/ 232889 w 3044273"/>
              <a:gd name="connsiteY2425" fmla="*/ 1296346 h 3047670"/>
              <a:gd name="connsiteX2426" fmla="*/ 224097 w 3044273"/>
              <a:gd name="connsiteY2426" fmla="*/ 1305263 h 3047670"/>
              <a:gd name="connsiteX2427" fmla="*/ 215178 w 3044273"/>
              <a:gd name="connsiteY2427" fmla="*/ 1296471 h 3047670"/>
              <a:gd name="connsiteX2428" fmla="*/ 223971 w 3044273"/>
              <a:gd name="connsiteY2428" fmla="*/ 1287553 h 3047670"/>
              <a:gd name="connsiteX2429" fmla="*/ 2331539 w 3044273"/>
              <a:gd name="connsiteY2429" fmla="*/ 1286297 h 3047670"/>
              <a:gd name="connsiteX2430" fmla="*/ 2357793 w 3044273"/>
              <a:gd name="connsiteY2430" fmla="*/ 1312299 h 3047670"/>
              <a:gd name="connsiteX2431" fmla="*/ 2331789 w 3044273"/>
              <a:gd name="connsiteY2431" fmla="*/ 1338552 h 3047670"/>
              <a:gd name="connsiteX2432" fmla="*/ 2305536 w 3044273"/>
              <a:gd name="connsiteY2432" fmla="*/ 1312550 h 3047670"/>
              <a:gd name="connsiteX2433" fmla="*/ 2331539 w 3044273"/>
              <a:gd name="connsiteY2433" fmla="*/ 1286297 h 3047670"/>
              <a:gd name="connsiteX2434" fmla="*/ 2725090 w 3044273"/>
              <a:gd name="connsiteY2434" fmla="*/ 1285292 h 3047670"/>
              <a:gd name="connsiteX2435" fmla="*/ 2748454 w 3044273"/>
              <a:gd name="connsiteY2435" fmla="*/ 1308406 h 3047670"/>
              <a:gd name="connsiteX2436" fmla="*/ 2725342 w 3044273"/>
              <a:gd name="connsiteY2436" fmla="*/ 1331771 h 3047670"/>
              <a:gd name="connsiteX2437" fmla="*/ 2701976 w 3044273"/>
              <a:gd name="connsiteY2437" fmla="*/ 1308657 h 3047670"/>
              <a:gd name="connsiteX2438" fmla="*/ 2725090 w 3044273"/>
              <a:gd name="connsiteY2438" fmla="*/ 1285292 h 3047670"/>
              <a:gd name="connsiteX2439" fmla="*/ 931183 w 3044273"/>
              <a:gd name="connsiteY2439" fmla="*/ 1274489 h 3047670"/>
              <a:gd name="connsiteX2440" fmla="*/ 938970 w 3044273"/>
              <a:gd name="connsiteY2440" fmla="*/ 1282278 h 3047670"/>
              <a:gd name="connsiteX2441" fmla="*/ 931308 w 3044273"/>
              <a:gd name="connsiteY2441" fmla="*/ 1290065 h 3047670"/>
              <a:gd name="connsiteX2442" fmla="*/ 923519 w 3044273"/>
              <a:gd name="connsiteY2442" fmla="*/ 1282278 h 3047670"/>
              <a:gd name="connsiteX2443" fmla="*/ 931183 w 3044273"/>
              <a:gd name="connsiteY2443" fmla="*/ 1274489 h 3047670"/>
              <a:gd name="connsiteX2444" fmla="*/ 617271 w 3044273"/>
              <a:gd name="connsiteY2444" fmla="*/ 1273483 h 3047670"/>
              <a:gd name="connsiteX2445" fmla="*/ 641264 w 3044273"/>
              <a:gd name="connsiteY2445" fmla="*/ 1297350 h 3047670"/>
              <a:gd name="connsiteX2446" fmla="*/ 617398 w 3044273"/>
              <a:gd name="connsiteY2446" fmla="*/ 1321342 h 3047670"/>
              <a:gd name="connsiteX2447" fmla="*/ 593405 w 3044273"/>
              <a:gd name="connsiteY2447" fmla="*/ 1297476 h 3047670"/>
              <a:gd name="connsiteX2448" fmla="*/ 617271 w 3044273"/>
              <a:gd name="connsiteY2448" fmla="*/ 1273483 h 3047670"/>
              <a:gd name="connsiteX2449" fmla="*/ 131392 w 3044273"/>
              <a:gd name="connsiteY2449" fmla="*/ 1271097 h 3047670"/>
              <a:gd name="connsiteX2450" fmla="*/ 136040 w 3044273"/>
              <a:gd name="connsiteY2450" fmla="*/ 1275745 h 3047670"/>
              <a:gd name="connsiteX2451" fmla="*/ 131392 w 3044273"/>
              <a:gd name="connsiteY2451" fmla="*/ 1280393 h 3047670"/>
              <a:gd name="connsiteX2452" fmla="*/ 126745 w 3044273"/>
              <a:gd name="connsiteY2452" fmla="*/ 1275745 h 3047670"/>
              <a:gd name="connsiteX2453" fmla="*/ 131392 w 3044273"/>
              <a:gd name="connsiteY2453" fmla="*/ 1271097 h 3047670"/>
              <a:gd name="connsiteX2454" fmla="*/ 2110582 w 3044273"/>
              <a:gd name="connsiteY2454" fmla="*/ 1270469 h 3047670"/>
              <a:gd name="connsiteX2455" fmla="*/ 2118119 w 3044273"/>
              <a:gd name="connsiteY2455" fmla="*/ 1278005 h 3047670"/>
              <a:gd name="connsiteX2456" fmla="*/ 2110582 w 3044273"/>
              <a:gd name="connsiteY2456" fmla="*/ 1285541 h 3047670"/>
              <a:gd name="connsiteX2457" fmla="*/ 2103045 w 3044273"/>
              <a:gd name="connsiteY2457" fmla="*/ 1278005 h 3047670"/>
              <a:gd name="connsiteX2458" fmla="*/ 2110582 w 3044273"/>
              <a:gd name="connsiteY2458" fmla="*/ 1270469 h 3047670"/>
              <a:gd name="connsiteX2459" fmla="*/ 2817669 w 3044273"/>
              <a:gd name="connsiteY2459" fmla="*/ 1270092 h 3047670"/>
              <a:gd name="connsiteX2460" fmla="*/ 2834752 w 3044273"/>
              <a:gd name="connsiteY2460" fmla="*/ 1287050 h 3047670"/>
              <a:gd name="connsiteX2461" fmla="*/ 2817794 w 3044273"/>
              <a:gd name="connsiteY2461" fmla="*/ 1304134 h 3047670"/>
              <a:gd name="connsiteX2462" fmla="*/ 2800710 w 3044273"/>
              <a:gd name="connsiteY2462" fmla="*/ 1287176 h 3047670"/>
              <a:gd name="connsiteX2463" fmla="*/ 2817669 w 3044273"/>
              <a:gd name="connsiteY2463" fmla="*/ 1270092 h 3047670"/>
              <a:gd name="connsiteX2464" fmla="*/ 2424493 w 3044273"/>
              <a:gd name="connsiteY2464" fmla="*/ 1260169 h 3047670"/>
              <a:gd name="connsiteX2465" fmla="*/ 2455393 w 3044273"/>
              <a:gd name="connsiteY2465" fmla="*/ 1290819 h 3047670"/>
              <a:gd name="connsiteX2466" fmla="*/ 2424743 w 3044273"/>
              <a:gd name="connsiteY2466" fmla="*/ 1321720 h 3047670"/>
              <a:gd name="connsiteX2467" fmla="*/ 2393843 w 3044273"/>
              <a:gd name="connsiteY2467" fmla="*/ 1291070 h 3047670"/>
              <a:gd name="connsiteX2468" fmla="*/ 2424493 w 3044273"/>
              <a:gd name="connsiteY2468" fmla="*/ 1260169 h 3047670"/>
              <a:gd name="connsiteX2469" fmla="*/ 2910245 w 3044273"/>
              <a:gd name="connsiteY2469" fmla="*/ 1258285 h 3047670"/>
              <a:gd name="connsiteX2470" fmla="*/ 2917656 w 3044273"/>
              <a:gd name="connsiteY2470" fmla="*/ 1265571 h 3047670"/>
              <a:gd name="connsiteX2471" fmla="*/ 2910371 w 3044273"/>
              <a:gd name="connsiteY2471" fmla="*/ 1272856 h 3047670"/>
              <a:gd name="connsiteX2472" fmla="*/ 2903085 w 3044273"/>
              <a:gd name="connsiteY2472" fmla="*/ 1265571 h 3047670"/>
              <a:gd name="connsiteX2473" fmla="*/ 2910245 w 3044273"/>
              <a:gd name="connsiteY2473" fmla="*/ 1258285 h 3047670"/>
              <a:gd name="connsiteX2474" fmla="*/ 1864250 w 3044273"/>
              <a:gd name="connsiteY2474" fmla="*/ 1258033 h 3047670"/>
              <a:gd name="connsiteX2475" fmla="*/ 1864501 w 3044273"/>
              <a:gd name="connsiteY2475" fmla="*/ 1258284 h 3047670"/>
              <a:gd name="connsiteX2476" fmla="*/ 1864250 w 3044273"/>
              <a:gd name="connsiteY2476" fmla="*/ 1258536 h 3047670"/>
              <a:gd name="connsiteX2477" fmla="*/ 1863998 w 3044273"/>
              <a:gd name="connsiteY2477" fmla="*/ 1258284 h 3047670"/>
              <a:gd name="connsiteX2478" fmla="*/ 1864250 w 3044273"/>
              <a:gd name="connsiteY2478" fmla="*/ 1258033 h 3047670"/>
              <a:gd name="connsiteX2479" fmla="*/ 524189 w 3044273"/>
              <a:gd name="connsiteY2479" fmla="*/ 1257028 h 3047670"/>
              <a:gd name="connsiteX2480" fmla="*/ 543785 w 3044273"/>
              <a:gd name="connsiteY2480" fmla="*/ 1276498 h 3047670"/>
              <a:gd name="connsiteX2481" fmla="*/ 524315 w 3044273"/>
              <a:gd name="connsiteY2481" fmla="*/ 1295968 h 3047670"/>
              <a:gd name="connsiteX2482" fmla="*/ 504719 w 3044273"/>
              <a:gd name="connsiteY2482" fmla="*/ 1276624 h 3047670"/>
              <a:gd name="connsiteX2483" fmla="*/ 524189 w 3044273"/>
              <a:gd name="connsiteY2483" fmla="*/ 1257028 h 3047670"/>
              <a:gd name="connsiteX2484" fmla="*/ 38688 w 3044273"/>
              <a:gd name="connsiteY2484" fmla="*/ 1253386 h 3047670"/>
              <a:gd name="connsiteX2485" fmla="*/ 40196 w 3044273"/>
              <a:gd name="connsiteY2485" fmla="*/ 1254893 h 3047670"/>
              <a:gd name="connsiteX2486" fmla="*/ 38688 w 3044273"/>
              <a:gd name="connsiteY2486" fmla="*/ 1256400 h 3047670"/>
              <a:gd name="connsiteX2487" fmla="*/ 37181 w 3044273"/>
              <a:gd name="connsiteY2487" fmla="*/ 1254893 h 3047670"/>
              <a:gd name="connsiteX2488" fmla="*/ 38688 w 3044273"/>
              <a:gd name="connsiteY2488" fmla="*/ 1253386 h 3047670"/>
              <a:gd name="connsiteX2489" fmla="*/ 835966 w 3044273"/>
              <a:gd name="connsiteY2489" fmla="*/ 1242080 h 3047670"/>
              <a:gd name="connsiteX2490" fmla="*/ 854431 w 3044273"/>
              <a:gd name="connsiteY2490" fmla="*/ 1260419 h 3047670"/>
              <a:gd name="connsiteX2491" fmla="*/ 836092 w 3044273"/>
              <a:gd name="connsiteY2491" fmla="*/ 1278885 h 3047670"/>
              <a:gd name="connsiteX2492" fmla="*/ 817626 w 3044273"/>
              <a:gd name="connsiteY2492" fmla="*/ 1260546 h 3047670"/>
              <a:gd name="connsiteX2493" fmla="*/ 835966 w 3044273"/>
              <a:gd name="connsiteY2493" fmla="*/ 1242080 h 3047670"/>
              <a:gd name="connsiteX2494" fmla="*/ 431234 w 3044273"/>
              <a:gd name="connsiteY2494" fmla="*/ 1240322 h 3047670"/>
              <a:gd name="connsiteX2495" fmla="*/ 446559 w 3044273"/>
              <a:gd name="connsiteY2495" fmla="*/ 1255521 h 3047670"/>
              <a:gd name="connsiteX2496" fmla="*/ 431360 w 3044273"/>
              <a:gd name="connsiteY2496" fmla="*/ 1270846 h 3047670"/>
              <a:gd name="connsiteX2497" fmla="*/ 416035 w 3044273"/>
              <a:gd name="connsiteY2497" fmla="*/ 1255647 h 3047670"/>
              <a:gd name="connsiteX2498" fmla="*/ 431234 w 3044273"/>
              <a:gd name="connsiteY2498" fmla="*/ 1240322 h 3047670"/>
              <a:gd name="connsiteX2499" fmla="*/ 2517322 w 3044273"/>
              <a:gd name="connsiteY2499" fmla="*/ 1239443 h 3047670"/>
              <a:gd name="connsiteX2500" fmla="*/ 2547344 w 3044273"/>
              <a:gd name="connsiteY2500" fmla="*/ 1269214 h 3047670"/>
              <a:gd name="connsiteX2501" fmla="*/ 2517574 w 3044273"/>
              <a:gd name="connsiteY2501" fmla="*/ 1299236 h 3047670"/>
              <a:gd name="connsiteX2502" fmla="*/ 2487551 w 3044273"/>
              <a:gd name="connsiteY2502" fmla="*/ 1269464 h 3047670"/>
              <a:gd name="connsiteX2503" fmla="*/ 2517322 w 3044273"/>
              <a:gd name="connsiteY2503" fmla="*/ 1239443 h 3047670"/>
              <a:gd name="connsiteX2504" fmla="*/ 2205670 w 3044273"/>
              <a:gd name="connsiteY2504" fmla="*/ 1238814 h 3047670"/>
              <a:gd name="connsiteX2505" fmla="*/ 2222376 w 3044273"/>
              <a:gd name="connsiteY2505" fmla="*/ 1255395 h 3047670"/>
              <a:gd name="connsiteX2506" fmla="*/ 2205795 w 3044273"/>
              <a:gd name="connsiteY2506" fmla="*/ 1272102 h 3047670"/>
              <a:gd name="connsiteX2507" fmla="*/ 2189089 w 3044273"/>
              <a:gd name="connsiteY2507" fmla="*/ 1255521 h 3047670"/>
              <a:gd name="connsiteX2508" fmla="*/ 2205670 w 3044273"/>
              <a:gd name="connsiteY2508" fmla="*/ 1238814 h 3047670"/>
              <a:gd name="connsiteX2509" fmla="*/ 3002822 w 3044273"/>
              <a:gd name="connsiteY2509" fmla="*/ 1236930 h 3047670"/>
              <a:gd name="connsiteX2510" fmla="*/ 3010107 w 3044273"/>
              <a:gd name="connsiteY2510" fmla="*/ 1244215 h 3047670"/>
              <a:gd name="connsiteX2511" fmla="*/ 3002822 w 3044273"/>
              <a:gd name="connsiteY2511" fmla="*/ 1251501 h 3047670"/>
              <a:gd name="connsiteX2512" fmla="*/ 2995536 w 3044273"/>
              <a:gd name="connsiteY2512" fmla="*/ 1244215 h 3047670"/>
              <a:gd name="connsiteX2513" fmla="*/ 3002822 w 3044273"/>
              <a:gd name="connsiteY2513" fmla="*/ 1236930 h 3047670"/>
              <a:gd name="connsiteX2514" fmla="*/ 1075011 w 3044273"/>
              <a:gd name="connsiteY2514" fmla="*/ 1230397 h 3047670"/>
              <a:gd name="connsiteX2515" fmla="*/ 1078528 w 3044273"/>
              <a:gd name="connsiteY2515" fmla="*/ 1233914 h 3047670"/>
              <a:gd name="connsiteX2516" fmla="*/ 1075011 w 3044273"/>
              <a:gd name="connsiteY2516" fmla="*/ 1237431 h 3047670"/>
              <a:gd name="connsiteX2517" fmla="*/ 1071494 w 3044273"/>
              <a:gd name="connsiteY2517" fmla="*/ 1233914 h 3047670"/>
              <a:gd name="connsiteX2518" fmla="*/ 1075011 w 3044273"/>
              <a:gd name="connsiteY2518" fmla="*/ 1230397 h 3047670"/>
              <a:gd name="connsiteX2519" fmla="*/ 1966375 w 3044273"/>
              <a:gd name="connsiteY2519" fmla="*/ 1226629 h 3047670"/>
              <a:gd name="connsiteX2520" fmla="*/ 1970647 w 3044273"/>
              <a:gd name="connsiteY2520" fmla="*/ 1230775 h 3047670"/>
              <a:gd name="connsiteX2521" fmla="*/ 1966501 w 3044273"/>
              <a:gd name="connsiteY2521" fmla="*/ 1234920 h 3047670"/>
              <a:gd name="connsiteX2522" fmla="*/ 1962230 w 3044273"/>
              <a:gd name="connsiteY2522" fmla="*/ 1230775 h 3047670"/>
              <a:gd name="connsiteX2523" fmla="*/ 1966375 w 3044273"/>
              <a:gd name="connsiteY2523" fmla="*/ 1226629 h 3047670"/>
              <a:gd name="connsiteX2524" fmla="*/ 338280 w 3044273"/>
              <a:gd name="connsiteY2524" fmla="*/ 1222108 h 3047670"/>
              <a:gd name="connsiteX2525" fmla="*/ 350967 w 3044273"/>
              <a:gd name="connsiteY2525" fmla="*/ 1234669 h 3047670"/>
              <a:gd name="connsiteX2526" fmla="*/ 338405 w 3044273"/>
              <a:gd name="connsiteY2526" fmla="*/ 1247356 h 3047670"/>
              <a:gd name="connsiteX2527" fmla="*/ 325719 w 3044273"/>
              <a:gd name="connsiteY2527" fmla="*/ 1234795 h 3047670"/>
              <a:gd name="connsiteX2528" fmla="*/ 338280 w 3044273"/>
              <a:gd name="connsiteY2528" fmla="*/ 1222108 h 3047670"/>
              <a:gd name="connsiteX2529" fmla="*/ 2610278 w 3044273"/>
              <a:gd name="connsiteY2529" fmla="*/ 1219470 h 3047670"/>
              <a:gd name="connsiteX2530" fmla="*/ 2638666 w 3044273"/>
              <a:gd name="connsiteY2530" fmla="*/ 1247733 h 3047670"/>
              <a:gd name="connsiteX2531" fmla="*/ 2610403 w 3044273"/>
              <a:gd name="connsiteY2531" fmla="*/ 1276122 h 3047670"/>
              <a:gd name="connsiteX2532" fmla="*/ 2582015 w 3044273"/>
              <a:gd name="connsiteY2532" fmla="*/ 1247858 h 3047670"/>
              <a:gd name="connsiteX2533" fmla="*/ 2610278 w 3044273"/>
              <a:gd name="connsiteY2533" fmla="*/ 1219470 h 3047670"/>
              <a:gd name="connsiteX2534" fmla="*/ 741126 w 3044273"/>
              <a:gd name="connsiteY2534" fmla="*/ 1211053 h 3047670"/>
              <a:gd name="connsiteX2535" fmla="*/ 769138 w 3044273"/>
              <a:gd name="connsiteY2535" fmla="*/ 1238814 h 3047670"/>
              <a:gd name="connsiteX2536" fmla="*/ 741378 w 3044273"/>
              <a:gd name="connsiteY2536" fmla="*/ 1266827 h 3047670"/>
              <a:gd name="connsiteX2537" fmla="*/ 713366 w 3044273"/>
              <a:gd name="connsiteY2537" fmla="*/ 1239065 h 3047670"/>
              <a:gd name="connsiteX2538" fmla="*/ 741126 w 3044273"/>
              <a:gd name="connsiteY2538" fmla="*/ 1211053 h 3047670"/>
              <a:gd name="connsiteX2539" fmla="*/ 245199 w 3044273"/>
              <a:gd name="connsiteY2539" fmla="*/ 1205777 h 3047670"/>
              <a:gd name="connsiteX2540" fmla="*/ 253491 w 3044273"/>
              <a:gd name="connsiteY2540" fmla="*/ 1213941 h 3047670"/>
              <a:gd name="connsiteX2541" fmla="*/ 245325 w 3044273"/>
              <a:gd name="connsiteY2541" fmla="*/ 1222107 h 3047670"/>
              <a:gd name="connsiteX2542" fmla="*/ 237160 w 3044273"/>
              <a:gd name="connsiteY2542" fmla="*/ 1213941 h 3047670"/>
              <a:gd name="connsiteX2543" fmla="*/ 245199 w 3044273"/>
              <a:gd name="connsiteY2543" fmla="*/ 1205777 h 3047670"/>
              <a:gd name="connsiteX2544" fmla="*/ 2300134 w 3044273"/>
              <a:gd name="connsiteY2544" fmla="*/ 1204145 h 3047670"/>
              <a:gd name="connsiteX2545" fmla="*/ 2329401 w 3044273"/>
              <a:gd name="connsiteY2545" fmla="*/ 1233288 h 3047670"/>
              <a:gd name="connsiteX2546" fmla="*/ 2300259 w 3044273"/>
              <a:gd name="connsiteY2546" fmla="*/ 1262556 h 3047670"/>
              <a:gd name="connsiteX2547" fmla="*/ 2270991 w 3044273"/>
              <a:gd name="connsiteY2547" fmla="*/ 1233413 h 3047670"/>
              <a:gd name="connsiteX2548" fmla="*/ 2300134 w 3044273"/>
              <a:gd name="connsiteY2548" fmla="*/ 1204145 h 3047670"/>
              <a:gd name="connsiteX2549" fmla="*/ 1799936 w 3044273"/>
              <a:gd name="connsiteY2549" fmla="*/ 1202135 h 3047670"/>
              <a:gd name="connsiteX2550" fmla="*/ 1800188 w 3044273"/>
              <a:gd name="connsiteY2550" fmla="*/ 1202387 h 3047670"/>
              <a:gd name="connsiteX2551" fmla="*/ 1799936 w 3044273"/>
              <a:gd name="connsiteY2551" fmla="*/ 1202638 h 3047670"/>
              <a:gd name="connsiteX2552" fmla="*/ 1799685 w 3044273"/>
              <a:gd name="connsiteY2552" fmla="*/ 1202387 h 3047670"/>
              <a:gd name="connsiteX2553" fmla="*/ 1799936 w 3044273"/>
              <a:gd name="connsiteY2553" fmla="*/ 1202135 h 3047670"/>
              <a:gd name="connsiteX2554" fmla="*/ 2702978 w 3044273"/>
              <a:gd name="connsiteY2554" fmla="*/ 1201254 h 3047670"/>
              <a:gd name="connsiteX2555" fmla="*/ 2728100 w 3044273"/>
              <a:gd name="connsiteY2555" fmla="*/ 1226125 h 3047670"/>
              <a:gd name="connsiteX2556" fmla="*/ 2703230 w 3044273"/>
              <a:gd name="connsiteY2556" fmla="*/ 1251248 h 3047670"/>
              <a:gd name="connsiteX2557" fmla="*/ 2678107 w 3044273"/>
              <a:gd name="connsiteY2557" fmla="*/ 1226377 h 3047670"/>
              <a:gd name="connsiteX2558" fmla="*/ 2702978 w 3044273"/>
              <a:gd name="connsiteY2558" fmla="*/ 1201254 h 3047670"/>
              <a:gd name="connsiteX2559" fmla="*/ 975148 w 3044273"/>
              <a:gd name="connsiteY2559" fmla="*/ 1198367 h 3047670"/>
              <a:gd name="connsiteX2560" fmla="*/ 986077 w 3044273"/>
              <a:gd name="connsiteY2560" fmla="*/ 1209170 h 3047670"/>
              <a:gd name="connsiteX2561" fmla="*/ 975274 w 3044273"/>
              <a:gd name="connsiteY2561" fmla="*/ 1220098 h 3047670"/>
              <a:gd name="connsiteX2562" fmla="*/ 964345 w 3044273"/>
              <a:gd name="connsiteY2562" fmla="*/ 1209296 h 3047670"/>
              <a:gd name="connsiteX2563" fmla="*/ 975148 w 3044273"/>
              <a:gd name="connsiteY2563" fmla="*/ 1198367 h 3047670"/>
              <a:gd name="connsiteX2564" fmla="*/ 2066240 w 3044273"/>
              <a:gd name="connsiteY2564" fmla="*/ 1192587 h 3047670"/>
              <a:gd name="connsiteX2565" fmla="*/ 2079052 w 3044273"/>
              <a:gd name="connsiteY2565" fmla="*/ 1205399 h 3047670"/>
              <a:gd name="connsiteX2566" fmla="*/ 2066240 w 3044273"/>
              <a:gd name="connsiteY2566" fmla="*/ 1218212 h 3047670"/>
              <a:gd name="connsiteX2567" fmla="*/ 2053301 w 3044273"/>
              <a:gd name="connsiteY2567" fmla="*/ 1205399 h 3047670"/>
              <a:gd name="connsiteX2568" fmla="*/ 2066240 w 3044273"/>
              <a:gd name="connsiteY2568" fmla="*/ 1192587 h 3047670"/>
              <a:gd name="connsiteX2569" fmla="*/ 646915 w 3044273"/>
              <a:gd name="connsiteY2569" fmla="*/ 1190076 h 3047670"/>
              <a:gd name="connsiteX2570" fmla="*/ 674424 w 3044273"/>
              <a:gd name="connsiteY2570" fmla="*/ 1217461 h 3047670"/>
              <a:gd name="connsiteX2571" fmla="*/ 647041 w 3044273"/>
              <a:gd name="connsiteY2571" fmla="*/ 1244970 h 3047670"/>
              <a:gd name="connsiteX2572" fmla="*/ 619531 w 3044273"/>
              <a:gd name="connsiteY2572" fmla="*/ 1217586 h 3047670"/>
              <a:gd name="connsiteX2573" fmla="*/ 646915 w 3044273"/>
              <a:gd name="connsiteY2573" fmla="*/ 1190076 h 3047670"/>
              <a:gd name="connsiteX2574" fmla="*/ 152623 w 3044273"/>
              <a:gd name="connsiteY2574" fmla="*/ 1188945 h 3047670"/>
              <a:gd name="connsiteX2575" fmla="*/ 156643 w 3044273"/>
              <a:gd name="connsiteY2575" fmla="*/ 1192965 h 3047670"/>
              <a:gd name="connsiteX2576" fmla="*/ 152623 w 3044273"/>
              <a:gd name="connsiteY2576" fmla="*/ 1196985 h 3047670"/>
              <a:gd name="connsiteX2577" fmla="*/ 148603 w 3044273"/>
              <a:gd name="connsiteY2577" fmla="*/ 1193090 h 3047670"/>
              <a:gd name="connsiteX2578" fmla="*/ 152623 w 3044273"/>
              <a:gd name="connsiteY2578" fmla="*/ 1188945 h 3047670"/>
              <a:gd name="connsiteX2579" fmla="*/ 2795684 w 3044273"/>
              <a:gd name="connsiteY2579" fmla="*/ 1185176 h 3047670"/>
              <a:gd name="connsiteX2580" fmla="*/ 2815280 w 3044273"/>
              <a:gd name="connsiteY2580" fmla="*/ 1204522 h 3047670"/>
              <a:gd name="connsiteX2581" fmla="*/ 2795936 w 3044273"/>
              <a:gd name="connsiteY2581" fmla="*/ 1224119 h 3047670"/>
              <a:gd name="connsiteX2582" fmla="*/ 2776340 w 3044273"/>
              <a:gd name="connsiteY2582" fmla="*/ 1204773 h 3047670"/>
              <a:gd name="connsiteX2583" fmla="*/ 2795684 w 3044273"/>
              <a:gd name="connsiteY2583" fmla="*/ 1185176 h 3047670"/>
              <a:gd name="connsiteX2584" fmla="*/ 2394220 w 3044273"/>
              <a:gd name="connsiteY2584" fmla="*/ 1178645 h 3047670"/>
              <a:gd name="connsiteX2585" fmla="*/ 2426879 w 3044273"/>
              <a:gd name="connsiteY2585" fmla="*/ 1211053 h 3047670"/>
              <a:gd name="connsiteX2586" fmla="*/ 2394471 w 3044273"/>
              <a:gd name="connsiteY2586" fmla="*/ 1243713 h 3047670"/>
              <a:gd name="connsiteX2587" fmla="*/ 2361811 w 3044273"/>
              <a:gd name="connsiteY2587" fmla="*/ 1211305 h 3047670"/>
              <a:gd name="connsiteX2588" fmla="*/ 2394220 w 3044273"/>
              <a:gd name="connsiteY2588" fmla="*/ 1178645 h 3047670"/>
              <a:gd name="connsiteX2589" fmla="*/ 552830 w 3044273"/>
              <a:gd name="connsiteY2589" fmla="*/ 1173747 h 3047670"/>
              <a:gd name="connsiteX2590" fmla="*/ 575440 w 3044273"/>
              <a:gd name="connsiteY2590" fmla="*/ 1196232 h 3047670"/>
              <a:gd name="connsiteX2591" fmla="*/ 552955 w 3044273"/>
              <a:gd name="connsiteY2591" fmla="*/ 1218843 h 3047670"/>
              <a:gd name="connsiteX2592" fmla="*/ 530345 w 3044273"/>
              <a:gd name="connsiteY2592" fmla="*/ 1196358 h 3047670"/>
              <a:gd name="connsiteX2593" fmla="*/ 552830 w 3044273"/>
              <a:gd name="connsiteY2593" fmla="*/ 1173747 h 3047670"/>
              <a:gd name="connsiteX2594" fmla="*/ 1132794 w 3044273"/>
              <a:gd name="connsiteY2594" fmla="*/ 1170729 h 3047670"/>
              <a:gd name="connsiteX2595" fmla="*/ 1133297 w 3044273"/>
              <a:gd name="connsiteY2595" fmla="*/ 1171231 h 3047670"/>
              <a:gd name="connsiteX2596" fmla="*/ 1132794 w 3044273"/>
              <a:gd name="connsiteY2596" fmla="*/ 1171734 h 3047670"/>
              <a:gd name="connsiteX2597" fmla="*/ 1132292 w 3044273"/>
              <a:gd name="connsiteY2597" fmla="*/ 1171357 h 3047670"/>
              <a:gd name="connsiteX2598" fmla="*/ 1132794 w 3044273"/>
              <a:gd name="connsiteY2598" fmla="*/ 1170729 h 3047670"/>
              <a:gd name="connsiteX2599" fmla="*/ 2888514 w 3044273"/>
              <a:gd name="connsiteY2599" fmla="*/ 1169852 h 3047670"/>
              <a:gd name="connsiteX2600" fmla="*/ 2901830 w 3044273"/>
              <a:gd name="connsiteY2600" fmla="*/ 1183040 h 3047670"/>
              <a:gd name="connsiteX2601" fmla="*/ 2888640 w 3044273"/>
              <a:gd name="connsiteY2601" fmla="*/ 1196356 h 3047670"/>
              <a:gd name="connsiteX2602" fmla="*/ 2875324 w 3044273"/>
              <a:gd name="connsiteY2602" fmla="*/ 1183167 h 3047670"/>
              <a:gd name="connsiteX2603" fmla="*/ 2888514 w 3044273"/>
              <a:gd name="connsiteY2603" fmla="*/ 1169852 h 3047670"/>
              <a:gd name="connsiteX2604" fmla="*/ 59664 w 3044273"/>
              <a:gd name="connsiteY2604" fmla="*/ 1168219 h 3047670"/>
              <a:gd name="connsiteX2605" fmla="*/ 63684 w 3044273"/>
              <a:gd name="connsiteY2605" fmla="*/ 1172239 h 3047670"/>
              <a:gd name="connsiteX2606" fmla="*/ 59664 w 3044273"/>
              <a:gd name="connsiteY2606" fmla="*/ 1176258 h 3047670"/>
              <a:gd name="connsiteX2607" fmla="*/ 55645 w 3044273"/>
              <a:gd name="connsiteY2607" fmla="*/ 1172239 h 3047670"/>
              <a:gd name="connsiteX2608" fmla="*/ 59664 w 3044273"/>
              <a:gd name="connsiteY2608" fmla="*/ 1168219 h 3047670"/>
              <a:gd name="connsiteX2609" fmla="*/ 1908215 w 3044273"/>
              <a:gd name="connsiteY2609" fmla="*/ 1167340 h 3047670"/>
              <a:gd name="connsiteX2610" fmla="*/ 1909345 w 3044273"/>
              <a:gd name="connsiteY2610" fmla="*/ 1168470 h 3047670"/>
              <a:gd name="connsiteX2611" fmla="*/ 1908215 w 3044273"/>
              <a:gd name="connsiteY2611" fmla="*/ 1169601 h 3047670"/>
              <a:gd name="connsiteX2612" fmla="*/ 1907085 w 3044273"/>
              <a:gd name="connsiteY2612" fmla="*/ 1168470 h 3047670"/>
              <a:gd name="connsiteX2613" fmla="*/ 1908215 w 3044273"/>
              <a:gd name="connsiteY2613" fmla="*/ 1167340 h 3047670"/>
              <a:gd name="connsiteX2614" fmla="*/ 876666 w 3044273"/>
              <a:gd name="connsiteY2614" fmla="*/ 1164199 h 3047670"/>
              <a:gd name="connsiteX2615" fmla="*/ 898271 w 3044273"/>
              <a:gd name="connsiteY2615" fmla="*/ 1185553 h 3047670"/>
              <a:gd name="connsiteX2616" fmla="*/ 876917 w 3044273"/>
              <a:gd name="connsiteY2616" fmla="*/ 1207159 h 3047670"/>
              <a:gd name="connsiteX2617" fmla="*/ 855437 w 3044273"/>
              <a:gd name="connsiteY2617" fmla="*/ 1185805 h 3047670"/>
              <a:gd name="connsiteX2618" fmla="*/ 876666 w 3044273"/>
              <a:gd name="connsiteY2618" fmla="*/ 1164199 h 3047670"/>
              <a:gd name="connsiteX2619" fmla="*/ 2164093 w 3044273"/>
              <a:gd name="connsiteY2619" fmla="*/ 1160053 h 3047670"/>
              <a:gd name="connsiteX2620" fmla="*/ 2185197 w 3044273"/>
              <a:gd name="connsiteY2620" fmla="*/ 1181030 h 3047670"/>
              <a:gd name="connsiteX2621" fmla="*/ 2164219 w 3044273"/>
              <a:gd name="connsiteY2621" fmla="*/ 1202133 h 3047670"/>
              <a:gd name="connsiteX2622" fmla="*/ 2143115 w 3044273"/>
              <a:gd name="connsiteY2622" fmla="*/ 1181156 h 3047670"/>
              <a:gd name="connsiteX2623" fmla="*/ 2164093 w 3044273"/>
              <a:gd name="connsiteY2623" fmla="*/ 1160053 h 3047670"/>
              <a:gd name="connsiteX2624" fmla="*/ 2488179 w 3044273"/>
              <a:gd name="connsiteY2624" fmla="*/ 1158169 h 3047670"/>
              <a:gd name="connsiteX2625" fmla="*/ 2519207 w 3044273"/>
              <a:gd name="connsiteY2625" fmla="*/ 1189071 h 3047670"/>
              <a:gd name="connsiteX2626" fmla="*/ 2488305 w 3044273"/>
              <a:gd name="connsiteY2626" fmla="*/ 1220223 h 3047670"/>
              <a:gd name="connsiteX2627" fmla="*/ 2457279 w 3044273"/>
              <a:gd name="connsiteY2627" fmla="*/ 1189321 h 3047670"/>
              <a:gd name="connsiteX2628" fmla="*/ 2488179 w 3044273"/>
              <a:gd name="connsiteY2628" fmla="*/ 1158169 h 3047670"/>
              <a:gd name="connsiteX2629" fmla="*/ 459121 w 3044273"/>
              <a:gd name="connsiteY2629" fmla="*/ 1156663 h 3047670"/>
              <a:gd name="connsiteX2630" fmla="*/ 477587 w 3044273"/>
              <a:gd name="connsiteY2630" fmla="*/ 1175002 h 3047670"/>
              <a:gd name="connsiteX2631" fmla="*/ 459248 w 3044273"/>
              <a:gd name="connsiteY2631" fmla="*/ 1193468 h 3047670"/>
              <a:gd name="connsiteX2632" fmla="*/ 440782 w 3044273"/>
              <a:gd name="connsiteY2632" fmla="*/ 1175129 h 3047670"/>
              <a:gd name="connsiteX2633" fmla="*/ 459121 w 3044273"/>
              <a:gd name="connsiteY2633" fmla="*/ 1156663 h 3047670"/>
              <a:gd name="connsiteX2634" fmla="*/ 2981342 w 3044273"/>
              <a:gd name="connsiteY2634" fmla="*/ 1156161 h 3047670"/>
              <a:gd name="connsiteX2635" fmla="*/ 2986869 w 3044273"/>
              <a:gd name="connsiteY2635" fmla="*/ 1161688 h 3047670"/>
              <a:gd name="connsiteX2636" fmla="*/ 2981342 w 3044273"/>
              <a:gd name="connsiteY2636" fmla="*/ 1167215 h 3047670"/>
              <a:gd name="connsiteX2637" fmla="*/ 2975815 w 3044273"/>
              <a:gd name="connsiteY2637" fmla="*/ 1161688 h 3047670"/>
              <a:gd name="connsiteX2638" fmla="*/ 2981342 w 3044273"/>
              <a:gd name="connsiteY2638" fmla="*/ 1156161 h 3047670"/>
              <a:gd name="connsiteX2639" fmla="*/ 2581762 w 3044273"/>
              <a:gd name="connsiteY2639" fmla="*/ 1139201 h 3047670"/>
              <a:gd name="connsiteX2640" fmla="*/ 2610025 w 3044273"/>
              <a:gd name="connsiteY2640" fmla="*/ 1167213 h 3047670"/>
              <a:gd name="connsiteX2641" fmla="*/ 2582013 w 3044273"/>
              <a:gd name="connsiteY2641" fmla="*/ 1195476 h 3047670"/>
              <a:gd name="connsiteX2642" fmla="*/ 2553750 w 3044273"/>
              <a:gd name="connsiteY2642" fmla="*/ 1167464 h 3047670"/>
              <a:gd name="connsiteX2643" fmla="*/ 2581762 w 3044273"/>
              <a:gd name="connsiteY2643" fmla="*/ 1139201 h 3047670"/>
              <a:gd name="connsiteX2644" fmla="*/ 365413 w 3044273"/>
              <a:gd name="connsiteY2644" fmla="*/ 1139074 h 3047670"/>
              <a:gd name="connsiteX2645" fmla="*/ 380487 w 3044273"/>
              <a:gd name="connsiteY2645" fmla="*/ 1154023 h 3047670"/>
              <a:gd name="connsiteX2646" fmla="*/ 365539 w 3044273"/>
              <a:gd name="connsiteY2646" fmla="*/ 1169097 h 3047670"/>
              <a:gd name="connsiteX2647" fmla="*/ 350465 w 3044273"/>
              <a:gd name="connsiteY2647" fmla="*/ 1154023 h 3047670"/>
              <a:gd name="connsiteX2648" fmla="*/ 365413 w 3044273"/>
              <a:gd name="connsiteY2648" fmla="*/ 1139074 h 3047670"/>
              <a:gd name="connsiteX2649" fmla="*/ 779816 w 3044273"/>
              <a:gd name="connsiteY2649" fmla="*/ 1134930 h 3047670"/>
              <a:gd name="connsiteX2650" fmla="*/ 807829 w 3044273"/>
              <a:gd name="connsiteY2650" fmla="*/ 1162691 h 3047670"/>
              <a:gd name="connsiteX2651" fmla="*/ 780067 w 3044273"/>
              <a:gd name="connsiteY2651" fmla="*/ 1190704 h 3047670"/>
              <a:gd name="connsiteX2652" fmla="*/ 752056 w 3044273"/>
              <a:gd name="connsiteY2652" fmla="*/ 1162943 h 3047670"/>
              <a:gd name="connsiteX2653" fmla="*/ 779816 w 3044273"/>
              <a:gd name="connsiteY2653" fmla="*/ 1134930 h 3047670"/>
              <a:gd name="connsiteX2654" fmla="*/ 1028029 w 3044273"/>
              <a:gd name="connsiteY2654" fmla="*/ 1133172 h 3047670"/>
              <a:gd name="connsiteX2655" fmla="*/ 1037325 w 3044273"/>
              <a:gd name="connsiteY2655" fmla="*/ 1142467 h 3047670"/>
              <a:gd name="connsiteX2656" fmla="*/ 1028029 w 3044273"/>
              <a:gd name="connsiteY2656" fmla="*/ 1151763 h 3047670"/>
              <a:gd name="connsiteX2657" fmla="*/ 1018735 w 3044273"/>
              <a:gd name="connsiteY2657" fmla="*/ 1142467 h 3047670"/>
              <a:gd name="connsiteX2658" fmla="*/ 1028029 w 3044273"/>
              <a:gd name="connsiteY2658" fmla="*/ 1133172 h 3047670"/>
              <a:gd name="connsiteX2659" fmla="*/ 2261066 w 3044273"/>
              <a:gd name="connsiteY2659" fmla="*/ 1128398 h 3047670"/>
              <a:gd name="connsiteX2660" fmla="*/ 2290336 w 3044273"/>
              <a:gd name="connsiteY2660" fmla="*/ 1157541 h 3047670"/>
              <a:gd name="connsiteX2661" fmla="*/ 2261192 w 3044273"/>
              <a:gd name="connsiteY2661" fmla="*/ 1186809 h 3047670"/>
              <a:gd name="connsiteX2662" fmla="*/ 2231798 w 3044273"/>
              <a:gd name="connsiteY2662" fmla="*/ 1157666 h 3047670"/>
              <a:gd name="connsiteX2663" fmla="*/ 2261066 w 3044273"/>
              <a:gd name="connsiteY2663" fmla="*/ 1128398 h 3047670"/>
              <a:gd name="connsiteX2664" fmla="*/ 2012727 w 3044273"/>
              <a:gd name="connsiteY2664" fmla="*/ 1127396 h 3047670"/>
              <a:gd name="connsiteX2665" fmla="*/ 2024283 w 3044273"/>
              <a:gd name="connsiteY2665" fmla="*/ 1138826 h 3047670"/>
              <a:gd name="connsiteX2666" fmla="*/ 2012853 w 3044273"/>
              <a:gd name="connsiteY2666" fmla="*/ 1150383 h 3047670"/>
              <a:gd name="connsiteX2667" fmla="*/ 2001297 w 3044273"/>
              <a:gd name="connsiteY2667" fmla="*/ 1138952 h 3047670"/>
              <a:gd name="connsiteX2668" fmla="*/ 2012727 w 3044273"/>
              <a:gd name="connsiteY2668" fmla="*/ 1127396 h 3047670"/>
              <a:gd name="connsiteX2669" fmla="*/ 271955 w 3044273"/>
              <a:gd name="connsiteY2669" fmla="*/ 1121113 h 3047670"/>
              <a:gd name="connsiteX2670" fmla="*/ 283763 w 3044273"/>
              <a:gd name="connsiteY2670" fmla="*/ 1132795 h 3047670"/>
              <a:gd name="connsiteX2671" fmla="*/ 272081 w 3044273"/>
              <a:gd name="connsiteY2671" fmla="*/ 1144604 h 3047670"/>
              <a:gd name="connsiteX2672" fmla="*/ 260273 w 3044273"/>
              <a:gd name="connsiteY2672" fmla="*/ 1132922 h 3047670"/>
              <a:gd name="connsiteX2673" fmla="*/ 271955 w 3044273"/>
              <a:gd name="connsiteY2673" fmla="*/ 1121113 h 3047670"/>
              <a:gd name="connsiteX2674" fmla="*/ 2675219 w 3044273"/>
              <a:gd name="connsiteY2674" fmla="*/ 1120737 h 3047670"/>
              <a:gd name="connsiteX2675" fmla="*/ 2700341 w 3044273"/>
              <a:gd name="connsiteY2675" fmla="*/ 1145608 h 3047670"/>
              <a:gd name="connsiteX2676" fmla="*/ 2675471 w 3044273"/>
              <a:gd name="connsiteY2676" fmla="*/ 1170731 h 3047670"/>
              <a:gd name="connsiteX2677" fmla="*/ 2650348 w 3044273"/>
              <a:gd name="connsiteY2677" fmla="*/ 1145735 h 3047670"/>
              <a:gd name="connsiteX2678" fmla="*/ 2675219 w 3044273"/>
              <a:gd name="connsiteY2678" fmla="*/ 1120737 h 3047670"/>
              <a:gd name="connsiteX2679" fmla="*/ 1199119 w 3044273"/>
              <a:gd name="connsiteY2679" fmla="*/ 1117094 h 3047670"/>
              <a:gd name="connsiteX2680" fmla="*/ 1199998 w 3044273"/>
              <a:gd name="connsiteY2680" fmla="*/ 1117974 h 3047670"/>
              <a:gd name="connsiteX2681" fmla="*/ 1199119 w 3044273"/>
              <a:gd name="connsiteY2681" fmla="*/ 1118853 h 3047670"/>
              <a:gd name="connsiteX2682" fmla="*/ 1198239 w 3044273"/>
              <a:gd name="connsiteY2682" fmla="*/ 1117974 h 3047670"/>
              <a:gd name="connsiteX2683" fmla="*/ 1199119 w 3044273"/>
              <a:gd name="connsiteY2683" fmla="*/ 1117094 h 3047670"/>
              <a:gd name="connsiteX2684" fmla="*/ 683595 w 3044273"/>
              <a:gd name="connsiteY2684" fmla="*/ 1114204 h 3047670"/>
              <a:gd name="connsiteX2685" fmla="*/ 710101 w 3044273"/>
              <a:gd name="connsiteY2685" fmla="*/ 1140457 h 3047670"/>
              <a:gd name="connsiteX2686" fmla="*/ 683847 w 3044273"/>
              <a:gd name="connsiteY2686" fmla="*/ 1166962 h 3047670"/>
              <a:gd name="connsiteX2687" fmla="*/ 657342 w 3044273"/>
              <a:gd name="connsiteY2687" fmla="*/ 1140709 h 3047670"/>
              <a:gd name="connsiteX2688" fmla="*/ 683595 w 3044273"/>
              <a:gd name="connsiteY2688" fmla="*/ 1114204 h 3047670"/>
              <a:gd name="connsiteX2689" fmla="*/ 1841388 w 3044273"/>
              <a:gd name="connsiteY2689" fmla="*/ 1114079 h 3047670"/>
              <a:gd name="connsiteX2690" fmla="*/ 1843020 w 3044273"/>
              <a:gd name="connsiteY2690" fmla="*/ 1115586 h 3047670"/>
              <a:gd name="connsiteX2691" fmla="*/ 1841388 w 3044273"/>
              <a:gd name="connsiteY2691" fmla="*/ 1117093 h 3047670"/>
              <a:gd name="connsiteX2692" fmla="*/ 1839880 w 3044273"/>
              <a:gd name="connsiteY2692" fmla="*/ 1115586 h 3047670"/>
              <a:gd name="connsiteX2693" fmla="*/ 1841388 w 3044273"/>
              <a:gd name="connsiteY2693" fmla="*/ 1114079 h 3047670"/>
              <a:gd name="connsiteX2694" fmla="*/ 2768678 w 3044273"/>
              <a:gd name="connsiteY2694" fmla="*/ 1110812 h 3047670"/>
              <a:gd name="connsiteX2695" fmla="*/ 2781742 w 3044273"/>
              <a:gd name="connsiteY2695" fmla="*/ 1123876 h 3047670"/>
              <a:gd name="connsiteX2696" fmla="*/ 2768678 w 3044273"/>
              <a:gd name="connsiteY2696" fmla="*/ 1136940 h 3047670"/>
              <a:gd name="connsiteX2697" fmla="*/ 2755614 w 3044273"/>
              <a:gd name="connsiteY2697" fmla="*/ 1123876 h 3047670"/>
              <a:gd name="connsiteX2698" fmla="*/ 2768678 w 3044273"/>
              <a:gd name="connsiteY2698" fmla="*/ 1110812 h 3047670"/>
              <a:gd name="connsiteX2699" fmla="*/ 178497 w 3044273"/>
              <a:gd name="connsiteY2699" fmla="*/ 1104783 h 3047670"/>
              <a:gd name="connsiteX2700" fmla="*/ 185657 w 3044273"/>
              <a:gd name="connsiteY2700" fmla="*/ 1111817 h 3047670"/>
              <a:gd name="connsiteX2701" fmla="*/ 178622 w 3044273"/>
              <a:gd name="connsiteY2701" fmla="*/ 1118977 h 3047670"/>
              <a:gd name="connsiteX2702" fmla="*/ 171463 w 3044273"/>
              <a:gd name="connsiteY2702" fmla="*/ 1111943 h 3047670"/>
              <a:gd name="connsiteX2703" fmla="*/ 178497 w 3044273"/>
              <a:gd name="connsiteY2703" fmla="*/ 1104783 h 3047670"/>
              <a:gd name="connsiteX2704" fmla="*/ 2356911 w 3044273"/>
              <a:gd name="connsiteY2704" fmla="*/ 1099634 h 3047670"/>
              <a:gd name="connsiteX2705" fmla="*/ 2391957 w 3044273"/>
              <a:gd name="connsiteY2705" fmla="*/ 1134430 h 3047670"/>
              <a:gd name="connsiteX2706" fmla="*/ 2357162 w 3044273"/>
              <a:gd name="connsiteY2706" fmla="*/ 1169477 h 3047670"/>
              <a:gd name="connsiteX2707" fmla="*/ 2322117 w 3044273"/>
              <a:gd name="connsiteY2707" fmla="*/ 1134680 h 3047670"/>
              <a:gd name="connsiteX2708" fmla="*/ 2356911 w 3044273"/>
              <a:gd name="connsiteY2708" fmla="*/ 1099634 h 3047670"/>
              <a:gd name="connsiteX2709" fmla="*/ 926031 w 3044273"/>
              <a:gd name="connsiteY2709" fmla="*/ 1098251 h 3047670"/>
              <a:gd name="connsiteX2710" fmla="*/ 943742 w 3044273"/>
              <a:gd name="connsiteY2710" fmla="*/ 1115962 h 3047670"/>
              <a:gd name="connsiteX2711" fmla="*/ 926158 w 3044273"/>
              <a:gd name="connsiteY2711" fmla="*/ 1133674 h 3047670"/>
              <a:gd name="connsiteX2712" fmla="*/ 908320 w 3044273"/>
              <a:gd name="connsiteY2712" fmla="*/ 1116087 h 3047670"/>
              <a:gd name="connsiteX2713" fmla="*/ 926031 w 3044273"/>
              <a:gd name="connsiteY2713" fmla="*/ 1098251 h 3047670"/>
              <a:gd name="connsiteX2714" fmla="*/ 588003 w 3044273"/>
              <a:gd name="connsiteY2714" fmla="*/ 1097749 h 3047670"/>
              <a:gd name="connsiteX2715" fmla="*/ 608856 w 3044273"/>
              <a:gd name="connsiteY2715" fmla="*/ 1118475 h 3047670"/>
              <a:gd name="connsiteX2716" fmla="*/ 588128 w 3044273"/>
              <a:gd name="connsiteY2716" fmla="*/ 1139328 h 3047670"/>
              <a:gd name="connsiteX2717" fmla="*/ 567276 w 3044273"/>
              <a:gd name="connsiteY2717" fmla="*/ 1118602 h 3047670"/>
              <a:gd name="connsiteX2718" fmla="*/ 588003 w 3044273"/>
              <a:gd name="connsiteY2718" fmla="*/ 1097749 h 3047670"/>
              <a:gd name="connsiteX2719" fmla="*/ 2861884 w 3044273"/>
              <a:gd name="connsiteY2719" fmla="*/ 1094859 h 3047670"/>
              <a:gd name="connsiteX2720" fmla="*/ 2869169 w 3044273"/>
              <a:gd name="connsiteY2720" fmla="*/ 1102144 h 3047670"/>
              <a:gd name="connsiteX2721" fmla="*/ 2861884 w 3044273"/>
              <a:gd name="connsiteY2721" fmla="*/ 1109430 h 3047670"/>
              <a:gd name="connsiteX2722" fmla="*/ 2854598 w 3044273"/>
              <a:gd name="connsiteY2722" fmla="*/ 1102144 h 3047670"/>
              <a:gd name="connsiteX2723" fmla="*/ 2861884 w 3044273"/>
              <a:gd name="connsiteY2723" fmla="*/ 1094859 h 3047670"/>
              <a:gd name="connsiteX2724" fmla="*/ 2114601 w 3044273"/>
              <a:gd name="connsiteY2724" fmla="*/ 1091594 h 3047670"/>
              <a:gd name="connsiteX2725" fmla="*/ 2134825 w 3044273"/>
              <a:gd name="connsiteY2725" fmla="*/ 1111692 h 3047670"/>
              <a:gd name="connsiteX2726" fmla="*/ 2114727 w 3044273"/>
              <a:gd name="connsiteY2726" fmla="*/ 1131916 h 3047670"/>
              <a:gd name="connsiteX2727" fmla="*/ 2094503 w 3044273"/>
              <a:gd name="connsiteY2727" fmla="*/ 1111818 h 3047670"/>
              <a:gd name="connsiteX2728" fmla="*/ 2114601 w 3044273"/>
              <a:gd name="connsiteY2728" fmla="*/ 1091594 h 3047670"/>
              <a:gd name="connsiteX2729" fmla="*/ 85165 w 3044273"/>
              <a:gd name="connsiteY2729" fmla="*/ 1087574 h 3047670"/>
              <a:gd name="connsiteX2730" fmla="*/ 88556 w 3044273"/>
              <a:gd name="connsiteY2730" fmla="*/ 1090840 h 3047670"/>
              <a:gd name="connsiteX2731" fmla="*/ 85291 w 3044273"/>
              <a:gd name="connsiteY2731" fmla="*/ 1094107 h 3047670"/>
              <a:gd name="connsiteX2732" fmla="*/ 81899 w 3044273"/>
              <a:gd name="connsiteY2732" fmla="*/ 1090840 h 3047670"/>
              <a:gd name="connsiteX2733" fmla="*/ 85165 w 3044273"/>
              <a:gd name="connsiteY2733" fmla="*/ 1087574 h 3047670"/>
              <a:gd name="connsiteX2734" fmla="*/ 2452379 w 3044273"/>
              <a:gd name="connsiteY2734" fmla="*/ 1080791 h 3047670"/>
              <a:gd name="connsiteX2735" fmla="*/ 2483532 w 3044273"/>
              <a:gd name="connsiteY2735" fmla="*/ 1111691 h 3047670"/>
              <a:gd name="connsiteX2736" fmla="*/ 2452630 w 3044273"/>
              <a:gd name="connsiteY2736" fmla="*/ 1142845 h 3047670"/>
              <a:gd name="connsiteX2737" fmla="*/ 2421604 w 3044273"/>
              <a:gd name="connsiteY2737" fmla="*/ 1111943 h 3047670"/>
              <a:gd name="connsiteX2738" fmla="*/ 2452379 w 3044273"/>
              <a:gd name="connsiteY2738" fmla="*/ 1080791 h 3047670"/>
              <a:gd name="connsiteX2739" fmla="*/ 492912 w 3044273"/>
              <a:gd name="connsiteY2739" fmla="*/ 1079533 h 3047670"/>
              <a:gd name="connsiteX2740" fmla="*/ 510247 w 3044273"/>
              <a:gd name="connsiteY2740" fmla="*/ 1096741 h 3047670"/>
              <a:gd name="connsiteX2741" fmla="*/ 493038 w 3044273"/>
              <a:gd name="connsiteY2741" fmla="*/ 1114076 h 3047670"/>
              <a:gd name="connsiteX2742" fmla="*/ 475703 w 3044273"/>
              <a:gd name="connsiteY2742" fmla="*/ 1096867 h 3047670"/>
              <a:gd name="connsiteX2743" fmla="*/ 492912 w 3044273"/>
              <a:gd name="connsiteY2743" fmla="*/ 1079533 h 3047670"/>
              <a:gd name="connsiteX2744" fmla="*/ 2955090 w 3044273"/>
              <a:gd name="connsiteY2744" fmla="*/ 1077649 h 3047670"/>
              <a:gd name="connsiteX2745" fmla="*/ 2957978 w 3044273"/>
              <a:gd name="connsiteY2745" fmla="*/ 1080539 h 3047670"/>
              <a:gd name="connsiteX2746" fmla="*/ 2955090 w 3044273"/>
              <a:gd name="connsiteY2746" fmla="*/ 1083427 h 3047670"/>
              <a:gd name="connsiteX2747" fmla="*/ 2952200 w 3044273"/>
              <a:gd name="connsiteY2747" fmla="*/ 1080539 h 3047670"/>
              <a:gd name="connsiteX2748" fmla="*/ 2955090 w 3044273"/>
              <a:gd name="connsiteY2748" fmla="*/ 1077649 h 3047670"/>
              <a:gd name="connsiteX2749" fmla="*/ 1951427 w 3044273"/>
              <a:gd name="connsiteY2749" fmla="*/ 1074635 h 3047670"/>
              <a:gd name="connsiteX2750" fmla="*/ 1956577 w 3044273"/>
              <a:gd name="connsiteY2750" fmla="*/ 1079659 h 3047670"/>
              <a:gd name="connsiteX2751" fmla="*/ 1951427 w 3044273"/>
              <a:gd name="connsiteY2751" fmla="*/ 1084809 h 3047670"/>
              <a:gd name="connsiteX2752" fmla="*/ 1946277 w 3044273"/>
              <a:gd name="connsiteY2752" fmla="*/ 1079785 h 3047670"/>
              <a:gd name="connsiteX2753" fmla="*/ 1951427 w 3044273"/>
              <a:gd name="connsiteY2753" fmla="*/ 1074635 h 3047670"/>
              <a:gd name="connsiteX2754" fmla="*/ 1272730 w 3044273"/>
              <a:gd name="connsiteY2754" fmla="*/ 1074134 h 3047670"/>
              <a:gd name="connsiteX2755" fmla="*/ 1273609 w 3044273"/>
              <a:gd name="connsiteY2755" fmla="*/ 1075014 h 3047670"/>
              <a:gd name="connsiteX2756" fmla="*/ 1272730 w 3044273"/>
              <a:gd name="connsiteY2756" fmla="*/ 1075893 h 3047670"/>
              <a:gd name="connsiteX2757" fmla="*/ 1271850 w 3044273"/>
              <a:gd name="connsiteY2757" fmla="*/ 1075014 h 3047670"/>
              <a:gd name="connsiteX2758" fmla="*/ 1272730 w 3044273"/>
              <a:gd name="connsiteY2758" fmla="*/ 1074134 h 3047670"/>
              <a:gd name="connsiteX2759" fmla="*/ 1088953 w 3044273"/>
              <a:gd name="connsiteY2759" fmla="*/ 1073630 h 3047670"/>
              <a:gd name="connsiteX2760" fmla="*/ 1098374 w 3044273"/>
              <a:gd name="connsiteY2760" fmla="*/ 1082925 h 3047670"/>
              <a:gd name="connsiteX2761" fmla="*/ 1089078 w 3044273"/>
              <a:gd name="connsiteY2761" fmla="*/ 1092221 h 3047670"/>
              <a:gd name="connsiteX2762" fmla="*/ 1079784 w 3044273"/>
              <a:gd name="connsiteY2762" fmla="*/ 1082925 h 3047670"/>
              <a:gd name="connsiteX2763" fmla="*/ 1088953 w 3044273"/>
              <a:gd name="connsiteY2763" fmla="*/ 1073630 h 3047670"/>
              <a:gd name="connsiteX2764" fmla="*/ 1767401 w 3044273"/>
              <a:gd name="connsiteY2764" fmla="*/ 1072751 h 3047670"/>
              <a:gd name="connsiteX2765" fmla="*/ 1767904 w 3044273"/>
              <a:gd name="connsiteY2765" fmla="*/ 1073128 h 3047670"/>
              <a:gd name="connsiteX2766" fmla="*/ 1767527 w 3044273"/>
              <a:gd name="connsiteY2766" fmla="*/ 1073631 h 3047670"/>
              <a:gd name="connsiteX2767" fmla="*/ 1767024 w 3044273"/>
              <a:gd name="connsiteY2767" fmla="*/ 1073254 h 3047670"/>
              <a:gd name="connsiteX2768" fmla="*/ 1767401 w 3044273"/>
              <a:gd name="connsiteY2768" fmla="*/ 1072751 h 3047670"/>
              <a:gd name="connsiteX2769" fmla="*/ 825917 w 3044273"/>
              <a:gd name="connsiteY2769" fmla="*/ 1064838 h 3047670"/>
              <a:gd name="connsiteX2770" fmla="*/ 852297 w 3044273"/>
              <a:gd name="connsiteY2770" fmla="*/ 1091091 h 3047670"/>
              <a:gd name="connsiteX2771" fmla="*/ 826043 w 3044273"/>
              <a:gd name="connsiteY2771" fmla="*/ 1117471 h 3047670"/>
              <a:gd name="connsiteX2772" fmla="*/ 799538 w 3044273"/>
              <a:gd name="connsiteY2772" fmla="*/ 1091218 h 3047670"/>
              <a:gd name="connsiteX2773" fmla="*/ 825917 w 3044273"/>
              <a:gd name="connsiteY2773" fmla="*/ 1064838 h 3047670"/>
              <a:gd name="connsiteX2774" fmla="*/ 2547470 w 3044273"/>
              <a:gd name="connsiteY2774" fmla="*/ 1064335 h 3047670"/>
              <a:gd name="connsiteX2775" fmla="*/ 2572593 w 3044273"/>
              <a:gd name="connsiteY2775" fmla="*/ 1089206 h 3047670"/>
              <a:gd name="connsiteX2776" fmla="*/ 2547596 w 3044273"/>
              <a:gd name="connsiteY2776" fmla="*/ 1114329 h 3047670"/>
              <a:gd name="connsiteX2777" fmla="*/ 2522473 w 3044273"/>
              <a:gd name="connsiteY2777" fmla="*/ 1089458 h 3047670"/>
              <a:gd name="connsiteX2778" fmla="*/ 2547470 w 3044273"/>
              <a:gd name="connsiteY2778" fmla="*/ 1064335 h 3047670"/>
              <a:gd name="connsiteX2779" fmla="*/ 398073 w 3044273"/>
              <a:gd name="connsiteY2779" fmla="*/ 1060566 h 3047670"/>
              <a:gd name="connsiteX2780" fmla="*/ 412769 w 3044273"/>
              <a:gd name="connsiteY2780" fmla="*/ 1075137 h 3047670"/>
              <a:gd name="connsiteX2781" fmla="*/ 398198 w 3044273"/>
              <a:gd name="connsiteY2781" fmla="*/ 1089834 h 3047670"/>
              <a:gd name="connsiteX2782" fmla="*/ 383627 w 3044273"/>
              <a:gd name="connsiteY2782" fmla="*/ 1075263 h 3047670"/>
              <a:gd name="connsiteX2783" fmla="*/ 398073 w 3044273"/>
              <a:gd name="connsiteY2783" fmla="*/ 1060566 h 3047670"/>
              <a:gd name="connsiteX2784" fmla="*/ 2214465 w 3044273"/>
              <a:gd name="connsiteY2784" fmla="*/ 1059184 h 3047670"/>
              <a:gd name="connsiteX2785" fmla="*/ 2241348 w 3044273"/>
              <a:gd name="connsiteY2785" fmla="*/ 1085940 h 3047670"/>
              <a:gd name="connsiteX2786" fmla="*/ 2214590 w 3044273"/>
              <a:gd name="connsiteY2786" fmla="*/ 1112822 h 3047670"/>
              <a:gd name="connsiteX2787" fmla="*/ 2187709 w 3044273"/>
              <a:gd name="connsiteY2787" fmla="*/ 1086191 h 3047670"/>
              <a:gd name="connsiteX2788" fmla="*/ 2214465 w 3044273"/>
              <a:gd name="connsiteY2788" fmla="*/ 1059184 h 3047670"/>
              <a:gd name="connsiteX2789" fmla="*/ 2642057 w 3044273"/>
              <a:gd name="connsiteY2789" fmla="*/ 1047126 h 3047670"/>
              <a:gd name="connsiteX2790" fmla="*/ 2662029 w 3044273"/>
              <a:gd name="connsiteY2790" fmla="*/ 1066974 h 3047670"/>
              <a:gd name="connsiteX2791" fmla="*/ 2642183 w 3044273"/>
              <a:gd name="connsiteY2791" fmla="*/ 1086946 h 3047670"/>
              <a:gd name="connsiteX2792" fmla="*/ 2622210 w 3044273"/>
              <a:gd name="connsiteY2792" fmla="*/ 1067099 h 3047670"/>
              <a:gd name="connsiteX2793" fmla="*/ 2642057 w 3044273"/>
              <a:gd name="connsiteY2793" fmla="*/ 1047126 h 3047670"/>
              <a:gd name="connsiteX2794" fmla="*/ 303610 w 3044273"/>
              <a:gd name="connsiteY2794" fmla="*/ 1041975 h 3047670"/>
              <a:gd name="connsiteX2795" fmla="*/ 315418 w 3044273"/>
              <a:gd name="connsiteY2795" fmla="*/ 1053657 h 3047670"/>
              <a:gd name="connsiteX2796" fmla="*/ 303736 w 3044273"/>
              <a:gd name="connsiteY2796" fmla="*/ 1065466 h 3047670"/>
              <a:gd name="connsiteX2797" fmla="*/ 291928 w 3044273"/>
              <a:gd name="connsiteY2797" fmla="*/ 1053784 h 3047670"/>
              <a:gd name="connsiteX2798" fmla="*/ 303610 w 3044273"/>
              <a:gd name="connsiteY2798" fmla="*/ 1041975 h 3047670"/>
              <a:gd name="connsiteX2799" fmla="*/ 1351993 w 3044273"/>
              <a:gd name="connsiteY2799" fmla="*/ 1041348 h 3047670"/>
              <a:gd name="connsiteX2800" fmla="*/ 1354255 w 3044273"/>
              <a:gd name="connsiteY2800" fmla="*/ 1043610 h 3047670"/>
              <a:gd name="connsiteX2801" fmla="*/ 1352119 w 3044273"/>
              <a:gd name="connsiteY2801" fmla="*/ 1045870 h 3047670"/>
              <a:gd name="connsiteX2802" fmla="*/ 1349857 w 3044273"/>
              <a:gd name="connsiteY2802" fmla="*/ 1043610 h 3047670"/>
              <a:gd name="connsiteX2803" fmla="*/ 1351993 w 3044273"/>
              <a:gd name="connsiteY2803" fmla="*/ 1041348 h 3047670"/>
              <a:gd name="connsiteX2804" fmla="*/ 1688012 w 3044273"/>
              <a:gd name="connsiteY2804" fmla="*/ 1039840 h 3047670"/>
              <a:gd name="connsiteX2805" fmla="*/ 1690649 w 3044273"/>
              <a:gd name="connsiteY2805" fmla="*/ 1042477 h 3047670"/>
              <a:gd name="connsiteX2806" fmla="*/ 1688012 w 3044273"/>
              <a:gd name="connsiteY2806" fmla="*/ 1045115 h 3047670"/>
              <a:gd name="connsiteX2807" fmla="*/ 1685375 w 3044273"/>
              <a:gd name="connsiteY2807" fmla="*/ 1042477 h 3047670"/>
              <a:gd name="connsiteX2808" fmla="*/ 1688012 w 3044273"/>
              <a:gd name="connsiteY2808" fmla="*/ 1039840 h 3047670"/>
              <a:gd name="connsiteX2809" fmla="*/ 727058 w 3044273"/>
              <a:gd name="connsiteY2809" fmla="*/ 1037579 h 3047670"/>
              <a:gd name="connsiteX2810" fmla="*/ 756830 w 3044273"/>
              <a:gd name="connsiteY2810" fmla="*/ 1067098 h 3047670"/>
              <a:gd name="connsiteX2811" fmla="*/ 727310 w 3044273"/>
              <a:gd name="connsiteY2811" fmla="*/ 1096870 h 3047670"/>
              <a:gd name="connsiteX2812" fmla="*/ 697539 w 3044273"/>
              <a:gd name="connsiteY2812" fmla="*/ 1067350 h 3047670"/>
              <a:gd name="connsiteX2813" fmla="*/ 727058 w 3044273"/>
              <a:gd name="connsiteY2813" fmla="*/ 1037579 h 3047670"/>
              <a:gd name="connsiteX2814" fmla="*/ 982559 w 3044273"/>
              <a:gd name="connsiteY2814" fmla="*/ 1034565 h 3047670"/>
              <a:gd name="connsiteX2815" fmla="*/ 1000270 w 3044273"/>
              <a:gd name="connsiteY2815" fmla="*/ 1052276 h 3047670"/>
              <a:gd name="connsiteX2816" fmla="*/ 982686 w 3044273"/>
              <a:gd name="connsiteY2816" fmla="*/ 1069987 h 3047670"/>
              <a:gd name="connsiteX2817" fmla="*/ 964848 w 3044273"/>
              <a:gd name="connsiteY2817" fmla="*/ 1052276 h 3047670"/>
              <a:gd name="connsiteX2818" fmla="*/ 982559 w 3044273"/>
              <a:gd name="connsiteY2818" fmla="*/ 1034565 h 3047670"/>
              <a:gd name="connsiteX2819" fmla="*/ 2736395 w 3044273"/>
              <a:gd name="connsiteY2819" fmla="*/ 1031926 h 3047670"/>
              <a:gd name="connsiteX2820" fmla="*/ 2749459 w 3044273"/>
              <a:gd name="connsiteY2820" fmla="*/ 1044990 h 3047670"/>
              <a:gd name="connsiteX2821" fmla="*/ 2736395 w 3044273"/>
              <a:gd name="connsiteY2821" fmla="*/ 1058054 h 3047670"/>
              <a:gd name="connsiteX2822" fmla="*/ 2723331 w 3044273"/>
              <a:gd name="connsiteY2822" fmla="*/ 1044990 h 3047670"/>
              <a:gd name="connsiteX2823" fmla="*/ 2736395 w 3044273"/>
              <a:gd name="connsiteY2823" fmla="*/ 1031926 h 3047670"/>
              <a:gd name="connsiteX2824" fmla="*/ 2057571 w 3044273"/>
              <a:gd name="connsiteY2824" fmla="*/ 1028158 h 3047670"/>
              <a:gd name="connsiteX2825" fmla="*/ 2077795 w 3044273"/>
              <a:gd name="connsiteY2825" fmla="*/ 1048256 h 3047670"/>
              <a:gd name="connsiteX2826" fmla="*/ 2057697 w 3044273"/>
              <a:gd name="connsiteY2826" fmla="*/ 1068480 h 3047670"/>
              <a:gd name="connsiteX2827" fmla="*/ 2037473 w 3044273"/>
              <a:gd name="connsiteY2827" fmla="*/ 1048382 h 3047670"/>
              <a:gd name="connsiteX2828" fmla="*/ 2057571 w 3044273"/>
              <a:gd name="connsiteY2828" fmla="*/ 1028158 h 3047670"/>
              <a:gd name="connsiteX2829" fmla="*/ 2312948 w 3044273"/>
              <a:gd name="connsiteY2829" fmla="*/ 1028033 h 3047670"/>
              <a:gd name="connsiteX2830" fmla="*/ 2346487 w 3044273"/>
              <a:gd name="connsiteY2830" fmla="*/ 1061320 h 3047670"/>
              <a:gd name="connsiteX2831" fmla="*/ 2313199 w 3044273"/>
              <a:gd name="connsiteY2831" fmla="*/ 1094859 h 3047670"/>
              <a:gd name="connsiteX2832" fmla="*/ 2279661 w 3044273"/>
              <a:gd name="connsiteY2832" fmla="*/ 1061571 h 3047670"/>
              <a:gd name="connsiteX2833" fmla="*/ 2312948 w 3044273"/>
              <a:gd name="connsiteY2833" fmla="*/ 1028033 h 3047670"/>
              <a:gd name="connsiteX2834" fmla="*/ 209399 w 3044273"/>
              <a:gd name="connsiteY2834" fmla="*/ 1026901 h 3047670"/>
              <a:gd name="connsiteX2835" fmla="*/ 214926 w 3044273"/>
              <a:gd name="connsiteY2835" fmla="*/ 1032428 h 3047670"/>
              <a:gd name="connsiteX2836" fmla="*/ 209399 w 3044273"/>
              <a:gd name="connsiteY2836" fmla="*/ 1037955 h 3047670"/>
              <a:gd name="connsiteX2837" fmla="*/ 203872 w 3044273"/>
              <a:gd name="connsiteY2837" fmla="*/ 1032428 h 3047670"/>
              <a:gd name="connsiteX2838" fmla="*/ 209399 w 3044273"/>
              <a:gd name="connsiteY2838" fmla="*/ 1026901 h 3047670"/>
              <a:gd name="connsiteX2839" fmla="*/ 1435023 w 3044273"/>
              <a:gd name="connsiteY2839" fmla="*/ 1023259 h 3047670"/>
              <a:gd name="connsiteX2840" fmla="*/ 1436155 w 3044273"/>
              <a:gd name="connsiteY2840" fmla="*/ 1024389 h 3047670"/>
              <a:gd name="connsiteX2841" fmla="*/ 1435023 w 3044273"/>
              <a:gd name="connsiteY2841" fmla="*/ 1025520 h 3047670"/>
              <a:gd name="connsiteX2842" fmla="*/ 1433893 w 3044273"/>
              <a:gd name="connsiteY2842" fmla="*/ 1024389 h 3047670"/>
              <a:gd name="connsiteX2843" fmla="*/ 1435023 w 3044273"/>
              <a:gd name="connsiteY2843" fmla="*/ 1023259 h 3047670"/>
              <a:gd name="connsiteX2844" fmla="*/ 1604981 w 3044273"/>
              <a:gd name="connsiteY2844" fmla="*/ 1022631 h 3047670"/>
              <a:gd name="connsiteX2845" fmla="*/ 1606113 w 3044273"/>
              <a:gd name="connsiteY2845" fmla="*/ 1023761 h 3047670"/>
              <a:gd name="connsiteX2846" fmla="*/ 1604981 w 3044273"/>
              <a:gd name="connsiteY2846" fmla="*/ 1024891 h 3047670"/>
              <a:gd name="connsiteX2847" fmla="*/ 1603851 w 3044273"/>
              <a:gd name="connsiteY2847" fmla="*/ 1023761 h 3047670"/>
              <a:gd name="connsiteX2848" fmla="*/ 1604981 w 3044273"/>
              <a:gd name="connsiteY2848" fmla="*/ 1022631 h 3047670"/>
              <a:gd name="connsiteX2849" fmla="*/ 1157039 w 3044273"/>
              <a:gd name="connsiteY2849" fmla="*/ 1022003 h 3047670"/>
              <a:gd name="connsiteX2850" fmla="*/ 1166585 w 3044273"/>
              <a:gd name="connsiteY2850" fmla="*/ 1031550 h 3047670"/>
              <a:gd name="connsiteX2851" fmla="*/ 1157164 w 3044273"/>
              <a:gd name="connsiteY2851" fmla="*/ 1041096 h 3047670"/>
              <a:gd name="connsiteX2852" fmla="*/ 1147618 w 3044273"/>
              <a:gd name="connsiteY2852" fmla="*/ 1031675 h 3047670"/>
              <a:gd name="connsiteX2853" fmla="*/ 1157039 w 3044273"/>
              <a:gd name="connsiteY2853" fmla="*/ 1022003 h 3047670"/>
              <a:gd name="connsiteX2854" fmla="*/ 629330 w 3044273"/>
              <a:gd name="connsiteY2854" fmla="*/ 1019491 h 3047670"/>
              <a:gd name="connsiteX2855" fmla="*/ 653950 w 3044273"/>
              <a:gd name="connsiteY2855" fmla="*/ 1043986 h 3047670"/>
              <a:gd name="connsiteX2856" fmla="*/ 629455 w 3044273"/>
              <a:gd name="connsiteY2856" fmla="*/ 1068606 h 3047670"/>
              <a:gd name="connsiteX2857" fmla="*/ 604835 w 3044273"/>
              <a:gd name="connsiteY2857" fmla="*/ 1044111 h 3047670"/>
              <a:gd name="connsiteX2858" fmla="*/ 629330 w 3044273"/>
              <a:gd name="connsiteY2858" fmla="*/ 1019491 h 3047670"/>
              <a:gd name="connsiteX2859" fmla="*/ 2830480 w 3044273"/>
              <a:gd name="connsiteY2859" fmla="*/ 1019113 h 3047670"/>
              <a:gd name="connsiteX2860" fmla="*/ 2834248 w 3044273"/>
              <a:gd name="connsiteY2860" fmla="*/ 1022882 h 3047670"/>
              <a:gd name="connsiteX2861" fmla="*/ 2830480 w 3044273"/>
              <a:gd name="connsiteY2861" fmla="*/ 1026650 h 3047670"/>
              <a:gd name="connsiteX2862" fmla="*/ 2826711 w 3044273"/>
              <a:gd name="connsiteY2862" fmla="*/ 1022882 h 3047670"/>
              <a:gd name="connsiteX2863" fmla="*/ 2830480 w 3044273"/>
              <a:gd name="connsiteY2863" fmla="*/ 1019113 h 3047670"/>
              <a:gd name="connsiteX2864" fmla="*/ 1519941 w 3044273"/>
              <a:gd name="connsiteY2864" fmla="*/ 1016852 h 3047670"/>
              <a:gd name="connsiteX2865" fmla="*/ 1520820 w 3044273"/>
              <a:gd name="connsiteY2865" fmla="*/ 1017732 h 3047670"/>
              <a:gd name="connsiteX2866" fmla="*/ 1519941 w 3044273"/>
              <a:gd name="connsiteY2866" fmla="*/ 1018611 h 3047670"/>
              <a:gd name="connsiteX2867" fmla="*/ 1519061 w 3044273"/>
              <a:gd name="connsiteY2867" fmla="*/ 1017732 h 3047670"/>
              <a:gd name="connsiteX2868" fmla="*/ 1519941 w 3044273"/>
              <a:gd name="connsiteY2868" fmla="*/ 1016852 h 3047670"/>
              <a:gd name="connsiteX2869" fmla="*/ 1882967 w 3044273"/>
              <a:gd name="connsiteY2869" fmla="*/ 1016226 h 3047670"/>
              <a:gd name="connsiteX2870" fmla="*/ 1895779 w 3044273"/>
              <a:gd name="connsiteY2870" fmla="*/ 1029038 h 3047670"/>
              <a:gd name="connsiteX2871" fmla="*/ 1882967 w 3044273"/>
              <a:gd name="connsiteY2871" fmla="*/ 1041977 h 3047670"/>
              <a:gd name="connsiteX2872" fmla="*/ 1870028 w 3044273"/>
              <a:gd name="connsiteY2872" fmla="*/ 1029165 h 3047670"/>
              <a:gd name="connsiteX2873" fmla="*/ 1882967 w 3044273"/>
              <a:gd name="connsiteY2873" fmla="*/ 1016226 h 3047670"/>
              <a:gd name="connsiteX2874" fmla="*/ 115313 w 3044273"/>
              <a:gd name="connsiteY2874" fmla="*/ 1008562 h 3047670"/>
              <a:gd name="connsiteX2875" fmla="*/ 117825 w 3044273"/>
              <a:gd name="connsiteY2875" fmla="*/ 1010949 h 3047670"/>
              <a:gd name="connsiteX2876" fmla="*/ 115439 w 3044273"/>
              <a:gd name="connsiteY2876" fmla="*/ 1013461 h 3047670"/>
              <a:gd name="connsiteX2877" fmla="*/ 112927 w 3044273"/>
              <a:gd name="connsiteY2877" fmla="*/ 1011074 h 3047670"/>
              <a:gd name="connsiteX2878" fmla="*/ 115313 w 3044273"/>
              <a:gd name="connsiteY2878" fmla="*/ 1008562 h 3047670"/>
              <a:gd name="connsiteX2879" fmla="*/ 532479 w 3044273"/>
              <a:gd name="connsiteY2879" fmla="*/ 1004667 h 3047670"/>
              <a:gd name="connsiteX2880" fmla="*/ 549186 w 3044273"/>
              <a:gd name="connsiteY2880" fmla="*/ 1021248 h 3047670"/>
              <a:gd name="connsiteX2881" fmla="*/ 532604 w 3044273"/>
              <a:gd name="connsiteY2881" fmla="*/ 1037955 h 3047670"/>
              <a:gd name="connsiteX2882" fmla="*/ 515898 w 3044273"/>
              <a:gd name="connsiteY2882" fmla="*/ 1021374 h 3047670"/>
              <a:gd name="connsiteX2883" fmla="*/ 532479 w 3044273"/>
              <a:gd name="connsiteY2883" fmla="*/ 1004667 h 3047670"/>
              <a:gd name="connsiteX2884" fmla="*/ 2410549 w 3044273"/>
              <a:gd name="connsiteY2884" fmla="*/ 1004165 h 3047670"/>
              <a:gd name="connsiteX2885" fmla="*/ 2444088 w 3044273"/>
              <a:gd name="connsiteY2885" fmla="*/ 1037452 h 3047670"/>
              <a:gd name="connsiteX2886" fmla="*/ 2410800 w 3044273"/>
              <a:gd name="connsiteY2886" fmla="*/ 1070991 h 3047670"/>
              <a:gd name="connsiteX2887" fmla="*/ 2377262 w 3044273"/>
              <a:gd name="connsiteY2887" fmla="*/ 1037704 h 3047670"/>
              <a:gd name="connsiteX2888" fmla="*/ 2410549 w 3044273"/>
              <a:gd name="connsiteY2888" fmla="*/ 1004165 h 3047670"/>
              <a:gd name="connsiteX2889" fmla="*/ 2924439 w 3044273"/>
              <a:gd name="connsiteY2889" fmla="*/ 999644 h 3047670"/>
              <a:gd name="connsiteX2890" fmla="*/ 2925822 w 3044273"/>
              <a:gd name="connsiteY2890" fmla="*/ 1000900 h 3047670"/>
              <a:gd name="connsiteX2891" fmla="*/ 2924439 w 3044273"/>
              <a:gd name="connsiteY2891" fmla="*/ 1002156 h 3047670"/>
              <a:gd name="connsiteX2892" fmla="*/ 2923057 w 3044273"/>
              <a:gd name="connsiteY2892" fmla="*/ 1000900 h 3047670"/>
              <a:gd name="connsiteX2893" fmla="*/ 2924439 w 3044273"/>
              <a:gd name="connsiteY2893" fmla="*/ 999644 h 3047670"/>
              <a:gd name="connsiteX2894" fmla="*/ 878675 w 3044273"/>
              <a:gd name="connsiteY2894" fmla="*/ 993740 h 3047670"/>
              <a:gd name="connsiteX2895" fmla="*/ 909326 w 3044273"/>
              <a:gd name="connsiteY2895" fmla="*/ 1024139 h 3047670"/>
              <a:gd name="connsiteX2896" fmla="*/ 878927 w 3044273"/>
              <a:gd name="connsiteY2896" fmla="*/ 1054790 h 3047670"/>
              <a:gd name="connsiteX2897" fmla="*/ 848277 w 3044273"/>
              <a:gd name="connsiteY2897" fmla="*/ 1024391 h 3047670"/>
              <a:gd name="connsiteX2898" fmla="*/ 878675 w 3044273"/>
              <a:gd name="connsiteY2898" fmla="*/ 993740 h 3047670"/>
              <a:gd name="connsiteX2899" fmla="*/ 2160953 w 3044273"/>
              <a:gd name="connsiteY2899" fmla="*/ 989090 h 3047670"/>
              <a:gd name="connsiteX2900" fmla="*/ 2191604 w 3044273"/>
              <a:gd name="connsiteY2900" fmla="*/ 1019489 h 3047670"/>
              <a:gd name="connsiteX2901" fmla="*/ 2161205 w 3044273"/>
              <a:gd name="connsiteY2901" fmla="*/ 1050140 h 3047670"/>
              <a:gd name="connsiteX2902" fmla="*/ 2130554 w 3044273"/>
              <a:gd name="connsiteY2902" fmla="*/ 1019741 h 3047670"/>
              <a:gd name="connsiteX2903" fmla="*/ 2160953 w 3044273"/>
              <a:gd name="connsiteY2903" fmla="*/ 989090 h 3047670"/>
              <a:gd name="connsiteX2904" fmla="*/ 2507272 w 3044273"/>
              <a:gd name="connsiteY2904" fmla="*/ 985826 h 3047670"/>
              <a:gd name="connsiteX2905" fmla="*/ 2535661 w 3044273"/>
              <a:gd name="connsiteY2905" fmla="*/ 1014089 h 3047670"/>
              <a:gd name="connsiteX2906" fmla="*/ 2507397 w 3044273"/>
              <a:gd name="connsiteY2906" fmla="*/ 1042478 h 3047670"/>
              <a:gd name="connsiteX2907" fmla="*/ 2479009 w 3044273"/>
              <a:gd name="connsiteY2907" fmla="*/ 1014214 h 3047670"/>
              <a:gd name="connsiteX2908" fmla="*/ 2507272 w 3044273"/>
              <a:gd name="connsiteY2908" fmla="*/ 985826 h 3047670"/>
              <a:gd name="connsiteX2909" fmla="*/ 1231277 w 3044273"/>
              <a:gd name="connsiteY2909" fmla="*/ 984947 h 3047670"/>
              <a:gd name="connsiteX2910" fmla="*/ 1235924 w 3044273"/>
              <a:gd name="connsiteY2910" fmla="*/ 989595 h 3047670"/>
              <a:gd name="connsiteX2911" fmla="*/ 1231277 w 3044273"/>
              <a:gd name="connsiteY2911" fmla="*/ 994243 h 3047670"/>
              <a:gd name="connsiteX2912" fmla="*/ 1226629 w 3044273"/>
              <a:gd name="connsiteY2912" fmla="*/ 989595 h 3047670"/>
              <a:gd name="connsiteX2913" fmla="*/ 1231277 w 3044273"/>
              <a:gd name="connsiteY2913" fmla="*/ 984947 h 3047670"/>
              <a:gd name="connsiteX2914" fmla="*/ 436259 w 3044273"/>
              <a:gd name="connsiteY2914" fmla="*/ 984947 h 3047670"/>
              <a:gd name="connsiteX2915" fmla="*/ 450203 w 3044273"/>
              <a:gd name="connsiteY2915" fmla="*/ 998890 h 3047670"/>
              <a:gd name="connsiteX2916" fmla="*/ 436259 w 3044273"/>
              <a:gd name="connsiteY2916" fmla="*/ 1012959 h 3047670"/>
              <a:gd name="connsiteX2917" fmla="*/ 422316 w 3044273"/>
              <a:gd name="connsiteY2917" fmla="*/ 999016 h 3047670"/>
              <a:gd name="connsiteX2918" fmla="*/ 436259 w 3044273"/>
              <a:gd name="connsiteY2918" fmla="*/ 984947 h 3047670"/>
              <a:gd name="connsiteX2919" fmla="*/ 1808352 w 3044273"/>
              <a:gd name="connsiteY2919" fmla="*/ 981555 h 3047670"/>
              <a:gd name="connsiteX2920" fmla="*/ 1814382 w 3044273"/>
              <a:gd name="connsiteY2920" fmla="*/ 987458 h 3047670"/>
              <a:gd name="connsiteX2921" fmla="*/ 1808478 w 3044273"/>
              <a:gd name="connsiteY2921" fmla="*/ 993487 h 3047670"/>
              <a:gd name="connsiteX2922" fmla="*/ 1802448 w 3044273"/>
              <a:gd name="connsiteY2922" fmla="*/ 987584 h 3047670"/>
              <a:gd name="connsiteX2923" fmla="*/ 1808352 w 3044273"/>
              <a:gd name="connsiteY2923" fmla="*/ 981555 h 3047670"/>
              <a:gd name="connsiteX2924" fmla="*/ 1045869 w 3044273"/>
              <a:gd name="connsiteY2924" fmla="*/ 977661 h 3047670"/>
              <a:gd name="connsiteX2925" fmla="*/ 1063455 w 3044273"/>
              <a:gd name="connsiteY2925" fmla="*/ 995122 h 3047670"/>
              <a:gd name="connsiteX2926" fmla="*/ 1045994 w 3044273"/>
              <a:gd name="connsiteY2926" fmla="*/ 1012708 h 3047670"/>
              <a:gd name="connsiteX2927" fmla="*/ 1028408 w 3044273"/>
              <a:gd name="connsiteY2927" fmla="*/ 995247 h 3047670"/>
              <a:gd name="connsiteX2928" fmla="*/ 1045869 w 3044273"/>
              <a:gd name="connsiteY2928" fmla="*/ 977661 h 3047670"/>
              <a:gd name="connsiteX2929" fmla="*/ 1993759 w 3044273"/>
              <a:gd name="connsiteY2929" fmla="*/ 972762 h 3047670"/>
              <a:gd name="connsiteX2930" fmla="*/ 2012853 w 3044273"/>
              <a:gd name="connsiteY2930" fmla="*/ 991730 h 3047670"/>
              <a:gd name="connsiteX2931" fmla="*/ 1993885 w 3044273"/>
              <a:gd name="connsiteY2931" fmla="*/ 1010823 h 3047670"/>
              <a:gd name="connsiteX2932" fmla="*/ 1974792 w 3044273"/>
              <a:gd name="connsiteY2932" fmla="*/ 991855 h 3047670"/>
              <a:gd name="connsiteX2933" fmla="*/ 1993759 w 3044273"/>
              <a:gd name="connsiteY2933" fmla="*/ 972762 h 3047670"/>
              <a:gd name="connsiteX2934" fmla="*/ 2603370 w 3044273"/>
              <a:gd name="connsiteY2934" fmla="*/ 969370 h 3047670"/>
              <a:gd name="connsiteX2935" fmla="*/ 2625101 w 3044273"/>
              <a:gd name="connsiteY2935" fmla="*/ 990976 h 3047670"/>
              <a:gd name="connsiteX2936" fmla="*/ 2603495 w 3044273"/>
              <a:gd name="connsiteY2936" fmla="*/ 1012707 h 3047670"/>
              <a:gd name="connsiteX2937" fmla="*/ 2581764 w 3044273"/>
              <a:gd name="connsiteY2937" fmla="*/ 991101 h 3047670"/>
              <a:gd name="connsiteX2938" fmla="*/ 2603370 w 3044273"/>
              <a:gd name="connsiteY2938" fmla="*/ 969370 h 3047670"/>
              <a:gd name="connsiteX2939" fmla="*/ 776927 w 3044273"/>
              <a:gd name="connsiteY2939" fmla="*/ 968868 h 3047670"/>
              <a:gd name="connsiteX2940" fmla="*/ 806322 w 3044273"/>
              <a:gd name="connsiteY2940" fmla="*/ 998011 h 3047670"/>
              <a:gd name="connsiteX2941" fmla="*/ 777179 w 3044273"/>
              <a:gd name="connsiteY2941" fmla="*/ 1027279 h 3047670"/>
              <a:gd name="connsiteX2942" fmla="*/ 747785 w 3044273"/>
              <a:gd name="connsiteY2942" fmla="*/ 998136 h 3047670"/>
              <a:gd name="connsiteX2943" fmla="*/ 776927 w 3044273"/>
              <a:gd name="connsiteY2943" fmla="*/ 968868 h 3047670"/>
              <a:gd name="connsiteX2944" fmla="*/ 340291 w 3044273"/>
              <a:gd name="connsiteY2944" fmla="*/ 966104 h 3047670"/>
              <a:gd name="connsiteX2945" fmla="*/ 350969 w 3044273"/>
              <a:gd name="connsiteY2945" fmla="*/ 976655 h 3047670"/>
              <a:gd name="connsiteX2946" fmla="*/ 340416 w 3044273"/>
              <a:gd name="connsiteY2946" fmla="*/ 987332 h 3047670"/>
              <a:gd name="connsiteX2947" fmla="*/ 329739 w 3044273"/>
              <a:gd name="connsiteY2947" fmla="*/ 976781 h 3047670"/>
              <a:gd name="connsiteX2948" fmla="*/ 340291 w 3044273"/>
              <a:gd name="connsiteY2948" fmla="*/ 966104 h 3047670"/>
              <a:gd name="connsiteX2949" fmla="*/ 2262574 w 3044273"/>
              <a:gd name="connsiteY2949" fmla="*/ 958190 h 3047670"/>
              <a:gd name="connsiteX2950" fmla="*/ 2297246 w 3044273"/>
              <a:gd name="connsiteY2950" fmla="*/ 992608 h 3047670"/>
              <a:gd name="connsiteX2951" fmla="*/ 2262826 w 3044273"/>
              <a:gd name="connsiteY2951" fmla="*/ 1027278 h 3047670"/>
              <a:gd name="connsiteX2952" fmla="*/ 2228156 w 3044273"/>
              <a:gd name="connsiteY2952" fmla="*/ 992860 h 3047670"/>
              <a:gd name="connsiteX2953" fmla="*/ 2262574 w 3044273"/>
              <a:gd name="connsiteY2953" fmla="*/ 958190 h 3047670"/>
              <a:gd name="connsiteX2954" fmla="*/ 1310163 w 3044273"/>
              <a:gd name="connsiteY2954" fmla="*/ 954924 h 3047670"/>
              <a:gd name="connsiteX2955" fmla="*/ 1312423 w 3044273"/>
              <a:gd name="connsiteY2955" fmla="*/ 957186 h 3047670"/>
              <a:gd name="connsiteX2956" fmla="*/ 1310163 w 3044273"/>
              <a:gd name="connsiteY2956" fmla="*/ 959446 h 3047670"/>
              <a:gd name="connsiteX2957" fmla="*/ 1307901 w 3044273"/>
              <a:gd name="connsiteY2957" fmla="*/ 957311 h 3047670"/>
              <a:gd name="connsiteX2958" fmla="*/ 1310163 w 3044273"/>
              <a:gd name="connsiteY2958" fmla="*/ 954924 h 3047670"/>
              <a:gd name="connsiteX2959" fmla="*/ 1729339 w 3044273"/>
              <a:gd name="connsiteY2959" fmla="*/ 953164 h 3047670"/>
              <a:gd name="connsiteX2960" fmla="*/ 1731976 w 3044273"/>
              <a:gd name="connsiteY2960" fmla="*/ 955801 h 3047670"/>
              <a:gd name="connsiteX2961" fmla="*/ 1729339 w 3044273"/>
              <a:gd name="connsiteY2961" fmla="*/ 958439 h 3047670"/>
              <a:gd name="connsiteX2962" fmla="*/ 1726702 w 3044273"/>
              <a:gd name="connsiteY2962" fmla="*/ 955801 h 3047670"/>
              <a:gd name="connsiteX2963" fmla="*/ 1729339 w 3044273"/>
              <a:gd name="connsiteY2963" fmla="*/ 953164 h 3047670"/>
              <a:gd name="connsiteX2964" fmla="*/ 2699087 w 3044273"/>
              <a:gd name="connsiteY2964" fmla="*/ 951784 h 3047670"/>
              <a:gd name="connsiteX2965" fmla="*/ 2715543 w 3044273"/>
              <a:gd name="connsiteY2965" fmla="*/ 968114 h 3047670"/>
              <a:gd name="connsiteX2966" fmla="*/ 2699214 w 3044273"/>
              <a:gd name="connsiteY2966" fmla="*/ 984569 h 3047670"/>
              <a:gd name="connsiteX2967" fmla="*/ 2682757 w 3044273"/>
              <a:gd name="connsiteY2967" fmla="*/ 968240 h 3047670"/>
              <a:gd name="connsiteX2968" fmla="*/ 2699087 w 3044273"/>
              <a:gd name="connsiteY2968" fmla="*/ 951784 h 3047670"/>
              <a:gd name="connsiteX2969" fmla="*/ 244947 w 3044273"/>
              <a:gd name="connsiteY2969" fmla="*/ 950654 h 3047670"/>
              <a:gd name="connsiteX2970" fmla="*/ 249218 w 3044273"/>
              <a:gd name="connsiteY2970" fmla="*/ 954799 h 3047670"/>
              <a:gd name="connsiteX2971" fmla="*/ 245073 w 3044273"/>
              <a:gd name="connsiteY2971" fmla="*/ 959071 h 3047670"/>
              <a:gd name="connsiteX2972" fmla="*/ 240802 w 3044273"/>
              <a:gd name="connsiteY2972" fmla="*/ 954925 h 3047670"/>
              <a:gd name="connsiteX2973" fmla="*/ 244947 w 3044273"/>
              <a:gd name="connsiteY2973" fmla="*/ 950654 h 3047670"/>
              <a:gd name="connsiteX2974" fmla="*/ 676687 w 3044273"/>
              <a:gd name="connsiteY2974" fmla="*/ 948518 h 3047670"/>
              <a:gd name="connsiteX2975" fmla="*/ 701308 w 3044273"/>
              <a:gd name="connsiteY2975" fmla="*/ 973013 h 3047670"/>
              <a:gd name="connsiteX2976" fmla="*/ 676813 w 3044273"/>
              <a:gd name="connsiteY2976" fmla="*/ 997633 h 3047670"/>
              <a:gd name="connsiteX2977" fmla="*/ 652192 w 3044273"/>
              <a:gd name="connsiteY2977" fmla="*/ 973138 h 3047670"/>
              <a:gd name="connsiteX2978" fmla="*/ 676687 w 3044273"/>
              <a:gd name="connsiteY2978" fmla="*/ 948518 h 3047670"/>
              <a:gd name="connsiteX2979" fmla="*/ 2794429 w 3044273"/>
              <a:gd name="connsiteY2979" fmla="*/ 939224 h 3047670"/>
              <a:gd name="connsiteX2980" fmla="*/ 2800836 w 3044273"/>
              <a:gd name="connsiteY2980" fmla="*/ 945630 h 3047670"/>
              <a:gd name="connsiteX2981" fmla="*/ 2794429 w 3044273"/>
              <a:gd name="connsiteY2981" fmla="*/ 952036 h 3047670"/>
              <a:gd name="connsiteX2982" fmla="*/ 2788022 w 3044273"/>
              <a:gd name="connsiteY2982" fmla="*/ 945630 h 3047670"/>
              <a:gd name="connsiteX2983" fmla="*/ 2794429 w 3044273"/>
              <a:gd name="connsiteY2983" fmla="*/ 939224 h 3047670"/>
              <a:gd name="connsiteX2984" fmla="*/ 938092 w 3044273"/>
              <a:gd name="connsiteY2984" fmla="*/ 938720 h 3047670"/>
              <a:gd name="connsiteX2985" fmla="*/ 962461 w 3044273"/>
              <a:gd name="connsiteY2985" fmla="*/ 962964 h 3047670"/>
              <a:gd name="connsiteX2986" fmla="*/ 938217 w 3044273"/>
              <a:gd name="connsiteY2986" fmla="*/ 987334 h 3047670"/>
              <a:gd name="connsiteX2987" fmla="*/ 913722 w 3044273"/>
              <a:gd name="connsiteY2987" fmla="*/ 963089 h 3047670"/>
              <a:gd name="connsiteX2988" fmla="*/ 938092 w 3044273"/>
              <a:gd name="connsiteY2988" fmla="*/ 938720 h 3047670"/>
              <a:gd name="connsiteX2989" fmla="*/ 2362690 w 3044273"/>
              <a:gd name="connsiteY2989" fmla="*/ 933570 h 3047670"/>
              <a:gd name="connsiteX2990" fmla="*/ 2396229 w 3044273"/>
              <a:gd name="connsiteY2990" fmla="*/ 966858 h 3047670"/>
              <a:gd name="connsiteX2991" fmla="*/ 2362941 w 3044273"/>
              <a:gd name="connsiteY2991" fmla="*/ 1000397 h 3047670"/>
              <a:gd name="connsiteX2992" fmla="*/ 2329403 w 3044273"/>
              <a:gd name="connsiteY2992" fmla="*/ 967108 h 3047670"/>
              <a:gd name="connsiteX2993" fmla="*/ 2362690 w 3044273"/>
              <a:gd name="connsiteY2993" fmla="*/ 933570 h 3047670"/>
              <a:gd name="connsiteX2994" fmla="*/ 2101287 w 3044273"/>
              <a:gd name="connsiteY2994" fmla="*/ 933193 h 3047670"/>
              <a:gd name="connsiteX2995" fmla="*/ 2127037 w 3044273"/>
              <a:gd name="connsiteY2995" fmla="*/ 958818 h 3047670"/>
              <a:gd name="connsiteX2996" fmla="*/ 2101412 w 3044273"/>
              <a:gd name="connsiteY2996" fmla="*/ 984569 h 3047670"/>
              <a:gd name="connsiteX2997" fmla="*/ 2075661 w 3044273"/>
              <a:gd name="connsiteY2997" fmla="*/ 958944 h 3047670"/>
              <a:gd name="connsiteX2998" fmla="*/ 2101287 w 3044273"/>
              <a:gd name="connsiteY2998" fmla="*/ 933193 h 3047670"/>
              <a:gd name="connsiteX2999" fmla="*/ 149982 w 3044273"/>
              <a:gd name="connsiteY2999" fmla="*/ 931684 h 3047670"/>
              <a:gd name="connsiteX3000" fmla="*/ 151490 w 3044273"/>
              <a:gd name="connsiteY3000" fmla="*/ 933191 h 3047670"/>
              <a:gd name="connsiteX3001" fmla="*/ 149982 w 3044273"/>
              <a:gd name="connsiteY3001" fmla="*/ 934699 h 3047670"/>
              <a:gd name="connsiteX3002" fmla="*/ 148350 w 3044273"/>
              <a:gd name="connsiteY3002" fmla="*/ 933191 h 3047670"/>
              <a:gd name="connsiteX3003" fmla="*/ 149982 w 3044273"/>
              <a:gd name="connsiteY3003" fmla="*/ 931684 h 3047670"/>
              <a:gd name="connsiteX3004" fmla="*/ 577577 w 3044273"/>
              <a:gd name="connsiteY3004" fmla="*/ 929676 h 3047670"/>
              <a:gd name="connsiteX3005" fmla="*/ 596923 w 3044273"/>
              <a:gd name="connsiteY3005" fmla="*/ 948895 h 3047670"/>
              <a:gd name="connsiteX3006" fmla="*/ 577704 w 3044273"/>
              <a:gd name="connsiteY3006" fmla="*/ 968241 h 3047670"/>
              <a:gd name="connsiteX3007" fmla="*/ 558358 w 3044273"/>
              <a:gd name="connsiteY3007" fmla="*/ 949022 h 3047670"/>
              <a:gd name="connsiteX3008" fmla="*/ 577577 w 3044273"/>
              <a:gd name="connsiteY3008" fmla="*/ 929676 h 3047670"/>
              <a:gd name="connsiteX3009" fmla="*/ 1392439 w 3044273"/>
              <a:gd name="connsiteY3009" fmla="*/ 926535 h 3047670"/>
              <a:gd name="connsiteX3010" fmla="*/ 1401358 w 3044273"/>
              <a:gd name="connsiteY3010" fmla="*/ 935328 h 3047670"/>
              <a:gd name="connsiteX3011" fmla="*/ 1392566 w 3044273"/>
              <a:gd name="connsiteY3011" fmla="*/ 944246 h 3047670"/>
              <a:gd name="connsiteX3012" fmla="*/ 1383647 w 3044273"/>
              <a:gd name="connsiteY3012" fmla="*/ 935453 h 3047670"/>
              <a:gd name="connsiteX3013" fmla="*/ 1392439 w 3044273"/>
              <a:gd name="connsiteY3013" fmla="*/ 926535 h 3047670"/>
              <a:gd name="connsiteX3014" fmla="*/ 1646811 w 3044273"/>
              <a:gd name="connsiteY3014" fmla="*/ 925782 h 3047670"/>
              <a:gd name="connsiteX3015" fmla="*/ 1655478 w 3044273"/>
              <a:gd name="connsiteY3015" fmla="*/ 934449 h 3047670"/>
              <a:gd name="connsiteX3016" fmla="*/ 1646811 w 3044273"/>
              <a:gd name="connsiteY3016" fmla="*/ 943117 h 3047670"/>
              <a:gd name="connsiteX3017" fmla="*/ 1638144 w 3044273"/>
              <a:gd name="connsiteY3017" fmla="*/ 934575 h 3047670"/>
              <a:gd name="connsiteX3018" fmla="*/ 1646811 w 3044273"/>
              <a:gd name="connsiteY3018" fmla="*/ 925782 h 3047670"/>
              <a:gd name="connsiteX3019" fmla="*/ 1115209 w 3044273"/>
              <a:gd name="connsiteY3019" fmla="*/ 925155 h 3047670"/>
              <a:gd name="connsiteX3020" fmla="*/ 1135810 w 3044273"/>
              <a:gd name="connsiteY3020" fmla="*/ 945631 h 3047670"/>
              <a:gd name="connsiteX3021" fmla="*/ 1115334 w 3044273"/>
              <a:gd name="connsiteY3021" fmla="*/ 966232 h 3047670"/>
              <a:gd name="connsiteX3022" fmla="*/ 1094733 w 3044273"/>
              <a:gd name="connsiteY3022" fmla="*/ 945756 h 3047670"/>
              <a:gd name="connsiteX3023" fmla="*/ 1115209 w 3044273"/>
              <a:gd name="connsiteY3023" fmla="*/ 925155 h 3047670"/>
              <a:gd name="connsiteX3024" fmla="*/ 2889140 w 3044273"/>
              <a:gd name="connsiteY3024" fmla="*/ 920882 h 3047670"/>
              <a:gd name="connsiteX3025" fmla="*/ 2891652 w 3044273"/>
              <a:gd name="connsiteY3025" fmla="*/ 923269 h 3047670"/>
              <a:gd name="connsiteX3026" fmla="*/ 2889267 w 3044273"/>
              <a:gd name="connsiteY3026" fmla="*/ 925656 h 3047670"/>
              <a:gd name="connsiteX3027" fmla="*/ 2886880 w 3044273"/>
              <a:gd name="connsiteY3027" fmla="*/ 923269 h 3047670"/>
              <a:gd name="connsiteX3028" fmla="*/ 2889140 w 3044273"/>
              <a:gd name="connsiteY3028" fmla="*/ 920882 h 3047670"/>
              <a:gd name="connsiteX3029" fmla="*/ 1923917 w 3044273"/>
              <a:gd name="connsiteY3029" fmla="*/ 920253 h 3047670"/>
              <a:gd name="connsiteX3030" fmla="*/ 1946402 w 3044273"/>
              <a:gd name="connsiteY3030" fmla="*/ 942486 h 3047670"/>
              <a:gd name="connsiteX3031" fmla="*/ 1924169 w 3044273"/>
              <a:gd name="connsiteY3031" fmla="*/ 964971 h 3047670"/>
              <a:gd name="connsiteX3032" fmla="*/ 1901683 w 3044273"/>
              <a:gd name="connsiteY3032" fmla="*/ 942738 h 3047670"/>
              <a:gd name="connsiteX3033" fmla="*/ 1923917 w 3044273"/>
              <a:gd name="connsiteY3033" fmla="*/ 920253 h 3047670"/>
              <a:gd name="connsiteX3034" fmla="*/ 2461800 w 3044273"/>
              <a:gd name="connsiteY3034" fmla="*/ 918622 h 3047670"/>
              <a:gd name="connsiteX3035" fmla="*/ 2485289 w 3044273"/>
              <a:gd name="connsiteY3035" fmla="*/ 941986 h 3047670"/>
              <a:gd name="connsiteX3036" fmla="*/ 2461925 w 3044273"/>
              <a:gd name="connsiteY3036" fmla="*/ 965476 h 3047670"/>
              <a:gd name="connsiteX3037" fmla="*/ 2438310 w 3044273"/>
              <a:gd name="connsiteY3037" fmla="*/ 942112 h 3047670"/>
              <a:gd name="connsiteX3038" fmla="*/ 2461800 w 3044273"/>
              <a:gd name="connsiteY3038" fmla="*/ 918622 h 3047670"/>
              <a:gd name="connsiteX3039" fmla="*/ 1562272 w 3044273"/>
              <a:gd name="connsiteY3039" fmla="*/ 916234 h 3047670"/>
              <a:gd name="connsiteX3040" fmla="*/ 1570060 w 3044273"/>
              <a:gd name="connsiteY3040" fmla="*/ 923897 h 3047670"/>
              <a:gd name="connsiteX3041" fmla="*/ 1562272 w 3044273"/>
              <a:gd name="connsiteY3041" fmla="*/ 931685 h 3047670"/>
              <a:gd name="connsiteX3042" fmla="*/ 1554483 w 3044273"/>
              <a:gd name="connsiteY3042" fmla="*/ 923897 h 3047670"/>
              <a:gd name="connsiteX3043" fmla="*/ 1562272 w 3044273"/>
              <a:gd name="connsiteY3043" fmla="*/ 916234 h 3047670"/>
              <a:gd name="connsiteX3044" fmla="*/ 1476980 w 3044273"/>
              <a:gd name="connsiteY3044" fmla="*/ 915356 h 3047670"/>
              <a:gd name="connsiteX3045" fmla="*/ 1485897 w 3044273"/>
              <a:gd name="connsiteY3045" fmla="*/ 924149 h 3047670"/>
              <a:gd name="connsiteX3046" fmla="*/ 1477105 w 3044273"/>
              <a:gd name="connsiteY3046" fmla="*/ 933066 h 3047670"/>
              <a:gd name="connsiteX3047" fmla="*/ 1468186 w 3044273"/>
              <a:gd name="connsiteY3047" fmla="*/ 924274 h 3047670"/>
              <a:gd name="connsiteX3048" fmla="*/ 1476980 w 3044273"/>
              <a:gd name="connsiteY3048" fmla="*/ 915356 h 3047670"/>
              <a:gd name="connsiteX3049" fmla="*/ 55143 w 3044273"/>
              <a:gd name="connsiteY3049" fmla="*/ 910959 h 3047670"/>
              <a:gd name="connsiteX3050" fmla="*/ 55771 w 3044273"/>
              <a:gd name="connsiteY3050" fmla="*/ 911587 h 3047670"/>
              <a:gd name="connsiteX3051" fmla="*/ 55143 w 3044273"/>
              <a:gd name="connsiteY3051" fmla="*/ 912215 h 3047670"/>
              <a:gd name="connsiteX3052" fmla="*/ 54516 w 3044273"/>
              <a:gd name="connsiteY3052" fmla="*/ 911587 h 3047670"/>
              <a:gd name="connsiteX3053" fmla="*/ 55143 w 3044273"/>
              <a:gd name="connsiteY3053" fmla="*/ 910959 h 3047670"/>
              <a:gd name="connsiteX3054" fmla="*/ 479471 w 3044273"/>
              <a:gd name="connsiteY3054" fmla="*/ 908698 h 3047670"/>
              <a:gd name="connsiteX3055" fmla="*/ 496178 w 3044273"/>
              <a:gd name="connsiteY3055" fmla="*/ 925279 h 3047670"/>
              <a:gd name="connsiteX3056" fmla="*/ 479597 w 3044273"/>
              <a:gd name="connsiteY3056" fmla="*/ 941986 h 3047670"/>
              <a:gd name="connsiteX3057" fmla="*/ 462890 w 3044273"/>
              <a:gd name="connsiteY3057" fmla="*/ 925405 h 3047670"/>
              <a:gd name="connsiteX3058" fmla="*/ 479471 w 3044273"/>
              <a:gd name="connsiteY3058" fmla="*/ 908698 h 3047670"/>
              <a:gd name="connsiteX3059" fmla="*/ 832826 w 3044273"/>
              <a:gd name="connsiteY3059" fmla="*/ 902543 h 3047670"/>
              <a:gd name="connsiteX3060" fmla="*/ 864104 w 3044273"/>
              <a:gd name="connsiteY3060" fmla="*/ 933696 h 3047670"/>
              <a:gd name="connsiteX3061" fmla="*/ 832951 w 3044273"/>
              <a:gd name="connsiteY3061" fmla="*/ 964974 h 3047670"/>
              <a:gd name="connsiteX3062" fmla="*/ 801674 w 3044273"/>
              <a:gd name="connsiteY3062" fmla="*/ 933821 h 3047670"/>
              <a:gd name="connsiteX3063" fmla="*/ 832826 w 3044273"/>
              <a:gd name="connsiteY3063" fmla="*/ 902543 h 3047670"/>
              <a:gd name="connsiteX3064" fmla="*/ 2559654 w 3044273"/>
              <a:gd name="connsiteY3064" fmla="*/ 900533 h 3047670"/>
              <a:gd name="connsiteX3065" fmla="*/ 2576990 w 3044273"/>
              <a:gd name="connsiteY3065" fmla="*/ 917741 h 3047670"/>
              <a:gd name="connsiteX3066" fmla="*/ 2559781 w 3044273"/>
              <a:gd name="connsiteY3066" fmla="*/ 935076 h 3047670"/>
              <a:gd name="connsiteX3067" fmla="*/ 2542445 w 3044273"/>
              <a:gd name="connsiteY3067" fmla="*/ 917867 h 3047670"/>
              <a:gd name="connsiteX3068" fmla="*/ 2559654 w 3044273"/>
              <a:gd name="connsiteY3068" fmla="*/ 900533 h 3047670"/>
              <a:gd name="connsiteX3069" fmla="*/ 2206301 w 3044273"/>
              <a:gd name="connsiteY3069" fmla="*/ 897896 h 3047670"/>
              <a:gd name="connsiteX3070" fmla="*/ 2237201 w 3044273"/>
              <a:gd name="connsiteY3070" fmla="*/ 928546 h 3047670"/>
              <a:gd name="connsiteX3071" fmla="*/ 2206551 w 3044273"/>
              <a:gd name="connsiteY3071" fmla="*/ 959447 h 3047670"/>
              <a:gd name="connsiteX3072" fmla="*/ 2175651 w 3044273"/>
              <a:gd name="connsiteY3072" fmla="*/ 928797 h 3047670"/>
              <a:gd name="connsiteX3073" fmla="*/ 2206301 w 3044273"/>
              <a:gd name="connsiteY3073" fmla="*/ 897896 h 3047670"/>
              <a:gd name="connsiteX3074" fmla="*/ 381870 w 3044273"/>
              <a:gd name="connsiteY3074" fmla="*/ 889352 h 3047670"/>
              <a:gd name="connsiteX3075" fmla="*/ 395059 w 3044273"/>
              <a:gd name="connsiteY3075" fmla="*/ 902416 h 3047670"/>
              <a:gd name="connsiteX3076" fmla="*/ 381995 w 3044273"/>
              <a:gd name="connsiteY3076" fmla="*/ 915480 h 3047670"/>
              <a:gd name="connsiteX3077" fmla="*/ 368931 w 3044273"/>
              <a:gd name="connsiteY3077" fmla="*/ 902416 h 3047670"/>
              <a:gd name="connsiteX3078" fmla="*/ 381870 w 3044273"/>
              <a:gd name="connsiteY3078" fmla="*/ 889352 h 3047670"/>
              <a:gd name="connsiteX3079" fmla="*/ 1849303 w 3044273"/>
              <a:gd name="connsiteY3079" fmla="*/ 885082 h 3047670"/>
              <a:gd name="connsiteX3080" fmla="*/ 1866009 w 3044273"/>
              <a:gd name="connsiteY3080" fmla="*/ 901663 h 3047670"/>
              <a:gd name="connsiteX3081" fmla="*/ 1849428 w 3044273"/>
              <a:gd name="connsiteY3081" fmla="*/ 918370 h 3047670"/>
              <a:gd name="connsiteX3082" fmla="*/ 1832721 w 3044273"/>
              <a:gd name="connsiteY3082" fmla="*/ 901789 h 3047670"/>
              <a:gd name="connsiteX3083" fmla="*/ 1849303 w 3044273"/>
              <a:gd name="connsiteY3083" fmla="*/ 885082 h 3047670"/>
              <a:gd name="connsiteX3084" fmla="*/ 1189572 w 3044273"/>
              <a:gd name="connsiteY3084" fmla="*/ 883575 h 3047670"/>
              <a:gd name="connsiteX3085" fmla="*/ 1210300 w 3044273"/>
              <a:gd name="connsiteY3085" fmla="*/ 904051 h 3047670"/>
              <a:gd name="connsiteX3086" fmla="*/ 1189824 w 3044273"/>
              <a:gd name="connsiteY3086" fmla="*/ 924652 h 3047670"/>
              <a:gd name="connsiteX3087" fmla="*/ 1169223 w 3044273"/>
              <a:gd name="connsiteY3087" fmla="*/ 904176 h 3047670"/>
              <a:gd name="connsiteX3088" fmla="*/ 1189572 w 3044273"/>
              <a:gd name="connsiteY3088" fmla="*/ 883575 h 3047670"/>
              <a:gd name="connsiteX3089" fmla="*/ 2657007 w 3044273"/>
              <a:gd name="connsiteY3089" fmla="*/ 881440 h 3047670"/>
              <a:gd name="connsiteX3090" fmla="*/ 2669693 w 3044273"/>
              <a:gd name="connsiteY3090" fmla="*/ 894001 h 3047670"/>
              <a:gd name="connsiteX3091" fmla="*/ 2657132 w 3044273"/>
              <a:gd name="connsiteY3091" fmla="*/ 906688 h 3047670"/>
              <a:gd name="connsiteX3092" fmla="*/ 2644445 w 3044273"/>
              <a:gd name="connsiteY3092" fmla="*/ 894127 h 3047670"/>
              <a:gd name="connsiteX3093" fmla="*/ 2657007 w 3044273"/>
              <a:gd name="connsiteY3093" fmla="*/ 881440 h 3047670"/>
              <a:gd name="connsiteX3094" fmla="*/ 729570 w 3044273"/>
              <a:gd name="connsiteY3094" fmla="*/ 879178 h 3047670"/>
              <a:gd name="connsiteX3095" fmla="*/ 756703 w 3044273"/>
              <a:gd name="connsiteY3095" fmla="*/ 906059 h 3047670"/>
              <a:gd name="connsiteX3096" fmla="*/ 729822 w 3044273"/>
              <a:gd name="connsiteY3096" fmla="*/ 933192 h 3047670"/>
              <a:gd name="connsiteX3097" fmla="*/ 702689 w 3044273"/>
              <a:gd name="connsiteY3097" fmla="*/ 906311 h 3047670"/>
              <a:gd name="connsiteX3098" fmla="*/ 729570 w 3044273"/>
              <a:gd name="connsiteY3098" fmla="*/ 879178 h 3047670"/>
              <a:gd name="connsiteX3099" fmla="*/ 2035842 w 3044273"/>
              <a:gd name="connsiteY3099" fmla="*/ 877922 h 3047670"/>
              <a:gd name="connsiteX3100" fmla="*/ 2062221 w 3044273"/>
              <a:gd name="connsiteY3100" fmla="*/ 904175 h 3047670"/>
              <a:gd name="connsiteX3101" fmla="*/ 2035967 w 3044273"/>
              <a:gd name="connsiteY3101" fmla="*/ 930555 h 3047670"/>
              <a:gd name="connsiteX3102" fmla="*/ 2009461 w 3044273"/>
              <a:gd name="connsiteY3102" fmla="*/ 904301 h 3047670"/>
              <a:gd name="connsiteX3103" fmla="*/ 2035842 w 3044273"/>
              <a:gd name="connsiteY3103" fmla="*/ 877922 h 3047670"/>
              <a:gd name="connsiteX3104" fmla="*/ 1003160 w 3044273"/>
              <a:gd name="connsiteY3104" fmla="*/ 877168 h 3047670"/>
              <a:gd name="connsiteX3105" fmla="*/ 1034061 w 3044273"/>
              <a:gd name="connsiteY3105" fmla="*/ 907818 h 3047670"/>
              <a:gd name="connsiteX3106" fmla="*/ 1003411 w 3044273"/>
              <a:gd name="connsiteY3106" fmla="*/ 938720 h 3047670"/>
              <a:gd name="connsiteX3107" fmla="*/ 972510 w 3044273"/>
              <a:gd name="connsiteY3107" fmla="*/ 908068 h 3047670"/>
              <a:gd name="connsiteX3108" fmla="*/ 1003160 w 3044273"/>
              <a:gd name="connsiteY3108" fmla="*/ 877168 h 3047670"/>
              <a:gd name="connsiteX3109" fmla="*/ 285145 w 3044273"/>
              <a:gd name="connsiteY3109" fmla="*/ 870134 h 3047670"/>
              <a:gd name="connsiteX3110" fmla="*/ 294692 w 3044273"/>
              <a:gd name="connsiteY3110" fmla="*/ 879555 h 3047670"/>
              <a:gd name="connsiteX3111" fmla="*/ 285145 w 3044273"/>
              <a:gd name="connsiteY3111" fmla="*/ 889102 h 3047670"/>
              <a:gd name="connsiteX3112" fmla="*/ 275598 w 3044273"/>
              <a:gd name="connsiteY3112" fmla="*/ 879680 h 3047670"/>
              <a:gd name="connsiteX3113" fmla="*/ 285145 w 3044273"/>
              <a:gd name="connsiteY3113" fmla="*/ 870134 h 3047670"/>
              <a:gd name="connsiteX3114" fmla="*/ 2309304 w 3044273"/>
              <a:gd name="connsiteY3114" fmla="*/ 869130 h 3047670"/>
              <a:gd name="connsiteX3115" fmla="*/ 2340834 w 3044273"/>
              <a:gd name="connsiteY3115" fmla="*/ 900408 h 3047670"/>
              <a:gd name="connsiteX3116" fmla="*/ 2309555 w 3044273"/>
              <a:gd name="connsiteY3116" fmla="*/ 931938 h 3047670"/>
              <a:gd name="connsiteX3117" fmla="*/ 2278027 w 3044273"/>
              <a:gd name="connsiteY3117" fmla="*/ 900659 h 3047670"/>
              <a:gd name="connsiteX3118" fmla="*/ 2309304 w 3044273"/>
              <a:gd name="connsiteY3118" fmla="*/ 869130 h 3047670"/>
              <a:gd name="connsiteX3119" fmla="*/ 2753729 w 3044273"/>
              <a:gd name="connsiteY3119" fmla="*/ 864356 h 3047670"/>
              <a:gd name="connsiteX3120" fmla="*/ 2760134 w 3044273"/>
              <a:gd name="connsiteY3120" fmla="*/ 870762 h 3047670"/>
              <a:gd name="connsiteX3121" fmla="*/ 2753729 w 3044273"/>
              <a:gd name="connsiteY3121" fmla="*/ 877168 h 3047670"/>
              <a:gd name="connsiteX3122" fmla="*/ 2747322 w 3044273"/>
              <a:gd name="connsiteY3122" fmla="*/ 870762 h 3047670"/>
              <a:gd name="connsiteX3123" fmla="*/ 2753729 w 3044273"/>
              <a:gd name="connsiteY3123" fmla="*/ 864356 h 3047670"/>
              <a:gd name="connsiteX3124" fmla="*/ 627948 w 3044273"/>
              <a:gd name="connsiteY3124" fmla="*/ 857070 h 3047670"/>
              <a:gd name="connsiteX3125" fmla="*/ 651061 w 3044273"/>
              <a:gd name="connsiteY3125" fmla="*/ 880058 h 3047670"/>
              <a:gd name="connsiteX3126" fmla="*/ 628073 w 3044273"/>
              <a:gd name="connsiteY3126" fmla="*/ 903172 h 3047670"/>
              <a:gd name="connsiteX3127" fmla="*/ 604960 w 3044273"/>
              <a:gd name="connsiteY3127" fmla="*/ 880184 h 3047670"/>
              <a:gd name="connsiteX3128" fmla="*/ 627948 w 3044273"/>
              <a:gd name="connsiteY3128" fmla="*/ 857070 h 3047670"/>
              <a:gd name="connsiteX3129" fmla="*/ 1268208 w 3044273"/>
              <a:gd name="connsiteY3129" fmla="*/ 855310 h 3047670"/>
              <a:gd name="connsiteX3130" fmla="*/ 1284160 w 3044273"/>
              <a:gd name="connsiteY3130" fmla="*/ 871138 h 3047670"/>
              <a:gd name="connsiteX3131" fmla="*/ 1268333 w 3044273"/>
              <a:gd name="connsiteY3131" fmla="*/ 887092 h 3047670"/>
              <a:gd name="connsiteX3132" fmla="*/ 1252379 w 3044273"/>
              <a:gd name="connsiteY3132" fmla="*/ 871264 h 3047670"/>
              <a:gd name="connsiteX3133" fmla="*/ 1268208 w 3044273"/>
              <a:gd name="connsiteY3133" fmla="*/ 855310 h 3047670"/>
              <a:gd name="connsiteX3134" fmla="*/ 188798 w 3044273"/>
              <a:gd name="connsiteY3134" fmla="*/ 853427 h 3047670"/>
              <a:gd name="connsiteX3135" fmla="*/ 192566 w 3044273"/>
              <a:gd name="connsiteY3135" fmla="*/ 857195 h 3047670"/>
              <a:gd name="connsiteX3136" fmla="*/ 188798 w 3044273"/>
              <a:gd name="connsiteY3136" fmla="*/ 860964 h 3047670"/>
              <a:gd name="connsiteX3137" fmla="*/ 185029 w 3044273"/>
              <a:gd name="connsiteY3137" fmla="*/ 857195 h 3047670"/>
              <a:gd name="connsiteX3138" fmla="*/ 188798 w 3044273"/>
              <a:gd name="connsiteY3138" fmla="*/ 853427 h 3047670"/>
              <a:gd name="connsiteX3139" fmla="*/ 1770417 w 3044273"/>
              <a:gd name="connsiteY3139" fmla="*/ 852799 h 3047670"/>
              <a:gd name="connsiteX3140" fmla="*/ 1787123 w 3044273"/>
              <a:gd name="connsiteY3140" fmla="*/ 869380 h 3047670"/>
              <a:gd name="connsiteX3141" fmla="*/ 1770542 w 3044273"/>
              <a:gd name="connsiteY3141" fmla="*/ 886087 h 3047670"/>
              <a:gd name="connsiteX3142" fmla="*/ 1753835 w 3044273"/>
              <a:gd name="connsiteY3142" fmla="*/ 869506 h 3047670"/>
              <a:gd name="connsiteX3143" fmla="*/ 1770417 w 3044273"/>
              <a:gd name="connsiteY3143" fmla="*/ 852799 h 3047670"/>
              <a:gd name="connsiteX3144" fmla="*/ 2849949 w 3044273"/>
              <a:gd name="connsiteY3144" fmla="*/ 846141 h 3047670"/>
              <a:gd name="connsiteX3145" fmla="*/ 2851456 w 3044273"/>
              <a:gd name="connsiteY3145" fmla="*/ 847648 h 3047670"/>
              <a:gd name="connsiteX3146" fmla="*/ 2849949 w 3044273"/>
              <a:gd name="connsiteY3146" fmla="*/ 849156 h 3047670"/>
              <a:gd name="connsiteX3147" fmla="*/ 2848316 w 3044273"/>
              <a:gd name="connsiteY3147" fmla="*/ 847648 h 3047670"/>
              <a:gd name="connsiteX3148" fmla="*/ 2849949 w 3044273"/>
              <a:gd name="connsiteY3148" fmla="*/ 846141 h 3047670"/>
              <a:gd name="connsiteX3149" fmla="*/ 2410674 w 3044273"/>
              <a:gd name="connsiteY3149" fmla="*/ 844885 h 3047670"/>
              <a:gd name="connsiteX3150" fmla="*/ 2439566 w 3044273"/>
              <a:gd name="connsiteY3150" fmla="*/ 873525 h 3047670"/>
              <a:gd name="connsiteX3151" fmla="*/ 2410925 w 3044273"/>
              <a:gd name="connsiteY3151" fmla="*/ 902416 h 3047670"/>
              <a:gd name="connsiteX3152" fmla="*/ 2382034 w 3044273"/>
              <a:gd name="connsiteY3152" fmla="*/ 873776 h 3047670"/>
              <a:gd name="connsiteX3153" fmla="*/ 2410674 w 3044273"/>
              <a:gd name="connsiteY3153" fmla="*/ 844885 h 3047670"/>
              <a:gd name="connsiteX3154" fmla="*/ 894126 w 3044273"/>
              <a:gd name="connsiteY3154" fmla="*/ 843378 h 3047670"/>
              <a:gd name="connsiteX3155" fmla="*/ 925405 w 3044273"/>
              <a:gd name="connsiteY3155" fmla="*/ 874404 h 3047670"/>
              <a:gd name="connsiteX3156" fmla="*/ 894378 w 3044273"/>
              <a:gd name="connsiteY3156" fmla="*/ 905684 h 3047670"/>
              <a:gd name="connsiteX3157" fmla="*/ 863100 w 3044273"/>
              <a:gd name="connsiteY3157" fmla="*/ 874656 h 3047670"/>
              <a:gd name="connsiteX3158" fmla="*/ 894126 w 3044273"/>
              <a:gd name="connsiteY3158" fmla="*/ 843378 h 3047670"/>
              <a:gd name="connsiteX3159" fmla="*/ 2144497 w 3044273"/>
              <a:gd name="connsiteY3159" fmla="*/ 840867 h 3047670"/>
              <a:gd name="connsiteX3160" fmla="*/ 2173765 w 3044273"/>
              <a:gd name="connsiteY3160" fmla="*/ 870010 h 3047670"/>
              <a:gd name="connsiteX3161" fmla="*/ 2144623 w 3044273"/>
              <a:gd name="connsiteY3161" fmla="*/ 899278 h 3047670"/>
              <a:gd name="connsiteX3162" fmla="*/ 2115355 w 3044273"/>
              <a:gd name="connsiteY3162" fmla="*/ 870135 h 3047670"/>
              <a:gd name="connsiteX3163" fmla="*/ 2144497 w 3044273"/>
              <a:gd name="connsiteY3163" fmla="*/ 840867 h 3047670"/>
              <a:gd name="connsiteX3164" fmla="*/ 527582 w 3044273"/>
              <a:gd name="connsiteY3164" fmla="*/ 838353 h 3047670"/>
              <a:gd name="connsiteX3165" fmla="*/ 544289 w 3044273"/>
              <a:gd name="connsiteY3165" fmla="*/ 854934 h 3047670"/>
              <a:gd name="connsiteX3166" fmla="*/ 527707 w 3044273"/>
              <a:gd name="connsiteY3166" fmla="*/ 871641 h 3047670"/>
              <a:gd name="connsiteX3167" fmla="*/ 511001 w 3044273"/>
              <a:gd name="connsiteY3167" fmla="*/ 855060 h 3047670"/>
              <a:gd name="connsiteX3168" fmla="*/ 527582 w 3044273"/>
              <a:gd name="connsiteY3168" fmla="*/ 838353 h 3047670"/>
              <a:gd name="connsiteX3169" fmla="*/ 92827 w 3044273"/>
              <a:gd name="connsiteY3169" fmla="*/ 833706 h 3047670"/>
              <a:gd name="connsiteX3170" fmla="*/ 94210 w 3044273"/>
              <a:gd name="connsiteY3170" fmla="*/ 835088 h 3047670"/>
              <a:gd name="connsiteX3171" fmla="*/ 92954 w 3044273"/>
              <a:gd name="connsiteY3171" fmla="*/ 836343 h 3047670"/>
              <a:gd name="connsiteX3172" fmla="*/ 91572 w 3044273"/>
              <a:gd name="connsiteY3172" fmla="*/ 835088 h 3047670"/>
              <a:gd name="connsiteX3173" fmla="*/ 92827 w 3044273"/>
              <a:gd name="connsiteY3173" fmla="*/ 833706 h 3047670"/>
              <a:gd name="connsiteX3174" fmla="*/ 1073379 w 3044273"/>
              <a:gd name="connsiteY3174" fmla="*/ 833204 h 3047670"/>
              <a:gd name="connsiteX3175" fmla="*/ 1100010 w 3044273"/>
              <a:gd name="connsiteY3175" fmla="*/ 859709 h 3047670"/>
              <a:gd name="connsiteX3176" fmla="*/ 1073505 w 3044273"/>
              <a:gd name="connsiteY3176" fmla="*/ 886339 h 3047670"/>
              <a:gd name="connsiteX3177" fmla="*/ 1046874 w 3044273"/>
              <a:gd name="connsiteY3177" fmla="*/ 859834 h 3047670"/>
              <a:gd name="connsiteX3178" fmla="*/ 1073379 w 3044273"/>
              <a:gd name="connsiteY3178" fmla="*/ 833204 h 3047670"/>
              <a:gd name="connsiteX3179" fmla="*/ 1965119 w 3044273"/>
              <a:gd name="connsiteY3179" fmla="*/ 830064 h 3047670"/>
              <a:gd name="connsiteX3180" fmla="*/ 1991625 w 3044273"/>
              <a:gd name="connsiteY3180" fmla="*/ 856317 h 3047670"/>
              <a:gd name="connsiteX3181" fmla="*/ 1965371 w 3044273"/>
              <a:gd name="connsiteY3181" fmla="*/ 882821 h 3047670"/>
              <a:gd name="connsiteX3182" fmla="*/ 1938865 w 3044273"/>
              <a:gd name="connsiteY3182" fmla="*/ 856568 h 3047670"/>
              <a:gd name="connsiteX3183" fmla="*/ 1965119 w 3044273"/>
              <a:gd name="connsiteY3183" fmla="*/ 830064 h 3047670"/>
              <a:gd name="connsiteX3184" fmla="*/ 2510914 w 3044273"/>
              <a:gd name="connsiteY3184" fmla="*/ 829059 h 3047670"/>
              <a:gd name="connsiteX3185" fmla="*/ 2529757 w 3044273"/>
              <a:gd name="connsiteY3185" fmla="*/ 847776 h 3047670"/>
              <a:gd name="connsiteX3186" fmla="*/ 2511041 w 3044273"/>
              <a:gd name="connsiteY3186" fmla="*/ 866619 h 3047670"/>
              <a:gd name="connsiteX3187" fmla="*/ 2492198 w 3044273"/>
              <a:gd name="connsiteY3187" fmla="*/ 847902 h 3047670"/>
              <a:gd name="connsiteX3188" fmla="*/ 2510914 w 3044273"/>
              <a:gd name="connsiteY3188" fmla="*/ 829059 h 3047670"/>
              <a:gd name="connsiteX3189" fmla="*/ 1350108 w 3044273"/>
              <a:gd name="connsiteY3189" fmla="*/ 825415 h 3047670"/>
              <a:gd name="connsiteX3190" fmla="*/ 1372089 w 3044273"/>
              <a:gd name="connsiteY3190" fmla="*/ 847271 h 3047670"/>
              <a:gd name="connsiteX3191" fmla="*/ 1350233 w 3044273"/>
              <a:gd name="connsiteY3191" fmla="*/ 869254 h 3047670"/>
              <a:gd name="connsiteX3192" fmla="*/ 1328250 w 3044273"/>
              <a:gd name="connsiteY3192" fmla="*/ 847398 h 3047670"/>
              <a:gd name="connsiteX3193" fmla="*/ 1350108 w 3044273"/>
              <a:gd name="connsiteY3193" fmla="*/ 825415 h 3047670"/>
              <a:gd name="connsiteX3194" fmla="*/ 1688390 w 3044273"/>
              <a:gd name="connsiteY3194" fmla="*/ 823656 h 3047670"/>
              <a:gd name="connsiteX3195" fmla="*/ 1710875 w 3044273"/>
              <a:gd name="connsiteY3195" fmla="*/ 845889 h 3047670"/>
              <a:gd name="connsiteX3196" fmla="*/ 1688642 w 3044273"/>
              <a:gd name="connsiteY3196" fmla="*/ 868374 h 3047670"/>
              <a:gd name="connsiteX3197" fmla="*/ 1666157 w 3044273"/>
              <a:gd name="connsiteY3197" fmla="*/ 846141 h 3047670"/>
              <a:gd name="connsiteX3198" fmla="*/ 1688390 w 3044273"/>
              <a:gd name="connsiteY3198" fmla="*/ 823656 h 3047670"/>
              <a:gd name="connsiteX3199" fmla="*/ 787730 w 3044273"/>
              <a:gd name="connsiteY3199" fmla="*/ 818883 h 3047670"/>
              <a:gd name="connsiteX3200" fmla="*/ 812853 w 3044273"/>
              <a:gd name="connsiteY3200" fmla="*/ 843754 h 3047670"/>
              <a:gd name="connsiteX3201" fmla="*/ 787982 w 3044273"/>
              <a:gd name="connsiteY3201" fmla="*/ 868877 h 3047670"/>
              <a:gd name="connsiteX3202" fmla="*/ 762859 w 3044273"/>
              <a:gd name="connsiteY3202" fmla="*/ 844006 h 3047670"/>
              <a:gd name="connsiteX3203" fmla="*/ 787730 w 3044273"/>
              <a:gd name="connsiteY3203" fmla="*/ 818883 h 3047670"/>
              <a:gd name="connsiteX3204" fmla="*/ 428093 w 3044273"/>
              <a:gd name="connsiteY3204" fmla="*/ 817753 h 3047670"/>
              <a:gd name="connsiteX3205" fmla="*/ 441032 w 3044273"/>
              <a:gd name="connsiteY3205" fmla="*/ 830566 h 3047670"/>
              <a:gd name="connsiteX3206" fmla="*/ 428220 w 3044273"/>
              <a:gd name="connsiteY3206" fmla="*/ 843504 h 3047670"/>
              <a:gd name="connsiteX3207" fmla="*/ 415407 w 3044273"/>
              <a:gd name="connsiteY3207" fmla="*/ 830692 h 3047670"/>
              <a:gd name="connsiteX3208" fmla="*/ 428093 w 3044273"/>
              <a:gd name="connsiteY3208" fmla="*/ 817753 h 3047670"/>
              <a:gd name="connsiteX3209" fmla="*/ 1434145 w 3044273"/>
              <a:gd name="connsiteY3209" fmla="*/ 812855 h 3047670"/>
              <a:gd name="connsiteX3210" fmla="*/ 1454117 w 3044273"/>
              <a:gd name="connsiteY3210" fmla="*/ 832703 h 3047670"/>
              <a:gd name="connsiteX3211" fmla="*/ 1434271 w 3044273"/>
              <a:gd name="connsiteY3211" fmla="*/ 852675 h 3047670"/>
              <a:gd name="connsiteX3212" fmla="*/ 1414298 w 3044273"/>
              <a:gd name="connsiteY3212" fmla="*/ 832828 h 3047670"/>
              <a:gd name="connsiteX3213" fmla="*/ 1434145 w 3044273"/>
              <a:gd name="connsiteY3213" fmla="*/ 812855 h 3047670"/>
              <a:gd name="connsiteX3214" fmla="*/ 1604353 w 3044273"/>
              <a:gd name="connsiteY3214" fmla="*/ 812225 h 3047670"/>
              <a:gd name="connsiteX3215" fmla="*/ 1624325 w 3044273"/>
              <a:gd name="connsiteY3215" fmla="*/ 832072 h 3047670"/>
              <a:gd name="connsiteX3216" fmla="*/ 1604479 w 3044273"/>
              <a:gd name="connsiteY3216" fmla="*/ 852045 h 3047670"/>
              <a:gd name="connsiteX3217" fmla="*/ 1584506 w 3044273"/>
              <a:gd name="connsiteY3217" fmla="*/ 832198 h 3047670"/>
              <a:gd name="connsiteX3218" fmla="*/ 1604353 w 3044273"/>
              <a:gd name="connsiteY3218" fmla="*/ 812225 h 3047670"/>
              <a:gd name="connsiteX3219" fmla="*/ 2250768 w 3044273"/>
              <a:gd name="connsiteY3219" fmla="*/ 811221 h 3047670"/>
              <a:gd name="connsiteX3220" fmla="*/ 2278278 w 3044273"/>
              <a:gd name="connsiteY3220" fmla="*/ 838606 h 3047670"/>
              <a:gd name="connsiteX3221" fmla="*/ 2250894 w 3044273"/>
              <a:gd name="connsiteY3221" fmla="*/ 866115 h 3047670"/>
              <a:gd name="connsiteX3222" fmla="*/ 2223385 w 3044273"/>
              <a:gd name="connsiteY3222" fmla="*/ 838731 h 3047670"/>
              <a:gd name="connsiteX3223" fmla="*/ 2250768 w 3044273"/>
              <a:gd name="connsiteY3223" fmla="*/ 811221 h 3047670"/>
              <a:gd name="connsiteX3224" fmla="*/ 2610152 w 3044273"/>
              <a:gd name="connsiteY3224" fmla="*/ 810216 h 3047670"/>
              <a:gd name="connsiteX3225" fmla="*/ 2622838 w 3044273"/>
              <a:gd name="connsiteY3225" fmla="*/ 822777 h 3047670"/>
              <a:gd name="connsiteX3226" fmla="*/ 2610277 w 3044273"/>
              <a:gd name="connsiteY3226" fmla="*/ 835464 h 3047670"/>
              <a:gd name="connsiteX3227" fmla="*/ 2597590 w 3044273"/>
              <a:gd name="connsiteY3227" fmla="*/ 822903 h 3047670"/>
              <a:gd name="connsiteX3228" fmla="*/ 2610152 w 3044273"/>
              <a:gd name="connsiteY3228" fmla="*/ 810216 h 3047670"/>
              <a:gd name="connsiteX3229" fmla="*/ 1519186 w 3044273"/>
              <a:gd name="connsiteY3229" fmla="*/ 808958 h 3047670"/>
              <a:gd name="connsiteX3230" fmla="*/ 1538028 w 3044273"/>
              <a:gd name="connsiteY3230" fmla="*/ 827675 h 3047670"/>
              <a:gd name="connsiteX3231" fmla="*/ 1519312 w 3044273"/>
              <a:gd name="connsiteY3231" fmla="*/ 846518 h 3047670"/>
              <a:gd name="connsiteX3232" fmla="*/ 1500470 w 3044273"/>
              <a:gd name="connsiteY3232" fmla="*/ 827801 h 3047670"/>
              <a:gd name="connsiteX3233" fmla="*/ 1519186 w 3044273"/>
              <a:gd name="connsiteY3233" fmla="*/ 808958 h 3047670"/>
              <a:gd name="connsiteX3234" fmla="*/ 329611 w 3044273"/>
              <a:gd name="connsiteY3234" fmla="*/ 798157 h 3047670"/>
              <a:gd name="connsiteX3235" fmla="*/ 338278 w 3044273"/>
              <a:gd name="connsiteY3235" fmla="*/ 806824 h 3047670"/>
              <a:gd name="connsiteX3236" fmla="*/ 329737 w 3044273"/>
              <a:gd name="connsiteY3236" fmla="*/ 815491 h 3047670"/>
              <a:gd name="connsiteX3237" fmla="*/ 321070 w 3044273"/>
              <a:gd name="connsiteY3237" fmla="*/ 806949 h 3047670"/>
              <a:gd name="connsiteX3238" fmla="*/ 329611 w 3044273"/>
              <a:gd name="connsiteY3238" fmla="*/ 798157 h 3047670"/>
              <a:gd name="connsiteX3239" fmla="*/ 683343 w 3044273"/>
              <a:gd name="connsiteY3239" fmla="*/ 792505 h 3047670"/>
              <a:gd name="connsiteX3240" fmla="*/ 706205 w 3044273"/>
              <a:gd name="connsiteY3240" fmla="*/ 815241 h 3047670"/>
              <a:gd name="connsiteX3241" fmla="*/ 683468 w 3044273"/>
              <a:gd name="connsiteY3241" fmla="*/ 838103 h 3047670"/>
              <a:gd name="connsiteX3242" fmla="*/ 660607 w 3044273"/>
              <a:gd name="connsiteY3242" fmla="*/ 815367 h 3047670"/>
              <a:gd name="connsiteX3243" fmla="*/ 683343 w 3044273"/>
              <a:gd name="connsiteY3243" fmla="*/ 792505 h 3047670"/>
              <a:gd name="connsiteX3244" fmla="*/ 2708635 w 3044273"/>
              <a:gd name="connsiteY3244" fmla="*/ 789992 h 3047670"/>
              <a:gd name="connsiteX3245" fmla="*/ 2717050 w 3044273"/>
              <a:gd name="connsiteY3245" fmla="*/ 798409 h 3047670"/>
              <a:gd name="connsiteX3246" fmla="*/ 2708635 w 3044273"/>
              <a:gd name="connsiteY3246" fmla="*/ 806826 h 3047670"/>
              <a:gd name="connsiteX3247" fmla="*/ 2700218 w 3044273"/>
              <a:gd name="connsiteY3247" fmla="*/ 798409 h 3047670"/>
              <a:gd name="connsiteX3248" fmla="*/ 2708635 w 3044273"/>
              <a:gd name="connsiteY3248" fmla="*/ 789992 h 3047670"/>
              <a:gd name="connsiteX3249" fmla="*/ 960575 w 3044273"/>
              <a:gd name="connsiteY3249" fmla="*/ 789741 h 3047670"/>
              <a:gd name="connsiteX3250" fmla="*/ 992105 w 3044273"/>
              <a:gd name="connsiteY3250" fmla="*/ 821019 h 3047670"/>
              <a:gd name="connsiteX3251" fmla="*/ 960827 w 3044273"/>
              <a:gd name="connsiteY3251" fmla="*/ 852549 h 3047670"/>
              <a:gd name="connsiteX3252" fmla="*/ 929298 w 3044273"/>
              <a:gd name="connsiteY3252" fmla="*/ 821270 h 3047670"/>
              <a:gd name="connsiteX3253" fmla="*/ 960575 w 3044273"/>
              <a:gd name="connsiteY3253" fmla="*/ 789741 h 3047670"/>
              <a:gd name="connsiteX3254" fmla="*/ 1148119 w 3044273"/>
              <a:gd name="connsiteY3254" fmla="*/ 789490 h 3047670"/>
              <a:gd name="connsiteX3255" fmla="*/ 1177387 w 3044273"/>
              <a:gd name="connsiteY3255" fmla="*/ 818633 h 3047670"/>
              <a:gd name="connsiteX3256" fmla="*/ 1148244 w 3044273"/>
              <a:gd name="connsiteY3256" fmla="*/ 847901 h 3047670"/>
              <a:gd name="connsiteX3257" fmla="*/ 1118977 w 3044273"/>
              <a:gd name="connsiteY3257" fmla="*/ 818758 h 3047670"/>
              <a:gd name="connsiteX3258" fmla="*/ 1148119 w 3044273"/>
              <a:gd name="connsiteY3258" fmla="*/ 789490 h 3047670"/>
              <a:gd name="connsiteX3259" fmla="*/ 2077544 w 3044273"/>
              <a:gd name="connsiteY3259" fmla="*/ 788234 h 3047670"/>
              <a:gd name="connsiteX3260" fmla="*/ 2106436 w 3044273"/>
              <a:gd name="connsiteY3260" fmla="*/ 816874 h 3047670"/>
              <a:gd name="connsiteX3261" fmla="*/ 2077796 w 3044273"/>
              <a:gd name="connsiteY3261" fmla="*/ 845765 h 3047670"/>
              <a:gd name="connsiteX3262" fmla="*/ 2048904 w 3044273"/>
              <a:gd name="connsiteY3262" fmla="*/ 817125 h 3047670"/>
              <a:gd name="connsiteX3263" fmla="*/ 2077544 w 3044273"/>
              <a:gd name="connsiteY3263" fmla="*/ 788234 h 3047670"/>
              <a:gd name="connsiteX3264" fmla="*/ 1890126 w 3044273"/>
              <a:gd name="connsiteY3264" fmla="*/ 787730 h 3047670"/>
              <a:gd name="connsiteX3265" fmla="*/ 1918515 w 3044273"/>
              <a:gd name="connsiteY3265" fmla="*/ 815993 h 3047670"/>
              <a:gd name="connsiteX3266" fmla="*/ 1890251 w 3044273"/>
              <a:gd name="connsiteY3266" fmla="*/ 844382 h 3047670"/>
              <a:gd name="connsiteX3267" fmla="*/ 1861863 w 3044273"/>
              <a:gd name="connsiteY3267" fmla="*/ 816119 h 3047670"/>
              <a:gd name="connsiteX3268" fmla="*/ 1890126 w 3044273"/>
              <a:gd name="connsiteY3268" fmla="*/ 787730 h 3047670"/>
              <a:gd name="connsiteX3269" fmla="*/ 2355028 w 3044273"/>
              <a:gd name="connsiteY3269" fmla="*/ 784842 h 3047670"/>
              <a:gd name="connsiteX3270" fmla="*/ 2379397 w 3044273"/>
              <a:gd name="connsiteY3270" fmla="*/ 809086 h 3047670"/>
              <a:gd name="connsiteX3271" fmla="*/ 2355154 w 3044273"/>
              <a:gd name="connsiteY3271" fmla="*/ 833581 h 3047670"/>
              <a:gd name="connsiteX3272" fmla="*/ 2330658 w 3044273"/>
              <a:gd name="connsiteY3272" fmla="*/ 809337 h 3047670"/>
              <a:gd name="connsiteX3273" fmla="*/ 2355028 w 3044273"/>
              <a:gd name="connsiteY3273" fmla="*/ 784842 h 3047670"/>
              <a:gd name="connsiteX3274" fmla="*/ 231882 w 3044273"/>
              <a:gd name="connsiteY3274" fmla="*/ 779817 h 3047670"/>
              <a:gd name="connsiteX3275" fmla="*/ 235651 w 3044273"/>
              <a:gd name="connsiteY3275" fmla="*/ 783585 h 3047670"/>
              <a:gd name="connsiteX3276" fmla="*/ 231882 w 3044273"/>
              <a:gd name="connsiteY3276" fmla="*/ 787354 h 3047670"/>
              <a:gd name="connsiteX3277" fmla="*/ 228114 w 3044273"/>
              <a:gd name="connsiteY3277" fmla="*/ 783585 h 3047670"/>
              <a:gd name="connsiteX3278" fmla="*/ 231882 w 3044273"/>
              <a:gd name="connsiteY3278" fmla="*/ 779817 h 3047670"/>
              <a:gd name="connsiteX3279" fmla="*/ 2806361 w 3044273"/>
              <a:gd name="connsiteY3279" fmla="*/ 770270 h 3047670"/>
              <a:gd name="connsiteX3280" fmla="*/ 2810381 w 3044273"/>
              <a:gd name="connsiteY3280" fmla="*/ 774290 h 3047670"/>
              <a:gd name="connsiteX3281" fmla="*/ 2806361 w 3044273"/>
              <a:gd name="connsiteY3281" fmla="*/ 778309 h 3047670"/>
              <a:gd name="connsiteX3282" fmla="*/ 2802341 w 3044273"/>
              <a:gd name="connsiteY3282" fmla="*/ 774290 h 3047670"/>
              <a:gd name="connsiteX3283" fmla="*/ 2806361 w 3044273"/>
              <a:gd name="connsiteY3283" fmla="*/ 770270 h 3047670"/>
              <a:gd name="connsiteX3284" fmla="*/ 580466 w 3044273"/>
              <a:gd name="connsiteY3284" fmla="*/ 768511 h 3047670"/>
              <a:gd name="connsiteX3285" fmla="*/ 600187 w 3044273"/>
              <a:gd name="connsiteY3285" fmla="*/ 788107 h 3047670"/>
              <a:gd name="connsiteX3286" fmla="*/ 580591 w 3044273"/>
              <a:gd name="connsiteY3286" fmla="*/ 807829 h 3047670"/>
              <a:gd name="connsiteX3287" fmla="*/ 560870 w 3044273"/>
              <a:gd name="connsiteY3287" fmla="*/ 788233 h 3047670"/>
              <a:gd name="connsiteX3288" fmla="*/ 580466 w 3044273"/>
              <a:gd name="connsiteY3288" fmla="*/ 768511 h 3047670"/>
              <a:gd name="connsiteX3289" fmla="*/ 2457529 w 3044273"/>
              <a:gd name="connsiteY3289" fmla="*/ 762607 h 3047670"/>
              <a:gd name="connsiteX3290" fmla="*/ 2476372 w 3044273"/>
              <a:gd name="connsiteY3290" fmla="*/ 781323 h 3047670"/>
              <a:gd name="connsiteX3291" fmla="*/ 2457655 w 3044273"/>
              <a:gd name="connsiteY3291" fmla="*/ 800166 h 3047670"/>
              <a:gd name="connsiteX3292" fmla="*/ 2438812 w 3044273"/>
              <a:gd name="connsiteY3292" fmla="*/ 781450 h 3047670"/>
              <a:gd name="connsiteX3293" fmla="*/ 2457529 w 3044273"/>
              <a:gd name="connsiteY3293" fmla="*/ 762607 h 3047670"/>
              <a:gd name="connsiteX3294" fmla="*/ 1226629 w 3044273"/>
              <a:gd name="connsiteY3294" fmla="*/ 759593 h 3047670"/>
              <a:gd name="connsiteX3295" fmla="*/ 1252380 w 3044273"/>
              <a:gd name="connsiteY3295" fmla="*/ 785218 h 3047670"/>
              <a:gd name="connsiteX3296" fmla="*/ 1226754 w 3044273"/>
              <a:gd name="connsiteY3296" fmla="*/ 810969 h 3047670"/>
              <a:gd name="connsiteX3297" fmla="*/ 1201004 w 3044273"/>
              <a:gd name="connsiteY3297" fmla="*/ 785344 h 3047670"/>
              <a:gd name="connsiteX3298" fmla="*/ 1226629 w 3044273"/>
              <a:gd name="connsiteY3298" fmla="*/ 759593 h 3047670"/>
              <a:gd name="connsiteX3299" fmla="*/ 134531 w 3044273"/>
              <a:gd name="connsiteY3299" fmla="*/ 759468 h 3047670"/>
              <a:gd name="connsiteX3300" fmla="*/ 135912 w 3044273"/>
              <a:gd name="connsiteY3300" fmla="*/ 760724 h 3047670"/>
              <a:gd name="connsiteX3301" fmla="*/ 134531 w 3044273"/>
              <a:gd name="connsiteY3301" fmla="*/ 762105 h 3047670"/>
              <a:gd name="connsiteX3302" fmla="*/ 133274 w 3044273"/>
              <a:gd name="connsiteY3302" fmla="*/ 760724 h 3047670"/>
              <a:gd name="connsiteX3303" fmla="*/ 134531 w 3044273"/>
              <a:gd name="connsiteY3303" fmla="*/ 759468 h 3047670"/>
              <a:gd name="connsiteX3304" fmla="*/ 850789 w 3044273"/>
              <a:gd name="connsiteY3304" fmla="*/ 758337 h 3047670"/>
              <a:gd name="connsiteX3305" fmla="*/ 879052 w 3044273"/>
              <a:gd name="connsiteY3305" fmla="*/ 786349 h 3047670"/>
              <a:gd name="connsiteX3306" fmla="*/ 851040 w 3044273"/>
              <a:gd name="connsiteY3306" fmla="*/ 814612 h 3047670"/>
              <a:gd name="connsiteX3307" fmla="*/ 822777 w 3044273"/>
              <a:gd name="connsiteY3307" fmla="*/ 786600 h 3047670"/>
              <a:gd name="connsiteX3308" fmla="*/ 850789 w 3044273"/>
              <a:gd name="connsiteY3308" fmla="*/ 758337 h 3047670"/>
              <a:gd name="connsiteX3309" fmla="*/ 1811492 w 3044273"/>
              <a:gd name="connsiteY3309" fmla="*/ 757835 h 3047670"/>
              <a:gd name="connsiteX3310" fmla="*/ 1836866 w 3044273"/>
              <a:gd name="connsiteY3310" fmla="*/ 782958 h 3047670"/>
              <a:gd name="connsiteX3311" fmla="*/ 1811743 w 3044273"/>
              <a:gd name="connsiteY3311" fmla="*/ 808332 h 3047670"/>
              <a:gd name="connsiteX3312" fmla="*/ 1786369 w 3044273"/>
              <a:gd name="connsiteY3312" fmla="*/ 783209 h 3047670"/>
              <a:gd name="connsiteX3313" fmla="*/ 1811492 w 3044273"/>
              <a:gd name="connsiteY3313" fmla="*/ 757835 h 3047670"/>
              <a:gd name="connsiteX3314" fmla="*/ 2187332 w 3044273"/>
              <a:gd name="connsiteY3314" fmla="*/ 753563 h 3047670"/>
              <a:gd name="connsiteX3315" fmla="*/ 2215470 w 3044273"/>
              <a:gd name="connsiteY3315" fmla="*/ 781575 h 3047670"/>
              <a:gd name="connsiteX3316" fmla="*/ 2187457 w 3044273"/>
              <a:gd name="connsiteY3316" fmla="*/ 809838 h 3047670"/>
              <a:gd name="connsiteX3317" fmla="*/ 2159195 w 3044273"/>
              <a:gd name="connsiteY3317" fmla="*/ 781826 h 3047670"/>
              <a:gd name="connsiteX3318" fmla="*/ 2187332 w 3044273"/>
              <a:gd name="connsiteY3318" fmla="*/ 753563 h 3047670"/>
              <a:gd name="connsiteX3319" fmla="*/ 2903452 w 3044273"/>
              <a:gd name="connsiteY3319" fmla="*/ 749793 h 3047670"/>
              <a:gd name="connsiteX3320" fmla="*/ 2904331 w 3044273"/>
              <a:gd name="connsiteY3320" fmla="*/ 750673 h 3047670"/>
              <a:gd name="connsiteX3321" fmla="*/ 2903452 w 3044273"/>
              <a:gd name="connsiteY3321" fmla="*/ 751553 h 3047670"/>
              <a:gd name="connsiteX3322" fmla="*/ 2902572 w 3044273"/>
              <a:gd name="connsiteY3322" fmla="*/ 750673 h 3047670"/>
              <a:gd name="connsiteX3323" fmla="*/ 2903452 w 3044273"/>
              <a:gd name="connsiteY3323" fmla="*/ 749793 h 3047670"/>
              <a:gd name="connsiteX3324" fmla="*/ 2558900 w 3044273"/>
              <a:gd name="connsiteY3324" fmla="*/ 746781 h 3047670"/>
              <a:gd name="connsiteX3325" fmla="*/ 2566689 w 3044273"/>
              <a:gd name="connsiteY3325" fmla="*/ 754568 h 3047670"/>
              <a:gd name="connsiteX3326" fmla="*/ 2559025 w 3044273"/>
              <a:gd name="connsiteY3326" fmla="*/ 762357 h 3047670"/>
              <a:gd name="connsiteX3327" fmla="*/ 2551237 w 3044273"/>
              <a:gd name="connsiteY3327" fmla="*/ 754695 h 3047670"/>
              <a:gd name="connsiteX3328" fmla="*/ 2558900 w 3044273"/>
              <a:gd name="connsiteY3328" fmla="*/ 746781 h 3047670"/>
              <a:gd name="connsiteX3329" fmla="*/ 478969 w 3044273"/>
              <a:gd name="connsiteY3329" fmla="*/ 745524 h 3047670"/>
              <a:gd name="connsiteX3330" fmla="*/ 495676 w 3044273"/>
              <a:gd name="connsiteY3330" fmla="*/ 762105 h 3047670"/>
              <a:gd name="connsiteX3331" fmla="*/ 479094 w 3044273"/>
              <a:gd name="connsiteY3331" fmla="*/ 778812 h 3047670"/>
              <a:gd name="connsiteX3332" fmla="*/ 462388 w 3044273"/>
              <a:gd name="connsiteY3332" fmla="*/ 762231 h 3047670"/>
              <a:gd name="connsiteX3333" fmla="*/ 478969 w 3044273"/>
              <a:gd name="connsiteY3333" fmla="*/ 745524 h 3047670"/>
              <a:gd name="connsiteX3334" fmla="*/ 1031673 w 3044273"/>
              <a:gd name="connsiteY3334" fmla="*/ 742008 h 3047670"/>
              <a:gd name="connsiteX3335" fmla="*/ 1063831 w 3044273"/>
              <a:gd name="connsiteY3335" fmla="*/ 773914 h 3047670"/>
              <a:gd name="connsiteX3336" fmla="*/ 1031925 w 3044273"/>
              <a:gd name="connsiteY3336" fmla="*/ 806071 h 3047670"/>
              <a:gd name="connsiteX3337" fmla="*/ 999642 w 3044273"/>
              <a:gd name="connsiteY3337" fmla="*/ 774039 h 3047670"/>
              <a:gd name="connsiteX3338" fmla="*/ 1031673 w 3044273"/>
              <a:gd name="connsiteY3338" fmla="*/ 742008 h 3047670"/>
              <a:gd name="connsiteX3339" fmla="*/ 2006445 w 3044273"/>
              <a:gd name="connsiteY3339" fmla="*/ 741254 h 3047670"/>
              <a:gd name="connsiteX3340" fmla="*/ 2035715 w 3044273"/>
              <a:gd name="connsiteY3340" fmla="*/ 770397 h 3047670"/>
              <a:gd name="connsiteX3341" fmla="*/ 2006572 w 3044273"/>
              <a:gd name="connsiteY3341" fmla="*/ 799665 h 3047670"/>
              <a:gd name="connsiteX3342" fmla="*/ 1977177 w 3044273"/>
              <a:gd name="connsiteY3342" fmla="*/ 770522 h 3047670"/>
              <a:gd name="connsiteX3343" fmla="*/ 2006445 w 3044273"/>
              <a:gd name="connsiteY3343" fmla="*/ 741254 h 3047670"/>
              <a:gd name="connsiteX3344" fmla="*/ 743388 w 3044273"/>
              <a:gd name="connsiteY3344" fmla="*/ 731958 h 3047670"/>
              <a:gd name="connsiteX3345" fmla="*/ 766250 w 3044273"/>
              <a:gd name="connsiteY3345" fmla="*/ 754694 h 3047670"/>
              <a:gd name="connsiteX3346" fmla="*/ 743513 w 3044273"/>
              <a:gd name="connsiteY3346" fmla="*/ 777556 h 3047670"/>
              <a:gd name="connsiteX3347" fmla="*/ 720652 w 3044273"/>
              <a:gd name="connsiteY3347" fmla="*/ 754819 h 3047670"/>
              <a:gd name="connsiteX3348" fmla="*/ 743388 w 3044273"/>
              <a:gd name="connsiteY3348" fmla="*/ 731958 h 3047670"/>
              <a:gd name="connsiteX3349" fmla="*/ 1307903 w 3044273"/>
              <a:gd name="connsiteY3349" fmla="*/ 729069 h 3047670"/>
              <a:gd name="connsiteX3350" fmla="*/ 1338803 w 3044273"/>
              <a:gd name="connsiteY3350" fmla="*/ 759719 h 3047670"/>
              <a:gd name="connsiteX3351" fmla="*/ 1308153 w 3044273"/>
              <a:gd name="connsiteY3351" fmla="*/ 790620 h 3047670"/>
              <a:gd name="connsiteX3352" fmla="*/ 1277253 w 3044273"/>
              <a:gd name="connsiteY3352" fmla="*/ 759970 h 3047670"/>
              <a:gd name="connsiteX3353" fmla="*/ 1307903 w 3044273"/>
              <a:gd name="connsiteY3353" fmla="*/ 729069 h 3047670"/>
              <a:gd name="connsiteX3354" fmla="*/ 1729842 w 3044273"/>
              <a:gd name="connsiteY3354" fmla="*/ 728189 h 3047670"/>
              <a:gd name="connsiteX3355" fmla="*/ 1760241 w 3044273"/>
              <a:gd name="connsiteY3355" fmla="*/ 758337 h 3047670"/>
              <a:gd name="connsiteX3356" fmla="*/ 1730092 w 3044273"/>
              <a:gd name="connsiteY3356" fmla="*/ 788735 h 3047670"/>
              <a:gd name="connsiteX3357" fmla="*/ 1699694 w 3044273"/>
              <a:gd name="connsiteY3357" fmla="*/ 758462 h 3047670"/>
              <a:gd name="connsiteX3358" fmla="*/ 1729842 w 3044273"/>
              <a:gd name="connsiteY3358" fmla="*/ 728189 h 3047670"/>
              <a:gd name="connsiteX3359" fmla="*/ 2294355 w 3044273"/>
              <a:gd name="connsiteY3359" fmla="*/ 725300 h 3047670"/>
              <a:gd name="connsiteX3360" fmla="*/ 2318348 w 3044273"/>
              <a:gd name="connsiteY3360" fmla="*/ 749166 h 3047670"/>
              <a:gd name="connsiteX3361" fmla="*/ 2294607 w 3044273"/>
              <a:gd name="connsiteY3361" fmla="*/ 773159 h 3047670"/>
              <a:gd name="connsiteX3362" fmla="*/ 2270614 w 3044273"/>
              <a:gd name="connsiteY3362" fmla="*/ 749293 h 3047670"/>
              <a:gd name="connsiteX3363" fmla="*/ 2294355 w 3044273"/>
              <a:gd name="connsiteY3363" fmla="*/ 725300 h 3047670"/>
              <a:gd name="connsiteX3364" fmla="*/ 2659267 w 3044273"/>
              <a:gd name="connsiteY3364" fmla="*/ 725050 h 3047670"/>
              <a:gd name="connsiteX3365" fmla="*/ 2663035 w 3044273"/>
              <a:gd name="connsiteY3365" fmla="*/ 728818 h 3047670"/>
              <a:gd name="connsiteX3366" fmla="*/ 2659267 w 3044273"/>
              <a:gd name="connsiteY3366" fmla="*/ 732587 h 3047670"/>
              <a:gd name="connsiteX3367" fmla="*/ 2655498 w 3044273"/>
              <a:gd name="connsiteY3367" fmla="*/ 728818 h 3047670"/>
              <a:gd name="connsiteX3368" fmla="*/ 2659267 w 3044273"/>
              <a:gd name="connsiteY3368" fmla="*/ 725050 h 3047670"/>
              <a:gd name="connsiteX3369" fmla="*/ 378476 w 3044273"/>
              <a:gd name="connsiteY3369" fmla="*/ 724922 h 3047670"/>
              <a:gd name="connsiteX3370" fmla="*/ 390661 w 3044273"/>
              <a:gd name="connsiteY3370" fmla="*/ 737107 h 3047670"/>
              <a:gd name="connsiteX3371" fmla="*/ 378476 w 3044273"/>
              <a:gd name="connsiteY3371" fmla="*/ 749293 h 3047670"/>
              <a:gd name="connsiteX3372" fmla="*/ 366292 w 3044273"/>
              <a:gd name="connsiteY3372" fmla="*/ 737107 h 3047670"/>
              <a:gd name="connsiteX3373" fmla="*/ 378476 w 3044273"/>
              <a:gd name="connsiteY3373" fmla="*/ 724922 h 3047670"/>
              <a:gd name="connsiteX3374" fmla="*/ 1391436 w 3044273"/>
              <a:gd name="connsiteY3374" fmla="*/ 713492 h 3047670"/>
              <a:gd name="connsiteX3375" fmla="*/ 1420704 w 3044273"/>
              <a:gd name="connsiteY3375" fmla="*/ 742635 h 3047670"/>
              <a:gd name="connsiteX3376" fmla="*/ 1391561 w 3044273"/>
              <a:gd name="connsiteY3376" fmla="*/ 771903 h 3047670"/>
              <a:gd name="connsiteX3377" fmla="*/ 1362294 w 3044273"/>
              <a:gd name="connsiteY3377" fmla="*/ 742760 h 3047670"/>
              <a:gd name="connsiteX3378" fmla="*/ 1391436 w 3044273"/>
              <a:gd name="connsiteY3378" fmla="*/ 713492 h 3047670"/>
              <a:gd name="connsiteX3379" fmla="*/ 1646184 w 3044273"/>
              <a:gd name="connsiteY3379" fmla="*/ 712488 h 3047670"/>
              <a:gd name="connsiteX3380" fmla="*/ 1675703 w 3044273"/>
              <a:gd name="connsiteY3380" fmla="*/ 741756 h 3047670"/>
              <a:gd name="connsiteX3381" fmla="*/ 1646436 w 3044273"/>
              <a:gd name="connsiteY3381" fmla="*/ 771276 h 3047670"/>
              <a:gd name="connsiteX3382" fmla="*/ 1616916 w 3044273"/>
              <a:gd name="connsiteY3382" fmla="*/ 741882 h 3047670"/>
              <a:gd name="connsiteX3383" fmla="*/ 1646184 w 3044273"/>
              <a:gd name="connsiteY3383" fmla="*/ 712488 h 3047670"/>
              <a:gd name="connsiteX3384" fmla="*/ 918370 w 3044273"/>
              <a:gd name="connsiteY3384" fmla="*/ 706835 h 3047670"/>
              <a:gd name="connsiteX3385" fmla="*/ 946132 w 3044273"/>
              <a:gd name="connsiteY3385" fmla="*/ 734470 h 3047670"/>
              <a:gd name="connsiteX3386" fmla="*/ 918622 w 3044273"/>
              <a:gd name="connsiteY3386" fmla="*/ 762231 h 3047670"/>
              <a:gd name="connsiteX3387" fmla="*/ 890861 w 3044273"/>
              <a:gd name="connsiteY3387" fmla="*/ 734596 h 3047670"/>
              <a:gd name="connsiteX3388" fmla="*/ 918370 w 3044273"/>
              <a:gd name="connsiteY3388" fmla="*/ 706835 h 3047670"/>
              <a:gd name="connsiteX3389" fmla="*/ 278988 w 3044273"/>
              <a:gd name="connsiteY3389" fmla="*/ 704950 h 3047670"/>
              <a:gd name="connsiteX3390" fmla="*/ 286777 w 3044273"/>
              <a:gd name="connsiteY3390" fmla="*/ 712613 h 3047670"/>
              <a:gd name="connsiteX3391" fmla="*/ 278988 w 3044273"/>
              <a:gd name="connsiteY3391" fmla="*/ 720401 h 3047670"/>
              <a:gd name="connsiteX3392" fmla="*/ 271201 w 3044273"/>
              <a:gd name="connsiteY3392" fmla="*/ 712613 h 3047670"/>
              <a:gd name="connsiteX3393" fmla="*/ 278988 w 3044273"/>
              <a:gd name="connsiteY3393" fmla="*/ 704950 h 3047670"/>
              <a:gd name="connsiteX3394" fmla="*/ 1476225 w 3044273"/>
              <a:gd name="connsiteY3394" fmla="*/ 704699 h 3047670"/>
              <a:gd name="connsiteX3395" fmla="*/ 1505492 w 3044273"/>
              <a:gd name="connsiteY3395" fmla="*/ 733842 h 3047670"/>
              <a:gd name="connsiteX3396" fmla="*/ 1476350 w 3044273"/>
              <a:gd name="connsiteY3396" fmla="*/ 763110 h 3047670"/>
              <a:gd name="connsiteX3397" fmla="*/ 1447082 w 3044273"/>
              <a:gd name="connsiteY3397" fmla="*/ 733967 h 3047670"/>
              <a:gd name="connsiteX3398" fmla="*/ 1476225 w 3044273"/>
              <a:gd name="connsiteY3398" fmla="*/ 704699 h 3047670"/>
              <a:gd name="connsiteX3399" fmla="*/ 1561519 w 3044273"/>
              <a:gd name="connsiteY3399" fmla="*/ 704574 h 3047670"/>
              <a:gd name="connsiteX3400" fmla="*/ 1590537 w 3044273"/>
              <a:gd name="connsiteY3400" fmla="*/ 733464 h 3047670"/>
              <a:gd name="connsiteX3401" fmla="*/ 1561645 w 3044273"/>
              <a:gd name="connsiteY3401" fmla="*/ 762607 h 3047670"/>
              <a:gd name="connsiteX3402" fmla="*/ 1532502 w 3044273"/>
              <a:gd name="connsiteY3402" fmla="*/ 733716 h 3047670"/>
              <a:gd name="connsiteX3403" fmla="*/ 1561519 w 3044273"/>
              <a:gd name="connsiteY3403" fmla="*/ 704574 h 3047670"/>
              <a:gd name="connsiteX3404" fmla="*/ 2119248 w 3044273"/>
              <a:gd name="connsiteY3404" fmla="*/ 704449 h 3047670"/>
              <a:gd name="connsiteX3405" fmla="*/ 2144998 w 3044273"/>
              <a:gd name="connsiteY3405" fmla="*/ 730074 h 3047670"/>
              <a:gd name="connsiteX3406" fmla="*/ 2119373 w 3044273"/>
              <a:gd name="connsiteY3406" fmla="*/ 755825 h 3047670"/>
              <a:gd name="connsiteX3407" fmla="*/ 2093622 w 3044273"/>
              <a:gd name="connsiteY3407" fmla="*/ 730200 h 3047670"/>
              <a:gd name="connsiteX3408" fmla="*/ 2119248 w 3044273"/>
              <a:gd name="connsiteY3408" fmla="*/ 704449 h 3047670"/>
              <a:gd name="connsiteX3409" fmla="*/ 637872 w 3044273"/>
              <a:gd name="connsiteY3409" fmla="*/ 703443 h 3047670"/>
              <a:gd name="connsiteX3410" fmla="*/ 659603 w 3044273"/>
              <a:gd name="connsiteY3410" fmla="*/ 725049 h 3047670"/>
              <a:gd name="connsiteX3411" fmla="*/ 637997 w 3044273"/>
              <a:gd name="connsiteY3411" fmla="*/ 746780 h 3047670"/>
              <a:gd name="connsiteX3412" fmla="*/ 616266 w 3044273"/>
              <a:gd name="connsiteY3412" fmla="*/ 725174 h 3047670"/>
              <a:gd name="connsiteX3413" fmla="*/ 637872 w 3044273"/>
              <a:gd name="connsiteY3413" fmla="*/ 703443 h 3047670"/>
              <a:gd name="connsiteX3414" fmla="*/ 2758626 w 3044273"/>
              <a:gd name="connsiteY3414" fmla="*/ 701810 h 3047670"/>
              <a:gd name="connsiteX3415" fmla="*/ 2760386 w 3044273"/>
              <a:gd name="connsiteY3415" fmla="*/ 703568 h 3047670"/>
              <a:gd name="connsiteX3416" fmla="*/ 2758626 w 3044273"/>
              <a:gd name="connsiteY3416" fmla="*/ 705327 h 3047670"/>
              <a:gd name="connsiteX3417" fmla="*/ 2756868 w 3044273"/>
              <a:gd name="connsiteY3417" fmla="*/ 703568 h 3047670"/>
              <a:gd name="connsiteX3418" fmla="*/ 2758626 w 3044273"/>
              <a:gd name="connsiteY3418" fmla="*/ 701810 h 3047670"/>
              <a:gd name="connsiteX3419" fmla="*/ 1931076 w 3044273"/>
              <a:gd name="connsiteY3419" fmla="*/ 701182 h 3047670"/>
              <a:gd name="connsiteX3420" fmla="*/ 1960219 w 3044273"/>
              <a:gd name="connsiteY3420" fmla="*/ 730072 h 3047670"/>
              <a:gd name="connsiteX3421" fmla="*/ 1931328 w 3044273"/>
              <a:gd name="connsiteY3421" fmla="*/ 759215 h 3047670"/>
              <a:gd name="connsiteX3422" fmla="*/ 1902186 w 3044273"/>
              <a:gd name="connsiteY3422" fmla="*/ 730324 h 3047670"/>
              <a:gd name="connsiteX3423" fmla="*/ 1931076 w 3044273"/>
              <a:gd name="connsiteY3423" fmla="*/ 701182 h 3047670"/>
              <a:gd name="connsiteX3424" fmla="*/ 1106415 w 3044273"/>
              <a:gd name="connsiteY3424" fmla="*/ 700304 h 3047670"/>
              <a:gd name="connsiteX3425" fmla="*/ 1139452 w 3044273"/>
              <a:gd name="connsiteY3425" fmla="*/ 733215 h 3047670"/>
              <a:gd name="connsiteX3426" fmla="*/ 1106667 w 3044273"/>
              <a:gd name="connsiteY3426" fmla="*/ 766252 h 3047670"/>
              <a:gd name="connsiteX3427" fmla="*/ 1073630 w 3044273"/>
              <a:gd name="connsiteY3427" fmla="*/ 733341 h 3047670"/>
              <a:gd name="connsiteX3428" fmla="*/ 1106415 w 3044273"/>
              <a:gd name="connsiteY3428" fmla="*/ 700304 h 3047670"/>
              <a:gd name="connsiteX3429" fmla="*/ 2399747 w 3044273"/>
              <a:gd name="connsiteY3429" fmla="*/ 698291 h 3047670"/>
              <a:gd name="connsiteX3430" fmla="*/ 2420348 w 3044273"/>
              <a:gd name="connsiteY3430" fmla="*/ 718767 h 3047670"/>
              <a:gd name="connsiteX3431" fmla="*/ 2399873 w 3044273"/>
              <a:gd name="connsiteY3431" fmla="*/ 739368 h 3047670"/>
              <a:gd name="connsiteX3432" fmla="*/ 2379272 w 3044273"/>
              <a:gd name="connsiteY3432" fmla="*/ 718892 h 3047670"/>
              <a:gd name="connsiteX3433" fmla="*/ 2399747 w 3044273"/>
              <a:gd name="connsiteY3433" fmla="*/ 698291 h 3047670"/>
              <a:gd name="connsiteX3434" fmla="*/ 180252 w 3044273"/>
              <a:gd name="connsiteY3434" fmla="*/ 685230 h 3047670"/>
              <a:gd name="connsiteX3435" fmla="*/ 183643 w 3044273"/>
              <a:gd name="connsiteY3435" fmla="*/ 688496 h 3047670"/>
              <a:gd name="connsiteX3436" fmla="*/ 180252 w 3044273"/>
              <a:gd name="connsiteY3436" fmla="*/ 691887 h 3047670"/>
              <a:gd name="connsiteX3437" fmla="*/ 176860 w 3044273"/>
              <a:gd name="connsiteY3437" fmla="*/ 688622 h 3047670"/>
              <a:gd name="connsiteX3438" fmla="*/ 180252 w 3044273"/>
              <a:gd name="connsiteY3438" fmla="*/ 685230 h 3047670"/>
              <a:gd name="connsiteX3439" fmla="*/ 533862 w 3044273"/>
              <a:gd name="connsiteY3439" fmla="*/ 677567 h 3047670"/>
              <a:gd name="connsiteX3440" fmla="*/ 553458 w 3044273"/>
              <a:gd name="connsiteY3440" fmla="*/ 697037 h 3047670"/>
              <a:gd name="connsiteX3441" fmla="*/ 534113 w 3044273"/>
              <a:gd name="connsiteY3441" fmla="*/ 716508 h 3047670"/>
              <a:gd name="connsiteX3442" fmla="*/ 514517 w 3044273"/>
              <a:gd name="connsiteY3442" fmla="*/ 697163 h 3047670"/>
              <a:gd name="connsiteX3443" fmla="*/ 533862 w 3044273"/>
              <a:gd name="connsiteY3443" fmla="*/ 677567 h 3047670"/>
              <a:gd name="connsiteX3444" fmla="*/ 807829 w 3044273"/>
              <a:gd name="connsiteY3444" fmla="*/ 676185 h 3047670"/>
              <a:gd name="connsiteX3445" fmla="*/ 830691 w 3044273"/>
              <a:gd name="connsiteY3445" fmla="*/ 698921 h 3047670"/>
              <a:gd name="connsiteX3446" fmla="*/ 807954 w 3044273"/>
              <a:gd name="connsiteY3446" fmla="*/ 721783 h 3047670"/>
              <a:gd name="connsiteX3447" fmla="*/ 785093 w 3044273"/>
              <a:gd name="connsiteY3447" fmla="*/ 699046 h 3047670"/>
              <a:gd name="connsiteX3448" fmla="*/ 807829 w 3044273"/>
              <a:gd name="connsiteY3448" fmla="*/ 676185 h 3047670"/>
              <a:gd name="connsiteX3449" fmla="*/ 2503503 w 3044273"/>
              <a:gd name="connsiteY3449" fmla="*/ 674927 h 3047670"/>
              <a:gd name="connsiteX3450" fmla="*/ 2518577 w 3044273"/>
              <a:gd name="connsiteY3450" fmla="*/ 689876 h 3047670"/>
              <a:gd name="connsiteX3451" fmla="*/ 2503503 w 3044273"/>
              <a:gd name="connsiteY3451" fmla="*/ 705075 h 3047670"/>
              <a:gd name="connsiteX3452" fmla="*/ 2488429 w 3044273"/>
              <a:gd name="connsiteY3452" fmla="*/ 690001 h 3047670"/>
              <a:gd name="connsiteX3453" fmla="*/ 2503503 w 3044273"/>
              <a:gd name="connsiteY3453" fmla="*/ 674927 h 3047670"/>
              <a:gd name="connsiteX3454" fmla="*/ 2229538 w 3044273"/>
              <a:gd name="connsiteY3454" fmla="*/ 668774 h 3047670"/>
              <a:gd name="connsiteX3455" fmla="*/ 2254660 w 3044273"/>
              <a:gd name="connsiteY3455" fmla="*/ 693645 h 3047670"/>
              <a:gd name="connsiteX3456" fmla="*/ 2229789 w 3044273"/>
              <a:gd name="connsiteY3456" fmla="*/ 718768 h 3047670"/>
              <a:gd name="connsiteX3457" fmla="*/ 2204666 w 3044273"/>
              <a:gd name="connsiteY3457" fmla="*/ 693897 h 3047670"/>
              <a:gd name="connsiteX3458" fmla="*/ 2229538 w 3044273"/>
              <a:gd name="connsiteY3458" fmla="*/ 668774 h 3047670"/>
              <a:gd name="connsiteX3459" fmla="*/ 1852567 w 3044273"/>
              <a:gd name="connsiteY3459" fmla="*/ 666889 h 3047670"/>
              <a:gd name="connsiteX3460" fmla="*/ 1882967 w 3044273"/>
              <a:gd name="connsiteY3460" fmla="*/ 697037 h 3047670"/>
              <a:gd name="connsiteX3461" fmla="*/ 1852692 w 3044273"/>
              <a:gd name="connsiteY3461" fmla="*/ 727435 h 3047670"/>
              <a:gd name="connsiteX3462" fmla="*/ 1822294 w 3044273"/>
              <a:gd name="connsiteY3462" fmla="*/ 697162 h 3047670"/>
              <a:gd name="connsiteX3463" fmla="*/ 1852567 w 3044273"/>
              <a:gd name="connsiteY3463" fmla="*/ 666889 h 3047670"/>
              <a:gd name="connsiteX3464" fmla="*/ 1184925 w 3044273"/>
              <a:gd name="connsiteY3464" fmla="*/ 666386 h 3047670"/>
              <a:gd name="connsiteX3465" fmla="*/ 1217962 w 3044273"/>
              <a:gd name="connsiteY3465" fmla="*/ 699297 h 3047670"/>
              <a:gd name="connsiteX3466" fmla="*/ 1185050 w 3044273"/>
              <a:gd name="connsiteY3466" fmla="*/ 732334 h 3047670"/>
              <a:gd name="connsiteX3467" fmla="*/ 1152014 w 3044273"/>
              <a:gd name="connsiteY3467" fmla="*/ 699548 h 3047670"/>
              <a:gd name="connsiteX3468" fmla="*/ 1184925 w 3044273"/>
              <a:gd name="connsiteY3468" fmla="*/ 666386 h 3047670"/>
              <a:gd name="connsiteX3469" fmla="*/ 989970 w 3044273"/>
              <a:gd name="connsiteY3469" fmla="*/ 660482 h 3047670"/>
              <a:gd name="connsiteX3470" fmla="*/ 1017730 w 3044273"/>
              <a:gd name="connsiteY3470" fmla="*/ 687991 h 3047670"/>
              <a:gd name="connsiteX3471" fmla="*/ 990095 w 3044273"/>
              <a:gd name="connsiteY3471" fmla="*/ 715753 h 3047670"/>
              <a:gd name="connsiteX3472" fmla="*/ 962335 w 3044273"/>
              <a:gd name="connsiteY3472" fmla="*/ 688243 h 3047670"/>
              <a:gd name="connsiteX3473" fmla="*/ 989970 w 3044273"/>
              <a:gd name="connsiteY3473" fmla="*/ 660482 h 3047670"/>
              <a:gd name="connsiteX3474" fmla="*/ 431487 w 3044273"/>
              <a:gd name="connsiteY3474" fmla="*/ 659228 h 3047670"/>
              <a:gd name="connsiteX3475" fmla="*/ 442542 w 3044273"/>
              <a:gd name="connsiteY3475" fmla="*/ 670282 h 3047670"/>
              <a:gd name="connsiteX3476" fmla="*/ 431487 w 3044273"/>
              <a:gd name="connsiteY3476" fmla="*/ 681336 h 3047670"/>
              <a:gd name="connsiteX3477" fmla="*/ 420433 w 3044273"/>
              <a:gd name="connsiteY3477" fmla="*/ 670282 h 3047670"/>
              <a:gd name="connsiteX3478" fmla="*/ 431487 w 3044273"/>
              <a:gd name="connsiteY3478" fmla="*/ 659228 h 3047670"/>
              <a:gd name="connsiteX3479" fmla="*/ 2047397 w 3044273"/>
              <a:gd name="connsiteY3479" fmla="*/ 657217 h 3047670"/>
              <a:gd name="connsiteX3480" fmla="*/ 2074656 w 3044273"/>
              <a:gd name="connsiteY3480" fmla="*/ 684350 h 3047670"/>
              <a:gd name="connsiteX3481" fmla="*/ 2047523 w 3044273"/>
              <a:gd name="connsiteY3481" fmla="*/ 711608 h 3047670"/>
              <a:gd name="connsiteX3482" fmla="*/ 2020265 w 3044273"/>
              <a:gd name="connsiteY3482" fmla="*/ 684475 h 3047670"/>
              <a:gd name="connsiteX3483" fmla="*/ 2047397 w 3044273"/>
              <a:gd name="connsiteY3483" fmla="*/ 657217 h 3047670"/>
              <a:gd name="connsiteX3484" fmla="*/ 2605754 w 3044273"/>
              <a:gd name="connsiteY3484" fmla="*/ 656338 h 3047670"/>
              <a:gd name="connsiteX3485" fmla="*/ 2611784 w 3044273"/>
              <a:gd name="connsiteY3485" fmla="*/ 662241 h 3047670"/>
              <a:gd name="connsiteX3486" fmla="*/ 2605880 w 3044273"/>
              <a:gd name="connsiteY3486" fmla="*/ 668270 h 3047670"/>
              <a:gd name="connsiteX3487" fmla="*/ 2599850 w 3044273"/>
              <a:gd name="connsiteY3487" fmla="*/ 662367 h 3047670"/>
              <a:gd name="connsiteX3488" fmla="*/ 2605754 w 3044273"/>
              <a:gd name="connsiteY3488" fmla="*/ 656338 h 3047670"/>
              <a:gd name="connsiteX3489" fmla="*/ 699423 w 3044273"/>
              <a:gd name="connsiteY3489" fmla="*/ 646664 h 3047670"/>
              <a:gd name="connsiteX3490" fmla="*/ 719019 w 3044273"/>
              <a:gd name="connsiteY3490" fmla="*/ 666010 h 3047670"/>
              <a:gd name="connsiteX3491" fmla="*/ 699674 w 3044273"/>
              <a:gd name="connsiteY3491" fmla="*/ 685607 h 3047670"/>
              <a:gd name="connsiteX3492" fmla="*/ 680078 w 3044273"/>
              <a:gd name="connsiteY3492" fmla="*/ 666261 h 3047670"/>
              <a:gd name="connsiteX3493" fmla="*/ 699423 w 3044273"/>
              <a:gd name="connsiteY3493" fmla="*/ 646664 h 3047670"/>
              <a:gd name="connsiteX3494" fmla="*/ 2337693 w 3044273"/>
              <a:gd name="connsiteY3494" fmla="*/ 643022 h 3047670"/>
              <a:gd name="connsiteX3495" fmla="*/ 2355029 w 3044273"/>
              <a:gd name="connsiteY3495" fmla="*/ 660230 h 3047670"/>
              <a:gd name="connsiteX3496" fmla="*/ 2337820 w 3044273"/>
              <a:gd name="connsiteY3496" fmla="*/ 677565 h 3047670"/>
              <a:gd name="connsiteX3497" fmla="*/ 2320484 w 3044273"/>
              <a:gd name="connsiteY3497" fmla="*/ 660357 h 3047670"/>
              <a:gd name="connsiteX3498" fmla="*/ 2337693 w 3044273"/>
              <a:gd name="connsiteY3498" fmla="*/ 643022 h 3047670"/>
              <a:gd name="connsiteX3499" fmla="*/ 1771421 w 3044273"/>
              <a:gd name="connsiteY3499" fmla="*/ 640761 h 3047670"/>
              <a:gd name="connsiteX3500" fmla="*/ 1801821 w 3044273"/>
              <a:gd name="connsiteY3500" fmla="*/ 670909 h 3047670"/>
              <a:gd name="connsiteX3501" fmla="*/ 1771546 w 3044273"/>
              <a:gd name="connsiteY3501" fmla="*/ 701307 h 3047670"/>
              <a:gd name="connsiteX3502" fmla="*/ 1741148 w 3044273"/>
              <a:gd name="connsiteY3502" fmla="*/ 671034 h 3047670"/>
              <a:gd name="connsiteX3503" fmla="*/ 1771421 w 3044273"/>
              <a:gd name="connsiteY3503" fmla="*/ 640761 h 3047670"/>
              <a:gd name="connsiteX3504" fmla="*/ 1265821 w 3044273"/>
              <a:gd name="connsiteY3504" fmla="*/ 640259 h 3047670"/>
              <a:gd name="connsiteX3505" fmla="*/ 1298481 w 3044273"/>
              <a:gd name="connsiteY3505" fmla="*/ 672667 h 3047670"/>
              <a:gd name="connsiteX3506" fmla="*/ 1266073 w 3044273"/>
              <a:gd name="connsiteY3506" fmla="*/ 705327 h 3047670"/>
              <a:gd name="connsiteX3507" fmla="*/ 1233414 w 3044273"/>
              <a:gd name="connsiteY3507" fmla="*/ 672919 h 3047670"/>
              <a:gd name="connsiteX3508" fmla="*/ 1265821 w 3044273"/>
              <a:gd name="connsiteY3508" fmla="*/ 640259 h 3047670"/>
              <a:gd name="connsiteX3509" fmla="*/ 329990 w 3044273"/>
              <a:gd name="connsiteY3509" fmla="*/ 637872 h 3047670"/>
              <a:gd name="connsiteX3510" fmla="*/ 336397 w 3044273"/>
              <a:gd name="connsiteY3510" fmla="*/ 644278 h 3047670"/>
              <a:gd name="connsiteX3511" fmla="*/ 329990 w 3044273"/>
              <a:gd name="connsiteY3511" fmla="*/ 650684 h 3047670"/>
              <a:gd name="connsiteX3512" fmla="*/ 323584 w 3044273"/>
              <a:gd name="connsiteY3512" fmla="*/ 644278 h 3047670"/>
              <a:gd name="connsiteX3513" fmla="*/ 329990 w 3044273"/>
              <a:gd name="connsiteY3513" fmla="*/ 637872 h 3047670"/>
              <a:gd name="connsiteX3514" fmla="*/ 2707126 w 3044273"/>
              <a:gd name="connsiteY3514" fmla="*/ 633225 h 3047670"/>
              <a:gd name="connsiteX3515" fmla="*/ 2709387 w 3044273"/>
              <a:gd name="connsiteY3515" fmla="*/ 635487 h 3047670"/>
              <a:gd name="connsiteX3516" fmla="*/ 2707126 w 3044273"/>
              <a:gd name="connsiteY3516" fmla="*/ 637747 h 3047670"/>
              <a:gd name="connsiteX3517" fmla="*/ 2704865 w 3044273"/>
              <a:gd name="connsiteY3517" fmla="*/ 635612 h 3047670"/>
              <a:gd name="connsiteX3518" fmla="*/ 2707126 w 3044273"/>
              <a:gd name="connsiteY3518" fmla="*/ 633225 h 3047670"/>
              <a:gd name="connsiteX3519" fmla="*/ 876288 w 3044273"/>
              <a:gd name="connsiteY3519" fmla="*/ 627321 h 3047670"/>
              <a:gd name="connsiteX3520" fmla="*/ 897141 w 3044273"/>
              <a:gd name="connsiteY3520" fmla="*/ 648047 h 3047670"/>
              <a:gd name="connsiteX3521" fmla="*/ 876414 w 3044273"/>
              <a:gd name="connsiteY3521" fmla="*/ 668900 h 3047670"/>
              <a:gd name="connsiteX3522" fmla="*/ 855562 w 3044273"/>
              <a:gd name="connsiteY3522" fmla="*/ 648173 h 3047670"/>
              <a:gd name="connsiteX3523" fmla="*/ 876288 w 3044273"/>
              <a:gd name="connsiteY3523" fmla="*/ 627321 h 3047670"/>
              <a:gd name="connsiteX3524" fmla="*/ 1688265 w 3044273"/>
              <a:gd name="connsiteY3524" fmla="*/ 624055 h 3047670"/>
              <a:gd name="connsiteX3525" fmla="*/ 1716655 w 3044273"/>
              <a:gd name="connsiteY3525" fmla="*/ 652318 h 3047670"/>
              <a:gd name="connsiteX3526" fmla="*/ 1688390 w 3044273"/>
              <a:gd name="connsiteY3526" fmla="*/ 680707 h 3047670"/>
              <a:gd name="connsiteX3527" fmla="*/ 1660002 w 3044273"/>
              <a:gd name="connsiteY3527" fmla="*/ 652443 h 3047670"/>
              <a:gd name="connsiteX3528" fmla="*/ 1688265 w 3044273"/>
              <a:gd name="connsiteY3528" fmla="*/ 624055 h 3047670"/>
              <a:gd name="connsiteX3529" fmla="*/ 1348852 w 3044273"/>
              <a:gd name="connsiteY3529" fmla="*/ 624055 h 3047670"/>
              <a:gd name="connsiteX3530" fmla="*/ 1378372 w 3044273"/>
              <a:gd name="connsiteY3530" fmla="*/ 653449 h 3047670"/>
              <a:gd name="connsiteX3531" fmla="*/ 1349103 w 3044273"/>
              <a:gd name="connsiteY3531" fmla="*/ 682968 h 3047670"/>
              <a:gd name="connsiteX3532" fmla="*/ 1319585 w 3044273"/>
              <a:gd name="connsiteY3532" fmla="*/ 653700 h 3047670"/>
              <a:gd name="connsiteX3533" fmla="*/ 1348852 w 3044273"/>
              <a:gd name="connsiteY3533" fmla="*/ 624055 h 3047670"/>
              <a:gd name="connsiteX3534" fmla="*/ 1065086 w 3044273"/>
              <a:gd name="connsiteY3534" fmla="*/ 622548 h 3047670"/>
              <a:gd name="connsiteX3535" fmla="*/ 1090336 w 3044273"/>
              <a:gd name="connsiteY3535" fmla="*/ 647671 h 3047670"/>
              <a:gd name="connsiteX3536" fmla="*/ 1065213 w 3044273"/>
              <a:gd name="connsiteY3536" fmla="*/ 673045 h 3047670"/>
              <a:gd name="connsiteX3537" fmla="*/ 1039838 w 3044273"/>
              <a:gd name="connsiteY3537" fmla="*/ 647922 h 3047670"/>
              <a:gd name="connsiteX3538" fmla="*/ 1065086 w 3044273"/>
              <a:gd name="connsiteY3538" fmla="*/ 622548 h 3047670"/>
              <a:gd name="connsiteX3539" fmla="*/ 2160829 w 3044273"/>
              <a:gd name="connsiteY3539" fmla="*/ 622045 h 3047670"/>
              <a:gd name="connsiteX3540" fmla="*/ 2182310 w 3044273"/>
              <a:gd name="connsiteY3540" fmla="*/ 643399 h 3047670"/>
              <a:gd name="connsiteX3541" fmla="*/ 2160956 w 3044273"/>
              <a:gd name="connsiteY3541" fmla="*/ 665005 h 3047670"/>
              <a:gd name="connsiteX3542" fmla="*/ 2139475 w 3044273"/>
              <a:gd name="connsiteY3542" fmla="*/ 643526 h 3047670"/>
              <a:gd name="connsiteX3543" fmla="*/ 2160829 w 3044273"/>
              <a:gd name="connsiteY3543" fmla="*/ 622045 h 3047670"/>
              <a:gd name="connsiteX3544" fmla="*/ 1971902 w 3044273"/>
              <a:gd name="connsiteY3544" fmla="*/ 620914 h 3047670"/>
              <a:gd name="connsiteX3545" fmla="*/ 1995518 w 3044273"/>
              <a:gd name="connsiteY3545" fmla="*/ 644279 h 3047670"/>
              <a:gd name="connsiteX3546" fmla="*/ 1972154 w 3044273"/>
              <a:gd name="connsiteY3546" fmla="*/ 667894 h 3047670"/>
              <a:gd name="connsiteX3547" fmla="*/ 1948664 w 3044273"/>
              <a:gd name="connsiteY3547" fmla="*/ 644530 h 3047670"/>
              <a:gd name="connsiteX3548" fmla="*/ 1971902 w 3044273"/>
              <a:gd name="connsiteY3548" fmla="*/ 620914 h 3047670"/>
              <a:gd name="connsiteX3549" fmla="*/ 593153 w 3044273"/>
              <a:gd name="connsiteY3549" fmla="*/ 618026 h 3047670"/>
              <a:gd name="connsiteX3550" fmla="*/ 610739 w 3044273"/>
              <a:gd name="connsiteY3550" fmla="*/ 635487 h 3047670"/>
              <a:gd name="connsiteX3551" fmla="*/ 593278 w 3044273"/>
              <a:gd name="connsiteY3551" fmla="*/ 653073 h 3047670"/>
              <a:gd name="connsiteX3552" fmla="*/ 575692 w 3044273"/>
              <a:gd name="connsiteY3552" fmla="*/ 635612 h 3047670"/>
              <a:gd name="connsiteX3553" fmla="*/ 593153 w 3044273"/>
              <a:gd name="connsiteY3553" fmla="*/ 618026 h 3047670"/>
              <a:gd name="connsiteX3554" fmla="*/ 229493 w 3044273"/>
              <a:gd name="connsiteY3554" fmla="*/ 616645 h 3047670"/>
              <a:gd name="connsiteX3555" fmla="*/ 232005 w 3044273"/>
              <a:gd name="connsiteY3555" fmla="*/ 619032 h 3047670"/>
              <a:gd name="connsiteX3556" fmla="*/ 229493 w 3044273"/>
              <a:gd name="connsiteY3556" fmla="*/ 621419 h 3047670"/>
              <a:gd name="connsiteX3557" fmla="*/ 227107 w 3044273"/>
              <a:gd name="connsiteY3557" fmla="*/ 619032 h 3047670"/>
              <a:gd name="connsiteX3558" fmla="*/ 229493 w 3044273"/>
              <a:gd name="connsiteY3558" fmla="*/ 616645 h 3047670"/>
              <a:gd name="connsiteX3559" fmla="*/ 2443962 w 3044273"/>
              <a:gd name="connsiteY3559" fmla="*/ 616017 h 3047670"/>
              <a:gd name="connsiteX3560" fmla="*/ 2456902 w 3044273"/>
              <a:gd name="connsiteY3560" fmla="*/ 628830 h 3047670"/>
              <a:gd name="connsiteX3561" fmla="*/ 2444088 w 3044273"/>
              <a:gd name="connsiteY3561" fmla="*/ 641768 h 3047670"/>
              <a:gd name="connsiteX3562" fmla="*/ 2431150 w 3044273"/>
              <a:gd name="connsiteY3562" fmla="*/ 628956 h 3047670"/>
              <a:gd name="connsiteX3563" fmla="*/ 2443962 w 3044273"/>
              <a:gd name="connsiteY3563" fmla="*/ 616017 h 3047670"/>
              <a:gd name="connsiteX3564" fmla="*/ 1433517 w 3044273"/>
              <a:gd name="connsiteY3564" fmla="*/ 612623 h 3047670"/>
              <a:gd name="connsiteX3565" fmla="*/ 1462785 w 3044273"/>
              <a:gd name="connsiteY3565" fmla="*/ 641766 h 3047670"/>
              <a:gd name="connsiteX3566" fmla="*/ 1433643 w 3044273"/>
              <a:gd name="connsiteY3566" fmla="*/ 671034 h 3047670"/>
              <a:gd name="connsiteX3567" fmla="*/ 1404250 w 3044273"/>
              <a:gd name="connsiteY3567" fmla="*/ 641891 h 3047670"/>
              <a:gd name="connsiteX3568" fmla="*/ 1433517 w 3044273"/>
              <a:gd name="connsiteY3568" fmla="*/ 612623 h 3047670"/>
              <a:gd name="connsiteX3569" fmla="*/ 1603726 w 3044273"/>
              <a:gd name="connsiteY3569" fmla="*/ 611870 h 3047670"/>
              <a:gd name="connsiteX3570" fmla="*/ 1632994 w 3044273"/>
              <a:gd name="connsiteY3570" fmla="*/ 641013 h 3047670"/>
              <a:gd name="connsiteX3571" fmla="*/ 1603851 w 3044273"/>
              <a:gd name="connsiteY3571" fmla="*/ 670407 h 3047670"/>
              <a:gd name="connsiteX3572" fmla="*/ 1574584 w 3044273"/>
              <a:gd name="connsiteY3572" fmla="*/ 641264 h 3047670"/>
              <a:gd name="connsiteX3573" fmla="*/ 1603726 w 3044273"/>
              <a:gd name="connsiteY3573" fmla="*/ 611870 h 3047670"/>
              <a:gd name="connsiteX3574" fmla="*/ 1518558 w 3044273"/>
              <a:gd name="connsiteY3574" fmla="*/ 608478 h 3047670"/>
              <a:gd name="connsiteX3575" fmla="*/ 1547826 w 3044273"/>
              <a:gd name="connsiteY3575" fmla="*/ 637621 h 3047670"/>
              <a:gd name="connsiteX3576" fmla="*/ 1518683 w 3044273"/>
              <a:gd name="connsiteY3576" fmla="*/ 666889 h 3047670"/>
              <a:gd name="connsiteX3577" fmla="*/ 1489416 w 3044273"/>
              <a:gd name="connsiteY3577" fmla="*/ 637746 h 3047670"/>
              <a:gd name="connsiteX3578" fmla="*/ 1518558 w 3044273"/>
              <a:gd name="connsiteY3578" fmla="*/ 608478 h 3047670"/>
              <a:gd name="connsiteX3579" fmla="*/ 2548475 w 3044273"/>
              <a:gd name="connsiteY3579" fmla="*/ 593152 h 3047670"/>
              <a:gd name="connsiteX3580" fmla="*/ 2554505 w 3044273"/>
              <a:gd name="connsiteY3580" fmla="*/ 599055 h 3047670"/>
              <a:gd name="connsiteX3581" fmla="*/ 2548601 w 3044273"/>
              <a:gd name="connsiteY3581" fmla="*/ 605084 h 3047670"/>
              <a:gd name="connsiteX3582" fmla="*/ 2542571 w 3044273"/>
              <a:gd name="connsiteY3582" fmla="*/ 599181 h 3047670"/>
              <a:gd name="connsiteX3583" fmla="*/ 2548475 w 3044273"/>
              <a:gd name="connsiteY3583" fmla="*/ 593152 h 3047670"/>
              <a:gd name="connsiteX3584" fmla="*/ 764994 w 3044273"/>
              <a:gd name="connsiteY3584" fmla="*/ 591771 h 3047670"/>
              <a:gd name="connsiteX3585" fmla="*/ 784966 w 3044273"/>
              <a:gd name="connsiteY3585" fmla="*/ 611618 h 3047670"/>
              <a:gd name="connsiteX3586" fmla="*/ 765119 w 3044273"/>
              <a:gd name="connsiteY3586" fmla="*/ 631591 h 3047670"/>
              <a:gd name="connsiteX3587" fmla="*/ 745146 w 3044273"/>
              <a:gd name="connsiteY3587" fmla="*/ 611744 h 3047670"/>
              <a:gd name="connsiteX3588" fmla="*/ 764994 w 3044273"/>
              <a:gd name="connsiteY3588" fmla="*/ 591771 h 3047670"/>
              <a:gd name="connsiteX3589" fmla="*/ 488264 w 3044273"/>
              <a:gd name="connsiteY3589" fmla="*/ 591268 h 3047670"/>
              <a:gd name="connsiteX3590" fmla="*/ 503589 w 3044273"/>
              <a:gd name="connsiteY3590" fmla="*/ 606467 h 3047670"/>
              <a:gd name="connsiteX3591" fmla="*/ 488390 w 3044273"/>
              <a:gd name="connsiteY3591" fmla="*/ 621792 h 3047670"/>
              <a:gd name="connsiteX3592" fmla="*/ 473065 w 3044273"/>
              <a:gd name="connsiteY3592" fmla="*/ 606593 h 3047670"/>
              <a:gd name="connsiteX3593" fmla="*/ 488264 w 3044273"/>
              <a:gd name="connsiteY3593" fmla="*/ 591268 h 3047670"/>
              <a:gd name="connsiteX3594" fmla="*/ 2271745 w 3044273"/>
              <a:gd name="connsiteY3594" fmla="*/ 586245 h 3047670"/>
              <a:gd name="connsiteX3595" fmla="*/ 2291717 w 3044273"/>
              <a:gd name="connsiteY3595" fmla="*/ 606093 h 3047670"/>
              <a:gd name="connsiteX3596" fmla="*/ 2271871 w 3044273"/>
              <a:gd name="connsiteY3596" fmla="*/ 626065 h 3047670"/>
              <a:gd name="connsiteX3597" fmla="*/ 2251897 w 3044273"/>
              <a:gd name="connsiteY3597" fmla="*/ 606218 h 3047670"/>
              <a:gd name="connsiteX3598" fmla="*/ 2271745 w 3044273"/>
              <a:gd name="connsiteY3598" fmla="*/ 586245 h 3047670"/>
              <a:gd name="connsiteX3599" fmla="*/ 1893519 w 3044273"/>
              <a:gd name="connsiteY3599" fmla="*/ 586119 h 3047670"/>
              <a:gd name="connsiteX3600" fmla="*/ 1918392 w 3044273"/>
              <a:gd name="connsiteY3600" fmla="*/ 610864 h 3047670"/>
              <a:gd name="connsiteX3601" fmla="*/ 1893770 w 3044273"/>
              <a:gd name="connsiteY3601" fmla="*/ 635736 h 3047670"/>
              <a:gd name="connsiteX3602" fmla="*/ 1868898 w 3044273"/>
              <a:gd name="connsiteY3602" fmla="*/ 610990 h 3047670"/>
              <a:gd name="connsiteX3603" fmla="*/ 1893519 w 3044273"/>
              <a:gd name="connsiteY3603" fmla="*/ 586119 h 3047670"/>
              <a:gd name="connsiteX3604" fmla="*/ 1143221 w 3044273"/>
              <a:gd name="connsiteY3604" fmla="*/ 585363 h 3047670"/>
              <a:gd name="connsiteX3605" fmla="*/ 1171610 w 3044273"/>
              <a:gd name="connsiteY3605" fmla="*/ 613626 h 3047670"/>
              <a:gd name="connsiteX3606" fmla="*/ 1143347 w 3044273"/>
              <a:gd name="connsiteY3606" fmla="*/ 642015 h 3047670"/>
              <a:gd name="connsiteX3607" fmla="*/ 1114958 w 3044273"/>
              <a:gd name="connsiteY3607" fmla="*/ 613752 h 3047670"/>
              <a:gd name="connsiteX3608" fmla="*/ 1143221 w 3044273"/>
              <a:gd name="connsiteY3608" fmla="*/ 585363 h 3047670"/>
              <a:gd name="connsiteX3609" fmla="*/ 948267 w 3044273"/>
              <a:gd name="connsiteY3609" fmla="*/ 579965 h 3047670"/>
              <a:gd name="connsiteX3610" fmla="*/ 970753 w 3044273"/>
              <a:gd name="connsiteY3610" fmla="*/ 602198 h 3047670"/>
              <a:gd name="connsiteX3611" fmla="*/ 948519 w 3044273"/>
              <a:gd name="connsiteY3611" fmla="*/ 624683 h 3047670"/>
              <a:gd name="connsiteX3612" fmla="*/ 926034 w 3044273"/>
              <a:gd name="connsiteY3612" fmla="*/ 602450 h 3047670"/>
              <a:gd name="connsiteX3613" fmla="*/ 948267 w 3044273"/>
              <a:gd name="connsiteY3613" fmla="*/ 579965 h 3047670"/>
              <a:gd name="connsiteX3614" fmla="*/ 2088346 w 3044273"/>
              <a:gd name="connsiteY3614" fmla="*/ 575943 h 3047670"/>
              <a:gd name="connsiteX3615" fmla="*/ 2110831 w 3044273"/>
              <a:gd name="connsiteY3615" fmla="*/ 598176 h 3047670"/>
              <a:gd name="connsiteX3616" fmla="*/ 2088598 w 3044273"/>
              <a:gd name="connsiteY3616" fmla="*/ 620661 h 3047670"/>
              <a:gd name="connsiteX3617" fmla="*/ 2066112 w 3044273"/>
              <a:gd name="connsiteY3617" fmla="*/ 598428 h 3047670"/>
              <a:gd name="connsiteX3618" fmla="*/ 2088346 w 3044273"/>
              <a:gd name="connsiteY3618" fmla="*/ 575943 h 3047670"/>
              <a:gd name="connsiteX3619" fmla="*/ 2651981 w 3044273"/>
              <a:gd name="connsiteY3619" fmla="*/ 568407 h 3047670"/>
              <a:gd name="connsiteX3620" fmla="*/ 2654242 w 3044273"/>
              <a:gd name="connsiteY3620" fmla="*/ 570669 h 3047670"/>
              <a:gd name="connsiteX3621" fmla="*/ 2651981 w 3044273"/>
              <a:gd name="connsiteY3621" fmla="*/ 572929 h 3047670"/>
              <a:gd name="connsiteX3622" fmla="*/ 2649720 w 3044273"/>
              <a:gd name="connsiteY3622" fmla="*/ 570669 h 3047670"/>
              <a:gd name="connsiteX3623" fmla="*/ 2651981 w 3044273"/>
              <a:gd name="connsiteY3623" fmla="*/ 568407 h 3047670"/>
              <a:gd name="connsiteX3624" fmla="*/ 384756 w 3044273"/>
              <a:gd name="connsiteY3624" fmla="*/ 567904 h 3047670"/>
              <a:gd name="connsiteX3625" fmla="*/ 395810 w 3044273"/>
              <a:gd name="connsiteY3625" fmla="*/ 578958 h 3047670"/>
              <a:gd name="connsiteX3626" fmla="*/ 384756 w 3044273"/>
              <a:gd name="connsiteY3626" fmla="*/ 590012 h 3047670"/>
              <a:gd name="connsiteX3627" fmla="*/ 373702 w 3044273"/>
              <a:gd name="connsiteY3627" fmla="*/ 578958 h 3047670"/>
              <a:gd name="connsiteX3628" fmla="*/ 384756 w 3044273"/>
              <a:gd name="connsiteY3628" fmla="*/ 567904 h 3047670"/>
              <a:gd name="connsiteX3629" fmla="*/ 655960 w 3044273"/>
              <a:gd name="connsiteY3629" fmla="*/ 558483 h 3047670"/>
              <a:gd name="connsiteX3630" fmla="*/ 675554 w 3044273"/>
              <a:gd name="connsiteY3630" fmla="*/ 577829 h 3047670"/>
              <a:gd name="connsiteX3631" fmla="*/ 656210 w 3044273"/>
              <a:gd name="connsiteY3631" fmla="*/ 597426 h 3047670"/>
              <a:gd name="connsiteX3632" fmla="*/ 636614 w 3044273"/>
              <a:gd name="connsiteY3632" fmla="*/ 578080 h 3047670"/>
              <a:gd name="connsiteX3633" fmla="*/ 655960 w 3044273"/>
              <a:gd name="connsiteY3633" fmla="*/ 558483 h 3047670"/>
              <a:gd name="connsiteX3634" fmla="*/ 1812749 w 3044273"/>
              <a:gd name="connsiteY3634" fmla="*/ 557102 h 3047670"/>
              <a:gd name="connsiteX3635" fmla="*/ 1839630 w 3044273"/>
              <a:gd name="connsiteY3635" fmla="*/ 583733 h 3047670"/>
              <a:gd name="connsiteX3636" fmla="*/ 1813000 w 3044273"/>
              <a:gd name="connsiteY3636" fmla="*/ 610614 h 3047670"/>
              <a:gd name="connsiteX3637" fmla="*/ 1786119 w 3044273"/>
              <a:gd name="connsiteY3637" fmla="*/ 583983 h 3047670"/>
              <a:gd name="connsiteX3638" fmla="*/ 1812749 w 3044273"/>
              <a:gd name="connsiteY3638" fmla="*/ 557102 h 3047670"/>
              <a:gd name="connsiteX3639" fmla="*/ 1223740 w 3044273"/>
              <a:gd name="connsiteY3639" fmla="*/ 556348 h 3047670"/>
              <a:gd name="connsiteX3640" fmla="*/ 1253510 w 3044273"/>
              <a:gd name="connsiteY3640" fmla="*/ 585867 h 3047670"/>
              <a:gd name="connsiteX3641" fmla="*/ 1223991 w 3044273"/>
              <a:gd name="connsiteY3641" fmla="*/ 615639 h 3047670"/>
              <a:gd name="connsiteX3642" fmla="*/ 1194220 w 3044273"/>
              <a:gd name="connsiteY3642" fmla="*/ 586119 h 3047670"/>
              <a:gd name="connsiteX3643" fmla="*/ 1223740 w 3044273"/>
              <a:gd name="connsiteY3643" fmla="*/ 556348 h 3047670"/>
              <a:gd name="connsiteX3644" fmla="*/ 2380527 w 3044273"/>
              <a:gd name="connsiteY3644" fmla="*/ 554463 h 3047670"/>
              <a:gd name="connsiteX3645" fmla="*/ 2397863 w 3044273"/>
              <a:gd name="connsiteY3645" fmla="*/ 571671 h 3047670"/>
              <a:gd name="connsiteX3646" fmla="*/ 2380654 w 3044273"/>
              <a:gd name="connsiteY3646" fmla="*/ 589006 h 3047670"/>
              <a:gd name="connsiteX3647" fmla="*/ 2363318 w 3044273"/>
              <a:gd name="connsiteY3647" fmla="*/ 571798 h 3047670"/>
              <a:gd name="connsiteX3648" fmla="*/ 2380527 w 3044273"/>
              <a:gd name="connsiteY3648" fmla="*/ 554463 h 3047670"/>
              <a:gd name="connsiteX3649" fmla="*/ 282253 w 3044273"/>
              <a:gd name="connsiteY3649" fmla="*/ 547808 h 3047670"/>
              <a:gd name="connsiteX3650" fmla="*/ 286775 w 3044273"/>
              <a:gd name="connsiteY3650" fmla="*/ 552205 h 3047670"/>
              <a:gd name="connsiteX3651" fmla="*/ 282378 w 3044273"/>
              <a:gd name="connsiteY3651" fmla="*/ 556601 h 3047670"/>
              <a:gd name="connsiteX3652" fmla="*/ 277982 w 3044273"/>
              <a:gd name="connsiteY3652" fmla="*/ 552205 h 3047670"/>
              <a:gd name="connsiteX3653" fmla="*/ 282253 w 3044273"/>
              <a:gd name="connsiteY3653" fmla="*/ 547808 h 3047670"/>
              <a:gd name="connsiteX3654" fmla="*/ 834333 w 3044273"/>
              <a:gd name="connsiteY3654" fmla="*/ 545042 h 3047670"/>
              <a:gd name="connsiteX3655" fmla="*/ 851165 w 3044273"/>
              <a:gd name="connsiteY3655" fmla="*/ 561749 h 3047670"/>
              <a:gd name="connsiteX3656" fmla="*/ 834459 w 3044273"/>
              <a:gd name="connsiteY3656" fmla="*/ 578582 h 3047670"/>
              <a:gd name="connsiteX3657" fmla="*/ 817500 w 3044273"/>
              <a:gd name="connsiteY3657" fmla="*/ 561875 h 3047670"/>
              <a:gd name="connsiteX3658" fmla="*/ 834333 w 3044273"/>
              <a:gd name="connsiteY3658" fmla="*/ 545042 h 3047670"/>
              <a:gd name="connsiteX3659" fmla="*/ 1023634 w 3044273"/>
              <a:gd name="connsiteY3659" fmla="*/ 541777 h 3047670"/>
              <a:gd name="connsiteX3660" fmla="*/ 1044110 w 3044273"/>
              <a:gd name="connsiteY3660" fmla="*/ 562126 h 3047670"/>
              <a:gd name="connsiteX3661" fmla="*/ 1023761 w 3044273"/>
              <a:gd name="connsiteY3661" fmla="*/ 582602 h 3047670"/>
              <a:gd name="connsiteX3662" fmla="*/ 1003285 w 3044273"/>
              <a:gd name="connsiteY3662" fmla="*/ 562378 h 3047670"/>
              <a:gd name="connsiteX3663" fmla="*/ 1023634 w 3044273"/>
              <a:gd name="connsiteY3663" fmla="*/ 541777 h 3047670"/>
              <a:gd name="connsiteX3664" fmla="*/ 1306395 w 3044273"/>
              <a:gd name="connsiteY3664" fmla="*/ 540897 h 3047670"/>
              <a:gd name="connsiteX3665" fmla="*/ 1330638 w 3044273"/>
              <a:gd name="connsiteY3665" fmla="*/ 564890 h 3047670"/>
              <a:gd name="connsiteX3666" fmla="*/ 1306646 w 3044273"/>
              <a:gd name="connsiteY3666" fmla="*/ 589133 h 3047670"/>
              <a:gd name="connsiteX3667" fmla="*/ 1282402 w 3044273"/>
              <a:gd name="connsiteY3667" fmla="*/ 565140 h 3047670"/>
              <a:gd name="connsiteX3668" fmla="*/ 1306395 w 3044273"/>
              <a:gd name="connsiteY3668" fmla="*/ 540897 h 3047670"/>
              <a:gd name="connsiteX3669" fmla="*/ 1729967 w 3044273"/>
              <a:gd name="connsiteY3669" fmla="*/ 540772 h 3047670"/>
              <a:gd name="connsiteX3670" fmla="*/ 1752830 w 3044273"/>
              <a:gd name="connsiteY3670" fmla="*/ 563508 h 3047670"/>
              <a:gd name="connsiteX3671" fmla="*/ 1730092 w 3044273"/>
              <a:gd name="connsiteY3671" fmla="*/ 586370 h 3047670"/>
              <a:gd name="connsiteX3672" fmla="*/ 1707231 w 3044273"/>
              <a:gd name="connsiteY3672" fmla="*/ 563633 h 3047670"/>
              <a:gd name="connsiteX3673" fmla="*/ 1729967 w 3044273"/>
              <a:gd name="connsiteY3673" fmla="*/ 540772 h 3047670"/>
              <a:gd name="connsiteX3674" fmla="*/ 2202281 w 3044273"/>
              <a:gd name="connsiteY3674" fmla="*/ 540395 h 3047670"/>
              <a:gd name="connsiteX3675" fmla="*/ 2218736 w 3044273"/>
              <a:gd name="connsiteY3675" fmla="*/ 556724 h 3047670"/>
              <a:gd name="connsiteX3676" fmla="*/ 2202407 w 3044273"/>
              <a:gd name="connsiteY3676" fmla="*/ 573180 h 3047670"/>
              <a:gd name="connsiteX3677" fmla="*/ 2185950 w 3044273"/>
              <a:gd name="connsiteY3677" fmla="*/ 556851 h 3047670"/>
              <a:gd name="connsiteX3678" fmla="*/ 2202281 w 3044273"/>
              <a:gd name="connsiteY3678" fmla="*/ 540395 h 3047670"/>
              <a:gd name="connsiteX3679" fmla="*/ 2012853 w 3044273"/>
              <a:gd name="connsiteY3679" fmla="*/ 540142 h 3047670"/>
              <a:gd name="connsiteX3680" fmla="*/ 2031570 w 3044273"/>
              <a:gd name="connsiteY3680" fmla="*/ 558607 h 3047670"/>
              <a:gd name="connsiteX3681" fmla="*/ 2012978 w 3044273"/>
              <a:gd name="connsiteY3681" fmla="*/ 577323 h 3047670"/>
              <a:gd name="connsiteX3682" fmla="*/ 1994387 w 3044273"/>
              <a:gd name="connsiteY3682" fmla="*/ 558733 h 3047670"/>
              <a:gd name="connsiteX3683" fmla="*/ 2012853 w 3044273"/>
              <a:gd name="connsiteY3683" fmla="*/ 540142 h 3047670"/>
              <a:gd name="connsiteX3684" fmla="*/ 548559 w 3044273"/>
              <a:gd name="connsiteY3684" fmla="*/ 531476 h 3047670"/>
              <a:gd name="connsiteX3685" fmla="*/ 563759 w 3044273"/>
              <a:gd name="connsiteY3685" fmla="*/ 546425 h 3047670"/>
              <a:gd name="connsiteX3686" fmla="*/ 548811 w 3044273"/>
              <a:gd name="connsiteY3686" fmla="*/ 561499 h 3047670"/>
              <a:gd name="connsiteX3687" fmla="*/ 533737 w 3044273"/>
              <a:gd name="connsiteY3687" fmla="*/ 546550 h 3047670"/>
              <a:gd name="connsiteX3688" fmla="*/ 548559 w 3044273"/>
              <a:gd name="connsiteY3688" fmla="*/ 531476 h 3047670"/>
              <a:gd name="connsiteX3689" fmla="*/ 2487677 w 3044273"/>
              <a:gd name="connsiteY3689" fmla="*/ 530094 h 3047670"/>
              <a:gd name="connsiteX3690" fmla="*/ 2497223 w 3044273"/>
              <a:gd name="connsiteY3690" fmla="*/ 539515 h 3047670"/>
              <a:gd name="connsiteX3691" fmla="*/ 2487677 w 3044273"/>
              <a:gd name="connsiteY3691" fmla="*/ 549062 h 3047670"/>
              <a:gd name="connsiteX3692" fmla="*/ 2478130 w 3044273"/>
              <a:gd name="connsiteY3692" fmla="*/ 539515 h 3047670"/>
              <a:gd name="connsiteX3693" fmla="*/ 2487677 w 3044273"/>
              <a:gd name="connsiteY3693" fmla="*/ 530094 h 3047670"/>
              <a:gd name="connsiteX3694" fmla="*/ 1390557 w 3044273"/>
              <a:gd name="connsiteY3694" fmla="*/ 527331 h 3047670"/>
              <a:gd name="connsiteX3695" fmla="*/ 1414298 w 3044273"/>
              <a:gd name="connsiteY3695" fmla="*/ 550947 h 3047670"/>
              <a:gd name="connsiteX3696" fmla="*/ 1390682 w 3044273"/>
              <a:gd name="connsiteY3696" fmla="*/ 574688 h 3047670"/>
              <a:gd name="connsiteX3697" fmla="*/ 1366941 w 3044273"/>
              <a:gd name="connsiteY3697" fmla="*/ 551072 h 3047670"/>
              <a:gd name="connsiteX3698" fmla="*/ 1390557 w 3044273"/>
              <a:gd name="connsiteY3698" fmla="*/ 527331 h 3047670"/>
              <a:gd name="connsiteX3699" fmla="*/ 1645932 w 3044273"/>
              <a:gd name="connsiteY3699" fmla="*/ 526578 h 3047670"/>
              <a:gd name="connsiteX3700" fmla="*/ 1669421 w 3044273"/>
              <a:gd name="connsiteY3700" fmla="*/ 549942 h 3047670"/>
              <a:gd name="connsiteX3701" fmla="*/ 1646057 w 3044273"/>
              <a:gd name="connsiteY3701" fmla="*/ 573432 h 3047670"/>
              <a:gd name="connsiteX3702" fmla="*/ 1622442 w 3044273"/>
              <a:gd name="connsiteY3702" fmla="*/ 550068 h 3047670"/>
              <a:gd name="connsiteX3703" fmla="*/ 1645932 w 3044273"/>
              <a:gd name="connsiteY3703" fmla="*/ 526578 h 3047670"/>
              <a:gd name="connsiteX3704" fmla="*/ 1475597 w 3044273"/>
              <a:gd name="connsiteY3704" fmla="*/ 520046 h 3047670"/>
              <a:gd name="connsiteX3705" fmla="*/ 1499338 w 3044273"/>
              <a:gd name="connsiteY3705" fmla="*/ 543662 h 3047670"/>
              <a:gd name="connsiteX3706" fmla="*/ 1475723 w 3044273"/>
              <a:gd name="connsiteY3706" fmla="*/ 567403 h 3047670"/>
              <a:gd name="connsiteX3707" fmla="*/ 1451982 w 3044273"/>
              <a:gd name="connsiteY3707" fmla="*/ 543787 h 3047670"/>
              <a:gd name="connsiteX3708" fmla="*/ 1475597 w 3044273"/>
              <a:gd name="connsiteY3708" fmla="*/ 520046 h 3047670"/>
              <a:gd name="connsiteX3709" fmla="*/ 1560766 w 3044273"/>
              <a:gd name="connsiteY3709" fmla="*/ 519794 h 3047670"/>
              <a:gd name="connsiteX3710" fmla="*/ 1584255 w 3044273"/>
              <a:gd name="connsiteY3710" fmla="*/ 543159 h 3047670"/>
              <a:gd name="connsiteX3711" fmla="*/ 1560891 w 3044273"/>
              <a:gd name="connsiteY3711" fmla="*/ 566774 h 3047670"/>
              <a:gd name="connsiteX3712" fmla="*/ 1537400 w 3044273"/>
              <a:gd name="connsiteY3712" fmla="*/ 543410 h 3047670"/>
              <a:gd name="connsiteX3713" fmla="*/ 1560766 w 3044273"/>
              <a:gd name="connsiteY3713" fmla="*/ 519794 h 3047670"/>
              <a:gd name="connsiteX3714" fmla="*/ 722412 w 3044273"/>
              <a:gd name="connsiteY3714" fmla="*/ 507985 h 3047670"/>
              <a:gd name="connsiteX3715" fmla="*/ 739118 w 3044273"/>
              <a:gd name="connsiteY3715" fmla="*/ 524566 h 3047670"/>
              <a:gd name="connsiteX3716" fmla="*/ 722537 w 3044273"/>
              <a:gd name="connsiteY3716" fmla="*/ 541273 h 3047670"/>
              <a:gd name="connsiteX3717" fmla="*/ 705956 w 3044273"/>
              <a:gd name="connsiteY3717" fmla="*/ 524692 h 3047670"/>
              <a:gd name="connsiteX3718" fmla="*/ 722412 w 3044273"/>
              <a:gd name="connsiteY3718" fmla="*/ 507985 h 3047670"/>
              <a:gd name="connsiteX3719" fmla="*/ 1934593 w 3044273"/>
              <a:gd name="connsiteY3719" fmla="*/ 505473 h 3047670"/>
              <a:gd name="connsiteX3720" fmla="*/ 1954190 w 3044273"/>
              <a:gd name="connsiteY3720" fmla="*/ 524817 h 3047670"/>
              <a:gd name="connsiteX3721" fmla="*/ 1934845 w 3044273"/>
              <a:gd name="connsiteY3721" fmla="*/ 544288 h 3047670"/>
              <a:gd name="connsiteX3722" fmla="*/ 1915249 w 3044273"/>
              <a:gd name="connsiteY3722" fmla="*/ 524944 h 3047670"/>
              <a:gd name="connsiteX3723" fmla="*/ 1934593 w 3044273"/>
              <a:gd name="connsiteY3723" fmla="*/ 505473 h 3047670"/>
              <a:gd name="connsiteX3724" fmla="*/ 1101515 w 3044273"/>
              <a:gd name="connsiteY3724" fmla="*/ 505223 h 3047670"/>
              <a:gd name="connsiteX3725" fmla="*/ 1124377 w 3044273"/>
              <a:gd name="connsiteY3725" fmla="*/ 527959 h 3047670"/>
              <a:gd name="connsiteX3726" fmla="*/ 1101640 w 3044273"/>
              <a:gd name="connsiteY3726" fmla="*/ 550821 h 3047670"/>
              <a:gd name="connsiteX3727" fmla="*/ 1078779 w 3044273"/>
              <a:gd name="connsiteY3727" fmla="*/ 528084 h 3047670"/>
              <a:gd name="connsiteX3728" fmla="*/ 1101515 w 3044273"/>
              <a:gd name="connsiteY3728" fmla="*/ 505223 h 3047670"/>
              <a:gd name="connsiteX3729" fmla="*/ 2593068 w 3044273"/>
              <a:gd name="connsiteY3729" fmla="*/ 504343 h 3047670"/>
              <a:gd name="connsiteX3730" fmla="*/ 2597717 w 3044273"/>
              <a:gd name="connsiteY3730" fmla="*/ 508991 h 3047670"/>
              <a:gd name="connsiteX3731" fmla="*/ 2593068 w 3044273"/>
              <a:gd name="connsiteY3731" fmla="*/ 513639 h 3047670"/>
              <a:gd name="connsiteX3732" fmla="*/ 2588420 w 3044273"/>
              <a:gd name="connsiteY3732" fmla="*/ 508991 h 3047670"/>
              <a:gd name="connsiteX3733" fmla="*/ 2593068 w 3044273"/>
              <a:gd name="connsiteY3733" fmla="*/ 504343 h 3047670"/>
              <a:gd name="connsiteX3734" fmla="*/ 2313826 w 3044273"/>
              <a:gd name="connsiteY3734" fmla="*/ 504094 h 3047670"/>
              <a:gd name="connsiteX3735" fmla="*/ 2328647 w 3044273"/>
              <a:gd name="connsiteY3735" fmla="*/ 518917 h 3047670"/>
              <a:gd name="connsiteX3736" fmla="*/ 2313826 w 3044273"/>
              <a:gd name="connsiteY3736" fmla="*/ 533739 h 3047670"/>
              <a:gd name="connsiteX3737" fmla="*/ 2298878 w 3044273"/>
              <a:gd name="connsiteY3737" fmla="*/ 518917 h 3047670"/>
              <a:gd name="connsiteX3738" fmla="*/ 2313826 w 3044273"/>
              <a:gd name="connsiteY3738" fmla="*/ 504094 h 3047670"/>
              <a:gd name="connsiteX3739" fmla="*/ 443169 w 3044273"/>
              <a:gd name="connsiteY3739" fmla="*/ 503715 h 3047670"/>
              <a:gd name="connsiteX3740" fmla="*/ 456233 w 3044273"/>
              <a:gd name="connsiteY3740" fmla="*/ 516779 h 3047670"/>
              <a:gd name="connsiteX3741" fmla="*/ 443169 w 3044273"/>
              <a:gd name="connsiteY3741" fmla="*/ 529843 h 3047670"/>
              <a:gd name="connsiteX3742" fmla="*/ 430105 w 3044273"/>
              <a:gd name="connsiteY3742" fmla="*/ 516779 h 3047670"/>
              <a:gd name="connsiteX3743" fmla="*/ 443169 w 3044273"/>
              <a:gd name="connsiteY3743" fmla="*/ 503715 h 3047670"/>
              <a:gd name="connsiteX3744" fmla="*/ 906561 w 3044273"/>
              <a:gd name="connsiteY3744" fmla="*/ 499945 h 3047670"/>
              <a:gd name="connsiteX3745" fmla="*/ 923395 w 3044273"/>
              <a:gd name="connsiteY3745" fmla="*/ 516652 h 3047670"/>
              <a:gd name="connsiteX3746" fmla="*/ 906688 w 3044273"/>
              <a:gd name="connsiteY3746" fmla="*/ 533485 h 3047670"/>
              <a:gd name="connsiteX3747" fmla="*/ 889855 w 3044273"/>
              <a:gd name="connsiteY3747" fmla="*/ 516778 h 3047670"/>
              <a:gd name="connsiteX3748" fmla="*/ 906561 w 3044273"/>
              <a:gd name="connsiteY3748" fmla="*/ 499945 h 3047670"/>
              <a:gd name="connsiteX3749" fmla="*/ 2129547 w 3044273"/>
              <a:gd name="connsiteY3749" fmla="*/ 495047 h 3047670"/>
              <a:gd name="connsiteX3750" fmla="*/ 2146883 w 3044273"/>
              <a:gd name="connsiteY3750" fmla="*/ 512255 h 3047670"/>
              <a:gd name="connsiteX3751" fmla="*/ 2129674 w 3044273"/>
              <a:gd name="connsiteY3751" fmla="*/ 529590 h 3047670"/>
              <a:gd name="connsiteX3752" fmla="*/ 2112339 w 3044273"/>
              <a:gd name="connsiteY3752" fmla="*/ 512382 h 3047670"/>
              <a:gd name="connsiteX3753" fmla="*/ 2129547 w 3044273"/>
              <a:gd name="connsiteY3753" fmla="*/ 495047 h 3047670"/>
              <a:gd name="connsiteX3754" fmla="*/ 338778 w 3044273"/>
              <a:gd name="connsiteY3754" fmla="*/ 483868 h 3047670"/>
              <a:gd name="connsiteX3755" fmla="*/ 343174 w 3044273"/>
              <a:gd name="connsiteY3755" fmla="*/ 488265 h 3047670"/>
              <a:gd name="connsiteX3756" fmla="*/ 338778 w 3044273"/>
              <a:gd name="connsiteY3756" fmla="*/ 492662 h 3047670"/>
              <a:gd name="connsiteX3757" fmla="*/ 334382 w 3044273"/>
              <a:gd name="connsiteY3757" fmla="*/ 488265 h 3047670"/>
              <a:gd name="connsiteX3758" fmla="*/ 338778 w 3044273"/>
              <a:gd name="connsiteY3758" fmla="*/ 483868 h 3047670"/>
              <a:gd name="connsiteX3759" fmla="*/ 1181909 w 3044273"/>
              <a:gd name="connsiteY3759" fmla="*/ 476708 h 3047670"/>
              <a:gd name="connsiteX3760" fmla="*/ 1204772 w 3044273"/>
              <a:gd name="connsiteY3760" fmla="*/ 499444 h 3047670"/>
              <a:gd name="connsiteX3761" fmla="*/ 1182034 w 3044273"/>
              <a:gd name="connsiteY3761" fmla="*/ 522306 h 3047670"/>
              <a:gd name="connsiteX3762" fmla="*/ 1159173 w 3044273"/>
              <a:gd name="connsiteY3762" fmla="*/ 499569 h 3047670"/>
              <a:gd name="connsiteX3763" fmla="*/ 1181909 w 3044273"/>
              <a:gd name="connsiteY3763" fmla="*/ 476708 h 3047670"/>
              <a:gd name="connsiteX3764" fmla="*/ 1853949 w 3044273"/>
              <a:gd name="connsiteY3764" fmla="*/ 475703 h 3047670"/>
              <a:gd name="connsiteX3765" fmla="*/ 1875555 w 3044273"/>
              <a:gd name="connsiteY3765" fmla="*/ 497057 h 3047670"/>
              <a:gd name="connsiteX3766" fmla="*/ 1854201 w 3044273"/>
              <a:gd name="connsiteY3766" fmla="*/ 518538 h 3047670"/>
              <a:gd name="connsiteX3767" fmla="*/ 1832595 w 3044273"/>
              <a:gd name="connsiteY3767" fmla="*/ 497184 h 3047670"/>
              <a:gd name="connsiteX3768" fmla="*/ 1853949 w 3044273"/>
              <a:gd name="connsiteY3768" fmla="*/ 475703 h 3047670"/>
              <a:gd name="connsiteX3769" fmla="*/ 612749 w 3044273"/>
              <a:gd name="connsiteY3769" fmla="*/ 475200 h 3047670"/>
              <a:gd name="connsiteX3770" fmla="*/ 627823 w 3044273"/>
              <a:gd name="connsiteY3770" fmla="*/ 490149 h 3047670"/>
              <a:gd name="connsiteX3771" fmla="*/ 612875 w 3044273"/>
              <a:gd name="connsiteY3771" fmla="*/ 505223 h 3047670"/>
              <a:gd name="connsiteX3772" fmla="*/ 597801 w 3044273"/>
              <a:gd name="connsiteY3772" fmla="*/ 490274 h 3047670"/>
              <a:gd name="connsiteX3773" fmla="*/ 612749 w 3044273"/>
              <a:gd name="connsiteY3773" fmla="*/ 475200 h 3047670"/>
              <a:gd name="connsiteX3774" fmla="*/ 2423111 w 3044273"/>
              <a:gd name="connsiteY3774" fmla="*/ 471056 h 3047670"/>
              <a:gd name="connsiteX3775" fmla="*/ 2435797 w 3044273"/>
              <a:gd name="connsiteY3775" fmla="*/ 483617 h 3047670"/>
              <a:gd name="connsiteX3776" fmla="*/ 2423236 w 3044273"/>
              <a:gd name="connsiteY3776" fmla="*/ 496304 h 3047670"/>
              <a:gd name="connsiteX3777" fmla="*/ 2410549 w 3044273"/>
              <a:gd name="connsiteY3777" fmla="*/ 483743 h 3047670"/>
              <a:gd name="connsiteX3778" fmla="*/ 2423111 w 3044273"/>
              <a:gd name="connsiteY3778" fmla="*/ 471056 h 3047670"/>
              <a:gd name="connsiteX3779" fmla="*/ 792251 w 3044273"/>
              <a:gd name="connsiteY3779" fmla="*/ 465781 h 3047670"/>
              <a:gd name="connsiteX3780" fmla="*/ 802049 w 3044273"/>
              <a:gd name="connsiteY3780" fmla="*/ 475453 h 3047670"/>
              <a:gd name="connsiteX3781" fmla="*/ 792378 w 3044273"/>
              <a:gd name="connsiteY3781" fmla="*/ 485252 h 3047670"/>
              <a:gd name="connsiteX3782" fmla="*/ 782580 w 3044273"/>
              <a:gd name="connsiteY3782" fmla="*/ 475578 h 3047670"/>
              <a:gd name="connsiteX3783" fmla="*/ 792251 w 3044273"/>
              <a:gd name="connsiteY3783" fmla="*/ 465781 h 3047670"/>
              <a:gd name="connsiteX3784" fmla="*/ 981929 w 3044273"/>
              <a:gd name="connsiteY3784" fmla="*/ 464524 h 3047670"/>
              <a:gd name="connsiteX3785" fmla="*/ 994365 w 3044273"/>
              <a:gd name="connsiteY3785" fmla="*/ 476833 h 3047670"/>
              <a:gd name="connsiteX3786" fmla="*/ 982056 w 3044273"/>
              <a:gd name="connsiteY3786" fmla="*/ 489269 h 3047670"/>
              <a:gd name="connsiteX3787" fmla="*/ 969620 w 3044273"/>
              <a:gd name="connsiteY3787" fmla="*/ 476958 h 3047670"/>
              <a:gd name="connsiteX3788" fmla="*/ 981929 w 3044273"/>
              <a:gd name="connsiteY3788" fmla="*/ 464524 h 3047670"/>
              <a:gd name="connsiteX3789" fmla="*/ 2053802 w 3044273"/>
              <a:gd name="connsiteY3789" fmla="*/ 464146 h 3047670"/>
              <a:gd name="connsiteX3790" fmla="*/ 2062721 w 3044273"/>
              <a:gd name="connsiteY3790" fmla="*/ 472939 h 3047670"/>
              <a:gd name="connsiteX3791" fmla="*/ 2053929 w 3044273"/>
              <a:gd name="connsiteY3791" fmla="*/ 481857 h 3047670"/>
              <a:gd name="connsiteX3792" fmla="*/ 2045010 w 3044273"/>
              <a:gd name="connsiteY3792" fmla="*/ 473065 h 3047670"/>
              <a:gd name="connsiteX3793" fmla="*/ 2053802 w 3044273"/>
              <a:gd name="connsiteY3793" fmla="*/ 464146 h 3047670"/>
              <a:gd name="connsiteX3794" fmla="*/ 2243608 w 3044273"/>
              <a:gd name="connsiteY3794" fmla="*/ 463141 h 3047670"/>
              <a:gd name="connsiteX3795" fmla="*/ 2250767 w 3044273"/>
              <a:gd name="connsiteY3795" fmla="*/ 470175 h 3047670"/>
              <a:gd name="connsiteX3796" fmla="*/ 2243733 w 3044273"/>
              <a:gd name="connsiteY3796" fmla="*/ 477335 h 3047670"/>
              <a:gd name="connsiteX3797" fmla="*/ 2236573 w 3044273"/>
              <a:gd name="connsiteY3797" fmla="*/ 470301 h 3047670"/>
              <a:gd name="connsiteX3798" fmla="*/ 2243608 w 3044273"/>
              <a:gd name="connsiteY3798" fmla="*/ 463141 h 3047670"/>
              <a:gd name="connsiteX3799" fmla="*/ 1771671 w 3044273"/>
              <a:gd name="connsiteY3799" fmla="*/ 462011 h 3047670"/>
              <a:gd name="connsiteX3800" fmla="*/ 1784985 w 3044273"/>
              <a:gd name="connsiteY3800" fmla="*/ 475202 h 3047670"/>
              <a:gd name="connsiteX3801" fmla="*/ 1771797 w 3044273"/>
              <a:gd name="connsiteY3801" fmla="*/ 488517 h 3047670"/>
              <a:gd name="connsiteX3802" fmla="*/ 1758482 w 3044273"/>
              <a:gd name="connsiteY3802" fmla="*/ 475327 h 3047670"/>
              <a:gd name="connsiteX3803" fmla="*/ 1771671 w 3044273"/>
              <a:gd name="connsiteY3803" fmla="*/ 462011 h 3047670"/>
              <a:gd name="connsiteX3804" fmla="*/ 1264063 w 3044273"/>
              <a:gd name="connsiteY3804" fmla="*/ 458494 h 3047670"/>
              <a:gd name="connsiteX3805" fmla="*/ 1282779 w 3044273"/>
              <a:gd name="connsiteY3805" fmla="*/ 476960 h 3047670"/>
              <a:gd name="connsiteX3806" fmla="*/ 1264314 w 3044273"/>
              <a:gd name="connsiteY3806" fmla="*/ 495677 h 3047670"/>
              <a:gd name="connsiteX3807" fmla="*/ 1245723 w 3044273"/>
              <a:gd name="connsiteY3807" fmla="*/ 477211 h 3047670"/>
              <a:gd name="connsiteX3808" fmla="*/ 1264063 w 3044273"/>
              <a:gd name="connsiteY3808" fmla="*/ 458494 h 3047670"/>
              <a:gd name="connsiteX3809" fmla="*/ 504846 w 3044273"/>
              <a:gd name="connsiteY3809" fmla="*/ 449952 h 3047670"/>
              <a:gd name="connsiteX3810" fmla="*/ 512886 w 3044273"/>
              <a:gd name="connsiteY3810" fmla="*/ 457866 h 3047670"/>
              <a:gd name="connsiteX3811" fmla="*/ 504972 w 3044273"/>
              <a:gd name="connsiteY3811" fmla="*/ 465906 h 3047670"/>
              <a:gd name="connsiteX3812" fmla="*/ 496932 w 3044273"/>
              <a:gd name="connsiteY3812" fmla="*/ 457992 h 3047670"/>
              <a:gd name="connsiteX3813" fmla="*/ 504846 w 3044273"/>
              <a:gd name="connsiteY3813" fmla="*/ 449952 h 3047670"/>
              <a:gd name="connsiteX3814" fmla="*/ 2530763 w 3044273"/>
              <a:gd name="connsiteY3814" fmla="*/ 448068 h 3047670"/>
              <a:gd name="connsiteX3815" fmla="*/ 2533276 w 3044273"/>
              <a:gd name="connsiteY3815" fmla="*/ 450455 h 3047670"/>
              <a:gd name="connsiteX3816" fmla="*/ 2530888 w 3044273"/>
              <a:gd name="connsiteY3816" fmla="*/ 452967 h 3047670"/>
              <a:gd name="connsiteX3817" fmla="*/ 2528501 w 3044273"/>
              <a:gd name="connsiteY3817" fmla="*/ 450580 h 3047670"/>
              <a:gd name="connsiteX3818" fmla="*/ 2530763 w 3044273"/>
              <a:gd name="connsiteY3818" fmla="*/ 448068 h 3047670"/>
              <a:gd name="connsiteX3819" fmla="*/ 1687761 w 3044273"/>
              <a:gd name="connsiteY3819" fmla="*/ 445054 h 3047670"/>
              <a:gd name="connsiteX3820" fmla="*/ 1702458 w 3044273"/>
              <a:gd name="connsiteY3820" fmla="*/ 459625 h 3047670"/>
              <a:gd name="connsiteX3821" fmla="*/ 1687886 w 3044273"/>
              <a:gd name="connsiteY3821" fmla="*/ 474322 h 3047670"/>
              <a:gd name="connsiteX3822" fmla="*/ 1673315 w 3044273"/>
              <a:gd name="connsiteY3822" fmla="*/ 459751 h 3047670"/>
              <a:gd name="connsiteX3823" fmla="*/ 1687761 w 3044273"/>
              <a:gd name="connsiteY3823" fmla="*/ 445054 h 3047670"/>
              <a:gd name="connsiteX3824" fmla="*/ 1347848 w 3044273"/>
              <a:gd name="connsiteY3824" fmla="*/ 443043 h 3047670"/>
              <a:gd name="connsiteX3825" fmla="*/ 1365810 w 3044273"/>
              <a:gd name="connsiteY3825" fmla="*/ 460880 h 3047670"/>
              <a:gd name="connsiteX3826" fmla="*/ 1347973 w 3044273"/>
              <a:gd name="connsiteY3826" fmla="*/ 478843 h 3047670"/>
              <a:gd name="connsiteX3827" fmla="*/ 1330009 w 3044273"/>
              <a:gd name="connsiteY3827" fmla="*/ 461006 h 3047670"/>
              <a:gd name="connsiteX3828" fmla="*/ 1347848 w 3044273"/>
              <a:gd name="connsiteY3828" fmla="*/ 443043 h 3047670"/>
              <a:gd name="connsiteX3829" fmla="*/ 1602972 w 3044273"/>
              <a:gd name="connsiteY3829" fmla="*/ 435506 h 3047670"/>
              <a:gd name="connsiteX3830" fmla="*/ 1618046 w 3044273"/>
              <a:gd name="connsiteY3830" fmla="*/ 450455 h 3047670"/>
              <a:gd name="connsiteX3831" fmla="*/ 1603097 w 3044273"/>
              <a:gd name="connsiteY3831" fmla="*/ 465529 h 3047670"/>
              <a:gd name="connsiteX3832" fmla="*/ 1588023 w 3044273"/>
              <a:gd name="connsiteY3832" fmla="*/ 450580 h 3047670"/>
              <a:gd name="connsiteX3833" fmla="*/ 1602972 w 3044273"/>
              <a:gd name="connsiteY3833" fmla="*/ 435506 h 3047670"/>
              <a:gd name="connsiteX3834" fmla="*/ 1432511 w 3044273"/>
              <a:gd name="connsiteY3834" fmla="*/ 434376 h 3047670"/>
              <a:gd name="connsiteX3835" fmla="*/ 1449344 w 3044273"/>
              <a:gd name="connsiteY3835" fmla="*/ 451083 h 3047670"/>
              <a:gd name="connsiteX3836" fmla="*/ 1432638 w 3044273"/>
              <a:gd name="connsiteY3836" fmla="*/ 467916 h 3047670"/>
              <a:gd name="connsiteX3837" fmla="*/ 1415804 w 3044273"/>
              <a:gd name="connsiteY3837" fmla="*/ 451209 h 3047670"/>
              <a:gd name="connsiteX3838" fmla="*/ 1432511 w 3044273"/>
              <a:gd name="connsiteY3838" fmla="*/ 434376 h 3047670"/>
              <a:gd name="connsiteX3839" fmla="*/ 1517805 w 3044273"/>
              <a:gd name="connsiteY3839" fmla="*/ 431863 h 3047670"/>
              <a:gd name="connsiteX3840" fmla="*/ 1533633 w 3044273"/>
              <a:gd name="connsiteY3840" fmla="*/ 447564 h 3047670"/>
              <a:gd name="connsiteX3841" fmla="*/ 1517931 w 3044273"/>
              <a:gd name="connsiteY3841" fmla="*/ 463392 h 3047670"/>
              <a:gd name="connsiteX3842" fmla="*/ 1502229 w 3044273"/>
              <a:gd name="connsiteY3842" fmla="*/ 447690 h 3047670"/>
              <a:gd name="connsiteX3843" fmla="*/ 1517805 w 3044273"/>
              <a:gd name="connsiteY3843" fmla="*/ 431863 h 3047670"/>
              <a:gd name="connsiteX3844" fmla="*/ 1975671 w 3044273"/>
              <a:gd name="connsiteY3844" fmla="*/ 429101 h 3047670"/>
              <a:gd name="connsiteX3845" fmla="*/ 1985721 w 3044273"/>
              <a:gd name="connsiteY3845" fmla="*/ 439024 h 3047670"/>
              <a:gd name="connsiteX3846" fmla="*/ 1975797 w 3044273"/>
              <a:gd name="connsiteY3846" fmla="*/ 448946 h 3047670"/>
              <a:gd name="connsiteX3847" fmla="*/ 1965747 w 3044273"/>
              <a:gd name="connsiteY3847" fmla="*/ 439024 h 3047670"/>
              <a:gd name="connsiteX3848" fmla="*/ 1975671 w 3044273"/>
              <a:gd name="connsiteY3848" fmla="*/ 429101 h 3047670"/>
              <a:gd name="connsiteX3849" fmla="*/ 679952 w 3044273"/>
              <a:gd name="connsiteY3849" fmla="*/ 427844 h 3047670"/>
              <a:gd name="connsiteX3850" fmla="*/ 690000 w 3044273"/>
              <a:gd name="connsiteY3850" fmla="*/ 437768 h 3047670"/>
              <a:gd name="connsiteX3851" fmla="*/ 680077 w 3044273"/>
              <a:gd name="connsiteY3851" fmla="*/ 447691 h 3047670"/>
              <a:gd name="connsiteX3852" fmla="*/ 670154 w 3044273"/>
              <a:gd name="connsiteY3852" fmla="*/ 437768 h 3047670"/>
              <a:gd name="connsiteX3853" fmla="*/ 679952 w 3044273"/>
              <a:gd name="connsiteY3853" fmla="*/ 427844 h 3047670"/>
              <a:gd name="connsiteX3854" fmla="*/ 1059938 w 3044273"/>
              <a:gd name="connsiteY3854" fmla="*/ 426714 h 3047670"/>
              <a:gd name="connsiteX3855" fmla="*/ 1075514 w 3044273"/>
              <a:gd name="connsiteY3855" fmla="*/ 442165 h 3047670"/>
              <a:gd name="connsiteX3856" fmla="*/ 1060063 w 3044273"/>
              <a:gd name="connsiteY3856" fmla="*/ 457742 h 3047670"/>
              <a:gd name="connsiteX3857" fmla="*/ 1044487 w 3044273"/>
              <a:gd name="connsiteY3857" fmla="*/ 442291 h 3047670"/>
              <a:gd name="connsiteX3858" fmla="*/ 1059938 w 3044273"/>
              <a:gd name="connsiteY3858" fmla="*/ 426714 h 3047670"/>
              <a:gd name="connsiteX3859" fmla="*/ 2355655 w 3044273"/>
              <a:gd name="connsiteY3859" fmla="*/ 425958 h 3047670"/>
              <a:gd name="connsiteX3860" fmla="*/ 2361434 w 3044273"/>
              <a:gd name="connsiteY3860" fmla="*/ 431736 h 3047670"/>
              <a:gd name="connsiteX3861" fmla="*/ 2355655 w 3044273"/>
              <a:gd name="connsiteY3861" fmla="*/ 437515 h 3047670"/>
              <a:gd name="connsiteX3862" fmla="*/ 2349877 w 3044273"/>
              <a:gd name="connsiteY3862" fmla="*/ 431736 h 3047670"/>
              <a:gd name="connsiteX3863" fmla="*/ 2355655 w 3044273"/>
              <a:gd name="connsiteY3863" fmla="*/ 425958 h 3047670"/>
              <a:gd name="connsiteX3864" fmla="*/ 398445 w 3044273"/>
              <a:gd name="connsiteY3864" fmla="*/ 422695 h 3047670"/>
              <a:gd name="connsiteX3865" fmla="*/ 403093 w 3044273"/>
              <a:gd name="connsiteY3865" fmla="*/ 427343 h 3047670"/>
              <a:gd name="connsiteX3866" fmla="*/ 398445 w 3044273"/>
              <a:gd name="connsiteY3866" fmla="*/ 431991 h 3047670"/>
              <a:gd name="connsiteX3867" fmla="*/ 393798 w 3044273"/>
              <a:gd name="connsiteY3867" fmla="*/ 427343 h 3047670"/>
              <a:gd name="connsiteX3868" fmla="*/ 398445 w 3044273"/>
              <a:gd name="connsiteY3868" fmla="*/ 422695 h 3047670"/>
              <a:gd name="connsiteX3869" fmla="*/ 865108 w 3044273"/>
              <a:gd name="connsiteY3869" fmla="*/ 420935 h 3047670"/>
              <a:gd name="connsiteX3870" fmla="*/ 875284 w 3044273"/>
              <a:gd name="connsiteY3870" fmla="*/ 431109 h 3047670"/>
              <a:gd name="connsiteX3871" fmla="*/ 865108 w 3044273"/>
              <a:gd name="connsiteY3871" fmla="*/ 441284 h 3047670"/>
              <a:gd name="connsiteX3872" fmla="*/ 854934 w 3044273"/>
              <a:gd name="connsiteY3872" fmla="*/ 431109 h 3047670"/>
              <a:gd name="connsiteX3873" fmla="*/ 865108 w 3044273"/>
              <a:gd name="connsiteY3873" fmla="*/ 420935 h 3047670"/>
              <a:gd name="connsiteX3874" fmla="*/ 2170501 w 3044273"/>
              <a:gd name="connsiteY3874" fmla="*/ 418423 h 3047670"/>
              <a:gd name="connsiteX3875" fmla="*/ 2178541 w 3044273"/>
              <a:gd name="connsiteY3875" fmla="*/ 426337 h 3047670"/>
              <a:gd name="connsiteX3876" fmla="*/ 2170626 w 3044273"/>
              <a:gd name="connsiteY3876" fmla="*/ 434377 h 3047670"/>
              <a:gd name="connsiteX3877" fmla="*/ 2162586 w 3044273"/>
              <a:gd name="connsiteY3877" fmla="*/ 426463 h 3047670"/>
              <a:gd name="connsiteX3878" fmla="*/ 2170501 w 3044273"/>
              <a:gd name="connsiteY3878" fmla="*/ 418423 h 3047670"/>
              <a:gd name="connsiteX3879" fmla="*/ 1895278 w 3044273"/>
              <a:gd name="connsiteY3879" fmla="*/ 398828 h 3047670"/>
              <a:gd name="connsiteX3880" fmla="*/ 1906835 w 3044273"/>
              <a:gd name="connsiteY3880" fmla="*/ 410258 h 3047670"/>
              <a:gd name="connsiteX3881" fmla="*/ 1895403 w 3044273"/>
              <a:gd name="connsiteY3881" fmla="*/ 421815 h 3047670"/>
              <a:gd name="connsiteX3882" fmla="*/ 1883846 w 3044273"/>
              <a:gd name="connsiteY3882" fmla="*/ 410384 h 3047670"/>
              <a:gd name="connsiteX3883" fmla="*/ 1895278 w 3044273"/>
              <a:gd name="connsiteY3883" fmla="*/ 398828 h 3047670"/>
              <a:gd name="connsiteX3884" fmla="*/ 1140080 w 3044273"/>
              <a:gd name="connsiteY3884" fmla="*/ 395184 h 3047670"/>
              <a:gd name="connsiteX3885" fmla="*/ 1158042 w 3044273"/>
              <a:gd name="connsiteY3885" fmla="*/ 413022 h 3047670"/>
              <a:gd name="connsiteX3886" fmla="*/ 1140205 w 3044273"/>
              <a:gd name="connsiteY3886" fmla="*/ 430984 h 3047670"/>
              <a:gd name="connsiteX3887" fmla="*/ 1122242 w 3044273"/>
              <a:gd name="connsiteY3887" fmla="*/ 413147 h 3047670"/>
              <a:gd name="connsiteX3888" fmla="*/ 1140080 w 3044273"/>
              <a:gd name="connsiteY3888" fmla="*/ 395184 h 3047670"/>
              <a:gd name="connsiteX3889" fmla="*/ 569786 w 3044273"/>
              <a:gd name="connsiteY3889" fmla="*/ 392924 h 3047670"/>
              <a:gd name="connsiteX3890" fmla="*/ 579584 w 3044273"/>
              <a:gd name="connsiteY3890" fmla="*/ 402595 h 3047670"/>
              <a:gd name="connsiteX3891" fmla="*/ 569911 w 3044273"/>
              <a:gd name="connsiteY3891" fmla="*/ 412393 h 3047670"/>
              <a:gd name="connsiteX3892" fmla="*/ 560115 w 3044273"/>
              <a:gd name="connsiteY3892" fmla="*/ 402722 h 3047670"/>
              <a:gd name="connsiteX3893" fmla="*/ 569786 w 3044273"/>
              <a:gd name="connsiteY3893" fmla="*/ 392924 h 3047670"/>
              <a:gd name="connsiteX3894" fmla="*/ 2465442 w 3044273"/>
              <a:gd name="connsiteY3894" fmla="*/ 391543 h 3047670"/>
              <a:gd name="connsiteX3895" fmla="*/ 2469713 w 3044273"/>
              <a:gd name="connsiteY3895" fmla="*/ 395688 h 3047670"/>
              <a:gd name="connsiteX3896" fmla="*/ 2465567 w 3044273"/>
              <a:gd name="connsiteY3896" fmla="*/ 399960 h 3047670"/>
              <a:gd name="connsiteX3897" fmla="*/ 2461297 w 3044273"/>
              <a:gd name="connsiteY3897" fmla="*/ 395815 h 3047670"/>
              <a:gd name="connsiteX3898" fmla="*/ 2465442 w 3044273"/>
              <a:gd name="connsiteY3898" fmla="*/ 391543 h 3047670"/>
              <a:gd name="connsiteX3899" fmla="*/ 750296 w 3044273"/>
              <a:gd name="connsiteY3899" fmla="*/ 379732 h 3047670"/>
              <a:gd name="connsiteX3900" fmla="*/ 760094 w 3044273"/>
              <a:gd name="connsiteY3900" fmla="*/ 389404 h 3047670"/>
              <a:gd name="connsiteX3901" fmla="*/ 750422 w 3044273"/>
              <a:gd name="connsiteY3901" fmla="*/ 399203 h 3047670"/>
              <a:gd name="connsiteX3902" fmla="*/ 740624 w 3044273"/>
              <a:gd name="connsiteY3902" fmla="*/ 389531 h 3047670"/>
              <a:gd name="connsiteX3903" fmla="*/ 750296 w 3044273"/>
              <a:gd name="connsiteY3903" fmla="*/ 379732 h 3047670"/>
              <a:gd name="connsiteX3904" fmla="*/ 940353 w 3044273"/>
              <a:gd name="connsiteY3904" fmla="*/ 378980 h 3047670"/>
              <a:gd name="connsiteX3905" fmla="*/ 952787 w 3044273"/>
              <a:gd name="connsiteY3905" fmla="*/ 391289 h 3047670"/>
              <a:gd name="connsiteX3906" fmla="*/ 940478 w 3044273"/>
              <a:gd name="connsiteY3906" fmla="*/ 403726 h 3047670"/>
              <a:gd name="connsiteX3907" fmla="*/ 928042 w 3044273"/>
              <a:gd name="connsiteY3907" fmla="*/ 391415 h 3047670"/>
              <a:gd name="connsiteX3908" fmla="*/ 940353 w 3044273"/>
              <a:gd name="connsiteY3908" fmla="*/ 378980 h 3047670"/>
              <a:gd name="connsiteX3909" fmla="*/ 2094752 w 3044273"/>
              <a:gd name="connsiteY3909" fmla="*/ 378353 h 3047670"/>
              <a:gd name="connsiteX3910" fmla="*/ 2103671 w 3044273"/>
              <a:gd name="connsiteY3910" fmla="*/ 387145 h 3047670"/>
              <a:gd name="connsiteX3911" fmla="*/ 2094879 w 3044273"/>
              <a:gd name="connsiteY3911" fmla="*/ 396064 h 3047670"/>
              <a:gd name="connsiteX3912" fmla="*/ 2085960 w 3044273"/>
              <a:gd name="connsiteY3912" fmla="*/ 387272 h 3047670"/>
              <a:gd name="connsiteX3913" fmla="*/ 2094752 w 3044273"/>
              <a:gd name="connsiteY3913" fmla="*/ 378353 h 3047670"/>
              <a:gd name="connsiteX3914" fmla="*/ 2284935 w 3044273"/>
              <a:gd name="connsiteY3914" fmla="*/ 376845 h 3047670"/>
              <a:gd name="connsiteX3915" fmla="*/ 2291971 w 3044273"/>
              <a:gd name="connsiteY3915" fmla="*/ 383879 h 3047670"/>
              <a:gd name="connsiteX3916" fmla="*/ 2284935 w 3044273"/>
              <a:gd name="connsiteY3916" fmla="*/ 391039 h 3047670"/>
              <a:gd name="connsiteX3917" fmla="*/ 2277900 w 3044273"/>
              <a:gd name="connsiteY3917" fmla="*/ 384005 h 3047670"/>
              <a:gd name="connsiteX3918" fmla="*/ 2284935 w 3044273"/>
              <a:gd name="connsiteY3918" fmla="*/ 376845 h 3047670"/>
              <a:gd name="connsiteX3919" fmla="*/ 1813126 w 3044273"/>
              <a:gd name="connsiteY3919" fmla="*/ 374206 h 3047670"/>
              <a:gd name="connsiteX3920" fmla="*/ 1826442 w 3044273"/>
              <a:gd name="connsiteY3920" fmla="*/ 387397 h 3047670"/>
              <a:gd name="connsiteX3921" fmla="*/ 1813252 w 3044273"/>
              <a:gd name="connsiteY3921" fmla="*/ 400712 h 3047670"/>
              <a:gd name="connsiteX3922" fmla="*/ 1799936 w 3044273"/>
              <a:gd name="connsiteY3922" fmla="*/ 387522 h 3047670"/>
              <a:gd name="connsiteX3923" fmla="*/ 1813126 w 3044273"/>
              <a:gd name="connsiteY3923" fmla="*/ 374206 h 3047670"/>
              <a:gd name="connsiteX3924" fmla="*/ 1222108 w 3044273"/>
              <a:gd name="connsiteY3924" fmla="*/ 370941 h 3047670"/>
              <a:gd name="connsiteX3925" fmla="*/ 1240824 w 3044273"/>
              <a:gd name="connsiteY3925" fmla="*/ 389407 h 3047670"/>
              <a:gd name="connsiteX3926" fmla="*/ 1222233 w 3044273"/>
              <a:gd name="connsiteY3926" fmla="*/ 408124 h 3047670"/>
              <a:gd name="connsiteX3927" fmla="*/ 1203517 w 3044273"/>
              <a:gd name="connsiteY3927" fmla="*/ 389658 h 3047670"/>
              <a:gd name="connsiteX3928" fmla="*/ 1222108 w 3044273"/>
              <a:gd name="connsiteY3928" fmla="*/ 370941 h 3047670"/>
              <a:gd name="connsiteX3929" fmla="*/ 461253 w 3044273"/>
              <a:gd name="connsiteY3929" fmla="*/ 366166 h 3047670"/>
              <a:gd name="connsiteX3930" fmla="*/ 464770 w 3044273"/>
              <a:gd name="connsiteY3930" fmla="*/ 369684 h 3047670"/>
              <a:gd name="connsiteX3931" fmla="*/ 461253 w 3044273"/>
              <a:gd name="connsiteY3931" fmla="*/ 373201 h 3047670"/>
              <a:gd name="connsiteX3932" fmla="*/ 457736 w 3044273"/>
              <a:gd name="connsiteY3932" fmla="*/ 369684 h 3047670"/>
              <a:gd name="connsiteX3933" fmla="*/ 461253 w 3044273"/>
              <a:gd name="connsiteY3933" fmla="*/ 366166 h 3047670"/>
              <a:gd name="connsiteX3934" fmla="*/ 1729715 w 3044273"/>
              <a:gd name="connsiteY3934" fmla="*/ 362901 h 3047670"/>
              <a:gd name="connsiteX3935" fmla="*/ 1737000 w 3044273"/>
              <a:gd name="connsiteY3935" fmla="*/ 370186 h 3047670"/>
              <a:gd name="connsiteX3936" fmla="*/ 1729715 w 3044273"/>
              <a:gd name="connsiteY3936" fmla="*/ 377472 h 3047670"/>
              <a:gd name="connsiteX3937" fmla="*/ 1722429 w 3044273"/>
              <a:gd name="connsiteY3937" fmla="*/ 370186 h 3047670"/>
              <a:gd name="connsiteX3938" fmla="*/ 1729715 w 3044273"/>
              <a:gd name="connsiteY3938" fmla="*/ 362901 h 3047670"/>
              <a:gd name="connsiteX3939" fmla="*/ 1305389 w 3044273"/>
              <a:gd name="connsiteY3939" fmla="*/ 357373 h 3047670"/>
              <a:gd name="connsiteX3940" fmla="*/ 1319835 w 3044273"/>
              <a:gd name="connsiteY3940" fmla="*/ 371692 h 3047670"/>
              <a:gd name="connsiteX3941" fmla="*/ 1305516 w 3044273"/>
              <a:gd name="connsiteY3941" fmla="*/ 386138 h 3047670"/>
              <a:gd name="connsiteX3942" fmla="*/ 1291070 w 3044273"/>
              <a:gd name="connsiteY3942" fmla="*/ 371819 h 3047670"/>
              <a:gd name="connsiteX3943" fmla="*/ 1305389 w 3044273"/>
              <a:gd name="connsiteY3943" fmla="*/ 357373 h 3047670"/>
              <a:gd name="connsiteX3944" fmla="*/ 1645303 w 3044273"/>
              <a:gd name="connsiteY3944" fmla="*/ 350464 h 3047670"/>
              <a:gd name="connsiteX3945" fmla="*/ 1653470 w 3044273"/>
              <a:gd name="connsiteY3945" fmla="*/ 358629 h 3047670"/>
              <a:gd name="connsiteX3946" fmla="*/ 1645303 w 3044273"/>
              <a:gd name="connsiteY3946" fmla="*/ 366920 h 3047670"/>
              <a:gd name="connsiteX3947" fmla="*/ 1637013 w 3044273"/>
              <a:gd name="connsiteY3947" fmla="*/ 358754 h 3047670"/>
              <a:gd name="connsiteX3948" fmla="*/ 1645303 w 3044273"/>
              <a:gd name="connsiteY3948" fmla="*/ 350464 h 3047670"/>
              <a:gd name="connsiteX3949" fmla="*/ 2016747 w 3044273"/>
              <a:gd name="connsiteY3949" fmla="*/ 349209 h 3047670"/>
              <a:gd name="connsiteX3950" fmla="*/ 2020515 w 3044273"/>
              <a:gd name="connsiteY3950" fmla="*/ 352978 h 3047670"/>
              <a:gd name="connsiteX3951" fmla="*/ 2016747 w 3044273"/>
              <a:gd name="connsiteY3951" fmla="*/ 356746 h 3047670"/>
              <a:gd name="connsiteX3952" fmla="*/ 2012978 w 3044273"/>
              <a:gd name="connsiteY3952" fmla="*/ 352978 h 3047670"/>
              <a:gd name="connsiteX3953" fmla="*/ 2016747 w 3044273"/>
              <a:gd name="connsiteY3953" fmla="*/ 349209 h 3047670"/>
              <a:gd name="connsiteX3954" fmla="*/ 1389802 w 3044273"/>
              <a:gd name="connsiteY3954" fmla="*/ 347325 h 3047670"/>
              <a:gd name="connsiteX3955" fmla="*/ 1402238 w 3044273"/>
              <a:gd name="connsiteY3955" fmla="*/ 359635 h 3047670"/>
              <a:gd name="connsiteX3956" fmla="*/ 1389928 w 3044273"/>
              <a:gd name="connsiteY3956" fmla="*/ 372071 h 3047670"/>
              <a:gd name="connsiteX3957" fmla="*/ 1377492 w 3044273"/>
              <a:gd name="connsiteY3957" fmla="*/ 359761 h 3047670"/>
              <a:gd name="connsiteX3958" fmla="*/ 1389802 w 3044273"/>
              <a:gd name="connsiteY3958" fmla="*/ 347325 h 3047670"/>
              <a:gd name="connsiteX3959" fmla="*/ 637745 w 3044273"/>
              <a:gd name="connsiteY3959" fmla="*/ 346949 h 3047670"/>
              <a:gd name="connsiteX3960" fmla="*/ 642016 w 3044273"/>
              <a:gd name="connsiteY3960" fmla="*/ 351094 h 3047670"/>
              <a:gd name="connsiteX3961" fmla="*/ 637871 w 3044273"/>
              <a:gd name="connsiteY3961" fmla="*/ 355366 h 3047670"/>
              <a:gd name="connsiteX3962" fmla="*/ 633600 w 3044273"/>
              <a:gd name="connsiteY3962" fmla="*/ 351220 h 3047670"/>
              <a:gd name="connsiteX3963" fmla="*/ 637745 w 3044273"/>
              <a:gd name="connsiteY3963" fmla="*/ 346949 h 3047670"/>
              <a:gd name="connsiteX3964" fmla="*/ 1018359 w 3044273"/>
              <a:gd name="connsiteY3964" fmla="*/ 345441 h 3047670"/>
              <a:gd name="connsiteX3965" fmla="*/ 1029414 w 3044273"/>
              <a:gd name="connsiteY3965" fmla="*/ 356495 h 3047670"/>
              <a:gd name="connsiteX3966" fmla="*/ 1018359 w 3044273"/>
              <a:gd name="connsiteY3966" fmla="*/ 367675 h 3047670"/>
              <a:gd name="connsiteX3967" fmla="*/ 1007305 w 3044273"/>
              <a:gd name="connsiteY3967" fmla="*/ 356621 h 3047670"/>
              <a:gd name="connsiteX3968" fmla="*/ 1018359 w 3044273"/>
              <a:gd name="connsiteY3968" fmla="*/ 345441 h 3047670"/>
              <a:gd name="connsiteX3969" fmla="*/ 1560137 w 3044273"/>
              <a:gd name="connsiteY3969" fmla="*/ 343179 h 3047670"/>
              <a:gd name="connsiteX3970" fmla="*/ 1570187 w 3044273"/>
              <a:gd name="connsiteY3970" fmla="*/ 353103 h 3047670"/>
              <a:gd name="connsiteX3971" fmla="*/ 1560263 w 3044273"/>
              <a:gd name="connsiteY3971" fmla="*/ 363152 h 3047670"/>
              <a:gd name="connsiteX3972" fmla="*/ 1550213 w 3044273"/>
              <a:gd name="connsiteY3972" fmla="*/ 353228 h 3047670"/>
              <a:gd name="connsiteX3973" fmla="*/ 1560137 w 3044273"/>
              <a:gd name="connsiteY3973" fmla="*/ 343179 h 3047670"/>
              <a:gd name="connsiteX3974" fmla="*/ 2397233 w 3044273"/>
              <a:gd name="connsiteY3974" fmla="*/ 342803 h 3047670"/>
              <a:gd name="connsiteX3975" fmla="*/ 2399242 w 3044273"/>
              <a:gd name="connsiteY3975" fmla="*/ 344813 h 3047670"/>
              <a:gd name="connsiteX3976" fmla="*/ 2397233 w 3044273"/>
              <a:gd name="connsiteY3976" fmla="*/ 346823 h 3047670"/>
              <a:gd name="connsiteX3977" fmla="*/ 2395223 w 3044273"/>
              <a:gd name="connsiteY3977" fmla="*/ 344813 h 3047670"/>
              <a:gd name="connsiteX3978" fmla="*/ 2397233 w 3044273"/>
              <a:gd name="connsiteY3978" fmla="*/ 342803 h 3047670"/>
              <a:gd name="connsiteX3979" fmla="*/ 823405 w 3044273"/>
              <a:gd name="connsiteY3979" fmla="*/ 341422 h 3047670"/>
              <a:gd name="connsiteX3980" fmla="*/ 827676 w 3044273"/>
              <a:gd name="connsiteY3980" fmla="*/ 345568 h 3047670"/>
              <a:gd name="connsiteX3981" fmla="*/ 823530 w 3044273"/>
              <a:gd name="connsiteY3981" fmla="*/ 349713 h 3047670"/>
              <a:gd name="connsiteX3982" fmla="*/ 819260 w 3044273"/>
              <a:gd name="connsiteY3982" fmla="*/ 345568 h 3047670"/>
              <a:gd name="connsiteX3983" fmla="*/ 823405 w 3044273"/>
              <a:gd name="connsiteY3983" fmla="*/ 341422 h 3047670"/>
              <a:gd name="connsiteX3984" fmla="*/ 1474844 w 3044273"/>
              <a:gd name="connsiteY3984" fmla="*/ 341044 h 3047670"/>
              <a:gd name="connsiteX3985" fmla="*/ 1487278 w 3044273"/>
              <a:gd name="connsiteY3985" fmla="*/ 353354 h 3047670"/>
              <a:gd name="connsiteX3986" fmla="*/ 1474969 w 3044273"/>
              <a:gd name="connsiteY3986" fmla="*/ 365790 h 3047670"/>
              <a:gd name="connsiteX3987" fmla="*/ 1462533 w 3044273"/>
              <a:gd name="connsiteY3987" fmla="*/ 353480 h 3047670"/>
              <a:gd name="connsiteX3988" fmla="*/ 1474844 w 3044273"/>
              <a:gd name="connsiteY3988" fmla="*/ 341044 h 3047670"/>
              <a:gd name="connsiteX3989" fmla="*/ 2211576 w 3044273"/>
              <a:gd name="connsiteY3989" fmla="*/ 337652 h 3047670"/>
              <a:gd name="connsiteX3990" fmla="*/ 2214464 w 3044273"/>
              <a:gd name="connsiteY3990" fmla="*/ 340542 h 3047670"/>
              <a:gd name="connsiteX3991" fmla="*/ 2211576 w 3044273"/>
              <a:gd name="connsiteY3991" fmla="*/ 343431 h 3047670"/>
              <a:gd name="connsiteX3992" fmla="*/ 2208686 w 3044273"/>
              <a:gd name="connsiteY3992" fmla="*/ 340542 h 3047670"/>
              <a:gd name="connsiteX3993" fmla="*/ 2211576 w 3044273"/>
              <a:gd name="connsiteY3993" fmla="*/ 337652 h 3047670"/>
              <a:gd name="connsiteX3994" fmla="*/ 1936605 w 3044273"/>
              <a:gd name="connsiteY3994" fmla="*/ 319187 h 3047670"/>
              <a:gd name="connsiteX3995" fmla="*/ 1941252 w 3044273"/>
              <a:gd name="connsiteY3995" fmla="*/ 323835 h 3047670"/>
              <a:gd name="connsiteX3996" fmla="*/ 1936605 w 3044273"/>
              <a:gd name="connsiteY3996" fmla="*/ 328483 h 3047670"/>
              <a:gd name="connsiteX3997" fmla="*/ 1931957 w 3044273"/>
              <a:gd name="connsiteY3997" fmla="*/ 323835 h 3047670"/>
              <a:gd name="connsiteX3998" fmla="*/ 1936605 w 3044273"/>
              <a:gd name="connsiteY3998" fmla="*/ 319187 h 3047670"/>
              <a:gd name="connsiteX3999" fmla="*/ 1098125 w 3044273"/>
              <a:gd name="connsiteY3999" fmla="*/ 315921 h 3047670"/>
              <a:gd name="connsiteX4000" fmla="*/ 1109305 w 3044273"/>
              <a:gd name="connsiteY4000" fmla="*/ 326975 h 3047670"/>
              <a:gd name="connsiteX4001" fmla="*/ 1098250 w 3044273"/>
              <a:gd name="connsiteY4001" fmla="*/ 338029 h 3047670"/>
              <a:gd name="connsiteX4002" fmla="*/ 1087196 w 3044273"/>
              <a:gd name="connsiteY4002" fmla="*/ 326975 h 3047670"/>
              <a:gd name="connsiteX4003" fmla="*/ 1098125 w 3044273"/>
              <a:gd name="connsiteY4003" fmla="*/ 315921 h 3047670"/>
              <a:gd name="connsiteX4004" fmla="*/ 527075 w 3044273"/>
              <a:gd name="connsiteY4004" fmla="*/ 311900 h 3047670"/>
              <a:gd name="connsiteX4005" fmla="*/ 530592 w 3044273"/>
              <a:gd name="connsiteY4005" fmla="*/ 315418 h 3047670"/>
              <a:gd name="connsiteX4006" fmla="*/ 527075 w 3044273"/>
              <a:gd name="connsiteY4006" fmla="*/ 318935 h 3047670"/>
              <a:gd name="connsiteX4007" fmla="*/ 523558 w 3044273"/>
              <a:gd name="connsiteY4007" fmla="*/ 315418 h 3047670"/>
              <a:gd name="connsiteX4008" fmla="*/ 527075 w 3044273"/>
              <a:gd name="connsiteY4008" fmla="*/ 311900 h 3047670"/>
              <a:gd name="connsiteX4009" fmla="*/ 898899 w 3044273"/>
              <a:gd name="connsiteY4009" fmla="*/ 301727 h 3047670"/>
              <a:gd name="connsiteX4010" fmla="*/ 903170 w 3044273"/>
              <a:gd name="connsiteY4010" fmla="*/ 305872 h 3047670"/>
              <a:gd name="connsiteX4011" fmla="*/ 899024 w 3044273"/>
              <a:gd name="connsiteY4011" fmla="*/ 310144 h 3047670"/>
              <a:gd name="connsiteX4012" fmla="*/ 894754 w 3044273"/>
              <a:gd name="connsiteY4012" fmla="*/ 305999 h 3047670"/>
              <a:gd name="connsiteX4013" fmla="*/ 898899 w 3044273"/>
              <a:gd name="connsiteY4013" fmla="*/ 301727 h 3047670"/>
              <a:gd name="connsiteX4014" fmla="*/ 708467 w 3044273"/>
              <a:gd name="connsiteY4014" fmla="*/ 299214 h 3047670"/>
              <a:gd name="connsiteX4015" fmla="*/ 712738 w 3044273"/>
              <a:gd name="connsiteY4015" fmla="*/ 303359 h 3047670"/>
              <a:gd name="connsiteX4016" fmla="*/ 708593 w 3044273"/>
              <a:gd name="connsiteY4016" fmla="*/ 307630 h 3047670"/>
              <a:gd name="connsiteX4017" fmla="*/ 704322 w 3044273"/>
              <a:gd name="connsiteY4017" fmla="*/ 303485 h 3047670"/>
              <a:gd name="connsiteX4018" fmla="*/ 708467 w 3044273"/>
              <a:gd name="connsiteY4018" fmla="*/ 299214 h 3047670"/>
              <a:gd name="connsiteX4019" fmla="*/ 2135829 w 3044273"/>
              <a:gd name="connsiteY4019" fmla="*/ 298335 h 3047670"/>
              <a:gd name="connsiteX4020" fmla="*/ 2138971 w 3044273"/>
              <a:gd name="connsiteY4020" fmla="*/ 301475 h 3047670"/>
              <a:gd name="connsiteX4021" fmla="*/ 2135829 w 3044273"/>
              <a:gd name="connsiteY4021" fmla="*/ 304616 h 3047670"/>
              <a:gd name="connsiteX4022" fmla="*/ 2132689 w 3044273"/>
              <a:gd name="connsiteY4022" fmla="*/ 301475 h 3047670"/>
              <a:gd name="connsiteX4023" fmla="*/ 2135829 w 3044273"/>
              <a:gd name="connsiteY4023" fmla="*/ 298335 h 3047670"/>
              <a:gd name="connsiteX4024" fmla="*/ 2326260 w 3044273"/>
              <a:gd name="connsiteY4024" fmla="*/ 295320 h 3047670"/>
              <a:gd name="connsiteX4025" fmla="*/ 2328647 w 3044273"/>
              <a:gd name="connsiteY4025" fmla="*/ 297708 h 3047670"/>
              <a:gd name="connsiteX4026" fmla="*/ 2326260 w 3044273"/>
              <a:gd name="connsiteY4026" fmla="*/ 300095 h 3047670"/>
              <a:gd name="connsiteX4027" fmla="*/ 2323748 w 3044273"/>
              <a:gd name="connsiteY4027" fmla="*/ 297708 h 3047670"/>
              <a:gd name="connsiteX4028" fmla="*/ 2326260 w 3044273"/>
              <a:gd name="connsiteY4028" fmla="*/ 295320 h 3047670"/>
              <a:gd name="connsiteX4029" fmla="*/ 1854579 w 3044273"/>
              <a:gd name="connsiteY4029" fmla="*/ 293687 h 3047670"/>
              <a:gd name="connsiteX4030" fmla="*/ 1860859 w 3044273"/>
              <a:gd name="connsiteY4030" fmla="*/ 299842 h 3047670"/>
              <a:gd name="connsiteX4031" fmla="*/ 1854704 w 3044273"/>
              <a:gd name="connsiteY4031" fmla="*/ 305998 h 3047670"/>
              <a:gd name="connsiteX4032" fmla="*/ 1848549 w 3044273"/>
              <a:gd name="connsiteY4032" fmla="*/ 299842 h 3047670"/>
              <a:gd name="connsiteX4033" fmla="*/ 1854579 w 3044273"/>
              <a:gd name="connsiteY4033" fmla="*/ 293687 h 3047670"/>
              <a:gd name="connsiteX4034" fmla="*/ 1179900 w 3044273"/>
              <a:gd name="connsiteY4034" fmla="*/ 287658 h 3047670"/>
              <a:gd name="connsiteX4035" fmla="*/ 1194597 w 3044273"/>
              <a:gd name="connsiteY4035" fmla="*/ 302229 h 3047670"/>
              <a:gd name="connsiteX4036" fmla="*/ 1180025 w 3044273"/>
              <a:gd name="connsiteY4036" fmla="*/ 316926 h 3047670"/>
              <a:gd name="connsiteX4037" fmla="*/ 1165329 w 3044273"/>
              <a:gd name="connsiteY4037" fmla="*/ 302355 h 3047670"/>
              <a:gd name="connsiteX4038" fmla="*/ 1179900 w 3044273"/>
              <a:gd name="connsiteY4038" fmla="*/ 287658 h 3047670"/>
              <a:gd name="connsiteX4039" fmla="*/ 1771546 w 3044273"/>
              <a:gd name="connsiteY4039" fmla="*/ 279116 h 3047670"/>
              <a:gd name="connsiteX4040" fmla="*/ 1773555 w 3044273"/>
              <a:gd name="connsiteY4040" fmla="*/ 281126 h 3047670"/>
              <a:gd name="connsiteX4041" fmla="*/ 1771546 w 3044273"/>
              <a:gd name="connsiteY4041" fmla="*/ 283136 h 3047670"/>
              <a:gd name="connsiteX4042" fmla="*/ 1769536 w 3044273"/>
              <a:gd name="connsiteY4042" fmla="*/ 281126 h 3047670"/>
              <a:gd name="connsiteX4043" fmla="*/ 1771546 w 3044273"/>
              <a:gd name="connsiteY4043" fmla="*/ 279116 h 3047670"/>
              <a:gd name="connsiteX4044" fmla="*/ 1262933 w 3044273"/>
              <a:gd name="connsiteY4044" fmla="*/ 270197 h 3047670"/>
              <a:gd name="connsiteX4045" fmla="*/ 1275870 w 3044273"/>
              <a:gd name="connsiteY4045" fmla="*/ 283010 h 3047670"/>
              <a:gd name="connsiteX4046" fmla="*/ 1263058 w 3044273"/>
              <a:gd name="connsiteY4046" fmla="*/ 295948 h 3047670"/>
              <a:gd name="connsiteX4047" fmla="*/ 1250119 w 3044273"/>
              <a:gd name="connsiteY4047" fmla="*/ 283136 h 3047670"/>
              <a:gd name="connsiteX4048" fmla="*/ 1262933 w 3044273"/>
              <a:gd name="connsiteY4048" fmla="*/ 270197 h 3047670"/>
              <a:gd name="connsiteX4049" fmla="*/ 976780 w 3044273"/>
              <a:gd name="connsiteY4049" fmla="*/ 268061 h 3047670"/>
              <a:gd name="connsiteX4050" fmla="*/ 979669 w 3044273"/>
              <a:gd name="connsiteY4050" fmla="*/ 270951 h 3047670"/>
              <a:gd name="connsiteX4051" fmla="*/ 976780 w 3044273"/>
              <a:gd name="connsiteY4051" fmla="*/ 273839 h 3047670"/>
              <a:gd name="connsiteX4052" fmla="*/ 973891 w 3044273"/>
              <a:gd name="connsiteY4052" fmla="*/ 270951 h 3047670"/>
              <a:gd name="connsiteX4053" fmla="*/ 976780 w 3044273"/>
              <a:gd name="connsiteY4053" fmla="*/ 268061 h 3047670"/>
              <a:gd name="connsiteX4054" fmla="*/ 2057698 w 3044273"/>
              <a:gd name="connsiteY4054" fmla="*/ 266178 h 3047670"/>
              <a:gd name="connsiteX4055" fmla="*/ 2058577 w 3044273"/>
              <a:gd name="connsiteY4055" fmla="*/ 267058 h 3047670"/>
              <a:gd name="connsiteX4056" fmla="*/ 2057698 w 3044273"/>
              <a:gd name="connsiteY4056" fmla="*/ 267937 h 3047670"/>
              <a:gd name="connsiteX4057" fmla="*/ 2056818 w 3044273"/>
              <a:gd name="connsiteY4057" fmla="*/ 267058 h 3047670"/>
              <a:gd name="connsiteX4058" fmla="*/ 2057698 w 3044273"/>
              <a:gd name="connsiteY4058" fmla="*/ 266178 h 3047670"/>
              <a:gd name="connsiteX4059" fmla="*/ 1687133 w 3044273"/>
              <a:gd name="connsiteY4059" fmla="*/ 265549 h 3047670"/>
              <a:gd name="connsiteX4060" fmla="*/ 1689645 w 3044273"/>
              <a:gd name="connsiteY4060" fmla="*/ 267936 h 3047670"/>
              <a:gd name="connsiteX4061" fmla="*/ 1687259 w 3044273"/>
              <a:gd name="connsiteY4061" fmla="*/ 270323 h 3047670"/>
              <a:gd name="connsiteX4062" fmla="*/ 1684872 w 3044273"/>
              <a:gd name="connsiteY4062" fmla="*/ 267936 h 3047670"/>
              <a:gd name="connsiteX4063" fmla="*/ 1687133 w 3044273"/>
              <a:gd name="connsiteY4063" fmla="*/ 265549 h 3047670"/>
              <a:gd name="connsiteX4064" fmla="*/ 595659 w 3044273"/>
              <a:gd name="connsiteY4064" fmla="*/ 263414 h 3047670"/>
              <a:gd name="connsiteX4065" fmla="*/ 596790 w 3044273"/>
              <a:gd name="connsiteY4065" fmla="*/ 264544 h 3047670"/>
              <a:gd name="connsiteX4066" fmla="*/ 595659 w 3044273"/>
              <a:gd name="connsiteY4066" fmla="*/ 265675 h 3047670"/>
              <a:gd name="connsiteX4067" fmla="*/ 594530 w 3044273"/>
              <a:gd name="connsiteY4067" fmla="*/ 264544 h 3047670"/>
              <a:gd name="connsiteX4068" fmla="*/ 595659 w 3044273"/>
              <a:gd name="connsiteY4068" fmla="*/ 263414 h 3047670"/>
              <a:gd name="connsiteX4069" fmla="*/ 781825 w 3044273"/>
              <a:gd name="connsiteY4069" fmla="*/ 258767 h 3047670"/>
              <a:gd name="connsiteX4070" fmla="*/ 782956 w 3044273"/>
              <a:gd name="connsiteY4070" fmla="*/ 259897 h 3047670"/>
              <a:gd name="connsiteX4071" fmla="*/ 781825 w 3044273"/>
              <a:gd name="connsiteY4071" fmla="*/ 261028 h 3047670"/>
              <a:gd name="connsiteX4072" fmla="*/ 780695 w 3044273"/>
              <a:gd name="connsiteY4072" fmla="*/ 259897 h 3047670"/>
              <a:gd name="connsiteX4073" fmla="*/ 781825 w 3044273"/>
              <a:gd name="connsiteY4073" fmla="*/ 258767 h 3047670"/>
              <a:gd name="connsiteX4074" fmla="*/ 1347093 w 3044273"/>
              <a:gd name="connsiteY4074" fmla="*/ 256884 h 3047670"/>
              <a:gd name="connsiteX4075" fmla="*/ 1359530 w 3044273"/>
              <a:gd name="connsiteY4075" fmla="*/ 269193 h 3047670"/>
              <a:gd name="connsiteX4076" fmla="*/ 1347219 w 3044273"/>
              <a:gd name="connsiteY4076" fmla="*/ 281629 h 3047670"/>
              <a:gd name="connsiteX4077" fmla="*/ 1334784 w 3044273"/>
              <a:gd name="connsiteY4077" fmla="*/ 269193 h 3047670"/>
              <a:gd name="connsiteX4078" fmla="*/ 1347093 w 3044273"/>
              <a:gd name="connsiteY4078" fmla="*/ 256884 h 3047670"/>
              <a:gd name="connsiteX4079" fmla="*/ 1602469 w 3044273"/>
              <a:gd name="connsiteY4079" fmla="*/ 256253 h 3047670"/>
              <a:gd name="connsiteX4080" fmla="*/ 1606237 w 3044273"/>
              <a:gd name="connsiteY4080" fmla="*/ 260022 h 3047670"/>
              <a:gd name="connsiteX4081" fmla="*/ 1602469 w 3044273"/>
              <a:gd name="connsiteY4081" fmla="*/ 263790 h 3047670"/>
              <a:gd name="connsiteX4082" fmla="*/ 1598700 w 3044273"/>
              <a:gd name="connsiteY4082" fmla="*/ 260022 h 3047670"/>
              <a:gd name="connsiteX4083" fmla="*/ 1602469 w 3044273"/>
              <a:gd name="connsiteY4083" fmla="*/ 256253 h 3047670"/>
              <a:gd name="connsiteX4084" fmla="*/ 1517176 w 3044273"/>
              <a:gd name="connsiteY4084" fmla="*/ 250978 h 3047670"/>
              <a:gd name="connsiteX4085" fmla="*/ 1523833 w 3044273"/>
              <a:gd name="connsiteY4085" fmla="*/ 257635 h 3047670"/>
              <a:gd name="connsiteX4086" fmla="*/ 1517176 w 3044273"/>
              <a:gd name="connsiteY4086" fmla="*/ 264294 h 3047670"/>
              <a:gd name="connsiteX4087" fmla="*/ 1510518 w 3044273"/>
              <a:gd name="connsiteY4087" fmla="*/ 257635 h 3047670"/>
              <a:gd name="connsiteX4088" fmla="*/ 1517176 w 3044273"/>
              <a:gd name="connsiteY4088" fmla="*/ 250978 h 3047670"/>
              <a:gd name="connsiteX4089" fmla="*/ 1431883 w 3044273"/>
              <a:gd name="connsiteY4089" fmla="*/ 250351 h 3047670"/>
              <a:gd name="connsiteX4090" fmla="*/ 1442310 w 3044273"/>
              <a:gd name="connsiteY4090" fmla="*/ 260650 h 3047670"/>
              <a:gd name="connsiteX4091" fmla="*/ 1432010 w 3044273"/>
              <a:gd name="connsiteY4091" fmla="*/ 271076 h 3047670"/>
              <a:gd name="connsiteX4092" fmla="*/ 1421583 w 3044273"/>
              <a:gd name="connsiteY4092" fmla="*/ 260650 h 3047670"/>
              <a:gd name="connsiteX4093" fmla="*/ 1431883 w 3044273"/>
              <a:gd name="connsiteY4093" fmla="*/ 250351 h 3047670"/>
              <a:gd name="connsiteX4094" fmla="*/ 1977807 w 3044273"/>
              <a:gd name="connsiteY4094" fmla="*/ 236532 h 3047670"/>
              <a:gd name="connsiteX4095" fmla="*/ 1978686 w 3044273"/>
              <a:gd name="connsiteY4095" fmla="*/ 237412 h 3047670"/>
              <a:gd name="connsiteX4096" fmla="*/ 1977807 w 3044273"/>
              <a:gd name="connsiteY4096" fmla="*/ 238291 h 3047670"/>
              <a:gd name="connsiteX4097" fmla="*/ 1976927 w 3044273"/>
              <a:gd name="connsiteY4097" fmla="*/ 237412 h 3047670"/>
              <a:gd name="connsiteX4098" fmla="*/ 1977807 w 3044273"/>
              <a:gd name="connsiteY4098" fmla="*/ 236532 h 3047670"/>
              <a:gd name="connsiteX4099" fmla="*/ 1056420 w 3044273"/>
              <a:gd name="connsiteY4099" fmla="*/ 234398 h 3047670"/>
              <a:gd name="connsiteX4100" fmla="*/ 1062827 w 3044273"/>
              <a:gd name="connsiteY4100" fmla="*/ 240804 h 3047670"/>
              <a:gd name="connsiteX4101" fmla="*/ 1056420 w 3044273"/>
              <a:gd name="connsiteY4101" fmla="*/ 247209 h 3047670"/>
              <a:gd name="connsiteX4102" fmla="*/ 1050014 w 3044273"/>
              <a:gd name="connsiteY4102" fmla="*/ 240804 h 3047670"/>
              <a:gd name="connsiteX4103" fmla="*/ 1056420 w 3044273"/>
              <a:gd name="connsiteY4103" fmla="*/ 234398 h 3047670"/>
              <a:gd name="connsiteX4104" fmla="*/ 857446 w 3044273"/>
              <a:gd name="connsiteY4104" fmla="*/ 219073 h 3047670"/>
              <a:gd name="connsiteX4105" fmla="*/ 858827 w 3044273"/>
              <a:gd name="connsiteY4105" fmla="*/ 220455 h 3047670"/>
              <a:gd name="connsiteX4106" fmla="*/ 857571 w 3044273"/>
              <a:gd name="connsiteY4106" fmla="*/ 221836 h 3047670"/>
              <a:gd name="connsiteX4107" fmla="*/ 856189 w 3044273"/>
              <a:gd name="connsiteY4107" fmla="*/ 220455 h 3047670"/>
              <a:gd name="connsiteX4108" fmla="*/ 857446 w 3044273"/>
              <a:gd name="connsiteY4108" fmla="*/ 219073 h 3047670"/>
              <a:gd name="connsiteX4109" fmla="*/ 1896282 w 3044273"/>
              <a:gd name="connsiteY4109" fmla="*/ 211284 h 3047670"/>
              <a:gd name="connsiteX4110" fmla="*/ 1897665 w 3044273"/>
              <a:gd name="connsiteY4110" fmla="*/ 212540 h 3047670"/>
              <a:gd name="connsiteX4111" fmla="*/ 1896282 w 3044273"/>
              <a:gd name="connsiteY4111" fmla="*/ 213921 h 3047670"/>
              <a:gd name="connsiteX4112" fmla="*/ 1894900 w 3044273"/>
              <a:gd name="connsiteY4112" fmla="*/ 212540 h 3047670"/>
              <a:gd name="connsiteX4113" fmla="*/ 1896282 w 3044273"/>
              <a:gd name="connsiteY4113" fmla="*/ 211284 h 3047670"/>
              <a:gd name="connsiteX4114" fmla="*/ 1137822 w 3044273"/>
              <a:gd name="connsiteY4114" fmla="*/ 204375 h 3047670"/>
              <a:gd name="connsiteX4115" fmla="*/ 1148625 w 3044273"/>
              <a:gd name="connsiteY4115" fmla="*/ 215177 h 3047670"/>
              <a:gd name="connsiteX4116" fmla="*/ 1137822 w 3044273"/>
              <a:gd name="connsiteY4116" fmla="*/ 226106 h 3047670"/>
              <a:gd name="connsiteX4117" fmla="*/ 1127018 w 3044273"/>
              <a:gd name="connsiteY4117" fmla="*/ 215304 h 3047670"/>
              <a:gd name="connsiteX4118" fmla="*/ 1137822 w 3044273"/>
              <a:gd name="connsiteY4118" fmla="*/ 204375 h 3047670"/>
              <a:gd name="connsiteX4119" fmla="*/ 1813251 w 3044273"/>
              <a:gd name="connsiteY4119" fmla="*/ 190684 h 3047670"/>
              <a:gd name="connsiteX4120" fmla="*/ 1815261 w 3044273"/>
              <a:gd name="connsiteY4120" fmla="*/ 192694 h 3047670"/>
              <a:gd name="connsiteX4121" fmla="*/ 1813251 w 3044273"/>
              <a:gd name="connsiteY4121" fmla="*/ 194704 h 3047670"/>
              <a:gd name="connsiteX4122" fmla="*/ 1811241 w 3044273"/>
              <a:gd name="connsiteY4122" fmla="*/ 192694 h 3047670"/>
              <a:gd name="connsiteX4123" fmla="*/ 1813251 w 3044273"/>
              <a:gd name="connsiteY4123" fmla="*/ 190684 h 3047670"/>
              <a:gd name="connsiteX4124" fmla="*/ 935201 w 3044273"/>
              <a:gd name="connsiteY4124" fmla="*/ 183900 h 3047670"/>
              <a:gd name="connsiteX4125" fmla="*/ 936456 w 3044273"/>
              <a:gd name="connsiteY4125" fmla="*/ 185282 h 3047670"/>
              <a:gd name="connsiteX4126" fmla="*/ 935201 w 3044273"/>
              <a:gd name="connsiteY4126" fmla="*/ 186663 h 3047670"/>
              <a:gd name="connsiteX4127" fmla="*/ 933820 w 3044273"/>
              <a:gd name="connsiteY4127" fmla="*/ 185408 h 3047670"/>
              <a:gd name="connsiteX4128" fmla="*/ 935201 w 3044273"/>
              <a:gd name="connsiteY4128" fmla="*/ 183900 h 3047670"/>
              <a:gd name="connsiteX4129" fmla="*/ 1220598 w 3044273"/>
              <a:gd name="connsiteY4129" fmla="*/ 181889 h 3047670"/>
              <a:gd name="connsiteX4130" fmla="*/ 1233537 w 3044273"/>
              <a:gd name="connsiteY4130" fmla="*/ 194702 h 3047670"/>
              <a:gd name="connsiteX4131" fmla="*/ 1220725 w 3044273"/>
              <a:gd name="connsiteY4131" fmla="*/ 207640 h 3047670"/>
              <a:gd name="connsiteX4132" fmla="*/ 1207786 w 3044273"/>
              <a:gd name="connsiteY4132" fmla="*/ 194828 h 3047670"/>
              <a:gd name="connsiteX4133" fmla="*/ 1220598 w 3044273"/>
              <a:gd name="connsiteY4133" fmla="*/ 181889 h 3047670"/>
              <a:gd name="connsiteX4134" fmla="*/ 1729341 w 3044273"/>
              <a:gd name="connsiteY4134" fmla="*/ 176865 h 3047670"/>
              <a:gd name="connsiteX4135" fmla="*/ 1730220 w 3044273"/>
              <a:gd name="connsiteY4135" fmla="*/ 177745 h 3047670"/>
              <a:gd name="connsiteX4136" fmla="*/ 1729341 w 3044273"/>
              <a:gd name="connsiteY4136" fmla="*/ 178625 h 3047670"/>
              <a:gd name="connsiteX4137" fmla="*/ 1728461 w 3044273"/>
              <a:gd name="connsiteY4137" fmla="*/ 177745 h 3047670"/>
              <a:gd name="connsiteX4138" fmla="*/ 1729341 w 3044273"/>
              <a:gd name="connsiteY4138" fmla="*/ 176865 h 3047670"/>
              <a:gd name="connsiteX4139" fmla="*/ 1304509 w 3044273"/>
              <a:gd name="connsiteY4139" fmla="*/ 169956 h 3047670"/>
              <a:gd name="connsiteX4140" fmla="*/ 1313806 w 3044273"/>
              <a:gd name="connsiteY4140" fmla="*/ 179253 h 3047670"/>
              <a:gd name="connsiteX4141" fmla="*/ 1304509 w 3044273"/>
              <a:gd name="connsiteY4141" fmla="*/ 188547 h 3047670"/>
              <a:gd name="connsiteX4142" fmla="*/ 1295214 w 3044273"/>
              <a:gd name="connsiteY4142" fmla="*/ 179253 h 3047670"/>
              <a:gd name="connsiteX4143" fmla="*/ 1304509 w 3044273"/>
              <a:gd name="connsiteY4143" fmla="*/ 169956 h 3047670"/>
              <a:gd name="connsiteX4144" fmla="*/ 1644550 w 3044273"/>
              <a:gd name="connsiteY4144" fmla="*/ 165435 h 3047670"/>
              <a:gd name="connsiteX4145" fmla="*/ 1646938 w 3044273"/>
              <a:gd name="connsiteY4145" fmla="*/ 167822 h 3047670"/>
              <a:gd name="connsiteX4146" fmla="*/ 1644550 w 3044273"/>
              <a:gd name="connsiteY4146" fmla="*/ 170209 h 3047670"/>
              <a:gd name="connsiteX4147" fmla="*/ 1642163 w 3044273"/>
              <a:gd name="connsiteY4147" fmla="*/ 167822 h 3047670"/>
              <a:gd name="connsiteX4148" fmla="*/ 1644550 w 3044273"/>
              <a:gd name="connsiteY4148" fmla="*/ 165435 h 3047670"/>
              <a:gd name="connsiteX4149" fmla="*/ 1389050 w 3044273"/>
              <a:gd name="connsiteY4149" fmla="*/ 160788 h 3047670"/>
              <a:gd name="connsiteX4150" fmla="*/ 1397090 w 3044273"/>
              <a:gd name="connsiteY4150" fmla="*/ 168703 h 3047670"/>
              <a:gd name="connsiteX4151" fmla="*/ 1389175 w 3044273"/>
              <a:gd name="connsiteY4151" fmla="*/ 176743 h 3047670"/>
              <a:gd name="connsiteX4152" fmla="*/ 1381135 w 3044273"/>
              <a:gd name="connsiteY4152" fmla="*/ 168828 h 3047670"/>
              <a:gd name="connsiteX4153" fmla="*/ 1389050 w 3044273"/>
              <a:gd name="connsiteY4153" fmla="*/ 160788 h 3047670"/>
              <a:gd name="connsiteX4154" fmla="*/ 1559509 w 3044273"/>
              <a:gd name="connsiteY4154" fmla="*/ 158275 h 3047670"/>
              <a:gd name="connsiteX4155" fmla="*/ 1564407 w 3044273"/>
              <a:gd name="connsiteY4155" fmla="*/ 163048 h 3047670"/>
              <a:gd name="connsiteX4156" fmla="*/ 1559509 w 3044273"/>
              <a:gd name="connsiteY4156" fmla="*/ 167947 h 3047670"/>
              <a:gd name="connsiteX4157" fmla="*/ 1554610 w 3044273"/>
              <a:gd name="connsiteY4157" fmla="*/ 163048 h 3047670"/>
              <a:gd name="connsiteX4158" fmla="*/ 1559509 w 3044273"/>
              <a:gd name="connsiteY4158" fmla="*/ 158275 h 3047670"/>
              <a:gd name="connsiteX4159" fmla="*/ 1474215 w 3044273"/>
              <a:gd name="connsiteY4159" fmla="*/ 155385 h 3047670"/>
              <a:gd name="connsiteX4160" fmla="*/ 1482254 w 3044273"/>
              <a:gd name="connsiteY4160" fmla="*/ 163300 h 3047670"/>
              <a:gd name="connsiteX4161" fmla="*/ 1474340 w 3044273"/>
              <a:gd name="connsiteY4161" fmla="*/ 171339 h 3047670"/>
              <a:gd name="connsiteX4162" fmla="*/ 1466301 w 3044273"/>
              <a:gd name="connsiteY4162" fmla="*/ 163425 h 3047670"/>
              <a:gd name="connsiteX4163" fmla="*/ 1474215 w 3044273"/>
              <a:gd name="connsiteY4163" fmla="*/ 155385 h 3047670"/>
              <a:gd name="connsiteX4164" fmla="*/ 1014716 w 3044273"/>
              <a:gd name="connsiteY4164" fmla="*/ 151115 h 3047670"/>
              <a:gd name="connsiteX4165" fmla="*/ 1018233 w 3044273"/>
              <a:gd name="connsiteY4165" fmla="*/ 154632 h 3047670"/>
              <a:gd name="connsiteX4166" fmla="*/ 1014716 w 3044273"/>
              <a:gd name="connsiteY4166" fmla="*/ 158149 h 3047670"/>
              <a:gd name="connsiteX4167" fmla="*/ 1011199 w 3044273"/>
              <a:gd name="connsiteY4167" fmla="*/ 154632 h 3047670"/>
              <a:gd name="connsiteX4168" fmla="*/ 1014716 w 3044273"/>
              <a:gd name="connsiteY4168" fmla="*/ 151115 h 3047670"/>
              <a:gd name="connsiteX4169" fmla="*/ 1095862 w 3044273"/>
              <a:gd name="connsiteY4169" fmla="*/ 124986 h 3047670"/>
              <a:gd name="connsiteX4170" fmla="*/ 1099379 w 3044273"/>
              <a:gd name="connsiteY4170" fmla="*/ 128503 h 3047670"/>
              <a:gd name="connsiteX4171" fmla="*/ 1095862 w 3044273"/>
              <a:gd name="connsiteY4171" fmla="*/ 132020 h 3047670"/>
              <a:gd name="connsiteX4172" fmla="*/ 1092345 w 3044273"/>
              <a:gd name="connsiteY4172" fmla="*/ 128503 h 3047670"/>
              <a:gd name="connsiteX4173" fmla="*/ 1095862 w 3044273"/>
              <a:gd name="connsiteY4173" fmla="*/ 124986 h 3047670"/>
              <a:gd name="connsiteX4174" fmla="*/ 1854956 w 3044273"/>
              <a:gd name="connsiteY4174" fmla="*/ 103507 h 3047670"/>
              <a:gd name="connsiteX4175" fmla="*/ 1855837 w 3044273"/>
              <a:gd name="connsiteY4175" fmla="*/ 104387 h 3047670"/>
              <a:gd name="connsiteX4176" fmla="*/ 1854956 w 3044273"/>
              <a:gd name="connsiteY4176" fmla="*/ 105268 h 3047670"/>
              <a:gd name="connsiteX4177" fmla="*/ 1854076 w 3044273"/>
              <a:gd name="connsiteY4177" fmla="*/ 104387 h 3047670"/>
              <a:gd name="connsiteX4178" fmla="*/ 1854956 w 3044273"/>
              <a:gd name="connsiteY4178" fmla="*/ 103507 h 3047670"/>
              <a:gd name="connsiteX4179" fmla="*/ 1178391 w 3044273"/>
              <a:gd name="connsiteY4179" fmla="*/ 100240 h 3047670"/>
              <a:gd name="connsiteX4180" fmla="*/ 1185049 w 3044273"/>
              <a:gd name="connsiteY4180" fmla="*/ 106898 h 3047670"/>
              <a:gd name="connsiteX4181" fmla="*/ 1178391 w 3044273"/>
              <a:gd name="connsiteY4181" fmla="*/ 113555 h 3047670"/>
              <a:gd name="connsiteX4182" fmla="*/ 1171734 w 3044273"/>
              <a:gd name="connsiteY4182" fmla="*/ 106898 h 3047670"/>
              <a:gd name="connsiteX4183" fmla="*/ 1178391 w 3044273"/>
              <a:gd name="connsiteY4183" fmla="*/ 100240 h 3047670"/>
              <a:gd name="connsiteX4184" fmla="*/ 893493 w 3044273"/>
              <a:gd name="connsiteY4184" fmla="*/ 99110 h 3047670"/>
              <a:gd name="connsiteX4185" fmla="*/ 894121 w 3044273"/>
              <a:gd name="connsiteY4185" fmla="*/ 99738 h 3047670"/>
              <a:gd name="connsiteX4186" fmla="*/ 893493 w 3044273"/>
              <a:gd name="connsiteY4186" fmla="*/ 100365 h 3047670"/>
              <a:gd name="connsiteX4187" fmla="*/ 892866 w 3044273"/>
              <a:gd name="connsiteY4187" fmla="*/ 99738 h 3047670"/>
              <a:gd name="connsiteX4188" fmla="*/ 893493 w 3044273"/>
              <a:gd name="connsiteY4188" fmla="*/ 99110 h 3047670"/>
              <a:gd name="connsiteX4189" fmla="*/ 1771168 w 3044273"/>
              <a:gd name="connsiteY4189" fmla="*/ 87552 h 3047670"/>
              <a:gd name="connsiteX4190" fmla="*/ 1771797 w 3044273"/>
              <a:gd name="connsiteY4190" fmla="*/ 88181 h 3047670"/>
              <a:gd name="connsiteX4191" fmla="*/ 1771168 w 3044273"/>
              <a:gd name="connsiteY4191" fmla="*/ 88809 h 3047670"/>
              <a:gd name="connsiteX4192" fmla="*/ 1770540 w 3044273"/>
              <a:gd name="connsiteY4192" fmla="*/ 88181 h 3047670"/>
              <a:gd name="connsiteX4193" fmla="*/ 1771168 w 3044273"/>
              <a:gd name="connsiteY4193" fmla="*/ 87552 h 3047670"/>
              <a:gd name="connsiteX4194" fmla="*/ 1261926 w 3044273"/>
              <a:gd name="connsiteY4194" fmla="*/ 86799 h 3047670"/>
              <a:gd name="connsiteX4195" fmla="*/ 1265068 w 3044273"/>
              <a:gd name="connsiteY4195" fmla="*/ 89939 h 3047670"/>
              <a:gd name="connsiteX4196" fmla="*/ 1261926 w 3044273"/>
              <a:gd name="connsiteY4196" fmla="*/ 93080 h 3047670"/>
              <a:gd name="connsiteX4197" fmla="*/ 1258786 w 3044273"/>
              <a:gd name="connsiteY4197" fmla="*/ 89939 h 3047670"/>
              <a:gd name="connsiteX4198" fmla="*/ 1261926 w 3044273"/>
              <a:gd name="connsiteY4198" fmla="*/ 86799 h 3047670"/>
              <a:gd name="connsiteX4199" fmla="*/ 1686755 w 3044273"/>
              <a:gd name="connsiteY4199" fmla="*/ 75870 h 3047670"/>
              <a:gd name="connsiteX4200" fmla="*/ 1687384 w 3044273"/>
              <a:gd name="connsiteY4200" fmla="*/ 76498 h 3047670"/>
              <a:gd name="connsiteX4201" fmla="*/ 1686755 w 3044273"/>
              <a:gd name="connsiteY4201" fmla="*/ 77125 h 3047670"/>
              <a:gd name="connsiteX4202" fmla="*/ 1686127 w 3044273"/>
              <a:gd name="connsiteY4202" fmla="*/ 76498 h 3047670"/>
              <a:gd name="connsiteX4203" fmla="*/ 1686755 w 3044273"/>
              <a:gd name="connsiteY4203" fmla="*/ 75870 h 3047670"/>
              <a:gd name="connsiteX4204" fmla="*/ 1346339 w 3044273"/>
              <a:gd name="connsiteY4204" fmla="*/ 73987 h 3047670"/>
              <a:gd name="connsiteX4205" fmla="*/ 1350107 w 3044273"/>
              <a:gd name="connsiteY4205" fmla="*/ 77756 h 3047670"/>
              <a:gd name="connsiteX4206" fmla="*/ 1346339 w 3044273"/>
              <a:gd name="connsiteY4206" fmla="*/ 81524 h 3047670"/>
              <a:gd name="connsiteX4207" fmla="*/ 1342570 w 3044273"/>
              <a:gd name="connsiteY4207" fmla="*/ 77756 h 3047670"/>
              <a:gd name="connsiteX4208" fmla="*/ 1346339 w 3044273"/>
              <a:gd name="connsiteY4208" fmla="*/ 73987 h 3047670"/>
              <a:gd name="connsiteX4209" fmla="*/ 1601840 w 3044273"/>
              <a:gd name="connsiteY4209" fmla="*/ 68208 h 3047670"/>
              <a:gd name="connsiteX4210" fmla="*/ 1603221 w 3044273"/>
              <a:gd name="connsiteY4210" fmla="*/ 69465 h 3047670"/>
              <a:gd name="connsiteX4211" fmla="*/ 1601840 w 3044273"/>
              <a:gd name="connsiteY4211" fmla="*/ 70845 h 3047670"/>
              <a:gd name="connsiteX4212" fmla="*/ 1600458 w 3044273"/>
              <a:gd name="connsiteY4212" fmla="*/ 69590 h 3047670"/>
              <a:gd name="connsiteX4213" fmla="*/ 1601840 w 3044273"/>
              <a:gd name="connsiteY4213" fmla="*/ 68208 h 3047670"/>
              <a:gd name="connsiteX4214" fmla="*/ 972881 w 3044273"/>
              <a:gd name="connsiteY4214" fmla="*/ 67832 h 3047670"/>
              <a:gd name="connsiteX4215" fmla="*/ 973760 w 3044273"/>
              <a:gd name="connsiteY4215" fmla="*/ 68712 h 3047670"/>
              <a:gd name="connsiteX4216" fmla="*/ 972881 w 3044273"/>
              <a:gd name="connsiteY4216" fmla="*/ 69591 h 3047670"/>
              <a:gd name="connsiteX4217" fmla="*/ 972001 w 3044273"/>
              <a:gd name="connsiteY4217" fmla="*/ 68712 h 3047670"/>
              <a:gd name="connsiteX4218" fmla="*/ 972881 w 3044273"/>
              <a:gd name="connsiteY4218" fmla="*/ 67832 h 3047670"/>
              <a:gd name="connsiteX4219" fmla="*/ 1431254 w 3044273"/>
              <a:gd name="connsiteY4219" fmla="*/ 66701 h 3047670"/>
              <a:gd name="connsiteX4220" fmla="*/ 1434772 w 3044273"/>
              <a:gd name="connsiteY4220" fmla="*/ 70218 h 3047670"/>
              <a:gd name="connsiteX4221" fmla="*/ 1431254 w 3044273"/>
              <a:gd name="connsiteY4221" fmla="*/ 73735 h 3047670"/>
              <a:gd name="connsiteX4222" fmla="*/ 1427737 w 3044273"/>
              <a:gd name="connsiteY4222" fmla="*/ 70218 h 3047670"/>
              <a:gd name="connsiteX4223" fmla="*/ 1431254 w 3044273"/>
              <a:gd name="connsiteY4223" fmla="*/ 66701 h 3047670"/>
              <a:gd name="connsiteX4224" fmla="*/ 1516423 w 3044273"/>
              <a:gd name="connsiteY4224" fmla="*/ 65193 h 3047670"/>
              <a:gd name="connsiteX4225" fmla="*/ 1518809 w 3044273"/>
              <a:gd name="connsiteY4225" fmla="*/ 67580 h 3047670"/>
              <a:gd name="connsiteX4226" fmla="*/ 1516423 w 3044273"/>
              <a:gd name="connsiteY4226" fmla="*/ 70093 h 3047670"/>
              <a:gd name="connsiteX4227" fmla="*/ 1514036 w 3044273"/>
              <a:gd name="connsiteY4227" fmla="*/ 67580 h 3047670"/>
              <a:gd name="connsiteX4228" fmla="*/ 1516423 w 3044273"/>
              <a:gd name="connsiteY4228" fmla="*/ 65193 h 3047670"/>
              <a:gd name="connsiteX4229" fmla="*/ 1053902 w 3044273"/>
              <a:gd name="connsiteY4229" fmla="*/ 40448 h 3047670"/>
              <a:gd name="connsiteX4230" fmla="*/ 1055284 w 3044273"/>
              <a:gd name="connsiteY4230" fmla="*/ 41830 h 3047670"/>
              <a:gd name="connsiteX4231" fmla="*/ 1053902 w 3044273"/>
              <a:gd name="connsiteY4231" fmla="*/ 43212 h 3047670"/>
              <a:gd name="connsiteX4232" fmla="*/ 1052520 w 3044273"/>
              <a:gd name="connsiteY4232" fmla="*/ 41830 h 3047670"/>
              <a:gd name="connsiteX4233" fmla="*/ 1053902 w 3044273"/>
              <a:gd name="connsiteY4233" fmla="*/ 40448 h 3047670"/>
              <a:gd name="connsiteX4234" fmla="*/ 1136181 w 3044273"/>
              <a:gd name="connsiteY4234" fmla="*/ 16957 h 3047670"/>
              <a:gd name="connsiteX4235" fmla="*/ 1138442 w 3044273"/>
              <a:gd name="connsiteY4235" fmla="*/ 19217 h 3047670"/>
              <a:gd name="connsiteX4236" fmla="*/ 1136181 w 3044273"/>
              <a:gd name="connsiteY4236" fmla="*/ 21479 h 3047670"/>
              <a:gd name="connsiteX4237" fmla="*/ 1133920 w 3044273"/>
              <a:gd name="connsiteY4237" fmla="*/ 19344 h 3047670"/>
              <a:gd name="connsiteX4238" fmla="*/ 1136181 w 3044273"/>
              <a:gd name="connsiteY4238" fmla="*/ 16957 h 3047670"/>
              <a:gd name="connsiteX4239" fmla="*/ 1219461 w 3044273"/>
              <a:gd name="connsiteY4239" fmla="*/ 0 h 3047670"/>
              <a:gd name="connsiteX4240" fmla="*/ 1220593 w 3044273"/>
              <a:gd name="connsiteY4240" fmla="*/ 1130 h 3047670"/>
              <a:gd name="connsiteX4241" fmla="*/ 1219461 w 3044273"/>
              <a:gd name="connsiteY4241" fmla="*/ 2261 h 3047670"/>
              <a:gd name="connsiteX4242" fmla="*/ 1218331 w 3044273"/>
              <a:gd name="connsiteY4242" fmla="*/ 1130 h 3047670"/>
              <a:gd name="connsiteX4243" fmla="*/ 1219461 w 3044273"/>
              <a:gd name="connsiteY4243" fmla="*/ 0 h 30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Lst>
            <a:rect l="l" t="t" r="r" b="b"/>
            <a:pathLst>
              <a:path w="3044273" h="3047670">
                <a:moveTo>
                  <a:pt x="1948158" y="3046415"/>
                </a:moveTo>
                <a:cubicBezTo>
                  <a:pt x="1948535" y="3046415"/>
                  <a:pt x="1948787" y="3046666"/>
                  <a:pt x="1948787" y="3047043"/>
                </a:cubicBezTo>
                <a:cubicBezTo>
                  <a:pt x="1948787" y="3047420"/>
                  <a:pt x="1948535" y="3047670"/>
                  <a:pt x="1948158" y="3047670"/>
                </a:cubicBezTo>
                <a:cubicBezTo>
                  <a:pt x="1947782" y="3047670"/>
                  <a:pt x="1947530" y="3047420"/>
                  <a:pt x="1947530" y="3047043"/>
                </a:cubicBezTo>
                <a:cubicBezTo>
                  <a:pt x="1947530" y="3046666"/>
                  <a:pt x="1947782" y="3046415"/>
                  <a:pt x="1948158" y="3046415"/>
                </a:cubicBezTo>
                <a:close/>
                <a:moveTo>
                  <a:pt x="2262811" y="3022973"/>
                </a:moveTo>
                <a:cubicBezTo>
                  <a:pt x="2263063" y="3022973"/>
                  <a:pt x="2263440" y="3023224"/>
                  <a:pt x="2263440" y="3023601"/>
                </a:cubicBezTo>
                <a:cubicBezTo>
                  <a:pt x="2263440" y="3023979"/>
                  <a:pt x="2263188" y="3024229"/>
                  <a:pt x="2262811" y="3024229"/>
                </a:cubicBezTo>
                <a:cubicBezTo>
                  <a:pt x="2262435" y="3024229"/>
                  <a:pt x="2262183" y="3023979"/>
                  <a:pt x="2262183" y="3023601"/>
                </a:cubicBezTo>
                <a:cubicBezTo>
                  <a:pt x="2262183" y="3023224"/>
                  <a:pt x="2262435" y="3022847"/>
                  <a:pt x="2262811" y="3022973"/>
                </a:cubicBezTo>
                <a:close/>
                <a:moveTo>
                  <a:pt x="2029306" y="3020035"/>
                </a:moveTo>
                <a:cubicBezTo>
                  <a:pt x="2029809" y="3020035"/>
                  <a:pt x="2030185" y="3020413"/>
                  <a:pt x="2030185" y="3020915"/>
                </a:cubicBezTo>
                <a:cubicBezTo>
                  <a:pt x="2030185" y="3021418"/>
                  <a:pt x="2029809" y="3021794"/>
                  <a:pt x="2029306" y="3021794"/>
                </a:cubicBezTo>
                <a:cubicBezTo>
                  <a:pt x="2028804" y="3021794"/>
                  <a:pt x="2028426" y="3021418"/>
                  <a:pt x="2028426" y="3020915"/>
                </a:cubicBezTo>
                <a:cubicBezTo>
                  <a:pt x="2028426" y="3020413"/>
                  <a:pt x="2028804" y="3020035"/>
                  <a:pt x="2029306" y="3020035"/>
                </a:cubicBezTo>
                <a:close/>
                <a:moveTo>
                  <a:pt x="1527099" y="3010364"/>
                </a:moveTo>
                <a:cubicBezTo>
                  <a:pt x="1528606" y="3010364"/>
                  <a:pt x="1529736" y="3011494"/>
                  <a:pt x="1529736" y="3013001"/>
                </a:cubicBezTo>
                <a:cubicBezTo>
                  <a:pt x="1529736" y="3014383"/>
                  <a:pt x="1528606" y="3015640"/>
                  <a:pt x="1527099" y="3015640"/>
                </a:cubicBezTo>
                <a:cubicBezTo>
                  <a:pt x="1525592" y="3015640"/>
                  <a:pt x="1524462" y="3014508"/>
                  <a:pt x="1524462" y="3013001"/>
                </a:cubicBezTo>
                <a:cubicBezTo>
                  <a:pt x="1524462" y="3011494"/>
                  <a:pt x="1525717" y="3010364"/>
                  <a:pt x="1527099" y="3010364"/>
                </a:cubicBezTo>
                <a:close/>
                <a:moveTo>
                  <a:pt x="1612392" y="3008101"/>
                </a:moveTo>
                <a:cubicBezTo>
                  <a:pt x="1613522" y="3008101"/>
                  <a:pt x="1614401" y="3008981"/>
                  <a:pt x="1614401" y="3010111"/>
                </a:cubicBezTo>
                <a:cubicBezTo>
                  <a:pt x="1614401" y="3011242"/>
                  <a:pt x="1613522" y="3012122"/>
                  <a:pt x="1612392" y="3012122"/>
                </a:cubicBezTo>
                <a:cubicBezTo>
                  <a:pt x="1611262" y="3012122"/>
                  <a:pt x="1610382" y="3011242"/>
                  <a:pt x="1610382" y="3010111"/>
                </a:cubicBezTo>
                <a:cubicBezTo>
                  <a:pt x="1610382" y="3009106"/>
                  <a:pt x="1611262" y="3008101"/>
                  <a:pt x="1612392" y="3008101"/>
                </a:cubicBezTo>
                <a:close/>
                <a:moveTo>
                  <a:pt x="1441807" y="3007221"/>
                </a:moveTo>
                <a:cubicBezTo>
                  <a:pt x="1443566" y="3007221"/>
                  <a:pt x="1444949" y="3008729"/>
                  <a:pt x="1444949" y="3010361"/>
                </a:cubicBezTo>
                <a:lnTo>
                  <a:pt x="1438667" y="3010361"/>
                </a:lnTo>
                <a:cubicBezTo>
                  <a:pt x="1438667" y="3008603"/>
                  <a:pt x="1440049" y="3007221"/>
                  <a:pt x="1441807" y="3007221"/>
                </a:cubicBezTo>
                <a:close/>
                <a:moveTo>
                  <a:pt x="1697183" y="3000691"/>
                </a:moveTo>
                <a:cubicBezTo>
                  <a:pt x="1698062" y="3000691"/>
                  <a:pt x="1698816" y="3001319"/>
                  <a:pt x="1698816" y="3002198"/>
                </a:cubicBezTo>
                <a:cubicBezTo>
                  <a:pt x="1698816" y="3002951"/>
                  <a:pt x="1698188" y="3003706"/>
                  <a:pt x="1697309" y="3003706"/>
                </a:cubicBezTo>
                <a:cubicBezTo>
                  <a:pt x="1696429" y="3003706"/>
                  <a:pt x="1695801" y="3003078"/>
                  <a:pt x="1695801" y="3002198"/>
                </a:cubicBezTo>
                <a:cubicBezTo>
                  <a:pt x="1695801" y="3001319"/>
                  <a:pt x="1696429" y="3000691"/>
                  <a:pt x="1697183" y="3000691"/>
                </a:cubicBezTo>
                <a:close/>
                <a:moveTo>
                  <a:pt x="2108820" y="2989510"/>
                </a:moveTo>
                <a:cubicBezTo>
                  <a:pt x="2109072" y="2989510"/>
                  <a:pt x="2109447" y="2989761"/>
                  <a:pt x="2109447" y="2990138"/>
                </a:cubicBezTo>
                <a:cubicBezTo>
                  <a:pt x="2109447" y="2990390"/>
                  <a:pt x="2109197" y="2990765"/>
                  <a:pt x="2108820" y="2990765"/>
                </a:cubicBezTo>
                <a:cubicBezTo>
                  <a:pt x="2108444" y="2990765"/>
                  <a:pt x="2108192" y="2990515"/>
                  <a:pt x="2108192" y="2990138"/>
                </a:cubicBezTo>
                <a:cubicBezTo>
                  <a:pt x="2108192" y="2989887"/>
                  <a:pt x="2108444" y="2989510"/>
                  <a:pt x="2108820" y="2989510"/>
                </a:cubicBezTo>
                <a:close/>
                <a:moveTo>
                  <a:pt x="1781596" y="2987877"/>
                </a:moveTo>
                <a:cubicBezTo>
                  <a:pt x="1782349" y="2987877"/>
                  <a:pt x="1782979" y="2988380"/>
                  <a:pt x="1782979" y="2989135"/>
                </a:cubicBezTo>
                <a:cubicBezTo>
                  <a:pt x="1782979" y="2989888"/>
                  <a:pt x="1782349" y="2990516"/>
                  <a:pt x="1781596" y="2990516"/>
                </a:cubicBezTo>
                <a:cubicBezTo>
                  <a:pt x="1780842" y="2990516"/>
                  <a:pt x="1780214" y="2989888"/>
                  <a:pt x="1780214" y="2989135"/>
                </a:cubicBezTo>
                <a:cubicBezTo>
                  <a:pt x="1780214" y="2988505"/>
                  <a:pt x="1780842" y="2987877"/>
                  <a:pt x="1781596" y="2987877"/>
                </a:cubicBezTo>
                <a:close/>
                <a:moveTo>
                  <a:pt x="2340852" y="2979519"/>
                </a:moveTo>
                <a:cubicBezTo>
                  <a:pt x="2341229" y="2979519"/>
                  <a:pt x="2341607" y="2979771"/>
                  <a:pt x="2341607" y="2980147"/>
                </a:cubicBezTo>
                <a:cubicBezTo>
                  <a:pt x="2341480" y="2980524"/>
                  <a:pt x="2341229" y="2980774"/>
                  <a:pt x="2340852" y="2980774"/>
                </a:cubicBezTo>
                <a:cubicBezTo>
                  <a:pt x="2340475" y="2980774"/>
                  <a:pt x="2340223" y="2980524"/>
                  <a:pt x="2340223" y="2980147"/>
                </a:cubicBezTo>
                <a:cubicBezTo>
                  <a:pt x="2340223" y="2979771"/>
                  <a:pt x="2340475" y="2979519"/>
                  <a:pt x="2340852" y="2979519"/>
                </a:cubicBezTo>
                <a:close/>
                <a:moveTo>
                  <a:pt x="1864879" y="2969789"/>
                </a:moveTo>
                <a:cubicBezTo>
                  <a:pt x="1865632" y="2969789"/>
                  <a:pt x="1866259" y="2970417"/>
                  <a:pt x="1866259" y="2971171"/>
                </a:cubicBezTo>
                <a:cubicBezTo>
                  <a:pt x="1866386" y="2971924"/>
                  <a:pt x="1865757" y="2972554"/>
                  <a:pt x="1865005" y="2972554"/>
                </a:cubicBezTo>
                <a:cubicBezTo>
                  <a:pt x="1864251" y="2972554"/>
                  <a:pt x="1863623" y="2971924"/>
                  <a:pt x="1863623" y="2971171"/>
                </a:cubicBezTo>
                <a:cubicBezTo>
                  <a:pt x="1863623" y="2970417"/>
                  <a:pt x="1864125" y="2969789"/>
                  <a:pt x="1864879" y="2969789"/>
                </a:cubicBezTo>
                <a:close/>
                <a:moveTo>
                  <a:pt x="2186577" y="2954463"/>
                </a:moveTo>
                <a:cubicBezTo>
                  <a:pt x="2186954" y="2954463"/>
                  <a:pt x="2187204" y="2954715"/>
                  <a:pt x="2187204" y="2955091"/>
                </a:cubicBezTo>
                <a:cubicBezTo>
                  <a:pt x="2187204" y="2955343"/>
                  <a:pt x="2186954" y="2955720"/>
                  <a:pt x="2186577" y="2955720"/>
                </a:cubicBezTo>
                <a:cubicBezTo>
                  <a:pt x="2186200" y="2955720"/>
                  <a:pt x="2185949" y="2955468"/>
                  <a:pt x="2185949" y="2955091"/>
                </a:cubicBezTo>
                <a:cubicBezTo>
                  <a:pt x="2185949" y="2954715"/>
                  <a:pt x="2186200" y="2954463"/>
                  <a:pt x="2186577" y="2954463"/>
                </a:cubicBezTo>
                <a:close/>
                <a:moveTo>
                  <a:pt x="1947029" y="2947053"/>
                </a:moveTo>
                <a:cubicBezTo>
                  <a:pt x="1947657" y="2947053"/>
                  <a:pt x="1948159" y="2947556"/>
                  <a:pt x="1948159" y="2948183"/>
                </a:cubicBezTo>
                <a:cubicBezTo>
                  <a:pt x="1948159" y="2948811"/>
                  <a:pt x="1947657" y="2949313"/>
                  <a:pt x="1947029" y="2949313"/>
                </a:cubicBezTo>
                <a:cubicBezTo>
                  <a:pt x="1946402" y="2949313"/>
                  <a:pt x="1945899" y="2948811"/>
                  <a:pt x="1945899" y="2948183"/>
                </a:cubicBezTo>
                <a:cubicBezTo>
                  <a:pt x="1945899" y="2947556"/>
                  <a:pt x="1946402" y="2947053"/>
                  <a:pt x="1947029" y="2947053"/>
                </a:cubicBezTo>
                <a:close/>
                <a:moveTo>
                  <a:pt x="2413200" y="2934380"/>
                </a:moveTo>
                <a:cubicBezTo>
                  <a:pt x="2413577" y="2934380"/>
                  <a:pt x="2413830" y="2934631"/>
                  <a:pt x="2413830" y="2935008"/>
                </a:cubicBezTo>
                <a:cubicBezTo>
                  <a:pt x="2413830" y="2935385"/>
                  <a:pt x="2413577" y="2935635"/>
                  <a:pt x="2413200" y="2935635"/>
                </a:cubicBezTo>
                <a:cubicBezTo>
                  <a:pt x="2412824" y="2935635"/>
                  <a:pt x="2412446" y="2935385"/>
                  <a:pt x="2412446" y="2935008"/>
                </a:cubicBezTo>
                <a:cubicBezTo>
                  <a:pt x="2412572" y="2934631"/>
                  <a:pt x="2412824" y="2934380"/>
                  <a:pt x="2413200" y="2934380"/>
                </a:cubicBezTo>
                <a:close/>
                <a:moveTo>
                  <a:pt x="2027550" y="2917782"/>
                </a:moveTo>
                <a:cubicBezTo>
                  <a:pt x="2028932" y="2917782"/>
                  <a:pt x="2030062" y="2918787"/>
                  <a:pt x="2030062" y="2920169"/>
                </a:cubicBezTo>
                <a:cubicBezTo>
                  <a:pt x="2030062" y="2921551"/>
                  <a:pt x="2029057" y="2922682"/>
                  <a:pt x="2027675" y="2922682"/>
                </a:cubicBezTo>
                <a:cubicBezTo>
                  <a:pt x="2026293" y="2922682"/>
                  <a:pt x="2025163" y="2921677"/>
                  <a:pt x="2025163" y="2920295"/>
                </a:cubicBezTo>
                <a:cubicBezTo>
                  <a:pt x="2025163" y="2919039"/>
                  <a:pt x="2026293" y="2917908"/>
                  <a:pt x="2027550" y="2917782"/>
                </a:cubicBezTo>
                <a:close/>
                <a:moveTo>
                  <a:pt x="2262194" y="2915021"/>
                </a:moveTo>
                <a:cubicBezTo>
                  <a:pt x="2262571" y="2915021"/>
                  <a:pt x="2262823" y="2915273"/>
                  <a:pt x="2262823" y="2915649"/>
                </a:cubicBezTo>
                <a:cubicBezTo>
                  <a:pt x="2262823" y="2916026"/>
                  <a:pt x="2262571" y="2916278"/>
                  <a:pt x="2262194" y="2916278"/>
                </a:cubicBezTo>
                <a:cubicBezTo>
                  <a:pt x="2261943" y="2916278"/>
                  <a:pt x="2261566" y="2916026"/>
                  <a:pt x="2261566" y="2915649"/>
                </a:cubicBezTo>
                <a:cubicBezTo>
                  <a:pt x="2261566" y="2915273"/>
                  <a:pt x="2261818" y="2915021"/>
                  <a:pt x="2262194" y="2915021"/>
                </a:cubicBezTo>
                <a:close/>
                <a:moveTo>
                  <a:pt x="1526850" y="2912005"/>
                </a:moveTo>
                <a:cubicBezTo>
                  <a:pt x="1530115" y="2912005"/>
                  <a:pt x="1532880" y="2914643"/>
                  <a:pt x="1532880" y="2917909"/>
                </a:cubicBezTo>
                <a:cubicBezTo>
                  <a:pt x="1532880" y="2921299"/>
                  <a:pt x="1530115" y="2923938"/>
                  <a:pt x="1526850" y="2923938"/>
                </a:cubicBezTo>
                <a:cubicBezTo>
                  <a:pt x="1523458" y="2923938"/>
                  <a:pt x="1520820" y="2921299"/>
                  <a:pt x="1520820" y="2918034"/>
                </a:cubicBezTo>
                <a:cubicBezTo>
                  <a:pt x="1520820" y="2914768"/>
                  <a:pt x="1523458" y="2912005"/>
                  <a:pt x="1526850" y="2912005"/>
                </a:cubicBezTo>
                <a:close/>
                <a:moveTo>
                  <a:pt x="1612017" y="2909746"/>
                </a:moveTo>
                <a:cubicBezTo>
                  <a:pt x="1614906" y="2909619"/>
                  <a:pt x="1617166" y="2912006"/>
                  <a:pt x="1617166" y="2914770"/>
                </a:cubicBezTo>
                <a:cubicBezTo>
                  <a:pt x="1617166" y="2917658"/>
                  <a:pt x="1615031" y="2919919"/>
                  <a:pt x="1612142" y="2919919"/>
                </a:cubicBezTo>
                <a:cubicBezTo>
                  <a:pt x="1609254" y="2920045"/>
                  <a:pt x="1606992" y="2917784"/>
                  <a:pt x="1606992" y="2914895"/>
                </a:cubicBezTo>
                <a:cubicBezTo>
                  <a:pt x="1606992" y="2912131"/>
                  <a:pt x="1609254" y="2909871"/>
                  <a:pt x="1612017" y="2909746"/>
                </a:cubicBezTo>
                <a:close/>
                <a:moveTo>
                  <a:pt x="1441556" y="2908739"/>
                </a:moveTo>
                <a:cubicBezTo>
                  <a:pt x="1445325" y="2908739"/>
                  <a:pt x="1448465" y="2911754"/>
                  <a:pt x="1448465" y="2915523"/>
                </a:cubicBezTo>
                <a:cubicBezTo>
                  <a:pt x="1448590" y="2919290"/>
                  <a:pt x="1445450" y="2922430"/>
                  <a:pt x="1441681" y="2922430"/>
                </a:cubicBezTo>
                <a:cubicBezTo>
                  <a:pt x="1437913" y="2922430"/>
                  <a:pt x="1434773" y="2919416"/>
                  <a:pt x="1434773" y="2915648"/>
                </a:cubicBezTo>
                <a:cubicBezTo>
                  <a:pt x="1434647" y="2911754"/>
                  <a:pt x="1437788" y="2908739"/>
                  <a:pt x="1441556" y="2908739"/>
                </a:cubicBezTo>
                <a:close/>
                <a:moveTo>
                  <a:pt x="1696805" y="2902207"/>
                </a:moveTo>
                <a:cubicBezTo>
                  <a:pt x="1699192" y="2902207"/>
                  <a:pt x="1701077" y="2904092"/>
                  <a:pt x="1701077" y="2906352"/>
                </a:cubicBezTo>
                <a:cubicBezTo>
                  <a:pt x="1701077" y="2908739"/>
                  <a:pt x="1699192" y="2910624"/>
                  <a:pt x="1696930" y="2910624"/>
                </a:cubicBezTo>
                <a:cubicBezTo>
                  <a:pt x="1694545" y="2910749"/>
                  <a:pt x="1692660" y="2908739"/>
                  <a:pt x="1692660" y="2906479"/>
                </a:cubicBezTo>
                <a:cubicBezTo>
                  <a:pt x="1692660" y="2904092"/>
                  <a:pt x="1694545" y="2902207"/>
                  <a:pt x="1696805" y="2902207"/>
                </a:cubicBezTo>
                <a:close/>
                <a:moveTo>
                  <a:pt x="1356767" y="2900575"/>
                </a:moveTo>
                <a:cubicBezTo>
                  <a:pt x="1360536" y="2900575"/>
                  <a:pt x="1363801" y="2903715"/>
                  <a:pt x="1363801" y="2907610"/>
                </a:cubicBezTo>
                <a:cubicBezTo>
                  <a:pt x="1363801" y="2911504"/>
                  <a:pt x="1360661" y="2914769"/>
                  <a:pt x="1356767" y="2914769"/>
                </a:cubicBezTo>
                <a:cubicBezTo>
                  <a:pt x="1352747" y="2914769"/>
                  <a:pt x="1349607" y="2911629"/>
                  <a:pt x="1349607" y="2907735"/>
                </a:cubicBezTo>
                <a:cubicBezTo>
                  <a:pt x="1349607" y="2903841"/>
                  <a:pt x="1352747" y="2900575"/>
                  <a:pt x="1356767" y="2900575"/>
                </a:cubicBezTo>
                <a:close/>
                <a:moveTo>
                  <a:pt x="1781094" y="2888766"/>
                </a:moveTo>
                <a:cubicBezTo>
                  <a:pt x="1783230" y="2888766"/>
                  <a:pt x="1784863" y="2890399"/>
                  <a:pt x="1784863" y="2892535"/>
                </a:cubicBezTo>
                <a:cubicBezTo>
                  <a:pt x="1784863" y="2894671"/>
                  <a:pt x="1783230" y="2896303"/>
                  <a:pt x="1781094" y="2896303"/>
                </a:cubicBezTo>
                <a:cubicBezTo>
                  <a:pt x="1778958" y="2896303"/>
                  <a:pt x="1777326" y="2894671"/>
                  <a:pt x="1777326" y="2892535"/>
                </a:cubicBezTo>
                <a:cubicBezTo>
                  <a:pt x="1777199" y="2890524"/>
                  <a:pt x="1778958" y="2888766"/>
                  <a:pt x="1781094" y="2888766"/>
                </a:cubicBezTo>
                <a:close/>
                <a:moveTo>
                  <a:pt x="1272353" y="2887510"/>
                </a:moveTo>
                <a:cubicBezTo>
                  <a:pt x="1276121" y="2887385"/>
                  <a:pt x="1279261" y="2890525"/>
                  <a:pt x="1279261" y="2894292"/>
                </a:cubicBezTo>
                <a:cubicBezTo>
                  <a:pt x="1279261" y="2898061"/>
                  <a:pt x="1276246" y="2901201"/>
                  <a:pt x="1272479" y="2901201"/>
                </a:cubicBezTo>
                <a:cubicBezTo>
                  <a:pt x="1268709" y="2901201"/>
                  <a:pt x="1265569" y="2898187"/>
                  <a:pt x="1265569" y="2894419"/>
                </a:cubicBezTo>
                <a:cubicBezTo>
                  <a:pt x="1265569" y="2890650"/>
                  <a:pt x="1268584" y="2887510"/>
                  <a:pt x="1272353" y="2887510"/>
                </a:cubicBezTo>
                <a:close/>
                <a:moveTo>
                  <a:pt x="2106435" y="2886128"/>
                </a:moveTo>
                <a:cubicBezTo>
                  <a:pt x="2107189" y="2886128"/>
                  <a:pt x="2107942" y="2886756"/>
                  <a:pt x="2107942" y="2887636"/>
                </a:cubicBezTo>
                <a:cubicBezTo>
                  <a:pt x="2107942" y="2888390"/>
                  <a:pt x="2107315" y="2889143"/>
                  <a:pt x="2106435" y="2889143"/>
                </a:cubicBezTo>
                <a:cubicBezTo>
                  <a:pt x="2105555" y="2889143"/>
                  <a:pt x="2104802" y="2888515"/>
                  <a:pt x="2104802" y="2887636"/>
                </a:cubicBezTo>
                <a:cubicBezTo>
                  <a:pt x="2104802" y="2886883"/>
                  <a:pt x="2105555" y="2886128"/>
                  <a:pt x="2106435" y="2886128"/>
                </a:cubicBezTo>
                <a:close/>
                <a:moveTo>
                  <a:pt x="2483053" y="2885373"/>
                </a:moveTo>
                <a:cubicBezTo>
                  <a:pt x="2483430" y="2885373"/>
                  <a:pt x="2483682" y="2885625"/>
                  <a:pt x="2483682" y="2886001"/>
                </a:cubicBezTo>
                <a:cubicBezTo>
                  <a:pt x="2483682" y="2886253"/>
                  <a:pt x="2483430" y="2886630"/>
                  <a:pt x="2483053" y="2886630"/>
                </a:cubicBezTo>
                <a:cubicBezTo>
                  <a:pt x="2482677" y="2886630"/>
                  <a:pt x="2482425" y="2886378"/>
                  <a:pt x="2482425" y="2886001"/>
                </a:cubicBezTo>
                <a:cubicBezTo>
                  <a:pt x="2482425" y="2885625"/>
                  <a:pt x="2482677" y="2885373"/>
                  <a:pt x="2483053" y="2885373"/>
                </a:cubicBezTo>
                <a:close/>
                <a:moveTo>
                  <a:pt x="2335429" y="2871432"/>
                </a:moveTo>
                <a:cubicBezTo>
                  <a:pt x="2335806" y="2871432"/>
                  <a:pt x="2336058" y="2871684"/>
                  <a:pt x="2336058" y="2872060"/>
                </a:cubicBezTo>
                <a:cubicBezTo>
                  <a:pt x="2336058" y="2872437"/>
                  <a:pt x="2335806" y="2872689"/>
                  <a:pt x="2335429" y="2872689"/>
                </a:cubicBezTo>
                <a:cubicBezTo>
                  <a:pt x="2335053" y="2872689"/>
                  <a:pt x="2334801" y="2872437"/>
                  <a:pt x="2334801" y="2872060"/>
                </a:cubicBezTo>
                <a:cubicBezTo>
                  <a:pt x="2334801" y="2871684"/>
                  <a:pt x="2335053" y="2871432"/>
                  <a:pt x="2335429" y="2871432"/>
                </a:cubicBezTo>
                <a:close/>
                <a:moveTo>
                  <a:pt x="1864125" y="2869549"/>
                </a:moveTo>
                <a:cubicBezTo>
                  <a:pt x="1866262" y="2869549"/>
                  <a:pt x="1867895" y="2871307"/>
                  <a:pt x="1867895" y="2873319"/>
                </a:cubicBezTo>
                <a:cubicBezTo>
                  <a:pt x="1867895" y="2875454"/>
                  <a:pt x="1866135" y="2877087"/>
                  <a:pt x="1864125" y="2877087"/>
                </a:cubicBezTo>
                <a:cubicBezTo>
                  <a:pt x="1862115" y="2877087"/>
                  <a:pt x="1860356" y="2875454"/>
                  <a:pt x="1860356" y="2873319"/>
                </a:cubicBezTo>
                <a:cubicBezTo>
                  <a:pt x="1860356" y="2871182"/>
                  <a:pt x="1861989" y="2869549"/>
                  <a:pt x="1864125" y="2869549"/>
                </a:cubicBezTo>
                <a:close/>
                <a:moveTo>
                  <a:pt x="1189323" y="2869549"/>
                </a:moveTo>
                <a:cubicBezTo>
                  <a:pt x="1192713" y="2869549"/>
                  <a:pt x="1195478" y="2872314"/>
                  <a:pt x="1195478" y="2875704"/>
                </a:cubicBezTo>
                <a:cubicBezTo>
                  <a:pt x="1195478" y="2879096"/>
                  <a:pt x="1192713" y="2881859"/>
                  <a:pt x="1189323" y="2881859"/>
                </a:cubicBezTo>
                <a:cubicBezTo>
                  <a:pt x="1185805" y="2881859"/>
                  <a:pt x="1183041" y="2879096"/>
                  <a:pt x="1183041" y="2875704"/>
                </a:cubicBezTo>
                <a:cubicBezTo>
                  <a:pt x="1183041" y="2872314"/>
                  <a:pt x="1185805" y="2869549"/>
                  <a:pt x="1189323" y="2869549"/>
                </a:cubicBezTo>
                <a:close/>
                <a:moveTo>
                  <a:pt x="2182937" y="2848067"/>
                </a:moveTo>
                <a:cubicBezTo>
                  <a:pt x="2184319" y="2847942"/>
                  <a:pt x="2185449" y="2849072"/>
                  <a:pt x="2185449" y="2850455"/>
                </a:cubicBezTo>
                <a:cubicBezTo>
                  <a:pt x="2185449" y="2851711"/>
                  <a:pt x="2184444" y="2852842"/>
                  <a:pt x="2183063" y="2852842"/>
                </a:cubicBezTo>
                <a:cubicBezTo>
                  <a:pt x="2181807" y="2852842"/>
                  <a:pt x="2180676" y="2851837"/>
                  <a:pt x="2180676" y="2850455"/>
                </a:cubicBezTo>
                <a:cubicBezTo>
                  <a:pt x="2180676" y="2849072"/>
                  <a:pt x="2181807" y="2847942"/>
                  <a:pt x="2182937" y="2848067"/>
                </a:cubicBezTo>
                <a:close/>
                <a:moveTo>
                  <a:pt x="1107422" y="2843796"/>
                </a:moveTo>
                <a:cubicBezTo>
                  <a:pt x="1111692" y="2843796"/>
                  <a:pt x="1115210" y="2847313"/>
                  <a:pt x="1115210" y="2851584"/>
                </a:cubicBezTo>
                <a:cubicBezTo>
                  <a:pt x="1115210" y="2855855"/>
                  <a:pt x="1111818" y="2859373"/>
                  <a:pt x="1107547" y="2859373"/>
                </a:cubicBezTo>
                <a:cubicBezTo>
                  <a:pt x="1103276" y="2859498"/>
                  <a:pt x="1099758" y="2855981"/>
                  <a:pt x="1099758" y="2851710"/>
                </a:cubicBezTo>
                <a:cubicBezTo>
                  <a:pt x="1099633" y="2847439"/>
                  <a:pt x="1103150" y="2844048"/>
                  <a:pt x="1107422" y="2843796"/>
                </a:cubicBezTo>
                <a:close/>
                <a:moveTo>
                  <a:pt x="1945774" y="2842288"/>
                </a:moveTo>
                <a:cubicBezTo>
                  <a:pt x="1949291" y="2842288"/>
                  <a:pt x="1952181" y="2845177"/>
                  <a:pt x="1952181" y="2848694"/>
                </a:cubicBezTo>
                <a:cubicBezTo>
                  <a:pt x="1952181" y="2852211"/>
                  <a:pt x="1949291" y="2855099"/>
                  <a:pt x="1945774" y="2855099"/>
                </a:cubicBezTo>
                <a:cubicBezTo>
                  <a:pt x="1942257" y="2855099"/>
                  <a:pt x="1939367" y="2852211"/>
                  <a:pt x="1939367" y="2848694"/>
                </a:cubicBezTo>
                <a:cubicBezTo>
                  <a:pt x="1939242" y="2845177"/>
                  <a:pt x="1942131" y="2842288"/>
                  <a:pt x="1945774" y="2842288"/>
                </a:cubicBezTo>
                <a:close/>
                <a:moveTo>
                  <a:pt x="2550112" y="2832866"/>
                </a:moveTo>
                <a:cubicBezTo>
                  <a:pt x="2550364" y="2832866"/>
                  <a:pt x="2550739" y="2833117"/>
                  <a:pt x="2550739" y="2833494"/>
                </a:cubicBezTo>
                <a:cubicBezTo>
                  <a:pt x="2550739" y="2833871"/>
                  <a:pt x="2550489" y="2834121"/>
                  <a:pt x="2550112" y="2834121"/>
                </a:cubicBezTo>
                <a:cubicBezTo>
                  <a:pt x="2549861" y="2834121"/>
                  <a:pt x="2549484" y="2833871"/>
                  <a:pt x="2549484" y="2833494"/>
                </a:cubicBezTo>
                <a:cubicBezTo>
                  <a:pt x="2549484" y="2833117"/>
                  <a:pt x="2549861" y="2832866"/>
                  <a:pt x="2550112" y="2832866"/>
                </a:cubicBezTo>
                <a:close/>
                <a:moveTo>
                  <a:pt x="2406151" y="2823573"/>
                </a:moveTo>
                <a:cubicBezTo>
                  <a:pt x="2406654" y="2823573"/>
                  <a:pt x="2407030" y="2823951"/>
                  <a:pt x="2407030" y="2824453"/>
                </a:cubicBezTo>
                <a:cubicBezTo>
                  <a:pt x="2407030" y="2824956"/>
                  <a:pt x="2406654" y="2825332"/>
                  <a:pt x="2406151" y="2825332"/>
                </a:cubicBezTo>
                <a:cubicBezTo>
                  <a:pt x="2405649" y="2825332"/>
                  <a:pt x="2405271" y="2824956"/>
                  <a:pt x="2405271" y="2824453"/>
                </a:cubicBezTo>
                <a:cubicBezTo>
                  <a:pt x="2405271" y="2823951"/>
                  <a:pt x="2405774" y="2823573"/>
                  <a:pt x="2406151" y="2823573"/>
                </a:cubicBezTo>
                <a:close/>
                <a:moveTo>
                  <a:pt x="1027151" y="2814905"/>
                </a:moveTo>
                <a:cubicBezTo>
                  <a:pt x="1031423" y="2814780"/>
                  <a:pt x="1034940" y="2818297"/>
                  <a:pt x="1034940" y="2822569"/>
                </a:cubicBezTo>
                <a:cubicBezTo>
                  <a:pt x="1034940" y="2826839"/>
                  <a:pt x="1031548" y="2830356"/>
                  <a:pt x="1027276" y="2830356"/>
                </a:cubicBezTo>
                <a:cubicBezTo>
                  <a:pt x="1023006" y="2830356"/>
                  <a:pt x="1019489" y="2826966"/>
                  <a:pt x="1019489" y="2822694"/>
                </a:cubicBezTo>
                <a:cubicBezTo>
                  <a:pt x="1019489" y="2818297"/>
                  <a:pt x="1023006" y="2814905"/>
                  <a:pt x="1027151" y="2814905"/>
                </a:cubicBezTo>
                <a:close/>
                <a:moveTo>
                  <a:pt x="1526472" y="2814026"/>
                </a:moveTo>
                <a:cubicBezTo>
                  <a:pt x="1531370" y="2813901"/>
                  <a:pt x="1535389" y="2817920"/>
                  <a:pt x="1535389" y="2822819"/>
                </a:cubicBezTo>
                <a:cubicBezTo>
                  <a:pt x="1535389" y="2827717"/>
                  <a:pt x="1531496" y="2831737"/>
                  <a:pt x="1526597" y="2831737"/>
                </a:cubicBezTo>
                <a:cubicBezTo>
                  <a:pt x="1521698" y="2831863"/>
                  <a:pt x="1517678" y="2827844"/>
                  <a:pt x="1517678" y="2822945"/>
                </a:cubicBezTo>
                <a:cubicBezTo>
                  <a:pt x="1517553" y="2818171"/>
                  <a:pt x="1521572" y="2814151"/>
                  <a:pt x="1526472" y="2814026"/>
                </a:cubicBezTo>
                <a:close/>
                <a:moveTo>
                  <a:pt x="2025790" y="2813776"/>
                </a:moveTo>
                <a:cubicBezTo>
                  <a:pt x="2028680" y="2813776"/>
                  <a:pt x="2031065" y="2816161"/>
                  <a:pt x="2031065" y="2819050"/>
                </a:cubicBezTo>
                <a:cubicBezTo>
                  <a:pt x="2031065" y="2821940"/>
                  <a:pt x="2028680" y="2824327"/>
                  <a:pt x="2025790" y="2824327"/>
                </a:cubicBezTo>
                <a:cubicBezTo>
                  <a:pt x="2022775" y="2824327"/>
                  <a:pt x="2020388" y="2821940"/>
                  <a:pt x="2020388" y="2819050"/>
                </a:cubicBezTo>
                <a:cubicBezTo>
                  <a:pt x="2020388" y="2816036"/>
                  <a:pt x="2022650" y="2813649"/>
                  <a:pt x="2025790" y="2813776"/>
                </a:cubicBezTo>
                <a:close/>
                <a:moveTo>
                  <a:pt x="1611639" y="2811640"/>
                </a:moveTo>
                <a:cubicBezTo>
                  <a:pt x="1616162" y="2811640"/>
                  <a:pt x="1619804" y="2815283"/>
                  <a:pt x="1619804" y="2819806"/>
                </a:cubicBezTo>
                <a:cubicBezTo>
                  <a:pt x="1619804" y="2824329"/>
                  <a:pt x="1616162" y="2827972"/>
                  <a:pt x="1611639" y="2827972"/>
                </a:cubicBezTo>
                <a:cubicBezTo>
                  <a:pt x="1607117" y="2827972"/>
                  <a:pt x="1603474" y="2824329"/>
                  <a:pt x="1603474" y="2819806"/>
                </a:cubicBezTo>
                <a:cubicBezTo>
                  <a:pt x="1603474" y="2815283"/>
                  <a:pt x="1607117" y="2811515"/>
                  <a:pt x="1611639" y="2811640"/>
                </a:cubicBezTo>
                <a:close/>
                <a:moveTo>
                  <a:pt x="1441179" y="2810760"/>
                </a:moveTo>
                <a:cubicBezTo>
                  <a:pt x="1446454" y="2810635"/>
                  <a:pt x="1450726" y="2814905"/>
                  <a:pt x="1450726" y="2820181"/>
                </a:cubicBezTo>
                <a:cubicBezTo>
                  <a:pt x="1450851" y="2825456"/>
                  <a:pt x="1446581" y="2829728"/>
                  <a:pt x="1441305" y="2829728"/>
                </a:cubicBezTo>
                <a:cubicBezTo>
                  <a:pt x="1436028" y="2829853"/>
                  <a:pt x="1431758" y="2825583"/>
                  <a:pt x="1431758" y="2820307"/>
                </a:cubicBezTo>
                <a:cubicBezTo>
                  <a:pt x="1431758" y="2815157"/>
                  <a:pt x="1436028" y="2810885"/>
                  <a:pt x="1441179" y="2810760"/>
                </a:cubicBezTo>
                <a:close/>
                <a:moveTo>
                  <a:pt x="2257423" y="2807494"/>
                </a:moveTo>
                <a:cubicBezTo>
                  <a:pt x="2258051" y="2807494"/>
                  <a:pt x="2258555" y="2807997"/>
                  <a:pt x="2258555" y="2808624"/>
                </a:cubicBezTo>
                <a:cubicBezTo>
                  <a:pt x="2258555" y="2809252"/>
                  <a:pt x="2258051" y="2809754"/>
                  <a:pt x="2257423" y="2809754"/>
                </a:cubicBezTo>
                <a:cubicBezTo>
                  <a:pt x="2256796" y="2809754"/>
                  <a:pt x="2256293" y="2809252"/>
                  <a:pt x="2256293" y="2808624"/>
                </a:cubicBezTo>
                <a:cubicBezTo>
                  <a:pt x="2256293" y="2807997"/>
                  <a:pt x="2256796" y="2807494"/>
                  <a:pt x="2257423" y="2807494"/>
                </a:cubicBezTo>
                <a:close/>
                <a:moveTo>
                  <a:pt x="1696430" y="2802847"/>
                </a:moveTo>
                <a:cubicBezTo>
                  <a:pt x="1700701" y="2802722"/>
                  <a:pt x="1704219" y="2806239"/>
                  <a:pt x="1704219" y="2810511"/>
                </a:cubicBezTo>
                <a:cubicBezTo>
                  <a:pt x="1704344" y="2814781"/>
                  <a:pt x="1700827" y="2818299"/>
                  <a:pt x="1696555" y="2818299"/>
                </a:cubicBezTo>
                <a:cubicBezTo>
                  <a:pt x="1692285" y="2818424"/>
                  <a:pt x="1688767" y="2814907"/>
                  <a:pt x="1688767" y="2810636"/>
                </a:cubicBezTo>
                <a:cubicBezTo>
                  <a:pt x="1688767" y="2806364"/>
                  <a:pt x="1692159" y="2802847"/>
                  <a:pt x="1696430" y="2802847"/>
                </a:cubicBezTo>
                <a:close/>
                <a:moveTo>
                  <a:pt x="1356389" y="2802092"/>
                </a:moveTo>
                <a:cubicBezTo>
                  <a:pt x="1361790" y="2802092"/>
                  <a:pt x="1366187" y="2806363"/>
                  <a:pt x="1366187" y="2811764"/>
                </a:cubicBezTo>
                <a:cubicBezTo>
                  <a:pt x="1366187" y="2817166"/>
                  <a:pt x="1361915" y="2821563"/>
                  <a:pt x="1356514" y="2821563"/>
                </a:cubicBezTo>
                <a:cubicBezTo>
                  <a:pt x="1351114" y="2821688"/>
                  <a:pt x="1346717" y="2817291"/>
                  <a:pt x="1346717" y="2811890"/>
                </a:cubicBezTo>
                <a:cubicBezTo>
                  <a:pt x="1346717" y="2806489"/>
                  <a:pt x="1350989" y="2802092"/>
                  <a:pt x="1356389" y="2802092"/>
                </a:cubicBezTo>
                <a:close/>
                <a:moveTo>
                  <a:pt x="1780465" y="2788150"/>
                </a:moveTo>
                <a:cubicBezTo>
                  <a:pt x="1784610" y="2788150"/>
                  <a:pt x="1788002" y="2791542"/>
                  <a:pt x="1788002" y="2795686"/>
                </a:cubicBezTo>
                <a:cubicBezTo>
                  <a:pt x="1788002" y="2799831"/>
                  <a:pt x="1784610" y="2803223"/>
                  <a:pt x="1780465" y="2803223"/>
                </a:cubicBezTo>
                <a:cubicBezTo>
                  <a:pt x="1776319" y="2803223"/>
                  <a:pt x="1772928" y="2799831"/>
                  <a:pt x="1772928" y="2795686"/>
                </a:cubicBezTo>
                <a:cubicBezTo>
                  <a:pt x="1772802" y="2791542"/>
                  <a:pt x="1776193" y="2788150"/>
                  <a:pt x="1780465" y="2788150"/>
                </a:cubicBezTo>
                <a:close/>
                <a:moveTo>
                  <a:pt x="1272353" y="2787649"/>
                </a:moveTo>
                <a:cubicBezTo>
                  <a:pt x="1277880" y="2787649"/>
                  <a:pt x="1282403" y="2792045"/>
                  <a:pt x="1282403" y="2797572"/>
                </a:cubicBezTo>
                <a:cubicBezTo>
                  <a:pt x="1282403" y="2802972"/>
                  <a:pt x="1278006" y="2807494"/>
                  <a:pt x="1272479" y="2807494"/>
                </a:cubicBezTo>
                <a:cubicBezTo>
                  <a:pt x="1266951" y="2807494"/>
                  <a:pt x="1262429" y="2803099"/>
                  <a:pt x="1262429" y="2797572"/>
                </a:cubicBezTo>
                <a:cubicBezTo>
                  <a:pt x="1262429" y="2792045"/>
                  <a:pt x="1266826" y="2787524"/>
                  <a:pt x="1272353" y="2787649"/>
                </a:cubicBezTo>
                <a:close/>
                <a:moveTo>
                  <a:pt x="949144" y="2782874"/>
                </a:moveTo>
                <a:cubicBezTo>
                  <a:pt x="952159" y="2782874"/>
                  <a:pt x="954671" y="2785387"/>
                  <a:pt x="954671" y="2788401"/>
                </a:cubicBezTo>
                <a:cubicBezTo>
                  <a:pt x="954671" y="2791416"/>
                  <a:pt x="952159" y="2793928"/>
                  <a:pt x="949144" y="2793928"/>
                </a:cubicBezTo>
                <a:cubicBezTo>
                  <a:pt x="946130" y="2793928"/>
                  <a:pt x="943618" y="2791416"/>
                  <a:pt x="943618" y="2788401"/>
                </a:cubicBezTo>
                <a:cubicBezTo>
                  <a:pt x="943618" y="2785261"/>
                  <a:pt x="946130" y="2782874"/>
                  <a:pt x="949144" y="2782874"/>
                </a:cubicBezTo>
                <a:close/>
                <a:moveTo>
                  <a:pt x="2103549" y="2780361"/>
                </a:moveTo>
                <a:cubicBezTo>
                  <a:pt x="2105685" y="2780361"/>
                  <a:pt x="2107318" y="2782119"/>
                  <a:pt x="2107318" y="2784130"/>
                </a:cubicBezTo>
                <a:cubicBezTo>
                  <a:pt x="2107318" y="2786266"/>
                  <a:pt x="2105558" y="2787898"/>
                  <a:pt x="2103549" y="2787898"/>
                </a:cubicBezTo>
                <a:cubicBezTo>
                  <a:pt x="2101538" y="2787898"/>
                  <a:pt x="2099779" y="2786266"/>
                  <a:pt x="2099779" y="2784130"/>
                </a:cubicBezTo>
                <a:cubicBezTo>
                  <a:pt x="2099779" y="2782119"/>
                  <a:pt x="2101412" y="2780361"/>
                  <a:pt x="2103549" y="2780361"/>
                </a:cubicBezTo>
                <a:close/>
                <a:moveTo>
                  <a:pt x="2474108" y="2772322"/>
                </a:moveTo>
                <a:cubicBezTo>
                  <a:pt x="2474485" y="2772322"/>
                  <a:pt x="2474735" y="2772574"/>
                  <a:pt x="2474735" y="2772950"/>
                </a:cubicBezTo>
                <a:cubicBezTo>
                  <a:pt x="2474735" y="2773327"/>
                  <a:pt x="2474485" y="2773579"/>
                  <a:pt x="2474108" y="2773579"/>
                </a:cubicBezTo>
                <a:cubicBezTo>
                  <a:pt x="2473731" y="2773579"/>
                  <a:pt x="2473480" y="2773327"/>
                  <a:pt x="2473480" y="2772950"/>
                </a:cubicBezTo>
                <a:cubicBezTo>
                  <a:pt x="2473480" y="2772574"/>
                  <a:pt x="2473731" y="2772322"/>
                  <a:pt x="2474108" y="2772322"/>
                </a:cubicBezTo>
                <a:close/>
                <a:moveTo>
                  <a:pt x="1189447" y="2768428"/>
                </a:moveTo>
                <a:cubicBezTo>
                  <a:pt x="1194471" y="2768428"/>
                  <a:pt x="1198616" y="2772448"/>
                  <a:pt x="1198616" y="2777472"/>
                </a:cubicBezTo>
                <a:cubicBezTo>
                  <a:pt x="1198616" y="2782371"/>
                  <a:pt x="1194597" y="2786516"/>
                  <a:pt x="1189572" y="2786516"/>
                </a:cubicBezTo>
                <a:cubicBezTo>
                  <a:pt x="1184548" y="2786516"/>
                  <a:pt x="1180403" y="2782497"/>
                  <a:pt x="1180403" y="2777472"/>
                </a:cubicBezTo>
                <a:cubicBezTo>
                  <a:pt x="1180403" y="2772448"/>
                  <a:pt x="1184548" y="2768303"/>
                  <a:pt x="1189447" y="2768428"/>
                </a:cubicBezTo>
                <a:close/>
                <a:moveTo>
                  <a:pt x="1863121" y="2767422"/>
                </a:moveTo>
                <a:cubicBezTo>
                  <a:pt x="1867266" y="2767422"/>
                  <a:pt x="1870658" y="2770814"/>
                  <a:pt x="1870658" y="2774958"/>
                </a:cubicBezTo>
                <a:cubicBezTo>
                  <a:pt x="1870658" y="2779103"/>
                  <a:pt x="1867266" y="2782495"/>
                  <a:pt x="1863121" y="2782495"/>
                </a:cubicBezTo>
                <a:cubicBezTo>
                  <a:pt x="1858976" y="2782495"/>
                  <a:pt x="1855584" y="2779103"/>
                  <a:pt x="1855584" y="2774958"/>
                </a:cubicBezTo>
                <a:cubicBezTo>
                  <a:pt x="1855584" y="2770814"/>
                  <a:pt x="1858976" y="2767422"/>
                  <a:pt x="1863121" y="2767422"/>
                </a:cubicBezTo>
                <a:close/>
                <a:moveTo>
                  <a:pt x="2329151" y="2761393"/>
                </a:moveTo>
                <a:cubicBezTo>
                  <a:pt x="2329779" y="2761393"/>
                  <a:pt x="2330281" y="2761896"/>
                  <a:pt x="2330281" y="2762523"/>
                </a:cubicBezTo>
                <a:cubicBezTo>
                  <a:pt x="2330281" y="2763151"/>
                  <a:pt x="2329779" y="2763653"/>
                  <a:pt x="2329151" y="2763653"/>
                </a:cubicBezTo>
                <a:cubicBezTo>
                  <a:pt x="2328524" y="2763653"/>
                  <a:pt x="2328021" y="2763151"/>
                  <a:pt x="2328021" y="2762523"/>
                </a:cubicBezTo>
                <a:cubicBezTo>
                  <a:pt x="2328021" y="2761896"/>
                  <a:pt x="2328524" y="2761393"/>
                  <a:pt x="2329151" y="2761393"/>
                </a:cubicBezTo>
                <a:close/>
                <a:moveTo>
                  <a:pt x="873401" y="2744309"/>
                </a:moveTo>
                <a:cubicBezTo>
                  <a:pt x="876164" y="2744309"/>
                  <a:pt x="878299" y="2746570"/>
                  <a:pt x="878299" y="2749208"/>
                </a:cubicBezTo>
                <a:cubicBezTo>
                  <a:pt x="878299" y="2751846"/>
                  <a:pt x="876038" y="2754106"/>
                  <a:pt x="873401" y="2754106"/>
                </a:cubicBezTo>
                <a:cubicBezTo>
                  <a:pt x="870763" y="2754106"/>
                  <a:pt x="868502" y="2751846"/>
                  <a:pt x="868502" y="2749208"/>
                </a:cubicBezTo>
                <a:cubicBezTo>
                  <a:pt x="868627" y="2746444"/>
                  <a:pt x="870763" y="2744309"/>
                  <a:pt x="873401" y="2744309"/>
                </a:cubicBezTo>
                <a:close/>
                <a:moveTo>
                  <a:pt x="1108300" y="2742802"/>
                </a:moveTo>
                <a:cubicBezTo>
                  <a:pt x="1113073" y="2742802"/>
                  <a:pt x="1116967" y="2746697"/>
                  <a:pt x="1116967" y="2751469"/>
                </a:cubicBezTo>
                <a:cubicBezTo>
                  <a:pt x="1116967" y="2756244"/>
                  <a:pt x="1113073" y="2760137"/>
                  <a:pt x="1108300" y="2760137"/>
                </a:cubicBezTo>
                <a:cubicBezTo>
                  <a:pt x="1103526" y="2760263"/>
                  <a:pt x="1099631" y="2756369"/>
                  <a:pt x="1099631" y="2751595"/>
                </a:cubicBezTo>
                <a:cubicBezTo>
                  <a:pt x="1099506" y="2746822"/>
                  <a:pt x="1103401" y="2743053"/>
                  <a:pt x="1108300" y="2742802"/>
                </a:cubicBezTo>
                <a:close/>
                <a:moveTo>
                  <a:pt x="2178915" y="2738908"/>
                </a:moveTo>
                <a:cubicBezTo>
                  <a:pt x="2181929" y="2738908"/>
                  <a:pt x="2184442" y="2741421"/>
                  <a:pt x="2184442" y="2744435"/>
                </a:cubicBezTo>
                <a:cubicBezTo>
                  <a:pt x="2184442" y="2747450"/>
                  <a:pt x="2181929" y="2749962"/>
                  <a:pt x="2178915" y="2749962"/>
                </a:cubicBezTo>
                <a:cubicBezTo>
                  <a:pt x="2175900" y="2749962"/>
                  <a:pt x="2173388" y="2747575"/>
                  <a:pt x="2173388" y="2744435"/>
                </a:cubicBezTo>
                <a:cubicBezTo>
                  <a:pt x="2173388" y="2741421"/>
                  <a:pt x="2175900" y="2738908"/>
                  <a:pt x="2178915" y="2738908"/>
                </a:cubicBezTo>
                <a:close/>
                <a:moveTo>
                  <a:pt x="1944140" y="2738029"/>
                </a:moveTo>
                <a:cubicBezTo>
                  <a:pt x="1949918" y="2738029"/>
                  <a:pt x="1954566" y="2742677"/>
                  <a:pt x="1954566" y="2748456"/>
                </a:cubicBezTo>
                <a:cubicBezTo>
                  <a:pt x="1954692" y="2754233"/>
                  <a:pt x="1950043" y="2758882"/>
                  <a:pt x="1944266" y="2758882"/>
                </a:cubicBezTo>
                <a:cubicBezTo>
                  <a:pt x="1938487" y="2759007"/>
                  <a:pt x="1933839" y="2754360"/>
                  <a:pt x="1933839" y="2748581"/>
                </a:cubicBezTo>
                <a:cubicBezTo>
                  <a:pt x="1933839" y="2742929"/>
                  <a:pt x="1938361" y="2738155"/>
                  <a:pt x="1944140" y="2738029"/>
                </a:cubicBezTo>
                <a:close/>
                <a:moveTo>
                  <a:pt x="2539052" y="2717051"/>
                </a:moveTo>
                <a:cubicBezTo>
                  <a:pt x="2539429" y="2717051"/>
                  <a:pt x="2539679" y="2717303"/>
                  <a:pt x="2539679" y="2717679"/>
                </a:cubicBezTo>
                <a:cubicBezTo>
                  <a:pt x="2539679" y="2718056"/>
                  <a:pt x="2539429" y="2718306"/>
                  <a:pt x="2539052" y="2718306"/>
                </a:cubicBezTo>
                <a:cubicBezTo>
                  <a:pt x="2538676" y="2718306"/>
                  <a:pt x="2538424" y="2718056"/>
                  <a:pt x="2538424" y="2717679"/>
                </a:cubicBezTo>
                <a:cubicBezTo>
                  <a:pt x="2538424" y="2717303"/>
                  <a:pt x="2538676" y="2717051"/>
                  <a:pt x="2539052" y="2717051"/>
                </a:cubicBezTo>
                <a:close/>
                <a:moveTo>
                  <a:pt x="1526096" y="2716423"/>
                </a:moveTo>
                <a:cubicBezTo>
                  <a:pt x="1532501" y="2716423"/>
                  <a:pt x="1537653" y="2721448"/>
                  <a:pt x="1537653" y="2727855"/>
                </a:cubicBezTo>
                <a:cubicBezTo>
                  <a:pt x="1537653" y="2734260"/>
                  <a:pt x="1532628" y="2739412"/>
                  <a:pt x="1526221" y="2739412"/>
                </a:cubicBezTo>
                <a:cubicBezTo>
                  <a:pt x="1519814" y="2739412"/>
                  <a:pt x="1514664" y="2734387"/>
                  <a:pt x="1514664" y="2727980"/>
                </a:cubicBezTo>
                <a:cubicBezTo>
                  <a:pt x="1514664" y="2721699"/>
                  <a:pt x="1519689" y="2716423"/>
                  <a:pt x="1526096" y="2716423"/>
                </a:cubicBezTo>
                <a:close/>
                <a:moveTo>
                  <a:pt x="1440929" y="2713284"/>
                </a:moveTo>
                <a:cubicBezTo>
                  <a:pt x="1447461" y="2713284"/>
                  <a:pt x="1452738" y="2718434"/>
                  <a:pt x="1452738" y="2724967"/>
                </a:cubicBezTo>
                <a:cubicBezTo>
                  <a:pt x="1452738" y="2731499"/>
                  <a:pt x="1447461" y="2736776"/>
                  <a:pt x="1441056" y="2736776"/>
                </a:cubicBezTo>
                <a:cubicBezTo>
                  <a:pt x="1434522" y="2736776"/>
                  <a:pt x="1429247" y="2731625"/>
                  <a:pt x="1429247" y="2725093"/>
                </a:cubicBezTo>
                <a:cubicBezTo>
                  <a:pt x="1429247" y="2718686"/>
                  <a:pt x="1434397" y="2713410"/>
                  <a:pt x="1440929" y="2713284"/>
                </a:cubicBezTo>
                <a:close/>
                <a:moveTo>
                  <a:pt x="1611261" y="2713284"/>
                </a:moveTo>
                <a:cubicBezTo>
                  <a:pt x="1617416" y="2713159"/>
                  <a:pt x="1622566" y="2718182"/>
                  <a:pt x="1622566" y="2724463"/>
                </a:cubicBezTo>
                <a:cubicBezTo>
                  <a:pt x="1622692" y="2730618"/>
                  <a:pt x="1617668" y="2735768"/>
                  <a:pt x="1611386" y="2735768"/>
                </a:cubicBezTo>
                <a:cubicBezTo>
                  <a:pt x="1605106" y="2735768"/>
                  <a:pt x="1600082" y="2730744"/>
                  <a:pt x="1600082" y="2724463"/>
                </a:cubicBezTo>
                <a:cubicBezTo>
                  <a:pt x="1599957" y="2718309"/>
                  <a:pt x="1605106" y="2713159"/>
                  <a:pt x="1611261" y="2713284"/>
                </a:cubicBezTo>
                <a:close/>
                <a:moveTo>
                  <a:pt x="1028784" y="2711651"/>
                </a:moveTo>
                <a:cubicBezTo>
                  <a:pt x="1033557" y="2711526"/>
                  <a:pt x="1037451" y="2715420"/>
                  <a:pt x="1037451" y="2720193"/>
                </a:cubicBezTo>
                <a:cubicBezTo>
                  <a:pt x="1037576" y="2724967"/>
                  <a:pt x="1033683" y="2728861"/>
                  <a:pt x="1028910" y="2728861"/>
                </a:cubicBezTo>
                <a:cubicBezTo>
                  <a:pt x="1024137" y="2728986"/>
                  <a:pt x="1020243" y="2725092"/>
                  <a:pt x="1020243" y="2720319"/>
                </a:cubicBezTo>
                <a:cubicBezTo>
                  <a:pt x="1020243" y="2715545"/>
                  <a:pt x="1024137" y="2711651"/>
                  <a:pt x="1028784" y="2711651"/>
                </a:cubicBezTo>
                <a:close/>
                <a:moveTo>
                  <a:pt x="2397988" y="2710268"/>
                </a:moveTo>
                <a:cubicBezTo>
                  <a:pt x="2398993" y="2710268"/>
                  <a:pt x="2399746" y="2711023"/>
                  <a:pt x="2399746" y="2712026"/>
                </a:cubicBezTo>
                <a:cubicBezTo>
                  <a:pt x="2399746" y="2713033"/>
                  <a:pt x="2398993" y="2713786"/>
                  <a:pt x="2397988" y="2713786"/>
                </a:cubicBezTo>
                <a:cubicBezTo>
                  <a:pt x="2396983" y="2713786"/>
                  <a:pt x="2396229" y="2713033"/>
                  <a:pt x="2396229" y="2712026"/>
                </a:cubicBezTo>
                <a:cubicBezTo>
                  <a:pt x="2396104" y="2711148"/>
                  <a:pt x="2396983" y="2710268"/>
                  <a:pt x="2397988" y="2710268"/>
                </a:cubicBezTo>
                <a:close/>
                <a:moveTo>
                  <a:pt x="2023280" y="2707378"/>
                </a:moveTo>
                <a:cubicBezTo>
                  <a:pt x="2028430" y="2707378"/>
                  <a:pt x="2032575" y="2711523"/>
                  <a:pt x="2032575" y="2716675"/>
                </a:cubicBezTo>
                <a:cubicBezTo>
                  <a:pt x="2032575" y="2721825"/>
                  <a:pt x="2028430" y="2725970"/>
                  <a:pt x="2023280" y="2725970"/>
                </a:cubicBezTo>
                <a:cubicBezTo>
                  <a:pt x="2018128" y="2725970"/>
                  <a:pt x="2013983" y="2721825"/>
                  <a:pt x="2013983" y="2716675"/>
                </a:cubicBezTo>
                <a:cubicBezTo>
                  <a:pt x="2013983" y="2711649"/>
                  <a:pt x="2018128" y="2707378"/>
                  <a:pt x="2023280" y="2707378"/>
                </a:cubicBezTo>
                <a:close/>
                <a:moveTo>
                  <a:pt x="1356140" y="2703863"/>
                </a:moveTo>
                <a:cubicBezTo>
                  <a:pt x="1362797" y="2703863"/>
                  <a:pt x="1368199" y="2709265"/>
                  <a:pt x="1368199" y="2715797"/>
                </a:cubicBezTo>
                <a:cubicBezTo>
                  <a:pt x="1368199" y="2722454"/>
                  <a:pt x="1362797" y="2727856"/>
                  <a:pt x="1356265" y="2727856"/>
                </a:cubicBezTo>
                <a:cubicBezTo>
                  <a:pt x="1349608" y="2727856"/>
                  <a:pt x="1344206" y="2722579"/>
                  <a:pt x="1344206" y="2715922"/>
                </a:cubicBezTo>
                <a:cubicBezTo>
                  <a:pt x="1344206" y="2709265"/>
                  <a:pt x="1349481" y="2703863"/>
                  <a:pt x="1356140" y="2703863"/>
                </a:cubicBezTo>
                <a:close/>
                <a:moveTo>
                  <a:pt x="1695926" y="2703360"/>
                </a:moveTo>
                <a:cubicBezTo>
                  <a:pt x="1702207" y="2703360"/>
                  <a:pt x="1707232" y="2708385"/>
                  <a:pt x="1707232" y="2714664"/>
                </a:cubicBezTo>
                <a:cubicBezTo>
                  <a:pt x="1707357" y="2720945"/>
                  <a:pt x="1702207" y="2725970"/>
                  <a:pt x="1696052" y="2725970"/>
                </a:cubicBezTo>
                <a:cubicBezTo>
                  <a:pt x="1689896" y="2725970"/>
                  <a:pt x="1684746" y="2720945"/>
                  <a:pt x="1684746" y="2714664"/>
                </a:cubicBezTo>
                <a:cubicBezTo>
                  <a:pt x="1684746" y="2708385"/>
                  <a:pt x="1689771" y="2703360"/>
                  <a:pt x="1695926" y="2703360"/>
                </a:cubicBezTo>
                <a:close/>
                <a:moveTo>
                  <a:pt x="800417" y="2701727"/>
                </a:moveTo>
                <a:cubicBezTo>
                  <a:pt x="802301" y="2701727"/>
                  <a:pt x="803934" y="2703235"/>
                  <a:pt x="803934" y="2705244"/>
                </a:cubicBezTo>
                <a:cubicBezTo>
                  <a:pt x="803934" y="2707129"/>
                  <a:pt x="802426" y="2708762"/>
                  <a:pt x="800417" y="2708762"/>
                </a:cubicBezTo>
                <a:cubicBezTo>
                  <a:pt x="798532" y="2708762"/>
                  <a:pt x="796899" y="2707254"/>
                  <a:pt x="796899" y="2705244"/>
                </a:cubicBezTo>
                <a:cubicBezTo>
                  <a:pt x="796774" y="2703360"/>
                  <a:pt x="798407" y="2701727"/>
                  <a:pt x="800417" y="2701727"/>
                </a:cubicBezTo>
                <a:close/>
                <a:moveTo>
                  <a:pt x="2251646" y="2696451"/>
                </a:moveTo>
                <a:cubicBezTo>
                  <a:pt x="2253531" y="2696451"/>
                  <a:pt x="2255164" y="2697959"/>
                  <a:pt x="2255164" y="2699968"/>
                </a:cubicBezTo>
                <a:cubicBezTo>
                  <a:pt x="2255164" y="2701853"/>
                  <a:pt x="2253656" y="2703486"/>
                  <a:pt x="2251646" y="2703486"/>
                </a:cubicBezTo>
                <a:cubicBezTo>
                  <a:pt x="2249762" y="2703486"/>
                  <a:pt x="2248129" y="2701978"/>
                  <a:pt x="2248129" y="2699968"/>
                </a:cubicBezTo>
                <a:cubicBezTo>
                  <a:pt x="2248129" y="2698084"/>
                  <a:pt x="2249762" y="2696451"/>
                  <a:pt x="2251646" y="2696451"/>
                </a:cubicBezTo>
                <a:close/>
                <a:moveTo>
                  <a:pt x="1272226" y="2688537"/>
                </a:moveTo>
                <a:cubicBezTo>
                  <a:pt x="1278758" y="2688537"/>
                  <a:pt x="1284035" y="2693813"/>
                  <a:pt x="1284035" y="2700220"/>
                </a:cubicBezTo>
                <a:cubicBezTo>
                  <a:pt x="1284035" y="2706752"/>
                  <a:pt x="1278758" y="2712029"/>
                  <a:pt x="1272353" y="2712029"/>
                </a:cubicBezTo>
                <a:cubicBezTo>
                  <a:pt x="1265819" y="2712029"/>
                  <a:pt x="1260544" y="2706878"/>
                  <a:pt x="1260544" y="2700346"/>
                </a:cubicBezTo>
                <a:cubicBezTo>
                  <a:pt x="1260544" y="2693813"/>
                  <a:pt x="1265819" y="2688663"/>
                  <a:pt x="1272226" y="2688537"/>
                </a:cubicBezTo>
                <a:close/>
                <a:moveTo>
                  <a:pt x="1779588" y="2687406"/>
                </a:moveTo>
                <a:cubicBezTo>
                  <a:pt x="1785743" y="2687406"/>
                  <a:pt x="1790768" y="2692306"/>
                  <a:pt x="1790768" y="2698460"/>
                </a:cubicBezTo>
                <a:cubicBezTo>
                  <a:pt x="1790768" y="2704490"/>
                  <a:pt x="1785743" y="2709515"/>
                  <a:pt x="1779713" y="2709515"/>
                </a:cubicBezTo>
                <a:cubicBezTo>
                  <a:pt x="1773683" y="2709515"/>
                  <a:pt x="1768658" y="2704615"/>
                  <a:pt x="1768658" y="2698460"/>
                </a:cubicBezTo>
                <a:cubicBezTo>
                  <a:pt x="1768658" y="2692431"/>
                  <a:pt x="1773558" y="2687406"/>
                  <a:pt x="1779588" y="2687406"/>
                </a:cubicBezTo>
                <a:close/>
                <a:moveTo>
                  <a:pt x="951909" y="2676729"/>
                </a:moveTo>
                <a:cubicBezTo>
                  <a:pt x="955802" y="2676604"/>
                  <a:pt x="958817" y="2679744"/>
                  <a:pt x="958817" y="2683512"/>
                </a:cubicBezTo>
                <a:cubicBezTo>
                  <a:pt x="958817" y="2687281"/>
                  <a:pt x="955802" y="2690421"/>
                  <a:pt x="952034" y="2690421"/>
                </a:cubicBezTo>
                <a:cubicBezTo>
                  <a:pt x="948265" y="2690421"/>
                  <a:pt x="945125" y="2687406"/>
                  <a:pt x="945125" y="2683638"/>
                </a:cubicBezTo>
                <a:cubicBezTo>
                  <a:pt x="945125" y="2679869"/>
                  <a:pt x="948140" y="2676729"/>
                  <a:pt x="951909" y="2676729"/>
                </a:cubicBezTo>
                <a:close/>
                <a:moveTo>
                  <a:pt x="2100027" y="2671828"/>
                </a:moveTo>
                <a:cubicBezTo>
                  <a:pt x="2104298" y="2671703"/>
                  <a:pt x="2107815" y="2675220"/>
                  <a:pt x="2107815" y="2679492"/>
                </a:cubicBezTo>
                <a:cubicBezTo>
                  <a:pt x="2107815" y="2683762"/>
                  <a:pt x="2104298" y="2687279"/>
                  <a:pt x="2100027" y="2687279"/>
                </a:cubicBezTo>
                <a:cubicBezTo>
                  <a:pt x="2095757" y="2687279"/>
                  <a:pt x="2092240" y="2683762"/>
                  <a:pt x="2092240" y="2679492"/>
                </a:cubicBezTo>
                <a:cubicBezTo>
                  <a:pt x="2092240" y="2675220"/>
                  <a:pt x="2095632" y="2671703"/>
                  <a:pt x="2100027" y="2671828"/>
                </a:cubicBezTo>
                <a:close/>
                <a:moveTo>
                  <a:pt x="1189824" y="2668313"/>
                </a:moveTo>
                <a:cubicBezTo>
                  <a:pt x="1195602" y="2668188"/>
                  <a:pt x="1200251" y="2672835"/>
                  <a:pt x="1200251" y="2678612"/>
                </a:cubicBezTo>
                <a:cubicBezTo>
                  <a:pt x="1200251" y="2684266"/>
                  <a:pt x="1195602" y="2689038"/>
                  <a:pt x="1189824" y="2689038"/>
                </a:cubicBezTo>
                <a:cubicBezTo>
                  <a:pt x="1184171" y="2689038"/>
                  <a:pt x="1179398" y="2684391"/>
                  <a:pt x="1179398" y="2678612"/>
                </a:cubicBezTo>
                <a:cubicBezTo>
                  <a:pt x="1179398" y="2672835"/>
                  <a:pt x="1184046" y="2668188"/>
                  <a:pt x="1189824" y="2668313"/>
                </a:cubicBezTo>
                <a:close/>
                <a:moveTo>
                  <a:pt x="1861864" y="2665047"/>
                </a:moveTo>
                <a:cubicBezTo>
                  <a:pt x="1868019" y="2665047"/>
                  <a:pt x="1873044" y="2669947"/>
                  <a:pt x="1873044" y="2676101"/>
                </a:cubicBezTo>
                <a:cubicBezTo>
                  <a:pt x="1873044" y="2682131"/>
                  <a:pt x="1868144" y="2687156"/>
                  <a:pt x="1861989" y="2687156"/>
                </a:cubicBezTo>
                <a:cubicBezTo>
                  <a:pt x="1855959" y="2687156"/>
                  <a:pt x="1850934" y="2682256"/>
                  <a:pt x="1850934" y="2676101"/>
                </a:cubicBezTo>
                <a:cubicBezTo>
                  <a:pt x="1850934" y="2670072"/>
                  <a:pt x="1855834" y="2665047"/>
                  <a:pt x="1861864" y="2665047"/>
                </a:cubicBezTo>
                <a:close/>
                <a:moveTo>
                  <a:pt x="588127" y="2662031"/>
                </a:moveTo>
                <a:cubicBezTo>
                  <a:pt x="589383" y="2662031"/>
                  <a:pt x="590513" y="2663036"/>
                  <a:pt x="590513" y="2664418"/>
                </a:cubicBezTo>
                <a:cubicBezTo>
                  <a:pt x="590639" y="2665800"/>
                  <a:pt x="589508" y="2666931"/>
                  <a:pt x="588127" y="2666931"/>
                </a:cubicBezTo>
                <a:cubicBezTo>
                  <a:pt x="586871" y="2666931"/>
                  <a:pt x="585741" y="2665800"/>
                  <a:pt x="585741" y="2664544"/>
                </a:cubicBezTo>
                <a:cubicBezTo>
                  <a:pt x="585741" y="2663161"/>
                  <a:pt x="586871" y="2662031"/>
                  <a:pt x="588127" y="2662031"/>
                </a:cubicBezTo>
                <a:close/>
                <a:moveTo>
                  <a:pt x="2600854" y="2657761"/>
                </a:moveTo>
                <a:cubicBezTo>
                  <a:pt x="2601482" y="2657761"/>
                  <a:pt x="2601984" y="2658264"/>
                  <a:pt x="2601984" y="2658891"/>
                </a:cubicBezTo>
                <a:cubicBezTo>
                  <a:pt x="2601984" y="2659519"/>
                  <a:pt x="2601482" y="2660021"/>
                  <a:pt x="2600854" y="2660021"/>
                </a:cubicBezTo>
                <a:cubicBezTo>
                  <a:pt x="2600227" y="2660021"/>
                  <a:pt x="2599724" y="2659519"/>
                  <a:pt x="2599724" y="2658891"/>
                </a:cubicBezTo>
                <a:cubicBezTo>
                  <a:pt x="2599724" y="2658264"/>
                  <a:pt x="2600227" y="2657761"/>
                  <a:pt x="2600854" y="2657761"/>
                </a:cubicBezTo>
                <a:close/>
                <a:moveTo>
                  <a:pt x="2463685" y="2655374"/>
                </a:moveTo>
                <a:cubicBezTo>
                  <a:pt x="2464940" y="2655374"/>
                  <a:pt x="2465945" y="2656379"/>
                  <a:pt x="2465945" y="2657636"/>
                </a:cubicBezTo>
                <a:cubicBezTo>
                  <a:pt x="2465945" y="2658891"/>
                  <a:pt x="2464940" y="2659896"/>
                  <a:pt x="2463685" y="2659896"/>
                </a:cubicBezTo>
                <a:cubicBezTo>
                  <a:pt x="2462428" y="2659896"/>
                  <a:pt x="2461423" y="2658891"/>
                  <a:pt x="2461423" y="2657636"/>
                </a:cubicBezTo>
                <a:cubicBezTo>
                  <a:pt x="2461423" y="2656504"/>
                  <a:pt x="2462428" y="2655500"/>
                  <a:pt x="2463685" y="2655374"/>
                </a:cubicBezTo>
                <a:close/>
                <a:moveTo>
                  <a:pt x="730198" y="2652360"/>
                </a:moveTo>
                <a:cubicBezTo>
                  <a:pt x="732585" y="2652360"/>
                  <a:pt x="734595" y="2654369"/>
                  <a:pt x="734595" y="2656757"/>
                </a:cubicBezTo>
                <a:cubicBezTo>
                  <a:pt x="734595" y="2659144"/>
                  <a:pt x="732711" y="2661154"/>
                  <a:pt x="730198" y="2661154"/>
                </a:cubicBezTo>
                <a:cubicBezTo>
                  <a:pt x="727812" y="2661154"/>
                  <a:pt x="725802" y="2659144"/>
                  <a:pt x="725802" y="2656757"/>
                </a:cubicBezTo>
                <a:cubicBezTo>
                  <a:pt x="725802" y="2654244"/>
                  <a:pt x="727812" y="2652234"/>
                  <a:pt x="730198" y="2652360"/>
                </a:cubicBezTo>
                <a:close/>
                <a:moveTo>
                  <a:pt x="2321490" y="2643819"/>
                </a:moveTo>
                <a:cubicBezTo>
                  <a:pt x="2325384" y="2643819"/>
                  <a:pt x="2328526" y="2646959"/>
                  <a:pt x="2328526" y="2650854"/>
                </a:cubicBezTo>
                <a:cubicBezTo>
                  <a:pt x="2328526" y="2654748"/>
                  <a:pt x="2325384" y="2658013"/>
                  <a:pt x="2321490" y="2658013"/>
                </a:cubicBezTo>
                <a:cubicBezTo>
                  <a:pt x="2317596" y="2658013"/>
                  <a:pt x="2314455" y="2654873"/>
                  <a:pt x="2314455" y="2650979"/>
                </a:cubicBezTo>
                <a:cubicBezTo>
                  <a:pt x="2314329" y="2647085"/>
                  <a:pt x="2317596" y="2643945"/>
                  <a:pt x="2321490" y="2643819"/>
                </a:cubicBezTo>
                <a:close/>
                <a:moveTo>
                  <a:pt x="1109179" y="2639421"/>
                </a:moveTo>
                <a:cubicBezTo>
                  <a:pt x="1115334" y="2639421"/>
                  <a:pt x="1120485" y="2644446"/>
                  <a:pt x="1120485" y="2650727"/>
                </a:cubicBezTo>
                <a:cubicBezTo>
                  <a:pt x="1120611" y="2656882"/>
                  <a:pt x="1115586" y="2662032"/>
                  <a:pt x="1109305" y="2662032"/>
                </a:cubicBezTo>
                <a:cubicBezTo>
                  <a:pt x="1103024" y="2662032"/>
                  <a:pt x="1098000" y="2657008"/>
                  <a:pt x="1098000" y="2650727"/>
                </a:cubicBezTo>
                <a:cubicBezTo>
                  <a:pt x="1098000" y="2644446"/>
                  <a:pt x="1103024" y="2639421"/>
                  <a:pt x="1109179" y="2639421"/>
                </a:cubicBezTo>
                <a:close/>
                <a:moveTo>
                  <a:pt x="877671" y="2635654"/>
                </a:moveTo>
                <a:cubicBezTo>
                  <a:pt x="881061" y="2635654"/>
                  <a:pt x="883700" y="2638292"/>
                  <a:pt x="883700" y="2641558"/>
                </a:cubicBezTo>
                <a:cubicBezTo>
                  <a:pt x="883700" y="2644948"/>
                  <a:pt x="881061" y="2647587"/>
                  <a:pt x="877796" y="2647587"/>
                </a:cubicBezTo>
                <a:cubicBezTo>
                  <a:pt x="874404" y="2647712"/>
                  <a:pt x="871767" y="2644948"/>
                  <a:pt x="871767" y="2641683"/>
                </a:cubicBezTo>
                <a:cubicBezTo>
                  <a:pt x="871767" y="2638292"/>
                  <a:pt x="874404" y="2635654"/>
                  <a:pt x="877671" y="2635654"/>
                </a:cubicBezTo>
                <a:close/>
                <a:moveTo>
                  <a:pt x="1942382" y="2634144"/>
                </a:moveTo>
                <a:cubicBezTo>
                  <a:pt x="1949919" y="2634144"/>
                  <a:pt x="1955949" y="2640173"/>
                  <a:pt x="1955949" y="2647585"/>
                </a:cubicBezTo>
                <a:cubicBezTo>
                  <a:pt x="1955949" y="2654996"/>
                  <a:pt x="1949919" y="2661151"/>
                  <a:pt x="1942508" y="2661151"/>
                </a:cubicBezTo>
                <a:cubicBezTo>
                  <a:pt x="1934971" y="2661151"/>
                  <a:pt x="1928941" y="2655121"/>
                  <a:pt x="1928941" y="2647710"/>
                </a:cubicBezTo>
                <a:cubicBezTo>
                  <a:pt x="1928941" y="2640173"/>
                  <a:pt x="1934845" y="2634144"/>
                  <a:pt x="1942382" y="2634144"/>
                </a:cubicBezTo>
                <a:close/>
                <a:moveTo>
                  <a:pt x="2173891" y="2627235"/>
                </a:moveTo>
                <a:cubicBezTo>
                  <a:pt x="2179292" y="2627235"/>
                  <a:pt x="2183689" y="2631507"/>
                  <a:pt x="2183689" y="2636907"/>
                </a:cubicBezTo>
                <a:cubicBezTo>
                  <a:pt x="2183689" y="2642308"/>
                  <a:pt x="2179417" y="2646705"/>
                  <a:pt x="2174017" y="2646705"/>
                </a:cubicBezTo>
                <a:cubicBezTo>
                  <a:pt x="2168616" y="2646705"/>
                  <a:pt x="2164219" y="2642433"/>
                  <a:pt x="2164219" y="2637032"/>
                </a:cubicBezTo>
                <a:cubicBezTo>
                  <a:pt x="2164219" y="2631632"/>
                  <a:pt x="2168491" y="2627235"/>
                  <a:pt x="2173891" y="2627235"/>
                </a:cubicBezTo>
                <a:close/>
                <a:moveTo>
                  <a:pt x="1525719" y="2618820"/>
                </a:moveTo>
                <a:cubicBezTo>
                  <a:pt x="1533508" y="2618694"/>
                  <a:pt x="1539913" y="2625101"/>
                  <a:pt x="1539913" y="2632888"/>
                </a:cubicBezTo>
                <a:cubicBezTo>
                  <a:pt x="1540040" y="2640677"/>
                  <a:pt x="1533633" y="2647084"/>
                  <a:pt x="1525844" y="2647084"/>
                </a:cubicBezTo>
                <a:cubicBezTo>
                  <a:pt x="1518057" y="2647209"/>
                  <a:pt x="1511650" y="2640803"/>
                  <a:pt x="1511650" y="2633015"/>
                </a:cubicBezTo>
                <a:cubicBezTo>
                  <a:pt x="1511650" y="2625226"/>
                  <a:pt x="1517932" y="2618820"/>
                  <a:pt x="1525719" y="2618820"/>
                </a:cubicBezTo>
                <a:close/>
                <a:moveTo>
                  <a:pt x="1440425" y="2615681"/>
                </a:moveTo>
                <a:cubicBezTo>
                  <a:pt x="1448212" y="2615555"/>
                  <a:pt x="1454619" y="2621962"/>
                  <a:pt x="1454619" y="2629749"/>
                </a:cubicBezTo>
                <a:cubicBezTo>
                  <a:pt x="1454744" y="2637538"/>
                  <a:pt x="1448339" y="2643945"/>
                  <a:pt x="1440550" y="2643945"/>
                </a:cubicBezTo>
                <a:cubicBezTo>
                  <a:pt x="1432763" y="2644070"/>
                  <a:pt x="1426356" y="2637664"/>
                  <a:pt x="1426356" y="2629876"/>
                </a:cubicBezTo>
                <a:cubicBezTo>
                  <a:pt x="1426356" y="2621962"/>
                  <a:pt x="1432638" y="2615681"/>
                  <a:pt x="1440425" y="2615681"/>
                </a:cubicBezTo>
                <a:close/>
                <a:moveTo>
                  <a:pt x="1610886" y="2615053"/>
                </a:moveTo>
                <a:cubicBezTo>
                  <a:pt x="1618673" y="2614927"/>
                  <a:pt x="1625080" y="2621334"/>
                  <a:pt x="1625080" y="2629121"/>
                </a:cubicBezTo>
                <a:cubicBezTo>
                  <a:pt x="1625207" y="2636910"/>
                  <a:pt x="1618925" y="2643317"/>
                  <a:pt x="1611011" y="2643317"/>
                </a:cubicBezTo>
                <a:cubicBezTo>
                  <a:pt x="1603224" y="2643442"/>
                  <a:pt x="1596817" y="2637036"/>
                  <a:pt x="1596817" y="2629248"/>
                </a:cubicBezTo>
                <a:cubicBezTo>
                  <a:pt x="1596817" y="2621334"/>
                  <a:pt x="1603099" y="2615053"/>
                  <a:pt x="1610886" y="2615053"/>
                </a:cubicBezTo>
                <a:close/>
                <a:moveTo>
                  <a:pt x="1031045" y="2607390"/>
                </a:moveTo>
                <a:cubicBezTo>
                  <a:pt x="1036322" y="2607390"/>
                  <a:pt x="1040592" y="2611660"/>
                  <a:pt x="1040592" y="2616937"/>
                </a:cubicBezTo>
                <a:cubicBezTo>
                  <a:pt x="1040592" y="2622212"/>
                  <a:pt x="1036322" y="2626484"/>
                  <a:pt x="1031045" y="2626484"/>
                </a:cubicBezTo>
                <a:cubicBezTo>
                  <a:pt x="1025770" y="2626484"/>
                  <a:pt x="1021498" y="2622212"/>
                  <a:pt x="1021498" y="2616937"/>
                </a:cubicBezTo>
                <a:cubicBezTo>
                  <a:pt x="1021498" y="2611660"/>
                  <a:pt x="1025770" y="2607390"/>
                  <a:pt x="1031045" y="2607390"/>
                </a:cubicBezTo>
                <a:close/>
                <a:moveTo>
                  <a:pt x="1355885" y="2606134"/>
                </a:moveTo>
                <a:cubicBezTo>
                  <a:pt x="1363422" y="2606134"/>
                  <a:pt x="1369452" y="2612163"/>
                  <a:pt x="1369452" y="2619575"/>
                </a:cubicBezTo>
                <a:cubicBezTo>
                  <a:pt x="1369452" y="2627111"/>
                  <a:pt x="1363422" y="2633141"/>
                  <a:pt x="1356011" y="2633141"/>
                </a:cubicBezTo>
                <a:cubicBezTo>
                  <a:pt x="1348474" y="2633141"/>
                  <a:pt x="1342444" y="2627111"/>
                  <a:pt x="1342444" y="2619700"/>
                </a:cubicBezTo>
                <a:cubicBezTo>
                  <a:pt x="1342444" y="2612289"/>
                  <a:pt x="1348474" y="2606260"/>
                  <a:pt x="1355885" y="2606134"/>
                </a:cubicBezTo>
                <a:close/>
                <a:moveTo>
                  <a:pt x="525447" y="2605003"/>
                </a:moveTo>
                <a:cubicBezTo>
                  <a:pt x="526452" y="2605003"/>
                  <a:pt x="527205" y="2605756"/>
                  <a:pt x="527205" y="2606761"/>
                </a:cubicBezTo>
                <a:cubicBezTo>
                  <a:pt x="527205" y="2607768"/>
                  <a:pt x="526452" y="2608521"/>
                  <a:pt x="525447" y="2608521"/>
                </a:cubicBezTo>
                <a:cubicBezTo>
                  <a:pt x="524442" y="2608521"/>
                  <a:pt x="523688" y="2607768"/>
                  <a:pt x="523688" y="2606761"/>
                </a:cubicBezTo>
                <a:cubicBezTo>
                  <a:pt x="523688" y="2605756"/>
                  <a:pt x="524442" y="2605003"/>
                  <a:pt x="525447" y="2605003"/>
                </a:cubicBezTo>
                <a:close/>
                <a:moveTo>
                  <a:pt x="1695423" y="2604374"/>
                </a:moveTo>
                <a:cubicBezTo>
                  <a:pt x="1703210" y="2604248"/>
                  <a:pt x="1709617" y="2610655"/>
                  <a:pt x="1709617" y="2618442"/>
                </a:cubicBezTo>
                <a:cubicBezTo>
                  <a:pt x="1709742" y="2626231"/>
                  <a:pt x="1703337" y="2632638"/>
                  <a:pt x="1695548" y="2632638"/>
                </a:cubicBezTo>
                <a:cubicBezTo>
                  <a:pt x="1687761" y="2632763"/>
                  <a:pt x="1681354" y="2626357"/>
                  <a:pt x="1681354" y="2618569"/>
                </a:cubicBezTo>
                <a:cubicBezTo>
                  <a:pt x="1681354" y="2610655"/>
                  <a:pt x="1687761" y="2604248"/>
                  <a:pt x="1695423" y="2604374"/>
                </a:cubicBezTo>
                <a:close/>
                <a:moveTo>
                  <a:pt x="2020390" y="2600230"/>
                </a:moveTo>
                <a:cubicBezTo>
                  <a:pt x="2027550" y="2600230"/>
                  <a:pt x="2033454" y="2606135"/>
                  <a:pt x="2033454" y="2613294"/>
                </a:cubicBezTo>
                <a:cubicBezTo>
                  <a:pt x="2033454" y="2620454"/>
                  <a:pt x="2027550" y="2626358"/>
                  <a:pt x="2020390" y="2626358"/>
                </a:cubicBezTo>
                <a:cubicBezTo>
                  <a:pt x="2013231" y="2626358"/>
                  <a:pt x="2007326" y="2620454"/>
                  <a:pt x="2007326" y="2613294"/>
                </a:cubicBezTo>
                <a:cubicBezTo>
                  <a:pt x="2007326" y="2606135"/>
                  <a:pt x="2013231" y="2600230"/>
                  <a:pt x="2020390" y="2600230"/>
                </a:cubicBezTo>
                <a:close/>
                <a:moveTo>
                  <a:pt x="663497" y="2600230"/>
                </a:moveTo>
                <a:cubicBezTo>
                  <a:pt x="665382" y="2600230"/>
                  <a:pt x="667015" y="2601738"/>
                  <a:pt x="667015" y="2603747"/>
                </a:cubicBezTo>
                <a:cubicBezTo>
                  <a:pt x="667015" y="2605632"/>
                  <a:pt x="665382" y="2607265"/>
                  <a:pt x="663497" y="2607265"/>
                </a:cubicBezTo>
                <a:cubicBezTo>
                  <a:pt x="661487" y="2607265"/>
                  <a:pt x="659855" y="2605757"/>
                  <a:pt x="659855" y="2603747"/>
                </a:cubicBezTo>
                <a:cubicBezTo>
                  <a:pt x="659855" y="2601863"/>
                  <a:pt x="661487" y="2600230"/>
                  <a:pt x="663497" y="2600230"/>
                </a:cubicBezTo>
                <a:close/>
                <a:moveTo>
                  <a:pt x="2525864" y="2597341"/>
                </a:moveTo>
                <a:cubicBezTo>
                  <a:pt x="2527121" y="2597341"/>
                  <a:pt x="2528126" y="2598220"/>
                  <a:pt x="2528126" y="2599476"/>
                </a:cubicBezTo>
                <a:cubicBezTo>
                  <a:pt x="2528126" y="2600733"/>
                  <a:pt x="2527246" y="2601738"/>
                  <a:pt x="2525989" y="2601738"/>
                </a:cubicBezTo>
                <a:cubicBezTo>
                  <a:pt x="2524733" y="2601738"/>
                  <a:pt x="2523728" y="2600733"/>
                  <a:pt x="2523728" y="2599476"/>
                </a:cubicBezTo>
                <a:cubicBezTo>
                  <a:pt x="2523728" y="2598220"/>
                  <a:pt x="2524733" y="2597216"/>
                  <a:pt x="2525864" y="2597341"/>
                </a:cubicBezTo>
                <a:close/>
                <a:moveTo>
                  <a:pt x="2659138" y="2596083"/>
                </a:moveTo>
                <a:cubicBezTo>
                  <a:pt x="2659515" y="2596083"/>
                  <a:pt x="2659767" y="2596335"/>
                  <a:pt x="2659767" y="2596711"/>
                </a:cubicBezTo>
                <a:cubicBezTo>
                  <a:pt x="2659767" y="2597088"/>
                  <a:pt x="2659515" y="2597466"/>
                  <a:pt x="2659138" y="2597466"/>
                </a:cubicBezTo>
                <a:cubicBezTo>
                  <a:pt x="2658887" y="2597340"/>
                  <a:pt x="2658510" y="2597088"/>
                  <a:pt x="2658510" y="2596711"/>
                </a:cubicBezTo>
                <a:cubicBezTo>
                  <a:pt x="2658510" y="2596335"/>
                  <a:pt x="2658887" y="2596083"/>
                  <a:pt x="2659138" y="2596083"/>
                </a:cubicBezTo>
                <a:close/>
                <a:moveTo>
                  <a:pt x="2388064" y="2593572"/>
                </a:moveTo>
                <a:cubicBezTo>
                  <a:pt x="2390324" y="2593572"/>
                  <a:pt x="2392084" y="2595457"/>
                  <a:pt x="2392084" y="2597592"/>
                </a:cubicBezTo>
                <a:cubicBezTo>
                  <a:pt x="2392084" y="2599854"/>
                  <a:pt x="2390324" y="2601612"/>
                  <a:pt x="2388064" y="2601612"/>
                </a:cubicBezTo>
                <a:cubicBezTo>
                  <a:pt x="2385802" y="2601612"/>
                  <a:pt x="2384044" y="2599854"/>
                  <a:pt x="2384044" y="2597592"/>
                </a:cubicBezTo>
                <a:cubicBezTo>
                  <a:pt x="2383919" y="2595330"/>
                  <a:pt x="2385677" y="2593572"/>
                  <a:pt x="2388064" y="2593572"/>
                </a:cubicBezTo>
                <a:close/>
                <a:moveTo>
                  <a:pt x="1272226" y="2590306"/>
                </a:moveTo>
                <a:cubicBezTo>
                  <a:pt x="1279010" y="2590306"/>
                  <a:pt x="1284662" y="2595833"/>
                  <a:pt x="1284662" y="2602616"/>
                </a:cubicBezTo>
                <a:cubicBezTo>
                  <a:pt x="1284662" y="2609400"/>
                  <a:pt x="1279135" y="2615052"/>
                  <a:pt x="1272353" y="2615052"/>
                </a:cubicBezTo>
                <a:cubicBezTo>
                  <a:pt x="1265569" y="2615177"/>
                  <a:pt x="1259917" y="2609525"/>
                  <a:pt x="1259917" y="2602742"/>
                </a:cubicBezTo>
                <a:cubicBezTo>
                  <a:pt x="1259917" y="2595959"/>
                  <a:pt x="1265444" y="2590306"/>
                  <a:pt x="1272226" y="2590306"/>
                </a:cubicBezTo>
                <a:close/>
                <a:moveTo>
                  <a:pt x="806573" y="2590306"/>
                </a:moveTo>
                <a:cubicBezTo>
                  <a:pt x="808960" y="2590306"/>
                  <a:pt x="810970" y="2592191"/>
                  <a:pt x="810970" y="2594703"/>
                </a:cubicBezTo>
                <a:cubicBezTo>
                  <a:pt x="810970" y="2597088"/>
                  <a:pt x="808960" y="2599098"/>
                  <a:pt x="806573" y="2599098"/>
                </a:cubicBezTo>
                <a:cubicBezTo>
                  <a:pt x="804186" y="2599098"/>
                  <a:pt x="802176" y="2597215"/>
                  <a:pt x="802176" y="2594703"/>
                </a:cubicBezTo>
                <a:cubicBezTo>
                  <a:pt x="802051" y="2592316"/>
                  <a:pt x="804061" y="2590306"/>
                  <a:pt x="806573" y="2590306"/>
                </a:cubicBezTo>
                <a:close/>
                <a:moveTo>
                  <a:pt x="1778958" y="2586914"/>
                </a:moveTo>
                <a:cubicBezTo>
                  <a:pt x="1786620" y="2586914"/>
                  <a:pt x="1792902" y="2593195"/>
                  <a:pt x="1792902" y="2600857"/>
                </a:cubicBezTo>
                <a:cubicBezTo>
                  <a:pt x="1792902" y="2608519"/>
                  <a:pt x="1786745" y="2614801"/>
                  <a:pt x="1778958" y="2614801"/>
                </a:cubicBezTo>
                <a:cubicBezTo>
                  <a:pt x="1771296" y="2614801"/>
                  <a:pt x="1765014" y="2608519"/>
                  <a:pt x="1765014" y="2600857"/>
                </a:cubicBezTo>
                <a:cubicBezTo>
                  <a:pt x="1765014" y="2593195"/>
                  <a:pt x="1771169" y="2586914"/>
                  <a:pt x="1778958" y="2586914"/>
                </a:cubicBezTo>
                <a:close/>
                <a:moveTo>
                  <a:pt x="2244737" y="2579629"/>
                </a:moveTo>
                <a:cubicBezTo>
                  <a:pt x="2250139" y="2579629"/>
                  <a:pt x="2254536" y="2583900"/>
                  <a:pt x="2254536" y="2589301"/>
                </a:cubicBezTo>
                <a:cubicBezTo>
                  <a:pt x="2254536" y="2594703"/>
                  <a:pt x="2250264" y="2599100"/>
                  <a:pt x="2244864" y="2599100"/>
                </a:cubicBezTo>
                <a:cubicBezTo>
                  <a:pt x="2239462" y="2599225"/>
                  <a:pt x="2235065" y="2594828"/>
                  <a:pt x="2235065" y="2589427"/>
                </a:cubicBezTo>
                <a:cubicBezTo>
                  <a:pt x="2234940" y="2584151"/>
                  <a:pt x="2239336" y="2579755"/>
                  <a:pt x="2244737" y="2579629"/>
                </a:cubicBezTo>
                <a:close/>
                <a:moveTo>
                  <a:pt x="955426" y="2569453"/>
                </a:moveTo>
                <a:cubicBezTo>
                  <a:pt x="959698" y="2569453"/>
                  <a:pt x="963215" y="2572970"/>
                  <a:pt x="963215" y="2577241"/>
                </a:cubicBezTo>
                <a:cubicBezTo>
                  <a:pt x="963215" y="2581512"/>
                  <a:pt x="959823" y="2585030"/>
                  <a:pt x="955553" y="2585030"/>
                </a:cubicBezTo>
                <a:cubicBezTo>
                  <a:pt x="951281" y="2585030"/>
                  <a:pt x="947764" y="2581638"/>
                  <a:pt x="947764" y="2577367"/>
                </a:cubicBezTo>
                <a:cubicBezTo>
                  <a:pt x="947764" y="2573096"/>
                  <a:pt x="951156" y="2569579"/>
                  <a:pt x="955426" y="2569453"/>
                </a:cubicBezTo>
                <a:close/>
                <a:moveTo>
                  <a:pt x="1190451" y="2567821"/>
                </a:moveTo>
                <a:cubicBezTo>
                  <a:pt x="1196607" y="2567696"/>
                  <a:pt x="1201757" y="2572719"/>
                  <a:pt x="1201757" y="2579000"/>
                </a:cubicBezTo>
                <a:cubicBezTo>
                  <a:pt x="1201757" y="2585155"/>
                  <a:pt x="1196732" y="2590307"/>
                  <a:pt x="1190451" y="2590307"/>
                </a:cubicBezTo>
                <a:cubicBezTo>
                  <a:pt x="1184296" y="2590307"/>
                  <a:pt x="1179146" y="2585281"/>
                  <a:pt x="1179146" y="2579000"/>
                </a:cubicBezTo>
                <a:cubicBezTo>
                  <a:pt x="1179146" y="2572846"/>
                  <a:pt x="1184171" y="2567696"/>
                  <a:pt x="1190451" y="2567821"/>
                </a:cubicBezTo>
                <a:close/>
                <a:moveTo>
                  <a:pt x="1860606" y="2562798"/>
                </a:moveTo>
                <a:cubicBezTo>
                  <a:pt x="1868395" y="2562672"/>
                  <a:pt x="1874677" y="2568953"/>
                  <a:pt x="1874677" y="2576615"/>
                </a:cubicBezTo>
                <a:cubicBezTo>
                  <a:pt x="1874677" y="2584277"/>
                  <a:pt x="1868395" y="2590559"/>
                  <a:pt x="1860733" y="2590559"/>
                </a:cubicBezTo>
                <a:cubicBezTo>
                  <a:pt x="1853071" y="2590559"/>
                  <a:pt x="1846789" y="2584277"/>
                  <a:pt x="1846789" y="2576615"/>
                </a:cubicBezTo>
                <a:cubicBezTo>
                  <a:pt x="1846789" y="2568953"/>
                  <a:pt x="1852944" y="2562672"/>
                  <a:pt x="1860606" y="2562798"/>
                </a:cubicBezTo>
                <a:close/>
                <a:moveTo>
                  <a:pt x="2095633" y="2561667"/>
                </a:moveTo>
                <a:cubicBezTo>
                  <a:pt x="2102039" y="2561542"/>
                  <a:pt x="2107189" y="2566692"/>
                  <a:pt x="2107189" y="2573097"/>
                </a:cubicBezTo>
                <a:cubicBezTo>
                  <a:pt x="2107189" y="2579504"/>
                  <a:pt x="2102166" y="2584654"/>
                  <a:pt x="2095759" y="2584654"/>
                </a:cubicBezTo>
                <a:cubicBezTo>
                  <a:pt x="2089478" y="2584654"/>
                  <a:pt x="2084203" y="2579631"/>
                  <a:pt x="2084203" y="2573224"/>
                </a:cubicBezTo>
                <a:cubicBezTo>
                  <a:pt x="2084078" y="2566817"/>
                  <a:pt x="2089227" y="2561667"/>
                  <a:pt x="2095633" y="2561667"/>
                </a:cubicBezTo>
                <a:close/>
                <a:moveTo>
                  <a:pt x="600060" y="2542950"/>
                </a:moveTo>
                <a:cubicBezTo>
                  <a:pt x="602070" y="2542950"/>
                  <a:pt x="603830" y="2544708"/>
                  <a:pt x="603830" y="2546720"/>
                </a:cubicBezTo>
                <a:cubicBezTo>
                  <a:pt x="603830" y="2548728"/>
                  <a:pt x="602070" y="2550488"/>
                  <a:pt x="600060" y="2550488"/>
                </a:cubicBezTo>
                <a:cubicBezTo>
                  <a:pt x="598050" y="2550488"/>
                  <a:pt x="596292" y="2548855"/>
                  <a:pt x="596292" y="2546720"/>
                </a:cubicBezTo>
                <a:cubicBezTo>
                  <a:pt x="596292" y="2544583"/>
                  <a:pt x="597925" y="2542950"/>
                  <a:pt x="600060" y="2542950"/>
                </a:cubicBezTo>
                <a:close/>
                <a:moveTo>
                  <a:pt x="466407" y="2542195"/>
                </a:moveTo>
                <a:cubicBezTo>
                  <a:pt x="468166" y="2542195"/>
                  <a:pt x="469548" y="2543577"/>
                  <a:pt x="469548" y="2545335"/>
                </a:cubicBezTo>
                <a:cubicBezTo>
                  <a:pt x="469548" y="2547094"/>
                  <a:pt x="468039" y="2548477"/>
                  <a:pt x="466407" y="2548477"/>
                </a:cubicBezTo>
                <a:cubicBezTo>
                  <a:pt x="464649" y="2548477"/>
                  <a:pt x="463267" y="2546968"/>
                  <a:pt x="463267" y="2545335"/>
                </a:cubicBezTo>
                <a:cubicBezTo>
                  <a:pt x="463267" y="2543577"/>
                  <a:pt x="464522" y="2542195"/>
                  <a:pt x="466407" y="2542195"/>
                </a:cubicBezTo>
                <a:close/>
                <a:moveTo>
                  <a:pt x="738740" y="2536667"/>
                </a:moveTo>
                <a:cubicBezTo>
                  <a:pt x="742257" y="2536667"/>
                  <a:pt x="745021" y="2539431"/>
                  <a:pt x="745021" y="2542822"/>
                </a:cubicBezTo>
                <a:cubicBezTo>
                  <a:pt x="745021" y="2546339"/>
                  <a:pt x="742257" y="2549104"/>
                  <a:pt x="738866" y="2549104"/>
                </a:cubicBezTo>
                <a:cubicBezTo>
                  <a:pt x="735349" y="2549104"/>
                  <a:pt x="732585" y="2546339"/>
                  <a:pt x="732585" y="2542949"/>
                </a:cubicBezTo>
                <a:cubicBezTo>
                  <a:pt x="732585" y="2539557"/>
                  <a:pt x="735349" y="2536667"/>
                  <a:pt x="738740" y="2536667"/>
                </a:cubicBezTo>
                <a:close/>
                <a:moveTo>
                  <a:pt x="2584650" y="2535035"/>
                </a:moveTo>
                <a:cubicBezTo>
                  <a:pt x="2586032" y="2535035"/>
                  <a:pt x="2587287" y="2536166"/>
                  <a:pt x="2587287" y="2537673"/>
                </a:cubicBezTo>
                <a:cubicBezTo>
                  <a:pt x="2587287" y="2539055"/>
                  <a:pt x="2586157" y="2540310"/>
                  <a:pt x="2584650" y="2540310"/>
                </a:cubicBezTo>
                <a:cubicBezTo>
                  <a:pt x="2583143" y="2540310"/>
                  <a:pt x="2582013" y="2539180"/>
                  <a:pt x="2582013" y="2537673"/>
                </a:cubicBezTo>
                <a:cubicBezTo>
                  <a:pt x="2582013" y="2536166"/>
                  <a:pt x="2583143" y="2534909"/>
                  <a:pt x="2584650" y="2535035"/>
                </a:cubicBezTo>
                <a:close/>
                <a:moveTo>
                  <a:pt x="2450873" y="2534910"/>
                </a:moveTo>
                <a:cubicBezTo>
                  <a:pt x="2453762" y="2534910"/>
                  <a:pt x="2456022" y="2537171"/>
                  <a:pt x="2456022" y="2539935"/>
                </a:cubicBezTo>
                <a:cubicBezTo>
                  <a:pt x="2456022" y="2542824"/>
                  <a:pt x="2453762" y="2545084"/>
                  <a:pt x="2450998" y="2545084"/>
                </a:cubicBezTo>
                <a:cubicBezTo>
                  <a:pt x="2448109" y="2545084"/>
                  <a:pt x="2445848" y="2542824"/>
                  <a:pt x="2445848" y="2540060"/>
                </a:cubicBezTo>
                <a:cubicBezTo>
                  <a:pt x="2445848" y="2537171"/>
                  <a:pt x="2447983" y="2534910"/>
                  <a:pt x="2450873" y="2534910"/>
                </a:cubicBezTo>
                <a:close/>
                <a:moveTo>
                  <a:pt x="1110686" y="2534532"/>
                </a:moveTo>
                <a:cubicBezTo>
                  <a:pt x="1118473" y="2534406"/>
                  <a:pt x="1124880" y="2540813"/>
                  <a:pt x="1124880" y="2548600"/>
                </a:cubicBezTo>
                <a:cubicBezTo>
                  <a:pt x="1124880" y="2556389"/>
                  <a:pt x="1118600" y="2562796"/>
                  <a:pt x="1110811" y="2562796"/>
                </a:cubicBezTo>
                <a:cubicBezTo>
                  <a:pt x="1103023" y="2562921"/>
                  <a:pt x="1096617" y="2556515"/>
                  <a:pt x="1096617" y="2548727"/>
                </a:cubicBezTo>
                <a:cubicBezTo>
                  <a:pt x="1096617" y="2540938"/>
                  <a:pt x="1102898" y="2534532"/>
                  <a:pt x="1110686" y="2534532"/>
                </a:cubicBezTo>
                <a:close/>
                <a:moveTo>
                  <a:pt x="2714032" y="2530136"/>
                </a:moveTo>
                <a:cubicBezTo>
                  <a:pt x="2714785" y="2530011"/>
                  <a:pt x="2715415" y="2530638"/>
                  <a:pt x="2715415" y="2531393"/>
                </a:cubicBezTo>
                <a:cubicBezTo>
                  <a:pt x="2715415" y="2532146"/>
                  <a:pt x="2714785" y="2532773"/>
                  <a:pt x="2714032" y="2532773"/>
                </a:cubicBezTo>
                <a:cubicBezTo>
                  <a:pt x="2713278" y="2532773"/>
                  <a:pt x="2712650" y="2532146"/>
                  <a:pt x="2712650" y="2531393"/>
                </a:cubicBezTo>
                <a:cubicBezTo>
                  <a:pt x="2712650" y="2530638"/>
                  <a:pt x="2713278" y="2530011"/>
                  <a:pt x="2714032" y="2530136"/>
                </a:cubicBezTo>
                <a:close/>
                <a:moveTo>
                  <a:pt x="1940121" y="2527876"/>
                </a:moveTo>
                <a:cubicBezTo>
                  <a:pt x="1949795" y="2527876"/>
                  <a:pt x="1957835" y="2535790"/>
                  <a:pt x="1957835" y="2545588"/>
                </a:cubicBezTo>
                <a:cubicBezTo>
                  <a:pt x="1957835" y="2555260"/>
                  <a:pt x="1949920" y="2563299"/>
                  <a:pt x="1940121" y="2563299"/>
                </a:cubicBezTo>
                <a:cubicBezTo>
                  <a:pt x="1930449" y="2563426"/>
                  <a:pt x="1922409" y="2555511"/>
                  <a:pt x="1922409" y="2545713"/>
                </a:cubicBezTo>
                <a:cubicBezTo>
                  <a:pt x="1922409" y="2535916"/>
                  <a:pt x="1930324" y="2528002"/>
                  <a:pt x="1940121" y="2527876"/>
                </a:cubicBezTo>
                <a:close/>
                <a:moveTo>
                  <a:pt x="2312067" y="2525489"/>
                </a:moveTo>
                <a:cubicBezTo>
                  <a:pt x="2318599" y="2525489"/>
                  <a:pt x="2323876" y="2530639"/>
                  <a:pt x="2323876" y="2537172"/>
                </a:cubicBezTo>
                <a:cubicBezTo>
                  <a:pt x="2323876" y="2543704"/>
                  <a:pt x="2318724" y="2548981"/>
                  <a:pt x="2312194" y="2548981"/>
                </a:cubicBezTo>
                <a:cubicBezTo>
                  <a:pt x="2305660" y="2548981"/>
                  <a:pt x="2300385" y="2543829"/>
                  <a:pt x="2300385" y="2537298"/>
                </a:cubicBezTo>
                <a:cubicBezTo>
                  <a:pt x="2300385" y="2530765"/>
                  <a:pt x="2305660" y="2525489"/>
                  <a:pt x="2312067" y="2525489"/>
                </a:cubicBezTo>
                <a:close/>
                <a:moveTo>
                  <a:pt x="883072" y="2524107"/>
                </a:moveTo>
                <a:cubicBezTo>
                  <a:pt x="887594" y="2524107"/>
                  <a:pt x="891237" y="2527751"/>
                  <a:pt x="891237" y="2532273"/>
                </a:cubicBezTo>
                <a:cubicBezTo>
                  <a:pt x="891237" y="2536796"/>
                  <a:pt x="887594" y="2540439"/>
                  <a:pt x="883072" y="2540439"/>
                </a:cubicBezTo>
                <a:cubicBezTo>
                  <a:pt x="878675" y="2540439"/>
                  <a:pt x="874907" y="2536796"/>
                  <a:pt x="874907" y="2532273"/>
                </a:cubicBezTo>
                <a:cubicBezTo>
                  <a:pt x="874907" y="2527624"/>
                  <a:pt x="878549" y="2523982"/>
                  <a:pt x="883072" y="2524107"/>
                </a:cubicBezTo>
                <a:close/>
                <a:moveTo>
                  <a:pt x="1525341" y="2519333"/>
                </a:moveTo>
                <a:cubicBezTo>
                  <a:pt x="1535640" y="2519207"/>
                  <a:pt x="1544057" y="2527497"/>
                  <a:pt x="1544057" y="2537798"/>
                </a:cubicBezTo>
                <a:cubicBezTo>
                  <a:pt x="1544182" y="2548098"/>
                  <a:pt x="1535892" y="2556515"/>
                  <a:pt x="1525591" y="2556515"/>
                </a:cubicBezTo>
                <a:cubicBezTo>
                  <a:pt x="1515292" y="2556640"/>
                  <a:pt x="1506875" y="2548350"/>
                  <a:pt x="1506875" y="2538049"/>
                </a:cubicBezTo>
                <a:cubicBezTo>
                  <a:pt x="1506875" y="2527749"/>
                  <a:pt x="1515166" y="2519333"/>
                  <a:pt x="1525341" y="2519333"/>
                </a:cubicBezTo>
                <a:close/>
                <a:moveTo>
                  <a:pt x="1440173" y="2516570"/>
                </a:moveTo>
                <a:cubicBezTo>
                  <a:pt x="1449971" y="2516570"/>
                  <a:pt x="1458136" y="2524484"/>
                  <a:pt x="1458136" y="2534407"/>
                </a:cubicBezTo>
                <a:cubicBezTo>
                  <a:pt x="1458261" y="2544331"/>
                  <a:pt x="1450222" y="2552370"/>
                  <a:pt x="1440299" y="2552370"/>
                </a:cubicBezTo>
                <a:cubicBezTo>
                  <a:pt x="1430376" y="2552370"/>
                  <a:pt x="1422336" y="2544457"/>
                  <a:pt x="1422336" y="2534534"/>
                </a:cubicBezTo>
                <a:cubicBezTo>
                  <a:pt x="1422336" y="2524610"/>
                  <a:pt x="1430250" y="2516570"/>
                  <a:pt x="1440173" y="2516570"/>
                </a:cubicBezTo>
                <a:close/>
                <a:moveTo>
                  <a:pt x="1610633" y="2515440"/>
                </a:moveTo>
                <a:cubicBezTo>
                  <a:pt x="1620807" y="2515440"/>
                  <a:pt x="1629097" y="2523605"/>
                  <a:pt x="1629097" y="2533781"/>
                </a:cubicBezTo>
                <a:cubicBezTo>
                  <a:pt x="1629097" y="2543955"/>
                  <a:pt x="1620933" y="2552245"/>
                  <a:pt x="1610758" y="2552245"/>
                </a:cubicBezTo>
                <a:cubicBezTo>
                  <a:pt x="1600584" y="2552245"/>
                  <a:pt x="1592293" y="2544081"/>
                  <a:pt x="1592293" y="2533906"/>
                </a:cubicBezTo>
                <a:cubicBezTo>
                  <a:pt x="1592167" y="2523732"/>
                  <a:pt x="1600332" y="2515440"/>
                  <a:pt x="1610633" y="2515440"/>
                </a:cubicBezTo>
                <a:close/>
                <a:moveTo>
                  <a:pt x="2167737" y="2513429"/>
                </a:moveTo>
                <a:cubicBezTo>
                  <a:pt x="2175526" y="2513303"/>
                  <a:pt x="2181931" y="2519710"/>
                  <a:pt x="2181931" y="2527497"/>
                </a:cubicBezTo>
                <a:cubicBezTo>
                  <a:pt x="2181931" y="2535286"/>
                  <a:pt x="2175526" y="2541693"/>
                  <a:pt x="2167737" y="2541693"/>
                </a:cubicBezTo>
                <a:cubicBezTo>
                  <a:pt x="2159950" y="2541818"/>
                  <a:pt x="2153543" y="2535412"/>
                  <a:pt x="2153543" y="2527624"/>
                </a:cubicBezTo>
                <a:cubicBezTo>
                  <a:pt x="2153543" y="2519710"/>
                  <a:pt x="2159825" y="2513429"/>
                  <a:pt x="2167737" y="2513429"/>
                </a:cubicBezTo>
                <a:close/>
                <a:moveTo>
                  <a:pt x="1355637" y="2506270"/>
                </a:moveTo>
                <a:cubicBezTo>
                  <a:pt x="1365057" y="2506270"/>
                  <a:pt x="1372721" y="2513807"/>
                  <a:pt x="1372721" y="2523229"/>
                </a:cubicBezTo>
                <a:cubicBezTo>
                  <a:pt x="1372721" y="2532649"/>
                  <a:pt x="1365184" y="2540313"/>
                  <a:pt x="1355762" y="2540313"/>
                </a:cubicBezTo>
                <a:cubicBezTo>
                  <a:pt x="1346341" y="2540313"/>
                  <a:pt x="1338678" y="2532776"/>
                  <a:pt x="1338678" y="2523354"/>
                </a:cubicBezTo>
                <a:cubicBezTo>
                  <a:pt x="1338678" y="2513933"/>
                  <a:pt x="1346215" y="2506270"/>
                  <a:pt x="1355637" y="2506270"/>
                </a:cubicBezTo>
                <a:close/>
                <a:moveTo>
                  <a:pt x="1695047" y="2503883"/>
                </a:moveTo>
                <a:cubicBezTo>
                  <a:pt x="1705097" y="2503883"/>
                  <a:pt x="1713261" y="2511923"/>
                  <a:pt x="1713261" y="2521972"/>
                </a:cubicBezTo>
                <a:cubicBezTo>
                  <a:pt x="1713261" y="2532021"/>
                  <a:pt x="1705222" y="2540185"/>
                  <a:pt x="1695173" y="2540185"/>
                </a:cubicBezTo>
                <a:cubicBezTo>
                  <a:pt x="1685123" y="2540185"/>
                  <a:pt x="1676959" y="2532146"/>
                  <a:pt x="1676959" y="2522097"/>
                </a:cubicBezTo>
                <a:cubicBezTo>
                  <a:pt x="1676833" y="2512048"/>
                  <a:pt x="1684998" y="2503883"/>
                  <a:pt x="1695047" y="2503883"/>
                </a:cubicBezTo>
                <a:close/>
                <a:moveTo>
                  <a:pt x="1033684" y="2499989"/>
                </a:moveTo>
                <a:cubicBezTo>
                  <a:pt x="1040341" y="2499989"/>
                  <a:pt x="1045743" y="2505264"/>
                  <a:pt x="1045743" y="2511923"/>
                </a:cubicBezTo>
                <a:cubicBezTo>
                  <a:pt x="1045743" y="2518580"/>
                  <a:pt x="1040467" y="2523982"/>
                  <a:pt x="1033809" y="2523982"/>
                </a:cubicBezTo>
                <a:cubicBezTo>
                  <a:pt x="1027277" y="2523982"/>
                  <a:pt x="1021876" y="2518580"/>
                  <a:pt x="1021876" y="2512048"/>
                </a:cubicBezTo>
                <a:cubicBezTo>
                  <a:pt x="1021876" y="2505391"/>
                  <a:pt x="1027277" y="2499989"/>
                  <a:pt x="1033684" y="2499989"/>
                </a:cubicBezTo>
                <a:close/>
                <a:moveTo>
                  <a:pt x="2016871" y="2491573"/>
                </a:moveTo>
                <a:cubicBezTo>
                  <a:pt x="2026168" y="2491447"/>
                  <a:pt x="2033705" y="2498984"/>
                  <a:pt x="2033705" y="2508279"/>
                </a:cubicBezTo>
                <a:cubicBezTo>
                  <a:pt x="2033705" y="2517575"/>
                  <a:pt x="2026168" y="2525112"/>
                  <a:pt x="2016871" y="2525112"/>
                </a:cubicBezTo>
                <a:cubicBezTo>
                  <a:pt x="2007702" y="2525237"/>
                  <a:pt x="2000039" y="2517700"/>
                  <a:pt x="2000039" y="2508406"/>
                </a:cubicBezTo>
                <a:cubicBezTo>
                  <a:pt x="2000039" y="2499109"/>
                  <a:pt x="2007576" y="2491573"/>
                  <a:pt x="2016871" y="2491573"/>
                </a:cubicBezTo>
                <a:close/>
                <a:moveTo>
                  <a:pt x="1272479" y="2488935"/>
                </a:moveTo>
                <a:cubicBezTo>
                  <a:pt x="1281272" y="2488935"/>
                  <a:pt x="1288307" y="2495970"/>
                  <a:pt x="1288307" y="2504637"/>
                </a:cubicBezTo>
                <a:cubicBezTo>
                  <a:pt x="1288307" y="2513305"/>
                  <a:pt x="1281272" y="2520340"/>
                  <a:pt x="1272605" y="2520340"/>
                </a:cubicBezTo>
                <a:cubicBezTo>
                  <a:pt x="1263937" y="2520340"/>
                  <a:pt x="1256903" y="2513305"/>
                  <a:pt x="1256903" y="2504637"/>
                </a:cubicBezTo>
                <a:cubicBezTo>
                  <a:pt x="1256777" y="2495970"/>
                  <a:pt x="1263812" y="2488935"/>
                  <a:pt x="1272479" y="2488935"/>
                </a:cubicBezTo>
                <a:close/>
                <a:moveTo>
                  <a:pt x="1778080" y="2484915"/>
                </a:moveTo>
                <a:cubicBezTo>
                  <a:pt x="1788002" y="2484915"/>
                  <a:pt x="1796042" y="2492829"/>
                  <a:pt x="1796042" y="2502752"/>
                </a:cubicBezTo>
                <a:cubicBezTo>
                  <a:pt x="1796169" y="2512676"/>
                  <a:pt x="1788129" y="2520715"/>
                  <a:pt x="1778205" y="2520715"/>
                </a:cubicBezTo>
                <a:cubicBezTo>
                  <a:pt x="1768281" y="2520840"/>
                  <a:pt x="1760242" y="2512801"/>
                  <a:pt x="1760242" y="2502878"/>
                </a:cubicBezTo>
                <a:cubicBezTo>
                  <a:pt x="1760116" y="2492955"/>
                  <a:pt x="1768156" y="2484915"/>
                  <a:pt x="1778080" y="2484915"/>
                </a:cubicBezTo>
                <a:close/>
                <a:moveTo>
                  <a:pt x="674801" y="2482024"/>
                </a:moveTo>
                <a:cubicBezTo>
                  <a:pt x="677314" y="2482024"/>
                  <a:pt x="679450" y="2484034"/>
                  <a:pt x="679450" y="2486672"/>
                </a:cubicBezTo>
                <a:cubicBezTo>
                  <a:pt x="679450" y="2489311"/>
                  <a:pt x="677440" y="2491322"/>
                  <a:pt x="674801" y="2491322"/>
                </a:cubicBezTo>
                <a:cubicBezTo>
                  <a:pt x="672289" y="2491322"/>
                  <a:pt x="670154" y="2489311"/>
                  <a:pt x="670154" y="2486672"/>
                </a:cubicBezTo>
                <a:cubicBezTo>
                  <a:pt x="670029" y="2484034"/>
                  <a:pt x="672164" y="2482024"/>
                  <a:pt x="674801" y="2482024"/>
                </a:cubicBezTo>
                <a:close/>
                <a:moveTo>
                  <a:pt x="540520" y="2481900"/>
                </a:moveTo>
                <a:cubicBezTo>
                  <a:pt x="542529" y="2481900"/>
                  <a:pt x="544289" y="2483658"/>
                  <a:pt x="544289" y="2485670"/>
                </a:cubicBezTo>
                <a:cubicBezTo>
                  <a:pt x="544289" y="2487678"/>
                  <a:pt x="542656" y="2489438"/>
                  <a:pt x="540520" y="2489438"/>
                </a:cubicBezTo>
                <a:cubicBezTo>
                  <a:pt x="538384" y="2489438"/>
                  <a:pt x="536752" y="2487678"/>
                  <a:pt x="536752" y="2485670"/>
                </a:cubicBezTo>
                <a:cubicBezTo>
                  <a:pt x="536752" y="2483533"/>
                  <a:pt x="538384" y="2481900"/>
                  <a:pt x="540520" y="2481900"/>
                </a:cubicBezTo>
                <a:close/>
                <a:moveTo>
                  <a:pt x="410885" y="2477881"/>
                </a:moveTo>
                <a:cubicBezTo>
                  <a:pt x="412266" y="2477881"/>
                  <a:pt x="413397" y="2478886"/>
                  <a:pt x="413397" y="2480268"/>
                </a:cubicBezTo>
                <a:cubicBezTo>
                  <a:pt x="413397" y="2481650"/>
                  <a:pt x="412392" y="2482781"/>
                  <a:pt x="411011" y="2482781"/>
                </a:cubicBezTo>
                <a:cubicBezTo>
                  <a:pt x="409629" y="2482781"/>
                  <a:pt x="408499" y="2481776"/>
                  <a:pt x="408499" y="2480394"/>
                </a:cubicBezTo>
                <a:cubicBezTo>
                  <a:pt x="408499" y="2479138"/>
                  <a:pt x="409629" y="2478007"/>
                  <a:pt x="410885" y="2477881"/>
                </a:cubicBezTo>
                <a:close/>
                <a:moveTo>
                  <a:pt x="814235" y="2475493"/>
                </a:moveTo>
                <a:cubicBezTo>
                  <a:pt x="817753" y="2475493"/>
                  <a:pt x="820517" y="2478256"/>
                  <a:pt x="820517" y="2481648"/>
                </a:cubicBezTo>
                <a:cubicBezTo>
                  <a:pt x="820642" y="2485165"/>
                  <a:pt x="817878" y="2487930"/>
                  <a:pt x="814361" y="2487930"/>
                </a:cubicBezTo>
                <a:cubicBezTo>
                  <a:pt x="810970" y="2487930"/>
                  <a:pt x="808206" y="2485165"/>
                  <a:pt x="808206" y="2481775"/>
                </a:cubicBezTo>
                <a:cubicBezTo>
                  <a:pt x="808206" y="2478383"/>
                  <a:pt x="810843" y="2475619"/>
                  <a:pt x="814235" y="2475493"/>
                </a:cubicBezTo>
                <a:close/>
                <a:moveTo>
                  <a:pt x="2509910" y="2473358"/>
                </a:moveTo>
                <a:cubicBezTo>
                  <a:pt x="2512800" y="2473358"/>
                  <a:pt x="2515060" y="2475620"/>
                  <a:pt x="2515060" y="2478383"/>
                </a:cubicBezTo>
                <a:cubicBezTo>
                  <a:pt x="2515185" y="2481272"/>
                  <a:pt x="2512925" y="2483532"/>
                  <a:pt x="2510035" y="2483532"/>
                </a:cubicBezTo>
                <a:cubicBezTo>
                  <a:pt x="2507272" y="2483532"/>
                  <a:pt x="2504885" y="2481272"/>
                  <a:pt x="2504885" y="2478508"/>
                </a:cubicBezTo>
                <a:cubicBezTo>
                  <a:pt x="2504885" y="2475745"/>
                  <a:pt x="2507146" y="2473484"/>
                  <a:pt x="2509910" y="2473358"/>
                </a:cubicBezTo>
                <a:close/>
                <a:moveTo>
                  <a:pt x="2375628" y="2472480"/>
                </a:moveTo>
                <a:cubicBezTo>
                  <a:pt x="2380025" y="2472480"/>
                  <a:pt x="2383667" y="2475998"/>
                  <a:pt x="2383667" y="2480395"/>
                </a:cubicBezTo>
                <a:cubicBezTo>
                  <a:pt x="2383667" y="2484791"/>
                  <a:pt x="2380150" y="2488435"/>
                  <a:pt x="2375754" y="2488435"/>
                </a:cubicBezTo>
                <a:cubicBezTo>
                  <a:pt x="2371358" y="2488435"/>
                  <a:pt x="2367840" y="2484917"/>
                  <a:pt x="2367840" y="2480520"/>
                </a:cubicBezTo>
                <a:cubicBezTo>
                  <a:pt x="2367840" y="2476123"/>
                  <a:pt x="2371358" y="2472480"/>
                  <a:pt x="2375628" y="2472480"/>
                </a:cubicBezTo>
                <a:close/>
                <a:moveTo>
                  <a:pt x="2639546" y="2470972"/>
                </a:moveTo>
                <a:cubicBezTo>
                  <a:pt x="2640298" y="2470972"/>
                  <a:pt x="2640800" y="2471600"/>
                  <a:pt x="2640800" y="2472354"/>
                </a:cubicBezTo>
                <a:cubicBezTo>
                  <a:pt x="2640927" y="2473107"/>
                  <a:pt x="2640298" y="2473735"/>
                  <a:pt x="2639546" y="2473735"/>
                </a:cubicBezTo>
                <a:cubicBezTo>
                  <a:pt x="2638792" y="2473735"/>
                  <a:pt x="2638164" y="2473107"/>
                  <a:pt x="2638164" y="2472354"/>
                </a:cubicBezTo>
                <a:cubicBezTo>
                  <a:pt x="2638164" y="2471600"/>
                  <a:pt x="2638792" y="2471098"/>
                  <a:pt x="2639546" y="2470972"/>
                </a:cubicBezTo>
                <a:close/>
                <a:moveTo>
                  <a:pt x="1191330" y="2464441"/>
                </a:moveTo>
                <a:cubicBezTo>
                  <a:pt x="1199119" y="2464315"/>
                  <a:pt x="1205526" y="2470722"/>
                  <a:pt x="1205526" y="2478509"/>
                </a:cubicBezTo>
                <a:cubicBezTo>
                  <a:pt x="1205651" y="2486298"/>
                  <a:pt x="1199245" y="2492705"/>
                  <a:pt x="1191457" y="2492705"/>
                </a:cubicBezTo>
                <a:cubicBezTo>
                  <a:pt x="1183668" y="2492830"/>
                  <a:pt x="1177261" y="2486424"/>
                  <a:pt x="1177261" y="2478636"/>
                </a:cubicBezTo>
                <a:cubicBezTo>
                  <a:pt x="1177136" y="2470847"/>
                  <a:pt x="1183543" y="2464441"/>
                  <a:pt x="1191330" y="2464441"/>
                </a:cubicBezTo>
                <a:close/>
                <a:moveTo>
                  <a:pt x="2236197" y="2462555"/>
                </a:moveTo>
                <a:cubicBezTo>
                  <a:pt x="2243985" y="2462429"/>
                  <a:pt x="2250392" y="2468836"/>
                  <a:pt x="2250392" y="2476623"/>
                </a:cubicBezTo>
                <a:cubicBezTo>
                  <a:pt x="2250392" y="2484412"/>
                  <a:pt x="2243985" y="2490819"/>
                  <a:pt x="2236197" y="2490819"/>
                </a:cubicBezTo>
                <a:cubicBezTo>
                  <a:pt x="2228408" y="2490944"/>
                  <a:pt x="2222002" y="2484538"/>
                  <a:pt x="2222002" y="2476750"/>
                </a:cubicBezTo>
                <a:cubicBezTo>
                  <a:pt x="2221876" y="2468836"/>
                  <a:pt x="2228283" y="2462555"/>
                  <a:pt x="2236197" y="2462555"/>
                </a:cubicBezTo>
                <a:close/>
                <a:moveTo>
                  <a:pt x="2765032" y="2461927"/>
                </a:moveTo>
                <a:cubicBezTo>
                  <a:pt x="2765660" y="2461927"/>
                  <a:pt x="2766164" y="2462430"/>
                  <a:pt x="2766164" y="2463057"/>
                </a:cubicBezTo>
                <a:cubicBezTo>
                  <a:pt x="2766164" y="2463685"/>
                  <a:pt x="2765660" y="2464187"/>
                  <a:pt x="2765032" y="2464187"/>
                </a:cubicBezTo>
                <a:cubicBezTo>
                  <a:pt x="2764405" y="2464187"/>
                  <a:pt x="2763902" y="2463685"/>
                  <a:pt x="2763902" y="2463057"/>
                </a:cubicBezTo>
                <a:cubicBezTo>
                  <a:pt x="2763902" y="2462430"/>
                  <a:pt x="2764405" y="2461927"/>
                  <a:pt x="2765032" y="2461927"/>
                </a:cubicBezTo>
                <a:close/>
                <a:moveTo>
                  <a:pt x="1858974" y="2458285"/>
                </a:moveTo>
                <a:cubicBezTo>
                  <a:pt x="1868899" y="2458285"/>
                  <a:pt x="1876938" y="2466199"/>
                  <a:pt x="1876938" y="2476122"/>
                </a:cubicBezTo>
                <a:cubicBezTo>
                  <a:pt x="1876938" y="2486046"/>
                  <a:pt x="1869024" y="2494085"/>
                  <a:pt x="1859101" y="2494085"/>
                </a:cubicBezTo>
                <a:cubicBezTo>
                  <a:pt x="1849177" y="2494085"/>
                  <a:pt x="1841137" y="2486172"/>
                  <a:pt x="1841137" y="2476249"/>
                </a:cubicBezTo>
                <a:cubicBezTo>
                  <a:pt x="1841137" y="2466325"/>
                  <a:pt x="1849177" y="2458285"/>
                  <a:pt x="1858974" y="2458285"/>
                </a:cubicBezTo>
                <a:close/>
                <a:moveTo>
                  <a:pt x="960073" y="2454893"/>
                </a:moveTo>
                <a:cubicBezTo>
                  <a:pt x="967862" y="2454767"/>
                  <a:pt x="974268" y="2461174"/>
                  <a:pt x="974268" y="2468961"/>
                </a:cubicBezTo>
                <a:cubicBezTo>
                  <a:pt x="974394" y="2476750"/>
                  <a:pt x="967987" y="2483157"/>
                  <a:pt x="960200" y="2483157"/>
                </a:cubicBezTo>
                <a:cubicBezTo>
                  <a:pt x="952411" y="2483282"/>
                  <a:pt x="946004" y="2476876"/>
                  <a:pt x="946004" y="2469088"/>
                </a:cubicBezTo>
                <a:cubicBezTo>
                  <a:pt x="945879" y="2461299"/>
                  <a:pt x="952285" y="2454893"/>
                  <a:pt x="960073" y="2454893"/>
                </a:cubicBezTo>
                <a:close/>
                <a:moveTo>
                  <a:pt x="2090106" y="2445975"/>
                </a:moveTo>
                <a:cubicBezTo>
                  <a:pt x="2100658" y="2445975"/>
                  <a:pt x="2109200" y="2454392"/>
                  <a:pt x="2109200" y="2464943"/>
                </a:cubicBezTo>
                <a:cubicBezTo>
                  <a:pt x="2109200" y="2475495"/>
                  <a:pt x="2100783" y="2484037"/>
                  <a:pt x="2090232" y="2484037"/>
                </a:cubicBezTo>
                <a:cubicBezTo>
                  <a:pt x="2079680" y="2484037"/>
                  <a:pt x="2071138" y="2475620"/>
                  <a:pt x="2071138" y="2465069"/>
                </a:cubicBezTo>
                <a:cubicBezTo>
                  <a:pt x="2071138" y="2454517"/>
                  <a:pt x="2079680" y="2445975"/>
                  <a:pt x="2090106" y="2445975"/>
                </a:cubicBezTo>
                <a:close/>
                <a:moveTo>
                  <a:pt x="1112696" y="2426756"/>
                </a:moveTo>
                <a:cubicBezTo>
                  <a:pt x="1122996" y="2426630"/>
                  <a:pt x="1131412" y="2434920"/>
                  <a:pt x="1131412" y="2445221"/>
                </a:cubicBezTo>
                <a:cubicBezTo>
                  <a:pt x="1131538" y="2455396"/>
                  <a:pt x="1123248" y="2463812"/>
                  <a:pt x="1112947" y="2463812"/>
                </a:cubicBezTo>
                <a:cubicBezTo>
                  <a:pt x="1102647" y="2463938"/>
                  <a:pt x="1094231" y="2455648"/>
                  <a:pt x="1094231" y="2445347"/>
                </a:cubicBezTo>
                <a:cubicBezTo>
                  <a:pt x="1094231" y="2435172"/>
                  <a:pt x="1102521" y="2426756"/>
                  <a:pt x="1112696" y="2426756"/>
                </a:cubicBezTo>
                <a:close/>
                <a:moveTo>
                  <a:pt x="1937232" y="2420979"/>
                </a:moveTo>
                <a:cubicBezTo>
                  <a:pt x="1949041" y="2420853"/>
                  <a:pt x="1958713" y="2430400"/>
                  <a:pt x="1958713" y="2442332"/>
                </a:cubicBezTo>
                <a:cubicBezTo>
                  <a:pt x="1958838" y="2454141"/>
                  <a:pt x="1949166" y="2463813"/>
                  <a:pt x="1937359" y="2463813"/>
                </a:cubicBezTo>
                <a:cubicBezTo>
                  <a:pt x="1925550" y="2463938"/>
                  <a:pt x="1915878" y="2454266"/>
                  <a:pt x="1915878" y="2442459"/>
                </a:cubicBezTo>
                <a:cubicBezTo>
                  <a:pt x="1915878" y="2430525"/>
                  <a:pt x="1925425" y="2420979"/>
                  <a:pt x="1937232" y="2420979"/>
                </a:cubicBezTo>
                <a:close/>
                <a:moveTo>
                  <a:pt x="1525089" y="2420977"/>
                </a:moveTo>
                <a:cubicBezTo>
                  <a:pt x="1537148" y="2420977"/>
                  <a:pt x="1547072" y="2430774"/>
                  <a:pt x="1547072" y="2442835"/>
                </a:cubicBezTo>
                <a:cubicBezTo>
                  <a:pt x="1547072" y="2454892"/>
                  <a:pt x="1537275" y="2464816"/>
                  <a:pt x="1525216" y="2464816"/>
                </a:cubicBezTo>
                <a:cubicBezTo>
                  <a:pt x="1513157" y="2464816"/>
                  <a:pt x="1503233" y="2455019"/>
                  <a:pt x="1503233" y="2442960"/>
                </a:cubicBezTo>
                <a:cubicBezTo>
                  <a:pt x="1503107" y="2430901"/>
                  <a:pt x="1512905" y="2421103"/>
                  <a:pt x="1525089" y="2420977"/>
                </a:cubicBezTo>
                <a:close/>
                <a:moveTo>
                  <a:pt x="614885" y="2420725"/>
                </a:moveTo>
                <a:cubicBezTo>
                  <a:pt x="617773" y="2420725"/>
                  <a:pt x="620160" y="2423112"/>
                  <a:pt x="620160" y="2426000"/>
                </a:cubicBezTo>
                <a:cubicBezTo>
                  <a:pt x="620160" y="2428890"/>
                  <a:pt x="617773" y="2431277"/>
                  <a:pt x="614885" y="2431277"/>
                </a:cubicBezTo>
                <a:cubicBezTo>
                  <a:pt x="611870" y="2431277"/>
                  <a:pt x="609483" y="2428890"/>
                  <a:pt x="609483" y="2426000"/>
                </a:cubicBezTo>
                <a:cubicBezTo>
                  <a:pt x="609483" y="2423112"/>
                  <a:pt x="611870" y="2420725"/>
                  <a:pt x="614885" y="2420725"/>
                </a:cubicBezTo>
                <a:close/>
                <a:moveTo>
                  <a:pt x="1439923" y="2417461"/>
                </a:moveTo>
                <a:cubicBezTo>
                  <a:pt x="1451730" y="2417335"/>
                  <a:pt x="1461402" y="2427007"/>
                  <a:pt x="1461402" y="2438814"/>
                </a:cubicBezTo>
                <a:cubicBezTo>
                  <a:pt x="1461529" y="2450748"/>
                  <a:pt x="1451857" y="2460420"/>
                  <a:pt x="1440048" y="2460420"/>
                </a:cubicBezTo>
                <a:cubicBezTo>
                  <a:pt x="1428114" y="2460547"/>
                  <a:pt x="1418442" y="2451000"/>
                  <a:pt x="1418442" y="2439066"/>
                </a:cubicBezTo>
                <a:cubicBezTo>
                  <a:pt x="1418442" y="2427258"/>
                  <a:pt x="1427989" y="2417586"/>
                  <a:pt x="1439923" y="2417461"/>
                </a:cubicBezTo>
                <a:close/>
                <a:moveTo>
                  <a:pt x="749417" y="2417460"/>
                </a:moveTo>
                <a:cubicBezTo>
                  <a:pt x="754315" y="2417335"/>
                  <a:pt x="758335" y="2421354"/>
                  <a:pt x="758335" y="2426253"/>
                </a:cubicBezTo>
                <a:cubicBezTo>
                  <a:pt x="758335" y="2431151"/>
                  <a:pt x="754442" y="2435171"/>
                  <a:pt x="749543" y="2435171"/>
                </a:cubicBezTo>
                <a:cubicBezTo>
                  <a:pt x="744643" y="2435297"/>
                  <a:pt x="740624" y="2431278"/>
                  <a:pt x="740624" y="2426379"/>
                </a:cubicBezTo>
                <a:cubicBezTo>
                  <a:pt x="740624" y="2421479"/>
                  <a:pt x="744643" y="2417586"/>
                  <a:pt x="749417" y="2417460"/>
                </a:cubicBezTo>
                <a:close/>
                <a:moveTo>
                  <a:pt x="1610257" y="2416455"/>
                </a:moveTo>
                <a:cubicBezTo>
                  <a:pt x="1622316" y="2416455"/>
                  <a:pt x="1632240" y="2426252"/>
                  <a:pt x="1632240" y="2438313"/>
                </a:cubicBezTo>
                <a:cubicBezTo>
                  <a:pt x="1632240" y="2450372"/>
                  <a:pt x="1622443" y="2460294"/>
                  <a:pt x="1610384" y="2460294"/>
                </a:cubicBezTo>
                <a:cubicBezTo>
                  <a:pt x="1598325" y="2460294"/>
                  <a:pt x="1588401" y="2450497"/>
                  <a:pt x="1588401" y="2438438"/>
                </a:cubicBezTo>
                <a:cubicBezTo>
                  <a:pt x="1588275" y="2426379"/>
                  <a:pt x="1598073" y="2416455"/>
                  <a:pt x="1610257" y="2416455"/>
                </a:cubicBezTo>
                <a:close/>
                <a:moveTo>
                  <a:pt x="484872" y="2416455"/>
                </a:moveTo>
                <a:cubicBezTo>
                  <a:pt x="487384" y="2416455"/>
                  <a:pt x="489394" y="2418465"/>
                  <a:pt x="489394" y="2420852"/>
                </a:cubicBezTo>
                <a:cubicBezTo>
                  <a:pt x="489394" y="2423365"/>
                  <a:pt x="487384" y="2425375"/>
                  <a:pt x="484997" y="2425375"/>
                </a:cubicBezTo>
                <a:cubicBezTo>
                  <a:pt x="482611" y="2425375"/>
                  <a:pt x="480601" y="2423365"/>
                  <a:pt x="480601" y="2420978"/>
                </a:cubicBezTo>
                <a:cubicBezTo>
                  <a:pt x="480601" y="2418465"/>
                  <a:pt x="482611" y="2416455"/>
                  <a:pt x="484872" y="2416455"/>
                </a:cubicBezTo>
                <a:close/>
                <a:moveTo>
                  <a:pt x="890108" y="2408541"/>
                </a:moveTo>
                <a:cubicBezTo>
                  <a:pt x="896640" y="2408541"/>
                  <a:pt x="901916" y="2413691"/>
                  <a:pt x="901916" y="2420224"/>
                </a:cubicBezTo>
                <a:cubicBezTo>
                  <a:pt x="901916" y="2426756"/>
                  <a:pt x="896765" y="2432033"/>
                  <a:pt x="890234" y="2432033"/>
                </a:cubicBezTo>
                <a:cubicBezTo>
                  <a:pt x="883701" y="2432033"/>
                  <a:pt x="878426" y="2426881"/>
                  <a:pt x="878426" y="2420349"/>
                </a:cubicBezTo>
                <a:cubicBezTo>
                  <a:pt x="878426" y="2413943"/>
                  <a:pt x="883701" y="2408667"/>
                  <a:pt x="890108" y="2408541"/>
                </a:cubicBezTo>
                <a:close/>
                <a:moveTo>
                  <a:pt x="2564930" y="2408290"/>
                </a:moveTo>
                <a:cubicBezTo>
                  <a:pt x="2567819" y="2408290"/>
                  <a:pt x="2570079" y="2410551"/>
                  <a:pt x="2570079" y="2413315"/>
                </a:cubicBezTo>
                <a:cubicBezTo>
                  <a:pt x="2570206" y="2416204"/>
                  <a:pt x="2567819" y="2418464"/>
                  <a:pt x="2565055" y="2418464"/>
                </a:cubicBezTo>
                <a:cubicBezTo>
                  <a:pt x="2562167" y="2418590"/>
                  <a:pt x="2559905" y="2416204"/>
                  <a:pt x="2559905" y="2413440"/>
                </a:cubicBezTo>
                <a:cubicBezTo>
                  <a:pt x="2559905" y="2410551"/>
                  <a:pt x="2562167" y="2408290"/>
                  <a:pt x="2564930" y="2408290"/>
                </a:cubicBezTo>
                <a:close/>
                <a:moveTo>
                  <a:pt x="359508" y="2408290"/>
                </a:moveTo>
                <a:cubicBezTo>
                  <a:pt x="361770" y="2408290"/>
                  <a:pt x="363528" y="2410175"/>
                  <a:pt x="363528" y="2412310"/>
                </a:cubicBezTo>
                <a:cubicBezTo>
                  <a:pt x="363528" y="2414572"/>
                  <a:pt x="361770" y="2416330"/>
                  <a:pt x="359508" y="2416330"/>
                </a:cubicBezTo>
                <a:cubicBezTo>
                  <a:pt x="357248" y="2416455"/>
                  <a:pt x="355489" y="2414572"/>
                  <a:pt x="355489" y="2412435"/>
                </a:cubicBezTo>
                <a:cubicBezTo>
                  <a:pt x="355614" y="2410175"/>
                  <a:pt x="357373" y="2408416"/>
                  <a:pt x="359508" y="2408290"/>
                </a:cubicBezTo>
                <a:close/>
                <a:moveTo>
                  <a:pt x="2435295" y="2407661"/>
                </a:moveTo>
                <a:cubicBezTo>
                  <a:pt x="2441827" y="2407661"/>
                  <a:pt x="2447104" y="2412937"/>
                  <a:pt x="2447104" y="2419344"/>
                </a:cubicBezTo>
                <a:cubicBezTo>
                  <a:pt x="2447104" y="2425876"/>
                  <a:pt x="2441952" y="2431153"/>
                  <a:pt x="2435422" y="2431153"/>
                </a:cubicBezTo>
                <a:cubicBezTo>
                  <a:pt x="2428888" y="2431153"/>
                  <a:pt x="2423613" y="2426002"/>
                  <a:pt x="2423613" y="2419470"/>
                </a:cubicBezTo>
                <a:cubicBezTo>
                  <a:pt x="2423613" y="2412937"/>
                  <a:pt x="2428763" y="2407661"/>
                  <a:pt x="2435295" y="2407661"/>
                </a:cubicBezTo>
                <a:close/>
                <a:moveTo>
                  <a:pt x="2300511" y="2405903"/>
                </a:moveTo>
                <a:cubicBezTo>
                  <a:pt x="2308802" y="2405777"/>
                  <a:pt x="2315585" y="2412561"/>
                  <a:pt x="2315585" y="2420851"/>
                </a:cubicBezTo>
                <a:cubicBezTo>
                  <a:pt x="2315710" y="2429143"/>
                  <a:pt x="2308928" y="2435925"/>
                  <a:pt x="2300636" y="2435925"/>
                </a:cubicBezTo>
                <a:cubicBezTo>
                  <a:pt x="2292346" y="2435925"/>
                  <a:pt x="2285563" y="2429143"/>
                  <a:pt x="2285563" y="2420851"/>
                </a:cubicBezTo>
                <a:cubicBezTo>
                  <a:pt x="2285437" y="2412561"/>
                  <a:pt x="2292221" y="2405777"/>
                  <a:pt x="2300511" y="2405903"/>
                </a:cubicBezTo>
                <a:close/>
                <a:moveTo>
                  <a:pt x="1355510" y="2405778"/>
                </a:moveTo>
                <a:cubicBezTo>
                  <a:pt x="1366942" y="2405778"/>
                  <a:pt x="1376364" y="2415073"/>
                  <a:pt x="1376364" y="2426505"/>
                </a:cubicBezTo>
                <a:cubicBezTo>
                  <a:pt x="1376364" y="2437936"/>
                  <a:pt x="1367067" y="2447358"/>
                  <a:pt x="1355635" y="2447358"/>
                </a:cubicBezTo>
                <a:cubicBezTo>
                  <a:pt x="1344205" y="2447358"/>
                  <a:pt x="1334783" y="2438061"/>
                  <a:pt x="1334783" y="2426630"/>
                </a:cubicBezTo>
                <a:cubicBezTo>
                  <a:pt x="1334783" y="2415200"/>
                  <a:pt x="1344078" y="2405778"/>
                  <a:pt x="1355510" y="2405778"/>
                </a:cubicBezTo>
                <a:close/>
                <a:moveTo>
                  <a:pt x="1694420" y="2403391"/>
                </a:moveTo>
                <a:cubicBezTo>
                  <a:pt x="1706479" y="2403391"/>
                  <a:pt x="1716401" y="2413188"/>
                  <a:pt x="1716401" y="2425249"/>
                </a:cubicBezTo>
                <a:cubicBezTo>
                  <a:pt x="1716401" y="2437306"/>
                  <a:pt x="1706604" y="2447230"/>
                  <a:pt x="1694545" y="2447230"/>
                </a:cubicBezTo>
                <a:cubicBezTo>
                  <a:pt x="1682486" y="2447230"/>
                  <a:pt x="1672562" y="2437433"/>
                  <a:pt x="1672562" y="2425374"/>
                </a:cubicBezTo>
                <a:cubicBezTo>
                  <a:pt x="1672562" y="2413315"/>
                  <a:pt x="1682359" y="2403517"/>
                  <a:pt x="1694420" y="2403391"/>
                </a:cubicBezTo>
                <a:close/>
                <a:moveTo>
                  <a:pt x="2690419" y="2400752"/>
                </a:moveTo>
                <a:cubicBezTo>
                  <a:pt x="2692178" y="2400752"/>
                  <a:pt x="2693561" y="2402134"/>
                  <a:pt x="2693561" y="2403892"/>
                </a:cubicBezTo>
                <a:cubicBezTo>
                  <a:pt x="2693561" y="2405651"/>
                  <a:pt x="2692178" y="2407034"/>
                  <a:pt x="2690419" y="2407034"/>
                </a:cubicBezTo>
                <a:cubicBezTo>
                  <a:pt x="2688661" y="2407034"/>
                  <a:pt x="2687279" y="2405651"/>
                  <a:pt x="2687279" y="2404019"/>
                </a:cubicBezTo>
                <a:cubicBezTo>
                  <a:pt x="2687279" y="2402260"/>
                  <a:pt x="2688661" y="2400878"/>
                  <a:pt x="2690419" y="2400752"/>
                </a:cubicBezTo>
                <a:close/>
                <a:moveTo>
                  <a:pt x="2159822" y="2398492"/>
                </a:moveTo>
                <a:cubicBezTo>
                  <a:pt x="2169369" y="2398492"/>
                  <a:pt x="2177158" y="2406154"/>
                  <a:pt x="2177158" y="2415701"/>
                </a:cubicBezTo>
                <a:cubicBezTo>
                  <a:pt x="2177158" y="2425247"/>
                  <a:pt x="2169494" y="2433036"/>
                  <a:pt x="2159947" y="2433036"/>
                </a:cubicBezTo>
                <a:cubicBezTo>
                  <a:pt x="2150401" y="2433036"/>
                  <a:pt x="2142613" y="2425372"/>
                  <a:pt x="2142613" y="2415827"/>
                </a:cubicBezTo>
                <a:cubicBezTo>
                  <a:pt x="2142613" y="2406279"/>
                  <a:pt x="2150275" y="2398492"/>
                  <a:pt x="2159822" y="2398492"/>
                </a:cubicBezTo>
                <a:close/>
                <a:moveTo>
                  <a:pt x="2812137" y="2390830"/>
                </a:moveTo>
                <a:cubicBezTo>
                  <a:pt x="2812765" y="2390830"/>
                  <a:pt x="2813269" y="2391333"/>
                  <a:pt x="2813269" y="2391960"/>
                </a:cubicBezTo>
                <a:cubicBezTo>
                  <a:pt x="2813269" y="2392588"/>
                  <a:pt x="2812765" y="2393090"/>
                  <a:pt x="2812137" y="2393090"/>
                </a:cubicBezTo>
                <a:cubicBezTo>
                  <a:pt x="2811510" y="2393090"/>
                  <a:pt x="2811007" y="2392588"/>
                  <a:pt x="2811007" y="2391960"/>
                </a:cubicBezTo>
                <a:cubicBezTo>
                  <a:pt x="2811007" y="2391333"/>
                  <a:pt x="2811510" y="2390830"/>
                  <a:pt x="2812137" y="2390830"/>
                </a:cubicBezTo>
                <a:close/>
                <a:moveTo>
                  <a:pt x="1037577" y="2389070"/>
                </a:moveTo>
                <a:cubicBezTo>
                  <a:pt x="1046496" y="2389070"/>
                  <a:pt x="1053781" y="2396230"/>
                  <a:pt x="1053781" y="2405149"/>
                </a:cubicBezTo>
                <a:cubicBezTo>
                  <a:pt x="1053781" y="2414068"/>
                  <a:pt x="1046621" y="2421353"/>
                  <a:pt x="1037702" y="2421353"/>
                </a:cubicBezTo>
                <a:cubicBezTo>
                  <a:pt x="1028784" y="2421353"/>
                  <a:pt x="1021498" y="2414193"/>
                  <a:pt x="1021498" y="2405274"/>
                </a:cubicBezTo>
                <a:cubicBezTo>
                  <a:pt x="1021498" y="2396357"/>
                  <a:pt x="1028658" y="2389070"/>
                  <a:pt x="1037577" y="2389070"/>
                </a:cubicBezTo>
                <a:close/>
                <a:moveTo>
                  <a:pt x="1272856" y="2385930"/>
                </a:moveTo>
                <a:cubicBezTo>
                  <a:pt x="1283909" y="2385930"/>
                  <a:pt x="1292828" y="2394723"/>
                  <a:pt x="1292828" y="2405778"/>
                </a:cubicBezTo>
                <a:cubicBezTo>
                  <a:pt x="1292828" y="2416706"/>
                  <a:pt x="1284036" y="2425750"/>
                  <a:pt x="1272982" y="2425750"/>
                </a:cubicBezTo>
                <a:cubicBezTo>
                  <a:pt x="1261927" y="2425750"/>
                  <a:pt x="1253008" y="2416958"/>
                  <a:pt x="1253008" y="2405904"/>
                </a:cubicBezTo>
                <a:cubicBezTo>
                  <a:pt x="1253008" y="2394975"/>
                  <a:pt x="1261801" y="2385930"/>
                  <a:pt x="1272856" y="2385930"/>
                </a:cubicBezTo>
                <a:close/>
                <a:moveTo>
                  <a:pt x="1776949" y="2382036"/>
                </a:moveTo>
                <a:cubicBezTo>
                  <a:pt x="1789006" y="2382036"/>
                  <a:pt x="1798930" y="2391833"/>
                  <a:pt x="1798930" y="2403892"/>
                </a:cubicBezTo>
                <a:cubicBezTo>
                  <a:pt x="1798930" y="2415951"/>
                  <a:pt x="1789133" y="2425875"/>
                  <a:pt x="1777074" y="2425875"/>
                </a:cubicBezTo>
                <a:cubicBezTo>
                  <a:pt x="1765015" y="2425875"/>
                  <a:pt x="1755091" y="2416078"/>
                  <a:pt x="1755091" y="2404019"/>
                </a:cubicBezTo>
                <a:cubicBezTo>
                  <a:pt x="1755091" y="2391960"/>
                  <a:pt x="1764888" y="2382162"/>
                  <a:pt x="1776949" y="2382036"/>
                </a:cubicBezTo>
                <a:close/>
                <a:moveTo>
                  <a:pt x="2012224" y="2381156"/>
                </a:moveTo>
                <a:cubicBezTo>
                  <a:pt x="2023529" y="2381156"/>
                  <a:pt x="2032825" y="2390326"/>
                  <a:pt x="2032825" y="2401632"/>
                </a:cubicBezTo>
                <a:cubicBezTo>
                  <a:pt x="2032951" y="2412936"/>
                  <a:pt x="2023781" y="2422232"/>
                  <a:pt x="2012350" y="2422232"/>
                </a:cubicBezTo>
                <a:cubicBezTo>
                  <a:pt x="2001045" y="2422358"/>
                  <a:pt x="1991749" y="2413188"/>
                  <a:pt x="1991749" y="2401757"/>
                </a:cubicBezTo>
                <a:cubicBezTo>
                  <a:pt x="1991623" y="2390326"/>
                  <a:pt x="2000793" y="2381156"/>
                  <a:pt x="2012224" y="2381156"/>
                </a:cubicBezTo>
                <a:close/>
                <a:moveTo>
                  <a:pt x="688998" y="2355907"/>
                </a:moveTo>
                <a:cubicBezTo>
                  <a:pt x="694775" y="2355907"/>
                  <a:pt x="699423" y="2360555"/>
                  <a:pt x="699423" y="2366333"/>
                </a:cubicBezTo>
                <a:cubicBezTo>
                  <a:pt x="699423" y="2371986"/>
                  <a:pt x="694775" y="2376760"/>
                  <a:pt x="688998" y="2376760"/>
                </a:cubicBezTo>
                <a:cubicBezTo>
                  <a:pt x="683346" y="2376760"/>
                  <a:pt x="678572" y="2372111"/>
                  <a:pt x="678572" y="2366333"/>
                </a:cubicBezTo>
                <a:cubicBezTo>
                  <a:pt x="678572" y="2360555"/>
                  <a:pt x="683219" y="2355907"/>
                  <a:pt x="688998" y="2355907"/>
                </a:cubicBezTo>
                <a:close/>
                <a:moveTo>
                  <a:pt x="1192713" y="2354777"/>
                </a:moveTo>
                <a:cubicBezTo>
                  <a:pt x="1205022" y="2354651"/>
                  <a:pt x="1214946" y="2364574"/>
                  <a:pt x="1214946" y="2376760"/>
                </a:cubicBezTo>
                <a:cubicBezTo>
                  <a:pt x="1214946" y="2389069"/>
                  <a:pt x="1205022" y="2398993"/>
                  <a:pt x="1192838" y="2398993"/>
                </a:cubicBezTo>
                <a:cubicBezTo>
                  <a:pt x="1180654" y="2399119"/>
                  <a:pt x="1170729" y="2389195"/>
                  <a:pt x="1170604" y="2377010"/>
                </a:cubicBezTo>
                <a:cubicBezTo>
                  <a:pt x="1170479" y="2364826"/>
                  <a:pt x="1180402" y="2354902"/>
                  <a:pt x="1192713" y="2354777"/>
                </a:cubicBezTo>
                <a:close/>
                <a:moveTo>
                  <a:pt x="558986" y="2353270"/>
                </a:moveTo>
                <a:cubicBezTo>
                  <a:pt x="563635" y="2353270"/>
                  <a:pt x="567277" y="2356913"/>
                  <a:pt x="567277" y="2361435"/>
                </a:cubicBezTo>
                <a:cubicBezTo>
                  <a:pt x="567277" y="2365957"/>
                  <a:pt x="563635" y="2369601"/>
                  <a:pt x="559112" y="2369601"/>
                </a:cubicBezTo>
                <a:cubicBezTo>
                  <a:pt x="554590" y="2369601"/>
                  <a:pt x="550946" y="2365957"/>
                  <a:pt x="550946" y="2361435"/>
                </a:cubicBezTo>
                <a:cubicBezTo>
                  <a:pt x="550821" y="2356913"/>
                  <a:pt x="554590" y="2353270"/>
                  <a:pt x="558986" y="2353270"/>
                </a:cubicBezTo>
                <a:close/>
                <a:moveTo>
                  <a:pt x="1856964" y="2352016"/>
                </a:moveTo>
                <a:cubicBezTo>
                  <a:pt x="1869400" y="2352016"/>
                  <a:pt x="1879575" y="2362065"/>
                  <a:pt x="1879575" y="2374502"/>
                </a:cubicBezTo>
                <a:cubicBezTo>
                  <a:pt x="1879575" y="2386937"/>
                  <a:pt x="1869526" y="2397113"/>
                  <a:pt x="1857090" y="2397113"/>
                </a:cubicBezTo>
                <a:cubicBezTo>
                  <a:pt x="1844654" y="2397113"/>
                  <a:pt x="1834479" y="2387063"/>
                  <a:pt x="1834479" y="2374627"/>
                </a:cubicBezTo>
                <a:cubicBezTo>
                  <a:pt x="1834479" y="2362191"/>
                  <a:pt x="1844528" y="2352016"/>
                  <a:pt x="1856964" y="2352016"/>
                </a:cubicBezTo>
                <a:close/>
                <a:moveTo>
                  <a:pt x="824409" y="2350381"/>
                </a:moveTo>
                <a:cubicBezTo>
                  <a:pt x="833078" y="2350381"/>
                  <a:pt x="840112" y="2357416"/>
                  <a:pt x="840112" y="2366083"/>
                </a:cubicBezTo>
                <a:cubicBezTo>
                  <a:pt x="840112" y="2374751"/>
                  <a:pt x="833078" y="2381786"/>
                  <a:pt x="824409" y="2381786"/>
                </a:cubicBezTo>
                <a:cubicBezTo>
                  <a:pt x="815742" y="2381786"/>
                  <a:pt x="808708" y="2374751"/>
                  <a:pt x="808708" y="2366083"/>
                </a:cubicBezTo>
                <a:cubicBezTo>
                  <a:pt x="808708" y="2357416"/>
                  <a:pt x="815742" y="2350381"/>
                  <a:pt x="824409" y="2350381"/>
                </a:cubicBezTo>
                <a:close/>
                <a:moveTo>
                  <a:pt x="433748" y="2346864"/>
                </a:moveTo>
                <a:cubicBezTo>
                  <a:pt x="437138" y="2346739"/>
                  <a:pt x="439777" y="2349501"/>
                  <a:pt x="439777" y="2352768"/>
                </a:cubicBezTo>
                <a:cubicBezTo>
                  <a:pt x="439777" y="2356033"/>
                  <a:pt x="437138" y="2358797"/>
                  <a:pt x="433873" y="2358797"/>
                </a:cubicBezTo>
                <a:cubicBezTo>
                  <a:pt x="430481" y="2358797"/>
                  <a:pt x="427844" y="2356033"/>
                  <a:pt x="427844" y="2352768"/>
                </a:cubicBezTo>
                <a:cubicBezTo>
                  <a:pt x="427844" y="2349501"/>
                  <a:pt x="430481" y="2346739"/>
                  <a:pt x="433748" y="2346864"/>
                </a:cubicBezTo>
                <a:close/>
                <a:moveTo>
                  <a:pt x="2360554" y="2345233"/>
                </a:moveTo>
                <a:cubicBezTo>
                  <a:pt x="2368845" y="2345107"/>
                  <a:pt x="2375628" y="2351891"/>
                  <a:pt x="2375628" y="2360181"/>
                </a:cubicBezTo>
                <a:cubicBezTo>
                  <a:pt x="2375753" y="2368472"/>
                  <a:pt x="2368971" y="2375255"/>
                  <a:pt x="2360679" y="2375255"/>
                </a:cubicBezTo>
                <a:cubicBezTo>
                  <a:pt x="2352389" y="2375380"/>
                  <a:pt x="2345606" y="2368598"/>
                  <a:pt x="2345606" y="2360306"/>
                </a:cubicBezTo>
                <a:cubicBezTo>
                  <a:pt x="2345480" y="2352016"/>
                  <a:pt x="2352264" y="2345233"/>
                  <a:pt x="2360554" y="2345233"/>
                </a:cubicBezTo>
                <a:close/>
                <a:moveTo>
                  <a:pt x="2490566" y="2342216"/>
                </a:moveTo>
                <a:cubicBezTo>
                  <a:pt x="2497223" y="2342216"/>
                  <a:pt x="2502750" y="2347618"/>
                  <a:pt x="2502750" y="2354401"/>
                </a:cubicBezTo>
                <a:cubicBezTo>
                  <a:pt x="2502750" y="2361060"/>
                  <a:pt x="2497349" y="2366586"/>
                  <a:pt x="2490566" y="2366586"/>
                </a:cubicBezTo>
                <a:cubicBezTo>
                  <a:pt x="2483909" y="2366586"/>
                  <a:pt x="2478382" y="2361185"/>
                  <a:pt x="2478382" y="2354401"/>
                </a:cubicBezTo>
                <a:cubicBezTo>
                  <a:pt x="2478255" y="2347744"/>
                  <a:pt x="2483782" y="2342216"/>
                  <a:pt x="2490566" y="2342216"/>
                </a:cubicBezTo>
                <a:close/>
                <a:moveTo>
                  <a:pt x="966229" y="2340081"/>
                </a:moveTo>
                <a:cubicBezTo>
                  <a:pt x="976405" y="2340081"/>
                  <a:pt x="984695" y="2348246"/>
                  <a:pt x="984695" y="2358422"/>
                </a:cubicBezTo>
                <a:cubicBezTo>
                  <a:pt x="984695" y="2368596"/>
                  <a:pt x="976530" y="2376886"/>
                  <a:pt x="966356" y="2376886"/>
                </a:cubicBezTo>
                <a:cubicBezTo>
                  <a:pt x="956181" y="2376886"/>
                  <a:pt x="947890" y="2368722"/>
                  <a:pt x="947890" y="2358547"/>
                </a:cubicBezTo>
                <a:cubicBezTo>
                  <a:pt x="947890" y="2348373"/>
                  <a:pt x="956054" y="2340207"/>
                  <a:pt x="966229" y="2340081"/>
                </a:cubicBezTo>
                <a:close/>
                <a:moveTo>
                  <a:pt x="2225143" y="2339955"/>
                </a:moveTo>
                <a:cubicBezTo>
                  <a:pt x="2236700" y="2339955"/>
                  <a:pt x="2246247" y="2349376"/>
                  <a:pt x="2246247" y="2360933"/>
                </a:cubicBezTo>
                <a:cubicBezTo>
                  <a:pt x="2246247" y="2372489"/>
                  <a:pt x="2236950" y="2382036"/>
                  <a:pt x="2225269" y="2382036"/>
                </a:cubicBezTo>
                <a:cubicBezTo>
                  <a:pt x="2213587" y="2382036"/>
                  <a:pt x="2204165" y="2372614"/>
                  <a:pt x="2204165" y="2361058"/>
                </a:cubicBezTo>
                <a:cubicBezTo>
                  <a:pt x="2204165" y="2349502"/>
                  <a:pt x="2213587" y="2340081"/>
                  <a:pt x="2225143" y="2339955"/>
                </a:cubicBezTo>
                <a:close/>
                <a:moveTo>
                  <a:pt x="312277" y="2337068"/>
                </a:moveTo>
                <a:cubicBezTo>
                  <a:pt x="314789" y="2337068"/>
                  <a:pt x="316799" y="2338952"/>
                  <a:pt x="316799" y="2341465"/>
                </a:cubicBezTo>
                <a:cubicBezTo>
                  <a:pt x="316799" y="2343852"/>
                  <a:pt x="314789" y="2345862"/>
                  <a:pt x="312402" y="2345862"/>
                </a:cubicBezTo>
                <a:cubicBezTo>
                  <a:pt x="309890" y="2345862"/>
                  <a:pt x="307880" y="2343852"/>
                  <a:pt x="307880" y="2341465"/>
                </a:cubicBezTo>
                <a:cubicBezTo>
                  <a:pt x="307880" y="2338952"/>
                  <a:pt x="309890" y="2336942"/>
                  <a:pt x="312277" y="2337068"/>
                </a:cubicBezTo>
                <a:close/>
                <a:moveTo>
                  <a:pt x="2615805" y="2335559"/>
                </a:moveTo>
                <a:cubicBezTo>
                  <a:pt x="2620830" y="2335559"/>
                  <a:pt x="2625100" y="2339704"/>
                  <a:pt x="2625100" y="2344855"/>
                </a:cubicBezTo>
                <a:cubicBezTo>
                  <a:pt x="2625100" y="2350005"/>
                  <a:pt x="2620955" y="2354150"/>
                  <a:pt x="2615805" y="2354150"/>
                </a:cubicBezTo>
                <a:cubicBezTo>
                  <a:pt x="2610654" y="2354150"/>
                  <a:pt x="2606509" y="2350005"/>
                  <a:pt x="2606509" y="2344855"/>
                </a:cubicBezTo>
                <a:cubicBezTo>
                  <a:pt x="2606384" y="2339704"/>
                  <a:pt x="2610529" y="2335559"/>
                  <a:pt x="2615805" y="2335559"/>
                </a:cubicBezTo>
                <a:close/>
                <a:moveTo>
                  <a:pt x="2083196" y="2331664"/>
                </a:moveTo>
                <a:cubicBezTo>
                  <a:pt x="2095758" y="2331664"/>
                  <a:pt x="2106059" y="2341839"/>
                  <a:pt x="2106059" y="2354400"/>
                </a:cubicBezTo>
                <a:cubicBezTo>
                  <a:pt x="2106059" y="2366962"/>
                  <a:pt x="2095884" y="2377263"/>
                  <a:pt x="2083323" y="2377263"/>
                </a:cubicBezTo>
                <a:cubicBezTo>
                  <a:pt x="2070761" y="2377263"/>
                  <a:pt x="2060460" y="2367088"/>
                  <a:pt x="2060460" y="2354527"/>
                </a:cubicBezTo>
                <a:cubicBezTo>
                  <a:pt x="2060460" y="2341965"/>
                  <a:pt x="2070635" y="2331664"/>
                  <a:pt x="2083196" y="2331664"/>
                </a:cubicBezTo>
                <a:close/>
                <a:moveTo>
                  <a:pt x="2737023" y="2329529"/>
                </a:moveTo>
                <a:cubicBezTo>
                  <a:pt x="2738782" y="2329655"/>
                  <a:pt x="2740163" y="2331037"/>
                  <a:pt x="2740163" y="2332669"/>
                </a:cubicBezTo>
                <a:cubicBezTo>
                  <a:pt x="2740163" y="2334428"/>
                  <a:pt x="2738908" y="2335811"/>
                  <a:pt x="2737148" y="2335811"/>
                </a:cubicBezTo>
                <a:cubicBezTo>
                  <a:pt x="2735390" y="2335811"/>
                  <a:pt x="2734008" y="2334428"/>
                  <a:pt x="2734008" y="2332669"/>
                </a:cubicBezTo>
                <a:cubicBezTo>
                  <a:pt x="2734008" y="2330911"/>
                  <a:pt x="2735390" y="2329529"/>
                  <a:pt x="2737023" y="2329529"/>
                </a:cubicBezTo>
                <a:close/>
                <a:moveTo>
                  <a:pt x="1524712" y="2328399"/>
                </a:moveTo>
                <a:cubicBezTo>
                  <a:pt x="1535514" y="2328273"/>
                  <a:pt x="1544308" y="2337066"/>
                  <a:pt x="1544308" y="2347743"/>
                </a:cubicBezTo>
                <a:cubicBezTo>
                  <a:pt x="1544308" y="2358547"/>
                  <a:pt x="1535639" y="2367341"/>
                  <a:pt x="1524837" y="2367341"/>
                </a:cubicBezTo>
                <a:cubicBezTo>
                  <a:pt x="1514034" y="2367467"/>
                  <a:pt x="1505241" y="2358798"/>
                  <a:pt x="1505241" y="2347995"/>
                </a:cubicBezTo>
                <a:cubicBezTo>
                  <a:pt x="1505241" y="2337191"/>
                  <a:pt x="1513908" y="2328524"/>
                  <a:pt x="1524712" y="2328399"/>
                </a:cubicBezTo>
                <a:close/>
                <a:moveTo>
                  <a:pt x="1439672" y="2323751"/>
                </a:moveTo>
                <a:cubicBezTo>
                  <a:pt x="1450476" y="2323751"/>
                  <a:pt x="1459393" y="2332418"/>
                  <a:pt x="1459393" y="2343347"/>
                </a:cubicBezTo>
                <a:cubicBezTo>
                  <a:pt x="1459393" y="2354149"/>
                  <a:pt x="1450726" y="2363068"/>
                  <a:pt x="1439799" y="2363068"/>
                </a:cubicBezTo>
                <a:cubicBezTo>
                  <a:pt x="1428870" y="2363193"/>
                  <a:pt x="1420077" y="2354401"/>
                  <a:pt x="1419951" y="2343472"/>
                </a:cubicBezTo>
                <a:cubicBezTo>
                  <a:pt x="1419951" y="2332670"/>
                  <a:pt x="1428744" y="2323751"/>
                  <a:pt x="1439672" y="2323751"/>
                </a:cubicBezTo>
                <a:close/>
                <a:moveTo>
                  <a:pt x="1609754" y="2322872"/>
                </a:moveTo>
                <a:cubicBezTo>
                  <a:pt x="1620683" y="2322872"/>
                  <a:pt x="1629727" y="2331665"/>
                  <a:pt x="1629727" y="2342720"/>
                </a:cubicBezTo>
                <a:cubicBezTo>
                  <a:pt x="1629727" y="2353774"/>
                  <a:pt x="1620935" y="2362692"/>
                  <a:pt x="1609881" y="2362692"/>
                </a:cubicBezTo>
                <a:cubicBezTo>
                  <a:pt x="1598952" y="2362692"/>
                  <a:pt x="1589907" y="2353900"/>
                  <a:pt x="1589907" y="2342846"/>
                </a:cubicBezTo>
                <a:cubicBezTo>
                  <a:pt x="1589907" y="2331917"/>
                  <a:pt x="1598826" y="2322872"/>
                  <a:pt x="1609754" y="2322872"/>
                </a:cubicBezTo>
                <a:close/>
                <a:moveTo>
                  <a:pt x="1115711" y="2318224"/>
                </a:moveTo>
                <a:cubicBezTo>
                  <a:pt x="1128022" y="2318098"/>
                  <a:pt x="1137945" y="2328021"/>
                  <a:pt x="1137945" y="2340206"/>
                </a:cubicBezTo>
                <a:cubicBezTo>
                  <a:pt x="1137945" y="2352390"/>
                  <a:pt x="1128022" y="2362439"/>
                  <a:pt x="1115836" y="2362439"/>
                </a:cubicBezTo>
                <a:cubicBezTo>
                  <a:pt x="1103527" y="2362439"/>
                  <a:pt x="1093603" y="2352515"/>
                  <a:pt x="1093603" y="2340331"/>
                </a:cubicBezTo>
                <a:cubicBezTo>
                  <a:pt x="1093603" y="2328147"/>
                  <a:pt x="1103400" y="2318224"/>
                  <a:pt x="1115711" y="2318224"/>
                </a:cubicBezTo>
                <a:close/>
                <a:moveTo>
                  <a:pt x="2855224" y="2317218"/>
                </a:moveTo>
                <a:cubicBezTo>
                  <a:pt x="2855852" y="2317218"/>
                  <a:pt x="2856354" y="2317721"/>
                  <a:pt x="2856354" y="2318348"/>
                </a:cubicBezTo>
                <a:cubicBezTo>
                  <a:pt x="2856354" y="2318976"/>
                  <a:pt x="2855852" y="2319478"/>
                  <a:pt x="2855224" y="2319478"/>
                </a:cubicBezTo>
                <a:cubicBezTo>
                  <a:pt x="2854597" y="2319478"/>
                  <a:pt x="2854094" y="2318976"/>
                  <a:pt x="2854094" y="2318348"/>
                </a:cubicBezTo>
                <a:cubicBezTo>
                  <a:pt x="2854094" y="2317721"/>
                  <a:pt x="2854597" y="2317218"/>
                  <a:pt x="2855224" y="2317218"/>
                </a:cubicBezTo>
                <a:close/>
                <a:moveTo>
                  <a:pt x="1933716" y="2313325"/>
                </a:moveTo>
                <a:cubicBezTo>
                  <a:pt x="1946906" y="2313325"/>
                  <a:pt x="1957708" y="2324002"/>
                  <a:pt x="1957708" y="2337191"/>
                </a:cubicBezTo>
                <a:cubicBezTo>
                  <a:pt x="1957708" y="2350382"/>
                  <a:pt x="1947031" y="2361184"/>
                  <a:pt x="1933842" y="2361184"/>
                </a:cubicBezTo>
                <a:cubicBezTo>
                  <a:pt x="1920652" y="2361184"/>
                  <a:pt x="1909850" y="2350507"/>
                  <a:pt x="1909850" y="2337318"/>
                </a:cubicBezTo>
                <a:cubicBezTo>
                  <a:pt x="1909724" y="2324254"/>
                  <a:pt x="1920401" y="2313451"/>
                  <a:pt x="1933716" y="2313325"/>
                </a:cubicBezTo>
                <a:close/>
                <a:moveTo>
                  <a:pt x="1355385" y="2308803"/>
                </a:moveTo>
                <a:cubicBezTo>
                  <a:pt x="1366816" y="2308803"/>
                  <a:pt x="1376112" y="2317973"/>
                  <a:pt x="1376112" y="2329279"/>
                </a:cubicBezTo>
                <a:cubicBezTo>
                  <a:pt x="1376238" y="2340709"/>
                  <a:pt x="1367068" y="2350005"/>
                  <a:pt x="1355637" y="2350005"/>
                </a:cubicBezTo>
                <a:cubicBezTo>
                  <a:pt x="1344330" y="2350131"/>
                  <a:pt x="1335036" y="2340961"/>
                  <a:pt x="1335036" y="2329530"/>
                </a:cubicBezTo>
                <a:cubicBezTo>
                  <a:pt x="1334910" y="2318098"/>
                  <a:pt x="1344080" y="2308929"/>
                  <a:pt x="1355385" y="2308803"/>
                </a:cubicBezTo>
                <a:close/>
                <a:moveTo>
                  <a:pt x="1693792" y="2306794"/>
                </a:moveTo>
                <a:cubicBezTo>
                  <a:pt x="1705599" y="2306668"/>
                  <a:pt x="1715271" y="2316215"/>
                  <a:pt x="1715271" y="2328147"/>
                </a:cubicBezTo>
                <a:cubicBezTo>
                  <a:pt x="1715398" y="2339956"/>
                  <a:pt x="1705724" y="2349628"/>
                  <a:pt x="1693917" y="2349628"/>
                </a:cubicBezTo>
                <a:cubicBezTo>
                  <a:pt x="1681983" y="2349753"/>
                  <a:pt x="1672437" y="2340081"/>
                  <a:pt x="1672311" y="2328274"/>
                </a:cubicBezTo>
                <a:cubicBezTo>
                  <a:pt x="1672311" y="2316466"/>
                  <a:pt x="1681858" y="2306794"/>
                  <a:pt x="1693792" y="2306794"/>
                </a:cubicBezTo>
                <a:close/>
                <a:moveTo>
                  <a:pt x="763235" y="2293730"/>
                </a:moveTo>
                <a:cubicBezTo>
                  <a:pt x="770396" y="2293730"/>
                  <a:pt x="776174" y="2299508"/>
                  <a:pt x="776174" y="2306542"/>
                </a:cubicBezTo>
                <a:cubicBezTo>
                  <a:pt x="776174" y="2313704"/>
                  <a:pt x="770396" y="2319481"/>
                  <a:pt x="763362" y="2319481"/>
                </a:cubicBezTo>
                <a:cubicBezTo>
                  <a:pt x="756200" y="2319481"/>
                  <a:pt x="750423" y="2313704"/>
                  <a:pt x="750423" y="2306669"/>
                </a:cubicBezTo>
                <a:cubicBezTo>
                  <a:pt x="750423" y="2299635"/>
                  <a:pt x="756200" y="2293856"/>
                  <a:pt x="763235" y="2293730"/>
                </a:cubicBezTo>
                <a:close/>
                <a:moveTo>
                  <a:pt x="633224" y="2291468"/>
                </a:moveTo>
                <a:cubicBezTo>
                  <a:pt x="639001" y="2291468"/>
                  <a:pt x="643649" y="2296116"/>
                  <a:pt x="643649" y="2301894"/>
                </a:cubicBezTo>
                <a:cubicBezTo>
                  <a:pt x="643649" y="2307672"/>
                  <a:pt x="639001" y="2312321"/>
                  <a:pt x="633224" y="2312321"/>
                </a:cubicBezTo>
                <a:cubicBezTo>
                  <a:pt x="627445" y="2312321"/>
                  <a:pt x="622798" y="2307672"/>
                  <a:pt x="622798" y="2301894"/>
                </a:cubicBezTo>
                <a:cubicBezTo>
                  <a:pt x="622798" y="2296242"/>
                  <a:pt x="627445" y="2291468"/>
                  <a:pt x="633224" y="2291468"/>
                </a:cubicBezTo>
                <a:close/>
                <a:moveTo>
                  <a:pt x="899401" y="2289962"/>
                </a:moveTo>
                <a:cubicBezTo>
                  <a:pt x="908195" y="2289962"/>
                  <a:pt x="915229" y="2296996"/>
                  <a:pt x="915229" y="2305663"/>
                </a:cubicBezTo>
                <a:cubicBezTo>
                  <a:pt x="915229" y="2314331"/>
                  <a:pt x="908195" y="2321366"/>
                  <a:pt x="899528" y="2321366"/>
                </a:cubicBezTo>
                <a:cubicBezTo>
                  <a:pt x="890734" y="2321366"/>
                  <a:pt x="883700" y="2314331"/>
                  <a:pt x="883700" y="2305663"/>
                </a:cubicBezTo>
                <a:cubicBezTo>
                  <a:pt x="883700" y="2296996"/>
                  <a:pt x="890734" y="2289836"/>
                  <a:pt x="899401" y="2289962"/>
                </a:cubicBezTo>
                <a:close/>
                <a:moveTo>
                  <a:pt x="507861" y="2285941"/>
                </a:moveTo>
                <a:cubicBezTo>
                  <a:pt x="511880" y="2285941"/>
                  <a:pt x="515020" y="2289081"/>
                  <a:pt x="515020" y="2292976"/>
                </a:cubicBezTo>
                <a:cubicBezTo>
                  <a:pt x="515020" y="2296995"/>
                  <a:pt x="511880" y="2300135"/>
                  <a:pt x="507986" y="2300135"/>
                </a:cubicBezTo>
                <a:cubicBezTo>
                  <a:pt x="504217" y="2300135"/>
                  <a:pt x="500952" y="2296995"/>
                  <a:pt x="500952" y="2293101"/>
                </a:cubicBezTo>
                <a:cubicBezTo>
                  <a:pt x="500952" y="2289208"/>
                  <a:pt x="504092" y="2286066"/>
                  <a:pt x="507861" y="2285941"/>
                </a:cubicBezTo>
                <a:close/>
                <a:moveTo>
                  <a:pt x="1273481" y="2284308"/>
                </a:moveTo>
                <a:cubicBezTo>
                  <a:pt x="1285540" y="2284308"/>
                  <a:pt x="1295464" y="2294105"/>
                  <a:pt x="1295464" y="2306164"/>
                </a:cubicBezTo>
                <a:cubicBezTo>
                  <a:pt x="1295464" y="2318223"/>
                  <a:pt x="1285667" y="2328147"/>
                  <a:pt x="1273608" y="2328147"/>
                </a:cubicBezTo>
                <a:cubicBezTo>
                  <a:pt x="1261549" y="2328147"/>
                  <a:pt x="1251625" y="2318350"/>
                  <a:pt x="1251625" y="2306291"/>
                </a:cubicBezTo>
                <a:cubicBezTo>
                  <a:pt x="1251625" y="2294105"/>
                  <a:pt x="1261422" y="2284308"/>
                  <a:pt x="1273481" y="2284308"/>
                </a:cubicBezTo>
                <a:close/>
                <a:moveTo>
                  <a:pt x="2285813" y="2282675"/>
                </a:moveTo>
                <a:cubicBezTo>
                  <a:pt x="2295987" y="2282675"/>
                  <a:pt x="2304277" y="2290840"/>
                  <a:pt x="2304277" y="2301014"/>
                </a:cubicBezTo>
                <a:cubicBezTo>
                  <a:pt x="2304277" y="2311190"/>
                  <a:pt x="2296113" y="2319480"/>
                  <a:pt x="2285938" y="2319480"/>
                </a:cubicBezTo>
                <a:cubicBezTo>
                  <a:pt x="2275764" y="2319480"/>
                  <a:pt x="2267472" y="2311316"/>
                  <a:pt x="2267472" y="2301141"/>
                </a:cubicBezTo>
                <a:cubicBezTo>
                  <a:pt x="2267472" y="2290967"/>
                  <a:pt x="2275637" y="2282800"/>
                  <a:pt x="2285813" y="2282675"/>
                </a:cubicBezTo>
                <a:close/>
                <a:moveTo>
                  <a:pt x="1775690" y="2281796"/>
                </a:moveTo>
                <a:cubicBezTo>
                  <a:pt x="1788126" y="2281796"/>
                  <a:pt x="1798300" y="2291845"/>
                  <a:pt x="1798300" y="2304282"/>
                </a:cubicBezTo>
                <a:cubicBezTo>
                  <a:pt x="1798300" y="2316717"/>
                  <a:pt x="1788251" y="2326893"/>
                  <a:pt x="1775815" y="2326893"/>
                </a:cubicBezTo>
                <a:cubicBezTo>
                  <a:pt x="1763254" y="2326893"/>
                  <a:pt x="1753079" y="2316843"/>
                  <a:pt x="1753079" y="2304407"/>
                </a:cubicBezTo>
                <a:cubicBezTo>
                  <a:pt x="1753079" y="2291971"/>
                  <a:pt x="1763128" y="2281796"/>
                  <a:pt x="1775690" y="2281796"/>
                </a:cubicBezTo>
                <a:close/>
                <a:moveTo>
                  <a:pt x="2415951" y="2280413"/>
                </a:moveTo>
                <a:cubicBezTo>
                  <a:pt x="2424242" y="2280288"/>
                  <a:pt x="2431025" y="2287072"/>
                  <a:pt x="2431025" y="2295362"/>
                </a:cubicBezTo>
                <a:cubicBezTo>
                  <a:pt x="2431025" y="2303654"/>
                  <a:pt x="2424367" y="2310436"/>
                  <a:pt x="2416076" y="2310436"/>
                </a:cubicBezTo>
                <a:cubicBezTo>
                  <a:pt x="2407660" y="2310436"/>
                  <a:pt x="2401003" y="2303779"/>
                  <a:pt x="2400877" y="2295488"/>
                </a:cubicBezTo>
                <a:cubicBezTo>
                  <a:pt x="2400877" y="2287197"/>
                  <a:pt x="2407660" y="2280413"/>
                  <a:pt x="2415951" y="2280413"/>
                </a:cubicBezTo>
                <a:close/>
                <a:moveTo>
                  <a:pt x="2149647" y="2278279"/>
                </a:moveTo>
                <a:cubicBezTo>
                  <a:pt x="2162209" y="2278279"/>
                  <a:pt x="2172510" y="2288454"/>
                  <a:pt x="2172510" y="2301015"/>
                </a:cubicBezTo>
                <a:cubicBezTo>
                  <a:pt x="2172510" y="2313577"/>
                  <a:pt x="2162334" y="2323878"/>
                  <a:pt x="2149772" y="2323878"/>
                </a:cubicBezTo>
                <a:cubicBezTo>
                  <a:pt x="2137211" y="2323878"/>
                  <a:pt x="2126911" y="2313703"/>
                  <a:pt x="2126911" y="2301142"/>
                </a:cubicBezTo>
                <a:cubicBezTo>
                  <a:pt x="2126911" y="2288580"/>
                  <a:pt x="2137086" y="2278279"/>
                  <a:pt x="2149647" y="2278279"/>
                </a:cubicBezTo>
                <a:close/>
                <a:moveTo>
                  <a:pt x="2541061" y="2276519"/>
                </a:moveTo>
                <a:cubicBezTo>
                  <a:pt x="2546213" y="2276519"/>
                  <a:pt x="2550358" y="2280664"/>
                  <a:pt x="2550358" y="2285815"/>
                </a:cubicBezTo>
                <a:cubicBezTo>
                  <a:pt x="2550358" y="2290965"/>
                  <a:pt x="2546213" y="2295110"/>
                  <a:pt x="2541061" y="2295110"/>
                </a:cubicBezTo>
                <a:cubicBezTo>
                  <a:pt x="2535911" y="2295110"/>
                  <a:pt x="2531766" y="2290965"/>
                  <a:pt x="2531766" y="2285815"/>
                </a:cubicBezTo>
                <a:cubicBezTo>
                  <a:pt x="2531766" y="2280664"/>
                  <a:pt x="2535911" y="2276519"/>
                  <a:pt x="2541061" y="2276519"/>
                </a:cubicBezTo>
                <a:close/>
                <a:moveTo>
                  <a:pt x="1042603" y="2275515"/>
                </a:moveTo>
                <a:cubicBezTo>
                  <a:pt x="1054033" y="2275390"/>
                  <a:pt x="1063329" y="2284560"/>
                  <a:pt x="1063329" y="2295991"/>
                </a:cubicBezTo>
                <a:cubicBezTo>
                  <a:pt x="1063329" y="2307296"/>
                  <a:pt x="1054285" y="2316592"/>
                  <a:pt x="1042854" y="2316592"/>
                </a:cubicBezTo>
                <a:cubicBezTo>
                  <a:pt x="1031549" y="2316718"/>
                  <a:pt x="1022253" y="2307548"/>
                  <a:pt x="1022253" y="2296117"/>
                </a:cubicBezTo>
                <a:cubicBezTo>
                  <a:pt x="1022253" y="2284812"/>
                  <a:pt x="1031422" y="2275515"/>
                  <a:pt x="1042603" y="2275515"/>
                </a:cubicBezTo>
                <a:close/>
                <a:moveTo>
                  <a:pt x="387019" y="2274887"/>
                </a:moveTo>
                <a:cubicBezTo>
                  <a:pt x="390662" y="2274887"/>
                  <a:pt x="393677" y="2277902"/>
                  <a:pt x="393677" y="2281545"/>
                </a:cubicBezTo>
                <a:cubicBezTo>
                  <a:pt x="393677" y="2285187"/>
                  <a:pt x="390662" y="2288202"/>
                  <a:pt x="387019" y="2288202"/>
                </a:cubicBezTo>
                <a:cubicBezTo>
                  <a:pt x="383377" y="2288202"/>
                  <a:pt x="380362" y="2285187"/>
                  <a:pt x="380362" y="2281545"/>
                </a:cubicBezTo>
                <a:cubicBezTo>
                  <a:pt x="380362" y="2277777"/>
                  <a:pt x="383251" y="2274887"/>
                  <a:pt x="387019" y="2274887"/>
                </a:cubicBezTo>
                <a:close/>
                <a:moveTo>
                  <a:pt x="2006196" y="2268480"/>
                </a:moveTo>
                <a:cubicBezTo>
                  <a:pt x="2019511" y="2268355"/>
                  <a:pt x="2030439" y="2279157"/>
                  <a:pt x="2030439" y="2292473"/>
                </a:cubicBezTo>
                <a:cubicBezTo>
                  <a:pt x="2030565" y="2305788"/>
                  <a:pt x="2019761" y="2316716"/>
                  <a:pt x="2006447" y="2316716"/>
                </a:cubicBezTo>
                <a:cubicBezTo>
                  <a:pt x="1993132" y="2316842"/>
                  <a:pt x="1982204" y="2306039"/>
                  <a:pt x="1982204" y="2292724"/>
                </a:cubicBezTo>
                <a:cubicBezTo>
                  <a:pt x="1982077" y="2279409"/>
                  <a:pt x="1992880" y="2268480"/>
                  <a:pt x="2006196" y="2268480"/>
                </a:cubicBezTo>
                <a:close/>
                <a:moveTo>
                  <a:pt x="2661904" y="2263455"/>
                </a:moveTo>
                <a:cubicBezTo>
                  <a:pt x="2667305" y="2263455"/>
                  <a:pt x="2671702" y="2267725"/>
                  <a:pt x="2671702" y="2273126"/>
                </a:cubicBezTo>
                <a:cubicBezTo>
                  <a:pt x="2671702" y="2278528"/>
                  <a:pt x="2667430" y="2282924"/>
                  <a:pt x="2662029" y="2282924"/>
                </a:cubicBezTo>
                <a:cubicBezTo>
                  <a:pt x="2656629" y="2282924"/>
                  <a:pt x="2652232" y="2278653"/>
                  <a:pt x="2652232" y="2273252"/>
                </a:cubicBezTo>
                <a:cubicBezTo>
                  <a:pt x="2652232" y="2267852"/>
                  <a:pt x="2656629" y="2263580"/>
                  <a:pt x="2661904" y="2263455"/>
                </a:cubicBezTo>
                <a:close/>
                <a:moveTo>
                  <a:pt x="269444" y="2263330"/>
                </a:moveTo>
                <a:cubicBezTo>
                  <a:pt x="271831" y="2263330"/>
                  <a:pt x="273841" y="2265215"/>
                  <a:pt x="273841" y="2267727"/>
                </a:cubicBezTo>
                <a:cubicBezTo>
                  <a:pt x="273841" y="2270114"/>
                  <a:pt x="271956" y="2272123"/>
                  <a:pt x="269444" y="2272123"/>
                </a:cubicBezTo>
                <a:cubicBezTo>
                  <a:pt x="266932" y="2272123"/>
                  <a:pt x="264922" y="2270114"/>
                  <a:pt x="264922" y="2267727"/>
                </a:cubicBezTo>
                <a:cubicBezTo>
                  <a:pt x="264922" y="2265340"/>
                  <a:pt x="266932" y="2263330"/>
                  <a:pt x="269444" y="2263330"/>
                </a:cubicBezTo>
                <a:close/>
                <a:moveTo>
                  <a:pt x="1854201" y="2254160"/>
                </a:moveTo>
                <a:cubicBezTo>
                  <a:pt x="1863748" y="2254160"/>
                  <a:pt x="1871537" y="2261822"/>
                  <a:pt x="1871537" y="2271368"/>
                </a:cubicBezTo>
                <a:cubicBezTo>
                  <a:pt x="1871537" y="2280915"/>
                  <a:pt x="1863873" y="2288703"/>
                  <a:pt x="1854326" y="2288703"/>
                </a:cubicBezTo>
                <a:cubicBezTo>
                  <a:pt x="1844780" y="2288703"/>
                  <a:pt x="1836992" y="2281040"/>
                  <a:pt x="1836992" y="2271495"/>
                </a:cubicBezTo>
                <a:cubicBezTo>
                  <a:pt x="1836992" y="2261949"/>
                  <a:pt x="1844654" y="2254285"/>
                  <a:pt x="1854201" y="2254160"/>
                </a:cubicBezTo>
                <a:close/>
                <a:moveTo>
                  <a:pt x="1194598" y="2253659"/>
                </a:moveTo>
                <a:cubicBezTo>
                  <a:pt x="1205777" y="2253659"/>
                  <a:pt x="1214821" y="2262578"/>
                  <a:pt x="1214821" y="2273757"/>
                </a:cubicBezTo>
                <a:cubicBezTo>
                  <a:pt x="1214821" y="2284937"/>
                  <a:pt x="1205904" y="2293981"/>
                  <a:pt x="1194723" y="2293981"/>
                </a:cubicBezTo>
                <a:cubicBezTo>
                  <a:pt x="1183544" y="2293981"/>
                  <a:pt x="1174499" y="2284937"/>
                  <a:pt x="1174499" y="2273883"/>
                </a:cubicBezTo>
                <a:cubicBezTo>
                  <a:pt x="1174499" y="2262829"/>
                  <a:pt x="1183418" y="2253784"/>
                  <a:pt x="1194598" y="2253659"/>
                </a:cubicBezTo>
                <a:close/>
                <a:moveTo>
                  <a:pt x="2779480" y="2253531"/>
                </a:moveTo>
                <a:cubicBezTo>
                  <a:pt x="2782370" y="2253531"/>
                  <a:pt x="2784630" y="2255793"/>
                  <a:pt x="2784630" y="2258555"/>
                </a:cubicBezTo>
                <a:cubicBezTo>
                  <a:pt x="2784757" y="2261445"/>
                  <a:pt x="2782495" y="2263705"/>
                  <a:pt x="2779605" y="2263705"/>
                </a:cubicBezTo>
                <a:cubicBezTo>
                  <a:pt x="2776842" y="2263705"/>
                  <a:pt x="2774455" y="2261445"/>
                  <a:pt x="2774455" y="2258681"/>
                </a:cubicBezTo>
                <a:cubicBezTo>
                  <a:pt x="2774455" y="2255793"/>
                  <a:pt x="2776717" y="2253531"/>
                  <a:pt x="2779480" y="2253531"/>
                </a:cubicBezTo>
                <a:close/>
                <a:moveTo>
                  <a:pt x="1524463" y="2241850"/>
                </a:moveTo>
                <a:cubicBezTo>
                  <a:pt x="1530493" y="2241850"/>
                  <a:pt x="1535518" y="2246749"/>
                  <a:pt x="1535518" y="2252904"/>
                </a:cubicBezTo>
                <a:cubicBezTo>
                  <a:pt x="1535518" y="2258934"/>
                  <a:pt x="1530493" y="2263958"/>
                  <a:pt x="1524463" y="2263958"/>
                </a:cubicBezTo>
                <a:cubicBezTo>
                  <a:pt x="1518434" y="2263958"/>
                  <a:pt x="1513409" y="2259059"/>
                  <a:pt x="1513409" y="2252904"/>
                </a:cubicBezTo>
                <a:cubicBezTo>
                  <a:pt x="1513282" y="2246875"/>
                  <a:pt x="1518307" y="2241850"/>
                  <a:pt x="1524463" y="2241850"/>
                </a:cubicBezTo>
                <a:close/>
                <a:moveTo>
                  <a:pt x="2894164" y="2240469"/>
                </a:moveTo>
                <a:cubicBezTo>
                  <a:pt x="2895294" y="2240469"/>
                  <a:pt x="2896174" y="2241349"/>
                  <a:pt x="2896174" y="2242479"/>
                </a:cubicBezTo>
                <a:cubicBezTo>
                  <a:pt x="2896174" y="2243610"/>
                  <a:pt x="2895294" y="2244489"/>
                  <a:pt x="2894164" y="2244489"/>
                </a:cubicBezTo>
                <a:cubicBezTo>
                  <a:pt x="2893034" y="2244489"/>
                  <a:pt x="2892154" y="2243610"/>
                  <a:pt x="2892154" y="2242479"/>
                </a:cubicBezTo>
                <a:cubicBezTo>
                  <a:pt x="2892029" y="2241349"/>
                  <a:pt x="2892908" y="2240469"/>
                  <a:pt x="2894164" y="2240469"/>
                </a:cubicBezTo>
                <a:close/>
                <a:moveTo>
                  <a:pt x="1439295" y="2235947"/>
                </a:moveTo>
                <a:cubicBezTo>
                  <a:pt x="1445827" y="2235947"/>
                  <a:pt x="1451104" y="2241097"/>
                  <a:pt x="1451104" y="2247629"/>
                </a:cubicBezTo>
                <a:cubicBezTo>
                  <a:pt x="1451104" y="2254162"/>
                  <a:pt x="1445952" y="2259438"/>
                  <a:pt x="1439420" y="2259438"/>
                </a:cubicBezTo>
                <a:cubicBezTo>
                  <a:pt x="1432888" y="2259438"/>
                  <a:pt x="1427613" y="2254288"/>
                  <a:pt x="1427613" y="2247756"/>
                </a:cubicBezTo>
                <a:cubicBezTo>
                  <a:pt x="1427613" y="2241349"/>
                  <a:pt x="1432888" y="2236072"/>
                  <a:pt x="1439295" y="2235947"/>
                </a:cubicBezTo>
                <a:close/>
                <a:moveTo>
                  <a:pt x="1609379" y="2235067"/>
                </a:moveTo>
                <a:cubicBezTo>
                  <a:pt x="1615911" y="2235067"/>
                  <a:pt x="1621313" y="2240469"/>
                  <a:pt x="1621313" y="2247001"/>
                </a:cubicBezTo>
                <a:cubicBezTo>
                  <a:pt x="1621313" y="2253658"/>
                  <a:pt x="1616036" y="2259059"/>
                  <a:pt x="1609379" y="2259059"/>
                </a:cubicBezTo>
                <a:cubicBezTo>
                  <a:pt x="1602847" y="2259059"/>
                  <a:pt x="1597445" y="2253783"/>
                  <a:pt x="1597445" y="2247126"/>
                </a:cubicBezTo>
                <a:cubicBezTo>
                  <a:pt x="1597445" y="2240594"/>
                  <a:pt x="1602847" y="2235192"/>
                  <a:pt x="1609379" y="2235067"/>
                </a:cubicBezTo>
                <a:close/>
                <a:moveTo>
                  <a:pt x="707085" y="2229413"/>
                </a:moveTo>
                <a:cubicBezTo>
                  <a:pt x="714245" y="2229413"/>
                  <a:pt x="720149" y="2235318"/>
                  <a:pt x="720149" y="2242479"/>
                </a:cubicBezTo>
                <a:cubicBezTo>
                  <a:pt x="720275" y="2249638"/>
                  <a:pt x="714497" y="2255542"/>
                  <a:pt x="707211" y="2255542"/>
                </a:cubicBezTo>
                <a:cubicBezTo>
                  <a:pt x="700051" y="2255542"/>
                  <a:pt x="694147" y="2249764"/>
                  <a:pt x="694147" y="2242479"/>
                </a:cubicBezTo>
                <a:cubicBezTo>
                  <a:pt x="694147" y="2235192"/>
                  <a:pt x="699926" y="2229288"/>
                  <a:pt x="707085" y="2229413"/>
                </a:cubicBezTo>
                <a:close/>
                <a:moveTo>
                  <a:pt x="837598" y="2229162"/>
                </a:moveTo>
                <a:cubicBezTo>
                  <a:pt x="847271" y="2229037"/>
                  <a:pt x="855309" y="2236951"/>
                  <a:pt x="855309" y="2246748"/>
                </a:cubicBezTo>
                <a:cubicBezTo>
                  <a:pt x="855436" y="2256547"/>
                  <a:pt x="847522" y="2264586"/>
                  <a:pt x="837725" y="2264586"/>
                </a:cubicBezTo>
                <a:cubicBezTo>
                  <a:pt x="827926" y="2264711"/>
                  <a:pt x="819887" y="2256797"/>
                  <a:pt x="819887" y="2247000"/>
                </a:cubicBezTo>
                <a:cubicBezTo>
                  <a:pt x="819887" y="2237202"/>
                  <a:pt x="827801" y="2229162"/>
                  <a:pt x="837598" y="2229162"/>
                </a:cubicBezTo>
                <a:close/>
                <a:moveTo>
                  <a:pt x="974645" y="2224641"/>
                </a:moveTo>
                <a:cubicBezTo>
                  <a:pt x="985824" y="2224641"/>
                  <a:pt x="994869" y="2233560"/>
                  <a:pt x="994869" y="2244739"/>
                </a:cubicBezTo>
                <a:cubicBezTo>
                  <a:pt x="994869" y="2255919"/>
                  <a:pt x="985951" y="2264963"/>
                  <a:pt x="974770" y="2264963"/>
                </a:cubicBezTo>
                <a:cubicBezTo>
                  <a:pt x="963591" y="2264963"/>
                  <a:pt x="954547" y="2256045"/>
                  <a:pt x="954547" y="2244865"/>
                </a:cubicBezTo>
                <a:cubicBezTo>
                  <a:pt x="954547" y="2233811"/>
                  <a:pt x="963591" y="2224766"/>
                  <a:pt x="974645" y="2224641"/>
                </a:cubicBezTo>
                <a:close/>
                <a:moveTo>
                  <a:pt x="582224" y="2222883"/>
                </a:moveTo>
                <a:cubicBezTo>
                  <a:pt x="588129" y="2222883"/>
                  <a:pt x="592902" y="2227530"/>
                  <a:pt x="592902" y="2233434"/>
                </a:cubicBezTo>
                <a:cubicBezTo>
                  <a:pt x="592902" y="2239339"/>
                  <a:pt x="588254" y="2244111"/>
                  <a:pt x="582349" y="2244111"/>
                </a:cubicBezTo>
                <a:cubicBezTo>
                  <a:pt x="576446" y="2244111"/>
                  <a:pt x="571672" y="2239464"/>
                  <a:pt x="571672" y="2233560"/>
                </a:cubicBezTo>
                <a:cubicBezTo>
                  <a:pt x="571672" y="2227656"/>
                  <a:pt x="576319" y="2222883"/>
                  <a:pt x="582224" y="2222883"/>
                </a:cubicBezTo>
                <a:close/>
                <a:moveTo>
                  <a:pt x="2211073" y="2217983"/>
                </a:moveTo>
                <a:cubicBezTo>
                  <a:pt x="2224262" y="2217983"/>
                  <a:pt x="2234939" y="2228660"/>
                  <a:pt x="2235064" y="2241849"/>
                </a:cubicBezTo>
                <a:cubicBezTo>
                  <a:pt x="2235064" y="2255040"/>
                  <a:pt x="2224387" y="2265842"/>
                  <a:pt x="2211198" y="2265842"/>
                </a:cubicBezTo>
                <a:cubicBezTo>
                  <a:pt x="2198009" y="2265842"/>
                  <a:pt x="2187205" y="2255165"/>
                  <a:pt x="2187205" y="2241976"/>
                </a:cubicBezTo>
                <a:cubicBezTo>
                  <a:pt x="2187205" y="2228785"/>
                  <a:pt x="2197882" y="2218108"/>
                  <a:pt x="2211073" y="2217983"/>
                </a:cubicBezTo>
                <a:close/>
                <a:moveTo>
                  <a:pt x="1355636" y="2217731"/>
                </a:moveTo>
                <a:cubicBezTo>
                  <a:pt x="1363298" y="2217731"/>
                  <a:pt x="1369579" y="2224012"/>
                  <a:pt x="1369579" y="2231675"/>
                </a:cubicBezTo>
                <a:cubicBezTo>
                  <a:pt x="1369705" y="2239337"/>
                  <a:pt x="1363423" y="2245618"/>
                  <a:pt x="1355761" y="2245618"/>
                </a:cubicBezTo>
                <a:cubicBezTo>
                  <a:pt x="1347974" y="2245743"/>
                  <a:pt x="1341692" y="2239462"/>
                  <a:pt x="1341692" y="2231800"/>
                </a:cubicBezTo>
                <a:cubicBezTo>
                  <a:pt x="1341692" y="2224138"/>
                  <a:pt x="1347847" y="2217856"/>
                  <a:pt x="1355636" y="2217731"/>
                </a:cubicBezTo>
                <a:close/>
                <a:moveTo>
                  <a:pt x="1693038" y="2215847"/>
                </a:moveTo>
                <a:cubicBezTo>
                  <a:pt x="1701202" y="2215847"/>
                  <a:pt x="1707734" y="2222379"/>
                  <a:pt x="1707734" y="2230418"/>
                </a:cubicBezTo>
                <a:cubicBezTo>
                  <a:pt x="1707734" y="2238583"/>
                  <a:pt x="1701202" y="2245115"/>
                  <a:pt x="1693163" y="2245115"/>
                </a:cubicBezTo>
                <a:cubicBezTo>
                  <a:pt x="1685124" y="2245115"/>
                  <a:pt x="1678466" y="2238583"/>
                  <a:pt x="1678466" y="2230544"/>
                </a:cubicBezTo>
                <a:cubicBezTo>
                  <a:pt x="1678466" y="2222504"/>
                  <a:pt x="1684873" y="2215972"/>
                  <a:pt x="1693038" y="2215847"/>
                </a:cubicBezTo>
                <a:close/>
                <a:moveTo>
                  <a:pt x="2073901" y="2215596"/>
                </a:moveTo>
                <a:cubicBezTo>
                  <a:pt x="2087843" y="2215596"/>
                  <a:pt x="2099275" y="2226776"/>
                  <a:pt x="2099275" y="2240719"/>
                </a:cubicBezTo>
                <a:cubicBezTo>
                  <a:pt x="2099275" y="2254663"/>
                  <a:pt x="2088095" y="2265968"/>
                  <a:pt x="2074152" y="2266093"/>
                </a:cubicBezTo>
                <a:cubicBezTo>
                  <a:pt x="2060208" y="2266219"/>
                  <a:pt x="2048904" y="2254913"/>
                  <a:pt x="2048904" y="2240970"/>
                </a:cubicBezTo>
                <a:cubicBezTo>
                  <a:pt x="2048778" y="2227027"/>
                  <a:pt x="2060083" y="2215721"/>
                  <a:pt x="2073901" y="2215596"/>
                </a:cubicBezTo>
                <a:close/>
                <a:moveTo>
                  <a:pt x="2341462" y="2215471"/>
                </a:moveTo>
                <a:cubicBezTo>
                  <a:pt x="2353144" y="2215471"/>
                  <a:pt x="2362566" y="2224892"/>
                  <a:pt x="2362566" y="2236449"/>
                </a:cubicBezTo>
                <a:cubicBezTo>
                  <a:pt x="2362566" y="2248005"/>
                  <a:pt x="2353144" y="2257426"/>
                  <a:pt x="2341588" y="2257551"/>
                </a:cubicBezTo>
                <a:cubicBezTo>
                  <a:pt x="2330031" y="2257551"/>
                  <a:pt x="2320484" y="2248130"/>
                  <a:pt x="2320484" y="2236574"/>
                </a:cubicBezTo>
                <a:cubicBezTo>
                  <a:pt x="2320484" y="2224892"/>
                  <a:pt x="2329780" y="2215471"/>
                  <a:pt x="2341462" y="2215471"/>
                </a:cubicBezTo>
                <a:close/>
                <a:moveTo>
                  <a:pt x="461633" y="2212832"/>
                </a:moveTo>
                <a:cubicBezTo>
                  <a:pt x="466407" y="2212832"/>
                  <a:pt x="470300" y="2216726"/>
                  <a:pt x="470300" y="2221499"/>
                </a:cubicBezTo>
                <a:cubicBezTo>
                  <a:pt x="470427" y="2226273"/>
                  <a:pt x="466532" y="2230166"/>
                  <a:pt x="461759" y="2230166"/>
                </a:cubicBezTo>
                <a:cubicBezTo>
                  <a:pt x="456986" y="2230166"/>
                  <a:pt x="453092" y="2226273"/>
                  <a:pt x="453092" y="2221499"/>
                </a:cubicBezTo>
                <a:cubicBezTo>
                  <a:pt x="453092" y="2216726"/>
                  <a:pt x="456986" y="2212832"/>
                  <a:pt x="461633" y="2212832"/>
                </a:cubicBezTo>
                <a:close/>
                <a:moveTo>
                  <a:pt x="1119855" y="2212707"/>
                </a:moveTo>
                <a:cubicBezTo>
                  <a:pt x="1131034" y="2212707"/>
                  <a:pt x="1140079" y="2221626"/>
                  <a:pt x="1140079" y="2232805"/>
                </a:cubicBezTo>
                <a:cubicBezTo>
                  <a:pt x="1140079" y="2243985"/>
                  <a:pt x="1131161" y="2253029"/>
                  <a:pt x="1119980" y="2253029"/>
                </a:cubicBezTo>
                <a:cubicBezTo>
                  <a:pt x="1108801" y="2253029"/>
                  <a:pt x="1099757" y="2244111"/>
                  <a:pt x="1099757" y="2232931"/>
                </a:cubicBezTo>
                <a:cubicBezTo>
                  <a:pt x="1099757" y="2221877"/>
                  <a:pt x="1108676" y="2212707"/>
                  <a:pt x="1119855" y="2212707"/>
                </a:cubicBezTo>
                <a:close/>
                <a:moveTo>
                  <a:pt x="2466323" y="2211701"/>
                </a:moveTo>
                <a:cubicBezTo>
                  <a:pt x="2474613" y="2211576"/>
                  <a:pt x="2481397" y="2218360"/>
                  <a:pt x="2481397" y="2226650"/>
                </a:cubicBezTo>
                <a:cubicBezTo>
                  <a:pt x="2481522" y="2235067"/>
                  <a:pt x="2474740" y="2241849"/>
                  <a:pt x="2466448" y="2241849"/>
                </a:cubicBezTo>
                <a:cubicBezTo>
                  <a:pt x="2458158" y="2241849"/>
                  <a:pt x="2451374" y="2235067"/>
                  <a:pt x="2451374" y="2226775"/>
                </a:cubicBezTo>
                <a:cubicBezTo>
                  <a:pt x="2451374" y="2218360"/>
                  <a:pt x="2458032" y="2211701"/>
                  <a:pt x="2466323" y="2211701"/>
                </a:cubicBezTo>
                <a:close/>
                <a:moveTo>
                  <a:pt x="1928565" y="2208687"/>
                </a:moveTo>
                <a:cubicBezTo>
                  <a:pt x="1940372" y="2208687"/>
                  <a:pt x="1949919" y="2218234"/>
                  <a:pt x="1949919" y="2229915"/>
                </a:cubicBezTo>
                <a:cubicBezTo>
                  <a:pt x="1950046" y="2241724"/>
                  <a:pt x="1940499" y="2251270"/>
                  <a:pt x="1928816" y="2251270"/>
                </a:cubicBezTo>
                <a:cubicBezTo>
                  <a:pt x="1917009" y="2251270"/>
                  <a:pt x="1907462" y="2241724"/>
                  <a:pt x="1907462" y="2230041"/>
                </a:cubicBezTo>
                <a:cubicBezTo>
                  <a:pt x="1907462" y="2218234"/>
                  <a:pt x="1916884" y="2208687"/>
                  <a:pt x="1928565" y="2208687"/>
                </a:cubicBezTo>
                <a:close/>
                <a:moveTo>
                  <a:pt x="344812" y="2202910"/>
                </a:moveTo>
                <a:cubicBezTo>
                  <a:pt x="347198" y="2202910"/>
                  <a:pt x="349208" y="2204795"/>
                  <a:pt x="349208" y="2207307"/>
                </a:cubicBezTo>
                <a:cubicBezTo>
                  <a:pt x="349208" y="2209694"/>
                  <a:pt x="347325" y="2211703"/>
                  <a:pt x="344812" y="2211703"/>
                </a:cubicBezTo>
                <a:cubicBezTo>
                  <a:pt x="342426" y="2211703"/>
                  <a:pt x="340416" y="2209694"/>
                  <a:pt x="340416" y="2207307"/>
                </a:cubicBezTo>
                <a:cubicBezTo>
                  <a:pt x="340416" y="2204920"/>
                  <a:pt x="342426" y="2202910"/>
                  <a:pt x="344812" y="2202910"/>
                </a:cubicBezTo>
                <a:close/>
                <a:moveTo>
                  <a:pt x="2586788" y="2201150"/>
                </a:moveTo>
                <a:cubicBezTo>
                  <a:pt x="2593697" y="2201150"/>
                  <a:pt x="2599474" y="2206802"/>
                  <a:pt x="2599474" y="2213711"/>
                </a:cubicBezTo>
                <a:cubicBezTo>
                  <a:pt x="2599474" y="2220746"/>
                  <a:pt x="2593822" y="2226398"/>
                  <a:pt x="2586913" y="2226398"/>
                </a:cubicBezTo>
                <a:cubicBezTo>
                  <a:pt x="2579879" y="2226398"/>
                  <a:pt x="2574226" y="2220746"/>
                  <a:pt x="2574226" y="2213837"/>
                </a:cubicBezTo>
                <a:cubicBezTo>
                  <a:pt x="2574226" y="2206929"/>
                  <a:pt x="2579753" y="2201275"/>
                  <a:pt x="2586788" y="2201150"/>
                </a:cubicBezTo>
                <a:close/>
                <a:moveTo>
                  <a:pt x="231007" y="2190348"/>
                </a:moveTo>
                <a:cubicBezTo>
                  <a:pt x="231760" y="2190348"/>
                  <a:pt x="232388" y="2190850"/>
                  <a:pt x="232388" y="2191605"/>
                </a:cubicBezTo>
                <a:cubicBezTo>
                  <a:pt x="232388" y="2192357"/>
                  <a:pt x="231760" y="2192985"/>
                  <a:pt x="231007" y="2192985"/>
                </a:cubicBezTo>
                <a:cubicBezTo>
                  <a:pt x="230253" y="2192985"/>
                  <a:pt x="229625" y="2192357"/>
                  <a:pt x="229625" y="2191605"/>
                </a:cubicBezTo>
                <a:cubicBezTo>
                  <a:pt x="229625" y="2190850"/>
                  <a:pt x="230253" y="2190223"/>
                  <a:pt x="231007" y="2190348"/>
                </a:cubicBezTo>
                <a:close/>
                <a:moveTo>
                  <a:pt x="2703483" y="2188965"/>
                </a:moveTo>
                <a:cubicBezTo>
                  <a:pt x="2708884" y="2188965"/>
                  <a:pt x="2713281" y="2193236"/>
                  <a:pt x="2713281" y="2198636"/>
                </a:cubicBezTo>
                <a:cubicBezTo>
                  <a:pt x="2713281" y="2204038"/>
                  <a:pt x="2709009" y="2208434"/>
                  <a:pt x="2703608" y="2208434"/>
                </a:cubicBezTo>
                <a:cubicBezTo>
                  <a:pt x="2698208" y="2208434"/>
                  <a:pt x="2693811" y="2204163"/>
                  <a:pt x="2693811" y="2198762"/>
                </a:cubicBezTo>
                <a:cubicBezTo>
                  <a:pt x="2693811" y="2193487"/>
                  <a:pt x="2698208" y="2189090"/>
                  <a:pt x="2703483" y="2188965"/>
                </a:cubicBezTo>
                <a:close/>
                <a:moveTo>
                  <a:pt x="1274613" y="2187962"/>
                </a:moveTo>
                <a:cubicBezTo>
                  <a:pt x="1284160" y="2187962"/>
                  <a:pt x="1291949" y="2195624"/>
                  <a:pt x="1291949" y="2205170"/>
                </a:cubicBezTo>
                <a:cubicBezTo>
                  <a:pt x="1291949" y="2214717"/>
                  <a:pt x="1284286" y="2222505"/>
                  <a:pt x="1274740" y="2222505"/>
                </a:cubicBezTo>
                <a:cubicBezTo>
                  <a:pt x="1265193" y="2222505"/>
                  <a:pt x="1257405" y="2214844"/>
                  <a:pt x="1257405" y="2205297"/>
                </a:cubicBezTo>
                <a:cubicBezTo>
                  <a:pt x="1257279" y="2195751"/>
                  <a:pt x="1265067" y="2187962"/>
                  <a:pt x="1274613" y="2187962"/>
                </a:cubicBezTo>
                <a:close/>
                <a:moveTo>
                  <a:pt x="1773806" y="2186078"/>
                </a:moveTo>
                <a:cubicBezTo>
                  <a:pt x="1783353" y="2186078"/>
                  <a:pt x="1791142" y="2193740"/>
                  <a:pt x="1791142" y="2203286"/>
                </a:cubicBezTo>
                <a:cubicBezTo>
                  <a:pt x="1791142" y="2212833"/>
                  <a:pt x="1783478" y="2220621"/>
                  <a:pt x="1773933" y="2220621"/>
                </a:cubicBezTo>
                <a:cubicBezTo>
                  <a:pt x="1764386" y="2220621"/>
                  <a:pt x="1756597" y="2212958"/>
                  <a:pt x="1756597" y="2203413"/>
                </a:cubicBezTo>
                <a:cubicBezTo>
                  <a:pt x="1756597" y="2193865"/>
                  <a:pt x="1764259" y="2186203"/>
                  <a:pt x="1773806" y="2186078"/>
                </a:cubicBezTo>
                <a:close/>
                <a:moveTo>
                  <a:pt x="2817415" y="2178414"/>
                </a:moveTo>
                <a:cubicBezTo>
                  <a:pt x="2819425" y="2178414"/>
                  <a:pt x="2821185" y="2180047"/>
                  <a:pt x="2821185" y="2182183"/>
                </a:cubicBezTo>
                <a:cubicBezTo>
                  <a:pt x="2821185" y="2184318"/>
                  <a:pt x="2819552" y="2185951"/>
                  <a:pt x="2817415" y="2185951"/>
                </a:cubicBezTo>
                <a:cubicBezTo>
                  <a:pt x="2815405" y="2185951"/>
                  <a:pt x="2813646" y="2184318"/>
                  <a:pt x="2813646" y="2182183"/>
                </a:cubicBezTo>
                <a:cubicBezTo>
                  <a:pt x="2813646" y="2180172"/>
                  <a:pt x="2815279" y="2178414"/>
                  <a:pt x="2817415" y="2178414"/>
                </a:cubicBezTo>
                <a:close/>
                <a:moveTo>
                  <a:pt x="911963" y="2168365"/>
                </a:moveTo>
                <a:cubicBezTo>
                  <a:pt x="922390" y="2168365"/>
                  <a:pt x="930806" y="2176657"/>
                  <a:pt x="930806" y="2187082"/>
                </a:cubicBezTo>
                <a:cubicBezTo>
                  <a:pt x="930806" y="2197383"/>
                  <a:pt x="922515" y="2205925"/>
                  <a:pt x="912090" y="2205925"/>
                </a:cubicBezTo>
                <a:cubicBezTo>
                  <a:pt x="901789" y="2206050"/>
                  <a:pt x="893372" y="2197634"/>
                  <a:pt x="893247" y="2187208"/>
                </a:cubicBezTo>
                <a:cubicBezTo>
                  <a:pt x="893122" y="2176782"/>
                  <a:pt x="901538" y="2168365"/>
                  <a:pt x="911963" y="2168365"/>
                </a:cubicBezTo>
                <a:close/>
                <a:moveTo>
                  <a:pt x="1050140" y="2166732"/>
                </a:moveTo>
                <a:cubicBezTo>
                  <a:pt x="1059560" y="2166732"/>
                  <a:pt x="1067224" y="2174269"/>
                  <a:pt x="1067224" y="2183691"/>
                </a:cubicBezTo>
                <a:cubicBezTo>
                  <a:pt x="1067224" y="2193111"/>
                  <a:pt x="1059687" y="2200774"/>
                  <a:pt x="1050266" y="2200774"/>
                </a:cubicBezTo>
                <a:cubicBezTo>
                  <a:pt x="1040844" y="2200774"/>
                  <a:pt x="1033182" y="2193237"/>
                  <a:pt x="1033182" y="2183816"/>
                </a:cubicBezTo>
                <a:cubicBezTo>
                  <a:pt x="1033182" y="2174394"/>
                  <a:pt x="1040719" y="2166732"/>
                  <a:pt x="1050140" y="2166732"/>
                </a:cubicBezTo>
                <a:close/>
                <a:moveTo>
                  <a:pt x="781324" y="2165476"/>
                </a:moveTo>
                <a:cubicBezTo>
                  <a:pt x="790996" y="2165351"/>
                  <a:pt x="798910" y="2173139"/>
                  <a:pt x="798910" y="2182812"/>
                </a:cubicBezTo>
                <a:cubicBezTo>
                  <a:pt x="798910" y="2192484"/>
                  <a:pt x="791121" y="2200398"/>
                  <a:pt x="781450" y="2200398"/>
                </a:cubicBezTo>
                <a:cubicBezTo>
                  <a:pt x="771778" y="2200398"/>
                  <a:pt x="763864" y="2192610"/>
                  <a:pt x="763864" y="2182937"/>
                </a:cubicBezTo>
                <a:cubicBezTo>
                  <a:pt x="763739" y="2173265"/>
                  <a:pt x="771653" y="2165476"/>
                  <a:pt x="781324" y="2165476"/>
                </a:cubicBezTo>
                <a:close/>
                <a:moveTo>
                  <a:pt x="2928708" y="2163341"/>
                </a:moveTo>
                <a:cubicBezTo>
                  <a:pt x="2929336" y="2163341"/>
                  <a:pt x="2929840" y="2163843"/>
                  <a:pt x="2929840" y="2164471"/>
                </a:cubicBezTo>
                <a:cubicBezTo>
                  <a:pt x="2929840" y="2165099"/>
                  <a:pt x="2929336" y="2165601"/>
                  <a:pt x="2928708" y="2165601"/>
                </a:cubicBezTo>
                <a:cubicBezTo>
                  <a:pt x="2928081" y="2165601"/>
                  <a:pt x="2927578" y="2165099"/>
                  <a:pt x="2927578" y="2164471"/>
                </a:cubicBezTo>
                <a:cubicBezTo>
                  <a:pt x="2927578" y="2163843"/>
                  <a:pt x="2927955" y="2163341"/>
                  <a:pt x="2928708" y="2163341"/>
                </a:cubicBezTo>
                <a:close/>
                <a:moveTo>
                  <a:pt x="1998030" y="2161331"/>
                </a:moveTo>
                <a:cubicBezTo>
                  <a:pt x="2008582" y="2161331"/>
                  <a:pt x="2017124" y="2169748"/>
                  <a:pt x="2017124" y="2180299"/>
                </a:cubicBezTo>
                <a:cubicBezTo>
                  <a:pt x="2017124" y="2190851"/>
                  <a:pt x="2008582" y="2199392"/>
                  <a:pt x="1998156" y="2199392"/>
                </a:cubicBezTo>
                <a:cubicBezTo>
                  <a:pt x="1987604" y="2199392"/>
                  <a:pt x="1979062" y="2190976"/>
                  <a:pt x="1979062" y="2180424"/>
                </a:cubicBezTo>
                <a:cubicBezTo>
                  <a:pt x="1979062" y="2169873"/>
                  <a:pt x="1987479" y="2161331"/>
                  <a:pt x="1998030" y="2161331"/>
                </a:cubicBezTo>
                <a:close/>
                <a:moveTo>
                  <a:pt x="1850432" y="2158567"/>
                </a:moveTo>
                <a:cubicBezTo>
                  <a:pt x="1854577" y="2158567"/>
                  <a:pt x="1857969" y="2161959"/>
                  <a:pt x="1857969" y="2166103"/>
                </a:cubicBezTo>
                <a:cubicBezTo>
                  <a:pt x="1857969" y="2170248"/>
                  <a:pt x="1854577" y="2173639"/>
                  <a:pt x="1850432" y="2173639"/>
                </a:cubicBezTo>
                <a:cubicBezTo>
                  <a:pt x="1846287" y="2173639"/>
                  <a:pt x="1842895" y="2170248"/>
                  <a:pt x="1842895" y="2166103"/>
                </a:cubicBezTo>
                <a:cubicBezTo>
                  <a:pt x="1842895" y="2161959"/>
                  <a:pt x="1846287" y="2158567"/>
                  <a:pt x="1850432" y="2158567"/>
                </a:cubicBezTo>
                <a:close/>
                <a:moveTo>
                  <a:pt x="656463" y="2158567"/>
                </a:moveTo>
                <a:cubicBezTo>
                  <a:pt x="664879" y="2158567"/>
                  <a:pt x="671788" y="2165351"/>
                  <a:pt x="671788" y="2173766"/>
                </a:cubicBezTo>
                <a:cubicBezTo>
                  <a:pt x="671788" y="2182182"/>
                  <a:pt x="665004" y="2189091"/>
                  <a:pt x="656589" y="2189091"/>
                </a:cubicBezTo>
                <a:cubicBezTo>
                  <a:pt x="648173" y="2189091"/>
                  <a:pt x="641264" y="2182308"/>
                  <a:pt x="641264" y="2173893"/>
                </a:cubicBezTo>
                <a:cubicBezTo>
                  <a:pt x="641264" y="2165476"/>
                  <a:pt x="648048" y="2158567"/>
                  <a:pt x="656463" y="2158567"/>
                </a:cubicBezTo>
                <a:close/>
                <a:moveTo>
                  <a:pt x="2136081" y="2158191"/>
                </a:moveTo>
                <a:cubicBezTo>
                  <a:pt x="2149522" y="2158191"/>
                  <a:pt x="2160576" y="2168995"/>
                  <a:pt x="2160576" y="2182435"/>
                </a:cubicBezTo>
                <a:cubicBezTo>
                  <a:pt x="2160702" y="2195876"/>
                  <a:pt x="2149773" y="2206930"/>
                  <a:pt x="2136333" y="2206930"/>
                </a:cubicBezTo>
                <a:cubicBezTo>
                  <a:pt x="2123017" y="2206930"/>
                  <a:pt x="2111963" y="2196128"/>
                  <a:pt x="2111963" y="2182687"/>
                </a:cubicBezTo>
                <a:cubicBezTo>
                  <a:pt x="2111963" y="2169245"/>
                  <a:pt x="2122767" y="2158316"/>
                  <a:pt x="2136081" y="2158191"/>
                </a:cubicBezTo>
                <a:close/>
                <a:moveTo>
                  <a:pt x="1197738" y="2156683"/>
                </a:moveTo>
                <a:cubicBezTo>
                  <a:pt x="1204270" y="2156683"/>
                  <a:pt x="1209545" y="2161959"/>
                  <a:pt x="1209545" y="2168365"/>
                </a:cubicBezTo>
                <a:cubicBezTo>
                  <a:pt x="1209545" y="2174898"/>
                  <a:pt x="1204395" y="2180174"/>
                  <a:pt x="1197863" y="2180174"/>
                </a:cubicBezTo>
                <a:cubicBezTo>
                  <a:pt x="1191331" y="2180174"/>
                  <a:pt x="1186056" y="2175023"/>
                  <a:pt x="1186056" y="2168492"/>
                </a:cubicBezTo>
                <a:cubicBezTo>
                  <a:pt x="1185929" y="2162085"/>
                  <a:pt x="1191206" y="2156808"/>
                  <a:pt x="1197738" y="2156683"/>
                </a:cubicBezTo>
                <a:close/>
                <a:moveTo>
                  <a:pt x="1524086" y="2155426"/>
                </a:moveTo>
                <a:cubicBezTo>
                  <a:pt x="1525343" y="2155426"/>
                  <a:pt x="1526473" y="2156431"/>
                  <a:pt x="1526473" y="2157813"/>
                </a:cubicBezTo>
                <a:cubicBezTo>
                  <a:pt x="1526473" y="2159195"/>
                  <a:pt x="1525468" y="2160325"/>
                  <a:pt x="1524086" y="2160325"/>
                </a:cubicBezTo>
                <a:cubicBezTo>
                  <a:pt x="1522831" y="2160325"/>
                  <a:pt x="1521699" y="2159321"/>
                  <a:pt x="1521699" y="2157938"/>
                </a:cubicBezTo>
                <a:cubicBezTo>
                  <a:pt x="1521574" y="2156556"/>
                  <a:pt x="1522704" y="2155426"/>
                  <a:pt x="1524086" y="2155426"/>
                </a:cubicBezTo>
                <a:close/>
                <a:moveTo>
                  <a:pt x="2266973" y="2153039"/>
                </a:moveTo>
                <a:cubicBezTo>
                  <a:pt x="2280539" y="2153039"/>
                  <a:pt x="2291592" y="2163968"/>
                  <a:pt x="2291592" y="2177534"/>
                </a:cubicBezTo>
                <a:cubicBezTo>
                  <a:pt x="2291592" y="2191100"/>
                  <a:pt x="2280665" y="2202154"/>
                  <a:pt x="2267098" y="2202154"/>
                </a:cubicBezTo>
                <a:cubicBezTo>
                  <a:pt x="2253532" y="2202154"/>
                  <a:pt x="2242478" y="2191226"/>
                  <a:pt x="2242478" y="2177659"/>
                </a:cubicBezTo>
                <a:cubicBezTo>
                  <a:pt x="2242351" y="2163968"/>
                  <a:pt x="2253280" y="2153039"/>
                  <a:pt x="2266973" y="2153039"/>
                </a:cubicBezTo>
                <a:close/>
                <a:moveTo>
                  <a:pt x="536501" y="2152286"/>
                </a:moveTo>
                <a:cubicBezTo>
                  <a:pt x="541525" y="2152286"/>
                  <a:pt x="545670" y="2156306"/>
                  <a:pt x="545670" y="2161330"/>
                </a:cubicBezTo>
                <a:cubicBezTo>
                  <a:pt x="545670" y="2166355"/>
                  <a:pt x="541650" y="2170500"/>
                  <a:pt x="536626" y="2170500"/>
                </a:cubicBezTo>
                <a:cubicBezTo>
                  <a:pt x="531727" y="2170500"/>
                  <a:pt x="527582" y="2166480"/>
                  <a:pt x="527582" y="2161456"/>
                </a:cubicBezTo>
                <a:cubicBezTo>
                  <a:pt x="527582" y="2156431"/>
                  <a:pt x="531601" y="2152411"/>
                  <a:pt x="536501" y="2152286"/>
                </a:cubicBezTo>
                <a:close/>
                <a:moveTo>
                  <a:pt x="1439042" y="2149146"/>
                </a:moveTo>
                <a:cubicBezTo>
                  <a:pt x="1440549" y="2149146"/>
                  <a:pt x="1441679" y="2150276"/>
                  <a:pt x="1441679" y="2151783"/>
                </a:cubicBezTo>
                <a:cubicBezTo>
                  <a:pt x="1441679" y="2153165"/>
                  <a:pt x="1440549" y="2154420"/>
                  <a:pt x="1439042" y="2154420"/>
                </a:cubicBezTo>
                <a:cubicBezTo>
                  <a:pt x="1437535" y="2154420"/>
                  <a:pt x="1436405" y="2153290"/>
                  <a:pt x="1436405" y="2151783"/>
                </a:cubicBezTo>
                <a:cubicBezTo>
                  <a:pt x="1436405" y="2150403"/>
                  <a:pt x="1437660" y="2149146"/>
                  <a:pt x="1439042" y="2149146"/>
                </a:cubicBezTo>
                <a:close/>
                <a:moveTo>
                  <a:pt x="1609001" y="2148267"/>
                </a:moveTo>
                <a:cubicBezTo>
                  <a:pt x="1610634" y="2148267"/>
                  <a:pt x="1611891" y="2149523"/>
                  <a:pt x="1611891" y="2151157"/>
                </a:cubicBezTo>
                <a:cubicBezTo>
                  <a:pt x="1611891" y="2152790"/>
                  <a:pt x="1610634" y="2154045"/>
                  <a:pt x="1609001" y="2154045"/>
                </a:cubicBezTo>
                <a:cubicBezTo>
                  <a:pt x="1607367" y="2154045"/>
                  <a:pt x="1606111" y="2152790"/>
                  <a:pt x="1606111" y="2151157"/>
                </a:cubicBezTo>
                <a:cubicBezTo>
                  <a:pt x="1606111" y="2149649"/>
                  <a:pt x="1607493" y="2148392"/>
                  <a:pt x="1609001" y="2148267"/>
                </a:cubicBezTo>
                <a:close/>
                <a:moveTo>
                  <a:pt x="2391582" y="2146509"/>
                </a:moveTo>
                <a:cubicBezTo>
                  <a:pt x="2403264" y="2146509"/>
                  <a:pt x="2412686" y="2155930"/>
                  <a:pt x="2412686" y="2167487"/>
                </a:cubicBezTo>
                <a:cubicBezTo>
                  <a:pt x="2412686" y="2179168"/>
                  <a:pt x="2403389" y="2188589"/>
                  <a:pt x="2391708" y="2188589"/>
                </a:cubicBezTo>
                <a:cubicBezTo>
                  <a:pt x="2380026" y="2188589"/>
                  <a:pt x="2370604" y="2179168"/>
                  <a:pt x="2370604" y="2167612"/>
                </a:cubicBezTo>
                <a:cubicBezTo>
                  <a:pt x="2370604" y="2155930"/>
                  <a:pt x="2380026" y="2146509"/>
                  <a:pt x="2391582" y="2146509"/>
                </a:cubicBezTo>
                <a:close/>
                <a:moveTo>
                  <a:pt x="420557" y="2141108"/>
                </a:moveTo>
                <a:cubicBezTo>
                  <a:pt x="423699" y="2141108"/>
                  <a:pt x="426336" y="2143746"/>
                  <a:pt x="426336" y="2146887"/>
                </a:cubicBezTo>
                <a:cubicBezTo>
                  <a:pt x="426336" y="2150027"/>
                  <a:pt x="423699" y="2152664"/>
                  <a:pt x="420557" y="2152664"/>
                </a:cubicBezTo>
                <a:cubicBezTo>
                  <a:pt x="417417" y="2152664"/>
                  <a:pt x="414780" y="2150027"/>
                  <a:pt x="414780" y="2146887"/>
                </a:cubicBezTo>
                <a:cubicBezTo>
                  <a:pt x="414780" y="2143746"/>
                  <a:pt x="417417" y="2141108"/>
                  <a:pt x="420557" y="2141108"/>
                </a:cubicBezTo>
                <a:close/>
                <a:moveTo>
                  <a:pt x="2511417" y="2135956"/>
                </a:moveTo>
                <a:cubicBezTo>
                  <a:pt x="2521593" y="2135956"/>
                  <a:pt x="2529883" y="2144121"/>
                  <a:pt x="2529883" y="2154297"/>
                </a:cubicBezTo>
                <a:cubicBezTo>
                  <a:pt x="2529883" y="2164471"/>
                  <a:pt x="2521719" y="2172761"/>
                  <a:pt x="2511544" y="2172761"/>
                </a:cubicBezTo>
                <a:cubicBezTo>
                  <a:pt x="2501370" y="2172761"/>
                  <a:pt x="2493078" y="2164596"/>
                  <a:pt x="2493078" y="2154422"/>
                </a:cubicBezTo>
                <a:cubicBezTo>
                  <a:pt x="2493078" y="2144247"/>
                  <a:pt x="2501243" y="2135956"/>
                  <a:pt x="2511417" y="2135956"/>
                </a:cubicBezTo>
                <a:close/>
                <a:moveTo>
                  <a:pt x="1356013" y="2129173"/>
                </a:moveTo>
                <a:cubicBezTo>
                  <a:pt x="1358275" y="2129173"/>
                  <a:pt x="1360033" y="2131058"/>
                  <a:pt x="1360033" y="2133193"/>
                </a:cubicBezTo>
                <a:cubicBezTo>
                  <a:pt x="1360033" y="2135455"/>
                  <a:pt x="1358148" y="2137212"/>
                  <a:pt x="1356013" y="2137212"/>
                </a:cubicBezTo>
                <a:cubicBezTo>
                  <a:pt x="1353751" y="2137212"/>
                  <a:pt x="1351993" y="2135328"/>
                  <a:pt x="1351993" y="2133193"/>
                </a:cubicBezTo>
                <a:cubicBezTo>
                  <a:pt x="1351993" y="2130931"/>
                  <a:pt x="1353751" y="2129173"/>
                  <a:pt x="1356013" y="2129173"/>
                </a:cubicBezTo>
                <a:close/>
                <a:moveTo>
                  <a:pt x="1692032" y="2127542"/>
                </a:moveTo>
                <a:cubicBezTo>
                  <a:pt x="1694417" y="2127542"/>
                  <a:pt x="1696427" y="2129427"/>
                  <a:pt x="1696427" y="2131939"/>
                </a:cubicBezTo>
                <a:cubicBezTo>
                  <a:pt x="1696427" y="2134326"/>
                  <a:pt x="1694417" y="2136335"/>
                  <a:pt x="1692032" y="2136335"/>
                </a:cubicBezTo>
                <a:cubicBezTo>
                  <a:pt x="1689645" y="2136335"/>
                  <a:pt x="1687635" y="2134326"/>
                  <a:pt x="1687635" y="2131939"/>
                </a:cubicBezTo>
                <a:cubicBezTo>
                  <a:pt x="1687635" y="2129552"/>
                  <a:pt x="1689520" y="2127542"/>
                  <a:pt x="1692032" y="2127542"/>
                </a:cubicBezTo>
                <a:close/>
                <a:moveTo>
                  <a:pt x="307755" y="2127163"/>
                </a:moveTo>
                <a:cubicBezTo>
                  <a:pt x="309640" y="2127163"/>
                  <a:pt x="311273" y="2128796"/>
                  <a:pt x="311273" y="2130680"/>
                </a:cubicBezTo>
                <a:cubicBezTo>
                  <a:pt x="311273" y="2132565"/>
                  <a:pt x="309765" y="2134197"/>
                  <a:pt x="307755" y="2134197"/>
                </a:cubicBezTo>
                <a:cubicBezTo>
                  <a:pt x="305745" y="2134197"/>
                  <a:pt x="304113" y="2132565"/>
                  <a:pt x="304113" y="2130680"/>
                </a:cubicBezTo>
                <a:cubicBezTo>
                  <a:pt x="304113" y="2128670"/>
                  <a:pt x="305620" y="2127163"/>
                  <a:pt x="307755" y="2127163"/>
                </a:cubicBezTo>
                <a:close/>
                <a:moveTo>
                  <a:pt x="2627361" y="2125279"/>
                </a:moveTo>
                <a:cubicBezTo>
                  <a:pt x="2634898" y="2125279"/>
                  <a:pt x="2640928" y="2131308"/>
                  <a:pt x="2640928" y="2138720"/>
                </a:cubicBezTo>
                <a:cubicBezTo>
                  <a:pt x="2640928" y="2146131"/>
                  <a:pt x="2634898" y="2152285"/>
                  <a:pt x="2627487" y="2152285"/>
                </a:cubicBezTo>
                <a:cubicBezTo>
                  <a:pt x="2620075" y="2152285"/>
                  <a:pt x="2613920" y="2146256"/>
                  <a:pt x="2613920" y="2138845"/>
                </a:cubicBezTo>
                <a:cubicBezTo>
                  <a:pt x="2613920" y="2131434"/>
                  <a:pt x="2619950" y="2125404"/>
                  <a:pt x="2627361" y="2125279"/>
                </a:cubicBezTo>
                <a:close/>
                <a:moveTo>
                  <a:pt x="2740289" y="2113220"/>
                </a:moveTo>
                <a:cubicBezTo>
                  <a:pt x="2745063" y="2113094"/>
                  <a:pt x="2748956" y="2116989"/>
                  <a:pt x="2748956" y="2121761"/>
                </a:cubicBezTo>
                <a:cubicBezTo>
                  <a:pt x="2749082" y="2126535"/>
                  <a:pt x="2745188" y="2130430"/>
                  <a:pt x="2740415" y="2130430"/>
                </a:cubicBezTo>
                <a:cubicBezTo>
                  <a:pt x="2735641" y="2130555"/>
                  <a:pt x="2731747" y="2126661"/>
                  <a:pt x="2731747" y="2121888"/>
                </a:cubicBezTo>
                <a:cubicBezTo>
                  <a:pt x="2731622" y="2117114"/>
                  <a:pt x="2735516" y="2113220"/>
                  <a:pt x="2740289" y="2113220"/>
                </a:cubicBezTo>
                <a:close/>
                <a:moveTo>
                  <a:pt x="197215" y="2111838"/>
                </a:moveTo>
                <a:cubicBezTo>
                  <a:pt x="197968" y="2111838"/>
                  <a:pt x="198597" y="2112466"/>
                  <a:pt x="198597" y="2113220"/>
                </a:cubicBezTo>
                <a:cubicBezTo>
                  <a:pt x="198597" y="2113973"/>
                  <a:pt x="197968" y="2114602"/>
                  <a:pt x="197215" y="2114602"/>
                </a:cubicBezTo>
                <a:cubicBezTo>
                  <a:pt x="196461" y="2114602"/>
                  <a:pt x="195833" y="2113973"/>
                  <a:pt x="195833" y="2113220"/>
                </a:cubicBezTo>
                <a:cubicBezTo>
                  <a:pt x="195833" y="2112591"/>
                  <a:pt x="196461" y="2111963"/>
                  <a:pt x="197215" y="2111838"/>
                </a:cubicBezTo>
                <a:close/>
                <a:moveTo>
                  <a:pt x="1126137" y="2110457"/>
                </a:moveTo>
                <a:cubicBezTo>
                  <a:pt x="1132670" y="2110457"/>
                  <a:pt x="1137945" y="2115607"/>
                  <a:pt x="1137945" y="2122139"/>
                </a:cubicBezTo>
                <a:cubicBezTo>
                  <a:pt x="1137945" y="2128672"/>
                  <a:pt x="1132795" y="2133948"/>
                  <a:pt x="1126263" y="2133948"/>
                </a:cubicBezTo>
                <a:cubicBezTo>
                  <a:pt x="1119731" y="2133948"/>
                  <a:pt x="1114455" y="2128672"/>
                  <a:pt x="1114455" y="2122266"/>
                </a:cubicBezTo>
                <a:cubicBezTo>
                  <a:pt x="1114329" y="2115859"/>
                  <a:pt x="1119605" y="2110582"/>
                  <a:pt x="1126137" y="2110457"/>
                </a:cubicBezTo>
                <a:close/>
                <a:moveTo>
                  <a:pt x="986454" y="2108194"/>
                </a:moveTo>
                <a:cubicBezTo>
                  <a:pt x="997005" y="2108194"/>
                  <a:pt x="1005547" y="2116611"/>
                  <a:pt x="1005547" y="2127162"/>
                </a:cubicBezTo>
                <a:cubicBezTo>
                  <a:pt x="1005547" y="2137714"/>
                  <a:pt x="997131" y="2146255"/>
                  <a:pt x="986579" y="2146255"/>
                </a:cubicBezTo>
                <a:cubicBezTo>
                  <a:pt x="976153" y="2146255"/>
                  <a:pt x="967486" y="2137839"/>
                  <a:pt x="967486" y="2127287"/>
                </a:cubicBezTo>
                <a:cubicBezTo>
                  <a:pt x="967361" y="2116736"/>
                  <a:pt x="975902" y="2108194"/>
                  <a:pt x="986454" y="2108194"/>
                </a:cubicBezTo>
                <a:close/>
                <a:moveTo>
                  <a:pt x="1921781" y="2106310"/>
                </a:moveTo>
                <a:cubicBezTo>
                  <a:pt x="1928941" y="2106310"/>
                  <a:pt x="1934845" y="2112214"/>
                  <a:pt x="1934845" y="2119374"/>
                </a:cubicBezTo>
                <a:cubicBezTo>
                  <a:pt x="1934845" y="2126534"/>
                  <a:pt x="1928941" y="2132438"/>
                  <a:pt x="1921781" y="2132438"/>
                </a:cubicBezTo>
                <a:cubicBezTo>
                  <a:pt x="1914622" y="2132438"/>
                  <a:pt x="1908717" y="2126534"/>
                  <a:pt x="1908717" y="2119374"/>
                </a:cubicBezTo>
                <a:cubicBezTo>
                  <a:pt x="1908717" y="2112214"/>
                  <a:pt x="1914496" y="2106310"/>
                  <a:pt x="1921781" y="2106310"/>
                </a:cubicBezTo>
                <a:close/>
                <a:moveTo>
                  <a:pt x="855310" y="2104553"/>
                </a:moveTo>
                <a:cubicBezTo>
                  <a:pt x="865611" y="2104553"/>
                  <a:pt x="874153" y="2112845"/>
                  <a:pt x="874153" y="2123270"/>
                </a:cubicBezTo>
                <a:cubicBezTo>
                  <a:pt x="874153" y="2133571"/>
                  <a:pt x="865862" y="2142113"/>
                  <a:pt x="855437" y="2142113"/>
                </a:cubicBezTo>
                <a:cubicBezTo>
                  <a:pt x="845136" y="2142238"/>
                  <a:pt x="836594" y="2133822"/>
                  <a:pt x="836594" y="2123396"/>
                </a:cubicBezTo>
                <a:cubicBezTo>
                  <a:pt x="836594" y="2113095"/>
                  <a:pt x="844885" y="2104553"/>
                  <a:pt x="855310" y="2104553"/>
                </a:cubicBezTo>
                <a:close/>
                <a:moveTo>
                  <a:pt x="2850578" y="2099905"/>
                </a:moveTo>
                <a:cubicBezTo>
                  <a:pt x="2852588" y="2099905"/>
                  <a:pt x="2854348" y="2101538"/>
                  <a:pt x="2854348" y="2103674"/>
                </a:cubicBezTo>
                <a:cubicBezTo>
                  <a:pt x="2854348" y="2105809"/>
                  <a:pt x="2852715" y="2107442"/>
                  <a:pt x="2850578" y="2107442"/>
                </a:cubicBezTo>
                <a:cubicBezTo>
                  <a:pt x="2848442" y="2107442"/>
                  <a:pt x="2846809" y="2105684"/>
                  <a:pt x="2846809" y="2103674"/>
                </a:cubicBezTo>
                <a:cubicBezTo>
                  <a:pt x="2846809" y="2101663"/>
                  <a:pt x="2848568" y="2099905"/>
                  <a:pt x="2850578" y="2099905"/>
                </a:cubicBezTo>
                <a:close/>
                <a:moveTo>
                  <a:pt x="2061340" y="2098900"/>
                </a:moveTo>
                <a:cubicBezTo>
                  <a:pt x="2074781" y="2098900"/>
                  <a:pt x="2085710" y="2109704"/>
                  <a:pt x="2085710" y="2123144"/>
                </a:cubicBezTo>
                <a:cubicBezTo>
                  <a:pt x="2085710" y="2136710"/>
                  <a:pt x="2074906" y="2147639"/>
                  <a:pt x="2061466" y="2147639"/>
                </a:cubicBezTo>
                <a:cubicBezTo>
                  <a:pt x="2048025" y="2147764"/>
                  <a:pt x="2037096" y="2136837"/>
                  <a:pt x="2037096" y="2123396"/>
                </a:cubicBezTo>
                <a:cubicBezTo>
                  <a:pt x="2037096" y="2109954"/>
                  <a:pt x="2047900" y="2099025"/>
                  <a:pt x="2061340" y="2098900"/>
                </a:cubicBezTo>
                <a:close/>
                <a:moveTo>
                  <a:pt x="730827" y="2096514"/>
                </a:moveTo>
                <a:cubicBezTo>
                  <a:pt x="740499" y="2096514"/>
                  <a:pt x="748413" y="2104303"/>
                  <a:pt x="748413" y="2113975"/>
                </a:cubicBezTo>
                <a:cubicBezTo>
                  <a:pt x="748413" y="2123647"/>
                  <a:pt x="740624" y="2131561"/>
                  <a:pt x="730952" y="2131561"/>
                </a:cubicBezTo>
                <a:cubicBezTo>
                  <a:pt x="721406" y="2131561"/>
                  <a:pt x="713492" y="2123773"/>
                  <a:pt x="713492" y="2114100"/>
                </a:cubicBezTo>
                <a:cubicBezTo>
                  <a:pt x="713492" y="2104554"/>
                  <a:pt x="721279" y="2096639"/>
                  <a:pt x="730827" y="2096514"/>
                </a:cubicBezTo>
                <a:close/>
                <a:moveTo>
                  <a:pt x="1771169" y="2096136"/>
                </a:moveTo>
                <a:cubicBezTo>
                  <a:pt x="1773556" y="2096136"/>
                  <a:pt x="1775566" y="2098021"/>
                  <a:pt x="1775566" y="2100533"/>
                </a:cubicBezTo>
                <a:cubicBezTo>
                  <a:pt x="1775566" y="2102920"/>
                  <a:pt x="1773681" y="2104929"/>
                  <a:pt x="1771169" y="2104929"/>
                </a:cubicBezTo>
                <a:cubicBezTo>
                  <a:pt x="1768782" y="2104929"/>
                  <a:pt x="1766772" y="2102920"/>
                  <a:pt x="1766772" y="2100533"/>
                </a:cubicBezTo>
                <a:cubicBezTo>
                  <a:pt x="1766772" y="2098146"/>
                  <a:pt x="1768782" y="2096136"/>
                  <a:pt x="1771169" y="2096136"/>
                </a:cubicBezTo>
                <a:close/>
                <a:moveTo>
                  <a:pt x="1276499" y="2094754"/>
                </a:moveTo>
                <a:cubicBezTo>
                  <a:pt x="1280644" y="2094754"/>
                  <a:pt x="1284036" y="2098146"/>
                  <a:pt x="1284036" y="2102291"/>
                </a:cubicBezTo>
                <a:cubicBezTo>
                  <a:pt x="1284036" y="2106436"/>
                  <a:pt x="1280644" y="2109828"/>
                  <a:pt x="1276499" y="2109828"/>
                </a:cubicBezTo>
                <a:cubicBezTo>
                  <a:pt x="1272353" y="2109828"/>
                  <a:pt x="1268961" y="2106436"/>
                  <a:pt x="1268961" y="2102291"/>
                </a:cubicBezTo>
                <a:cubicBezTo>
                  <a:pt x="1268961" y="2098146"/>
                  <a:pt x="1272353" y="2094754"/>
                  <a:pt x="1276499" y="2094754"/>
                </a:cubicBezTo>
                <a:close/>
                <a:moveTo>
                  <a:pt x="2192357" y="2092368"/>
                </a:moveTo>
                <a:cubicBezTo>
                  <a:pt x="2206801" y="2092242"/>
                  <a:pt x="2218484" y="2103925"/>
                  <a:pt x="2218610" y="2118369"/>
                </a:cubicBezTo>
                <a:cubicBezTo>
                  <a:pt x="2218610" y="2132815"/>
                  <a:pt x="2207053" y="2144497"/>
                  <a:pt x="2192607" y="2144623"/>
                </a:cubicBezTo>
                <a:cubicBezTo>
                  <a:pt x="2178161" y="2144748"/>
                  <a:pt x="2166354" y="2133067"/>
                  <a:pt x="2166354" y="2118621"/>
                </a:cubicBezTo>
                <a:cubicBezTo>
                  <a:pt x="2166354" y="2104175"/>
                  <a:pt x="2178036" y="2092494"/>
                  <a:pt x="2192357" y="2092368"/>
                </a:cubicBezTo>
                <a:close/>
                <a:moveTo>
                  <a:pt x="611620" y="2089480"/>
                </a:moveTo>
                <a:cubicBezTo>
                  <a:pt x="618277" y="2089480"/>
                  <a:pt x="623679" y="2094755"/>
                  <a:pt x="623679" y="2101413"/>
                </a:cubicBezTo>
                <a:cubicBezTo>
                  <a:pt x="623679" y="2107945"/>
                  <a:pt x="618277" y="2113347"/>
                  <a:pt x="611745" y="2113347"/>
                </a:cubicBezTo>
                <a:cubicBezTo>
                  <a:pt x="605213" y="2113347"/>
                  <a:pt x="599812" y="2108072"/>
                  <a:pt x="599812" y="2101413"/>
                </a:cubicBezTo>
                <a:cubicBezTo>
                  <a:pt x="599686" y="2094755"/>
                  <a:pt x="605088" y="2089353"/>
                  <a:pt x="611620" y="2089480"/>
                </a:cubicBezTo>
                <a:close/>
                <a:moveTo>
                  <a:pt x="2316841" y="2083827"/>
                </a:moveTo>
                <a:cubicBezTo>
                  <a:pt x="2330407" y="2083827"/>
                  <a:pt x="2341460" y="2094756"/>
                  <a:pt x="2341460" y="2108322"/>
                </a:cubicBezTo>
                <a:cubicBezTo>
                  <a:pt x="2341460" y="2121888"/>
                  <a:pt x="2330533" y="2132942"/>
                  <a:pt x="2316966" y="2132942"/>
                </a:cubicBezTo>
                <a:cubicBezTo>
                  <a:pt x="2303400" y="2132942"/>
                  <a:pt x="2292346" y="2122014"/>
                  <a:pt x="2292346" y="2108447"/>
                </a:cubicBezTo>
                <a:cubicBezTo>
                  <a:pt x="2292219" y="2094881"/>
                  <a:pt x="2303274" y="2083827"/>
                  <a:pt x="2316841" y="2083827"/>
                </a:cubicBezTo>
                <a:close/>
                <a:moveTo>
                  <a:pt x="2958731" y="2082444"/>
                </a:moveTo>
                <a:cubicBezTo>
                  <a:pt x="2959988" y="2082444"/>
                  <a:pt x="2960993" y="2083449"/>
                  <a:pt x="2960993" y="2084706"/>
                </a:cubicBezTo>
                <a:cubicBezTo>
                  <a:pt x="2960993" y="2085961"/>
                  <a:pt x="2960113" y="2086966"/>
                  <a:pt x="2958857" y="2086966"/>
                </a:cubicBezTo>
                <a:cubicBezTo>
                  <a:pt x="2957600" y="2086966"/>
                  <a:pt x="2956595" y="2085961"/>
                  <a:pt x="2956595" y="2084706"/>
                </a:cubicBezTo>
                <a:cubicBezTo>
                  <a:pt x="2956595" y="2083449"/>
                  <a:pt x="2957475" y="2082444"/>
                  <a:pt x="2958731" y="2082444"/>
                </a:cubicBezTo>
                <a:close/>
                <a:moveTo>
                  <a:pt x="496556" y="2076540"/>
                </a:moveTo>
                <a:cubicBezTo>
                  <a:pt x="501833" y="2076540"/>
                  <a:pt x="506103" y="2080810"/>
                  <a:pt x="506103" y="2086087"/>
                </a:cubicBezTo>
                <a:cubicBezTo>
                  <a:pt x="506103" y="2091363"/>
                  <a:pt x="501833" y="2095633"/>
                  <a:pt x="496556" y="2095633"/>
                </a:cubicBezTo>
                <a:cubicBezTo>
                  <a:pt x="491281" y="2095759"/>
                  <a:pt x="487010" y="2091489"/>
                  <a:pt x="487010" y="2086212"/>
                </a:cubicBezTo>
                <a:cubicBezTo>
                  <a:pt x="487010" y="2080937"/>
                  <a:pt x="491281" y="2076665"/>
                  <a:pt x="496556" y="2076540"/>
                </a:cubicBezTo>
                <a:close/>
                <a:moveTo>
                  <a:pt x="2435924" y="2073652"/>
                </a:moveTo>
                <a:cubicBezTo>
                  <a:pt x="2447606" y="2073652"/>
                  <a:pt x="2457028" y="2083073"/>
                  <a:pt x="2457028" y="2094630"/>
                </a:cubicBezTo>
                <a:cubicBezTo>
                  <a:pt x="2457028" y="2106186"/>
                  <a:pt x="2447606" y="2115732"/>
                  <a:pt x="2436050" y="2115732"/>
                </a:cubicBezTo>
                <a:cubicBezTo>
                  <a:pt x="2424493" y="2115732"/>
                  <a:pt x="2414946" y="2106311"/>
                  <a:pt x="2414946" y="2094755"/>
                </a:cubicBezTo>
                <a:cubicBezTo>
                  <a:pt x="2414946" y="2083199"/>
                  <a:pt x="2424368" y="2073777"/>
                  <a:pt x="2435924" y="2073652"/>
                </a:cubicBezTo>
                <a:close/>
                <a:moveTo>
                  <a:pt x="384508" y="2064231"/>
                </a:moveTo>
                <a:cubicBezTo>
                  <a:pt x="387523" y="2064231"/>
                  <a:pt x="389910" y="2066618"/>
                  <a:pt x="389910" y="2069506"/>
                </a:cubicBezTo>
                <a:cubicBezTo>
                  <a:pt x="389910" y="2072396"/>
                  <a:pt x="387648" y="2074782"/>
                  <a:pt x="384634" y="2074782"/>
                </a:cubicBezTo>
                <a:cubicBezTo>
                  <a:pt x="381745" y="2074782"/>
                  <a:pt x="379358" y="2072396"/>
                  <a:pt x="379358" y="2069506"/>
                </a:cubicBezTo>
                <a:cubicBezTo>
                  <a:pt x="379358" y="2066618"/>
                  <a:pt x="381618" y="2064231"/>
                  <a:pt x="384508" y="2064231"/>
                </a:cubicBezTo>
                <a:close/>
                <a:moveTo>
                  <a:pt x="2550986" y="2059959"/>
                </a:moveTo>
                <a:cubicBezTo>
                  <a:pt x="2561287" y="2059959"/>
                  <a:pt x="2569829" y="2068249"/>
                  <a:pt x="2569829" y="2078675"/>
                </a:cubicBezTo>
                <a:cubicBezTo>
                  <a:pt x="2569955" y="2089102"/>
                  <a:pt x="2561538" y="2097518"/>
                  <a:pt x="2551113" y="2097518"/>
                </a:cubicBezTo>
                <a:cubicBezTo>
                  <a:pt x="2540687" y="2097518"/>
                  <a:pt x="2532270" y="2089227"/>
                  <a:pt x="2532270" y="2078802"/>
                </a:cubicBezTo>
                <a:cubicBezTo>
                  <a:pt x="2532270" y="2068501"/>
                  <a:pt x="2540687" y="2059959"/>
                  <a:pt x="2550986" y="2059959"/>
                </a:cubicBezTo>
                <a:close/>
                <a:moveTo>
                  <a:pt x="1202636" y="2058705"/>
                </a:moveTo>
                <a:cubicBezTo>
                  <a:pt x="1203389" y="2058705"/>
                  <a:pt x="1204019" y="2059208"/>
                  <a:pt x="1204019" y="2059963"/>
                </a:cubicBezTo>
                <a:cubicBezTo>
                  <a:pt x="1204019" y="2060716"/>
                  <a:pt x="1203389" y="2061344"/>
                  <a:pt x="1202636" y="2061344"/>
                </a:cubicBezTo>
                <a:cubicBezTo>
                  <a:pt x="1201882" y="2061344"/>
                  <a:pt x="1201254" y="2060716"/>
                  <a:pt x="1201254" y="2059963"/>
                </a:cubicBezTo>
                <a:cubicBezTo>
                  <a:pt x="1201254" y="2059208"/>
                  <a:pt x="1201882" y="2058705"/>
                  <a:pt x="1202636" y="2058705"/>
                </a:cubicBezTo>
                <a:close/>
                <a:moveTo>
                  <a:pt x="1060942" y="2057446"/>
                </a:moveTo>
                <a:cubicBezTo>
                  <a:pt x="1066344" y="2057320"/>
                  <a:pt x="1070740" y="2061717"/>
                  <a:pt x="1070740" y="2067118"/>
                </a:cubicBezTo>
                <a:cubicBezTo>
                  <a:pt x="1070740" y="2072520"/>
                  <a:pt x="1066469" y="2076916"/>
                  <a:pt x="1061067" y="2076916"/>
                </a:cubicBezTo>
                <a:cubicBezTo>
                  <a:pt x="1055667" y="2076916"/>
                  <a:pt x="1051271" y="2072645"/>
                  <a:pt x="1051271" y="2067244"/>
                </a:cubicBezTo>
                <a:cubicBezTo>
                  <a:pt x="1051271" y="2061843"/>
                  <a:pt x="1055667" y="2057446"/>
                  <a:pt x="1060942" y="2057446"/>
                </a:cubicBezTo>
                <a:close/>
                <a:moveTo>
                  <a:pt x="1844780" y="2056190"/>
                </a:moveTo>
                <a:cubicBezTo>
                  <a:pt x="1845659" y="2056190"/>
                  <a:pt x="1846412" y="2056819"/>
                  <a:pt x="1846412" y="2057698"/>
                </a:cubicBezTo>
                <a:cubicBezTo>
                  <a:pt x="1846412" y="2058452"/>
                  <a:pt x="1845785" y="2059205"/>
                  <a:pt x="1844905" y="2059205"/>
                </a:cubicBezTo>
                <a:cubicBezTo>
                  <a:pt x="1844025" y="2059205"/>
                  <a:pt x="1843272" y="2058577"/>
                  <a:pt x="1843272" y="2057698"/>
                </a:cubicBezTo>
                <a:cubicBezTo>
                  <a:pt x="1843272" y="2056819"/>
                  <a:pt x="1844025" y="2056065"/>
                  <a:pt x="1844780" y="2056190"/>
                </a:cubicBezTo>
                <a:close/>
                <a:moveTo>
                  <a:pt x="1438919" y="2055311"/>
                </a:moveTo>
                <a:cubicBezTo>
                  <a:pt x="1439044" y="2055311"/>
                  <a:pt x="1439169" y="2055437"/>
                  <a:pt x="1439169" y="2055563"/>
                </a:cubicBezTo>
                <a:cubicBezTo>
                  <a:pt x="1439169" y="2055689"/>
                  <a:pt x="1439044" y="2055814"/>
                  <a:pt x="1438919" y="2055814"/>
                </a:cubicBezTo>
                <a:cubicBezTo>
                  <a:pt x="1438792" y="2055814"/>
                  <a:pt x="1438667" y="2055689"/>
                  <a:pt x="1438667" y="2055563"/>
                </a:cubicBezTo>
                <a:cubicBezTo>
                  <a:pt x="1438667" y="2055437"/>
                  <a:pt x="1438792" y="2055311"/>
                  <a:pt x="1438919" y="2055311"/>
                </a:cubicBezTo>
                <a:close/>
                <a:moveTo>
                  <a:pt x="1608624" y="2054683"/>
                </a:moveTo>
                <a:cubicBezTo>
                  <a:pt x="1608749" y="2054683"/>
                  <a:pt x="1608874" y="2054808"/>
                  <a:pt x="1608874" y="2054934"/>
                </a:cubicBezTo>
                <a:cubicBezTo>
                  <a:pt x="1608874" y="2055060"/>
                  <a:pt x="1608749" y="2055185"/>
                  <a:pt x="1608624" y="2055185"/>
                </a:cubicBezTo>
                <a:cubicBezTo>
                  <a:pt x="1608497" y="2055185"/>
                  <a:pt x="1608372" y="2055060"/>
                  <a:pt x="1608372" y="2054934"/>
                </a:cubicBezTo>
                <a:cubicBezTo>
                  <a:pt x="1608372" y="2054808"/>
                  <a:pt x="1608372" y="2054683"/>
                  <a:pt x="1608624" y="2054683"/>
                </a:cubicBezTo>
                <a:close/>
                <a:moveTo>
                  <a:pt x="1986474" y="2052925"/>
                </a:moveTo>
                <a:cubicBezTo>
                  <a:pt x="1992504" y="2052925"/>
                  <a:pt x="1997529" y="2057949"/>
                  <a:pt x="1997529" y="2063979"/>
                </a:cubicBezTo>
                <a:cubicBezTo>
                  <a:pt x="1997529" y="2070009"/>
                  <a:pt x="1992629" y="2075033"/>
                  <a:pt x="1986474" y="2075033"/>
                </a:cubicBezTo>
                <a:cubicBezTo>
                  <a:pt x="1980445" y="2075033"/>
                  <a:pt x="1975420" y="2070134"/>
                  <a:pt x="1975420" y="2063979"/>
                </a:cubicBezTo>
                <a:cubicBezTo>
                  <a:pt x="1975295" y="2057824"/>
                  <a:pt x="1980318" y="2052799"/>
                  <a:pt x="1986474" y="2052925"/>
                </a:cubicBezTo>
                <a:close/>
                <a:moveTo>
                  <a:pt x="275346" y="2048529"/>
                </a:moveTo>
                <a:cubicBezTo>
                  <a:pt x="277105" y="2048529"/>
                  <a:pt x="278487" y="2050036"/>
                  <a:pt x="278487" y="2051669"/>
                </a:cubicBezTo>
                <a:cubicBezTo>
                  <a:pt x="278487" y="2053428"/>
                  <a:pt x="277105" y="2054810"/>
                  <a:pt x="275346" y="2054810"/>
                </a:cubicBezTo>
                <a:cubicBezTo>
                  <a:pt x="273588" y="2054810"/>
                  <a:pt x="272206" y="2053428"/>
                  <a:pt x="272206" y="2051669"/>
                </a:cubicBezTo>
                <a:cubicBezTo>
                  <a:pt x="272206" y="2050036"/>
                  <a:pt x="273588" y="2048654"/>
                  <a:pt x="275346" y="2048529"/>
                </a:cubicBezTo>
                <a:close/>
                <a:moveTo>
                  <a:pt x="929550" y="2048152"/>
                </a:moveTo>
                <a:cubicBezTo>
                  <a:pt x="938217" y="2048152"/>
                  <a:pt x="945251" y="2055186"/>
                  <a:pt x="945251" y="2063853"/>
                </a:cubicBezTo>
                <a:cubicBezTo>
                  <a:pt x="945251" y="2072522"/>
                  <a:pt x="938217" y="2079681"/>
                  <a:pt x="929550" y="2079681"/>
                </a:cubicBezTo>
                <a:cubicBezTo>
                  <a:pt x="920756" y="2079681"/>
                  <a:pt x="913722" y="2072647"/>
                  <a:pt x="913722" y="2063979"/>
                </a:cubicBezTo>
                <a:cubicBezTo>
                  <a:pt x="913722" y="2055312"/>
                  <a:pt x="920756" y="2048152"/>
                  <a:pt x="929550" y="2048152"/>
                </a:cubicBezTo>
                <a:close/>
                <a:moveTo>
                  <a:pt x="2662784" y="2044007"/>
                </a:moveTo>
                <a:cubicBezTo>
                  <a:pt x="2672331" y="2044007"/>
                  <a:pt x="2680120" y="2051669"/>
                  <a:pt x="2680120" y="2061215"/>
                </a:cubicBezTo>
                <a:cubicBezTo>
                  <a:pt x="2680120" y="2070762"/>
                  <a:pt x="2672456" y="2078550"/>
                  <a:pt x="2662911" y="2078550"/>
                </a:cubicBezTo>
                <a:cubicBezTo>
                  <a:pt x="2653363" y="2078550"/>
                  <a:pt x="2645575" y="2070887"/>
                  <a:pt x="2645575" y="2061342"/>
                </a:cubicBezTo>
                <a:cubicBezTo>
                  <a:pt x="2645575" y="2051794"/>
                  <a:pt x="2653237" y="2044007"/>
                  <a:pt x="2662784" y="2044007"/>
                </a:cubicBezTo>
                <a:close/>
                <a:moveTo>
                  <a:pt x="2117866" y="2039860"/>
                </a:moveTo>
                <a:cubicBezTo>
                  <a:pt x="2128669" y="2039735"/>
                  <a:pt x="2137587" y="2048528"/>
                  <a:pt x="2137587" y="2059456"/>
                </a:cubicBezTo>
                <a:cubicBezTo>
                  <a:pt x="2137712" y="2070259"/>
                  <a:pt x="2128920" y="2079178"/>
                  <a:pt x="2117991" y="2079178"/>
                </a:cubicBezTo>
                <a:cubicBezTo>
                  <a:pt x="2107189" y="2079304"/>
                  <a:pt x="2098270" y="2070511"/>
                  <a:pt x="2098270" y="2059582"/>
                </a:cubicBezTo>
                <a:cubicBezTo>
                  <a:pt x="2098270" y="2048779"/>
                  <a:pt x="2107064" y="2039860"/>
                  <a:pt x="2117866" y="2039860"/>
                </a:cubicBezTo>
                <a:close/>
                <a:moveTo>
                  <a:pt x="805316" y="2034208"/>
                </a:moveTo>
                <a:cubicBezTo>
                  <a:pt x="816495" y="2034208"/>
                  <a:pt x="825540" y="2043127"/>
                  <a:pt x="825540" y="2054306"/>
                </a:cubicBezTo>
                <a:cubicBezTo>
                  <a:pt x="825540" y="2065486"/>
                  <a:pt x="816622" y="2074530"/>
                  <a:pt x="805441" y="2074530"/>
                </a:cubicBezTo>
                <a:cubicBezTo>
                  <a:pt x="794262" y="2074530"/>
                  <a:pt x="785218" y="2065486"/>
                  <a:pt x="785218" y="2054432"/>
                </a:cubicBezTo>
                <a:cubicBezTo>
                  <a:pt x="785218" y="2043252"/>
                  <a:pt x="794137" y="2034208"/>
                  <a:pt x="805316" y="2034208"/>
                </a:cubicBezTo>
                <a:close/>
                <a:moveTo>
                  <a:pt x="1356767" y="2032576"/>
                </a:moveTo>
                <a:cubicBezTo>
                  <a:pt x="1357017" y="2032576"/>
                  <a:pt x="1357269" y="2032828"/>
                  <a:pt x="1357269" y="2033079"/>
                </a:cubicBezTo>
                <a:cubicBezTo>
                  <a:pt x="1357269" y="2033329"/>
                  <a:pt x="1357017" y="2033581"/>
                  <a:pt x="1356767" y="2033581"/>
                </a:cubicBezTo>
                <a:cubicBezTo>
                  <a:pt x="1356515" y="2033581"/>
                  <a:pt x="1356264" y="2033456"/>
                  <a:pt x="1356264" y="2033204"/>
                </a:cubicBezTo>
                <a:cubicBezTo>
                  <a:pt x="1356264" y="2032953"/>
                  <a:pt x="1356390" y="2032701"/>
                  <a:pt x="1356767" y="2032576"/>
                </a:cubicBezTo>
                <a:close/>
                <a:moveTo>
                  <a:pt x="168072" y="2031696"/>
                </a:moveTo>
                <a:cubicBezTo>
                  <a:pt x="168825" y="2031696"/>
                  <a:pt x="169453" y="2032199"/>
                  <a:pt x="169453" y="2032951"/>
                </a:cubicBezTo>
                <a:cubicBezTo>
                  <a:pt x="169453" y="2033706"/>
                  <a:pt x="168950" y="2034333"/>
                  <a:pt x="168197" y="2034333"/>
                </a:cubicBezTo>
                <a:cubicBezTo>
                  <a:pt x="167443" y="2034460"/>
                  <a:pt x="166815" y="2033831"/>
                  <a:pt x="166815" y="2033078"/>
                </a:cubicBezTo>
                <a:cubicBezTo>
                  <a:pt x="166815" y="2032324"/>
                  <a:pt x="167443" y="2031821"/>
                  <a:pt x="168072" y="2031696"/>
                </a:cubicBezTo>
                <a:close/>
                <a:moveTo>
                  <a:pt x="1690524" y="2031571"/>
                </a:moveTo>
                <a:cubicBezTo>
                  <a:pt x="1690775" y="2031571"/>
                  <a:pt x="1691027" y="2031823"/>
                  <a:pt x="1691027" y="2032074"/>
                </a:cubicBezTo>
                <a:cubicBezTo>
                  <a:pt x="1691027" y="2032199"/>
                  <a:pt x="1690775" y="2032451"/>
                  <a:pt x="1690524" y="2032451"/>
                </a:cubicBezTo>
                <a:cubicBezTo>
                  <a:pt x="1690272" y="2032451"/>
                  <a:pt x="1690147" y="2032199"/>
                  <a:pt x="1690147" y="2031949"/>
                </a:cubicBezTo>
                <a:cubicBezTo>
                  <a:pt x="1690147" y="2031697"/>
                  <a:pt x="1690272" y="2031571"/>
                  <a:pt x="1690524" y="2031571"/>
                </a:cubicBezTo>
                <a:close/>
                <a:moveTo>
                  <a:pt x="2772068" y="2029686"/>
                </a:moveTo>
                <a:cubicBezTo>
                  <a:pt x="2779229" y="2029686"/>
                  <a:pt x="2785134" y="2035590"/>
                  <a:pt x="2785134" y="2042750"/>
                </a:cubicBezTo>
                <a:cubicBezTo>
                  <a:pt x="2785134" y="2049910"/>
                  <a:pt x="2779229" y="2055814"/>
                  <a:pt x="2772068" y="2055814"/>
                </a:cubicBezTo>
                <a:cubicBezTo>
                  <a:pt x="2764908" y="2055814"/>
                  <a:pt x="2759004" y="2049910"/>
                  <a:pt x="2759004" y="2042750"/>
                </a:cubicBezTo>
                <a:cubicBezTo>
                  <a:pt x="2758878" y="2035464"/>
                  <a:pt x="2764783" y="2029686"/>
                  <a:pt x="2772068" y="2029686"/>
                </a:cubicBezTo>
                <a:close/>
                <a:moveTo>
                  <a:pt x="2241848" y="2024034"/>
                </a:moveTo>
                <a:cubicBezTo>
                  <a:pt x="2255666" y="2023908"/>
                  <a:pt x="2266970" y="2035088"/>
                  <a:pt x="2266970" y="2048905"/>
                </a:cubicBezTo>
                <a:cubicBezTo>
                  <a:pt x="2267097" y="2062723"/>
                  <a:pt x="2255916" y="2074028"/>
                  <a:pt x="2242100" y="2074028"/>
                </a:cubicBezTo>
                <a:cubicBezTo>
                  <a:pt x="2228282" y="2074153"/>
                  <a:pt x="2216977" y="2062974"/>
                  <a:pt x="2216977" y="2049157"/>
                </a:cubicBezTo>
                <a:cubicBezTo>
                  <a:pt x="2216977" y="2035464"/>
                  <a:pt x="2228156" y="2024160"/>
                  <a:pt x="2241848" y="2024034"/>
                </a:cubicBezTo>
                <a:close/>
                <a:moveTo>
                  <a:pt x="686863" y="2023154"/>
                </a:moveTo>
                <a:cubicBezTo>
                  <a:pt x="696786" y="2023029"/>
                  <a:pt x="704826" y="2031068"/>
                  <a:pt x="704826" y="2040992"/>
                </a:cubicBezTo>
                <a:cubicBezTo>
                  <a:pt x="704826" y="2050790"/>
                  <a:pt x="696913" y="2058829"/>
                  <a:pt x="686989" y="2058954"/>
                </a:cubicBezTo>
                <a:cubicBezTo>
                  <a:pt x="677064" y="2058954"/>
                  <a:pt x="669025" y="2051041"/>
                  <a:pt x="669025" y="2041118"/>
                </a:cubicBezTo>
                <a:cubicBezTo>
                  <a:pt x="669025" y="2031194"/>
                  <a:pt x="676939" y="2023154"/>
                  <a:pt x="686863" y="2023154"/>
                </a:cubicBezTo>
                <a:close/>
                <a:moveTo>
                  <a:pt x="2879092" y="2015994"/>
                </a:moveTo>
                <a:cubicBezTo>
                  <a:pt x="2883112" y="2015994"/>
                  <a:pt x="2886377" y="2019259"/>
                  <a:pt x="2886377" y="2023280"/>
                </a:cubicBezTo>
                <a:cubicBezTo>
                  <a:pt x="2886377" y="2027299"/>
                  <a:pt x="2883112" y="2030565"/>
                  <a:pt x="2879092" y="2030565"/>
                </a:cubicBezTo>
                <a:cubicBezTo>
                  <a:pt x="2875073" y="2030565"/>
                  <a:pt x="2871806" y="2027299"/>
                  <a:pt x="2871806" y="2023280"/>
                </a:cubicBezTo>
                <a:cubicBezTo>
                  <a:pt x="2871806" y="2019259"/>
                  <a:pt x="2875073" y="2015994"/>
                  <a:pt x="2879092" y="2015994"/>
                </a:cubicBezTo>
                <a:close/>
                <a:moveTo>
                  <a:pt x="572802" y="2011597"/>
                </a:moveTo>
                <a:cubicBezTo>
                  <a:pt x="580465" y="2011597"/>
                  <a:pt x="586620" y="2017752"/>
                  <a:pt x="586620" y="2025289"/>
                </a:cubicBezTo>
                <a:cubicBezTo>
                  <a:pt x="586620" y="2032951"/>
                  <a:pt x="580465" y="2039107"/>
                  <a:pt x="572928" y="2039107"/>
                </a:cubicBezTo>
                <a:cubicBezTo>
                  <a:pt x="565265" y="2039107"/>
                  <a:pt x="559110" y="2032951"/>
                  <a:pt x="559110" y="2025416"/>
                </a:cubicBezTo>
                <a:cubicBezTo>
                  <a:pt x="559110" y="2017879"/>
                  <a:pt x="565265" y="2011722"/>
                  <a:pt x="572802" y="2011597"/>
                </a:cubicBezTo>
                <a:close/>
                <a:moveTo>
                  <a:pt x="2360053" y="2010592"/>
                </a:moveTo>
                <a:cubicBezTo>
                  <a:pt x="2373494" y="2010467"/>
                  <a:pt x="2384548" y="2021395"/>
                  <a:pt x="2384548" y="2034836"/>
                </a:cubicBezTo>
                <a:cubicBezTo>
                  <a:pt x="2384674" y="2048402"/>
                  <a:pt x="2373745" y="2059331"/>
                  <a:pt x="2360304" y="2059331"/>
                </a:cubicBezTo>
                <a:cubicBezTo>
                  <a:pt x="2346864" y="2059456"/>
                  <a:pt x="2335935" y="2048528"/>
                  <a:pt x="2335935" y="2035088"/>
                </a:cubicBezTo>
                <a:cubicBezTo>
                  <a:pt x="2335935" y="2021647"/>
                  <a:pt x="2346864" y="2010718"/>
                  <a:pt x="2360053" y="2010592"/>
                </a:cubicBezTo>
                <a:close/>
                <a:moveTo>
                  <a:pt x="1135810" y="2003306"/>
                </a:moveTo>
                <a:cubicBezTo>
                  <a:pt x="1137947" y="2003306"/>
                  <a:pt x="1139580" y="2004939"/>
                  <a:pt x="1139580" y="2007075"/>
                </a:cubicBezTo>
                <a:cubicBezTo>
                  <a:pt x="1139580" y="2009085"/>
                  <a:pt x="1137820" y="2010843"/>
                  <a:pt x="1135810" y="2010843"/>
                </a:cubicBezTo>
                <a:cubicBezTo>
                  <a:pt x="1133800" y="2010843"/>
                  <a:pt x="1132042" y="2009085"/>
                  <a:pt x="1132042" y="2007075"/>
                </a:cubicBezTo>
                <a:cubicBezTo>
                  <a:pt x="1132042" y="2005064"/>
                  <a:pt x="1133675" y="2003306"/>
                  <a:pt x="1135810" y="2003306"/>
                </a:cubicBezTo>
                <a:close/>
                <a:moveTo>
                  <a:pt x="2984356" y="2001171"/>
                </a:moveTo>
                <a:cubicBezTo>
                  <a:pt x="2985611" y="2001171"/>
                  <a:pt x="2986616" y="2002051"/>
                  <a:pt x="2986616" y="2003306"/>
                </a:cubicBezTo>
                <a:cubicBezTo>
                  <a:pt x="2986616" y="2004563"/>
                  <a:pt x="2985611" y="2005568"/>
                  <a:pt x="2984356" y="2005568"/>
                </a:cubicBezTo>
                <a:cubicBezTo>
                  <a:pt x="2983099" y="2005568"/>
                  <a:pt x="2982094" y="2004563"/>
                  <a:pt x="2982094" y="2003306"/>
                </a:cubicBezTo>
                <a:cubicBezTo>
                  <a:pt x="2982094" y="2002176"/>
                  <a:pt x="2983099" y="2001171"/>
                  <a:pt x="2984356" y="2001171"/>
                </a:cubicBezTo>
                <a:close/>
                <a:moveTo>
                  <a:pt x="1911230" y="1999413"/>
                </a:moveTo>
                <a:cubicBezTo>
                  <a:pt x="1913994" y="1999413"/>
                  <a:pt x="1916129" y="2001675"/>
                  <a:pt x="1916129" y="2004312"/>
                </a:cubicBezTo>
                <a:cubicBezTo>
                  <a:pt x="1916255" y="2007075"/>
                  <a:pt x="1913994" y="2009210"/>
                  <a:pt x="1911357" y="2009210"/>
                </a:cubicBezTo>
                <a:cubicBezTo>
                  <a:pt x="1908592" y="2009210"/>
                  <a:pt x="1906457" y="2006950"/>
                  <a:pt x="1906457" y="2004312"/>
                </a:cubicBezTo>
                <a:cubicBezTo>
                  <a:pt x="1906457" y="2001548"/>
                  <a:pt x="1908592" y="1999413"/>
                  <a:pt x="1911230" y="1999413"/>
                </a:cubicBezTo>
                <a:close/>
                <a:moveTo>
                  <a:pt x="462010" y="1998534"/>
                </a:moveTo>
                <a:cubicBezTo>
                  <a:pt x="467285" y="1998534"/>
                  <a:pt x="471556" y="2002804"/>
                  <a:pt x="471556" y="2008081"/>
                </a:cubicBezTo>
                <a:cubicBezTo>
                  <a:pt x="471682" y="2013356"/>
                  <a:pt x="467412" y="2017627"/>
                  <a:pt x="462135" y="2017627"/>
                </a:cubicBezTo>
                <a:cubicBezTo>
                  <a:pt x="456860" y="2017627"/>
                  <a:pt x="452589" y="2013483"/>
                  <a:pt x="452589" y="2008206"/>
                </a:cubicBezTo>
                <a:cubicBezTo>
                  <a:pt x="452589" y="2002931"/>
                  <a:pt x="456860" y="1998659"/>
                  <a:pt x="462010" y="1998534"/>
                </a:cubicBezTo>
                <a:close/>
                <a:moveTo>
                  <a:pt x="2474235" y="1997278"/>
                </a:moveTo>
                <a:cubicBezTo>
                  <a:pt x="2486043" y="1997278"/>
                  <a:pt x="2495590" y="2006825"/>
                  <a:pt x="2495590" y="2018506"/>
                </a:cubicBezTo>
                <a:cubicBezTo>
                  <a:pt x="2495590" y="2030315"/>
                  <a:pt x="2486043" y="2039861"/>
                  <a:pt x="2474360" y="2039861"/>
                </a:cubicBezTo>
                <a:cubicBezTo>
                  <a:pt x="2462553" y="2039861"/>
                  <a:pt x="2453006" y="2030315"/>
                  <a:pt x="2453006" y="2018632"/>
                </a:cubicBezTo>
                <a:cubicBezTo>
                  <a:pt x="2453006" y="2006825"/>
                  <a:pt x="2462553" y="1997278"/>
                  <a:pt x="2474235" y="1997278"/>
                </a:cubicBezTo>
                <a:close/>
                <a:moveTo>
                  <a:pt x="1279889" y="1996271"/>
                </a:moveTo>
                <a:cubicBezTo>
                  <a:pt x="1280015" y="1996271"/>
                  <a:pt x="1280140" y="1996397"/>
                  <a:pt x="1280140" y="1996523"/>
                </a:cubicBezTo>
                <a:cubicBezTo>
                  <a:pt x="1280140" y="1996649"/>
                  <a:pt x="1280015" y="1996774"/>
                  <a:pt x="1279889" y="1996774"/>
                </a:cubicBezTo>
                <a:cubicBezTo>
                  <a:pt x="1279763" y="1996774"/>
                  <a:pt x="1279638" y="1996649"/>
                  <a:pt x="1279638" y="1996523"/>
                </a:cubicBezTo>
                <a:cubicBezTo>
                  <a:pt x="1279638" y="1996397"/>
                  <a:pt x="1279763" y="1996271"/>
                  <a:pt x="1279889" y="1996271"/>
                </a:cubicBezTo>
                <a:close/>
                <a:moveTo>
                  <a:pt x="2043504" y="1989489"/>
                </a:moveTo>
                <a:cubicBezTo>
                  <a:pt x="2049534" y="1989489"/>
                  <a:pt x="2054559" y="1994389"/>
                  <a:pt x="2054559" y="2000543"/>
                </a:cubicBezTo>
                <a:cubicBezTo>
                  <a:pt x="2054559" y="2006698"/>
                  <a:pt x="2049659" y="2011723"/>
                  <a:pt x="2043504" y="2011723"/>
                </a:cubicBezTo>
                <a:cubicBezTo>
                  <a:pt x="2037474" y="2011723"/>
                  <a:pt x="2032449" y="2006824"/>
                  <a:pt x="2032449" y="2000669"/>
                </a:cubicBezTo>
                <a:cubicBezTo>
                  <a:pt x="2032449" y="1994514"/>
                  <a:pt x="2037349" y="1989489"/>
                  <a:pt x="2043504" y="1989489"/>
                </a:cubicBezTo>
                <a:close/>
                <a:moveTo>
                  <a:pt x="1003535" y="1988735"/>
                </a:moveTo>
                <a:cubicBezTo>
                  <a:pt x="1012329" y="1988735"/>
                  <a:pt x="1019363" y="1995770"/>
                  <a:pt x="1019363" y="2004437"/>
                </a:cubicBezTo>
                <a:cubicBezTo>
                  <a:pt x="1019363" y="2013105"/>
                  <a:pt x="1012329" y="2020139"/>
                  <a:pt x="1003662" y="2020139"/>
                </a:cubicBezTo>
                <a:cubicBezTo>
                  <a:pt x="994868" y="2020139"/>
                  <a:pt x="987834" y="2013105"/>
                  <a:pt x="987834" y="2004437"/>
                </a:cubicBezTo>
                <a:cubicBezTo>
                  <a:pt x="987834" y="1995770"/>
                  <a:pt x="994743" y="1988610"/>
                  <a:pt x="1003535" y="1988735"/>
                </a:cubicBezTo>
                <a:close/>
                <a:moveTo>
                  <a:pt x="354234" y="1983711"/>
                </a:moveTo>
                <a:cubicBezTo>
                  <a:pt x="357626" y="1983711"/>
                  <a:pt x="360390" y="1986475"/>
                  <a:pt x="360390" y="1989866"/>
                </a:cubicBezTo>
                <a:cubicBezTo>
                  <a:pt x="360390" y="1993258"/>
                  <a:pt x="357626" y="1996021"/>
                  <a:pt x="354234" y="1996021"/>
                </a:cubicBezTo>
                <a:cubicBezTo>
                  <a:pt x="350717" y="1996021"/>
                  <a:pt x="347954" y="1993258"/>
                  <a:pt x="347954" y="1989866"/>
                </a:cubicBezTo>
                <a:cubicBezTo>
                  <a:pt x="347828" y="1986475"/>
                  <a:pt x="350717" y="1983711"/>
                  <a:pt x="354234" y="1983711"/>
                </a:cubicBezTo>
                <a:close/>
                <a:moveTo>
                  <a:pt x="2584776" y="1981700"/>
                </a:moveTo>
                <a:cubicBezTo>
                  <a:pt x="2595077" y="1981575"/>
                  <a:pt x="2603619" y="1989992"/>
                  <a:pt x="2603619" y="2000417"/>
                </a:cubicBezTo>
                <a:cubicBezTo>
                  <a:pt x="2603745" y="2010718"/>
                  <a:pt x="2595328" y="2019260"/>
                  <a:pt x="2584903" y="2019260"/>
                </a:cubicBezTo>
                <a:cubicBezTo>
                  <a:pt x="2574602" y="2019385"/>
                  <a:pt x="2566060" y="2010969"/>
                  <a:pt x="2566060" y="2000544"/>
                </a:cubicBezTo>
                <a:cubicBezTo>
                  <a:pt x="2566060" y="1990117"/>
                  <a:pt x="2574351" y="1981700"/>
                  <a:pt x="2584776" y="1981700"/>
                </a:cubicBezTo>
                <a:close/>
                <a:moveTo>
                  <a:pt x="879807" y="1974666"/>
                </a:moveTo>
                <a:cubicBezTo>
                  <a:pt x="890860" y="1974666"/>
                  <a:pt x="899779" y="1983459"/>
                  <a:pt x="899779" y="1994514"/>
                </a:cubicBezTo>
                <a:cubicBezTo>
                  <a:pt x="899779" y="2005442"/>
                  <a:pt x="890986" y="2014486"/>
                  <a:pt x="879932" y="2014486"/>
                </a:cubicBezTo>
                <a:cubicBezTo>
                  <a:pt x="868878" y="2014486"/>
                  <a:pt x="859959" y="2005694"/>
                  <a:pt x="859959" y="1994639"/>
                </a:cubicBezTo>
                <a:cubicBezTo>
                  <a:pt x="859959" y="1983585"/>
                  <a:pt x="868753" y="1974666"/>
                  <a:pt x="879807" y="1974666"/>
                </a:cubicBezTo>
                <a:close/>
                <a:moveTo>
                  <a:pt x="248214" y="1968889"/>
                </a:moveTo>
                <a:cubicBezTo>
                  <a:pt x="249345" y="1968889"/>
                  <a:pt x="250224" y="1969769"/>
                  <a:pt x="250224" y="1970899"/>
                </a:cubicBezTo>
                <a:cubicBezTo>
                  <a:pt x="250224" y="1972030"/>
                  <a:pt x="249345" y="1972909"/>
                  <a:pt x="248214" y="1972909"/>
                </a:cubicBezTo>
                <a:cubicBezTo>
                  <a:pt x="247084" y="1972909"/>
                  <a:pt x="246205" y="1972030"/>
                  <a:pt x="246205" y="1970899"/>
                </a:cubicBezTo>
                <a:cubicBezTo>
                  <a:pt x="246205" y="1969769"/>
                  <a:pt x="247084" y="1968889"/>
                  <a:pt x="248214" y="1968889"/>
                </a:cubicBezTo>
                <a:close/>
                <a:moveTo>
                  <a:pt x="2166982" y="1968261"/>
                </a:moveTo>
                <a:cubicBezTo>
                  <a:pt x="2178916" y="1968261"/>
                  <a:pt x="2188713" y="1977933"/>
                  <a:pt x="2188713" y="1989867"/>
                </a:cubicBezTo>
                <a:cubicBezTo>
                  <a:pt x="2188713" y="2001801"/>
                  <a:pt x="2179041" y="2011598"/>
                  <a:pt x="2167107" y="2011598"/>
                </a:cubicBezTo>
                <a:cubicBezTo>
                  <a:pt x="2155175" y="2011598"/>
                  <a:pt x="2145376" y="2001926"/>
                  <a:pt x="2145376" y="1989992"/>
                </a:cubicBezTo>
                <a:cubicBezTo>
                  <a:pt x="2145376" y="1977933"/>
                  <a:pt x="2155048" y="1968261"/>
                  <a:pt x="2166982" y="1968261"/>
                </a:cubicBezTo>
                <a:close/>
                <a:moveTo>
                  <a:pt x="2692808" y="1961854"/>
                </a:moveTo>
                <a:cubicBezTo>
                  <a:pt x="2703610" y="1961729"/>
                  <a:pt x="2712404" y="1970397"/>
                  <a:pt x="2712404" y="1981200"/>
                </a:cubicBezTo>
                <a:cubicBezTo>
                  <a:pt x="2712404" y="1992003"/>
                  <a:pt x="2703735" y="2000797"/>
                  <a:pt x="2692933" y="2000797"/>
                </a:cubicBezTo>
                <a:cubicBezTo>
                  <a:pt x="2682130" y="2000922"/>
                  <a:pt x="2673337" y="1992255"/>
                  <a:pt x="2673337" y="1981451"/>
                </a:cubicBezTo>
                <a:cubicBezTo>
                  <a:pt x="2673337" y="1970774"/>
                  <a:pt x="2682004" y="1961980"/>
                  <a:pt x="2692808" y="1961854"/>
                </a:cubicBezTo>
                <a:close/>
                <a:moveTo>
                  <a:pt x="762357" y="1957834"/>
                </a:moveTo>
                <a:cubicBezTo>
                  <a:pt x="774918" y="1957834"/>
                  <a:pt x="785219" y="1968009"/>
                  <a:pt x="785219" y="1980570"/>
                </a:cubicBezTo>
                <a:cubicBezTo>
                  <a:pt x="785219" y="1993131"/>
                  <a:pt x="775043" y="2003432"/>
                  <a:pt x="762482" y="2003432"/>
                </a:cubicBezTo>
                <a:cubicBezTo>
                  <a:pt x="749920" y="2003432"/>
                  <a:pt x="739621" y="1993257"/>
                  <a:pt x="739621" y="1980695"/>
                </a:cubicBezTo>
                <a:cubicBezTo>
                  <a:pt x="739621" y="1968134"/>
                  <a:pt x="749795" y="1957959"/>
                  <a:pt x="762357" y="1957834"/>
                </a:cubicBezTo>
                <a:close/>
                <a:moveTo>
                  <a:pt x="143954" y="1950172"/>
                </a:moveTo>
                <a:cubicBezTo>
                  <a:pt x="144583" y="1950172"/>
                  <a:pt x="145085" y="1950674"/>
                  <a:pt x="145085" y="1951302"/>
                </a:cubicBezTo>
                <a:cubicBezTo>
                  <a:pt x="145085" y="1951930"/>
                  <a:pt x="144583" y="1952432"/>
                  <a:pt x="143954" y="1952432"/>
                </a:cubicBezTo>
                <a:cubicBezTo>
                  <a:pt x="143326" y="1952432"/>
                  <a:pt x="142824" y="1951930"/>
                  <a:pt x="142824" y="1951302"/>
                </a:cubicBezTo>
                <a:cubicBezTo>
                  <a:pt x="142824" y="1950674"/>
                  <a:pt x="143326" y="1950172"/>
                  <a:pt x="143954" y="1950172"/>
                </a:cubicBezTo>
                <a:close/>
                <a:moveTo>
                  <a:pt x="2284306" y="1948162"/>
                </a:moveTo>
                <a:cubicBezTo>
                  <a:pt x="2299255" y="1948037"/>
                  <a:pt x="2311439" y="1960095"/>
                  <a:pt x="2311439" y="1975043"/>
                </a:cubicBezTo>
                <a:cubicBezTo>
                  <a:pt x="2311565" y="1989992"/>
                  <a:pt x="2299506" y="2002176"/>
                  <a:pt x="2284558" y="2002176"/>
                </a:cubicBezTo>
                <a:cubicBezTo>
                  <a:pt x="2269610" y="2002301"/>
                  <a:pt x="2257426" y="1990243"/>
                  <a:pt x="2257426" y="1975295"/>
                </a:cubicBezTo>
                <a:cubicBezTo>
                  <a:pt x="2257299" y="1960347"/>
                  <a:pt x="2269358" y="1948162"/>
                  <a:pt x="2284306" y="1948162"/>
                </a:cubicBezTo>
                <a:close/>
                <a:moveTo>
                  <a:pt x="1210801" y="1946403"/>
                </a:moveTo>
                <a:cubicBezTo>
                  <a:pt x="1210927" y="1946403"/>
                  <a:pt x="1211052" y="1946655"/>
                  <a:pt x="1211052" y="1946655"/>
                </a:cubicBezTo>
                <a:cubicBezTo>
                  <a:pt x="1211052" y="1946781"/>
                  <a:pt x="1210927" y="1946906"/>
                  <a:pt x="1210801" y="1946906"/>
                </a:cubicBezTo>
                <a:cubicBezTo>
                  <a:pt x="1210675" y="1946906"/>
                  <a:pt x="1210550" y="1946781"/>
                  <a:pt x="1210550" y="1946655"/>
                </a:cubicBezTo>
                <a:cubicBezTo>
                  <a:pt x="1210550" y="1946529"/>
                  <a:pt x="1210675" y="1946529"/>
                  <a:pt x="1210801" y="1946403"/>
                </a:cubicBezTo>
                <a:close/>
                <a:moveTo>
                  <a:pt x="2798574" y="1945022"/>
                </a:moveTo>
                <a:cubicBezTo>
                  <a:pt x="2807743" y="1945022"/>
                  <a:pt x="2815280" y="1952434"/>
                  <a:pt x="2815280" y="1961603"/>
                </a:cubicBezTo>
                <a:cubicBezTo>
                  <a:pt x="2815280" y="1970773"/>
                  <a:pt x="2807869" y="1978310"/>
                  <a:pt x="2798699" y="1978310"/>
                </a:cubicBezTo>
                <a:cubicBezTo>
                  <a:pt x="2789529" y="1978310"/>
                  <a:pt x="2781992" y="1970898"/>
                  <a:pt x="2781992" y="1961729"/>
                </a:cubicBezTo>
                <a:cubicBezTo>
                  <a:pt x="2781992" y="1952559"/>
                  <a:pt x="2789404" y="1945022"/>
                  <a:pt x="2798574" y="1945022"/>
                </a:cubicBezTo>
                <a:close/>
                <a:moveTo>
                  <a:pt x="1835861" y="1944143"/>
                </a:moveTo>
                <a:cubicBezTo>
                  <a:pt x="1835987" y="1944143"/>
                  <a:pt x="1836113" y="1944268"/>
                  <a:pt x="1836113" y="1944394"/>
                </a:cubicBezTo>
                <a:cubicBezTo>
                  <a:pt x="1836113" y="1944520"/>
                  <a:pt x="1835987" y="1944645"/>
                  <a:pt x="1835861" y="1944645"/>
                </a:cubicBezTo>
                <a:cubicBezTo>
                  <a:pt x="1835735" y="1944645"/>
                  <a:pt x="1835610" y="1944520"/>
                  <a:pt x="1835610" y="1944394"/>
                </a:cubicBezTo>
                <a:cubicBezTo>
                  <a:pt x="1835610" y="1944268"/>
                  <a:pt x="1835735" y="1944143"/>
                  <a:pt x="1835861" y="1944143"/>
                </a:cubicBezTo>
                <a:close/>
                <a:moveTo>
                  <a:pt x="649680" y="1943388"/>
                </a:moveTo>
                <a:cubicBezTo>
                  <a:pt x="661236" y="1943388"/>
                  <a:pt x="670783" y="1952809"/>
                  <a:pt x="670783" y="1964366"/>
                </a:cubicBezTo>
                <a:cubicBezTo>
                  <a:pt x="670783" y="1976047"/>
                  <a:pt x="661362" y="1985468"/>
                  <a:pt x="649805" y="1985468"/>
                </a:cubicBezTo>
                <a:cubicBezTo>
                  <a:pt x="638123" y="1985468"/>
                  <a:pt x="628702" y="1976047"/>
                  <a:pt x="628702" y="1964491"/>
                </a:cubicBezTo>
                <a:cubicBezTo>
                  <a:pt x="628577" y="1952809"/>
                  <a:pt x="637997" y="1943388"/>
                  <a:pt x="649680" y="1943388"/>
                </a:cubicBezTo>
                <a:close/>
                <a:moveTo>
                  <a:pt x="1077523" y="1939871"/>
                </a:moveTo>
                <a:cubicBezTo>
                  <a:pt x="1080287" y="1939871"/>
                  <a:pt x="1082422" y="1942133"/>
                  <a:pt x="1082422" y="1944771"/>
                </a:cubicBezTo>
                <a:cubicBezTo>
                  <a:pt x="1082548" y="1947534"/>
                  <a:pt x="1080287" y="1949671"/>
                  <a:pt x="1077650" y="1949671"/>
                </a:cubicBezTo>
                <a:cubicBezTo>
                  <a:pt x="1075012" y="1949796"/>
                  <a:pt x="1072751" y="1947534"/>
                  <a:pt x="1072751" y="1944896"/>
                </a:cubicBezTo>
                <a:cubicBezTo>
                  <a:pt x="1072751" y="1942133"/>
                  <a:pt x="1074886" y="1939996"/>
                  <a:pt x="1077523" y="1939871"/>
                </a:cubicBezTo>
                <a:close/>
                <a:moveTo>
                  <a:pt x="1969012" y="1936229"/>
                </a:moveTo>
                <a:cubicBezTo>
                  <a:pt x="1971902" y="1936229"/>
                  <a:pt x="1974289" y="1938616"/>
                  <a:pt x="1974289" y="1941504"/>
                </a:cubicBezTo>
                <a:cubicBezTo>
                  <a:pt x="1974289" y="1944520"/>
                  <a:pt x="1971902" y="1946906"/>
                  <a:pt x="1969012" y="1946906"/>
                </a:cubicBezTo>
                <a:cubicBezTo>
                  <a:pt x="1966124" y="1946906"/>
                  <a:pt x="1963737" y="1944520"/>
                  <a:pt x="1963737" y="1941631"/>
                </a:cubicBezTo>
                <a:cubicBezTo>
                  <a:pt x="1963737" y="1938741"/>
                  <a:pt x="1966124" y="1936354"/>
                  <a:pt x="1969012" y="1936229"/>
                </a:cubicBezTo>
                <a:close/>
                <a:moveTo>
                  <a:pt x="2396984" y="1931456"/>
                </a:moveTo>
                <a:cubicBezTo>
                  <a:pt x="2411681" y="1931456"/>
                  <a:pt x="2423615" y="1943265"/>
                  <a:pt x="2423615" y="1957961"/>
                </a:cubicBezTo>
                <a:cubicBezTo>
                  <a:pt x="2423615" y="1972658"/>
                  <a:pt x="2411806" y="1984591"/>
                  <a:pt x="2397109" y="1984591"/>
                </a:cubicBezTo>
                <a:cubicBezTo>
                  <a:pt x="2382537" y="1984591"/>
                  <a:pt x="2370478" y="1972783"/>
                  <a:pt x="2370478" y="1958086"/>
                </a:cubicBezTo>
                <a:cubicBezTo>
                  <a:pt x="2370478" y="1943515"/>
                  <a:pt x="2382286" y="1931581"/>
                  <a:pt x="2396984" y="1931456"/>
                </a:cubicBezTo>
                <a:close/>
                <a:moveTo>
                  <a:pt x="2902584" y="1930953"/>
                </a:moveTo>
                <a:cubicBezTo>
                  <a:pt x="2908362" y="1930953"/>
                  <a:pt x="2913010" y="1935600"/>
                  <a:pt x="2913010" y="1941379"/>
                </a:cubicBezTo>
                <a:cubicBezTo>
                  <a:pt x="2913136" y="1947032"/>
                  <a:pt x="2908487" y="1951805"/>
                  <a:pt x="2902710" y="1951805"/>
                </a:cubicBezTo>
                <a:cubicBezTo>
                  <a:pt x="2897057" y="1951805"/>
                  <a:pt x="2892283" y="1947157"/>
                  <a:pt x="2892283" y="1941379"/>
                </a:cubicBezTo>
                <a:cubicBezTo>
                  <a:pt x="2892283" y="1935600"/>
                  <a:pt x="2896931" y="1930953"/>
                  <a:pt x="2902584" y="1930953"/>
                </a:cubicBezTo>
                <a:close/>
                <a:moveTo>
                  <a:pt x="540395" y="1930701"/>
                </a:moveTo>
                <a:cubicBezTo>
                  <a:pt x="549188" y="1930576"/>
                  <a:pt x="556349" y="1937736"/>
                  <a:pt x="556349" y="1946530"/>
                </a:cubicBezTo>
                <a:cubicBezTo>
                  <a:pt x="556349" y="1955322"/>
                  <a:pt x="549188" y="1962482"/>
                  <a:pt x="540395" y="1962482"/>
                </a:cubicBezTo>
                <a:cubicBezTo>
                  <a:pt x="531601" y="1962608"/>
                  <a:pt x="524441" y="1955447"/>
                  <a:pt x="524441" y="1946655"/>
                </a:cubicBezTo>
                <a:cubicBezTo>
                  <a:pt x="524316" y="1937863"/>
                  <a:pt x="531476" y="1930701"/>
                  <a:pt x="540395" y="1930701"/>
                </a:cubicBezTo>
                <a:close/>
                <a:moveTo>
                  <a:pt x="954546" y="1922661"/>
                </a:moveTo>
                <a:cubicBezTo>
                  <a:pt x="961204" y="1922536"/>
                  <a:pt x="966731" y="1927937"/>
                  <a:pt x="966731" y="1934720"/>
                </a:cubicBezTo>
                <a:cubicBezTo>
                  <a:pt x="966731" y="1941378"/>
                  <a:pt x="961204" y="1946905"/>
                  <a:pt x="954546" y="1946905"/>
                </a:cubicBezTo>
                <a:cubicBezTo>
                  <a:pt x="947889" y="1946905"/>
                  <a:pt x="942362" y="1941504"/>
                  <a:pt x="942362" y="1934720"/>
                </a:cubicBezTo>
                <a:cubicBezTo>
                  <a:pt x="942362" y="1927937"/>
                  <a:pt x="947763" y="1922410"/>
                  <a:pt x="954546" y="1922661"/>
                </a:cubicBezTo>
                <a:close/>
                <a:moveTo>
                  <a:pt x="433747" y="1921657"/>
                </a:moveTo>
                <a:cubicBezTo>
                  <a:pt x="437138" y="1921657"/>
                  <a:pt x="439902" y="1924421"/>
                  <a:pt x="439902" y="1927812"/>
                </a:cubicBezTo>
                <a:cubicBezTo>
                  <a:pt x="439902" y="1931204"/>
                  <a:pt x="437138" y="1933968"/>
                  <a:pt x="433747" y="1933968"/>
                </a:cubicBezTo>
                <a:cubicBezTo>
                  <a:pt x="430230" y="1933968"/>
                  <a:pt x="427466" y="1931204"/>
                  <a:pt x="427466" y="1927812"/>
                </a:cubicBezTo>
                <a:cubicBezTo>
                  <a:pt x="427466" y="1924421"/>
                  <a:pt x="430230" y="1921657"/>
                  <a:pt x="433747" y="1921657"/>
                </a:cubicBezTo>
                <a:close/>
                <a:moveTo>
                  <a:pt x="3005208" y="1917512"/>
                </a:moveTo>
                <a:cubicBezTo>
                  <a:pt x="3007093" y="1917512"/>
                  <a:pt x="3008601" y="1918893"/>
                  <a:pt x="3008601" y="1920778"/>
                </a:cubicBezTo>
                <a:cubicBezTo>
                  <a:pt x="3008601" y="1922538"/>
                  <a:pt x="3007218" y="1924045"/>
                  <a:pt x="3005334" y="1924045"/>
                </a:cubicBezTo>
                <a:cubicBezTo>
                  <a:pt x="3003576" y="1924045"/>
                  <a:pt x="3002068" y="1922538"/>
                  <a:pt x="3002068" y="1920778"/>
                </a:cubicBezTo>
                <a:cubicBezTo>
                  <a:pt x="3002068" y="1918893"/>
                  <a:pt x="3003576" y="1917385"/>
                  <a:pt x="3005208" y="1917512"/>
                </a:cubicBezTo>
                <a:close/>
                <a:moveTo>
                  <a:pt x="2091990" y="1916381"/>
                </a:moveTo>
                <a:cubicBezTo>
                  <a:pt x="2099779" y="1916256"/>
                  <a:pt x="2106186" y="1922663"/>
                  <a:pt x="2106186" y="1930450"/>
                </a:cubicBezTo>
                <a:cubicBezTo>
                  <a:pt x="2106311" y="1938239"/>
                  <a:pt x="2099905" y="1944646"/>
                  <a:pt x="2092117" y="1944646"/>
                </a:cubicBezTo>
                <a:cubicBezTo>
                  <a:pt x="2084328" y="1944771"/>
                  <a:pt x="2077922" y="1938364"/>
                  <a:pt x="2077922" y="1930577"/>
                </a:cubicBezTo>
                <a:cubicBezTo>
                  <a:pt x="2077796" y="1922788"/>
                  <a:pt x="2084203" y="1916381"/>
                  <a:pt x="2091990" y="1916381"/>
                </a:cubicBezTo>
                <a:close/>
                <a:moveTo>
                  <a:pt x="2506142" y="1915754"/>
                </a:moveTo>
                <a:cubicBezTo>
                  <a:pt x="2519206" y="1915754"/>
                  <a:pt x="2529758" y="1926306"/>
                  <a:pt x="2529883" y="1939370"/>
                </a:cubicBezTo>
                <a:cubicBezTo>
                  <a:pt x="2529883" y="1952434"/>
                  <a:pt x="2519331" y="1963111"/>
                  <a:pt x="2506267" y="1963111"/>
                </a:cubicBezTo>
                <a:cubicBezTo>
                  <a:pt x="2493203" y="1963111"/>
                  <a:pt x="2482526" y="1952559"/>
                  <a:pt x="2482526" y="1939495"/>
                </a:cubicBezTo>
                <a:cubicBezTo>
                  <a:pt x="2482526" y="1926431"/>
                  <a:pt x="2493078" y="1915879"/>
                  <a:pt x="2506142" y="1915754"/>
                </a:cubicBezTo>
                <a:close/>
                <a:moveTo>
                  <a:pt x="329111" y="1904574"/>
                </a:moveTo>
                <a:cubicBezTo>
                  <a:pt x="331246" y="1904574"/>
                  <a:pt x="332879" y="1906207"/>
                  <a:pt x="332879" y="1908343"/>
                </a:cubicBezTo>
                <a:cubicBezTo>
                  <a:pt x="332879" y="1910353"/>
                  <a:pt x="331121" y="1912111"/>
                  <a:pt x="329111" y="1912111"/>
                </a:cubicBezTo>
                <a:cubicBezTo>
                  <a:pt x="327101" y="1912111"/>
                  <a:pt x="325342" y="1910353"/>
                  <a:pt x="325342" y="1908343"/>
                </a:cubicBezTo>
                <a:cubicBezTo>
                  <a:pt x="325342" y="1906332"/>
                  <a:pt x="327101" y="1904574"/>
                  <a:pt x="329111" y="1904574"/>
                </a:cubicBezTo>
                <a:close/>
                <a:moveTo>
                  <a:pt x="838352" y="1900177"/>
                </a:moveTo>
                <a:cubicBezTo>
                  <a:pt x="849406" y="1900177"/>
                  <a:pt x="858325" y="1908970"/>
                  <a:pt x="858325" y="1920025"/>
                </a:cubicBezTo>
                <a:cubicBezTo>
                  <a:pt x="858325" y="1930953"/>
                  <a:pt x="849532" y="1939997"/>
                  <a:pt x="838478" y="1939997"/>
                </a:cubicBezTo>
                <a:cubicBezTo>
                  <a:pt x="827424" y="1939997"/>
                  <a:pt x="818505" y="1931205"/>
                  <a:pt x="818505" y="1920150"/>
                </a:cubicBezTo>
                <a:cubicBezTo>
                  <a:pt x="818380" y="1909096"/>
                  <a:pt x="827297" y="1900177"/>
                  <a:pt x="838352" y="1900177"/>
                </a:cubicBezTo>
                <a:close/>
                <a:moveTo>
                  <a:pt x="2612664" y="1899172"/>
                </a:moveTo>
                <a:cubicBezTo>
                  <a:pt x="2624096" y="1899172"/>
                  <a:pt x="2633518" y="1908342"/>
                  <a:pt x="2633518" y="1919898"/>
                </a:cubicBezTo>
                <a:cubicBezTo>
                  <a:pt x="2633518" y="1931330"/>
                  <a:pt x="2624221" y="1940751"/>
                  <a:pt x="2612791" y="1940751"/>
                </a:cubicBezTo>
                <a:cubicBezTo>
                  <a:pt x="2601359" y="1940751"/>
                  <a:pt x="2591937" y="1931455"/>
                  <a:pt x="2591937" y="1920025"/>
                </a:cubicBezTo>
                <a:cubicBezTo>
                  <a:pt x="2591937" y="1908467"/>
                  <a:pt x="2601234" y="1899172"/>
                  <a:pt x="2612664" y="1899172"/>
                </a:cubicBezTo>
                <a:close/>
                <a:moveTo>
                  <a:pt x="2207933" y="1893520"/>
                </a:moveTo>
                <a:cubicBezTo>
                  <a:pt x="2219867" y="1893520"/>
                  <a:pt x="2229664" y="1903067"/>
                  <a:pt x="2229664" y="1915126"/>
                </a:cubicBezTo>
                <a:cubicBezTo>
                  <a:pt x="2229789" y="1927060"/>
                  <a:pt x="2219992" y="1936857"/>
                  <a:pt x="2208058" y="1936857"/>
                </a:cubicBezTo>
                <a:cubicBezTo>
                  <a:pt x="2196125" y="1936857"/>
                  <a:pt x="2186453" y="1927185"/>
                  <a:pt x="2186327" y="1915251"/>
                </a:cubicBezTo>
                <a:cubicBezTo>
                  <a:pt x="2186327" y="1903192"/>
                  <a:pt x="2195999" y="1893395"/>
                  <a:pt x="2207933" y="1893520"/>
                </a:cubicBezTo>
                <a:close/>
                <a:moveTo>
                  <a:pt x="1151635" y="1885103"/>
                </a:moveTo>
                <a:cubicBezTo>
                  <a:pt x="1151762" y="1885103"/>
                  <a:pt x="1151887" y="1885228"/>
                  <a:pt x="1151887" y="1885354"/>
                </a:cubicBezTo>
                <a:cubicBezTo>
                  <a:pt x="1151887" y="1885480"/>
                  <a:pt x="1151762" y="1885605"/>
                  <a:pt x="1151635" y="1885605"/>
                </a:cubicBezTo>
                <a:cubicBezTo>
                  <a:pt x="1151510" y="1885605"/>
                  <a:pt x="1151385" y="1885480"/>
                  <a:pt x="1151385" y="1885354"/>
                </a:cubicBezTo>
                <a:cubicBezTo>
                  <a:pt x="1151385" y="1885228"/>
                  <a:pt x="1151510" y="1885103"/>
                  <a:pt x="1151635" y="1885103"/>
                </a:cubicBezTo>
                <a:close/>
                <a:moveTo>
                  <a:pt x="226232" y="1885103"/>
                </a:moveTo>
                <a:cubicBezTo>
                  <a:pt x="227990" y="1885103"/>
                  <a:pt x="229497" y="1886485"/>
                  <a:pt x="229497" y="1888368"/>
                </a:cubicBezTo>
                <a:cubicBezTo>
                  <a:pt x="229622" y="1890253"/>
                  <a:pt x="228115" y="1891760"/>
                  <a:pt x="226232" y="1891760"/>
                </a:cubicBezTo>
                <a:cubicBezTo>
                  <a:pt x="224472" y="1891760"/>
                  <a:pt x="222965" y="1890378"/>
                  <a:pt x="222965" y="1888495"/>
                </a:cubicBezTo>
                <a:cubicBezTo>
                  <a:pt x="222965" y="1886610"/>
                  <a:pt x="224347" y="1885228"/>
                  <a:pt x="226232" y="1885103"/>
                </a:cubicBezTo>
                <a:close/>
                <a:moveTo>
                  <a:pt x="1894525" y="1882340"/>
                </a:moveTo>
                <a:cubicBezTo>
                  <a:pt x="1894650" y="1882340"/>
                  <a:pt x="1894776" y="1882465"/>
                  <a:pt x="1894776" y="1882591"/>
                </a:cubicBezTo>
                <a:cubicBezTo>
                  <a:pt x="1894776" y="1882717"/>
                  <a:pt x="1894650" y="1882842"/>
                  <a:pt x="1894525" y="1882842"/>
                </a:cubicBezTo>
                <a:cubicBezTo>
                  <a:pt x="1894398" y="1882842"/>
                  <a:pt x="1894273" y="1882717"/>
                  <a:pt x="1894273" y="1882591"/>
                </a:cubicBezTo>
                <a:cubicBezTo>
                  <a:pt x="1894273" y="1882591"/>
                  <a:pt x="1894525" y="1882465"/>
                  <a:pt x="1894525" y="1882340"/>
                </a:cubicBezTo>
                <a:close/>
                <a:moveTo>
                  <a:pt x="2717175" y="1880330"/>
                </a:moveTo>
                <a:cubicBezTo>
                  <a:pt x="2727852" y="1880205"/>
                  <a:pt x="2736645" y="1888872"/>
                  <a:pt x="2736645" y="1899674"/>
                </a:cubicBezTo>
                <a:cubicBezTo>
                  <a:pt x="2736771" y="1910478"/>
                  <a:pt x="2727977" y="1919270"/>
                  <a:pt x="2717300" y="1919270"/>
                </a:cubicBezTo>
                <a:cubicBezTo>
                  <a:pt x="2706498" y="1919270"/>
                  <a:pt x="2697704" y="1910603"/>
                  <a:pt x="2697704" y="1899801"/>
                </a:cubicBezTo>
                <a:cubicBezTo>
                  <a:pt x="2697704" y="1888997"/>
                  <a:pt x="2706371" y="1880330"/>
                  <a:pt x="2717175" y="1880330"/>
                </a:cubicBezTo>
                <a:close/>
                <a:moveTo>
                  <a:pt x="726931" y="1878195"/>
                </a:moveTo>
                <a:cubicBezTo>
                  <a:pt x="740749" y="1878069"/>
                  <a:pt x="751928" y="1889249"/>
                  <a:pt x="752053" y="1903066"/>
                </a:cubicBezTo>
                <a:cubicBezTo>
                  <a:pt x="752180" y="1916885"/>
                  <a:pt x="741001" y="1928189"/>
                  <a:pt x="727183" y="1928189"/>
                </a:cubicBezTo>
                <a:cubicBezTo>
                  <a:pt x="713366" y="1928189"/>
                  <a:pt x="702186" y="1917010"/>
                  <a:pt x="702061" y="1903192"/>
                </a:cubicBezTo>
                <a:cubicBezTo>
                  <a:pt x="702061" y="1889375"/>
                  <a:pt x="713240" y="1878195"/>
                  <a:pt x="726931" y="1878195"/>
                </a:cubicBezTo>
                <a:close/>
                <a:moveTo>
                  <a:pt x="2319226" y="1872039"/>
                </a:moveTo>
                <a:cubicBezTo>
                  <a:pt x="2333044" y="1871914"/>
                  <a:pt x="2344474" y="1883219"/>
                  <a:pt x="2344474" y="1897162"/>
                </a:cubicBezTo>
                <a:cubicBezTo>
                  <a:pt x="2344474" y="1911106"/>
                  <a:pt x="2333295" y="1922536"/>
                  <a:pt x="2319351" y="1922536"/>
                </a:cubicBezTo>
                <a:cubicBezTo>
                  <a:pt x="2305409" y="1922536"/>
                  <a:pt x="2294103" y="1911357"/>
                  <a:pt x="2293978" y="1897413"/>
                </a:cubicBezTo>
                <a:cubicBezTo>
                  <a:pt x="2293852" y="1883471"/>
                  <a:pt x="2305157" y="1872165"/>
                  <a:pt x="2319226" y="1872039"/>
                </a:cubicBezTo>
                <a:close/>
                <a:moveTo>
                  <a:pt x="1029413" y="1871412"/>
                </a:moveTo>
                <a:cubicBezTo>
                  <a:pt x="1031172" y="1871412"/>
                  <a:pt x="1032554" y="1872794"/>
                  <a:pt x="1032554" y="1874552"/>
                </a:cubicBezTo>
                <a:cubicBezTo>
                  <a:pt x="1032554" y="1876311"/>
                  <a:pt x="1031047" y="1877694"/>
                  <a:pt x="1029413" y="1877694"/>
                </a:cubicBezTo>
                <a:cubicBezTo>
                  <a:pt x="1027655" y="1877819"/>
                  <a:pt x="1026273" y="1876311"/>
                  <a:pt x="1026273" y="1874679"/>
                </a:cubicBezTo>
                <a:cubicBezTo>
                  <a:pt x="1026273" y="1872920"/>
                  <a:pt x="1027655" y="1871537"/>
                  <a:pt x="1029413" y="1871412"/>
                </a:cubicBezTo>
                <a:close/>
                <a:moveTo>
                  <a:pt x="2016745" y="1869276"/>
                </a:moveTo>
                <a:cubicBezTo>
                  <a:pt x="2017752" y="1869276"/>
                  <a:pt x="2018505" y="1870029"/>
                  <a:pt x="2018505" y="1871034"/>
                </a:cubicBezTo>
                <a:cubicBezTo>
                  <a:pt x="2018505" y="1872040"/>
                  <a:pt x="2017752" y="1872793"/>
                  <a:pt x="2016745" y="1872793"/>
                </a:cubicBezTo>
                <a:cubicBezTo>
                  <a:pt x="2015740" y="1872793"/>
                  <a:pt x="2014987" y="1872040"/>
                  <a:pt x="2014987" y="1871034"/>
                </a:cubicBezTo>
                <a:cubicBezTo>
                  <a:pt x="2014987" y="1870029"/>
                  <a:pt x="2015740" y="1869276"/>
                  <a:pt x="2016745" y="1869276"/>
                </a:cubicBezTo>
                <a:close/>
                <a:moveTo>
                  <a:pt x="124610" y="1866512"/>
                </a:moveTo>
                <a:cubicBezTo>
                  <a:pt x="125615" y="1866512"/>
                  <a:pt x="126368" y="1867265"/>
                  <a:pt x="126368" y="1868270"/>
                </a:cubicBezTo>
                <a:cubicBezTo>
                  <a:pt x="126368" y="1869276"/>
                  <a:pt x="125615" y="1870029"/>
                  <a:pt x="124610" y="1870029"/>
                </a:cubicBezTo>
                <a:cubicBezTo>
                  <a:pt x="123605" y="1870029"/>
                  <a:pt x="122851" y="1869276"/>
                  <a:pt x="122851" y="1868270"/>
                </a:cubicBezTo>
                <a:cubicBezTo>
                  <a:pt x="122851" y="1867265"/>
                  <a:pt x="123730" y="1866512"/>
                  <a:pt x="124610" y="1866512"/>
                </a:cubicBezTo>
                <a:close/>
                <a:moveTo>
                  <a:pt x="619406" y="1865382"/>
                </a:moveTo>
                <a:cubicBezTo>
                  <a:pt x="630085" y="1865382"/>
                  <a:pt x="638752" y="1873924"/>
                  <a:pt x="638752" y="1884601"/>
                </a:cubicBezTo>
                <a:cubicBezTo>
                  <a:pt x="638752" y="1895280"/>
                  <a:pt x="630210" y="1903947"/>
                  <a:pt x="619533" y="1903947"/>
                </a:cubicBezTo>
                <a:cubicBezTo>
                  <a:pt x="608854" y="1903947"/>
                  <a:pt x="600187" y="1895405"/>
                  <a:pt x="600187" y="1884727"/>
                </a:cubicBezTo>
                <a:cubicBezTo>
                  <a:pt x="600187" y="1874049"/>
                  <a:pt x="608729" y="1865507"/>
                  <a:pt x="619406" y="1865382"/>
                </a:cubicBezTo>
                <a:close/>
                <a:moveTo>
                  <a:pt x="2819803" y="1865004"/>
                </a:moveTo>
                <a:cubicBezTo>
                  <a:pt x="2827592" y="1865004"/>
                  <a:pt x="2833997" y="1871286"/>
                  <a:pt x="2833997" y="1879073"/>
                </a:cubicBezTo>
                <a:cubicBezTo>
                  <a:pt x="2834122" y="1886862"/>
                  <a:pt x="2827717" y="1893269"/>
                  <a:pt x="2819928" y="1893269"/>
                </a:cubicBezTo>
                <a:cubicBezTo>
                  <a:pt x="2812141" y="1893394"/>
                  <a:pt x="2805734" y="1886987"/>
                  <a:pt x="2805734" y="1879200"/>
                </a:cubicBezTo>
                <a:cubicBezTo>
                  <a:pt x="2805734" y="1871286"/>
                  <a:pt x="2812016" y="1864879"/>
                  <a:pt x="2819803" y="1865004"/>
                </a:cubicBezTo>
                <a:close/>
                <a:moveTo>
                  <a:pt x="2921300" y="1853072"/>
                </a:moveTo>
                <a:cubicBezTo>
                  <a:pt x="2924189" y="1852946"/>
                  <a:pt x="2926449" y="1855333"/>
                  <a:pt x="2926449" y="1858097"/>
                </a:cubicBezTo>
                <a:cubicBezTo>
                  <a:pt x="2926449" y="1860985"/>
                  <a:pt x="2924189" y="1863246"/>
                  <a:pt x="2921300" y="1863246"/>
                </a:cubicBezTo>
                <a:cubicBezTo>
                  <a:pt x="2918536" y="1863246"/>
                  <a:pt x="2916275" y="1860985"/>
                  <a:pt x="2916275" y="1858222"/>
                </a:cubicBezTo>
                <a:cubicBezTo>
                  <a:pt x="2916275" y="1855333"/>
                  <a:pt x="2918536" y="1853072"/>
                  <a:pt x="2921300" y="1853072"/>
                </a:cubicBezTo>
                <a:close/>
                <a:moveTo>
                  <a:pt x="514268" y="1851815"/>
                </a:moveTo>
                <a:cubicBezTo>
                  <a:pt x="521805" y="1851815"/>
                  <a:pt x="527834" y="1857844"/>
                  <a:pt x="527834" y="1865256"/>
                </a:cubicBezTo>
                <a:cubicBezTo>
                  <a:pt x="527834" y="1872792"/>
                  <a:pt x="521805" y="1878821"/>
                  <a:pt x="514393" y="1878821"/>
                </a:cubicBezTo>
                <a:cubicBezTo>
                  <a:pt x="506982" y="1878821"/>
                  <a:pt x="500827" y="1872792"/>
                  <a:pt x="500827" y="1865381"/>
                </a:cubicBezTo>
                <a:cubicBezTo>
                  <a:pt x="500827" y="1857970"/>
                  <a:pt x="506856" y="1851940"/>
                  <a:pt x="514268" y="1851815"/>
                </a:cubicBezTo>
                <a:close/>
                <a:moveTo>
                  <a:pt x="2426754" y="1849931"/>
                </a:moveTo>
                <a:cubicBezTo>
                  <a:pt x="2442204" y="1849931"/>
                  <a:pt x="2454892" y="1862493"/>
                  <a:pt x="2454892" y="1877944"/>
                </a:cubicBezTo>
                <a:cubicBezTo>
                  <a:pt x="2454892" y="1893520"/>
                  <a:pt x="2442455" y="1906206"/>
                  <a:pt x="2426879" y="1906206"/>
                </a:cubicBezTo>
                <a:cubicBezTo>
                  <a:pt x="2411303" y="1906206"/>
                  <a:pt x="2398617" y="1893770"/>
                  <a:pt x="2398617" y="1878194"/>
                </a:cubicBezTo>
                <a:cubicBezTo>
                  <a:pt x="2398491" y="1862743"/>
                  <a:pt x="2411053" y="1850056"/>
                  <a:pt x="2426754" y="1849931"/>
                </a:cubicBezTo>
                <a:close/>
                <a:moveTo>
                  <a:pt x="2131057" y="1846917"/>
                </a:moveTo>
                <a:cubicBezTo>
                  <a:pt x="2135328" y="1846917"/>
                  <a:pt x="2138846" y="1850434"/>
                  <a:pt x="2138846" y="1854705"/>
                </a:cubicBezTo>
                <a:cubicBezTo>
                  <a:pt x="2138971" y="1858976"/>
                  <a:pt x="2135454" y="1862493"/>
                  <a:pt x="2131183" y="1862493"/>
                </a:cubicBezTo>
                <a:cubicBezTo>
                  <a:pt x="2126912" y="1862619"/>
                  <a:pt x="2123394" y="1859102"/>
                  <a:pt x="2123394" y="1854831"/>
                </a:cubicBezTo>
                <a:cubicBezTo>
                  <a:pt x="2123394" y="1850560"/>
                  <a:pt x="2126912" y="1847042"/>
                  <a:pt x="2131057" y="1846917"/>
                </a:cubicBezTo>
                <a:close/>
                <a:moveTo>
                  <a:pt x="24117" y="1846539"/>
                </a:moveTo>
                <a:cubicBezTo>
                  <a:pt x="24872" y="1846539"/>
                  <a:pt x="25500" y="1847167"/>
                  <a:pt x="25500" y="1847921"/>
                </a:cubicBezTo>
                <a:cubicBezTo>
                  <a:pt x="25500" y="1848674"/>
                  <a:pt x="24872" y="1849303"/>
                  <a:pt x="24117" y="1849303"/>
                </a:cubicBezTo>
                <a:cubicBezTo>
                  <a:pt x="23490" y="1849303"/>
                  <a:pt x="22862" y="1848674"/>
                  <a:pt x="22862" y="1847921"/>
                </a:cubicBezTo>
                <a:cubicBezTo>
                  <a:pt x="22862" y="1847167"/>
                  <a:pt x="23490" y="1846539"/>
                  <a:pt x="24117" y="1846539"/>
                </a:cubicBezTo>
                <a:close/>
                <a:moveTo>
                  <a:pt x="914727" y="1839254"/>
                </a:moveTo>
                <a:cubicBezTo>
                  <a:pt x="925654" y="1839254"/>
                  <a:pt x="934699" y="1848047"/>
                  <a:pt x="934699" y="1859102"/>
                </a:cubicBezTo>
                <a:cubicBezTo>
                  <a:pt x="934699" y="1870156"/>
                  <a:pt x="925906" y="1879074"/>
                  <a:pt x="914852" y="1879074"/>
                </a:cubicBezTo>
                <a:cubicBezTo>
                  <a:pt x="903923" y="1879074"/>
                  <a:pt x="894879" y="1870282"/>
                  <a:pt x="894879" y="1859227"/>
                </a:cubicBezTo>
                <a:cubicBezTo>
                  <a:pt x="894879" y="1848298"/>
                  <a:pt x="903798" y="1839379"/>
                  <a:pt x="914727" y="1839254"/>
                </a:cubicBezTo>
                <a:close/>
                <a:moveTo>
                  <a:pt x="411263" y="1837369"/>
                </a:moveTo>
                <a:cubicBezTo>
                  <a:pt x="415660" y="1837369"/>
                  <a:pt x="419428" y="1841012"/>
                  <a:pt x="419428" y="1845534"/>
                </a:cubicBezTo>
                <a:cubicBezTo>
                  <a:pt x="419428" y="1850056"/>
                  <a:pt x="415785" y="1853699"/>
                  <a:pt x="411263" y="1853699"/>
                </a:cubicBezTo>
                <a:cubicBezTo>
                  <a:pt x="406866" y="1853699"/>
                  <a:pt x="403098" y="1850056"/>
                  <a:pt x="403098" y="1845534"/>
                </a:cubicBezTo>
                <a:cubicBezTo>
                  <a:pt x="403098" y="1841012"/>
                  <a:pt x="406740" y="1837369"/>
                  <a:pt x="411263" y="1837369"/>
                </a:cubicBezTo>
                <a:close/>
                <a:moveTo>
                  <a:pt x="3021790" y="1835737"/>
                </a:moveTo>
                <a:cubicBezTo>
                  <a:pt x="3022543" y="1835612"/>
                  <a:pt x="3023173" y="1836239"/>
                  <a:pt x="3023173" y="1836994"/>
                </a:cubicBezTo>
                <a:cubicBezTo>
                  <a:pt x="3023173" y="1837746"/>
                  <a:pt x="3022543" y="1838375"/>
                  <a:pt x="3021790" y="1838375"/>
                </a:cubicBezTo>
                <a:cubicBezTo>
                  <a:pt x="3021036" y="1838375"/>
                  <a:pt x="3020408" y="1837746"/>
                  <a:pt x="3020408" y="1836994"/>
                </a:cubicBezTo>
                <a:cubicBezTo>
                  <a:pt x="3020408" y="1836239"/>
                  <a:pt x="3020911" y="1835612"/>
                  <a:pt x="3021790" y="1835737"/>
                </a:cubicBezTo>
                <a:close/>
                <a:moveTo>
                  <a:pt x="2531517" y="1835235"/>
                </a:moveTo>
                <a:cubicBezTo>
                  <a:pt x="2544079" y="1835235"/>
                  <a:pt x="2554380" y="1845410"/>
                  <a:pt x="2554380" y="1857971"/>
                </a:cubicBezTo>
                <a:cubicBezTo>
                  <a:pt x="2554380" y="1870532"/>
                  <a:pt x="2544204" y="1880833"/>
                  <a:pt x="2531642" y="1880833"/>
                </a:cubicBezTo>
                <a:cubicBezTo>
                  <a:pt x="2519081" y="1880833"/>
                  <a:pt x="2508781" y="1870658"/>
                  <a:pt x="2508781" y="1858096"/>
                </a:cubicBezTo>
                <a:cubicBezTo>
                  <a:pt x="2508781" y="1845535"/>
                  <a:pt x="2518956" y="1835360"/>
                  <a:pt x="2531517" y="1835235"/>
                </a:cubicBezTo>
                <a:close/>
                <a:moveTo>
                  <a:pt x="309892" y="1819783"/>
                </a:moveTo>
                <a:cubicBezTo>
                  <a:pt x="312906" y="1819783"/>
                  <a:pt x="315419" y="1822295"/>
                  <a:pt x="315419" y="1825310"/>
                </a:cubicBezTo>
                <a:cubicBezTo>
                  <a:pt x="315419" y="1828325"/>
                  <a:pt x="312906" y="1830837"/>
                  <a:pt x="309892" y="1830837"/>
                </a:cubicBezTo>
                <a:cubicBezTo>
                  <a:pt x="306877" y="1830837"/>
                  <a:pt x="304365" y="1828325"/>
                  <a:pt x="304365" y="1825310"/>
                </a:cubicBezTo>
                <a:cubicBezTo>
                  <a:pt x="304365" y="1822295"/>
                  <a:pt x="306752" y="1819783"/>
                  <a:pt x="309892" y="1819783"/>
                </a:cubicBezTo>
                <a:close/>
                <a:moveTo>
                  <a:pt x="2240216" y="1819532"/>
                </a:moveTo>
                <a:cubicBezTo>
                  <a:pt x="2249512" y="1819407"/>
                  <a:pt x="2257049" y="1826944"/>
                  <a:pt x="2257049" y="1836239"/>
                </a:cubicBezTo>
                <a:cubicBezTo>
                  <a:pt x="2257175" y="1845410"/>
                  <a:pt x="2249638" y="1853072"/>
                  <a:pt x="2240343" y="1853072"/>
                </a:cubicBezTo>
                <a:cubicBezTo>
                  <a:pt x="2231046" y="1853197"/>
                  <a:pt x="2223509" y="1845660"/>
                  <a:pt x="2223509" y="1836365"/>
                </a:cubicBezTo>
                <a:cubicBezTo>
                  <a:pt x="2223509" y="1826944"/>
                  <a:pt x="2231046" y="1819407"/>
                  <a:pt x="2240216" y="1819532"/>
                </a:cubicBezTo>
                <a:close/>
                <a:moveTo>
                  <a:pt x="805316" y="1816392"/>
                </a:moveTo>
                <a:cubicBezTo>
                  <a:pt x="819134" y="1816266"/>
                  <a:pt x="830438" y="1827446"/>
                  <a:pt x="830438" y="1841263"/>
                </a:cubicBezTo>
                <a:cubicBezTo>
                  <a:pt x="830565" y="1855081"/>
                  <a:pt x="819386" y="1866386"/>
                  <a:pt x="805568" y="1866386"/>
                </a:cubicBezTo>
                <a:cubicBezTo>
                  <a:pt x="791750" y="1866511"/>
                  <a:pt x="780446" y="1855332"/>
                  <a:pt x="780446" y="1841515"/>
                </a:cubicBezTo>
                <a:cubicBezTo>
                  <a:pt x="780446" y="1827697"/>
                  <a:pt x="791500" y="1816518"/>
                  <a:pt x="805316" y="1816392"/>
                </a:cubicBezTo>
                <a:close/>
                <a:moveTo>
                  <a:pt x="2634397" y="1815890"/>
                </a:moveTo>
                <a:cubicBezTo>
                  <a:pt x="2646331" y="1815890"/>
                  <a:pt x="2656128" y="1825562"/>
                  <a:pt x="2656128" y="1837496"/>
                </a:cubicBezTo>
                <a:cubicBezTo>
                  <a:pt x="2656128" y="1849430"/>
                  <a:pt x="2646456" y="1859227"/>
                  <a:pt x="2634522" y="1859227"/>
                </a:cubicBezTo>
                <a:cubicBezTo>
                  <a:pt x="2622589" y="1859227"/>
                  <a:pt x="2612791" y="1849555"/>
                  <a:pt x="2612791" y="1837621"/>
                </a:cubicBezTo>
                <a:cubicBezTo>
                  <a:pt x="2612791" y="1825562"/>
                  <a:pt x="2622463" y="1815765"/>
                  <a:pt x="2634397" y="1815890"/>
                </a:cubicBezTo>
                <a:close/>
                <a:moveTo>
                  <a:pt x="1104532" y="1811241"/>
                </a:moveTo>
                <a:cubicBezTo>
                  <a:pt x="1106291" y="1811241"/>
                  <a:pt x="1107673" y="1812623"/>
                  <a:pt x="1107673" y="1814381"/>
                </a:cubicBezTo>
                <a:cubicBezTo>
                  <a:pt x="1107673" y="1816140"/>
                  <a:pt x="1106291" y="1817522"/>
                  <a:pt x="1104532" y="1817522"/>
                </a:cubicBezTo>
                <a:cubicBezTo>
                  <a:pt x="1102774" y="1817522"/>
                  <a:pt x="1101392" y="1816140"/>
                  <a:pt x="1101392" y="1814381"/>
                </a:cubicBezTo>
                <a:cubicBezTo>
                  <a:pt x="1101392" y="1812748"/>
                  <a:pt x="1102774" y="1811366"/>
                  <a:pt x="1104532" y="1811241"/>
                </a:cubicBezTo>
                <a:close/>
                <a:moveTo>
                  <a:pt x="1941253" y="1811116"/>
                </a:moveTo>
                <a:cubicBezTo>
                  <a:pt x="1941379" y="1811116"/>
                  <a:pt x="1941505" y="1811242"/>
                  <a:pt x="1941505" y="1811368"/>
                </a:cubicBezTo>
                <a:cubicBezTo>
                  <a:pt x="1941505" y="1811494"/>
                  <a:pt x="1941379" y="1811619"/>
                  <a:pt x="1941253" y="1811619"/>
                </a:cubicBezTo>
                <a:cubicBezTo>
                  <a:pt x="1941127" y="1811619"/>
                  <a:pt x="1941002" y="1811494"/>
                  <a:pt x="1941002" y="1811368"/>
                </a:cubicBezTo>
                <a:cubicBezTo>
                  <a:pt x="1941002" y="1811242"/>
                  <a:pt x="1941127" y="1811242"/>
                  <a:pt x="1941253" y="1811116"/>
                </a:cubicBezTo>
                <a:close/>
                <a:moveTo>
                  <a:pt x="209652" y="1799937"/>
                </a:moveTo>
                <a:cubicBezTo>
                  <a:pt x="212289" y="1799937"/>
                  <a:pt x="214551" y="1802199"/>
                  <a:pt x="214551" y="1804836"/>
                </a:cubicBezTo>
                <a:cubicBezTo>
                  <a:pt x="214551" y="1807599"/>
                  <a:pt x="212289" y="1809735"/>
                  <a:pt x="209652" y="1809735"/>
                </a:cubicBezTo>
                <a:cubicBezTo>
                  <a:pt x="207014" y="1809735"/>
                  <a:pt x="204753" y="1807474"/>
                  <a:pt x="204753" y="1804836"/>
                </a:cubicBezTo>
                <a:cubicBezTo>
                  <a:pt x="204753" y="1802199"/>
                  <a:pt x="206888" y="1799937"/>
                  <a:pt x="209652" y="1799937"/>
                </a:cubicBezTo>
                <a:close/>
                <a:moveTo>
                  <a:pt x="699547" y="1798177"/>
                </a:moveTo>
                <a:cubicBezTo>
                  <a:pt x="712862" y="1798052"/>
                  <a:pt x="723791" y="1808854"/>
                  <a:pt x="723791" y="1822170"/>
                </a:cubicBezTo>
                <a:cubicBezTo>
                  <a:pt x="723916" y="1835484"/>
                  <a:pt x="713114" y="1846413"/>
                  <a:pt x="699798" y="1846413"/>
                </a:cubicBezTo>
                <a:cubicBezTo>
                  <a:pt x="686484" y="1846538"/>
                  <a:pt x="675555" y="1835736"/>
                  <a:pt x="675555" y="1822421"/>
                </a:cubicBezTo>
                <a:cubicBezTo>
                  <a:pt x="675555" y="1809106"/>
                  <a:pt x="686232" y="1798303"/>
                  <a:pt x="699547" y="1798177"/>
                </a:cubicBezTo>
                <a:close/>
                <a:moveTo>
                  <a:pt x="2735641" y="1796923"/>
                </a:moveTo>
                <a:cubicBezTo>
                  <a:pt x="2746568" y="1796798"/>
                  <a:pt x="2755362" y="1805591"/>
                  <a:pt x="2755487" y="1816519"/>
                </a:cubicBezTo>
                <a:cubicBezTo>
                  <a:pt x="2755487" y="1827322"/>
                  <a:pt x="2746695" y="1836241"/>
                  <a:pt x="2735892" y="1836241"/>
                </a:cubicBezTo>
                <a:cubicBezTo>
                  <a:pt x="2725089" y="1836367"/>
                  <a:pt x="2716171" y="1827574"/>
                  <a:pt x="2716171" y="1816645"/>
                </a:cubicBezTo>
                <a:cubicBezTo>
                  <a:pt x="2716045" y="1805716"/>
                  <a:pt x="2724838" y="1796798"/>
                  <a:pt x="2735641" y="1796923"/>
                </a:cubicBezTo>
                <a:close/>
                <a:moveTo>
                  <a:pt x="2053553" y="1793655"/>
                </a:moveTo>
                <a:cubicBezTo>
                  <a:pt x="2053678" y="1793655"/>
                  <a:pt x="2053930" y="1793907"/>
                  <a:pt x="2053930" y="1794158"/>
                </a:cubicBezTo>
                <a:cubicBezTo>
                  <a:pt x="2053930" y="1794410"/>
                  <a:pt x="2053803" y="1794660"/>
                  <a:pt x="2053553" y="1794660"/>
                </a:cubicBezTo>
                <a:cubicBezTo>
                  <a:pt x="2053175" y="1794660"/>
                  <a:pt x="2053050" y="1794410"/>
                  <a:pt x="2053050" y="1794158"/>
                </a:cubicBezTo>
                <a:cubicBezTo>
                  <a:pt x="2053050" y="1793907"/>
                  <a:pt x="2053175" y="1793655"/>
                  <a:pt x="2053553" y="1793655"/>
                </a:cubicBezTo>
                <a:close/>
                <a:moveTo>
                  <a:pt x="2345982" y="1788255"/>
                </a:moveTo>
                <a:cubicBezTo>
                  <a:pt x="2361559" y="1788255"/>
                  <a:pt x="2374120" y="1800691"/>
                  <a:pt x="2374247" y="1816268"/>
                </a:cubicBezTo>
                <a:cubicBezTo>
                  <a:pt x="2374247" y="1831844"/>
                  <a:pt x="2361810" y="1844530"/>
                  <a:pt x="2346234" y="1844530"/>
                </a:cubicBezTo>
                <a:cubicBezTo>
                  <a:pt x="2330658" y="1844530"/>
                  <a:pt x="2318097" y="1832094"/>
                  <a:pt x="2317972" y="1816518"/>
                </a:cubicBezTo>
                <a:cubicBezTo>
                  <a:pt x="2317846" y="1801068"/>
                  <a:pt x="2330408" y="1788380"/>
                  <a:pt x="2345982" y="1788255"/>
                </a:cubicBezTo>
                <a:close/>
                <a:moveTo>
                  <a:pt x="991978" y="1788255"/>
                </a:moveTo>
                <a:cubicBezTo>
                  <a:pt x="997380" y="1788255"/>
                  <a:pt x="1001776" y="1792525"/>
                  <a:pt x="1001776" y="1797927"/>
                </a:cubicBezTo>
                <a:cubicBezTo>
                  <a:pt x="1001776" y="1803329"/>
                  <a:pt x="997505" y="1807726"/>
                  <a:pt x="992105" y="1807726"/>
                </a:cubicBezTo>
                <a:cubicBezTo>
                  <a:pt x="986703" y="1807851"/>
                  <a:pt x="982307" y="1803454"/>
                  <a:pt x="982307" y="1798052"/>
                </a:cubicBezTo>
                <a:cubicBezTo>
                  <a:pt x="982307" y="1792652"/>
                  <a:pt x="986703" y="1788255"/>
                  <a:pt x="991978" y="1788255"/>
                </a:cubicBezTo>
                <a:close/>
                <a:moveTo>
                  <a:pt x="110414" y="1781596"/>
                </a:moveTo>
                <a:cubicBezTo>
                  <a:pt x="111922" y="1781596"/>
                  <a:pt x="113052" y="1782726"/>
                  <a:pt x="113052" y="1784233"/>
                </a:cubicBezTo>
                <a:cubicBezTo>
                  <a:pt x="113052" y="1785615"/>
                  <a:pt x="111922" y="1786870"/>
                  <a:pt x="110414" y="1786870"/>
                </a:cubicBezTo>
                <a:cubicBezTo>
                  <a:pt x="108907" y="1786870"/>
                  <a:pt x="107777" y="1785740"/>
                  <a:pt x="107777" y="1784233"/>
                </a:cubicBezTo>
                <a:cubicBezTo>
                  <a:pt x="107650" y="1782726"/>
                  <a:pt x="108907" y="1781596"/>
                  <a:pt x="110414" y="1781596"/>
                </a:cubicBezTo>
                <a:close/>
                <a:moveTo>
                  <a:pt x="596293" y="1780466"/>
                </a:moveTo>
                <a:cubicBezTo>
                  <a:pt x="608603" y="1780341"/>
                  <a:pt x="618527" y="1790264"/>
                  <a:pt x="618527" y="1802449"/>
                </a:cubicBezTo>
                <a:cubicBezTo>
                  <a:pt x="618652" y="1814759"/>
                  <a:pt x="608728" y="1824683"/>
                  <a:pt x="596544" y="1824683"/>
                </a:cubicBezTo>
                <a:cubicBezTo>
                  <a:pt x="584235" y="1824808"/>
                  <a:pt x="574311" y="1814884"/>
                  <a:pt x="574311" y="1802700"/>
                </a:cubicBezTo>
                <a:cubicBezTo>
                  <a:pt x="574311" y="1790390"/>
                  <a:pt x="584108" y="1780466"/>
                  <a:pt x="596293" y="1780466"/>
                </a:cubicBezTo>
                <a:close/>
                <a:moveTo>
                  <a:pt x="2835757" y="1778708"/>
                </a:moveTo>
                <a:cubicBezTo>
                  <a:pt x="2844927" y="1778708"/>
                  <a:pt x="2852464" y="1786120"/>
                  <a:pt x="2852464" y="1795289"/>
                </a:cubicBezTo>
                <a:cubicBezTo>
                  <a:pt x="2852464" y="1804459"/>
                  <a:pt x="2845052" y="1811996"/>
                  <a:pt x="2835882" y="1811996"/>
                </a:cubicBezTo>
                <a:cubicBezTo>
                  <a:pt x="2826838" y="1811996"/>
                  <a:pt x="2819301" y="1804584"/>
                  <a:pt x="2819301" y="1795415"/>
                </a:cubicBezTo>
                <a:cubicBezTo>
                  <a:pt x="2819301" y="1786245"/>
                  <a:pt x="2826713" y="1778708"/>
                  <a:pt x="2835757" y="1778708"/>
                </a:cubicBezTo>
                <a:close/>
                <a:moveTo>
                  <a:pt x="2448988" y="1767905"/>
                </a:moveTo>
                <a:cubicBezTo>
                  <a:pt x="2464439" y="1767905"/>
                  <a:pt x="2477000" y="1780215"/>
                  <a:pt x="2477000" y="1795666"/>
                </a:cubicBezTo>
                <a:cubicBezTo>
                  <a:pt x="2477126" y="1811117"/>
                  <a:pt x="2464689" y="1823679"/>
                  <a:pt x="2449239" y="1823679"/>
                </a:cubicBezTo>
                <a:cubicBezTo>
                  <a:pt x="2433789" y="1823804"/>
                  <a:pt x="2421228" y="1811368"/>
                  <a:pt x="2421228" y="1795918"/>
                </a:cubicBezTo>
                <a:cubicBezTo>
                  <a:pt x="2421102" y="1780592"/>
                  <a:pt x="2433537" y="1768030"/>
                  <a:pt x="2448988" y="1767905"/>
                </a:cubicBezTo>
                <a:close/>
                <a:moveTo>
                  <a:pt x="2934991" y="1767150"/>
                </a:moveTo>
                <a:cubicBezTo>
                  <a:pt x="2938760" y="1767150"/>
                  <a:pt x="2941900" y="1770165"/>
                  <a:pt x="2941900" y="1773934"/>
                </a:cubicBezTo>
                <a:cubicBezTo>
                  <a:pt x="2941900" y="1777701"/>
                  <a:pt x="2938885" y="1780841"/>
                  <a:pt x="2935118" y="1780841"/>
                </a:cubicBezTo>
                <a:cubicBezTo>
                  <a:pt x="2931348" y="1780841"/>
                  <a:pt x="2928208" y="1777827"/>
                  <a:pt x="2928208" y="1774059"/>
                </a:cubicBezTo>
                <a:cubicBezTo>
                  <a:pt x="2928208" y="1770165"/>
                  <a:pt x="2931223" y="1767150"/>
                  <a:pt x="2934991" y="1767150"/>
                </a:cubicBezTo>
                <a:close/>
                <a:moveTo>
                  <a:pt x="495047" y="1765517"/>
                </a:moveTo>
                <a:cubicBezTo>
                  <a:pt x="504343" y="1765392"/>
                  <a:pt x="511880" y="1772929"/>
                  <a:pt x="511880" y="1782224"/>
                </a:cubicBezTo>
                <a:cubicBezTo>
                  <a:pt x="511880" y="1791520"/>
                  <a:pt x="504468" y="1799057"/>
                  <a:pt x="495173" y="1799057"/>
                </a:cubicBezTo>
                <a:cubicBezTo>
                  <a:pt x="485877" y="1799182"/>
                  <a:pt x="478340" y="1791645"/>
                  <a:pt x="478340" y="1782350"/>
                </a:cubicBezTo>
                <a:cubicBezTo>
                  <a:pt x="478215" y="1773054"/>
                  <a:pt x="485752" y="1765517"/>
                  <a:pt x="495047" y="1765517"/>
                </a:cubicBezTo>
                <a:close/>
                <a:moveTo>
                  <a:pt x="11932" y="1762126"/>
                </a:moveTo>
                <a:cubicBezTo>
                  <a:pt x="12685" y="1762126"/>
                  <a:pt x="13313" y="1762754"/>
                  <a:pt x="13313" y="1763508"/>
                </a:cubicBezTo>
                <a:cubicBezTo>
                  <a:pt x="13313" y="1764261"/>
                  <a:pt x="12685" y="1764890"/>
                  <a:pt x="11932" y="1764890"/>
                </a:cubicBezTo>
                <a:cubicBezTo>
                  <a:pt x="11178" y="1764890"/>
                  <a:pt x="10550" y="1764261"/>
                  <a:pt x="10550" y="1763508"/>
                </a:cubicBezTo>
                <a:cubicBezTo>
                  <a:pt x="10550" y="1762754"/>
                  <a:pt x="11178" y="1762126"/>
                  <a:pt x="11932" y="1762126"/>
                </a:cubicBezTo>
                <a:close/>
                <a:moveTo>
                  <a:pt x="2160324" y="1761750"/>
                </a:moveTo>
                <a:cubicBezTo>
                  <a:pt x="2167484" y="1761750"/>
                  <a:pt x="2173388" y="1767654"/>
                  <a:pt x="2173388" y="1774814"/>
                </a:cubicBezTo>
                <a:cubicBezTo>
                  <a:pt x="2173388" y="1781974"/>
                  <a:pt x="2167484" y="1787878"/>
                  <a:pt x="2160324" y="1787878"/>
                </a:cubicBezTo>
                <a:cubicBezTo>
                  <a:pt x="2153165" y="1787878"/>
                  <a:pt x="2147260" y="1781974"/>
                  <a:pt x="2147260" y="1774814"/>
                </a:cubicBezTo>
                <a:cubicBezTo>
                  <a:pt x="2147260" y="1767529"/>
                  <a:pt x="2153038" y="1761750"/>
                  <a:pt x="2160324" y="1761750"/>
                </a:cubicBezTo>
                <a:close/>
                <a:moveTo>
                  <a:pt x="884955" y="1759866"/>
                </a:moveTo>
                <a:cubicBezTo>
                  <a:pt x="895758" y="1759741"/>
                  <a:pt x="904550" y="1768409"/>
                  <a:pt x="904550" y="1779211"/>
                </a:cubicBezTo>
                <a:cubicBezTo>
                  <a:pt x="904677" y="1790015"/>
                  <a:pt x="896009" y="1798808"/>
                  <a:pt x="885207" y="1798808"/>
                </a:cubicBezTo>
                <a:cubicBezTo>
                  <a:pt x="874403" y="1798934"/>
                  <a:pt x="865736" y="1790267"/>
                  <a:pt x="865611" y="1779463"/>
                </a:cubicBezTo>
                <a:cubicBezTo>
                  <a:pt x="865611" y="1768659"/>
                  <a:pt x="874278" y="1759866"/>
                  <a:pt x="884955" y="1759866"/>
                </a:cubicBezTo>
                <a:close/>
                <a:moveTo>
                  <a:pt x="1180277" y="1753710"/>
                </a:moveTo>
                <a:cubicBezTo>
                  <a:pt x="1180403" y="1753710"/>
                  <a:pt x="1180528" y="1753835"/>
                  <a:pt x="1180528" y="1753962"/>
                </a:cubicBezTo>
                <a:cubicBezTo>
                  <a:pt x="1180528" y="1754087"/>
                  <a:pt x="1180403" y="1754212"/>
                  <a:pt x="1180277" y="1754212"/>
                </a:cubicBezTo>
                <a:cubicBezTo>
                  <a:pt x="1180151" y="1754212"/>
                  <a:pt x="1180026" y="1754087"/>
                  <a:pt x="1180026" y="1753962"/>
                </a:cubicBezTo>
                <a:cubicBezTo>
                  <a:pt x="1180026" y="1753835"/>
                  <a:pt x="1180026" y="1753710"/>
                  <a:pt x="1180277" y="1753710"/>
                </a:cubicBezTo>
                <a:close/>
                <a:moveTo>
                  <a:pt x="395184" y="1750821"/>
                </a:moveTo>
                <a:cubicBezTo>
                  <a:pt x="401213" y="1750821"/>
                  <a:pt x="406238" y="1755720"/>
                  <a:pt x="406238" y="1761875"/>
                </a:cubicBezTo>
                <a:cubicBezTo>
                  <a:pt x="406238" y="1767905"/>
                  <a:pt x="401338" y="1772929"/>
                  <a:pt x="395184" y="1772929"/>
                </a:cubicBezTo>
                <a:cubicBezTo>
                  <a:pt x="389154" y="1772929"/>
                  <a:pt x="384130" y="1768030"/>
                  <a:pt x="384130" y="1761875"/>
                </a:cubicBezTo>
                <a:cubicBezTo>
                  <a:pt x="384130" y="1755720"/>
                  <a:pt x="389029" y="1750821"/>
                  <a:pt x="395184" y="1750821"/>
                </a:cubicBezTo>
                <a:close/>
                <a:moveTo>
                  <a:pt x="2550108" y="1750695"/>
                </a:moveTo>
                <a:cubicBezTo>
                  <a:pt x="2563422" y="1750570"/>
                  <a:pt x="2574351" y="1761372"/>
                  <a:pt x="2574351" y="1774688"/>
                </a:cubicBezTo>
                <a:cubicBezTo>
                  <a:pt x="2574477" y="1788002"/>
                  <a:pt x="2563674" y="1798931"/>
                  <a:pt x="2550359" y="1798931"/>
                </a:cubicBezTo>
                <a:cubicBezTo>
                  <a:pt x="2537044" y="1799056"/>
                  <a:pt x="2526115" y="1788254"/>
                  <a:pt x="2526115" y="1774939"/>
                </a:cubicBezTo>
                <a:cubicBezTo>
                  <a:pt x="2526115" y="1761624"/>
                  <a:pt x="2536919" y="1750820"/>
                  <a:pt x="2550108" y="1750695"/>
                </a:cubicBezTo>
                <a:close/>
                <a:moveTo>
                  <a:pt x="3033348" y="1750570"/>
                </a:moveTo>
                <a:cubicBezTo>
                  <a:pt x="3034478" y="1750570"/>
                  <a:pt x="3035358" y="1751450"/>
                  <a:pt x="3035358" y="1752580"/>
                </a:cubicBezTo>
                <a:cubicBezTo>
                  <a:pt x="3035358" y="1753711"/>
                  <a:pt x="3034478" y="1754590"/>
                  <a:pt x="3033348" y="1754590"/>
                </a:cubicBezTo>
                <a:cubicBezTo>
                  <a:pt x="3032218" y="1754590"/>
                  <a:pt x="3031338" y="1753711"/>
                  <a:pt x="3031338" y="1752580"/>
                </a:cubicBezTo>
                <a:cubicBezTo>
                  <a:pt x="3031338" y="1751450"/>
                  <a:pt x="3032218" y="1750570"/>
                  <a:pt x="3033348" y="1750570"/>
                </a:cubicBezTo>
                <a:close/>
                <a:moveTo>
                  <a:pt x="781324" y="1734366"/>
                </a:moveTo>
                <a:cubicBezTo>
                  <a:pt x="795267" y="1734366"/>
                  <a:pt x="806697" y="1745545"/>
                  <a:pt x="806697" y="1759489"/>
                </a:cubicBezTo>
                <a:cubicBezTo>
                  <a:pt x="806824" y="1773432"/>
                  <a:pt x="795518" y="1784737"/>
                  <a:pt x="781574" y="1784862"/>
                </a:cubicBezTo>
                <a:cubicBezTo>
                  <a:pt x="767757" y="1784862"/>
                  <a:pt x="756326" y="1773683"/>
                  <a:pt x="756326" y="1759739"/>
                </a:cubicBezTo>
                <a:cubicBezTo>
                  <a:pt x="756326" y="1745797"/>
                  <a:pt x="767505" y="1734491"/>
                  <a:pt x="781324" y="1734366"/>
                </a:cubicBezTo>
                <a:close/>
                <a:moveTo>
                  <a:pt x="1070741" y="1733360"/>
                </a:moveTo>
                <a:cubicBezTo>
                  <a:pt x="1072374" y="1733360"/>
                  <a:pt x="1073630" y="1734615"/>
                  <a:pt x="1073630" y="1736250"/>
                </a:cubicBezTo>
                <a:cubicBezTo>
                  <a:pt x="1073630" y="1737882"/>
                  <a:pt x="1072374" y="1739138"/>
                  <a:pt x="1070741" y="1739138"/>
                </a:cubicBezTo>
                <a:cubicBezTo>
                  <a:pt x="1069107" y="1739138"/>
                  <a:pt x="1067852" y="1737882"/>
                  <a:pt x="1067852" y="1736250"/>
                </a:cubicBezTo>
                <a:cubicBezTo>
                  <a:pt x="1067852" y="1734615"/>
                  <a:pt x="1069107" y="1733360"/>
                  <a:pt x="1070741" y="1733360"/>
                </a:cubicBezTo>
                <a:close/>
                <a:moveTo>
                  <a:pt x="296325" y="1733235"/>
                </a:moveTo>
                <a:cubicBezTo>
                  <a:pt x="300597" y="1733235"/>
                  <a:pt x="304114" y="1736752"/>
                  <a:pt x="304114" y="1741024"/>
                </a:cubicBezTo>
                <a:cubicBezTo>
                  <a:pt x="304239" y="1745294"/>
                  <a:pt x="300722" y="1748811"/>
                  <a:pt x="296452" y="1748811"/>
                </a:cubicBezTo>
                <a:cubicBezTo>
                  <a:pt x="292180" y="1748937"/>
                  <a:pt x="288663" y="1745419"/>
                  <a:pt x="288663" y="1741149"/>
                </a:cubicBezTo>
                <a:cubicBezTo>
                  <a:pt x="288663" y="1736877"/>
                  <a:pt x="292055" y="1733360"/>
                  <a:pt x="296325" y="1733235"/>
                </a:cubicBezTo>
                <a:close/>
                <a:moveTo>
                  <a:pt x="1974415" y="1732606"/>
                </a:moveTo>
                <a:cubicBezTo>
                  <a:pt x="1974665" y="1732481"/>
                  <a:pt x="1974917" y="1732733"/>
                  <a:pt x="1974917" y="1732983"/>
                </a:cubicBezTo>
                <a:cubicBezTo>
                  <a:pt x="1974917" y="1733235"/>
                  <a:pt x="1974665" y="1733486"/>
                  <a:pt x="1974415" y="1733486"/>
                </a:cubicBezTo>
                <a:cubicBezTo>
                  <a:pt x="1974164" y="1733361"/>
                  <a:pt x="1973912" y="1733235"/>
                  <a:pt x="1973912" y="1732983"/>
                </a:cubicBezTo>
                <a:cubicBezTo>
                  <a:pt x="1973912" y="1732733"/>
                  <a:pt x="1974164" y="1732481"/>
                  <a:pt x="1974415" y="1732606"/>
                </a:cubicBezTo>
                <a:close/>
                <a:moveTo>
                  <a:pt x="2263580" y="1730973"/>
                </a:moveTo>
                <a:cubicBezTo>
                  <a:pt x="2276519" y="1730848"/>
                  <a:pt x="2286944" y="1741273"/>
                  <a:pt x="2286944" y="1754087"/>
                </a:cubicBezTo>
                <a:cubicBezTo>
                  <a:pt x="2287071" y="1766900"/>
                  <a:pt x="2276644" y="1777452"/>
                  <a:pt x="2263831" y="1777452"/>
                </a:cubicBezTo>
                <a:cubicBezTo>
                  <a:pt x="2250894" y="1777578"/>
                  <a:pt x="2240468" y="1767152"/>
                  <a:pt x="2240468" y="1754338"/>
                </a:cubicBezTo>
                <a:cubicBezTo>
                  <a:pt x="2240342" y="1741525"/>
                  <a:pt x="2250767" y="1731098"/>
                  <a:pt x="2263580" y="1730973"/>
                </a:cubicBezTo>
                <a:close/>
                <a:moveTo>
                  <a:pt x="2649971" y="1730848"/>
                </a:moveTo>
                <a:cubicBezTo>
                  <a:pt x="2662533" y="1730848"/>
                  <a:pt x="2672834" y="1741022"/>
                  <a:pt x="2672834" y="1753584"/>
                </a:cubicBezTo>
                <a:cubicBezTo>
                  <a:pt x="2672834" y="1766145"/>
                  <a:pt x="2662659" y="1776446"/>
                  <a:pt x="2650098" y="1776446"/>
                </a:cubicBezTo>
                <a:cubicBezTo>
                  <a:pt x="2637536" y="1776446"/>
                  <a:pt x="2627235" y="1766272"/>
                  <a:pt x="2627235" y="1753711"/>
                </a:cubicBezTo>
                <a:cubicBezTo>
                  <a:pt x="2627235" y="1741149"/>
                  <a:pt x="2637410" y="1730848"/>
                  <a:pt x="2649971" y="1730848"/>
                </a:cubicBezTo>
                <a:close/>
                <a:moveTo>
                  <a:pt x="198346" y="1715397"/>
                </a:moveTo>
                <a:cubicBezTo>
                  <a:pt x="201109" y="1715397"/>
                  <a:pt x="203244" y="1717659"/>
                  <a:pt x="203244" y="1720296"/>
                </a:cubicBezTo>
                <a:cubicBezTo>
                  <a:pt x="203244" y="1723059"/>
                  <a:pt x="201109" y="1725194"/>
                  <a:pt x="198471" y="1725194"/>
                </a:cubicBezTo>
                <a:cubicBezTo>
                  <a:pt x="195707" y="1725194"/>
                  <a:pt x="193572" y="1722934"/>
                  <a:pt x="193572" y="1720296"/>
                </a:cubicBezTo>
                <a:cubicBezTo>
                  <a:pt x="193572" y="1717659"/>
                  <a:pt x="195707" y="1715397"/>
                  <a:pt x="198346" y="1715397"/>
                </a:cubicBezTo>
                <a:close/>
                <a:moveTo>
                  <a:pt x="680330" y="1713136"/>
                </a:moveTo>
                <a:cubicBezTo>
                  <a:pt x="694774" y="1713010"/>
                  <a:pt x="706583" y="1724693"/>
                  <a:pt x="706583" y="1739137"/>
                </a:cubicBezTo>
                <a:cubicBezTo>
                  <a:pt x="706708" y="1753583"/>
                  <a:pt x="695026" y="1765391"/>
                  <a:pt x="680580" y="1765391"/>
                </a:cubicBezTo>
                <a:cubicBezTo>
                  <a:pt x="666134" y="1765516"/>
                  <a:pt x="654327" y="1753835"/>
                  <a:pt x="654327" y="1739389"/>
                </a:cubicBezTo>
                <a:cubicBezTo>
                  <a:pt x="654202" y="1724943"/>
                  <a:pt x="665884" y="1713261"/>
                  <a:pt x="680330" y="1713136"/>
                </a:cubicBezTo>
                <a:close/>
                <a:moveTo>
                  <a:pt x="2748578" y="1710876"/>
                </a:moveTo>
                <a:cubicBezTo>
                  <a:pt x="2760512" y="1710751"/>
                  <a:pt x="2770184" y="1720423"/>
                  <a:pt x="2770184" y="1732230"/>
                </a:cubicBezTo>
                <a:cubicBezTo>
                  <a:pt x="2770184" y="1744039"/>
                  <a:pt x="2760639" y="1753711"/>
                  <a:pt x="2748830" y="1753711"/>
                </a:cubicBezTo>
                <a:cubicBezTo>
                  <a:pt x="2736896" y="1753836"/>
                  <a:pt x="2727224" y="1744289"/>
                  <a:pt x="2727224" y="1732357"/>
                </a:cubicBezTo>
                <a:cubicBezTo>
                  <a:pt x="2727224" y="1720423"/>
                  <a:pt x="2736771" y="1710751"/>
                  <a:pt x="2748578" y="1710876"/>
                </a:cubicBezTo>
                <a:close/>
                <a:moveTo>
                  <a:pt x="2078046" y="1708364"/>
                </a:moveTo>
                <a:cubicBezTo>
                  <a:pt x="2080433" y="1708364"/>
                  <a:pt x="2082318" y="1710249"/>
                  <a:pt x="2082318" y="1712509"/>
                </a:cubicBezTo>
                <a:cubicBezTo>
                  <a:pt x="2082318" y="1714896"/>
                  <a:pt x="2080558" y="1716781"/>
                  <a:pt x="2078172" y="1716781"/>
                </a:cubicBezTo>
                <a:cubicBezTo>
                  <a:pt x="2075912" y="1716781"/>
                  <a:pt x="2074027" y="1715022"/>
                  <a:pt x="2074027" y="1712635"/>
                </a:cubicBezTo>
                <a:cubicBezTo>
                  <a:pt x="2074027" y="1710374"/>
                  <a:pt x="2075912" y="1708489"/>
                  <a:pt x="2078046" y="1708364"/>
                </a:cubicBezTo>
                <a:close/>
                <a:moveTo>
                  <a:pt x="966606" y="1706856"/>
                </a:moveTo>
                <a:cubicBezTo>
                  <a:pt x="972008" y="1706856"/>
                  <a:pt x="976404" y="1711126"/>
                  <a:pt x="976404" y="1716527"/>
                </a:cubicBezTo>
                <a:cubicBezTo>
                  <a:pt x="976530" y="1721929"/>
                  <a:pt x="972133" y="1726325"/>
                  <a:pt x="966731" y="1726325"/>
                </a:cubicBezTo>
                <a:cubicBezTo>
                  <a:pt x="961331" y="1726325"/>
                  <a:pt x="956934" y="1722054"/>
                  <a:pt x="956934" y="1716653"/>
                </a:cubicBezTo>
                <a:cubicBezTo>
                  <a:pt x="956934" y="1711252"/>
                  <a:pt x="961204" y="1706981"/>
                  <a:pt x="966606" y="1706856"/>
                </a:cubicBezTo>
                <a:close/>
                <a:moveTo>
                  <a:pt x="2364575" y="1704469"/>
                </a:moveTo>
                <a:cubicBezTo>
                  <a:pt x="2380527" y="1704343"/>
                  <a:pt x="2393465" y="1717156"/>
                  <a:pt x="2393465" y="1733109"/>
                </a:cubicBezTo>
                <a:cubicBezTo>
                  <a:pt x="2393591" y="1749061"/>
                  <a:pt x="2380779" y="1762000"/>
                  <a:pt x="2364825" y="1762000"/>
                </a:cubicBezTo>
                <a:cubicBezTo>
                  <a:pt x="2348872" y="1762125"/>
                  <a:pt x="2335935" y="1749313"/>
                  <a:pt x="2335935" y="1733360"/>
                </a:cubicBezTo>
                <a:cubicBezTo>
                  <a:pt x="2335808" y="1717406"/>
                  <a:pt x="2348747" y="1704594"/>
                  <a:pt x="2364575" y="1704469"/>
                </a:cubicBezTo>
                <a:close/>
                <a:moveTo>
                  <a:pt x="580843" y="1696680"/>
                </a:moveTo>
                <a:cubicBezTo>
                  <a:pt x="593154" y="1696555"/>
                  <a:pt x="603077" y="1706477"/>
                  <a:pt x="603077" y="1718662"/>
                </a:cubicBezTo>
                <a:cubicBezTo>
                  <a:pt x="603077" y="1730972"/>
                  <a:pt x="593154" y="1740895"/>
                  <a:pt x="580968" y="1740895"/>
                </a:cubicBezTo>
                <a:cubicBezTo>
                  <a:pt x="568659" y="1740895"/>
                  <a:pt x="558860" y="1730972"/>
                  <a:pt x="558735" y="1718788"/>
                </a:cubicBezTo>
                <a:cubicBezTo>
                  <a:pt x="558735" y="1706604"/>
                  <a:pt x="568659" y="1696680"/>
                  <a:pt x="580843" y="1696680"/>
                </a:cubicBezTo>
                <a:close/>
                <a:moveTo>
                  <a:pt x="101243" y="1695425"/>
                </a:moveTo>
                <a:cubicBezTo>
                  <a:pt x="103378" y="1695425"/>
                  <a:pt x="105263" y="1697309"/>
                  <a:pt x="105263" y="1699445"/>
                </a:cubicBezTo>
                <a:cubicBezTo>
                  <a:pt x="105263" y="1701706"/>
                  <a:pt x="103378" y="1703464"/>
                  <a:pt x="101243" y="1703464"/>
                </a:cubicBezTo>
                <a:cubicBezTo>
                  <a:pt x="98983" y="1703464"/>
                  <a:pt x="97224" y="1701580"/>
                  <a:pt x="97224" y="1699445"/>
                </a:cubicBezTo>
                <a:cubicBezTo>
                  <a:pt x="97224" y="1697309"/>
                  <a:pt x="98983" y="1695425"/>
                  <a:pt x="101243" y="1695425"/>
                </a:cubicBezTo>
                <a:close/>
                <a:moveTo>
                  <a:pt x="2846435" y="1694043"/>
                </a:moveTo>
                <a:cubicBezTo>
                  <a:pt x="2855605" y="1694043"/>
                  <a:pt x="2863142" y="1701455"/>
                  <a:pt x="2863142" y="1710624"/>
                </a:cubicBezTo>
                <a:cubicBezTo>
                  <a:pt x="2863142" y="1719794"/>
                  <a:pt x="2855730" y="1727331"/>
                  <a:pt x="2846560" y="1727331"/>
                </a:cubicBezTo>
                <a:cubicBezTo>
                  <a:pt x="2837516" y="1727331"/>
                  <a:pt x="2829979" y="1719919"/>
                  <a:pt x="2829979" y="1710750"/>
                </a:cubicBezTo>
                <a:cubicBezTo>
                  <a:pt x="2829979" y="1701580"/>
                  <a:pt x="2837266" y="1694168"/>
                  <a:pt x="2846435" y="1694043"/>
                </a:cubicBezTo>
                <a:close/>
                <a:moveTo>
                  <a:pt x="2463935" y="1683993"/>
                </a:moveTo>
                <a:cubicBezTo>
                  <a:pt x="2479386" y="1683868"/>
                  <a:pt x="2491821" y="1696303"/>
                  <a:pt x="2491947" y="1711754"/>
                </a:cubicBezTo>
                <a:cubicBezTo>
                  <a:pt x="2492073" y="1727204"/>
                  <a:pt x="2479636" y="1739766"/>
                  <a:pt x="2464186" y="1739766"/>
                </a:cubicBezTo>
                <a:cubicBezTo>
                  <a:pt x="2448736" y="1739891"/>
                  <a:pt x="2436300" y="1727455"/>
                  <a:pt x="2436175" y="1712004"/>
                </a:cubicBezTo>
                <a:cubicBezTo>
                  <a:pt x="2436048" y="1696555"/>
                  <a:pt x="2448484" y="1684118"/>
                  <a:pt x="2463935" y="1683993"/>
                </a:cubicBezTo>
                <a:close/>
                <a:moveTo>
                  <a:pt x="2178916" y="1681482"/>
                </a:moveTo>
                <a:cubicBezTo>
                  <a:pt x="2184569" y="1681482"/>
                  <a:pt x="2189092" y="1686004"/>
                  <a:pt x="2189092" y="1691656"/>
                </a:cubicBezTo>
                <a:cubicBezTo>
                  <a:pt x="2189092" y="1697183"/>
                  <a:pt x="2184569" y="1701831"/>
                  <a:pt x="2178916" y="1701831"/>
                </a:cubicBezTo>
                <a:cubicBezTo>
                  <a:pt x="2173389" y="1701831"/>
                  <a:pt x="2168741" y="1697309"/>
                  <a:pt x="2168741" y="1691656"/>
                </a:cubicBezTo>
                <a:cubicBezTo>
                  <a:pt x="2168741" y="1686004"/>
                  <a:pt x="2173263" y="1681356"/>
                  <a:pt x="2178916" y="1681482"/>
                </a:cubicBezTo>
                <a:close/>
                <a:moveTo>
                  <a:pt x="2943534" y="1681356"/>
                </a:moveTo>
                <a:cubicBezTo>
                  <a:pt x="2947805" y="1681356"/>
                  <a:pt x="2951323" y="1684873"/>
                  <a:pt x="2951323" y="1689143"/>
                </a:cubicBezTo>
                <a:cubicBezTo>
                  <a:pt x="2951448" y="1693415"/>
                  <a:pt x="2947931" y="1696932"/>
                  <a:pt x="2943659" y="1696932"/>
                </a:cubicBezTo>
                <a:cubicBezTo>
                  <a:pt x="2939389" y="1696932"/>
                  <a:pt x="2935871" y="1693415"/>
                  <a:pt x="2935871" y="1689143"/>
                </a:cubicBezTo>
                <a:cubicBezTo>
                  <a:pt x="2935871" y="1684873"/>
                  <a:pt x="2939389" y="1681481"/>
                  <a:pt x="2943534" y="1681356"/>
                </a:cubicBezTo>
                <a:close/>
                <a:moveTo>
                  <a:pt x="865736" y="1677964"/>
                </a:moveTo>
                <a:cubicBezTo>
                  <a:pt x="875912" y="1677964"/>
                  <a:pt x="884202" y="1686129"/>
                  <a:pt x="884202" y="1696303"/>
                </a:cubicBezTo>
                <a:cubicBezTo>
                  <a:pt x="884202" y="1706479"/>
                  <a:pt x="876037" y="1714769"/>
                  <a:pt x="865863" y="1714769"/>
                </a:cubicBezTo>
                <a:cubicBezTo>
                  <a:pt x="855688" y="1714769"/>
                  <a:pt x="847522" y="1706604"/>
                  <a:pt x="847397" y="1696430"/>
                </a:cubicBezTo>
                <a:cubicBezTo>
                  <a:pt x="847397" y="1686255"/>
                  <a:pt x="855688" y="1677964"/>
                  <a:pt x="865736" y="1677964"/>
                </a:cubicBezTo>
                <a:close/>
                <a:moveTo>
                  <a:pt x="482611" y="1677839"/>
                </a:moveTo>
                <a:cubicBezTo>
                  <a:pt x="493790" y="1677839"/>
                  <a:pt x="502835" y="1686883"/>
                  <a:pt x="502835" y="1697937"/>
                </a:cubicBezTo>
                <a:cubicBezTo>
                  <a:pt x="502835" y="1709117"/>
                  <a:pt x="493790" y="1718161"/>
                  <a:pt x="482736" y="1718161"/>
                </a:cubicBezTo>
                <a:cubicBezTo>
                  <a:pt x="471557" y="1718161"/>
                  <a:pt x="462513" y="1709243"/>
                  <a:pt x="462513" y="1698063"/>
                </a:cubicBezTo>
                <a:cubicBezTo>
                  <a:pt x="462513" y="1686883"/>
                  <a:pt x="471432" y="1677839"/>
                  <a:pt x="482611" y="1677839"/>
                </a:cubicBezTo>
                <a:close/>
                <a:moveTo>
                  <a:pt x="4520" y="1677084"/>
                </a:moveTo>
                <a:cubicBezTo>
                  <a:pt x="5275" y="1677084"/>
                  <a:pt x="6028" y="1677713"/>
                  <a:pt x="6028" y="1678593"/>
                </a:cubicBezTo>
                <a:cubicBezTo>
                  <a:pt x="6028" y="1679346"/>
                  <a:pt x="5275" y="1680099"/>
                  <a:pt x="4395" y="1680099"/>
                </a:cubicBezTo>
                <a:cubicBezTo>
                  <a:pt x="3641" y="1680099"/>
                  <a:pt x="2888" y="1679471"/>
                  <a:pt x="2888" y="1678593"/>
                </a:cubicBezTo>
                <a:cubicBezTo>
                  <a:pt x="2888" y="1677713"/>
                  <a:pt x="3641" y="1676959"/>
                  <a:pt x="4520" y="1677084"/>
                </a:cubicBezTo>
                <a:close/>
                <a:moveTo>
                  <a:pt x="1151762" y="1673442"/>
                </a:moveTo>
                <a:cubicBezTo>
                  <a:pt x="1151888" y="1673442"/>
                  <a:pt x="1152013" y="1673567"/>
                  <a:pt x="1152013" y="1673694"/>
                </a:cubicBezTo>
                <a:cubicBezTo>
                  <a:pt x="1152013" y="1673819"/>
                  <a:pt x="1151888" y="1673944"/>
                  <a:pt x="1151762" y="1673944"/>
                </a:cubicBezTo>
                <a:cubicBezTo>
                  <a:pt x="1151636" y="1673944"/>
                  <a:pt x="1151511" y="1673819"/>
                  <a:pt x="1151511" y="1673694"/>
                </a:cubicBezTo>
                <a:cubicBezTo>
                  <a:pt x="1151511" y="1673567"/>
                  <a:pt x="1151636" y="1673442"/>
                  <a:pt x="1151762" y="1673442"/>
                </a:cubicBezTo>
                <a:close/>
                <a:moveTo>
                  <a:pt x="3040131" y="1665527"/>
                </a:moveTo>
                <a:cubicBezTo>
                  <a:pt x="3041261" y="1665527"/>
                  <a:pt x="3042141" y="1666407"/>
                  <a:pt x="3042141" y="1667537"/>
                </a:cubicBezTo>
                <a:cubicBezTo>
                  <a:pt x="3042141" y="1668667"/>
                  <a:pt x="3041261" y="1669547"/>
                  <a:pt x="3040131" y="1669547"/>
                </a:cubicBezTo>
                <a:cubicBezTo>
                  <a:pt x="3039001" y="1669547"/>
                  <a:pt x="3038121" y="1668667"/>
                  <a:pt x="3038121" y="1667537"/>
                </a:cubicBezTo>
                <a:cubicBezTo>
                  <a:pt x="3038121" y="1666407"/>
                  <a:pt x="3039001" y="1665527"/>
                  <a:pt x="3040131" y="1665527"/>
                </a:cubicBezTo>
                <a:close/>
                <a:moveTo>
                  <a:pt x="2562042" y="1665026"/>
                </a:moveTo>
                <a:cubicBezTo>
                  <a:pt x="2576110" y="1665026"/>
                  <a:pt x="2587541" y="1676331"/>
                  <a:pt x="2587541" y="1690401"/>
                </a:cubicBezTo>
                <a:cubicBezTo>
                  <a:pt x="2587541" y="1704469"/>
                  <a:pt x="2576237" y="1715900"/>
                  <a:pt x="2562168" y="1715900"/>
                </a:cubicBezTo>
                <a:cubicBezTo>
                  <a:pt x="2548224" y="1715900"/>
                  <a:pt x="2536793" y="1704595"/>
                  <a:pt x="2536667" y="1690526"/>
                </a:cubicBezTo>
                <a:cubicBezTo>
                  <a:pt x="2536667" y="1676457"/>
                  <a:pt x="2547972" y="1665026"/>
                  <a:pt x="2562042" y="1665026"/>
                </a:cubicBezTo>
                <a:close/>
                <a:moveTo>
                  <a:pt x="385259" y="1663015"/>
                </a:moveTo>
                <a:cubicBezTo>
                  <a:pt x="393048" y="1662890"/>
                  <a:pt x="399453" y="1669297"/>
                  <a:pt x="399453" y="1677084"/>
                </a:cubicBezTo>
                <a:cubicBezTo>
                  <a:pt x="399580" y="1684873"/>
                  <a:pt x="393173" y="1691280"/>
                  <a:pt x="385385" y="1691280"/>
                </a:cubicBezTo>
                <a:cubicBezTo>
                  <a:pt x="377597" y="1691405"/>
                  <a:pt x="371191" y="1684998"/>
                  <a:pt x="371191" y="1677211"/>
                </a:cubicBezTo>
                <a:cubicBezTo>
                  <a:pt x="371191" y="1669297"/>
                  <a:pt x="377472" y="1663015"/>
                  <a:pt x="385259" y="1663015"/>
                </a:cubicBezTo>
                <a:close/>
                <a:moveTo>
                  <a:pt x="1051394" y="1650831"/>
                </a:moveTo>
                <a:cubicBezTo>
                  <a:pt x="1052775" y="1650831"/>
                  <a:pt x="1053906" y="1651836"/>
                  <a:pt x="1053906" y="1653218"/>
                </a:cubicBezTo>
                <a:cubicBezTo>
                  <a:pt x="1053906" y="1654474"/>
                  <a:pt x="1052901" y="1655605"/>
                  <a:pt x="1051520" y="1655605"/>
                </a:cubicBezTo>
                <a:cubicBezTo>
                  <a:pt x="1050138" y="1655605"/>
                  <a:pt x="1049008" y="1654600"/>
                  <a:pt x="1049008" y="1653218"/>
                </a:cubicBezTo>
                <a:cubicBezTo>
                  <a:pt x="1049008" y="1651961"/>
                  <a:pt x="1050138" y="1650831"/>
                  <a:pt x="1051394" y="1650831"/>
                </a:cubicBezTo>
                <a:close/>
                <a:moveTo>
                  <a:pt x="767002" y="1650831"/>
                </a:moveTo>
                <a:cubicBezTo>
                  <a:pt x="780694" y="1650831"/>
                  <a:pt x="791874" y="1661885"/>
                  <a:pt x="791874" y="1675576"/>
                </a:cubicBezTo>
                <a:cubicBezTo>
                  <a:pt x="791874" y="1689268"/>
                  <a:pt x="780820" y="1700448"/>
                  <a:pt x="767128" y="1700448"/>
                </a:cubicBezTo>
                <a:cubicBezTo>
                  <a:pt x="753436" y="1700448"/>
                  <a:pt x="742257" y="1689394"/>
                  <a:pt x="742257" y="1675702"/>
                </a:cubicBezTo>
                <a:cubicBezTo>
                  <a:pt x="742132" y="1662010"/>
                  <a:pt x="753186" y="1650831"/>
                  <a:pt x="767002" y="1650831"/>
                </a:cubicBezTo>
                <a:close/>
                <a:moveTo>
                  <a:pt x="1992878" y="1649576"/>
                </a:moveTo>
                <a:cubicBezTo>
                  <a:pt x="1993005" y="1649576"/>
                  <a:pt x="1993130" y="1649701"/>
                  <a:pt x="1993130" y="1649826"/>
                </a:cubicBezTo>
                <a:cubicBezTo>
                  <a:pt x="1993255" y="1649953"/>
                  <a:pt x="1993130" y="1650078"/>
                  <a:pt x="1993005" y="1650078"/>
                </a:cubicBezTo>
                <a:cubicBezTo>
                  <a:pt x="1992878" y="1650078"/>
                  <a:pt x="1992753" y="1649953"/>
                  <a:pt x="1992753" y="1649826"/>
                </a:cubicBezTo>
                <a:cubicBezTo>
                  <a:pt x="1992753" y="1649701"/>
                  <a:pt x="1992878" y="1649576"/>
                  <a:pt x="1992878" y="1649576"/>
                </a:cubicBezTo>
                <a:close/>
                <a:moveTo>
                  <a:pt x="2277398" y="1648696"/>
                </a:moveTo>
                <a:cubicBezTo>
                  <a:pt x="2289332" y="1648571"/>
                  <a:pt x="2299004" y="1658243"/>
                  <a:pt x="2299004" y="1670050"/>
                </a:cubicBezTo>
                <a:cubicBezTo>
                  <a:pt x="2299129" y="1681859"/>
                  <a:pt x="2289457" y="1691531"/>
                  <a:pt x="2277650" y="1691531"/>
                </a:cubicBezTo>
                <a:cubicBezTo>
                  <a:pt x="2265841" y="1691656"/>
                  <a:pt x="2256169" y="1681984"/>
                  <a:pt x="2256169" y="1670177"/>
                </a:cubicBezTo>
                <a:cubicBezTo>
                  <a:pt x="2256169" y="1658368"/>
                  <a:pt x="2265716" y="1648696"/>
                  <a:pt x="2277398" y="1648696"/>
                </a:cubicBezTo>
                <a:close/>
                <a:moveTo>
                  <a:pt x="288789" y="1645807"/>
                </a:moveTo>
                <a:cubicBezTo>
                  <a:pt x="294566" y="1645807"/>
                  <a:pt x="299214" y="1650454"/>
                  <a:pt x="299214" y="1656233"/>
                </a:cubicBezTo>
                <a:cubicBezTo>
                  <a:pt x="299214" y="1661885"/>
                  <a:pt x="294566" y="1666658"/>
                  <a:pt x="288789" y="1666658"/>
                </a:cubicBezTo>
                <a:cubicBezTo>
                  <a:pt x="283010" y="1666658"/>
                  <a:pt x="278362" y="1662011"/>
                  <a:pt x="278362" y="1656233"/>
                </a:cubicBezTo>
                <a:cubicBezTo>
                  <a:pt x="278237" y="1650454"/>
                  <a:pt x="282885" y="1645807"/>
                  <a:pt x="288789" y="1645807"/>
                </a:cubicBezTo>
                <a:close/>
                <a:moveTo>
                  <a:pt x="2659266" y="1644927"/>
                </a:moveTo>
                <a:cubicBezTo>
                  <a:pt x="2672457" y="1644927"/>
                  <a:pt x="2683259" y="1655604"/>
                  <a:pt x="2683259" y="1668794"/>
                </a:cubicBezTo>
                <a:cubicBezTo>
                  <a:pt x="2683259" y="1681984"/>
                  <a:pt x="2672582" y="1692786"/>
                  <a:pt x="2659393" y="1692786"/>
                </a:cubicBezTo>
                <a:cubicBezTo>
                  <a:pt x="2646204" y="1692786"/>
                  <a:pt x="2635400" y="1682109"/>
                  <a:pt x="2635400" y="1668920"/>
                </a:cubicBezTo>
                <a:cubicBezTo>
                  <a:pt x="2635400" y="1655730"/>
                  <a:pt x="2646077" y="1645052"/>
                  <a:pt x="2659266" y="1644927"/>
                </a:cubicBezTo>
                <a:close/>
                <a:moveTo>
                  <a:pt x="192694" y="1627970"/>
                </a:moveTo>
                <a:cubicBezTo>
                  <a:pt x="196714" y="1627970"/>
                  <a:pt x="199980" y="1631235"/>
                  <a:pt x="199980" y="1635255"/>
                </a:cubicBezTo>
                <a:cubicBezTo>
                  <a:pt x="199980" y="1639275"/>
                  <a:pt x="196714" y="1642541"/>
                  <a:pt x="192694" y="1642541"/>
                </a:cubicBezTo>
                <a:cubicBezTo>
                  <a:pt x="188549" y="1642541"/>
                  <a:pt x="185282" y="1639275"/>
                  <a:pt x="185282" y="1635255"/>
                </a:cubicBezTo>
                <a:cubicBezTo>
                  <a:pt x="185282" y="1631235"/>
                  <a:pt x="188549" y="1627970"/>
                  <a:pt x="192694" y="1627970"/>
                </a:cubicBezTo>
                <a:close/>
                <a:moveTo>
                  <a:pt x="669401" y="1627718"/>
                </a:moveTo>
                <a:cubicBezTo>
                  <a:pt x="684349" y="1627593"/>
                  <a:pt x="696534" y="1639651"/>
                  <a:pt x="696534" y="1654599"/>
                </a:cubicBezTo>
                <a:cubicBezTo>
                  <a:pt x="696659" y="1669547"/>
                  <a:pt x="684600" y="1681606"/>
                  <a:pt x="669653" y="1681732"/>
                </a:cubicBezTo>
                <a:cubicBezTo>
                  <a:pt x="654704" y="1681857"/>
                  <a:pt x="642520" y="1669798"/>
                  <a:pt x="642520" y="1654851"/>
                </a:cubicBezTo>
                <a:cubicBezTo>
                  <a:pt x="642393" y="1639902"/>
                  <a:pt x="654452" y="1627843"/>
                  <a:pt x="669401" y="1627718"/>
                </a:cubicBezTo>
                <a:close/>
                <a:moveTo>
                  <a:pt x="2090607" y="1625708"/>
                </a:moveTo>
                <a:cubicBezTo>
                  <a:pt x="2092114" y="1625708"/>
                  <a:pt x="2093244" y="1626838"/>
                  <a:pt x="2093244" y="1628345"/>
                </a:cubicBezTo>
                <a:cubicBezTo>
                  <a:pt x="2093244" y="1629852"/>
                  <a:pt x="2092114" y="1630982"/>
                  <a:pt x="2090607" y="1630982"/>
                </a:cubicBezTo>
                <a:cubicBezTo>
                  <a:pt x="2089227" y="1630982"/>
                  <a:pt x="2087970" y="1629852"/>
                  <a:pt x="2087970" y="1628345"/>
                </a:cubicBezTo>
                <a:cubicBezTo>
                  <a:pt x="2087970" y="1626838"/>
                  <a:pt x="2089227" y="1625708"/>
                  <a:pt x="2090607" y="1625708"/>
                </a:cubicBezTo>
                <a:close/>
                <a:moveTo>
                  <a:pt x="2755740" y="1624453"/>
                </a:moveTo>
                <a:cubicBezTo>
                  <a:pt x="2768301" y="1624453"/>
                  <a:pt x="2778476" y="1634627"/>
                  <a:pt x="2778603" y="1647189"/>
                </a:cubicBezTo>
                <a:cubicBezTo>
                  <a:pt x="2778603" y="1659750"/>
                  <a:pt x="2768427" y="1670051"/>
                  <a:pt x="2755865" y="1670051"/>
                </a:cubicBezTo>
                <a:cubicBezTo>
                  <a:pt x="2743303" y="1670051"/>
                  <a:pt x="2733004" y="1659875"/>
                  <a:pt x="2733004" y="1647314"/>
                </a:cubicBezTo>
                <a:cubicBezTo>
                  <a:pt x="2732878" y="1634753"/>
                  <a:pt x="2743178" y="1624453"/>
                  <a:pt x="2755740" y="1624453"/>
                </a:cubicBezTo>
                <a:close/>
                <a:moveTo>
                  <a:pt x="953541" y="1623824"/>
                </a:moveTo>
                <a:cubicBezTo>
                  <a:pt x="958314" y="1623698"/>
                  <a:pt x="962208" y="1627593"/>
                  <a:pt x="962208" y="1632365"/>
                </a:cubicBezTo>
                <a:cubicBezTo>
                  <a:pt x="962333" y="1637139"/>
                  <a:pt x="958440" y="1641032"/>
                  <a:pt x="953667" y="1641032"/>
                </a:cubicBezTo>
                <a:cubicBezTo>
                  <a:pt x="948894" y="1641159"/>
                  <a:pt x="945000" y="1637264"/>
                  <a:pt x="945000" y="1632492"/>
                </a:cubicBezTo>
                <a:cubicBezTo>
                  <a:pt x="945000" y="1627718"/>
                  <a:pt x="948894" y="1623824"/>
                  <a:pt x="953541" y="1623824"/>
                </a:cubicBezTo>
                <a:close/>
                <a:moveTo>
                  <a:pt x="2374875" y="1619427"/>
                </a:moveTo>
                <a:cubicBezTo>
                  <a:pt x="2390953" y="1619427"/>
                  <a:pt x="2404142" y="1632366"/>
                  <a:pt x="2404142" y="1648570"/>
                </a:cubicBezTo>
                <a:cubicBezTo>
                  <a:pt x="2404142" y="1664649"/>
                  <a:pt x="2391204" y="1677838"/>
                  <a:pt x="2375000" y="1677838"/>
                </a:cubicBezTo>
                <a:cubicBezTo>
                  <a:pt x="2358921" y="1677838"/>
                  <a:pt x="2345732" y="1664774"/>
                  <a:pt x="2345732" y="1648695"/>
                </a:cubicBezTo>
                <a:cubicBezTo>
                  <a:pt x="2345732" y="1632616"/>
                  <a:pt x="2358796" y="1619427"/>
                  <a:pt x="2374875" y="1619427"/>
                </a:cubicBezTo>
                <a:close/>
                <a:moveTo>
                  <a:pt x="96973" y="1609630"/>
                </a:moveTo>
                <a:cubicBezTo>
                  <a:pt x="99486" y="1609630"/>
                  <a:pt x="101622" y="1611640"/>
                  <a:pt x="101622" y="1614278"/>
                </a:cubicBezTo>
                <a:cubicBezTo>
                  <a:pt x="101622" y="1616790"/>
                  <a:pt x="99611" y="1618927"/>
                  <a:pt x="96973" y="1618927"/>
                </a:cubicBezTo>
                <a:cubicBezTo>
                  <a:pt x="94461" y="1618927"/>
                  <a:pt x="92326" y="1616917"/>
                  <a:pt x="92326" y="1614278"/>
                </a:cubicBezTo>
                <a:cubicBezTo>
                  <a:pt x="92326" y="1611765"/>
                  <a:pt x="94461" y="1609630"/>
                  <a:pt x="96973" y="1609630"/>
                </a:cubicBezTo>
                <a:close/>
                <a:moveTo>
                  <a:pt x="572928" y="1609127"/>
                </a:moveTo>
                <a:cubicBezTo>
                  <a:pt x="586621" y="1609127"/>
                  <a:pt x="597800" y="1620181"/>
                  <a:pt x="597800" y="1633872"/>
                </a:cubicBezTo>
                <a:cubicBezTo>
                  <a:pt x="597800" y="1647564"/>
                  <a:pt x="586746" y="1658744"/>
                  <a:pt x="573053" y="1658744"/>
                </a:cubicBezTo>
                <a:cubicBezTo>
                  <a:pt x="559361" y="1658744"/>
                  <a:pt x="548182" y="1647690"/>
                  <a:pt x="548182" y="1633998"/>
                </a:cubicBezTo>
                <a:cubicBezTo>
                  <a:pt x="548182" y="1620181"/>
                  <a:pt x="559111" y="1609127"/>
                  <a:pt x="572928" y="1609127"/>
                </a:cubicBezTo>
                <a:close/>
                <a:moveTo>
                  <a:pt x="2851582" y="1607495"/>
                </a:moveTo>
                <a:cubicBezTo>
                  <a:pt x="2861631" y="1607495"/>
                  <a:pt x="2869795" y="1615534"/>
                  <a:pt x="2869795" y="1625583"/>
                </a:cubicBezTo>
                <a:cubicBezTo>
                  <a:pt x="2869795" y="1635632"/>
                  <a:pt x="2861756" y="1643797"/>
                  <a:pt x="2851707" y="1643797"/>
                </a:cubicBezTo>
                <a:cubicBezTo>
                  <a:pt x="2841659" y="1643797"/>
                  <a:pt x="2833494" y="1635758"/>
                  <a:pt x="2833494" y="1625709"/>
                </a:cubicBezTo>
                <a:cubicBezTo>
                  <a:pt x="2833494" y="1615659"/>
                  <a:pt x="2841533" y="1607495"/>
                  <a:pt x="2851582" y="1607495"/>
                </a:cubicBezTo>
                <a:close/>
                <a:moveTo>
                  <a:pt x="2186829" y="1597696"/>
                </a:moveTo>
                <a:cubicBezTo>
                  <a:pt x="2191853" y="1597696"/>
                  <a:pt x="2195998" y="1601716"/>
                  <a:pt x="2195998" y="1606740"/>
                </a:cubicBezTo>
                <a:cubicBezTo>
                  <a:pt x="2195998" y="1611640"/>
                  <a:pt x="2191979" y="1615785"/>
                  <a:pt x="2186954" y="1615785"/>
                </a:cubicBezTo>
                <a:cubicBezTo>
                  <a:pt x="2181930" y="1615785"/>
                  <a:pt x="2177785" y="1611765"/>
                  <a:pt x="2177785" y="1606740"/>
                </a:cubicBezTo>
                <a:cubicBezTo>
                  <a:pt x="2177785" y="1601716"/>
                  <a:pt x="2181805" y="1597696"/>
                  <a:pt x="2186829" y="1597696"/>
                </a:cubicBezTo>
                <a:close/>
                <a:moveTo>
                  <a:pt x="2471347" y="1597445"/>
                </a:moveTo>
                <a:cubicBezTo>
                  <a:pt x="2487551" y="1597445"/>
                  <a:pt x="2500867" y="1610634"/>
                  <a:pt x="2500867" y="1626838"/>
                </a:cubicBezTo>
                <a:cubicBezTo>
                  <a:pt x="2500867" y="1643043"/>
                  <a:pt x="2487677" y="1656358"/>
                  <a:pt x="2471472" y="1656358"/>
                </a:cubicBezTo>
                <a:cubicBezTo>
                  <a:pt x="2455268" y="1656483"/>
                  <a:pt x="2442079" y="1643294"/>
                  <a:pt x="2441954" y="1627090"/>
                </a:cubicBezTo>
                <a:cubicBezTo>
                  <a:pt x="2441827" y="1610886"/>
                  <a:pt x="2455018" y="1597570"/>
                  <a:pt x="2471347" y="1597445"/>
                </a:cubicBezTo>
                <a:close/>
                <a:moveTo>
                  <a:pt x="2947175" y="1596440"/>
                </a:moveTo>
                <a:cubicBezTo>
                  <a:pt x="2951320" y="1596440"/>
                  <a:pt x="2954712" y="1599831"/>
                  <a:pt x="2954712" y="1603976"/>
                </a:cubicBezTo>
                <a:cubicBezTo>
                  <a:pt x="2954712" y="1608121"/>
                  <a:pt x="2951320" y="1611512"/>
                  <a:pt x="2947175" y="1611512"/>
                </a:cubicBezTo>
                <a:cubicBezTo>
                  <a:pt x="2943030" y="1611512"/>
                  <a:pt x="2939638" y="1608121"/>
                  <a:pt x="2939638" y="1603976"/>
                </a:cubicBezTo>
                <a:cubicBezTo>
                  <a:pt x="2939638" y="1599831"/>
                  <a:pt x="2943030" y="1596440"/>
                  <a:pt x="2947175" y="1596440"/>
                </a:cubicBezTo>
                <a:close/>
                <a:moveTo>
                  <a:pt x="857196" y="1594556"/>
                </a:moveTo>
                <a:cubicBezTo>
                  <a:pt x="866616" y="1594431"/>
                  <a:pt x="874280" y="1602093"/>
                  <a:pt x="874280" y="1611515"/>
                </a:cubicBezTo>
                <a:cubicBezTo>
                  <a:pt x="874280" y="1620936"/>
                  <a:pt x="866743" y="1628598"/>
                  <a:pt x="857322" y="1628598"/>
                </a:cubicBezTo>
                <a:cubicBezTo>
                  <a:pt x="847900" y="1628598"/>
                  <a:pt x="840238" y="1621061"/>
                  <a:pt x="840238" y="1611640"/>
                </a:cubicBezTo>
                <a:cubicBezTo>
                  <a:pt x="840238" y="1602093"/>
                  <a:pt x="847900" y="1594556"/>
                  <a:pt x="857196" y="1594556"/>
                </a:cubicBezTo>
                <a:close/>
                <a:moveTo>
                  <a:pt x="477084" y="1591541"/>
                </a:moveTo>
                <a:cubicBezTo>
                  <a:pt x="488893" y="1591541"/>
                  <a:pt x="498565" y="1601088"/>
                  <a:pt x="498565" y="1612895"/>
                </a:cubicBezTo>
                <a:cubicBezTo>
                  <a:pt x="498691" y="1624704"/>
                  <a:pt x="489018" y="1634376"/>
                  <a:pt x="477211" y="1634376"/>
                </a:cubicBezTo>
                <a:cubicBezTo>
                  <a:pt x="465402" y="1634501"/>
                  <a:pt x="455730" y="1624829"/>
                  <a:pt x="455730" y="1613022"/>
                </a:cubicBezTo>
                <a:cubicBezTo>
                  <a:pt x="455605" y="1601088"/>
                  <a:pt x="465277" y="1591416"/>
                  <a:pt x="477084" y="1591541"/>
                </a:cubicBezTo>
                <a:close/>
                <a:moveTo>
                  <a:pt x="1759" y="1591541"/>
                </a:moveTo>
                <a:cubicBezTo>
                  <a:pt x="2764" y="1591541"/>
                  <a:pt x="3517" y="1592295"/>
                  <a:pt x="3517" y="1593299"/>
                </a:cubicBezTo>
                <a:cubicBezTo>
                  <a:pt x="3517" y="1594305"/>
                  <a:pt x="2764" y="1595058"/>
                  <a:pt x="1759" y="1595058"/>
                </a:cubicBezTo>
                <a:cubicBezTo>
                  <a:pt x="754" y="1595058"/>
                  <a:pt x="0" y="1594305"/>
                  <a:pt x="0" y="1593299"/>
                </a:cubicBezTo>
                <a:cubicBezTo>
                  <a:pt x="0" y="1592295"/>
                  <a:pt x="754" y="1591541"/>
                  <a:pt x="1759" y="1591541"/>
                </a:cubicBezTo>
                <a:close/>
                <a:moveTo>
                  <a:pt x="3042264" y="1580236"/>
                </a:moveTo>
                <a:cubicBezTo>
                  <a:pt x="3043394" y="1580236"/>
                  <a:pt x="3044273" y="1581116"/>
                  <a:pt x="3044273" y="1582246"/>
                </a:cubicBezTo>
                <a:cubicBezTo>
                  <a:pt x="3044273" y="1583376"/>
                  <a:pt x="3043394" y="1584256"/>
                  <a:pt x="3042264" y="1584256"/>
                </a:cubicBezTo>
                <a:cubicBezTo>
                  <a:pt x="3041134" y="1584256"/>
                  <a:pt x="3040254" y="1583376"/>
                  <a:pt x="3040254" y="1582246"/>
                </a:cubicBezTo>
                <a:cubicBezTo>
                  <a:pt x="3040254" y="1581241"/>
                  <a:pt x="3041134" y="1580236"/>
                  <a:pt x="3042264" y="1580236"/>
                </a:cubicBezTo>
                <a:close/>
                <a:moveTo>
                  <a:pt x="2566942" y="1578729"/>
                </a:moveTo>
                <a:cubicBezTo>
                  <a:pt x="2581513" y="1578729"/>
                  <a:pt x="2593573" y="1590537"/>
                  <a:pt x="2593573" y="1605234"/>
                </a:cubicBezTo>
                <a:cubicBezTo>
                  <a:pt x="2593573" y="1619930"/>
                  <a:pt x="2581764" y="1631864"/>
                  <a:pt x="2567067" y="1631864"/>
                </a:cubicBezTo>
                <a:cubicBezTo>
                  <a:pt x="2552495" y="1631864"/>
                  <a:pt x="2540562" y="1620056"/>
                  <a:pt x="2540436" y="1605359"/>
                </a:cubicBezTo>
                <a:cubicBezTo>
                  <a:pt x="2540436" y="1590788"/>
                  <a:pt x="2552244" y="1578854"/>
                  <a:pt x="2566942" y="1578729"/>
                </a:cubicBezTo>
                <a:close/>
                <a:moveTo>
                  <a:pt x="381618" y="1575964"/>
                </a:moveTo>
                <a:cubicBezTo>
                  <a:pt x="390537" y="1575839"/>
                  <a:pt x="397696" y="1582999"/>
                  <a:pt x="397696" y="1591792"/>
                </a:cubicBezTo>
                <a:cubicBezTo>
                  <a:pt x="397823" y="1600585"/>
                  <a:pt x="390662" y="1607745"/>
                  <a:pt x="381869" y="1607745"/>
                </a:cubicBezTo>
                <a:cubicBezTo>
                  <a:pt x="373076" y="1607871"/>
                  <a:pt x="365916" y="1600710"/>
                  <a:pt x="365916" y="1591918"/>
                </a:cubicBezTo>
                <a:cubicBezTo>
                  <a:pt x="365916" y="1583124"/>
                  <a:pt x="372950" y="1575964"/>
                  <a:pt x="381618" y="1575964"/>
                </a:cubicBezTo>
                <a:close/>
                <a:moveTo>
                  <a:pt x="1047251" y="1566670"/>
                </a:moveTo>
                <a:cubicBezTo>
                  <a:pt x="1048131" y="1566670"/>
                  <a:pt x="1048759" y="1567298"/>
                  <a:pt x="1048759" y="1568177"/>
                </a:cubicBezTo>
                <a:cubicBezTo>
                  <a:pt x="1048759" y="1568931"/>
                  <a:pt x="1048131" y="1569684"/>
                  <a:pt x="1047251" y="1569684"/>
                </a:cubicBezTo>
                <a:cubicBezTo>
                  <a:pt x="1046497" y="1569684"/>
                  <a:pt x="1045744" y="1569057"/>
                  <a:pt x="1045744" y="1568177"/>
                </a:cubicBezTo>
                <a:cubicBezTo>
                  <a:pt x="1045744" y="1567298"/>
                  <a:pt x="1046497" y="1566670"/>
                  <a:pt x="1047251" y="1566670"/>
                </a:cubicBezTo>
                <a:close/>
                <a:moveTo>
                  <a:pt x="761728" y="1566418"/>
                </a:moveTo>
                <a:cubicBezTo>
                  <a:pt x="775043" y="1566293"/>
                  <a:pt x="785972" y="1577095"/>
                  <a:pt x="785972" y="1590411"/>
                </a:cubicBezTo>
                <a:cubicBezTo>
                  <a:pt x="786097" y="1603725"/>
                  <a:pt x="775295" y="1614654"/>
                  <a:pt x="761979" y="1614654"/>
                </a:cubicBezTo>
                <a:cubicBezTo>
                  <a:pt x="748665" y="1614779"/>
                  <a:pt x="737861" y="1603977"/>
                  <a:pt x="737736" y="1590661"/>
                </a:cubicBezTo>
                <a:cubicBezTo>
                  <a:pt x="737736" y="1577347"/>
                  <a:pt x="748539" y="1566418"/>
                  <a:pt x="761728" y="1566418"/>
                </a:cubicBezTo>
                <a:close/>
                <a:moveTo>
                  <a:pt x="2282046" y="1564283"/>
                </a:moveTo>
                <a:cubicBezTo>
                  <a:pt x="2293478" y="1564283"/>
                  <a:pt x="2302900" y="1573452"/>
                  <a:pt x="2302900" y="1585009"/>
                </a:cubicBezTo>
                <a:cubicBezTo>
                  <a:pt x="2302900" y="1596440"/>
                  <a:pt x="2293603" y="1605862"/>
                  <a:pt x="2282171" y="1605862"/>
                </a:cubicBezTo>
                <a:cubicBezTo>
                  <a:pt x="2270741" y="1605987"/>
                  <a:pt x="2261319" y="1596692"/>
                  <a:pt x="2261319" y="1585136"/>
                </a:cubicBezTo>
                <a:cubicBezTo>
                  <a:pt x="2261319" y="1573578"/>
                  <a:pt x="2270614" y="1564283"/>
                  <a:pt x="2282046" y="1564283"/>
                </a:cubicBezTo>
                <a:close/>
                <a:moveTo>
                  <a:pt x="286904" y="1559007"/>
                </a:moveTo>
                <a:cubicBezTo>
                  <a:pt x="293436" y="1559007"/>
                  <a:pt x="298838" y="1564282"/>
                  <a:pt x="298838" y="1570941"/>
                </a:cubicBezTo>
                <a:cubicBezTo>
                  <a:pt x="298838" y="1577472"/>
                  <a:pt x="293562" y="1582874"/>
                  <a:pt x="286904" y="1582874"/>
                </a:cubicBezTo>
                <a:cubicBezTo>
                  <a:pt x="280372" y="1582874"/>
                  <a:pt x="274971" y="1577598"/>
                  <a:pt x="274971" y="1570941"/>
                </a:cubicBezTo>
                <a:cubicBezTo>
                  <a:pt x="274971" y="1564409"/>
                  <a:pt x="280247" y="1559007"/>
                  <a:pt x="286904" y="1559007"/>
                </a:cubicBezTo>
                <a:close/>
                <a:moveTo>
                  <a:pt x="2662031" y="1558881"/>
                </a:moveTo>
                <a:cubicBezTo>
                  <a:pt x="2675723" y="1558881"/>
                  <a:pt x="2686903" y="1569935"/>
                  <a:pt x="2686903" y="1583626"/>
                </a:cubicBezTo>
                <a:cubicBezTo>
                  <a:pt x="2687030" y="1597319"/>
                  <a:pt x="2675975" y="1608498"/>
                  <a:pt x="2662282" y="1608498"/>
                </a:cubicBezTo>
                <a:cubicBezTo>
                  <a:pt x="2648590" y="1608498"/>
                  <a:pt x="2637410" y="1597444"/>
                  <a:pt x="2637410" y="1583753"/>
                </a:cubicBezTo>
                <a:cubicBezTo>
                  <a:pt x="2637410" y="1570060"/>
                  <a:pt x="2648465" y="1558881"/>
                  <a:pt x="2662031" y="1558881"/>
                </a:cubicBezTo>
                <a:close/>
                <a:moveTo>
                  <a:pt x="667014" y="1542426"/>
                </a:moveTo>
                <a:cubicBezTo>
                  <a:pt x="681962" y="1542300"/>
                  <a:pt x="694272" y="1554485"/>
                  <a:pt x="694272" y="1569559"/>
                </a:cubicBezTo>
                <a:cubicBezTo>
                  <a:pt x="694272" y="1584506"/>
                  <a:pt x="682213" y="1596817"/>
                  <a:pt x="667139" y="1596817"/>
                </a:cubicBezTo>
                <a:cubicBezTo>
                  <a:pt x="652191" y="1596817"/>
                  <a:pt x="639881" y="1584758"/>
                  <a:pt x="639881" y="1569684"/>
                </a:cubicBezTo>
                <a:cubicBezTo>
                  <a:pt x="639754" y="1554611"/>
                  <a:pt x="651940" y="1542426"/>
                  <a:pt x="667014" y="1542426"/>
                </a:cubicBezTo>
                <a:close/>
                <a:moveTo>
                  <a:pt x="192316" y="1541672"/>
                </a:moveTo>
                <a:cubicBezTo>
                  <a:pt x="196838" y="1541672"/>
                  <a:pt x="200482" y="1545314"/>
                  <a:pt x="200482" y="1549837"/>
                </a:cubicBezTo>
                <a:cubicBezTo>
                  <a:pt x="200482" y="1554484"/>
                  <a:pt x="196838" y="1558128"/>
                  <a:pt x="192316" y="1558128"/>
                </a:cubicBezTo>
                <a:cubicBezTo>
                  <a:pt x="187793" y="1558128"/>
                  <a:pt x="184151" y="1554484"/>
                  <a:pt x="184151" y="1549962"/>
                </a:cubicBezTo>
                <a:cubicBezTo>
                  <a:pt x="184151" y="1545440"/>
                  <a:pt x="187793" y="1541797"/>
                  <a:pt x="192316" y="1541672"/>
                </a:cubicBezTo>
                <a:close/>
                <a:moveTo>
                  <a:pt x="2090357" y="1540918"/>
                </a:moveTo>
                <a:cubicBezTo>
                  <a:pt x="2091612" y="1540918"/>
                  <a:pt x="2092617" y="1541923"/>
                  <a:pt x="2092617" y="1543180"/>
                </a:cubicBezTo>
                <a:cubicBezTo>
                  <a:pt x="2092617" y="1544435"/>
                  <a:pt x="2091612" y="1545440"/>
                  <a:pt x="2090357" y="1545440"/>
                </a:cubicBezTo>
                <a:cubicBezTo>
                  <a:pt x="2089100" y="1545440"/>
                  <a:pt x="2088095" y="1544435"/>
                  <a:pt x="2088095" y="1543180"/>
                </a:cubicBezTo>
                <a:cubicBezTo>
                  <a:pt x="2088095" y="1541923"/>
                  <a:pt x="2089100" y="1540918"/>
                  <a:pt x="2090357" y="1540918"/>
                </a:cubicBezTo>
                <a:close/>
                <a:moveTo>
                  <a:pt x="953292" y="1540290"/>
                </a:moveTo>
                <a:cubicBezTo>
                  <a:pt x="957312" y="1540290"/>
                  <a:pt x="960452" y="1543430"/>
                  <a:pt x="960452" y="1547324"/>
                </a:cubicBezTo>
                <a:cubicBezTo>
                  <a:pt x="960452" y="1551217"/>
                  <a:pt x="957312" y="1554358"/>
                  <a:pt x="953417" y="1554358"/>
                </a:cubicBezTo>
                <a:cubicBezTo>
                  <a:pt x="949398" y="1554358"/>
                  <a:pt x="946258" y="1551217"/>
                  <a:pt x="946258" y="1547324"/>
                </a:cubicBezTo>
                <a:cubicBezTo>
                  <a:pt x="946258" y="1543304"/>
                  <a:pt x="949398" y="1540163"/>
                  <a:pt x="953292" y="1540290"/>
                </a:cubicBezTo>
                <a:close/>
                <a:moveTo>
                  <a:pt x="2756996" y="1538657"/>
                </a:moveTo>
                <a:cubicBezTo>
                  <a:pt x="2769933" y="1538532"/>
                  <a:pt x="2780485" y="1549083"/>
                  <a:pt x="2780485" y="1562021"/>
                </a:cubicBezTo>
                <a:cubicBezTo>
                  <a:pt x="2780612" y="1574959"/>
                  <a:pt x="2770060" y="1585511"/>
                  <a:pt x="2757121" y="1585511"/>
                </a:cubicBezTo>
                <a:cubicBezTo>
                  <a:pt x="2744057" y="1585511"/>
                  <a:pt x="2733506" y="1575085"/>
                  <a:pt x="2733506" y="1562147"/>
                </a:cubicBezTo>
                <a:cubicBezTo>
                  <a:pt x="2733380" y="1549083"/>
                  <a:pt x="2743932" y="1538532"/>
                  <a:pt x="2756996" y="1538657"/>
                </a:cubicBezTo>
                <a:close/>
                <a:moveTo>
                  <a:pt x="2376632" y="1534261"/>
                </a:moveTo>
                <a:cubicBezTo>
                  <a:pt x="2392837" y="1534261"/>
                  <a:pt x="2405901" y="1547325"/>
                  <a:pt x="2406027" y="1563404"/>
                </a:cubicBezTo>
                <a:cubicBezTo>
                  <a:pt x="2406027" y="1579483"/>
                  <a:pt x="2392963" y="1592547"/>
                  <a:pt x="2376884" y="1592672"/>
                </a:cubicBezTo>
                <a:cubicBezTo>
                  <a:pt x="2360806" y="1592672"/>
                  <a:pt x="2347617" y="1579608"/>
                  <a:pt x="2347617" y="1563529"/>
                </a:cubicBezTo>
                <a:cubicBezTo>
                  <a:pt x="2347490" y="1547325"/>
                  <a:pt x="2360554" y="1534261"/>
                  <a:pt x="2376632" y="1534261"/>
                </a:cubicBezTo>
                <a:close/>
                <a:moveTo>
                  <a:pt x="97979" y="1524338"/>
                </a:moveTo>
                <a:cubicBezTo>
                  <a:pt x="100492" y="1524338"/>
                  <a:pt x="102628" y="1526348"/>
                  <a:pt x="102628" y="1528986"/>
                </a:cubicBezTo>
                <a:cubicBezTo>
                  <a:pt x="102628" y="1531498"/>
                  <a:pt x="100618" y="1533634"/>
                  <a:pt x="97979" y="1533634"/>
                </a:cubicBezTo>
                <a:cubicBezTo>
                  <a:pt x="95467" y="1533634"/>
                  <a:pt x="93332" y="1531498"/>
                  <a:pt x="93332" y="1528986"/>
                </a:cubicBezTo>
                <a:cubicBezTo>
                  <a:pt x="93332" y="1526473"/>
                  <a:pt x="95467" y="1524338"/>
                  <a:pt x="97979" y="1524338"/>
                </a:cubicBezTo>
                <a:close/>
                <a:moveTo>
                  <a:pt x="572677" y="1522955"/>
                </a:moveTo>
                <a:cubicBezTo>
                  <a:pt x="586871" y="1522955"/>
                  <a:pt x="598302" y="1534386"/>
                  <a:pt x="598428" y="1548580"/>
                </a:cubicBezTo>
                <a:cubicBezTo>
                  <a:pt x="598428" y="1562774"/>
                  <a:pt x="586997" y="1574206"/>
                  <a:pt x="572803" y="1574331"/>
                </a:cubicBezTo>
                <a:cubicBezTo>
                  <a:pt x="558609" y="1574331"/>
                  <a:pt x="547052" y="1562901"/>
                  <a:pt x="547052" y="1548706"/>
                </a:cubicBezTo>
                <a:cubicBezTo>
                  <a:pt x="546927" y="1534511"/>
                  <a:pt x="558357" y="1522955"/>
                  <a:pt x="572677" y="1522955"/>
                </a:cubicBezTo>
                <a:close/>
                <a:moveTo>
                  <a:pt x="2851331" y="1522202"/>
                </a:moveTo>
                <a:cubicBezTo>
                  <a:pt x="2861380" y="1522202"/>
                  <a:pt x="2869544" y="1530241"/>
                  <a:pt x="2869544" y="1540290"/>
                </a:cubicBezTo>
                <a:cubicBezTo>
                  <a:pt x="2869544" y="1550339"/>
                  <a:pt x="2861505" y="1558504"/>
                  <a:pt x="2851456" y="1558504"/>
                </a:cubicBezTo>
                <a:cubicBezTo>
                  <a:pt x="2841408" y="1558504"/>
                  <a:pt x="2833243" y="1550465"/>
                  <a:pt x="2833243" y="1540416"/>
                </a:cubicBezTo>
                <a:cubicBezTo>
                  <a:pt x="2833243" y="1530366"/>
                  <a:pt x="2841282" y="1522202"/>
                  <a:pt x="2851331" y="1522202"/>
                </a:cubicBezTo>
                <a:close/>
                <a:moveTo>
                  <a:pt x="2183939" y="1512530"/>
                </a:moveTo>
                <a:cubicBezTo>
                  <a:pt x="2188838" y="1512530"/>
                  <a:pt x="2192983" y="1516550"/>
                  <a:pt x="2192983" y="1521574"/>
                </a:cubicBezTo>
                <a:cubicBezTo>
                  <a:pt x="2192983" y="1526473"/>
                  <a:pt x="2188964" y="1530618"/>
                  <a:pt x="2183939" y="1530618"/>
                </a:cubicBezTo>
                <a:cubicBezTo>
                  <a:pt x="2178915" y="1530618"/>
                  <a:pt x="2174770" y="1526599"/>
                  <a:pt x="2174770" y="1521574"/>
                </a:cubicBezTo>
                <a:cubicBezTo>
                  <a:pt x="2174770" y="1516550"/>
                  <a:pt x="2178790" y="1512530"/>
                  <a:pt x="2183939" y="1512530"/>
                </a:cubicBezTo>
                <a:close/>
                <a:moveTo>
                  <a:pt x="2470970" y="1511398"/>
                </a:moveTo>
                <a:cubicBezTo>
                  <a:pt x="2487677" y="1511398"/>
                  <a:pt x="2501243" y="1524964"/>
                  <a:pt x="2501370" y="1541671"/>
                </a:cubicBezTo>
                <a:cubicBezTo>
                  <a:pt x="2501370" y="1558377"/>
                  <a:pt x="2487803" y="1572070"/>
                  <a:pt x="2471095" y="1572070"/>
                </a:cubicBezTo>
                <a:cubicBezTo>
                  <a:pt x="2454389" y="1572070"/>
                  <a:pt x="2440697" y="1558504"/>
                  <a:pt x="2440697" y="1541796"/>
                </a:cubicBezTo>
                <a:cubicBezTo>
                  <a:pt x="2440697" y="1525090"/>
                  <a:pt x="2454138" y="1511523"/>
                  <a:pt x="2470970" y="1511398"/>
                </a:cubicBezTo>
                <a:close/>
                <a:moveTo>
                  <a:pt x="2945543" y="1511148"/>
                </a:moveTo>
                <a:cubicBezTo>
                  <a:pt x="2949688" y="1511148"/>
                  <a:pt x="2953080" y="1514539"/>
                  <a:pt x="2953080" y="1518684"/>
                </a:cubicBezTo>
                <a:cubicBezTo>
                  <a:pt x="2953080" y="1522829"/>
                  <a:pt x="2949688" y="1526220"/>
                  <a:pt x="2945543" y="1526220"/>
                </a:cubicBezTo>
                <a:cubicBezTo>
                  <a:pt x="2941398" y="1526220"/>
                  <a:pt x="2938006" y="1522829"/>
                  <a:pt x="2938006" y="1518684"/>
                </a:cubicBezTo>
                <a:cubicBezTo>
                  <a:pt x="2938006" y="1514539"/>
                  <a:pt x="2941398" y="1511148"/>
                  <a:pt x="2945543" y="1511148"/>
                </a:cubicBezTo>
                <a:close/>
                <a:moveTo>
                  <a:pt x="859709" y="1509263"/>
                </a:moveTo>
                <a:cubicBezTo>
                  <a:pt x="869130" y="1509138"/>
                  <a:pt x="876792" y="1516800"/>
                  <a:pt x="876792" y="1526222"/>
                </a:cubicBezTo>
                <a:cubicBezTo>
                  <a:pt x="876918" y="1535643"/>
                  <a:pt x="869255" y="1543305"/>
                  <a:pt x="859834" y="1543305"/>
                </a:cubicBezTo>
                <a:cubicBezTo>
                  <a:pt x="850412" y="1543305"/>
                  <a:pt x="842750" y="1535768"/>
                  <a:pt x="842750" y="1526347"/>
                </a:cubicBezTo>
                <a:cubicBezTo>
                  <a:pt x="842625" y="1516925"/>
                  <a:pt x="850287" y="1509263"/>
                  <a:pt x="859709" y="1509263"/>
                </a:cubicBezTo>
                <a:close/>
                <a:moveTo>
                  <a:pt x="3895" y="1506248"/>
                </a:moveTo>
                <a:cubicBezTo>
                  <a:pt x="4899" y="1506248"/>
                  <a:pt x="5653" y="1507001"/>
                  <a:pt x="5653" y="1508006"/>
                </a:cubicBezTo>
                <a:cubicBezTo>
                  <a:pt x="5653" y="1509011"/>
                  <a:pt x="4899" y="1509765"/>
                  <a:pt x="3895" y="1509765"/>
                </a:cubicBezTo>
                <a:cubicBezTo>
                  <a:pt x="2890" y="1509765"/>
                  <a:pt x="2136" y="1509011"/>
                  <a:pt x="2136" y="1508006"/>
                </a:cubicBezTo>
                <a:cubicBezTo>
                  <a:pt x="2136" y="1507001"/>
                  <a:pt x="2890" y="1506248"/>
                  <a:pt x="3895" y="1506248"/>
                </a:cubicBezTo>
                <a:close/>
                <a:moveTo>
                  <a:pt x="478467" y="1506247"/>
                </a:moveTo>
                <a:cubicBezTo>
                  <a:pt x="490399" y="1506122"/>
                  <a:pt x="500073" y="1515669"/>
                  <a:pt x="500073" y="1527601"/>
                </a:cubicBezTo>
                <a:cubicBezTo>
                  <a:pt x="500198" y="1539410"/>
                  <a:pt x="490525" y="1549082"/>
                  <a:pt x="478718" y="1549082"/>
                </a:cubicBezTo>
                <a:cubicBezTo>
                  <a:pt x="466784" y="1549207"/>
                  <a:pt x="457112" y="1539535"/>
                  <a:pt x="457112" y="1527728"/>
                </a:cubicBezTo>
                <a:cubicBezTo>
                  <a:pt x="457112" y="1515919"/>
                  <a:pt x="466658" y="1506247"/>
                  <a:pt x="478467" y="1506247"/>
                </a:cubicBezTo>
                <a:close/>
                <a:moveTo>
                  <a:pt x="3039502" y="1495322"/>
                </a:moveTo>
                <a:cubicBezTo>
                  <a:pt x="3040509" y="1495322"/>
                  <a:pt x="3041262" y="1496075"/>
                  <a:pt x="3041262" y="1497080"/>
                </a:cubicBezTo>
                <a:cubicBezTo>
                  <a:pt x="3041262" y="1498086"/>
                  <a:pt x="3040509" y="1498839"/>
                  <a:pt x="3039502" y="1498839"/>
                </a:cubicBezTo>
                <a:cubicBezTo>
                  <a:pt x="3038497" y="1498839"/>
                  <a:pt x="3037744" y="1498086"/>
                  <a:pt x="3037744" y="1497080"/>
                </a:cubicBezTo>
                <a:cubicBezTo>
                  <a:pt x="3037744" y="1496075"/>
                  <a:pt x="3038497" y="1495322"/>
                  <a:pt x="3039502" y="1495322"/>
                </a:cubicBezTo>
                <a:close/>
                <a:moveTo>
                  <a:pt x="2564930" y="1493560"/>
                </a:moveTo>
                <a:cubicBezTo>
                  <a:pt x="2579502" y="1493560"/>
                  <a:pt x="2591559" y="1505367"/>
                  <a:pt x="2591559" y="1520065"/>
                </a:cubicBezTo>
                <a:cubicBezTo>
                  <a:pt x="2591559" y="1534761"/>
                  <a:pt x="2579752" y="1546695"/>
                  <a:pt x="2565056" y="1546695"/>
                </a:cubicBezTo>
                <a:cubicBezTo>
                  <a:pt x="2550485" y="1546695"/>
                  <a:pt x="2538426" y="1534887"/>
                  <a:pt x="2538426" y="1520190"/>
                </a:cubicBezTo>
                <a:cubicBezTo>
                  <a:pt x="2538300" y="1505494"/>
                  <a:pt x="2550233" y="1493560"/>
                  <a:pt x="2564930" y="1493560"/>
                </a:cubicBezTo>
                <a:close/>
                <a:moveTo>
                  <a:pt x="384632" y="1490547"/>
                </a:moveTo>
                <a:cubicBezTo>
                  <a:pt x="393551" y="1490547"/>
                  <a:pt x="400836" y="1497707"/>
                  <a:pt x="400836" y="1506626"/>
                </a:cubicBezTo>
                <a:cubicBezTo>
                  <a:pt x="400836" y="1515545"/>
                  <a:pt x="393676" y="1522830"/>
                  <a:pt x="384757" y="1522830"/>
                </a:cubicBezTo>
                <a:cubicBezTo>
                  <a:pt x="375838" y="1522830"/>
                  <a:pt x="368553" y="1515670"/>
                  <a:pt x="368553" y="1506751"/>
                </a:cubicBezTo>
                <a:cubicBezTo>
                  <a:pt x="368553" y="1497832"/>
                  <a:pt x="375713" y="1490547"/>
                  <a:pt x="384632" y="1490547"/>
                </a:cubicBezTo>
                <a:close/>
                <a:moveTo>
                  <a:pt x="1058430" y="1482633"/>
                </a:moveTo>
                <a:cubicBezTo>
                  <a:pt x="1059057" y="1482633"/>
                  <a:pt x="1059561" y="1483135"/>
                  <a:pt x="1059561" y="1483763"/>
                </a:cubicBezTo>
                <a:cubicBezTo>
                  <a:pt x="1059561" y="1484391"/>
                  <a:pt x="1059057" y="1484894"/>
                  <a:pt x="1058430" y="1484894"/>
                </a:cubicBezTo>
                <a:cubicBezTo>
                  <a:pt x="1057802" y="1484894"/>
                  <a:pt x="1057300" y="1484391"/>
                  <a:pt x="1057300" y="1483763"/>
                </a:cubicBezTo>
                <a:cubicBezTo>
                  <a:pt x="1057300" y="1483135"/>
                  <a:pt x="1057802" y="1482633"/>
                  <a:pt x="1058430" y="1482633"/>
                </a:cubicBezTo>
                <a:close/>
                <a:moveTo>
                  <a:pt x="766249" y="1481001"/>
                </a:moveTo>
                <a:cubicBezTo>
                  <a:pt x="779691" y="1480876"/>
                  <a:pt x="790745" y="1491803"/>
                  <a:pt x="790745" y="1505245"/>
                </a:cubicBezTo>
                <a:cubicBezTo>
                  <a:pt x="790745" y="1518811"/>
                  <a:pt x="779942" y="1529740"/>
                  <a:pt x="766501" y="1529740"/>
                </a:cubicBezTo>
                <a:cubicBezTo>
                  <a:pt x="753060" y="1529865"/>
                  <a:pt x="742006" y="1518936"/>
                  <a:pt x="742006" y="1505496"/>
                </a:cubicBezTo>
                <a:cubicBezTo>
                  <a:pt x="742006" y="1492055"/>
                  <a:pt x="752809" y="1481126"/>
                  <a:pt x="766249" y="1481001"/>
                </a:cubicBezTo>
                <a:close/>
                <a:moveTo>
                  <a:pt x="1984840" y="1480120"/>
                </a:moveTo>
                <a:cubicBezTo>
                  <a:pt x="1984966" y="1480120"/>
                  <a:pt x="1985092" y="1480245"/>
                  <a:pt x="1985092" y="1480371"/>
                </a:cubicBezTo>
                <a:cubicBezTo>
                  <a:pt x="1985092" y="1480497"/>
                  <a:pt x="1984966" y="1480623"/>
                  <a:pt x="1984840" y="1480623"/>
                </a:cubicBezTo>
                <a:cubicBezTo>
                  <a:pt x="1984714" y="1480623"/>
                  <a:pt x="1984589" y="1480497"/>
                  <a:pt x="1984589" y="1480371"/>
                </a:cubicBezTo>
                <a:cubicBezTo>
                  <a:pt x="1984589" y="1480245"/>
                  <a:pt x="1984714" y="1480245"/>
                  <a:pt x="1984840" y="1480120"/>
                </a:cubicBezTo>
                <a:close/>
                <a:moveTo>
                  <a:pt x="2277022" y="1478487"/>
                </a:moveTo>
                <a:cubicBezTo>
                  <a:pt x="2288829" y="1478362"/>
                  <a:pt x="2298501" y="1488034"/>
                  <a:pt x="2298501" y="1499841"/>
                </a:cubicBezTo>
                <a:cubicBezTo>
                  <a:pt x="2298628" y="1511650"/>
                  <a:pt x="2288956" y="1521322"/>
                  <a:pt x="2277147" y="1521322"/>
                </a:cubicBezTo>
                <a:cubicBezTo>
                  <a:pt x="2265213" y="1521447"/>
                  <a:pt x="2255541" y="1511775"/>
                  <a:pt x="2255541" y="1499968"/>
                </a:cubicBezTo>
                <a:cubicBezTo>
                  <a:pt x="2255541" y="1488159"/>
                  <a:pt x="2265088" y="1478487"/>
                  <a:pt x="2277022" y="1478487"/>
                </a:cubicBezTo>
                <a:close/>
                <a:moveTo>
                  <a:pt x="291049" y="1473087"/>
                </a:moveTo>
                <a:cubicBezTo>
                  <a:pt x="298084" y="1473087"/>
                  <a:pt x="303736" y="1478739"/>
                  <a:pt x="303736" y="1485648"/>
                </a:cubicBezTo>
                <a:cubicBezTo>
                  <a:pt x="303736" y="1492683"/>
                  <a:pt x="298084" y="1498335"/>
                  <a:pt x="291174" y="1498335"/>
                </a:cubicBezTo>
                <a:cubicBezTo>
                  <a:pt x="284140" y="1498335"/>
                  <a:pt x="278487" y="1492683"/>
                  <a:pt x="278487" y="1485774"/>
                </a:cubicBezTo>
                <a:cubicBezTo>
                  <a:pt x="278361" y="1478866"/>
                  <a:pt x="284015" y="1473212"/>
                  <a:pt x="291049" y="1473087"/>
                </a:cubicBezTo>
                <a:close/>
                <a:moveTo>
                  <a:pt x="2658514" y="1472584"/>
                </a:moveTo>
                <a:cubicBezTo>
                  <a:pt x="2672834" y="1472458"/>
                  <a:pt x="2684516" y="1484014"/>
                  <a:pt x="2684516" y="1498335"/>
                </a:cubicBezTo>
                <a:cubicBezTo>
                  <a:pt x="2684642" y="1512655"/>
                  <a:pt x="2673085" y="1524338"/>
                  <a:pt x="2658766" y="1524338"/>
                </a:cubicBezTo>
                <a:cubicBezTo>
                  <a:pt x="2644445" y="1524463"/>
                  <a:pt x="2632763" y="1512907"/>
                  <a:pt x="2632763" y="1498587"/>
                </a:cubicBezTo>
                <a:cubicBezTo>
                  <a:pt x="2632763" y="1484266"/>
                  <a:pt x="2644320" y="1472584"/>
                  <a:pt x="2658514" y="1472584"/>
                </a:cubicBezTo>
                <a:close/>
                <a:moveTo>
                  <a:pt x="673169" y="1457259"/>
                </a:moveTo>
                <a:cubicBezTo>
                  <a:pt x="688117" y="1457259"/>
                  <a:pt x="700427" y="1469318"/>
                  <a:pt x="700427" y="1484392"/>
                </a:cubicBezTo>
                <a:cubicBezTo>
                  <a:pt x="700427" y="1499465"/>
                  <a:pt x="688368" y="1511775"/>
                  <a:pt x="673294" y="1511775"/>
                </a:cubicBezTo>
                <a:cubicBezTo>
                  <a:pt x="658221" y="1511775"/>
                  <a:pt x="645911" y="1499716"/>
                  <a:pt x="645911" y="1484643"/>
                </a:cubicBezTo>
                <a:cubicBezTo>
                  <a:pt x="645784" y="1469568"/>
                  <a:pt x="657970" y="1457384"/>
                  <a:pt x="673169" y="1457259"/>
                </a:cubicBezTo>
                <a:close/>
                <a:moveTo>
                  <a:pt x="965600" y="1456630"/>
                </a:moveTo>
                <a:cubicBezTo>
                  <a:pt x="969118" y="1456630"/>
                  <a:pt x="971882" y="1459394"/>
                  <a:pt x="971882" y="1462785"/>
                </a:cubicBezTo>
                <a:cubicBezTo>
                  <a:pt x="971882" y="1466302"/>
                  <a:pt x="969118" y="1469066"/>
                  <a:pt x="965726" y="1469066"/>
                </a:cubicBezTo>
                <a:cubicBezTo>
                  <a:pt x="962335" y="1469066"/>
                  <a:pt x="959571" y="1466302"/>
                  <a:pt x="959571" y="1462911"/>
                </a:cubicBezTo>
                <a:cubicBezTo>
                  <a:pt x="959571" y="1459519"/>
                  <a:pt x="962335" y="1456755"/>
                  <a:pt x="965600" y="1456630"/>
                </a:cubicBezTo>
                <a:close/>
                <a:moveTo>
                  <a:pt x="2077293" y="1456379"/>
                </a:moveTo>
                <a:cubicBezTo>
                  <a:pt x="2078675" y="1456379"/>
                  <a:pt x="2079805" y="1457384"/>
                  <a:pt x="2079805" y="1458766"/>
                </a:cubicBezTo>
                <a:cubicBezTo>
                  <a:pt x="2079805" y="1460147"/>
                  <a:pt x="2078800" y="1461278"/>
                  <a:pt x="2077418" y="1461278"/>
                </a:cubicBezTo>
                <a:cubicBezTo>
                  <a:pt x="2076036" y="1461278"/>
                  <a:pt x="2074906" y="1460273"/>
                  <a:pt x="2074906" y="1458891"/>
                </a:cubicBezTo>
                <a:cubicBezTo>
                  <a:pt x="2074906" y="1457634"/>
                  <a:pt x="2076036" y="1456504"/>
                  <a:pt x="2077293" y="1456379"/>
                </a:cubicBezTo>
                <a:close/>
                <a:moveTo>
                  <a:pt x="197465" y="1456254"/>
                </a:moveTo>
                <a:cubicBezTo>
                  <a:pt x="202239" y="1456128"/>
                  <a:pt x="206132" y="1460023"/>
                  <a:pt x="206132" y="1464795"/>
                </a:cubicBezTo>
                <a:cubicBezTo>
                  <a:pt x="206132" y="1469569"/>
                  <a:pt x="202364" y="1473464"/>
                  <a:pt x="197590" y="1473464"/>
                </a:cubicBezTo>
                <a:cubicBezTo>
                  <a:pt x="192818" y="1473589"/>
                  <a:pt x="188923" y="1469694"/>
                  <a:pt x="188923" y="1464922"/>
                </a:cubicBezTo>
                <a:cubicBezTo>
                  <a:pt x="188798" y="1460148"/>
                  <a:pt x="192692" y="1456254"/>
                  <a:pt x="197465" y="1456254"/>
                </a:cubicBezTo>
                <a:close/>
                <a:moveTo>
                  <a:pt x="2752222" y="1452987"/>
                </a:moveTo>
                <a:cubicBezTo>
                  <a:pt x="2765412" y="1452987"/>
                  <a:pt x="2776214" y="1463664"/>
                  <a:pt x="2776214" y="1476854"/>
                </a:cubicBezTo>
                <a:cubicBezTo>
                  <a:pt x="2776214" y="1490044"/>
                  <a:pt x="2765537" y="1500846"/>
                  <a:pt x="2752348" y="1500846"/>
                </a:cubicBezTo>
                <a:cubicBezTo>
                  <a:pt x="2739158" y="1500846"/>
                  <a:pt x="2728356" y="1490169"/>
                  <a:pt x="2728356" y="1476980"/>
                </a:cubicBezTo>
                <a:cubicBezTo>
                  <a:pt x="2728230" y="1463790"/>
                  <a:pt x="2738907" y="1452987"/>
                  <a:pt x="2752222" y="1452987"/>
                </a:cubicBezTo>
                <a:close/>
                <a:moveTo>
                  <a:pt x="2369976" y="1448717"/>
                </a:moveTo>
                <a:cubicBezTo>
                  <a:pt x="2386305" y="1448591"/>
                  <a:pt x="2399746" y="1461907"/>
                  <a:pt x="2399746" y="1478236"/>
                </a:cubicBezTo>
                <a:cubicBezTo>
                  <a:pt x="2399872" y="1494692"/>
                  <a:pt x="2386557" y="1508008"/>
                  <a:pt x="2370227" y="1508008"/>
                </a:cubicBezTo>
                <a:cubicBezTo>
                  <a:pt x="2353897" y="1508133"/>
                  <a:pt x="2340456" y="1494817"/>
                  <a:pt x="2340456" y="1478488"/>
                </a:cubicBezTo>
                <a:cubicBezTo>
                  <a:pt x="2340456" y="1462157"/>
                  <a:pt x="2353645" y="1448717"/>
                  <a:pt x="2369976" y="1448717"/>
                </a:cubicBezTo>
                <a:close/>
                <a:moveTo>
                  <a:pt x="104134" y="1439044"/>
                </a:moveTo>
                <a:cubicBezTo>
                  <a:pt x="106897" y="1439044"/>
                  <a:pt x="109033" y="1441306"/>
                  <a:pt x="109033" y="1443943"/>
                </a:cubicBezTo>
                <a:cubicBezTo>
                  <a:pt x="109033" y="1446706"/>
                  <a:pt x="106771" y="1448841"/>
                  <a:pt x="104134" y="1448841"/>
                </a:cubicBezTo>
                <a:cubicBezTo>
                  <a:pt x="101370" y="1448841"/>
                  <a:pt x="99235" y="1446581"/>
                  <a:pt x="99235" y="1443943"/>
                </a:cubicBezTo>
                <a:cubicBezTo>
                  <a:pt x="99235" y="1441306"/>
                  <a:pt x="101370" y="1439044"/>
                  <a:pt x="104134" y="1439044"/>
                </a:cubicBezTo>
                <a:close/>
                <a:moveTo>
                  <a:pt x="579963" y="1438040"/>
                </a:moveTo>
                <a:cubicBezTo>
                  <a:pt x="594157" y="1438040"/>
                  <a:pt x="605714" y="1449471"/>
                  <a:pt x="605714" y="1463665"/>
                </a:cubicBezTo>
                <a:cubicBezTo>
                  <a:pt x="605714" y="1477859"/>
                  <a:pt x="594284" y="1489416"/>
                  <a:pt x="580088" y="1489416"/>
                </a:cubicBezTo>
                <a:cubicBezTo>
                  <a:pt x="565894" y="1489416"/>
                  <a:pt x="554338" y="1477986"/>
                  <a:pt x="554338" y="1463791"/>
                </a:cubicBezTo>
                <a:cubicBezTo>
                  <a:pt x="554338" y="1449596"/>
                  <a:pt x="565769" y="1438040"/>
                  <a:pt x="579963" y="1438040"/>
                </a:cubicBezTo>
                <a:close/>
                <a:moveTo>
                  <a:pt x="2845551" y="1437663"/>
                </a:moveTo>
                <a:cubicBezTo>
                  <a:pt x="2855349" y="1437538"/>
                  <a:pt x="2863389" y="1445452"/>
                  <a:pt x="2863389" y="1455249"/>
                </a:cubicBezTo>
                <a:cubicBezTo>
                  <a:pt x="2863389" y="1465048"/>
                  <a:pt x="2855475" y="1473087"/>
                  <a:pt x="2845676" y="1473087"/>
                </a:cubicBezTo>
                <a:cubicBezTo>
                  <a:pt x="2835879" y="1473087"/>
                  <a:pt x="2827840" y="1465173"/>
                  <a:pt x="2827840" y="1455375"/>
                </a:cubicBezTo>
                <a:cubicBezTo>
                  <a:pt x="2827840" y="1445577"/>
                  <a:pt x="2835754" y="1437538"/>
                  <a:pt x="2845551" y="1437663"/>
                </a:cubicBezTo>
                <a:close/>
                <a:moveTo>
                  <a:pt x="2169871" y="1427614"/>
                </a:moveTo>
                <a:cubicBezTo>
                  <a:pt x="2175273" y="1427614"/>
                  <a:pt x="2179670" y="1431884"/>
                  <a:pt x="2179670" y="1437285"/>
                </a:cubicBezTo>
                <a:cubicBezTo>
                  <a:pt x="2179670" y="1442687"/>
                  <a:pt x="2175398" y="1447083"/>
                  <a:pt x="2169996" y="1447083"/>
                </a:cubicBezTo>
                <a:cubicBezTo>
                  <a:pt x="2164596" y="1447083"/>
                  <a:pt x="2160199" y="1442812"/>
                  <a:pt x="2160199" y="1437411"/>
                </a:cubicBezTo>
                <a:cubicBezTo>
                  <a:pt x="2160074" y="1432136"/>
                  <a:pt x="2164469" y="1427739"/>
                  <a:pt x="2169871" y="1427614"/>
                </a:cubicBezTo>
                <a:close/>
                <a:moveTo>
                  <a:pt x="2938760" y="1426861"/>
                </a:moveTo>
                <a:cubicBezTo>
                  <a:pt x="2942529" y="1426861"/>
                  <a:pt x="2945669" y="1429875"/>
                  <a:pt x="2945669" y="1433644"/>
                </a:cubicBezTo>
                <a:cubicBezTo>
                  <a:pt x="2945794" y="1437412"/>
                  <a:pt x="2942654" y="1440552"/>
                  <a:pt x="2938886" y="1440552"/>
                </a:cubicBezTo>
                <a:cubicBezTo>
                  <a:pt x="2935117" y="1440552"/>
                  <a:pt x="2931977" y="1437537"/>
                  <a:pt x="2931977" y="1433770"/>
                </a:cubicBezTo>
                <a:cubicBezTo>
                  <a:pt x="2931977" y="1429875"/>
                  <a:pt x="2935117" y="1426861"/>
                  <a:pt x="2938760" y="1426861"/>
                </a:cubicBezTo>
                <a:close/>
                <a:moveTo>
                  <a:pt x="2462930" y="1426106"/>
                </a:moveTo>
                <a:cubicBezTo>
                  <a:pt x="2479889" y="1425980"/>
                  <a:pt x="2493706" y="1439798"/>
                  <a:pt x="2493831" y="1456756"/>
                </a:cubicBezTo>
                <a:cubicBezTo>
                  <a:pt x="2493831" y="1473713"/>
                  <a:pt x="2480139" y="1487532"/>
                  <a:pt x="2463181" y="1487657"/>
                </a:cubicBezTo>
                <a:cubicBezTo>
                  <a:pt x="2446224" y="1487657"/>
                  <a:pt x="2432280" y="1473965"/>
                  <a:pt x="2432280" y="1457007"/>
                </a:cubicBezTo>
                <a:cubicBezTo>
                  <a:pt x="2432280" y="1439923"/>
                  <a:pt x="2445972" y="1426106"/>
                  <a:pt x="2462930" y="1426106"/>
                </a:cubicBezTo>
                <a:close/>
                <a:moveTo>
                  <a:pt x="872898" y="1425479"/>
                </a:moveTo>
                <a:cubicBezTo>
                  <a:pt x="882067" y="1425479"/>
                  <a:pt x="889604" y="1432891"/>
                  <a:pt x="889604" y="1442060"/>
                </a:cubicBezTo>
                <a:cubicBezTo>
                  <a:pt x="889604" y="1451230"/>
                  <a:pt x="882192" y="1458767"/>
                  <a:pt x="873023" y="1458767"/>
                </a:cubicBezTo>
                <a:cubicBezTo>
                  <a:pt x="863979" y="1458767"/>
                  <a:pt x="856442" y="1451355"/>
                  <a:pt x="856442" y="1442186"/>
                </a:cubicBezTo>
                <a:cubicBezTo>
                  <a:pt x="856442" y="1433016"/>
                  <a:pt x="863853" y="1425604"/>
                  <a:pt x="872898" y="1425479"/>
                </a:cubicBezTo>
                <a:close/>
                <a:moveTo>
                  <a:pt x="486882" y="1421333"/>
                </a:moveTo>
                <a:cubicBezTo>
                  <a:pt x="498691" y="1421208"/>
                  <a:pt x="508363" y="1430880"/>
                  <a:pt x="508363" y="1442687"/>
                </a:cubicBezTo>
                <a:cubicBezTo>
                  <a:pt x="508363" y="1454496"/>
                  <a:pt x="498816" y="1464168"/>
                  <a:pt x="487009" y="1464168"/>
                </a:cubicBezTo>
                <a:cubicBezTo>
                  <a:pt x="475200" y="1464293"/>
                  <a:pt x="465528" y="1454746"/>
                  <a:pt x="465528" y="1442814"/>
                </a:cubicBezTo>
                <a:cubicBezTo>
                  <a:pt x="465403" y="1431005"/>
                  <a:pt x="475075" y="1421333"/>
                  <a:pt x="486882" y="1421333"/>
                </a:cubicBezTo>
                <a:close/>
                <a:moveTo>
                  <a:pt x="10677" y="1421333"/>
                </a:moveTo>
                <a:cubicBezTo>
                  <a:pt x="11682" y="1421333"/>
                  <a:pt x="12435" y="1422087"/>
                  <a:pt x="12435" y="1423092"/>
                </a:cubicBezTo>
                <a:cubicBezTo>
                  <a:pt x="12435" y="1424097"/>
                  <a:pt x="11682" y="1424850"/>
                  <a:pt x="10677" y="1424850"/>
                </a:cubicBezTo>
                <a:cubicBezTo>
                  <a:pt x="9672" y="1424850"/>
                  <a:pt x="8918" y="1424097"/>
                  <a:pt x="8918" y="1423092"/>
                </a:cubicBezTo>
                <a:cubicBezTo>
                  <a:pt x="8918" y="1422087"/>
                  <a:pt x="9797" y="1421207"/>
                  <a:pt x="10677" y="1421333"/>
                </a:cubicBezTo>
                <a:close/>
                <a:moveTo>
                  <a:pt x="3032090" y="1410153"/>
                </a:moveTo>
                <a:cubicBezTo>
                  <a:pt x="3033220" y="1410153"/>
                  <a:pt x="3034100" y="1411033"/>
                  <a:pt x="3034100" y="1412163"/>
                </a:cubicBezTo>
                <a:cubicBezTo>
                  <a:pt x="3034100" y="1413293"/>
                  <a:pt x="3033220" y="1414173"/>
                  <a:pt x="3032090" y="1414173"/>
                </a:cubicBezTo>
                <a:cubicBezTo>
                  <a:pt x="3030960" y="1414173"/>
                  <a:pt x="3030080" y="1413293"/>
                  <a:pt x="3030080" y="1412163"/>
                </a:cubicBezTo>
                <a:cubicBezTo>
                  <a:pt x="3030080" y="1411033"/>
                  <a:pt x="3030960" y="1410153"/>
                  <a:pt x="3032090" y="1410153"/>
                </a:cubicBezTo>
                <a:close/>
                <a:moveTo>
                  <a:pt x="2555760" y="1408017"/>
                </a:moveTo>
                <a:cubicBezTo>
                  <a:pt x="2570834" y="1408017"/>
                  <a:pt x="2583018" y="1420076"/>
                  <a:pt x="2583143" y="1435150"/>
                </a:cubicBezTo>
                <a:cubicBezTo>
                  <a:pt x="2583143" y="1450223"/>
                  <a:pt x="2571084" y="1462534"/>
                  <a:pt x="2556010" y="1462534"/>
                </a:cubicBezTo>
                <a:cubicBezTo>
                  <a:pt x="2541062" y="1462534"/>
                  <a:pt x="2528752" y="1450475"/>
                  <a:pt x="2528752" y="1435401"/>
                </a:cubicBezTo>
                <a:cubicBezTo>
                  <a:pt x="2528752" y="1420328"/>
                  <a:pt x="2540811" y="1408142"/>
                  <a:pt x="2555760" y="1408017"/>
                </a:cubicBezTo>
                <a:close/>
                <a:moveTo>
                  <a:pt x="393803" y="1406008"/>
                </a:moveTo>
                <a:cubicBezTo>
                  <a:pt x="402595" y="1405883"/>
                  <a:pt x="409755" y="1413043"/>
                  <a:pt x="409755" y="1421836"/>
                </a:cubicBezTo>
                <a:cubicBezTo>
                  <a:pt x="409755" y="1430629"/>
                  <a:pt x="402720" y="1437789"/>
                  <a:pt x="393928" y="1437789"/>
                </a:cubicBezTo>
                <a:cubicBezTo>
                  <a:pt x="385134" y="1437915"/>
                  <a:pt x="377975" y="1430754"/>
                  <a:pt x="377975" y="1421962"/>
                </a:cubicBezTo>
                <a:cubicBezTo>
                  <a:pt x="377975" y="1413168"/>
                  <a:pt x="385134" y="1406008"/>
                  <a:pt x="393803" y="1406008"/>
                </a:cubicBezTo>
                <a:close/>
                <a:moveTo>
                  <a:pt x="1084559" y="1401486"/>
                </a:moveTo>
                <a:cubicBezTo>
                  <a:pt x="1085186" y="1401486"/>
                  <a:pt x="1085690" y="1401988"/>
                  <a:pt x="1085690" y="1402616"/>
                </a:cubicBezTo>
                <a:cubicBezTo>
                  <a:pt x="1085690" y="1403244"/>
                  <a:pt x="1085186" y="1403747"/>
                  <a:pt x="1084559" y="1403747"/>
                </a:cubicBezTo>
                <a:cubicBezTo>
                  <a:pt x="1083931" y="1403747"/>
                  <a:pt x="1083429" y="1403244"/>
                  <a:pt x="1083429" y="1402616"/>
                </a:cubicBezTo>
                <a:cubicBezTo>
                  <a:pt x="1083429" y="1401988"/>
                  <a:pt x="1083931" y="1401611"/>
                  <a:pt x="1084559" y="1401486"/>
                </a:cubicBezTo>
                <a:close/>
                <a:moveTo>
                  <a:pt x="780192" y="1396336"/>
                </a:moveTo>
                <a:cubicBezTo>
                  <a:pt x="794010" y="1396211"/>
                  <a:pt x="805314" y="1407390"/>
                  <a:pt x="805314" y="1421207"/>
                </a:cubicBezTo>
                <a:cubicBezTo>
                  <a:pt x="805441" y="1435025"/>
                  <a:pt x="794261" y="1446330"/>
                  <a:pt x="780444" y="1446330"/>
                </a:cubicBezTo>
                <a:cubicBezTo>
                  <a:pt x="766626" y="1446456"/>
                  <a:pt x="755322" y="1435276"/>
                  <a:pt x="755322" y="1421459"/>
                </a:cubicBezTo>
                <a:cubicBezTo>
                  <a:pt x="755322" y="1407641"/>
                  <a:pt x="766376" y="1396336"/>
                  <a:pt x="780192" y="1396336"/>
                </a:cubicBezTo>
                <a:close/>
                <a:moveTo>
                  <a:pt x="2262323" y="1392693"/>
                </a:moveTo>
                <a:cubicBezTo>
                  <a:pt x="2275137" y="1392568"/>
                  <a:pt x="2285689" y="1402993"/>
                  <a:pt x="2285689" y="1415807"/>
                </a:cubicBezTo>
                <a:cubicBezTo>
                  <a:pt x="2285689" y="1428746"/>
                  <a:pt x="2275262" y="1439172"/>
                  <a:pt x="2262449" y="1439172"/>
                </a:cubicBezTo>
                <a:cubicBezTo>
                  <a:pt x="2249637" y="1439298"/>
                  <a:pt x="2239210" y="1428871"/>
                  <a:pt x="2239210" y="1416058"/>
                </a:cubicBezTo>
                <a:cubicBezTo>
                  <a:pt x="2239210" y="1403245"/>
                  <a:pt x="2249511" y="1392818"/>
                  <a:pt x="2262323" y="1392693"/>
                </a:cubicBezTo>
                <a:close/>
                <a:moveTo>
                  <a:pt x="300970" y="1388422"/>
                </a:moveTo>
                <a:cubicBezTo>
                  <a:pt x="308004" y="1388422"/>
                  <a:pt x="313657" y="1394074"/>
                  <a:pt x="313657" y="1400983"/>
                </a:cubicBezTo>
                <a:cubicBezTo>
                  <a:pt x="313657" y="1408018"/>
                  <a:pt x="308004" y="1413670"/>
                  <a:pt x="301095" y="1413670"/>
                </a:cubicBezTo>
                <a:cubicBezTo>
                  <a:pt x="294061" y="1413670"/>
                  <a:pt x="288409" y="1408143"/>
                  <a:pt x="288409" y="1401109"/>
                </a:cubicBezTo>
                <a:cubicBezTo>
                  <a:pt x="288409" y="1394199"/>
                  <a:pt x="293936" y="1388547"/>
                  <a:pt x="300970" y="1388422"/>
                </a:cubicBezTo>
                <a:close/>
                <a:moveTo>
                  <a:pt x="2648840" y="1386914"/>
                </a:moveTo>
                <a:cubicBezTo>
                  <a:pt x="2663662" y="1386914"/>
                  <a:pt x="2675721" y="1398848"/>
                  <a:pt x="2675721" y="1413670"/>
                </a:cubicBezTo>
                <a:cubicBezTo>
                  <a:pt x="2675721" y="1428493"/>
                  <a:pt x="2663789" y="1440552"/>
                  <a:pt x="2648966" y="1440552"/>
                </a:cubicBezTo>
                <a:cubicBezTo>
                  <a:pt x="2634144" y="1440677"/>
                  <a:pt x="2622085" y="1428743"/>
                  <a:pt x="2622085" y="1413921"/>
                </a:cubicBezTo>
                <a:cubicBezTo>
                  <a:pt x="2621958" y="1399098"/>
                  <a:pt x="2634017" y="1387039"/>
                  <a:pt x="2648840" y="1386914"/>
                </a:cubicBezTo>
                <a:close/>
                <a:moveTo>
                  <a:pt x="2052045" y="1377116"/>
                </a:moveTo>
                <a:cubicBezTo>
                  <a:pt x="2052295" y="1377116"/>
                  <a:pt x="2052422" y="1377368"/>
                  <a:pt x="2052422" y="1377618"/>
                </a:cubicBezTo>
                <a:cubicBezTo>
                  <a:pt x="2052547" y="1377870"/>
                  <a:pt x="2052295" y="1378121"/>
                  <a:pt x="2052045" y="1378121"/>
                </a:cubicBezTo>
                <a:cubicBezTo>
                  <a:pt x="2051667" y="1378121"/>
                  <a:pt x="2051542" y="1377870"/>
                  <a:pt x="2051542" y="1377618"/>
                </a:cubicBezTo>
                <a:cubicBezTo>
                  <a:pt x="2051542" y="1377368"/>
                  <a:pt x="2051667" y="1377116"/>
                  <a:pt x="2052045" y="1377116"/>
                </a:cubicBezTo>
                <a:close/>
                <a:moveTo>
                  <a:pt x="990598" y="1375106"/>
                </a:moveTo>
                <a:cubicBezTo>
                  <a:pt x="994116" y="1375106"/>
                  <a:pt x="997005" y="1377995"/>
                  <a:pt x="997005" y="1381512"/>
                </a:cubicBezTo>
                <a:cubicBezTo>
                  <a:pt x="997005" y="1385029"/>
                  <a:pt x="994116" y="1387917"/>
                  <a:pt x="990598" y="1387917"/>
                </a:cubicBezTo>
                <a:cubicBezTo>
                  <a:pt x="987081" y="1387917"/>
                  <a:pt x="984192" y="1385029"/>
                  <a:pt x="984192" y="1381512"/>
                </a:cubicBezTo>
                <a:cubicBezTo>
                  <a:pt x="984192" y="1377870"/>
                  <a:pt x="986956" y="1374981"/>
                  <a:pt x="990598" y="1375106"/>
                </a:cubicBezTo>
                <a:close/>
                <a:moveTo>
                  <a:pt x="687614" y="1373096"/>
                </a:moveTo>
                <a:cubicBezTo>
                  <a:pt x="702688" y="1373096"/>
                  <a:pt x="715124" y="1385280"/>
                  <a:pt x="715124" y="1400481"/>
                </a:cubicBezTo>
                <a:cubicBezTo>
                  <a:pt x="715124" y="1415555"/>
                  <a:pt x="702940" y="1427990"/>
                  <a:pt x="687740" y="1427990"/>
                </a:cubicBezTo>
                <a:cubicBezTo>
                  <a:pt x="672666" y="1427990"/>
                  <a:pt x="660231" y="1415805"/>
                  <a:pt x="660231" y="1400606"/>
                </a:cubicBezTo>
                <a:cubicBezTo>
                  <a:pt x="660104" y="1385407"/>
                  <a:pt x="672415" y="1373096"/>
                  <a:pt x="687614" y="1373096"/>
                </a:cubicBezTo>
                <a:close/>
                <a:moveTo>
                  <a:pt x="208017" y="1371338"/>
                </a:moveTo>
                <a:cubicBezTo>
                  <a:pt x="212916" y="1371338"/>
                  <a:pt x="216936" y="1375232"/>
                  <a:pt x="216936" y="1380131"/>
                </a:cubicBezTo>
                <a:cubicBezTo>
                  <a:pt x="216936" y="1385029"/>
                  <a:pt x="213041" y="1389049"/>
                  <a:pt x="208144" y="1389049"/>
                </a:cubicBezTo>
                <a:cubicBezTo>
                  <a:pt x="203244" y="1389049"/>
                  <a:pt x="199225" y="1385155"/>
                  <a:pt x="199225" y="1380257"/>
                </a:cubicBezTo>
                <a:cubicBezTo>
                  <a:pt x="199225" y="1375357"/>
                  <a:pt x="203119" y="1371338"/>
                  <a:pt x="208017" y="1371338"/>
                </a:cubicBezTo>
                <a:close/>
                <a:moveTo>
                  <a:pt x="2741544" y="1367695"/>
                </a:moveTo>
                <a:cubicBezTo>
                  <a:pt x="2755111" y="1367695"/>
                  <a:pt x="2766165" y="1378624"/>
                  <a:pt x="2766165" y="1392190"/>
                </a:cubicBezTo>
                <a:cubicBezTo>
                  <a:pt x="2766165" y="1405756"/>
                  <a:pt x="2755236" y="1416810"/>
                  <a:pt x="2741670" y="1416810"/>
                </a:cubicBezTo>
                <a:cubicBezTo>
                  <a:pt x="2728103" y="1416810"/>
                  <a:pt x="2717049" y="1405881"/>
                  <a:pt x="2717049" y="1392315"/>
                </a:cubicBezTo>
                <a:cubicBezTo>
                  <a:pt x="2717049" y="1378749"/>
                  <a:pt x="2727978" y="1367695"/>
                  <a:pt x="2741544" y="1367695"/>
                </a:cubicBezTo>
                <a:close/>
                <a:moveTo>
                  <a:pt x="2355028" y="1364303"/>
                </a:moveTo>
                <a:cubicBezTo>
                  <a:pt x="2371610" y="1364303"/>
                  <a:pt x="2385051" y="1377744"/>
                  <a:pt x="2385176" y="1394325"/>
                </a:cubicBezTo>
                <a:cubicBezTo>
                  <a:pt x="2385176" y="1411031"/>
                  <a:pt x="2371735" y="1424598"/>
                  <a:pt x="2355154" y="1424598"/>
                </a:cubicBezTo>
                <a:cubicBezTo>
                  <a:pt x="2338447" y="1424598"/>
                  <a:pt x="2324880" y="1411157"/>
                  <a:pt x="2324880" y="1394576"/>
                </a:cubicBezTo>
                <a:cubicBezTo>
                  <a:pt x="2324880" y="1377995"/>
                  <a:pt x="2338322" y="1364428"/>
                  <a:pt x="2355028" y="1364303"/>
                </a:cubicBezTo>
                <a:close/>
                <a:moveTo>
                  <a:pt x="594784" y="1354632"/>
                </a:moveTo>
                <a:cubicBezTo>
                  <a:pt x="608602" y="1354507"/>
                  <a:pt x="619906" y="1365686"/>
                  <a:pt x="619906" y="1379503"/>
                </a:cubicBezTo>
                <a:cubicBezTo>
                  <a:pt x="620033" y="1393321"/>
                  <a:pt x="608854" y="1404626"/>
                  <a:pt x="595036" y="1404626"/>
                </a:cubicBezTo>
                <a:cubicBezTo>
                  <a:pt x="581219" y="1404752"/>
                  <a:pt x="569914" y="1393572"/>
                  <a:pt x="569914" y="1379755"/>
                </a:cubicBezTo>
                <a:cubicBezTo>
                  <a:pt x="569914" y="1365937"/>
                  <a:pt x="580968" y="1354757"/>
                  <a:pt x="594784" y="1354632"/>
                </a:cubicBezTo>
                <a:close/>
                <a:moveTo>
                  <a:pt x="115188" y="1354380"/>
                </a:moveTo>
                <a:cubicBezTo>
                  <a:pt x="118076" y="1354380"/>
                  <a:pt x="120338" y="1356641"/>
                  <a:pt x="120338" y="1359404"/>
                </a:cubicBezTo>
                <a:cubicBezTo>
                  <a:pt x="120338" y="1362294"/>
                  <a:pt x="118076" y="1364554"/>
                  <a:pt x="115188" y="1364554"/>
                </a:cubicBezTo>
                <a:cubicBezTo>
                  <a:pt x="112424" y="1364554"/>
                  <a:pt x="110164" y="1362168"/>
                  <a:pt x="110164" y="1359404"/>
                </a:cubicBezTo>
                <a:cubicBezTo>
                  <a:pt x="110037" y="1356641"/>
                  <a:pt x="112424" y="1354380"/>
                  <a:pt x="115188" y="1354380"/>
                </a:cubicBezTo>
                <a:close/>
                <a:moveTo>
                  <a:pt x="2834248" y="1352872"/>
                </a:moveTo>
                <a:cubicBezTo>
                  <a:pt x="2844046" y="1352747"/>
                  <a:pt x="2852211" y="1360786"/>
                  <a:pt x="2852211" y="1370710"/>
                </a:cubicBezTo>
                <a:cubicBezTo>
                  <a:pt x="2852338" y="1380632"/>
                  <a:pt x="2844297" y="1388672"/>
                  <a:pt x="2834374" y="1388672"/>
                </a:cubicBezTo>
                <a:cubicBezTo>
                  <a:pt x="2824451" y="1388798"/>
                  <a:pt x="2816411" y="1380759"/>
                  <a:pt x="2816411" y="1370835"/>
                </a:cubicBezTo>
                <a:cubicBezTo>
                  <a:pt x="2816411" y="1360911"/>
                  <a:pt x="2824451" y="1352872"/>
                  <a:pt x="2834248" y="1352872"/>
                </a:cubicBezTo>
                <a:close/>
                <a:moveTo>
                  <a:pt x="2145377" y="1352119"/>
                </a:moveTo>
                <a:cubicBezTo>
                  <a:pt x="2147514" y="1352119"/>
                  <a:pt x="2149147" y="1353877"/>
                  <a:pt x="2149147" y="1355888"/>
                </a:cubicBezTo>
                <a:cubicBezTo>
                  <a:pt x="2149147" y="1358023"/>
                  <a:pt x="2147387" y="1359656"/>
                  <a:pt x="2145377" y="1359656"/>
                </a:cubicBezTo>
                <a:cubicBezTo>
                  <a:pt x="2143367" y="1359656"/>
                  <a:pt x="2141608" y="1358023"/>
                  <a:pt x="2141608" y="1355888"/>
                </a:cubicBezTo>
                <a:cubicBezTo>
                  <a:pt x="2141608" y="1353752"/>
                  <a:pt x="2143241" y="1352119"/>
                  <a:pt x="2145377" y="1352119"/>
                </a:cubicBezTo>
                <a:close/>
                <a:moveTo>
                  <a:pt x="897014" y="1343074"/>
                </a:moveTo>
                <a:cubicBezTo>
                  <a:pt x="906560" y="1343074"/>
                  <a:pt x="914349" y="1350736"/>
                  <a:pt x="914349" y="1360282"/>
                </a:cubicBezTo>
                <a:cubicBezTo>
                  <a:pt x="914349" y="1369829"/>
                  <a:pt x="906687" y="1377617"/>
                  <a:pt x="897140" y="1377617"/>
                </a:cubicBezTo>
                <a:cubicBezTo>
                  <a:pt x="887594" y="1377617"/>
                  <a:pt x="879805" y="1369954"/>
                  <a:pt x="879805" y="1360409"/>
                </a:cubicBezTo>
                <a:cubicBezTo>
                  <a:pt x="879680" y="1350862"/>
                  <a:pt x="887342" y="1343074"/>
                  <a:pt x="897014" y="1343074"/>
                </a:cubicBezTo>
                <a:close/>
                <a:moveTo>
                  <a:pt x="2447606" y="1342948"/>
                </a:moveTo>
                <a:cubicBezTo>
                  <a:pt x="2464188" y="1342948"/>
                  <a:pt x="2477754" y="1356389"/>
                  <a:pt x="2477754" y="1372970"/>
                </a:cubicBezTo>
                <a:cubicBezTo>
                  <a:pt x="2477754" y="1389552"/>
                  <a:pt x="2464313" y="1403118"/>
                  <a:pt x="2447732" y="1403118"/>
                </a:cubicBezTo>
                <a:cubicBezTo>
                  <a:pt x="2431025" y="1403118"/>
                  <a:pt x="2417458" y="1389677"/>
                  <a:pt x="2417458" y="1373096"/>
                </a:cubicBezTo>
                <a:cubicBezTo>
                  <a:pt x="2417458" y="1356514"/>
                  <a:pt x="2430773" y="1342948"/>
                  <a:pt x="2447606" y="1342948"/>
                </a:cubicBezTo>
                <a:close/>
                <a:moveTo>
                  <a:pt x="2927079" y="1341944"/>
                </a:moveTo>
                <a:cubicBezTo>
                  <a:pt x="2931098" y="1341944"/>
                  <a:pt x="2934364" y="1345209"/>
                  <a:pt x="2934364" y="1349230"/>
                </a:cubicBezTo>
                <a:cubicBezTo>
                  <a:pt x="2934364" y="1353250"/>
                  <a:pt x="2931098" y="1356515"/>
                  <a:pt x="2927079" y="1356515"/>
                </a:cubicBezTo>
                <a:cubicBezTo>
                  <a:pt x="2923059" y="1356515"/>
                  <a:pt x="2919793" y="1353250"/>
                  <a:pt x="2919793" y="1349230"/>
                </a:cubicBezTo>
                <a:cubicBezTo>
                  <a:pt x="2919793" y="1345209"/>
                  <a:pt x="2923059" y="1341944"/>
                  <a:pt x="2927079" y="1341944"/>
                </a:cubicBezTo>
                <a:close/>
                <a:moveTo>
                  <a:pt x="502083" y="1338177"/>
                </a:moveTo>
                <a:cubicBezTo>
                  <a:pt x="513514" y="1338177"/>
                  <a:pt x="522936" y="1347472"/>
                  <a:pt x="522936" y="1358903"/>
                </a:cubicBezTo>
                <a:cubicBezTo>
                  <a:pt x="522936" y="1370335"/>
                  <a:pt x="513640" y="1379756"/>
                  <a:pt x="502208" y="1379756"/>
                </a:cubicBezTo>
                <a:cubicBezTo>
                  <a:pt x="490778" y="1379756"/>
                  <a:pt x="481356" y="1370587"/>
                  <a:pt x="481356" y="1359030"/>
                </a:cubicBezTo>
                <a:cubicBezTo>
                  <a:pt x="481356" y="1347472"/>
                  <a:pt x="490652" y="1338177"/>
                  <a:pt x="502083" y="1338177"/>
                </a:cubicBezTo>
                <a:close/>
                <a:moveTo>
                  <a:pt x="22357" y="1336794"/>
                </a:moveTo>
                <a:cubicBezTo>
                  <a:pt x="23363" y="1336794"/>
                  <a:pt x="24116" y="1337548"/>
                  <a:pt x="24116" y="1338552"/>
                </a:cubicBezTo>
                <a:cubicBezTo>
                  <a:pt x="24116" y="1339558"/>
                  <a:pt x="23363" y="1340311"/>
                  <a:pt x="22357" y="1340311"/>
                </a:cubicBezTo>
                <a:cubicBezTo>
                  <a:pt x="21478" y="1340311"/>
                  <a:pt x="20599" y="1339558"/>
                  <a:pt x="20599" y="1338552"/>
                </a:cubicBezTo>
                <a:cubicBezTo>
                  <a:pt x="20599" y="1337548"/>
                  <a:pt x="21353" y="1336794"/>
                  <a:pt x="22357" y="1336794"/>
                </a:cubicBezTo>
                <a:close/>
                <a:moveTo>
                  <a:pt x="3019907" y="1325740"/>
                </a:moveTo>
                <a:cubicBezTo>
                  <a:pt x="3021037" y="1325740"/>
                  <a:pt x="3021916" y="1326620"/>
                  <a:pt x="3021916" y="1327750"/>
                </a:cubicBezTo>
                <a:cubicBezTo>
                  <a:pt x="3021916" y="1328880"/>
                  <a:pt x="3021037" y="1329760"/>
                  <a:pt x="3019907" y="1329760"/>
                </a:cubicBezTo>
                <a:cubicBezTo>
                  <a:pt x="3018777" y="1329760"/>
                  <a:pt x="3017897" y="1328880"/>
                  <a:pt x="3017897" y="1327750"/>
                </a:cubicBezTo>
                <a:cubicBezTo>
                  <a:pt x="3017897" y="1326620"/>
                  <a:pt x="3018777" y="1325740"/>
                  <a:pt x="3019907" y="1325740"/>
                </a:cubicBezTo>
                <a:close/>
                <a:moveTo>
                  <a:pt x="1917510" y="1324359"/>
                </a:moveTo>
                <a:cubicBezTo>
                  <a:pt x="1917636" y="1324359"/>
                  <a:pt x="1917762" y="1324610"/>
                  <a:pt x="1917762" y="1324610"/>
                </a:cubicBezTo>
                <a:cubicBezTo>
                  <a:pt x="1917762" y="1324736"/>
                  <a:pt x="1917636" y="1324862"/>
                  <a:pt x="1917510" y="1324862"/>
                </a:cubicBezTo>
                <a:cubicBezTo>
                  <a:pt x="1917384" y="1324862"/>
                  <a:pt x="1917259" y="1324736"/>
                  <a:pt x="1917259" y="1324610"/>
                </a:cubicBezTo>
                <a:cubicBezTo>
                  <a:pt x="1917259" y="1324484"/>
                  <a:pt x="1917384" y="1324359"/>
                  <a:pt x="1917510" y="1324359"/>
                </a:cubicBezTo>
                <a:close/>
                <a:moveTo>
                  <a:pt x="2540058" y="1323731"/>
                </a:moveTo>
                <a:cubicBezTo>
                  <a:pt x="2555382" y="1323731"/>
                  <a:pt x="2567693" y="1336042"/>
                  <a:pt x="2567818" y="1351367"/>
                </a:cubicBezTo>
                <a:cubicBezTo>
                  <a:pt x="2567818" y="1366692"/>
                  <a:pt x="2555509" y="1379128"/>
                  <a:pt x="2540183" y="1379128"/>
                </a:cubicBezTo>
                <a:cubicBezTo>
                  <a:pt x="2524859" y="1379254"/>
                  <a:pt x="2512423" y="1366943"/>
                  <a:pt x="2512423" y="1351618"/>
                </a:cubicBezTo>
                <a:cubicBezTo>
                  <a:pt x="2512423" y="1336293"/>
                  <a:pt x="2524734" y="1323856"/>
                  <a:pt x="2540058" y="1323731"/>
                </a:cubicBezTo>
                <a:close/>
                <a:moveTo>
                  <a:pt x="409379" y="1322222"/>
                </a:moveTo>
                <a:cubicBezTo>
                  <a:pt x="418172" y="1322097"/>
                  <a:pt x="425331" y="1329257"/>
                  <a:pt x="425331" y="1338050"/>
                </a:cubicBezTo>
                <a:cubicBezTo>
                  <a:pt x="425457" y="1346843"/>
                  <a:pt x="418297" y="1354003"/>
                  <a:pt x="409504" y="1354003"/>
                </a:cubicBezTo>
                <a:cubicBezTo>
                  <a:pt x="400711" y="1354129"/>
                  <a:pt x="393551" y="1346968"/>
                  <a:pt x="393551" y="1338176"/>
                </a:cubicBezTo>
                <a:cubicBezTo>
                  <a:pt x="393551" y="1329382"/>
                  <a:pt x="400585" y="1322222"/>
                  <a:pt x="409379" y="1322222"/>
                </a:cubicBezTo>
                <a:close/>
                <a:moveTo>
                  <a:pt x="2238458" y="1322097"/>
                </a:moveTo>
                <a:cubicBezTo>
                  <a:pt x="2245115" y="1322097"/>
                  <a:pt x="2250517" y="1327372"/>
                  <a:pt x="2250517" y="1334030"/>
                </a:cubicBezTo>
                <a:cubicBezTo>
                  <a:pt x="2250517" y="1340688"/>
                  <a:pt x="2245240" y="1346089"/>
                  <a:pt x="2238583" y="1346089"/>
                </a:cubicBezTo>
                <a:cubicBezTo>
                  <a:pt x="2232051" y="1346089"/>
                  <a:pt x="2226649" y="1340813"/>
                  <a:pt x="2226649" y="1334156"/>
                </a:cubicBezTo>
                <a:cubicBezTo>
                  <a:pt x="2226649" y="1327624"/>
                  <a:pt x="2231924" y="1322222"/>
                  <a:pt x="2238458" y="1322097"/>
                </a:cubicBezTo>
                <a:close/>
                <a:moveTo>
                  <a:pt x="803556" y="1314308"/>
                </a:moveTo>
                <a:cubicBezTo>
                  <a:pt x="817375" y="1314183"/>
                  <a:pt x="828679" y="1325362"/>
                  <a:pt x="828679" y="1339179"/>
                </a:cubicBezTo>
                <a:cubicBezTo>
                  <a:pt x="828806" y="1352997"/>
                  <a:pt x="817625" y="1364302"/>
                  <a:pt x="803808" y="1364302"/>
                </a:cubicBezTo>
                <a:cubicBezTo>
                  <a:pt x="789990" y="1364428"/>
                  <a:pt x="778685" y="1353248"/>
                  <a:pt x="778685" y="1339431"/>
                </a:cubicBezTo>
                <a:cubicBezTo>
                  <a:pt x="778560" y="1325613"/>
                  <a:pt x="789739" y="1314308"/>
                  <a:pt x="803556" y="1314308"/>
                </a:cubicBezTo>
                <a:close/>
                <a:moveTo>
                  <a:pt x="316674" y="1304637"/>
                </a:moveTo>
                <a:cubicBezTo>
                  <a:pt x="323708" y="1304637"/>
                  <a:pt x="329361" y="1310164"/>
                  <a:pt x="329361" y="1317198"/>
                </a:cubicBezTo>
                <a:cubicBezTo>
                  <a:pt x="329361" y="1324107"/>
                  <a:pt x="323834" y="1329885"/>
                  <a:pt x="316799" y="1329885"/>
                </a:cubicBezTo>
                <a:cubicBezTo>
                  <a:pt x="309765" y="1329885"/>
                  <a:pt x="304113" y="1324358"/>
                  <a:pt x="304113" y="1317324"/>
                </a:cubicBezTo>
                <a:cubicBezTo>
                  <a:pt x="304113" y="1310414"/>
                  <a:pt x="309765" y="1304637"/>
                  <a:pt x="316674" y="1304637"/>
                </a:cubicBezTo>
                <a:close/>
                <a:moveTo>
                  <a:pt x="2632638" y="1303380"/>
                </a:moveTo>
                <a:cubicBezTo>
                  <a:pt x="2647461" y="1303254"/>
                  <a:pt x="2659521" y="1315188"/>
                  <a:pt x="2659521" y="1330011"/>
                </a:cubicBezTo>
                <a:cubicBezTo>
                  <a:pt x="2659521" y="1344834"/>
                  <a:pt x="2647587" y="1356893"/>
                  <a:pt x="2632763" y="1356893"/>
                </a:cubicBezTo>
                <a:cubicBezTo>
                  <a:pt x="2617941" y="1356893"/>
                  <a:pt x="2605882" y="1344959"/>
                  <a:pt x="2605882" y="1330137"/>
                </a:cubicBezTo>
                <a:cubicBezTo>
                  <a:pt x="2605882" y="1315313"/>
                  <a:pt x="2617816" y="1303380"/>
                  <a:pt x="2632638" y="1303380"/>
                </a:cubicBezTo>
                <a:close/>
                <a:moveTo>
                  <a:pt x="1027277" y="1302751"/>
                </a:moveTo>
                <a:cubicBezTo>
                  <a:pt x="1028283" y="1302751"/>
                  <a:pt x="1029036" y="1303504"/>
                  <a:pt x="1029036" y="1304509"/>
                </a:cubicBezTo>
                <a:cubicBezTo>
                  <a:pt x="1029036" y="1305515"/>
                  <a:pt x="1028283" y="1306268"/>
                  <a:pt x="1027277" y="1306268"/>
                </a:cubicBezTo>
                <a:cubicBezTo>
                  <a:pt x="1026272" y="1306268"/>
                  <a:pt x="1025519" y="1305515"/>
                  <a:pt x="1025519" y="1304509"/>
                </a:cubicBezTo>
                <a:cubicBezTo>
                  <a:pt x="1025519" y="1303504"/>
                  <a:pt x="1026272" y="1302751"/>
                  <a:pt x="1027277" y="1302751"/>
                </a:cubicBezTo>
                <a:close/>
                <a:moveTo>
                  <a:pt x="2014486" y="1299485"/>
                </a:moveTo>
                <a:cubicBezTo>
                  <a:pt x="2015366" y="1299485"/>
                  <a:pt x="2016119" y="1300114"/>
                  <a:pt x="2016119" y="1300992"/>
                </a:cubicBezTo>
                <a:cubicBezTo>
                  <a:pt x="2016119" y="1301872"/>
                  <a:pt x="2015491" y="1302500"/>
                  <a:pt x="2014612" y="1302500"/>
                </a:cubicBezTo>
                <a:cubicBezTo>
                  <a:pt x="2013732" y="1302500"/>
                  <a:pt x="2013104" y="1301872"/>
                  <a:pt x="2013104" y="1300992"/>
                </a:cubicBezTo>
                <a:cubicBezTo>
                  <a:pt x="2013104" y="1300114"/>
                  <a:pt x="2013859" y="1299360"/>
                  <a:pt x="2014486" y="1299485"/>
                </a:cubicBezTo>
                <a:close/>
                <a:moveTo>
                  <a:pt x="710349" y="1290442"/>
                </a:moveTo>
                <a:cubicBezTo>
                  <a:pt x="725800" y="1290316"/>
                  <a:pt x="738362" y="1302752"/>
                  <a:pt x="738362" y="1318203"/>
                </a:cubicBezTo>
                <a:cubicBezTo>
                  <a:pt x="738487" y="1333654"/>
                  <a:pt x="726051" y="1346216"/>
                  <a:pt x="710600" y="1346216"/>
                </a:cubicBezTo>
                <a:cubicBezTo>
                  <a:pt x="695150" y="1346216"/>
                  <a:pt x="682589" y="1333780"/>
                  <a:pt x="682589" y="1318454"/>
                </a:cubicBezTo>
                <a:cubicBezTo>
                  <a:pt x="682462" y="1303129"/>
                  <a:pt x="694899" y="1290567"/>
                  <a:pt x="710349" y="1290442"/>
                </a:cubicBezTo>
                <a:close/>
                <a:moveTo>
                  <a:pt x="223971" y="1287553"/>
                </a:moveTo>
                <a:cubicBezTo>
                  <a:pt x="228869" y="1287427"/>
                  <a:pt x="232889" y="1291447"/>
                  <a:pt x="232889" y="1296346"/>
                </a:cubicBezTo>
                <a:cubicBezTo>
                  <a:pt x="232889" y="1301244"/>
                  <a:pt x="228996" y="1305263"/>
                  <a:pt x="224097" y="1305263"/>
                </a:cubicBezTo>
                <a:cubicBezTo>
                  <a:pt x="219197" y="1305390"/>
                  <a:pt x="215178" y="1301370"/>
                  <a:pt x="215178" y="1296471"/>
                </a:cubicBezTo>
                <a:cubicBezTo>
                  <a:pt x="215178" y="1291572"/>
                  <a:pt x="219197" y="1287678"/>
                  <a:pt x="223971" y="1287553"/>
                </a:cubicBezTo>
                <a:close/>
                <a:moveTo>
                  <a:pt x="2331539" y="1286297"/>
                </a:moveTo>
                <a:cubicBezTo>
                  <a:pt x="2345984" y="1286171"/>
                  <a:pt x="2357793" y="1297854"/>
                  <a:pt x="2357793" y="1312299"/>
                </a:cubicBezTo>
                <a:cubicBezTo>
                  <a:pt x="2357793" y="1326744"/>
                  <a:pt x="2346236" y="1338552"/>
                  <a:pt x="2331789" y="1338552"/>
                </a:cubicBezTo>
                <a:cubicBezTo>
                  <a:pt x="2317343" y="1338677"/>
                  <a:pt x="2305536" y="1326996"/>
                  <a:pt x="2305536" y="1312550"/>
                </a:cubicBezTo>
                <a:cubicBezTo>
                  <a:pt x="2305410" y="1298229"/>
                  <a:pt x="2317092" y="1286422"/>
                  <a:pt x="2331539" y="1286297"/>
                </a:cubicBezTo>
                <a:close/>
                <a:moveTo>
                  <a:pt x="2725090" y="1285292"/>
                </a:moveTo>
                <a:cubicBezTo>
                  <a:pt x="2738029" y="1285167"/>
                  <a:pt x="2748454" y="1295592"/>
                  <a:pt x="2748454" y="1308406"/>
                </a:cubicBezTo>
                <a:cubicBezTo>
                  <a:pt x="2748581" y="1321345"/>
                  <a:pt x="2738154" y="1331771"/>
                  <a:pt x="2725342" y="1331771"/>
                </a:cubicBezTo>
                <a:cubicBezTo>
                  <a:pt x="2712403" y="1331897"/>
                  <a:pt x="2701976" y="1321470"/>
                  <a:pt x="2701976" y="1308657"/>
                </a:cubicBezTo>
                <a:cubicBezTo>
                  <a:pt x="2701976" y="1295844"/>
                  <a:pt x="2712276" y="1285417"/>
                  <a:pt x="2725090" y="1285292"/>
                </a:cubicBezTo>
                <a:close/>
                <a:moveTo>
                  <a:pt x="931183" y="1274489"/>
                </a:moveTo>
                <a:cubicBezTo>
                  <a:pt x="935453" y="1274489"/>
                  <a:pt x="938970" y="1278006"/>
                  <a:pt x="938970" y="1282278"/>
                </a:cubicBezTo>
                <a:cubicBezTo>
                  <a:pt x="939097" y="1286548"/>
                  <a:pt x="935580" y="1290065"/>
                  <a:pt x="931308" y="1290065"/>
                </a:cubicBezTo>
                <a:cubicBezTo>
                  <a:pt x="927038" y="1290065"/>
                  <a:pt x="923519" y="1286548"/>
                  <a:pt x="923519" y="1282278"/>
                </a:cubicBezTo>
                <a:cubicBezTo>
                  <a:pt x="923394" y="1278006"/>
                  <a:pt x="926911" y="1274489"/>
                  <a:pt x="931183" y="1274489"/>
                </a:cubicBezTo>
                <a:close/>
                <a:moveTo>
                  <a:pt x="617271" y="1273483"/>
                </a:moveTo>
                <a:cubicBezTo>
                  <a:pt x="630462" y="1273483"/>
                  <a:pt x="641264" y="1284160"/>
                  <a:pt x="641264" y="1297350"/>
                </a:cubicBezTo>
                <a:cubicBezTo>
                  <a:pt x="641264" y="1310540"/>
                  <a:pt x="630587" y="1321342"/>
                  <a:pt x="617398" y="1321342"/>
                </a:cubicBezTo>
                <a:cubicBezTo>
                  <a:pt x="604207" y="1321342"/>
                  <a:pt x="593530" y="1310665"/>
                  <a:pt x="593405" y="1297476"/>
                </a:cubicBezTo>
                <a:cubicBezTo>
                  <a:pt x="593405" y="1284286"/>
                  <a:pt x="604082" y="1273608"/>
                  <a:pt x="617271" y="1273483"/>
                </a:cubicBezTo>
                <a:close/>
                <a:moveTo>
                  <a:pt x="131392" y="1271097"/>
                </a:moveTo>
                <a:cubicBezTo>
                  <a:pt x="133905" y="1271097"/>
                  <a:pt x="136040" y="1273107"/>
                  <a:pt x="136040" y="1275745"/>
                </a:cubicBezTo>
                <a:cubicBezTo>
                  <a:pt x="136040" y="1278257"/>
                  <a:pt x="133905" y="1280393"/>
                  <a:pt x="131392" y="1280393"/>
                </a:cubicBezTo>
                <a:cubicBezTo>
                  <a:pt x="128880" y="1280393"/>
                  <a:pt x="126745" y="1278257"/>
                  <a:pt x="126745" y="1275745"/>
                </a:cubicBezTo>
                <a:cubicBezTo>
                  <a:pt x="126745" y="1273107"/>
                  <a:pt x="128755" y="1271097"/>
                  <a:pt x="131392" y="1271097"/>
                </a:cubicBezTo>
                <a:close/>
                <a:moveTo>
                  <a:pt x="2110582" y="1270469"/>
                </a:moveTo>
                <a:cubicBezTo>
                  <a:pt x="2114727" y="1270469"/>
                  <a:pt x="2118119" y="1273860"/>
                  <a:pt x="2118119" y="1278005"/>
                </a:cubicBezTo>
                <a:cubicBezTo>
                  <a:pt x="2118119" y="1282150"/>
                  <a:pt x="2114727" y="1285541"/>
                  <a:pt x="2110582" y="1285541"/>
                </a:cubicBezTo>
                <a:cubicBezTo>
                  <a:pt x="2106437" y="1285541"/>
                  <a:pt x="2103045" y="1282150"/>
                  <a:pt x="2103045" y="1278005"/>
                </a:cubicBezTo>
                <a:cubicBezTo>
                  <a:pt x="2103045" y="1273860"/>
                  <a:pt x="2106437" y="1270469"/>
                  <a:pt x="2110582" y="1270469"/>
                </a:cubicBezTo>
                <a:close/>
                <a:moveTo>
                  <a:pt x="2817669" y="1270092"/>
                </a:moveTo>
                <a:cubicBezTo>
                  <a:pt x="2827089" y="1270092"/>
                  <a:pt x="2834752" y="1277629"/>
                  <a:pt x="2834752" y="1287050"/>
                </a:cubicBezTo>
                <a:cubicBezTo>
                  <a:pt x="2834878" y="1296471"/>
                  <a:pt x="2827215" y="1304134"/>
                  <a:pt x="2817794" y="1304134"/>
                </a:cubicBezTo>
                <a:cubicBezTo>
                  <a:pt x="2808372" y="1304134"/>
                  <a:pt x="2800710" y="1296597"/>
                  <a:pt x="2800710" y="1287176"/>
                </a:cubicBezTo>
                <a:cubicBezTo>
                  <a:pt x="2800710" y="1277754"/>
                  <a:pt x="2808372" y="1270092"/>
                  <a:pt x="2817669" y="1270092"/>
                </a:cubicBezTo>
                <a:close/>
                <a:moveTo>
                  <a:pt x="2424493" y="1260169"/>
                </a:moveTo>
                <a:cubicBezTo>
                  <a:pt x="2441450" y="1260043"/>
                  <a:pt x="2455393" y="1273861"/>
                  <a:pt x="2455393" y="1290819"/>
                </a:cubicBezTo>
                <a:cubicBezTo>
                  <a:pt x="2455519" y="1307776"/>
                  <a:pt x="2441702" y="1321595"/>
                  <a:pt x="2424743" y="1321720"/>
                </a:cubicBezTo>
                <a:cubicBezTo>
                  <a:pt x="2407785" y="1321845"/>
                  <a:pt x="2393843" y="1308028"/>
                  <a:pt x="2393843" y="1291070"/>
                </a:cubicBezTo>
                <a:cubicBezTo>
                  <a:pt x="2393716" y="1273986"/>
                  <a:pt x="2407534" y="1260169"/>
                  <a:pt x="2424493" y="1260169"/>
                </a:cubicBezTo>
                <a:close/>
                <a:moveTo>
                  <a:pt x="2910245" y="1258285"/>
                </a:moveTo>
                <a:cubicBezTo>
                  <a:pt x="2914390" y="1258285"/>
                  <a:pt x="2917656" y="1261551"/>
                  <a:pt x="2917656" y="1265571"/>
                </a:cubicBezTo>
                <a:cubicBezTo>
                  <a:pt x="2917656" y="1269591"/>
                  <a:pt x="2914390" y="1272856"/>
                  <a:pt x="2910371" y="1272856"/>
                </a:cubicBezTo>
                <a:cubicBezTo>
                  <a:pt x="2906351" y="1272856"/>
                  <a:pt x="2903085" y="1269591"/>
                  <a:pt x="2903085" y="1265571"/>
                </a:cubicBezTo>
                <a:cubicBezTo>
                  <a:pt x="2903085" y="1261677"/>
                  <a:pt x="2906351" y="1258285"/>
                  <a:pt x="2910245" y="1258285"/>
                </a:cubicBezTo>
                <a:close/>
                <a:moveTo>
                  <a:pt x="1864250" y="1258033"/>
                </a:moveTo>
                <a:cubicBezTo>
                  <a:pt x="1864375" y="1258033"/>
                  <a:pt x="1864501" y="1258158"/>
                  <a:pt x="1864501" y="1258284"/>
                </a:cubicBezTo>
                <a:cubicBezTo>
                  <a:pt x="1864501" y="1258410"/>
                  <a:pt x="1864375" y="1258536"/>
                  <a:pt x="1864250" y="1258536"/>
                </a:cubicBezTo>
                <a:cubicBezTo>
                  <a:pt x="1864123" y="1258536"/>
                  <a:pt x="1863998" y="1258410"/>
                  <a:pt x="1863998" y="1258284"/>
                </a:cubicBezTo>
                <a:cubicBezTo>
                  <a:pt x="1863998" y="1258158"/>
                  <a:pt x="1863998" y="1258033"/>
                  <a:pt x="1864250" y="1258033"/>
                </a:cubicBezTo>
                <a:close/>
                <a:moveTo>
                  <a:pt x="524189" y="1257028"/>
                </a:moveTo>
                <a:cubicBezTo>
                  <a:pt x="534991" y="1257028"/>
                  <a:pt x="543785" y="1265695"/>
                  <a:pt x="543785" y="1276498"/>
                </a:cubicBezTo>
                <a:cubicBezTo>
                  <a:pt x="543785" y="1287175"/>
                  <a:pt x="535117" y="1295968"/>
                  <a:pt x="524315" y="1295968"/>
                </a:cubicBezTo>
                <a:cubicBezTo>
                  <a:pt x="513512" y="1296094"/>
                  <a:pt x="504719" y="1287426"/>
                  <a:pt x="504719" y="1276624"/>
                </a:cubicBezTo>
                <a:cubicBezTo>
                  <a:pt x="504719" y="1265820"/>
                  <a:pt x="513386" y="1257153"/>
                  <a:pt x="524189" y="1257028"/>
                </a:cubicBezTo>
                <a:close/>
                <a:moveTo>
                  <a:pt x="38688" y="1253386"/>
                </a:moveTo>
                <a:cubicBezTo>
                  <a:pt x="39568" y="1253386"/>
                  <a:pt x="40196" y="1254014"/>
                  <a:pt x="40196" y="1254893"/>
                </a:cubicBezTo>
                <a:cubicBezTo>
                  <a:pt x="40196" y="1255773"/>
                  <a:pt x="39568" y="1256400"/>
                  <a:pt x="38688" y="1256400"/>
                </a:cubicBezTo>
                <a:cubicBezTo>
                  <a:pt x="37809" y="1256400"/>
                  <a:pt x="37181" y="1255773"/>
                  <a:pt x="37181" y="1254893"/>
                </a:cubicBezTo>
                <a:cubicBezTo>
                  <a:pt x="37181" y="1254014"/>
                  <a:pt x="37809" y="1253386"/>
                  <a:pt x="38688" y="1253386"/>
                </a:cubicBezTo>
                <a:close/>
                <a:moveTo>
                  <a:pt x="835966" y="1242080"/>
                </a:moveTo>
                <a:cubicBezTo>
                  <a:pt x="846141" y="1242080"/>
                  <a:pt x="854431" y="1250245"/>
                  <a:pt x="854431" y="1260419"/>
                </a:cubicBezTo>
                <a:cubicBezTo>
                  <a:pt x="854431" y="1270595"/>
                  <a:pt x="846266" y="1278885"/>
                  <a:pt x="836092" y="1278885"/>
                </a:cubicBezTo>
                <a:cubicBezTo>
                  <a:pt x="825917" y="1278885"/>
                  <a:pt x="817626" y="1270720"/>
                  <a:pt x="817626" y="1260546"/>
                </a:cubicBezTo>
                <a:cubicBezTo>
                  <a:pt x="817626" y="1250371"/>
                  <a:pt x="825790" y="1242080"/>
                  <a:pt x="835966" y="1242080"/>
                </a:cubicBezTo>
                <a:close/>
                <a:moveTo>
                  <a:pt x="431234" y="1240322"/>
                </a:moveTo>
                <a:cubicBezTo>
                  <a:pt x="439650" y="1240322"/>
                  <a:pt x="446559" y="1247106"/>
                  <a:pt x="446559" y="1255521"/>
                </a:cubicBezTo>
                <a:cubicBezTo>
                  <a:pt x="446685" y="1263937"/>
                  <a:pt x="439776" y="1270846"/>
                  <a:pt x="431360" y="1270846"/>
                </a:cubicBezTo>
                <a:cubicBezTo>
                  <a:pt x="422944" y="1270846"/>
                  <a:pt x="416035" y="1264062"/>
                  <a:pt x="416035" y="1255647"/>
                </a:cubicBezTo>
                <a:cubicBezTo>
                  <a:pt x="416035" y="1247231"/>
                  <a:pt x="422819" y="1240447"/>
                  <a:pt x="431234" y="1240322"/>
                </a:cubicBezTo>
                <a:close/>
                <a:moveTo>
                  <a:pt x="2517322" y="1239443"/>
                </a:moveTo>
                <a:cubicBezTo>
                  <a:pt x="2533903" y="1239317"/>
                  <a:pt x="2547344" y="1252758"/>
                  <a:pt x="2547344" y="1269214"/>
                </a:cubicBezTo>
                <a:cubicBezTo>
                  <a:pt x="2547470" y="1285795"/>
                  <a:pt x="2534028" y="1299236"/>
                  <a:pt x="2517574" y="1299236"/>
                </a:cubicBezTo>
                <a:cubicBezTo>
                  <a:pt x="2500992" y="1299236"/>
                  <a:pt x="2487677" y="1285920"/>
                  <a:pt x="2487551" y="1269464"/>
                </a:cubicBezTo>
                <a:cubicBezTo>
                  <a:pt x="2487551" y="1252883"/>
                  <a:pt x="2500866" y="1239568"/>
                  <a:pt x="2517322" y="1239443"/>
                </a:cubicBezTo>
                <a:close/>
                <a:moveTo>
                  <a:pt x="2205670" y="1238814"/>
                </a:moveTo>
                <a:cubicBezTo>
                  <a:pt x="2214839" y="1238814"/>
                  <a:pt x="2222376" y="1246226"/>
                  <a:pt x="2222376" y="1255395"/>
                </a:cubicBezTo>
                <a:cubicBezTo>
                  <a:pt x="2222376" y="1264565"/>
                  <a:pt x="2214966" y="1272102"/>
                  <a:pt x="2205795" y="1272102"/>
                </a:cubicBezTo>
                <a:cubicBezTo>
                  <a:pt x="2196625" y="1272102"/>
                  <a:pt x="2189089" y="1264690"/>
                  <a:pt x="2189089" y="1255521"/>
                </a:cubicBezTo>
                <a:cubicBezTo>
                  <a:pt x="2188963" y="1246351"/>
                  <a:pt x="2196375" y="1238939"/>
                  <a:pt x="2205670" y="1238814"/>
                </a:cubicBezTo>
                <a:close/>
                <a:moveTo>
                  <a:pt x="3002822" y="1236930"/>
                </a:moveTo>
                <a:cubicBezTo>
                  <a:pt x="3006841" y="1236930"/>
                  <a:pt x="3010107" y="1240195"/>
                  <a:pt x="3010107" y="1244215"/>
                </a:cubicBezTo>
                <a:cubicBezTo>
                  <a:pt x="3010107" y="1248235"/>
                  <a:pt x="3006841" y="1251501"/>
                  <a:pt x="3002822" y="1251501"/>
                </a:cubicBezTo>
                <a:cubicBezTo>
                  <a:pt x="2998802" y="1251501"/>
                  <a:pt x="2995536" y="1248235"/>
                  <a:pt x="2995536" y="1244215"/>
                </a:cubicBezTo>
                <a:cubicBezTo>
                  <a:pt x="2995536" y="1240195"/>
                  <a:pt x="2998802" y="1236803"/>
                  <a:pt x="3002822" y="1236930"/>
                </a:cubicBezTo>
                <a:close/>
                <a:moveTo>
                  <a:pt x="1075011" y="1230397"/>
                </a:moveTo>
                <a:cubicBezTo>
                  <a:pt x="1076895" y="1230397"/>
                  <a:pt x="1078528" y="1231904"/>
                  <a:pt x="1078528" y="1233914"/>
                </a:cubicBezTo>
                <a:cubicBezTo>
                  <a:pt x="1078528" y="1235798"/>
                  <a:pt x="1077021" y="1237431"/>
                  <a:pt x="1075011" y="1237431"/>
                </a:cubicBezTo>
                <a:cubicBezTo>
                  <a:pt x="1073126" y="1237431"/>
                  <a:pt x="1071494" y="1235924"/>
                  <a:pt x="1071494" y="1233914"/>
                </a:cubicBezTo>
                <a:cubicBezTo>
                  <a:pt x="1071494" y="1232029"/>
                  <a:pt x="1073001" y="1230397"/>
                  <a:pt x="1075011" y="1230397"/>
                </a:cubicBezTo>
                <a:close/>
                <a:moveTo>
                  <a:pt x="1966375" y="1226629"/>
                </a:moveTo>
                <a:cubicBezTo>
                  <a:pt x="1968762" y="1226503"/>
                  <a:pt x="1970647" y="1228388"/>
                  <a:pt x="1970647" y="1230775"/>
                </a:cubicBezTo>
                <a:cubicBezTo>
                  <a:pt x="1970772" y="1233035"/>
                  <a:pt x="1968888" y="1234920"/>
                  <a:pt x="1966501" y="1234920"/>
                </a:cubicBezTo>
                <a:cubicBezTo>
                  <a:pt x="1964115" y="1234920"/>
                  <a:pt x="1962230" y="1233161"/>
                  <a:pt x="1962230" y="1230775"/>
                </a:cubicBezTo>
                <a:cubicBezTo>
                  <a:pt x="1962230" y="1228388"/>
                  <a:pt x="1964115" y="1226503"/>
                  <a:pt x="1966375" y="1226629"/>
                </a:cubicBezTo>
                <a:close/>
                <a:moveTo>
                  <a:pt x="338280" y="1222108"/>
                </a:moveTo>
                <a:cubicBezTo>
                  <a:pt x="345189" y="1222108"/>
                  <a:pt x="350967" y="1227760"/>
                  <a:pt x="350967" y="1234669"/>
                </a:cubicBezTo>
                <a:cubicBezTo>
                  <a:pt x="350967" y="1241704"/>
                  <a:pt x="345314" y="1247356"/>
                  <a:pt x="338405" y="1247356"/>
                </a:cubicBezTo>
                <a:cubicBezTo>
                  <a:pt x="331371" y="1247356"/>
                  <a:pt x="325719" y="1241704"/>
                  <a:pt x="325719" y="1234795"/>
                </a:cubicBezTo>
                <a:cubicBezTo>
                  <a:pt x="325719" y="1227885"/>
                  <a:pt x="331371" y="1222233"/>
                  <a:pt x="338280" y="1222108"/>
                </a:cubicBezTo>
                <a:close/>
                <a:moveTo>
                  <a:pt x="2610278" y="1219470"/>
                </a:moveTo>
                <a:cubicBezTo>
                  <a:pt x="2625854" y="1219470"/>
                  <a:pt x="2638541" y="1232031"/>
                  <a:pt x="2638666" y="1247733"/>
                </a:cubicBezTo>
                <a:cubicBezTo>
                  <a:pt x="2638666" y="1263309"/>
                  <a:pt x="2626105" y="1276122"/>
                  <a:pt x="2610403" y="1276122"/>
                </a:cubicBezTo>
                <a:cubicBezTo>
                  <a:pt x="2594827" y="1276122"/>
                  <a:pt x="2582140" y="1263561"/>
                  <a:pt x="2582015" y="1247858"/>
                </a:cubicBezTo>
                <a:cubicBezTo>
                  <a:pt x="2581888" y="1232282"/>
                  <a:pt x="2594576" y="1219470"/>
                  <a:pt x="2610278" y="1219470"/>
                </a:cubicBezTo>
                <a:close/>
                <a:moveTo>
                  <a:pt x="741126" y="1211053"/>
                </a:moveTo>
                <a:cubicBezTo>
                  <a:pt x="756576" y="1210927"/>
                  <a:pt x="769012" y="1223363"/>
                  <a:pt x="769138" y="1238814"/>
                </a:cubicBezTo>
                <a:cubicBezTo>
                  <a:pt x="769263" y="1254265"/>
                  <a:pt x="756827" y="1266827"/>
                  <a:pt x="741378" y="1266827"/>
                </a:cubicBezTo>
                <a:cubicBezTo>
                  <a:pt x="725927" y="1266827"/>
                  <a:pt x="713366" y="1254391"/>
                  <a:pt x="713366" y="1239065"/>
                </a:cubicBezTo>
                <a:cubicBezTo>
                  <a:pt x="713366" y="1223615"/>
                  <a:pt x="725802" y="1211053"/>
                  <a:pt x="741126" y="1211053"/>
                </a:cubicBezTo>
                <a:close/>
                <a:moveTo>
                  <a:pt x="245199" y="1205777"/>
                </a:moveTo>
                <a:cubicBezTo>
                  <a:pt x="249847" y="1205777"/>
                  <a:pt x="253491" y="1209419"/>
                  <a:pt x="253491" y="1213941"/>
                </a:cubicBezTo>
                <a:cubicBezTo>
                  <a:pt x="253491" y="1218463"/>
                  <a:pt x="249847" y="1222107"/>
                  <a:pt x="245325" y="1222107"/>
                </a:cubicBezTo>
                <a:cubicBezTo>
                  <a:pt x="240802" y="1222107"/>
                  <a:pt x="237160" y="1218463"/>
                  <a:pt x="237160" y="1213941"/>
                </a:cubicBezTo>
                <a:cubicBezTo>
                  <a:pt x="237160" y="1209419"/>
                  <a:pt x="240802" y="1205777"/>
                  <a:pt x="245199" y="1205777"/>
                </a:cubicBezTo>
                <a:close/>
                <a:moveTo>
                  <a:pt x="2300134" y="1204145"/>
                </a:moveTo>
                <a:cubicBezTo>
                  <a:pt x="2316212" y="1204145"/>
                  <a:pt x="2329401" y="1217084"/>
                  <a:pt x="2329401" y="1233288"/>
                </a:cubicBezTo>
                <a:cubicBezTo>
                  <a:pt x="2329401" y="1249367"/>
                  <a:pt x="2316337" y="1262431"/>
                  <a:pt x="2300259" y="1262556"/>
                </a:cubicBezTo>
                <a:cubicBezTo>
                  <a:pt x="2284180" y="1262556"/>
                  <a:pt x="2270991" y="1249618"/>
                  <a:pt x="2270991" y="1233413"/>
                </a:cubicBezTo>
                <a:cubicBezTo>
                  <a:pt x="2270991" y="1217209"/>
                  <a:pt x="2283930" y="1204145"/>
                  <a:pt x="2300134" y="1204145"/>
                </a:cubicBezTo>
                <a:close/>
                <a:moveTo>
                  <a:pt x="1799936" y="1202135"/>
                </a:moveTo>
                <a:cubicBezTo>
                  <a:pt x="1800062" y="1202135"/>
                  <a:pt x="1800188" y="1202260"/>
                  <a:pt x="1800188" y="1202387"/>
                </a:cubicBezTo>
                <a:cubicBezTo>
                  <a:pt x="1800188" y="1202512"/>
                  <a:pt x="1800062" y="1202638"/>
                  <a:pt x="1799936" y="1202638"/>
                </a:cubicBezTo>
                <a:cubicBezTo>
                  <a:pt x="1799810" y="1202638"/>
                  <a:pt x="1799685" y="1202512"/>
                  <a:pt x="1799685" y="1202387"/>
                </a:cubicBezTo>
                <a:cubicBezTo>
                  <a:pt x="1799685" y="1202260"/>
                  <a:pt x="1799685" y="1202260"/>
                  <a:pt x="1799936" y="1202135"/>
                </a:cubicBezTo>
                <a:close/>
                <a:moveTo>
                  <a:pt x="2702978" y="1201254"/>
                </a:moveTo>
                <a:cubicBezTo>
                  <a:pt x="2716796" y="1201129"/>
                  <a:pt x="2728100" y="1212308"/>
                  <a:pt x="2728100" y="1226125"/>
                </a:cubicBezTo>
                <a:cubicBezTo>
                  <a:pt x="2728227" y="1239943"/>
                  <a:pt x="2717047" y="1251248"/>
                  <a:pt x="2703230" y="1251248"/>
                </a:cubicBezTo>
                <a:cubicBezTo>
                  <a:pt x="2689413" y="1251374"/>
                  <a:pt x="2678107" y="1240194"/>
                  <a:pt x="2678107" y="1226377"/>
                </a:cubicBezTo>
                <a:cubicBezTo>
                  <a:pt x="2678107" y="1212559"/>
                  <a:pt x="2689161" y="1201254"/>
                  <a:pt x="2702978" y="1201254"/>
                </a:cubicBezTo>
                <a:close/>
                <a:moveTo>
                  <a:pt x="975148" y="1198367"/>
                </a:moveTo>
                <a:cubicBezTo>
                  <a:pt x="981177" y="1198367"/>
                  <a:pt x="986077" y="1203140"/>
                  <a:pt x="986077" y="1209170"/>
                </a:cubicBezTo>
                <a:cubicBezTo>
                  <a:pt x="986077" y="1215199"/>
                  <a:pt x="981304" y="1220098"/>
                  <a:pt x="975274" y="1220098"/>
                </a:cubicBezTo>
                <a:cubicBezTo>
                  <a:pt x="969245" y="1220098"/>
                  <a:pt x="964345" y="1215325"/>
                  <a:pt x="964345" y="1209296"/>
                </a:cubicBezTo>
                <a:cubicBezTo>
                  <a:pt x="964220" y="1203266"/>
                  <a:pt x="969118" y="1198367"/>
                  <a:pt x="975148" y="1198367"/>
                </a:cubicBezTo>
                <a:close/>
                <a:moveTo>
                  <a:pt x="2066240" y="1192587"/>
                </a:moveTo>
                <a:cubicBezTo>
                  <a:pt x="2073275" y="1192587"/>
                  <a:pt x="2079052" y="1198364"/>
                  <a:pt x="2079052" y="1205399"/>
                </a:cubicBezTo>
                <a:cubicBezTo>
                  <a:pt x="2079052" y="1212433"/>
                  <a:pt x="2073275" y="1218212"/>
                  <a:pt x="2066240" y="1218212"/>
                </a:cubicBezTo>
                <a:cubicBezTo>
                  <a:pt x="2059079" y="1218212"/>
                  <a:pt x="2053301" y="1212433"/>
                  <a:pt x="2053301" y="1205399"/>
                </a:cubicBezTo>
                <a:cubicBezTo>
                  <a:pt x="2053301" y="1198239"/>
                  <a:pt x="2058954" y="1192460"/>
                  <a:pt x="2066240" y="1192587"/>
                </a:cubicBezTo>
                <a:close/>
                <a:moveTo>
                  <a:pt x="646915" y="1190076"/>
                </a:moveTo>
                <a:cubicBezTo>
                  <a:pt x="662114" y="1190076"/>
                  <a:pt x="674424" y="1202260"/>
                  <a:pt x="674424" y="1217461"/>
                </a:cubicBezTo>
                <a:cubicBezTo>
                  <a:pt x="674424" y="1232535"/>
                  <a:pt x="662240" y="1244970"/>
                  <a:pt x="647041" y="1244970"/>
                </a:cubicBezTo>
                <a:cubicBezTo>
                  <a:pt x="631967" y="1244970"/>
                  <a:pt x="619531" y="1232785"/>
                  <a:pt x="619531" y="1217586"/>
                </a:cubicBezTo>
                <a:cubicBezTo>
                  <a:pt x="619531" y="1202387"/>
                  <a:pt x="631715" y="1190201"/>
                  <a:pt x="646915" y="1190076"/>
                </a:cubicBezTo>
                <a:close/>
                <a:moveTo>
                  <a:pt x="152623" y="1188945"/>
                </a:moveTo>
                <a:cubicBezTo>
                  <a:pt x="154884" y="1188945"/>
                  <a:pt x="156643" y="1190830"/>
                  <a:pt x="156643" y="1192965"/>
                </a:cubicBezTo>
                <a:cubicBezTo>
                  <a:pt x="156643" y="1195227"/>
                  <a:pt x="154884" y="1196985"/>
                  <a:pt x="152623" y="1196985"/>
                </a:cubicBezTo>
                <a:cubicBezTo>
                  <a:pt x="150361" y="1197110"/>
                  <a:pt x="148603" y="1195227"/>
                  <a:pt x="148603" y="1193090"/>
                </a:cubicBezTo>
                <a:cubicBezTo>
                  <a:pt x="148477" y="1190830"/>
                  <a:pt x="150361" y="1189070"/>
                  <a:pt x="152623" y="1188945"/>
                </a:cubicBezTo>
                <a:close/>
                <a:moveTo>
                  <a:pt x="2795684" y="1185176"/>
                </a:moveTo>
                <a:cubicBezTo>
                  <a:pt x="2806488" y="1185051"/>
                  <a:pt x="2815280" y="1193718"/>
                  <a:pt x="2815280" y="1204522"/>
                </a:cubicBezTo>
                <a:cubicBezTo>
                  <a:pt x="2815407" y="1215325"/>
                  <a:pt x="2806738" y="1224119"/>
                  <a:pt x="2795936" y="1224119"/>
                </a:cubicBezTo>
                <a:cubicBezTo>
                  <a:pt x="2785133" y="1224244"/>
                  <a:pt x="2776340" y="1215450"/>
                  <a:pt x="2776340" y="1204773"/>
                </a:cubicBezTo>
                <a:cubicBezTo>
                  <a:pt x="2776340" y="1193970"/>
                  <a:pt x="2785007" y="1185301"/>
                  <a:pt x="2795684" y="1185176"/>
                </a:cubicBezTo>
                <a:close/>
                <a:moveTo>
                  <a:pt x="2394220" y="1178645"/>
                </a:moveTo>
                <a:cubicBezTo>
                  <a:pt x="2412182" y="1178519"/>
                  <a:pt x="2426879" y="1193090"/>
                  <a:pt x="2426879" y="1211053"/>
                </a:cubicBezTo>
                <a:cubicBezTo>
                  <a:pt x="2427006" y="1229016"/>
                  <a:pt x="2412434" y="1243713"/>
                  <a:pt x="2394471" y="1243713"/>
                </a:cubicBezTo>
                <a:cubicBezTo>
                  <a:pt x="2376508" y="1243713"/>
                  <a:pt x="2361937" y="1229267"/>
                  <a:pt x="2361811" y="1211305"/>
                </a:cubicBezTo>
                <a:cubicBezTo>
                  <a:pt x="2361811" y="1193342"/>
                  <a:pt x="2376257" y="1178770"/>
                  <a:pt x="2394220" y="1178645"/>
                </a:cubicBezTo>
                <a:close/>
                <a:moveTo>
                  <a:pt x="552830" y="1173747"/>
                </a:moveTo>
                <a:cubicBezTo>
                  <a:pt x="565264" y="1173747"/>
                  <a:pt x="575440" y="1183796"/>
                  <a:pt x="575440" y="1196232"/>
                </a:cubicBezTo>
                <a:cubicBezTo>
                  <a:pt x="575440" y="1208667"/>
                  <a:pt x="565391" y="1218843"/>
                  <a:pt x="552955" y="1218843"/>
                </a:cubicBezTo>
                <a:cubicBezTo>
                  <a:pt x="540519" y="1218843"/>
                  <a:pt x="530345" y="1208794"/>
                  <a:pt x="530345" y="1196358"/>
                </a:cubicBezTo>
                <a:cubicBezTo>
                  <a:pt x="530345" y="1183921"/>
                  <a:pt x="540394" y="1173747"/>
                  <a:pt x="552830" y="1173747"/>
                </a:cubicBezTo>
                <a:close/>
                <a:moveTo>
                  <a:pt x="1132794" y="1170729"/>
                </a:moveTo>
                <a:cubicBezTo>
                  <a:pt x="1133045" y="1170729"/>
                  <a:pt x="1133297" y="1170981"/>
                  <a:pt x="1133297" y="1171231"/>
                </a:cubicBezTo>
                <a:cubicBezTo>
                  <a:pt x="1133297" y="1171483"/>
                  <a:pt x="1133045" y="1171734"/>
                  <a:pt x="1132794" y="1171734"/>
                </a:cubicBezTo>
                <a:cubicBezTo>
                  <a:pt x="1132544" y="1171734"/>
                  <a:pt x="1132292" y="1171609"/>
                  <a:pt x="1132292" y="1171357"/>
                </a:cubicBezTo>
                <a:cubicBezTo>
                  <a:pt x="1132292" y="1170981"/>
                  <a:pt x="1132544" y="1170729"/>
                  <a:pt x="1132794" y="1170729"/>
                </a:cubicBezTo>
                <a:close/>
                <a:moveTo>
                  <a:pt x="2888514" y="1169852"/>
                </a:moveTo>
                <a:cubicBezTo>
                  <a:pt x="2895800" y="1169852"/>
                  <a:pt x="2901830" y="1175756"/>
                  <a:pt x="2901830" y="1183040"/>
                </a:cubicBezTo>
                <a:cubicBezTo>
                  <a:pt x="2901830" y="1190326"/>
                  <a:pt x="2895925" y="1196356"/>
                  <a:pt x="2888640" y="1196356"/>
                </a:cubicBezTo>
                <a:cubicBezTo>
                  <a:pt x="2881354" y="1196481"/>
                  <a:pt x="2875324" y="1190452"/>
                  <a:pt x="2875324" y="1183167"/>
                </a:cubicBezTo>
                <a:cubicBezTo>
                  <a:pt x="2875324" y="1175881"/>
                  <a:pt x="2881229" y="1169852"/>
                  <a:pt x="2888514" y="1169852"/>
                </a:cubicBezTo>
                <a:close/>
                <a:moveTo>
                  <a:pt x="59664" y="1168219"/>
                </a:moveTo>
                <a:cubicBezTo>
                  <a:pt x="61926" y="1168219"/>
                  <a:pt x="63684" y="1169977"/>
                  <a:pt x="63684" y="1172239"/>
                </a:cubicBezTo>
                <a:cubicBezTo>
                  <a:pt x="63684" y="1174500"/>
                  <a:pt x="61799" y="1176258"/>
                  <a:pt x="59664" y="1176258"/>
                </a:cubicBezTo>
                <a:cubicBezTo>
                  <a:pt x="57404" y="1176258"/>
                  <a:pt x="55645" y="1174374"/>
                  <a:pt x="55645" y="1172239"/>
                </a:cubicBezTo>
                <a:cubicBezTo>
                  <a:pt x="55645" y="1169977"/>
                  <a:pt x="57404" y="1168219"/>
                  <a:pt x="59664" y="1168219"/>
                </a:cubicBezTo>
                <a:close/>
                <a:moveTo>
                  <a:pt x="1908215" y="1167340"/>
                </a:moveTo>
                <a:cubicBezTo>
                  <a:pt x="1908843" y="1167340"/>
                  <a:pt x="1909345" y="1167842"/>
                  <a:pt x="1909345" y="1168470"/>
                </a:cubicBezTo>
                <a:cubicBezTo>
                  <a:pt x="1909345" y="1169098"/>
                  <a:pt x="1908843" y="1169601"/>
                  <a:pt x="1908215" y="1169601"/>
                </a:cubicBezTo>
                <a:cubicBezTo>
                  <a:pt x="1907588" y="1169601"/>
                  <a:pt x="1907085" y="1169098"/>
                  <a:pt x="1907085" y="1168470"/>
                </a:cubicBezTo>
                <a:cubicBezTo>
                  <a:pt x="1907085" y="1167842"/>
                  <a:pt x="1907588" y="1167340"/>
                  <a:pt x="1908215" y="1167340"/>
                </a:cubicBezTo>
                <a:close/>
                <a:moveTo>
                  <a:pt x="876666" y="1164199"/>
                </a:moveTo>
                <a:cubicBezTo>
                  <a:pt x="888599" y="1164074"/>
                  <a:pt x="898271" y="1173746"/>
                  <a:pt x="898271" y="1185553"/>
                </a:cubicBezTo>
                <a:cubicBezTo>
                  <a:pt x="898397" y="1197487"/>
                  <a:pt x="888725" y="1207159"/>
                  <a:pt x="876917" y="1207159"/>
                </a:cubicBezTo>
                <a:cubicBezTo>
                  <a:pt x="865109" y="1207285"/>
                  <a:pt x="855437" y="1197612"/>
                  <a:pt x="855437" y="1185805"/>
                </a:cubicBezTo>
                <a:cubicBezTo>
                  <a:pt x="855437" y="1173996"/>
                  <a:pt x="864984" y="1164324"/>
                  <a:pt x="876666" y="1164199"/>
                </a:cubicBezTo>
                <a:close/>
                <a:moveTo>
                  <a:pt x="2164093" y="1160053"/>
                </a:moveTo>
                <a:cubicBezTo>
                  <a:pt x="2175650" y="1160053"/>
                  <a:pt x="2185197" y="1169474"/>
                  <a:pt x="2185197" y="1181030"/>
                </a:cubicBezTo>
                <a:cubicBezTo>
                  <a:pt x="2185197" y="1192587"/>
                  <a:pt x="2175900" y="1202133"/>
                  <a:pt x="2164219" y="1202133"/>
                </a:cubicBezTo>
                <a:cubicBezTo>
                  <a:pt x="2152662" y="1202133"/>
                  <a:pt x="2143115" y="1192712"/>
                  <a:pt x="2143115" y="1181156"/>
                </a:cubicBezTo>
                <a:cubicBezTo>
                  <a:pt x="2143115" y="1169474"/>
                  <a:pt x="2152537" y="1160053"/>
                  <a:pt x="2164093" y="1160053"/>
                </a:cubicBezTo>
                <a:close/>
                <a:moveTo>
                  <a:pt x="2488179" y="1158169"/>
                </a:moveTo>
                <a:cubicBezTo>
                  <a:pt x="2505263" y="1158169"/>
                  <a:pt x="2519207" y="1171987"/>
                  <a:pt x="2519207" y="1189071"/>
                </a:cubicBezTo>
                <a:cubicBezTo>
                  <a:pt x="2519207" y="1206280"/>
                  <a:pt x="2505388" y="1220223"/>
                  <a:pt x="2488305" y="1220223"/>
                </a:cubicBezTo>
                <a:cubicBezTo>
                  <a:pt x="2471221" y="1220223"/>
                  <a:pt x="2457279" y="1206405"/>
                  <a:pt x="2457279" y="1189321"/>
                </a:cubicBezTo>
                <a:cubicBezTo>
                  <a:pt x="2457152" y="1172238"/>
                  <a:pt x="2470970" y="1158294"/>
                  <a:pt x="2488179" y="1158169"/>
                </a:cubicBezTo>
                <a:close/>
                <a:moveTo>
                  <a:pt x="459121" y="1156663"/>
                </a:moveTo>
                <a:cubicBezTo>
                  <a:pt x="469297" y="1156663"/>
                  <a:pt x="477587" y="1164828"/>
                  <a:pt x="477587" y="1175002"/>
                </a:cubicBezTo>
                <a:cubicBezTo>
                  <a:pt x="477587" y="1185178"/>
                  <a:pt x="469422" y="1193468"/>
                  <a:pt x="459248" y="1193468"/>
                </a:cubicBezTo>
                <a:cubicBezTo>
                  <a:pt x="449072" y="1193468"/>
                  <a:pt x="440782" y="1185303"/>
                  <a:pt x="440782" y="1175129"/>
                </a:cubicBezTo>
                <a:cubicBezTo>
                  <a:pt x="440782" y="1164953"/>
                  <a:pt x="448946" y="1156788"/>
                  <a:pt x="459121" y="1156663"/>
                </a:cubicBezTo>
                <a:close/>
                <a:moveTo>
                  <a:pt x="2981342" y="1156161"/>
                </a:moveTo>
                <a:cubicBezTo>
                  <a:pt x="2984357" y="1156161"/>
                  <a:pt x="2986869" y="1158673"/>
                  <a:pt x="2986869" y="1161688"/>
                </a:cubicBezTo>
                <a:cubicBezTo>
                  <a:pt x="2986869" y="1164703"/>
                  <a:pt x="2984357" y="1167215"/>
                  <a:pt x="2981342" y="1167215"/>
                </a:cubicBezTo>
                <a:cubicBezTo>
                  <a:pt x="2978328" y="1167215"/>
                  <a:pt x="2975815" y="1164703"/>
                  <a:pt x="2975815" y="1161688"/>
                </a:cubicBezTo>
                <a:cubicBezTo>
                  <a:pt x="2975815" y="1158673"/>
                  <a:pt x="2978202" y="1156161"/>
                  <a:pt x="2981342" y="1156161"/>
                </a:cubicBezTo>
                <a:close/>
                <a:moveTo>
                  <a:pt x="2581762" y="1139201"/>
                </a:moveTo>
                <a:cubicBezTo>
                  <a:pt x="2597338" y="1139201"/>
                  <a:pt x="2610025" y="1151637"/>
                  <a:pt x="2610025" y="1167213"/>
                </a:cubicBezTo>
                <a:cubicBezTo>
                  <a:pt x="2610025" y="1182789"/>
                  <a:pt x="2597463" y="1195351"/>
                  <a:pt x="2582013" y="1195476"/>
                </a:cubicBezTo>
                <a:cubicBezTo>
                  <a:pt x="2566437" y="1195476"/>
                  <a:pt x="2553876" y="1182915"/>
                  <a:pt x="2553750" y="1167464"/>
                </a:cubicBezTo>
                <a:cubicBezTo>
                  <a:pt x="2553750" y="1152013"/>
                  <a:pt x="2566186" y="1139326"/>
                  <a:pt x="2581762" y="1139201"/>
                </a:cubicBezTo>
                <a:close/>
                <a:moveTo>
                  <a:pt x="365413" y="1139074"/>
                </a:moveTo>
                <a:cubicBezTo>
                  <a:pt x="373703" y="1139074"/>
                  <a:pt x="380487" y="1145733"/>
                  <a:pt x="380487" y="1154023"/>
                </a:cubicBezTo>
                <a:cubicBezTo>
                  <a:pt x="380613" y="1162314"/>
                  <a:pt x="373830" y="1169097"/>
                  <a:pt x="365539" y="1169097"/>
                </a:cubicBezTo>
                <a:cubicBezTo>
                  <a:pt x="357249" y="1169097"/>
                  <a:pt x="350465" y="1162314"/>
                  <a:pt x="350465" y="1154023"/>
                </a:cubicBezTo>
                <a:cubicBezTo>
                  <a:pt x="350465" y="1145733"/>
                  <a:pt x="357122" y="1138949"/>
                  <a:pt x="365413" y="1139074"/>
                </a:cubicBezTo>
                <a:close/>
                <a:moveTo>
                  <a:pt x="779816" y="1134930"/>
                </a:moveTo>
                <a:cubicBezTo>
                  <a:pt x="795267" y="1134930"/>
                  <a:pt x="807829" y="1147241"/>
                  <a:pt x="807829" y="1162691"/>
                </a:cubicBezTo>
                <a:cubicBezTo>
                  <a:pt x="807954" y="1178142"/>
                  <a:pt x="795518" y="1190704"/>
                  <a:pt x="780067" y="1190704"/>
                </a:cubicBezTo>
                <a:cubicBezTo>
                  <a:pt x="764617" y="1190829"/>
                  <a:pt x="752056" y="1178393"/>
                  <a:pt x="752056" y="1162943"/>
                </a:cubicBezTo>
                <a:cubicBezTo>
                  <a:pt x="751929" y="1147617"/>
                  <a:pt x="764366" y="1135055"/>
                  <a:pt x="779816" y="1134930"/>
                </a:cubicBezTo>
                <a:close/>
                <a:moveTo>
                  <a:pt x="1028029" y="1133172"/>
                </a:moveTo>
                <a:cubicBezTo>
                  <a:pt x="1033180" y="1133172"/>
                  <a:pt x="1037325" y="1137317"/>
                  <a:pt x="1037325" y="1142467"/>
                </a:cubicBezTo>
                <a:cubicBezTo>
                  <a:pt x="1037325" y="1147618"/>
                  <a:pt x="1033180" y="1151763"/>
                  <a:pt x="1028029" y="1151763"/>
                </a:cubicBezTo>
                <a:cubicBezTo>
                  <a:pt x="1022879" y="1151763"/>
                  <a:pt x="1018735" y="1147618"/>
                  <a:pt x="1018735" y="1142467"/>
                </a:cubicBezTo>
                <a:cubicBezTo>
                  <a:pt x="1018735" y="1137317"/>
                  <a:pt x="1022879" y="1133172"/>
                  <a:pt x="1028029" y="1133172"/>
                </a:cubicBezTo>
                <a:close/>
                <a:moveTo>
                  <a:pt x="2261066" y="1128398"/>
                </a:moveTo>
                <a:cubicBezTo>
                  <a:pt x="2277145" y="1128398"/>
                  <a:pt x="2290336" y="1141337"/>
                  <a:pt x="2290336" y="1157541"/>
                </a:cubicBezTo>
                <a:cubicBezTo>
                  <a:pt x="2290336" y="1173620"/>
                  <a:pt x="2277397" y="1186684"/>
                  <a:pt x="2261192" y="1186809"/>
                </a:cubicBezTo>
                <a:cubicBezTo>
                  <a:pt x="2244988" y="1186809"/>
                  <a:pt x="2231798" y="1173745"/>
                  <a:pt x="2231798" y="1157666"/>
                </a:cubicBezTo>
                <a:cubicBezTo>
                  <a:pt x="2231798" y="1141462"/>
                  <a:pt x="2244737" y="1128398"/>
                  <a:pt x="2261066" y="1128398"/>
                </a:cubicBezTo>
                <a:close/>
                <a:moveTo>
                  <a:pt x="2012727" y="1127396"/>
                </a:moveTo>
                <a:cubicBezTo>
                  <a:pt x="2019133" y="1127269"/>
                  <a:pt x="2024283" y="1132420"/>
                  <a:pt x="2024283" y="1138826"/>
                </a:cubicBezTo>
                <a:cubicBezTo>
                  <a:pt x="2024283" y="1145233"/>
                  <a:pt x="2019133" y="1150383"/>
                  <a:pt x="2012853" y="1150383"/>
                </a:cubicBezTo>
                <a:cubicBezTo>
                  <a:pt x="2006447" y="1150383"/>
                  <a:pt x="2001297" y="1145358"/>
                  <a:pt x="2001297" y="1138952"/>
                </a:cubicBezTo>
                <a:cubicBezTo>
                  <a:pt x="2001170" y="1132546"/>
                  <a:pt x="2006321" y="1127396"/>
                  <a:pt x="2012727" y="1127396"/>
                </a:cubicBezTo>
                <a:close/>
                <a:moveTo>
                  <a:pt x="271955" y="1121113"/>
                </a:moveTo>
                <a:cubicBezTo>
                  <a:pt x="278487" y="1121113"/>
                  <a:pt x="283763" y="1126388"/>
                  <a:pt x="283763" y="1132795"/>
                </a:cubicBezTo>
                <a:cubicBezTo>
                  <a:pt x="283763" y="1139327"/>
                  <a:pt x="278613" y="1144604"/>
                  <a:pt x="272081" y="1144604"/>
                </a:cubicBezTo>
                <a:cubicBezTo>
                  <a:pt x="265549" y="1144604"/>
                  <a:pt x="260273" y="1139453"/>
                  <a:pt x="260273" y="1132922"/>
                </a:cubicBezTo>
                <a:cubicBezTo>
                  <a:pt x="260273" y="1126515"/>
                  <a:pt x="265423" y="1121238"/>
                  <a:pt x="271955" y="1121113"/>
                </a:cubicBezTo>
                <a:close/>
                <a:moveTo>
                  <a:pt x="2675219" y="1120737"/>
                </a:moveTo>
                <a:cubicBezTo>
                  <a:pt x="2689037" y="1120612"/>
                  <a:pt x="2700341" y="1131791"/>
                  <a:pt x="2700341" y="1145608"/>
                </a:cubicBezTo>
                <a:cubicBezTo>
                  <a:pt x="2700468" y="1159426"/>
                  <a:pt x="2689287" y="1170731"/>
                  <a:pt x="2675471" y="1170731"/>
                </a:cubicBezTo>
                <a:cubicBezTo>
                  <a:pt x="2661653" y="1170731"/>
                  <a:pt x="2650348" y="1159552"/>
                  <a:pt x="2650348" y="1145735"/>
                </a:cubicBezTo>
                <a:cubicBezTo>
                  <a:pt x="2650348" y="1131917"/>
                  <a:pt x="2661402" y="1120612"/>
                  <a:pt x="2675219" y="1120737"/>
                </a:cubicBezTo>
                <a:close/>
                <a:moveTo>
                  <a:pt x="1199119" y="1117094"/>
                </a:moveTo>
                <a:cubicBezTo>
                  <a:pt x="1199622" y="1117094"/>
                  <a:pt x="1199998" y="1117471"/>
                  <a:pt x="1199998" y="1117974"/>
                </a:cubicBezTo>
                <a:cubicBezTo>
                  <a:pt x="1199998" y="1118477"/>
                  <a:pt x="1199622" y="1118853"/>
                  <a:pt x="1199119" y="1118853"/>
                </a:cubicBezTo>
                <a:cubicBezTo>
                  <a:pt x="1198617" y="1118853"/>
                  <a:pt x="1198239" y="1118477"/>
                  <a:pt x="1198239" y="1117974"/>
                </a:cubicBezTo>
                <a:cubicBezTo>
                  <a:pt x="1198239" y="1117471"/>
                  <a:pt x="1198617" y="1117094"/>
                  <a:pt x="1199119" y="1117094"/>
                </a:cubicBezTo>
                <a:close/>
                <a:moveTo>
                  <a:pt x="683595" y="1114204"/>
                </a:moveTo>
                <a:cubicBezTo>
                  <a:pt x="698167" y="1114204"/>
                  <a:pt x="710101" y="1125886"/>
                  <a:pt x="710101" y="1140457"/>
                </a:cubicBezTo>
                <a:cubicBezTo>
                  <a:pt x="710101" y="1155028"/>
                  <a:pt x="698419" y="1166837"/>
                  <a:pt x="683847" y="1166962"/>
                </a:cubicBezTo>
                <a:cubicBezTo>
                  <a:pt x="669276" y="1166962"/>
                  <a:pt x="657467" y="1155280"/>
                  <a:pt x="657342" y="1140709"/>
                </a:cubicBezTo>
                <a:cubicBezTo>
                  <a:pt x="657342" y="1126138"/>
                  <a:pt x="669024" y="1114329"/>
                  <a:pt x="683595" y="1114204"/>
                </a:cubicBezTo>
                <a:close/>
                <a:moveTo>
                  <a:pt x="1841388" y="1114079"/>
                </a:moveTo>
                <a:cubicBezTo>
                  <a:pt x="1842267" y="1114079"/>
                  <a:pt x="1843020" y="1114707"/>
                  <a:pt x="1843020" y="1115586"/>
                </a:cubicBezTo>
                <a:cubicBezTo>
                  <a:pt x="1843020" y="1116340"/>
                  <a:pt x="1842267" y="1117093"/>
                  <a:pt x="1841388" y="1117093"/>
                </a:cubicBezTo>
                <a:cubicBezTo>
                  <a:pt x="1840633" y="1117093"/>
                  <a:pt x="1839880" y="1116466"/>
                  <a:pt x="1839880" y="1115586"/>
                </a:cubicBezTo>
                <a:cubicBezTo>
                  <a:pt x="1839880" y="1114707"/>
                  <a:pt x="1840633" y="1114079"/>
                  <a:pt x="1841388" y="1114079"/>
                </a:cubicBezTo>
                <a:close/>
                <a:moveTo>
                  <a:pt x="2768678" y="1110812"/>
                </a:moveTo>
                <a:cubicBezTo>
                  <a:pt x="2775838" y="1110812"/>
                  <a:pt x="2781742" y="1116716"/>
                  <a:pt x="2781742" y="1123876"/>
                </a:cubicBezTo>
                <a:cubicBezTo>
                  <a:pt x="2781742" y="1131036"/>
                  <a:pt x="2775838" y="1136940"/>
                  <a:pt x="2768678" y="1136940"/>
                </a:cubicBezTo>
                <a:cubicBezTo>
                  <a:pt x="2761519" y="1136940"/>
                  <a:pt x="2755614" y="1131036"/>
                  <a:pt x="2755614" y="1123876"/>
                </a:cubicBezTo>
                <a:cubicBezTo>
                  <a:pt x="2755614" y="1116716"/>
                  <a:pt x="2761393" y="1110812"/>
                  <a:pt x="2768678" y="1110812"/>
                </a:cubicBezTo>
                <a:close/>
                <a:moveTo>
                  <a:pt x="178497" y="1104783"/>
                </a:moveTo>
                <a:cubicBezTo>
                  <a:pt x="182517" y="1104783"/>
                  <a:pt x="185657" y="1107923"/>
                  <a:pt x="185657" y="1111817"/>
                </a:cubicBezTo>
                <a:cubicBezTo>
                  <a:pt x="185657" y="1115837"/>
                  <a:pt x="182517" y="1118977"/>
                  <a:pt x="178622" y="1118977"/>
                </a:cubicBezTo>
                <a:cubicBezTo>
                  <a:pt x="174729" y="1118977"/>
                  <a:pt x="171463" y="1115837"/>
                  <a:pt x="171463" y="1111943"/>
                </a:cubicBezTo>
                <a:cubicBezTo>
                  <a:pt x="171463" y="1108049"/>
                  <a:pt x="174603" y="1104783"/>
                  <a:pt x="178497" y="1104783"/>
                </a:cubicBezTo>
                <a:close/>
                <a:moveTo>
                  <a:pt x="2356911" y="1099634"/>
                </a:moveTo>
                <a:cubicBezTo>
                  <a:pt x="2376255" y="1099508"/>
                  <a:pt x="2391957" y="1115084"/>
                  <a:pt x="2391957" y="1134430"/>
                </a:cubicBezTo>
                <a:cubicBezTo>
                  <a:pt x="2392083" y="1153649"/>
                  <a:pt x="2376507" y="1169477"/>
                  <a:pt x="2357162" y="1169477"/>
                </a:cubicBezTo>
                <a:cubicBezTo>
                  <a:pt x="2337943" y="1169602"/>
                  <a:pt x="2322242" y="1154026"/>
                  <a:pt x="2322117" y="1134680"/>
                </a:cubicBezTo>
                <a:cubicBezTo>
                  <a:pt x="2321990" y="1115336"/>
                  <a:pt x="2337566" y="1099634"/>
                  <a:pt x="2356911" y="1099634"/>
                </a:cubicBezTo>
                <a:close/>
                <a:moveTo>
                  <a:pt x="926031" y="1098251"/>
                </a:moveTo>
                <a:cubicBezTo>
                  <a:pt x="935830" y="1098251"/>
                  <a:pt x="943742" y="1106165"/>
                  <a:pt x="943742" y="1115962"/>
                </a:cubicBezTo>
                <a:cubicBezTo>
                  <a:pt x="943869" y="1125636"/>
                  <a:pt x="935955" y="1133674"/>
                  <a:pt x="926158" y="1133674"/>
                </a:cubicBezTo>
                <a:cubicBezTo>
                  <a:pt x="916359" y="1133800"/>
                  <a:pt x="908320" y="1125886"/>
                  <a:pt x="908320" y="1116087"/>
                </a:cubicBezTo>
                <a:cubicBezTo>
                  <a:pt x="908320" y="1106290"/>
                  <a:pt x="916234" y="1098376"/>
                  <a:pt x="926031" y="1098251"/>
                </a:cubicBezTo>
                <a:close/>
                <a:moveTo>
                  <a:pt x="588003" y="1097749"/>
                </a:moveTo>
                <a:cubicBezTo>
                  <a:pt x="599434" y="1097749"/>
                  <a:pt x="608856" y="1106919"/>
                  <a:pt x="608856" y="1118475"/>
                </a:cubicBezTo>
                <a:cubicBezTo>
                  <a:pt x="608856" y="1129907"/>
                  <a:pt x="599560" y="1139328"/>
                  <a:pt x="588128" y="1139328"/>
                </a:cubicBezTo>
                <a:cubicBezTo>
                  <a:pt x="576698" y="1139328"/>
                  <a:pt x="567401" y="1130032"/>
                  <a:pt x="567276" y="1118602"/>
                </a:cubicBezTo>
                <a:cubicBezTo>
                  <a:pt x="567276" y="1107170"/>
                  <a:pt x="576572" y="1097749"/>
                  <a:pt x="588003" y="1097749"/>
                </a:cubicBezTo>
                <a:close/>
                <a:moveTo>
                  <a:pt x="2861884" y="1094859"/>
                </a:moveTo>
                <a:cubicBezTo>
                  <a:pt x="2865903" y="1094859"/>
                  <a:pt x="2869169" y="1098124"/>
                  <a:pt x="2869169" y="1102144"/>
                </a:cubicBezTo>
                <a:cubicBezTo>
                  <a:pt x="2869169" y="1106164"/>
                  <a:pt x="2865903" y="1109430"/>
                  <a:pt x="2861884" y="1109430"/>
                </a:cubicBezTo>
                <a:cubicBezTo>
                  <a:pt x="2857864" y="1109430"/>
                  <a:pt x="2854598" y="1106164"/>
                  <a:pt x="2854598" y="1102144"/>
                </a:cubicBezTo>
                <a:cubicBezTo>
                  <a:pt x="2854598" y="1098124"/>
                  <a:pt x="2857864" y="1094859"/>
                  <a:pt x="2861884" y="1094859"/>
                </a:cubicBezTo>
                <a:close/>
                <a:moveTo>
                  <a:pt x="2114601" y="1091594"/>
                </a:moveTo>
                <a:cubicBezTo>
                  <a:pt x="2125781" y="1091594"/>
                  <a:pt x="2134825" y="1100638"/>
                  <a:pt x="2134825" y="1111692"/>
                </a:cubicBezTo>
                <a:cubicBezTo>
                  <a:pt x="2134825" y="1122872"/>
                  <a:pt x="2125781" y="1131916"/>
                  <a:pt x="2114727" y="1131916"/>
                </a:cubicBezTo>
                <a:cubicBezTo>
                  <a:pt x="2103547" y="1131916"/>
                  <a:pt x="2094503" y="1122998"/>
                  <a:pt x="2094503" y="1111818"/>
                </a:cubicBezTo>
                <a:cubicBezTo>
                  <a:pt x="2094377" y="1100638"/>
                  <a:pt x="2103422" y="1091594"/>
                  <a:pt x="2114601" y="1091594"/>
                </a:cubicBezTo>
                <a:close/>
                <a:moveTo>
                  <a:pt x="85165" y="1087574"/>
                </a:moveTo>
                <a:cubicBezTo>
                  <a:pt x="87048" y="1087447"/>
                  <a:pt x="88556" y="1088955"/>
                  <a:pt x="88556" y="1090840"/>
                </a:cubicBezTo>
                <a:cubicBezTo>
                  <a:pt x="88556" y="1092599"/>
                  <a:pt x="87048" y="1094107"/>
                  <a:pt x="85291" y="1094107"/>
                </a:cubicBezTo>
                <a:cubicBezTo>
                  <a:pt x="83406" y="1094107"/>
                  <a:pt x="81899" y="1092725"/>
                  <a:pt x="81899" y="1090840"/>
                </a:cubicBezTo>
                <a:cubicBezTo>
                  <a:pt x="81899" y="1089081"/>
                  <a:pt x="83406" y="1087574"/>
                  <a:pt x="85165" y="1087574"/>
                </a:cubicBezTo>
                <a:close/>
                <a:moveTo>
                  <a:pt x="2452379" y="1080791"/>
                </a:moveTo>
                <a:cubicBezTo>
                  <a:pt x="2469588" y="1080791"/>
                  <a:pt x="2483532" y="1094608"/>
                  <a:pt x="2483532" y="1111691"/>
                </a:cubicBezTo>
                <a:cubicBezTo>
                  <a:pt x="2483532" y="1128902"/>
                  <a:pt x="2469713" y="1142845"/>
                  <a:pt x="2452630" y="1142845"/>
                </a:cubicBezTo>
                <a:cubicBezTo>
                  <a:pt x="2435546" y="1142845"/>
                  <a:pt x="2421604" y="1129027"/>
                  <a:pt x="2421604" y="1111943"/>
                </a:cubicBezTo>
                <a:cubicBezTo>
                  <a:pt x="2421477" y="1094860"/>
                  <a:pt x="2435295" y="1080916"/>
                  <a:pt x="2452379" y="1080791"/>
                </a:cubicBezTo>
                <a:close/>
                <a:moveTo>
                  <a:pt x="492912" y="1079533"/>
                </a:moveTo>
                <a:cubicBezTo>
                  <a:pt x="502458" y="1079533"/>
                  <a:pt x="510247" y="1087195"/>
                  <a:pt x="510247" y="1096741"/>
                </a:cubicBezTo>
                <a:cubicBezTo>
                  <a:pt x="510247" y="1106288"/>
                  <a:pt x="502584" y="1114076"/>
                  <a:pt x="493038" y="1114076"/>
                </a:cubicBezTo>
                <a:cubicBezTo>
                  <a:pt x="483492" y="1114076"/>
                  <a:pt x="475703" y="1106413"/>
                  <a:pt x="475703" y="1096867"/>
                </a:cubicBezTo>
                <a:cubicBezTo>
                  <a:pt x="475703" y="1087320"/>
                  <a:pt x="483365" y="1079533"/>
                  <a:pt x="492912" y="1079533"/>
                </a:cubicBezTo>
                <a:close/>
                <a:moveTo>
                  <a:pt x="2955090" y="1077649"/>
                </a:moveTo>
                <a:cubicBezTo>
                  <a:pt x="2956723" y="1077649"/>
                  <a:pt x="2957978" y="1078904"/>
                  <a:pt x="2957978" y="1080539"/>
                </a:cubicBezTo>
                <a:cubicBezTo>
                  <a:pt x="2957978" y="1082171"/>
                  <a:pt x="2956723" y="1083427"/>
                  <a:pt x="2955090" y="1083427"/>
                </a:cubicBezTo>
                <a:cubicBezTo>
                  <a:pt x="2953456" y="1083427"/>
                  <a:pt x="2952200" y="1082171"/>
                  <a:pt x="2952200" y="1080539"/>
                </a:cubicBezTo>
                <a:cubicBezTo>
                  <a:pt x="2952200" y="1078904"/>
                  <a:pt x="2953582" y="1077649"/>
                  <a:pt x="2955090" y="1077649"/>
                </a:cubicBezTo>
                <a:close/>
                <a:moveTo>
                  <a:pt x="1951427" y="1074635"/>
                </a:moveTo>
                <a:cubicBezTo>
                  <a:pt x="1954317" y="1074635"/>
                  <a:pt x="1956577" y="1076897"/>
                  <a:pt x="1956577" y="1079659"/>
                </a:cubicBezTo>
                <a:cubicBezTo>
                  <a:pt x="1956577" y="1082549"/>
                  <a:pt x="1954192" y="1084809"/>
                  <a:pt x="1951427" y="1084809"/>
                </a:cubicBezTo>
                <a:cubicBezTo>
                  <a:pt x="1948538" y="1084934"/>
                  <a:pt x="1946277" y="1082549"/>
                  <a:pt x="1946277" y="1079785"/>
                </a:cubicBezTo>
                <a:cubicBezTo>
                  <a:pt x="1946277" y="1077022"/>
                  <a:pt x="1948538" y="1074635"/>
                  <a:pt x="1951427" y="1074635"/>
                </a:cubicBezTo>
                <a:close/>
                <a:moveTo>
                  <a:pt x="1272730" y="1074134"/>
                </a:moveTo>
                <a:cubicBezTo>
                  <a:pt x="1273233" y="1074134"/>
                  <a:pt x="1273609" y="1074511"/>
                  <a:pt x="1273609" y="1075014"/>
                </a:cubicBezTo>
                <a:cubicBezTo>
                  <a:pt x="1273609" y="1075517"/>
                  <a:pt x="1273233" y="1075893"/>
                  <a:pt x="1272730" y="1075893"/>
                </a:cubicBezTo>
                <a:cubicBezTo>
                  <a:pt x="1272228" y="1075893"/>
                  <a:pt x="1271850" y="1075517"/>
                  <a:pt x="1271850" y="1075014"/>
                </a:cubicBezTo>
                <a:cubicBezTo>
                  <a:pt x="1271850" y="1074511"/>
                  <a:pt x="1272353" y="1074134"/>
                  <a:pt x="1272730" y="1074134"/>
                </a:cubicBezTo>
                <a:close/>
                <a:moveTo>
                  <a:pt x="1088953" y="1073630"/>
                </a:moveTo>
                <a:cubicBezTo>
                  <a:pt x="1094229" y="1073630"/>
                  <a:pt x="1098374" y="1077775"/>
                  <a:pt x="1098374" y="1082925"/>
                </a:cubicBezTo>
                <a:cubicBezTo>
                  <a:pt x="1098374" y="1088076"/>
                  <a:pt x="1094229" y="1092221"/>
                  <a:pt x="1089078" y="1092221"/>
                </a:cubicBezTo>
                <a:cubicBezTo>
                  <a:pt x="1083928" y="1092221"/>
                  <a:pt x="1079784" y="1088076"/>
                  <a:pt x="1079784" y="1082925"/>
                </a:cubicBezTo>
                <a:cubicBezTo>
                  <a:pt x="1079784" y="1077775"/>
                  <a:pt x="1083928" y="1073630"/>
                  <a:pt x="1088953" y="1073630"/>
                </a:cubicBezTo>
                <a:close/>
                <a:moveTo>
                  <a:pt x="1767401" y="1072751"/>
                </a:moveTo>
                <a:cubicBezTo>
                  <a:pt x="1767652" y="1072626"/>
                  <a:pt x="1767904" y="1072878"/>
                  <a:pt x="1767904" y="1073128"/>
                </a:cubicBezTo>
                <a:cubicBezTo>
                  <a:pt x="1767904" y="1073380"/>
                  <a:pt x="1767777" y="1073631"/>
                  <a:pt x="1767527" y="1073631"/>
                </a:cubicBezTo>
                <a:cubicBezTo>
                  <a:pt x="1767276" y="1073631"/>
                  <a:pt x="1767024" y="1073506"/>
                  <a:pt x="1767024" y="1073254"/>
                </a:cubicBezTo>
                <a:cubicBezTo>
                  <a:pt x="1767024" y="1073003"/>
                  <a:pt x="1767276" y="1072751"/>
                  <a:pt x="1767401" y="1072751"/>
                </a:cubicBezTo>
                <a:close/>
                <a:moveTo>
                  <a:pt x="825917" y="1064838"/>
                </a:moveTo>
                <a:cubicBezTo>
                  <a:pt x="840363" y="1064838"/>
                  <a:pt x="852297" y="1076520"/>
                  <a:pt x="852297" y="1091091"/>
                </a:cubicBezTo>
                <a:cubicBezTo>
                  <a:pt x="852297" y="1105537"/>
                  <a:pt x="840615" y="1117471"/>
                  <a:pt x="826043" y="1117471"/>
                </a:cubicBezTo>
                <a:cubicBezTo>
                  <a:pt x="811472" y="1117471"/>
                  <a:pt x="799538" y="1105789"/>
                  <a:pt x="799538" y="1091218"/>
                </a:cubicBezTo>
                <a:cubicBezTo>
                  <a:pt x="799538" y="1076646"/>
                  <a:pt x="811220" y="1064838"/>
                  <a:pt x="825917" y="1064838"/>
                </a:cubicBezTo>
                <a:close/>
                <a:moveTo>
                  <a:pt x="2547470" y="1064335"/>
                </a:moveTo>
                <a:cubicBezTo>
                  <a:pt x="2561287" y="1064210"/>
                  <a:pt x="2572593" y="1075389"/>
                  <a:pt x="2572593" y="1089206"/>
                </a:cubicBezTo>
                <a:cubicBezTo>
                  <a:pt x="2572593" y="1103024"/>
                  <a:pt x="2561413" y="1114329"/>
                  <a:pt x="2547596" y="1114329"/>
                </a:cubicBezTo>
                <a:cubicBezTo>
                  <a:pt x="2533779" y="1114455"/>
                  <a:pt x="2522473" y="1103275"/>
                  <a:pt x="2522473" y="1089458"/>
                </a:cubicBezTo>
                <a:cubicBezTo>
                  <a:pt x="2522473" y="1075640"/>
                  <a:pt x="2533652" y="1064335"/>
                  <a:pt x="2547470" y="1064335"/>
                </a:cubicBezTo>
                <a:close/>
                <a:moveTo>
                  <a:pt x="398073" y="1060566"/>
                </a:moveTo>
                <a:cubicBezTo>
                  <a:pt x="406237" y="1060566"/>
                  <a:pt x="412769" y="1067098"/>
                  <a:pt x="412769" y="1075137"/>
                </a:cubicBezTo>
                <a:cubicBezTo>
                  <a:pt x="412769" y="1083177"/>
                  <a:pt x="406237" y="1089834"/>
                  <a:pt x="398198" y="1089834"/>
                </a:cubicBezTo>
                <a:cubicBezTo>
                  <a:pt x="390284" y="1089834"/>
                  <a:pt x="383627" y="1083302"/>
                  <a:pt x="383627" y="1075263"/>
                </a:cubicBezTo>
                <a:cubicBezTo>
                  <a:pt x="383627" y="1067223"/>
                  <a:pt x="390033" y="1060566"/>
                  <a:pt x="398073" y="1060566"/>
                </a:cubicBezTo>
                <a:close/>
                <a:moveTo>
                  <a:pt x="2214465" y="1059184"/>
                </a:moveTo>
                <a:cubicBezTo>
                  <a:pt x="2229288" y="1059184"/>
                  <a:pt x="2241221" y="1071118"/>
                  <a:pt x="2241348" y="1085940"/>
                </a:cubicBezTo>
                <a:cubicBezTo>
                  <a:pt x="2241348" y="1100763"/>
                  <a:pt x="2229414" y="1112822"/>
                  <a:pt x="2214590" y="1112822"/>
                </a:cubicBezTo>
                <a:cubicBezTo>
                  <a:pt x="2199768" y="1112947"/>
                  <a:pt x="2187709" y="1101013"/>
                  <a:pt x="2187709" y="1086191"/>
                </a:cubicBezTo>
                <a:cubicBezTo>
                  <a:pt x="2187709" y="1071368"/>
                  <a:pt x="2199643" y="1059309"/>
                  <a:pt x="2214465" y="1059184"/>
                </a:cubicBezTo>
                <a:close/>
                <a:moveTo>
                  <a:pt x="2642057" y="1047126"/>
                </a:moveTo>
                <a:cubicBezTo>
                  <a:pt x="2653112" y="1047126"/>
                  <a:pt x="2662029" y="1055918"/>
                  <a:pt x="2662029" y="1066974"/>
                </a:cubicBezTo>
                <a:cubicBezTo>
                  <a:pt x="2662029" y="1077902"/>
                  <a:pt x="2653112" y="1086946"/>
                  <a:pt x="2642183" y="1086946"/>
                </a:cubicBezTo>
                <a:cubicBezTo>
                  <a:pt x="2631129" y="1086946"/>
                  <a:pt x="2622210" y="1078153"/>
                  <a:pt x="2622210" y="1067099"/>
                </a:cubicBezTo>
                <a:cubicBezTo>
                  <a:pt x="2622084" y="1056170"/>
                  <a:pt x="2631002" y="1047251"/>
                  <a:pt x="2642057" y="1047126"/>
                </a:cubicBezTo>
                <a:close/>
                <a:moveTo>
                  <a:pt x="303610" y="1041975"/>
                </a:moveTo>
                <a:cubicBezTo>
                  <a:pt x="310142" y="1041975"/>
                  <a:pt x="315418" y="1047125"/>
                  <a:pt x="315418" y="1053657"/>
                </a:cubicBezTo>
                <a:cubicBezTo>
                  <a:pt x="315418" y="1060189"/>
                  <a:pt x="310268" y="1065466"/>
                  <a:pt x="303736" y="1065466"/>
                </a:cubicBezTo>
                <a:cubicBezTo>
                  <a:pt x="297204" y="1065466"/>
                  <a:pt x="291928" y="1060316"/>
                  <a:pt x="291928" y="1053784"/>
                </a:cubicBezTo>
                <a:cubicBezTo>
                  <a:pt x="291928" y="1047377"/>
                  <a:pt x="297204" y="1042100"/>
                  <a:pt x="303610" y="1041975"/>
                </a:cubicBezTo>
                <a:close/>
                <a:moveTo>
                  <a:pt x="1351993" y="1041348"/>
                </a:moveTo>
                <a:cubicBezTo>
                  <a:pt x="1353250" y="1041348"/>
                  <a:pt x="1354255" y="1042353"/>
                  <a:pt x="1354255" y="1043610"/>
                </a:cubicBezTo>
                <a:cubicBezTo>
                  <a:pt x="1354255" y="1044865"/>
                  <a:pt x="1353375" y="1045870"/>
                  <a:pt x="1352119" y="1045870"/>
                </a:cubicBezTo>
                <a:cubicBezTo>
                  <a:pt x="1350862" y="1045870"/>
                  <a:pt x="1349857" y="1044865"/>
                  <a:pt x="1349857" y="1043610"/>
                </a:cubicBezTo>
                <a:cubicBezTo>
                  <a:pt x="1349857" y="1042353"/>
                  <a:pt x="1350737" y="1041473"/>
                  <a:pt x="1351993" y="1041348"/>
                </a:cubicBezTo>
                <a:close/>
                <a:moveTo>
                  <a:pt x="1688012" y="1039840"/>
                </a:moveTo>
                <a:cubicBezTo>
                  <a:pt x="1689394" y="1039840"/>
                  <a:pt x="1690649" y="1040970"/>
                  <a:pt x="1690649" y="1042477"/>
                </a:cubicBezTo>
                <a:cubicBezTo>
                  <a:pt x="1690649" y="1043985"/>
                  <a:pt x="1689519" y="1045115"/>
                  <a:pt x="1688012" y="1045115"/>
                </a:cubicBezTo>
                <a:cubicBezTo>
                  <a:pt x="1686632" y="1045115"/>
                  <a:pt x="1685375" y="1043985"/>
                  <a:pt x="1685375" y="1042477"/>
                </a:cubicBezTo>
                <a:cubicBezTo>
                  <a:pt x="1685375" y="1040970"/>
                  <a:pt x="1686632" y="1039714"/>
                  <a:pt x="1688012" y="1039840"/>
                </a:cubicBezTo>
                <a:close/>
                <a:moveTo>
                  <a:pt x="727058" y="1037579"/>
                </a:moveTo>
                <a:cubicBezTo>
                  <a:pt x="743389" y="1037453"/>
                  <a:pt x="756830" y="1050769"/>
                  <a:pt x="756830" y="1067098"/>
                </a:cubicBezTo>
                <a:cubicBezTo>
                  <a:pt x="756955" y="1083429"/>
                  <a:pt x="743639" y="1096870"/>
                  <a:pt x="727310" y="1096870"/>
                </a:cubicBezTo>
                <a:cubicBezTo>
                  <a:pt x="710979" y="1096995"/>
                  <a:pt x="697539" y="1083679"/>
                  <a:pt x="697539" y="1067350"/>
                </a:cubicBezTo>
                <a:cubicBezTo>
                  <a:pt x="697412" y="1051019"/>
                  <a:pt x="710603" y="1037579"/>
                  <a:pt x="727058" y="1037579"/>
                </a:cubicBezTo>
                <a:close/>
                <a:moveTo>
                  <a:pt x="982559" y="1034565"/>
                </a:moveTo>
                <a:cubicBezTo>
                  <a:pt x="992232" y="1034565"/>
                  <a:pt x="1000270" y="1042479"/>
                  <a:pt x="1000270" y="1052276"/>
                </a:cubicBezTo>
                <a:cubicBezTo>
                  <a:pt x="1000397" y="1061949"/>
                  <a:pt x="992483" y="1069987"/>
                  <a:pt x="982686" y="1069987"/>
                </a:cubicBezTo>
                <a:cubicBezTo>
                  <a:pt x="972887" y="1069987"/>
                  <a:pt x="964848" y="1062074"/>
                  <a:pt x="964848" y="1052276"/>
                </a:cubicBezTo>
                <a:cubicBezTo>
                  <a:pt x="964848" y="1042479"/>
                  <a:pt x="972762" y="1034565"/>
                  <a:pt x="982559" y="1034565"/>
                </a:cubicBezTo>
                <a:close/>
                <a:moveTo>
                  <a:pt x="2736395" y="1031926"/>
                </a:moveTo>
                <a:cubicBezTo>
                  <a:pt x="2743555" y="1031926"/>
                  <a:pt x="2749459" y="1037830"/>
                  <a:pt x="2749459" y="1044990"/>
                </a:cubicBezTo>
                <a:cubicBezTo>
                  <a:pt x="2749459" y="1052150"/>
                  <a:pt x="2743555" y="1058054"/>
                  <a:pt x="2736395" y="1058054"/>
                </a:cubicBezTo>
                <a:cubicBezTo>
                  <a:pt x="2729236" y="1058054"/>
                  <a:pt x="2723331" y="1052150"/>
                  <a:pt x="2723331" y="1044990"/>
                </a:cubicBezTo>
                <a:cubicBezTo>
                  <a:pt x="2723331" y="1037830"/>
                  <a:pt x="2729109" y="1031926"/>
                  <a:pt x="2736395" y="1031926"/>
                </a:cubicBezTo>
                <a:close/>
                <a:moveTo>
                  <a:pt x="2057571" y="1028158"/>
                </a:moveTo>
                <a:cubicBezTo>
                  <a:pt x="2068751" y="1028158"/>
                  <a:pt x="2077795" y="1037202"/>
                  <a:pt x="2077795" y="1048256"/>
                </a:cubicBezTo>
                <a:cubicBezTo>
                  <a:pt x="2077795" y="1059436"/>
                  <a:pt x="2068751" y="1068480"/>
                  <a:pt x="2057697" y="1068480"/>
                </a:cubicBezTo>
                <a:cubicBezTo>
                  <a:pt x="2046517" y="1068480"/>
                  <a:pt x="2037473" y="1059562"/>
                  <a:pt x="2037473" y="1048382"/>
                </a:cubicBezTo>
                <a:cubicBezTo>
                  <a:pt x="2037347" y="1037327"/>
                  <a:pt x="2046392" y="1028283"/>
                  <a:pt x="2057571" y="1028158"/>
                </a:cubicBezTo>
                <a:close/>
                <a:moveTo>
                  <a:pt x="2312948" y="1028033"/>
                </a:moveTo>
                <a:cubicBezTo>
                  <a:pt x="2331414" y="1027907"/>
                  <a:pt x="2346361" y="1042855"/>
                  <a:pt x="2346487" y="1061320"/>
                </a:cubicBezTo>
                <a:cubicBezTo>
                  <a:pt x="2346613" y="1079786"/>
                  <a:pt x="2331664" y="1094733"/>
                  <a:pt x="2313199" y="1094859"/>
                </a:cubicBezTo>
                <a:cubicBezTo>
                  <a:pt x="2294734" y="1094859"/>
                  <a:pt x="2279661" y="1080036"/>
                  <a:pt x="2279661" y="1061571"/>
                </a:cubicBezTo>
                <a:cubicBezTo>
                  <a:pt x="2279534" y="1043107"/>
                  <a:pt x="2294482" y="1028158"/>
                  <a:pt x="2312948" y="1028033"/>
                </a:cubicBezTo>
                <a:close/>
                <a:moveTo>
                  <a:pt x="209399" y="1026901"/>
                </a:moveTo>
                <a:cubicBezTo>
                  <a:pt x="212413" y="1026901"/>
                  <a:pt x="214926" y="1029413"/>
                  <a:pt x="214926" y="1032428"/>
                </a:cubicBezTo>
                <a:cubicBezTo>
                  <a:pt x="214926" y="1035443"/>
                  <a:pt x="212413" y="1037955"/>
                  <a:pt x="209399" y="1037955"/>
                </a:cubicBezTo>
                <a:cubicBezTo>
                  <a:pt x="206384" y="1037955"/>
                  <a:pt x="203872" y="1035443"/>
                  <a:pt x="203872" y="1032428"/>
                </a:cubicBezTo>
                <a:cubicBezTo>
                  <a:pt x="203872" y="1029413"/>
                  <a:pt x="206384" y="1026901"/>
                  <a:pt x="209399" y="1026901"/>
                </a:cubicBezTo>
                <a:close/>
                <a:moveTo>
                  <a:pt x="1435023" y="1023259"/>
                </a:moveTo>
                <a:cubicBezTo>
                  <a:pt x="1435651" y="1023259"/>
                  <a:pt x="1436155" y="1023761"/>
                  <a:pt x="1436155" y="1024389"/>
                </a:cubicBezTo>
                <a:cubicBezTo>
                  <a:pt x="1436155" y="1025017"/>
                  <a:pt x="1435651" y="1025520"/>
                  <a:pt x="1435023" y="1025520"/>
                </a:cubicBezTo>
                <a:cubicBezTo>
                  <a:pt x="1434396" y="1025520"/>
                  <a:pt x="1433893" y="1025017"/>
                  <a:pt x="1433893" y="1024389"/>
                </a:cubicBezTo>
                <a:cubicBezTo>
                  <a:pt x="1433893" y="1023761"/>
                  <a:pt x="1434396" y="1023259"/>
                  <a:pt x="1435023" y="1023259"/>
                </a:cubicBezTo>
                <a:close/>
                <a:moveTo>
                  <a:pt x="1604981" y="1022631"/>
                </a:moveTo>
                <a:cubicBezTo>
                  <a:pt x="1605609" y="1022631"/>
                  <a:pt x="1606113" y="1023133"/>
                  <a:pt x="1606113" y="1023761"/>
                </a:cubicBezTo>
                <a:cubicBezTo>
                  <a:pt x="1606113" y="1024389"/>
                  <a:pt x="1605609" y="1024891"/>
                  <a:pt x="1604981" y="1024891"/>
                </a:cubicBezTo>
                <a:cubicBezTo>
                  <a:pt x="1604354" y="1024891"/>
                  <a:pt x="1603851" y="1024389"/>
                  <a:pt x="1603851" y="1023761"/>
                </a:cubicBezTo>
                <a:cubicBezTo>
                  <a:pt x="1603851" y="1023133"/>
                  <a:pt x="1604354" y="1022631"/>
                  <a:pt x="1604981" y="1022631"/>
                </a:cubicBezTo>
                <a:close/>
                <a:moveTo>
                  <a:pt x="1157039" y="1022003"/>
                </a:moveTo>
                <a:cubicBezTo>
                  <a:pt x="1162314" y="1022003"/>
                  <a:pt x="1166585" y="1026273"/>
                  <a:pt x="1166585" y="1031550"/>
                </a:cubicBezTo>
                <a:cubicBezTo>
                  <a:pt x="1166711" y="1036826"/>
                  <a:pt x="1162441" y="1041096"/>
                  <a:pt x="1157164" y="1041096"/>
                </a:cubicBezTo>
                <a:cubicBezTo>
                  <a:pt x="1151888" y="1041096"/>
                  <a:pt x="1147618" y="1036951"/>
                  <a:pt x="1147618" y="1031675"/>
                </a:cubicBezTo>
                <a:cubicBezTo>
                  <a:pt x="1147618" y="1026400"/>
                  <a:pt x="1151888" y="1022253"/>
                  <a:pt x="1157039" y="1022003"/>
                </a:cubicBezTo>
                <a:close/>
                <a:moveTo>
                  <a:pt x="629330" y="1019491"/>
                </a:moveTo>
                <a:cubicBezTo>
                  <a:pt x="642896" y="1019491"/>
                  <a:pt x="653950" y="1030420"/>
                  <a:pt x="653950" y="1043986"/>
                </a:cubicBezTo>
                <a:cubicBezTo>
                  <a:pt x="653950" y="1057552"/>
                  <a:pt x="643021" y="1068606"/>
                  <a:pt x="629455" y="1068606"/>
                </a:cubicBezTo>
                <a:cubicBezTo>
                  <a:pt x="615889" y="1068606"/>
                  <a:pt x="604960" y="1057677"/>
                  <a:pt x="604835" y="1044111"/>
                </a:cubicBezTo>
                <a:cubicBezTo>
                  <a:pt x="604835" y="1030545"/>
                  <a:pt x="615763" y="1019491"/>
                  <a:pt x="629330" y="1019491"/>
                </a:cubicBezTo>
                <a:close/>
                <a:moveTo>
                  <a:pt x="2830480" y="1019113"/>
                </a:moveTo>
                <a:cubicBezTo>
                  <a:pt x="2832616" y="1019113"/>
                  <a:pt x="2834248" y="1020746"/>
                  <a:pt x="2834248" y="1022882"/>
                </a:cubicBezTo>
                <a:cubicBezTo>
                  <a:pt x="2834248" y="1025017"/>
                  <a:pt x="2832616" y="1026650"/>
                  <a:pt x="2830480" y="1026650"/>
                </a:cubicBezTo>
                <a:cubicBezTo>
                  <a:pt x="2828469" y="1026650"/>
                  <a:pt x="2826711" y="1025017"/>
                  <a:pt x="2826711" y="1022882"/>
                </a:cubicBezTo>
                <a:cubicBezTo>
                  <a:pt x="2826711" y="1020871"/>
                  <a:pt x="2828469" y="1019113"/>
                  <a:pt x="2830480" y="1019113"/>
                </a:cubicBezTo>
                <a:close/>
                <a:moveTo>
                  <a:pt x="1519941" y="1016852"/>
                </a:moveTo>
                <a:cubicBezTo>
                  <a:pt x="1520444" y="1016852"/>
                  <a:pt x="1520820" y="1017229"/>
                  <a:pt x="1520820" y="1017732"/>
                </a:cubicBezTo>
                <a:cubicBezTo>
                  <a:pt x="1520820" y="1018235"/>
                  <a:pt x="1520444" y="1018611"/>
                  <a:pt x="1519941" y="1018611"/>
                </a:cubicBezTo>
                <a:cubicBezTo>
                  <a:pt x="1519439" y="1018611"/>
                  <a:pt x="1519061" y="1018235"/>
                  <a:pt x="1519061" y="1017732"/>
                </a:cubicBezTo>
                <a:cubicBezTo>
                  <a:pt x="1519061" y="1017229"/>
                  <a:pt x="1519439" y="1016852"/>
                  <a:pt x="1519941" y="1016852"/>
                </a:cubicBezTo>
                <a:close/>
                <a:moveTo>
                  <a:pt x="1882967" y="1016226"/>
                </a:moveTo>
                <a:cubicBezTo>
                  <a:pt x="1890002" y="1016226"/>
                  <a:pt x="1895779" y="1021878"/>
                  <a:pt x="1895779" y="1029038"/>
                </a:cubicBezTo>
                <a:cubicBezTo>
                  <a:pt x="1895779" y="1036199"/>
                  <a:pt x="1890002" y="1041977"/>
                  <a:pt x="1882967" y="1041977"/>
                </a:cubicBezTo>
                <a:cubicBezTo>
                  <a:pt x="1875807" y="1041977"/>
                  <a:pt x="1870028" y="1036199"/>
                  <a:pt x="1870028" y="1029165"/>
                </a:cubicBezTo>
                <a:cubicBezTo>
                  <a:pt x="1870028" y="1022004"/>
                  <a:pt x="1875681" y="1016226"/>
                  <a:pt x="1882967" y="1016226"/>
                </a:cubicBezTo>
                <a:close/>
                <a:moveTo>
                  <a:pt x="115313" y="1008562"/>
                </a:moveTo>
                <a:cubicBezTo>
                  <a:pt x="116695" y="1008562"/>
                  <a:pt x="117825" y="1009567"/>
                  <a:pt x="117825" y="1010949"/>
                </a:cubicBezTo>
                <a:cubicBezTo>
                  <a:pt x="117825" y="1012330"/>
                  <a:pt x="116820" y="1013461"/>
                  <a:pt x="115439" y="1013461"/>
                </a:cubicBezTo>
                <a:cubicBezTo>
                  <a:pt x="114057" y="1013461"/>
                  <a:pt x="112927" y="1012456"/>
                  <a:pt x="112927" y="1011074"/>
                </a:cubicBezTo>
                <a:cubicBezTo>
                  <a:pt x="112927" y="1009817"/>
                  <a:pt x="114057" y="1008687"/>
                  <a:pt x="115313" y="1008562"/>
                </a:cubicBezTo>
                <a:close/>
                <a:moveTo>
                  <a:pt x="532479" y="1004667"/>
                </a:moveTo>
                <a:cubicBezTo>
                  <a:pt x="541649" y="1004667"/>
                  <a:pt x="549186" y="1012079"/>
                  <a:pt x="549186" y="1021248"/>
                </a:cubicBezTo>
                <a:cubicBezTo>
                  <a:pt x="549186" y="1030418"/>
                  <a:pt x="541775" y="1037955"/>
                  <a:pt x="532604" y="1037955"/>
                </a:cubicBezTo>
                <a:cubicBezTo>
                  <a:pt x="523435" y="1037955"/>
                  <a:pt x="515898" y="1030543"/>
                  <a:pt x="515898" y="1021374"/>
                </a:cubicBezTo>
                <a:cubicBezTo>
                  <a:pt x="515898" y="1012204"/>
                  <a:pt x="523309" y="1004667"/>
                  <a:pt x="532479" y="1004667"/>
                </a:cubicBezTo>
                <a:close/>
                <a:moveTo>
                  <a:pt x="2410549" y="1004165"/>
                </a:moveTo>
                <a:cubicBezTo>
                  <a:pt x="2429015" y="1004165"/>
                  <a:pt x="2443962" y="1018988"/>
                  <a:pt x="2444088" y="1037452"/>
                </a:cubicBezTo>
                <a:cubicBezTo>
                  <a:pt x="2444214" y="1055917"/>
                  <a:pt x="2429265" y="1070866"/>
                  <a:pt x="2410800" y="1070991"/>
                </a:cubicBezTo>
                <a:cubicBezTo>
                  <a:pt x="2392335" y="1071116"/>
                  <a:pt x="2377387" y="1056168"/>
                  <a:pt x="2377262" y="1037704"/>
                </a:cubicBezTo>
                <a:cubicBezTo>
                  <a:pt x="2377135" y="1019238"/>
                  <a:pt x="2392083" y="1004165"/>
                  <a:pt x="2410549" y="1004165"/>
                </a:cubicBezTo>
                <a:close/>
                <a:moveTo>
                  <a:pt x="2924439" y="999644"/>
                </a:moveTo>
                <a:cubicBezTo>
                  <a:pt x="2925192" y="999518"/>
                  <a:pt x="2925822" y="1000146"/>
                  <a:pt x="2925822" y="1000900"/>
                </a:cubicBezTo>
                <a:cubicBezTo>
                  <a:pt x="2925822" y="1001528"/>
                  <a:pt x="2925192" y="1002156"/>
                  <a:pt x="2924439" y="1002156"/>
                </a:cubicBezTo>
                <a:cubicBezTo>
                  <a:pt x="2923685" y="1002156"/>
                  <a:pt x="2923057" y="1001653"/>
                  <a:pt x="2923057" y="1000900"/>
                </a:cubicBezTo>
                <a:cubicBezTo>
                  <a:pt x="2923057" y="1000271"/>
                  <a:pt x="2923685" y="999644"/>
                  <a:pt x="2924439" y="999644"/>
                </a:cubicBezTo>
                <a:close/>
                <a:moveTo>
                  <a:pt x="878675" y="993740"/>
                </a:moveTo>
                <a:cubicBezTo>
                  <a:pt x="895509" y="993614"/>
                  <a:pt x="909326" y="1007307"/>
                  <a:pt x="909326" y="1024139"/>
                </a:cubicBezTo>
                <a:cubicBezTo>
                  <a:pt x="909451" y="1040973"/>
                  <a:pt x="895759" y="1054790"/>
                  <a:pt x="878927" y="1054790"/>
                </a:cubicBezTo>
                <a:cubicBezTo>
                  <a:pt x="862094" y="1054915"/>
                  <a:pt x="848277" y="1041223"/>
                  <a:pt x="848277" y="1024391"/>
                </a:cubicBezTo>
                <a:cubicBezTo>
                  <a:pt x="848150" y="1007558"/>
                  <a:pt x="861844" y="993865"/>
                  <a:pt x="878675" y="993740"/>
                </a:cubicBezTo>
                <a:close/>
                <a:moveTo>
                  <a:pt x="2160953" y="989090"/>
                </a:moveTo>
                <a:cubicBezTo>
                  <a:pt x="2177786" y="988964"/>
                  <a:pt x="2191604" y="1002657"/>
                  <a:pt x="2191604" y="1019489"/>
                </a:cubicBezTo>
                <a:cubicBezTo>
                  <a:pt x="2191730" y="1036323"/>
                  <a:pt x="2178036" y="1050140"/>
                  <a:pt x="2161205" y="1050140"/>
                </a:cubicBezTo>
                <a:cubicBezTo>
                  <a:pt x="2144373" y="1050265"/>
                  <a:pt x="2130554" y="1036573"/>
                  <a:pt x="2130554" y="1019741"/>
                </a:cubicBezTo>
                <a:cubicBezTo>
                  <a:pt x="2130554" y="1002908"/>
                  <a:pt x="2144121" y="989090"/>
                  <a:pt x="2160953" y="989090"/>
                </a:cubicBezTo>
                <a:close/>
                <a:moveTo>
                  <a:pt x="2507272" y="985826"/>
                </a:moveTo>
                <a:cubicBezTo>
                  <a:pt x="2522847" y="985826"/>
                  <a:pt x="2535661" y="998387"/>
                  <a:pt x="2535661" y="1014089"/>
                </a:cubicBezTo>
                <a:cubicBezTo>
                  <a:pt x="2535661" y="1029665"/>
                  <a:pt x="2522974" y="1042478"/>
                  <a:pt x="2507397" y="1042478"/>
                </a:cubicBezTo>
                <a:cubicBezTo>
                  <a:pt x="2491821" y="1042478"/>
                  <a:pt x="2479009" y="1029917"/>
                  <a:pt x="2479009" y="1014214"/>
                </a:cubicBezTo>
                <a:cubicBezTo>
                  <a:pt x="2479009" y="998638"/>
                  <a:pt x="2491570" y="985826"/>
                  <a:pt x="2507272" y="985826"/>
                </a:cubicBezTo>
                <a:close/>
                <a:moveTo>
                  <a:pt x="1231277" y="984947"/>
                </a:moveTo>
                <a:cubicBezTo>
                  <a:pt x="1233789" y="984947"/>
                  <a:pt x="1235924" y="986957"/>
                  <a:pt x="1235924" y="989595"/>
                </a:cubicBezTo>
                <a:cubicBezTo>
                  <a:pt x="1235924" y="992107"/>
                  <a:pt x="1233789" y="994243"/>
                  <a:pt x="1231277" y="994243"/>
                </a:cubicBezTo>
                <a:cubicBezTo>
                  <a:pt x="1228764" y="994243"/>
                  <a:pt x="1226629" y="992233"/>
                  <a:pt x="1226629" y="989595"/>
                </a:cubicBezTo>
                <a:cubicBezTo>
                  <a:pt x="1226629" y="987082"/>
                  <a:pt x="1228639" y="984947"/>
                  <a:pt x="1231277" y="984947"/>
                </a:cubicBezTo>
                <a:close/>
                <a:moveTo>
                  <a:pt x="436259" y="984947"/>
                </a:moveTo>
                <a:cubicBezTo>
                  <a:pt x="443922" y="984947"/>
                  <a:pt x="450203" y="991228"/>
                  <a:pt x="450203" y="998890"/>
                </a:cubicBezTo>
                <a:cubicBezTo>
                  <a:pt x="450203" y="1006678"/>
                  <a:pt x="443922" y="1012959"/>
                  <a:pt x="436259" y="1012959"/>
                </a:cubicBezTo>
                <a:cubicBezTo>
                  <a:pt x="428597" y="1012959"/>
                  <a:pt x="422316" y="1006678"/>
                  <a:pt x="422316" y="999016"/>
                </a:cubicBezTo>
                <a:cubicBezTo>
                  <a:pt x="422316" y="991228"/>
                  <a:pt x="428471" y="984947"/>
                  <a:pt x="436259" y="984947"/>
                </a:cubicBezTo>
                <a:close/>
                <a:moveTo>
                  <a:pt x="1808352" y="981555"/>
                </a:moveTo>
                <a:cubicBezTo>
                  <a:pt x="1811743" y="981430"/>
                  <a:pt x="1814382" y="984192"/>
                  <a:pt x="1814382" y="987458"/>
                </a:cubicBezTo>
                <a:cubicBezTo>
                  <a:pt x="1814382" y="990850"/>
                  <a:pt x="1811743" y="993487"/>
                  <a:pt x="1808478" y="993487"/>
                </a:cubicBezTo>
                <a:cubicBezTo>
                  <a:pt x="1805086" y="993613"/>
                  <a:pt x="1802448" y="990850"/>
                  <a:pt x="1802448" y="987584"/>
                </a:cubicBezTo>
                <a:cubicBezTo>
                  <a:pt x="1802448" y="984192"/>
                  <a:pt x="1805086" y="981555"/>
                  <a:pt x="1808352" y="981555"/>
                </a:cubicBezTo>
                <a:close/>
                <a:moveTo>
                  <a:pt x="1045869" y="977661"/>
                </a:moveTo>
                <a:cubicBezTo>
                  <a:pt x="1055541" y="977661"/>
                  <a:pt x="1063328" y="985448"/>
                  <a:pt x="1063455" y="995122"/>
                </a:cubicBezTo>
                <a:cubicBezTo>
                  <a:pt x="1063455" y="1004794"/>
                  <a:pt x="1055666" y="1012708"/>
                  <a:pt x="1045994" y="1012708"/>
                </a:cubicBezTo>
                <a:cubicBezTo>
                  <a:pt x="1036322" y="1012708"/>
                  <a:pt x="1028408" y="1004919"/>
                  <a:pt x="1028408" y="995247"/>
                </a:cubicBezTo>
                <a:cubicBezTo>
                  <a:pt x="1028408" y="985575"/>
                  <a:pt x="1036195" y="977786"/>
                  <a:pt x="1045869" y="977661"/>
                </a:cubicBezTo>
                <a:close/>
                <a:moveTo>
                  <a:pt x="1993759" y="972762"/>
                </a:moveTo>
                <a:cubicBezTo>
                  <a:pt x="2004311" y="972762"/>
                  <a:pt x="2012853" y="981178"/>
                  <a:pt x="2012853" y="991730"/>
                </a:cubicBezTo>
                <a:cubicBezTo>
                  <a:pt x="2012853" y="1002281"/>
                  <a:pt x="2004436" y="1010823"/>
                  <a:pt x="1993885" y="1010823"/>
                </a:cubicBezTo>
                <a:cubicBezTo>
                  <a:pt x="1983459" y="1010823"/>
                  <a:pt x="1974792" y="1002407"/>
                  <a:pt x="1974792" y="991855"/>
                </a:cubicBezTo>
                <a:cubicBezTo>
                  <a:pt x="1974666" y="981304"/>
                  <a:pt x="1983208" y="972762"/>
                  <a:pt x="1993759" y="972762"/>
                </a:cubicBezTo>
                <a:close/>
                <a:moveTo>
                  <a:pt x="2603370" y="969370"/>
                </a:moveTo>
                <a:cubicBezTo>
                  <a:pt x="2615304" y="969370"/>
                  <a:pt x="2625101" y="978917"/>
                  <a:pt x="2625101" y="990976"/>
                </a:cubicBezTo>
                <a:cubicBezTo>
                  <a:pt x="2625101" y="1002910"/>
                  <a:pt x="2615429" y="1012707"/>
                  <a:pt x="2603495" y="1012707"/>
                </a:cubicBezTo>
                <a:cubicBezTo>
                  <a:pt x="2591562" y="1012707"/>
                  <a:pt x="2581764" y="1003160"/>
                  <a:pt x="2581764" y="991101"/>
                </a:cubicBezTo>
                <a:cubicBezTo>
                  <a:pt x="2581764" y="979167"/>
                  <a:pt x="2591436" y="969370"/>
                  <a:pt x="2603370" y="969370"/>
                </a:cubicBezTo>
                <a:close/>
                <a:moveTo>
                  <a:pt x="776927" y="968868"/>
                </a:moveTo>
                <a:cubicBezTo>
                  <a:pt x="793131" y="968868"/>
                  <a:pt x="806195" y="981932"/>
                  <a:pt x="806322" y="998011"/>
                </a:cubicBezTo>
                <a:cubicBezTo>
                  <a:pt x="806322" y="1014090"/>
                  <a:pt x="793258" y="1027279"/>
                  <a:pt x="777179" y="1027279"/>
                </a:cubicBezTo>
                <a:cubicBezTo>
                  <a:pt x="760974" y="1027279"/>
                  <a:pt x="747785" y="1014341"/>
                  <a:pt x="747785" y="998136"/>
                </a:cubicBezTo>
                <a:cubicBezTo>
                  <a:pt x="747785" y="982057"/>
                  <a:pt x="760723" y="968868"/>
                  <a:pt x="776927" y="968868"/>
                </a:cubicBezTo>
                <a:close/>
                <a:moveTo>
                  <a:pt x="340291" y="966104"/>
                </a:moveTo>
                <a:cubicBezTo>
                  <a:pt x="346196" y="966104"/>
                  <a:pt x="350969" y="970751"/>
                  <a:pt x="350969" y="976655"/>
                </a:cubicBezTo>
                <a:cubicBezTo>
                  <a:pt x="350969" y="982559"/>
                  <a:pt x="346321" y="987332"/>
                  <a:pt x="340416" y="987332"/>
                </a:cubicBezTo>
                <a:cubicBezTo>
                  <a:pt x="334512" y="987332"/>
                  <a:pt x="329739" y="982685"/>
                  <a:pt x="329739" y="976781"/>
                </a:cubicBezTo>
                <a:cubicBezTo>
                  <a:pt x="329864" y="971003"/>
                  <a:pt x="334512" y="966229"/>
                  <a:pt x="340291" y="966104"/>
                </a:cubicBezTo>
                <a:close/>
                <a:moveTo>
                  <a:pt x="2262574" y="958190"/>
                </a:moveTo>
                <a:cubicBezTo>
                  <a:pt x="2281668" y="958064"/>
                  <a:pt x="2297246" y="973515"/>
                  <a:pt x="2297246" y="992608"/>
                </a:cubicBezTo>
                <a:cubicBezTo>
                  <a:pt x="2297246" y="1011702"/>
                  <a:pt x="2281920" y="1027278"/>
                  <a:pt x="2262826" y="1027278"/>
                </a:cubicBezTo>
                <a:cubicBezTo>
                  <a:pt x="2243733" y="1027278"/>
                  <a:pt x="2228282" y="1011953"/>
                  <a:pt x="2228156" y="992860"/>
                </a:cubicBezTo>
                <a:cubicBezTo>
                  <a:pt x="2228156" y="973766"/>
                  <a:pt x="2243607" y="958190"/>
                  <a:pt x="2262574" y="958190"/>
                </a:cubicBezTo>
                <a:close/>
                <a:moveTo>
                  <a:pt x="1310163" y="954924"/>
                </a:moveTo>
                <a:cubicBezTo>
                  <a:pt x="1311418" y="955049"/>
                  <a:pt x="1312423" y="955929"/>
                  <a:pt x="1312423" y="957186"/>
                </a:cubicBezTo>
                <a:cubicBezTo>
                  <a:pt x="1312423" y="958441"/>
                  <a:pt x="1311418" y="959446"/>
                  <a:pt x="1310163" y="959446"/>
                </a:cubicBezTo>
                <a:cubicBezTo>
                  <a:pt x="1308906" y="959446"/>
                  <a:pt x="1307901" y="958566"/>
                  <a:pt x="1307901" y="957311"/>
                </a:cubicBezTo>
                <a:cubicBezTo>
                  <a:pt x="1307901" y="956054"/>
                  <a:pt x="1308906" y="955176"/>
                  <a:pt x="1310163" y="954924"/>
                </a:cubicBezTo>
                <a:close/>
                <a:moveTo>
                  <a:pt x="1729339" y="953164"/>
                </a:moveTo>
                <a:cubicBezTo>
                  <a:pt x="1730721" y="953164"/>
                  <a:pt x="1731976" y="954294"/>
                  <a:pt x="1731976" y="955801"/>
                </a:cubicBezTo>
                <a:cubicBezTo>
                  <a:pt x="1731976" y="957308"/>
                  <a:pt x="1730846" y="958439"/>
                  <a:pt x="1729339" y="958439"/>
                </a:cubicBezTo>
                <a:cubicBezTo>
                  <a:pt x="1727957" y="958439"/>
                  <a:pt x="1726702" y="957308"/>
                  <a:pt x="1726702" y="955801"/>
                </a:cubicBezTo>
                <a:cubicBezTo>
                  <a:pt x="1726702" y="954294"/>
                  <a:pt x="1727832" y="953164"/>
                  <a:pt x="1729339" y="953164"/>
                </a:cubicBezTo>
                <a:close/>
                <a:moveTo>
                  <a:pt x="2699087" y="951784"/>
                </a:moveTo>
                <a:cubicBezTo>
                  <a:pt x="2708131" y="951784"/>
                  <a:pt x="2715543" y="959070"/>
                  <a:pt x="2715543" y="968114"/>
                </a:cubicBezTo>
                <a:cubicBezTo>
                  <a:pt x="2715543" y="977159"/>
                  <a:pt x="2708258" y="984569"/>
                  <a:pt x="2699214" y="984569"/>
                </a:cubicBezTo>
                <a:cubicBezTo>
                  <a:pt x="2690169" y="984569"/>
                  <a:pt x="2682757" y="977284"/>
                  <a:pt x="2682757" y="968240"/>
                </a:cubicBezTo>
                <a:cubicBezTo>
                  <a:pt x="2682757" y="959321"/>
                  <a:pt x="2690042" y="951909"/>
                  <a:pt x="2699087" y="951784"/>
                </a:cubicBezTo>
                <a:close/>
                <a:moveTo>
                  <a:pt x="244947" y="950654"/>
                </a:moveTo>
                <a:cubicBezTo>
                  <a:pt x="247334" y="950654"/>
                  <a:pt x="249218" y="952539"/>
                  <a:pt x="249218" y="954799"/>
                </a:cubicBezTo>
                <a:cubicBezTo>
                  <a:pt x="249218" y="957186"/>
                  <a:pt x="247459" y="959071"/>
                  <a:pt x="245073" y="959071"/>
                </a:cubicBezTo>
                <a:cubicBezTo>
                  <a:pt x="242686" y="959071"/>
                  <a:pt x="240802" y="957312"/>
                  <a:pt x="240802" y="954925"/>
                </a:cubicBezTo>
                <a:cubicBezTo>
                  <a:pt x="240802" y="952539"/>
                  <a:pt x="242686" y="950654"/>
                  <a:pt x="244947" y="950654"/>
                </a:cubicBezTo>
                <a:close/>
                <a:moveTo>
                  <a:pt x="676687" y="948518"/>
                </a:moveTo>
                <a:cubicBezTo>
                  <a:pt x="690254" y="948518"/>
                  <a:pt x="701181" y="959447"/>
                  <a:pt x="701308" y="973013"/>
                </a:cubicBezTo>
                <a:cubicBezTo>
                  <a:pt x="701308" y="986579"/>
                  <a:pt x="690379" y="997633"/>
                  <a:pt x="676813" y="997633"/>
                </a:cubicBezTo>
                <a:cubicBezTo>
                  <a:pt x="663246" y="997633"/>
                  <a:pt x="652192" y="986704"/>
                  <a:pt x="652192" y="973138"/>
                </a:cubicBezTo>
                <a:cubicBezTo>
                  <a:pt x="652067" y="959572"/>
                  <a:pt x="663121" y="948518"/>
                  <a:pt x="676687" y="948518"/>
                </a:cubicBezTo>
                <a:close/>
                <a:moveTo>
                  <a:pt x="2794429" y="939224"/>
                </a:moveTo>
                <a:cubicBezTo>
                  <a:pt x="2797946" y="939224"/>
                  <a:pt x="2800836" y="942113"/>
                  <a:pt x="2800836" y="945630"/>
                </a:cubicBezTo>
                <a:cubicBezTo>
                  <a:pt x="2800836" y="949147"/>
                  <a:pt x="2797946" y="952036"/>
                  <a:pt x="2794429" y="952036"/>
                </a:cubicBezTo>
                <a:cubicBezTo>
                  <a:pt x="2790912" y="952036"/>
                  <a:pt x="2788022" y="949147"/>
                  <a:pt x="2788022" y="945630"/>
                </a:cubicBezTo>
                <a:cubicBezTo>
                  <a:pt x="2788022" y="942113"/>
                  <a:pt x="2790786" y="939224"/>
                  <a:pt x="2794429" y="939224"/>
                </a:cubicBezTo>
                <a:close/>
                <a:moveTo>
                  <a:pt x="938092" y="938720"/>
                </a:moveTo>
                <a:cubicBezTo>
                  <a:pt x="951532" y="938720"/>
                  <a:pt x="962461" y="949522"/>
                  <a:pt x="962461" y="962964"/>
                </a:cubicBezTo>
                <a:cubicBezTo>
                  <a:pt x="962586" y="976405"/>
                  <a:pt x="951658" y="987334"/>
                  <a:pt x="938217" y="987334"/>
                </a:cubicBezTo>
                <a:cubicBezTo>
                  <a:pt x="924776" y="987334"/>
                  <a:pt x="913722" y="976530"/>
                  <a:pt x="913722" y="963089"/>
                </a:cubicBezTo>
                <a:cubicBezTo>
                  <a:pt x="913722" y="949649"/>
                  <a:pt x="924525" y="938720"/>
                  <a:pt x="938092" y="938720"/>
                </a:cubicBezTo>
                <a:close/>
                <a:moveTo>
                  <a:pt x="2362690" y="933570"/>
                </a:moveTo>
                <a:cubicBezTo>
                  <a:pt x="2381156" y="933444"/>
                  <a:pt x="2396229" y="948392"/>
                  <a:pt x="2396229" y="966858"/>
                </a:cubicBezTo>
                <a:cubicBezTo>
                  <a:pt x="2396355" y="985323"/>
                  <a:pt x="2381406" y="1000397"/>
                  <a:pt x="2362941" y="1000397"/>
                </a:cubicBezTo>
                <a:cubicBezTo>
                  <a:pt x="2344476" y="1000522"/>
                  <a:pt x="2329528" y="985574"/>
                  <a:pt x="2329403" y="967108"/>
                </a:cubicBezTo>
                <a:cubicBezTo>
                  <a:pt x="2329276" y="948644"/>
                  <a:pt x="2344224" y="933570"/>
                  <a:pt x="2362690" y="933570"/>
                </a:cubicBezTo>
                <a:close/>
                <a:moveTo>
                  <a:pt x="2101287" y="933193"/>
                </a:moveTo>
                <a:cubicBezTo>
                  <a:pt x="2115481" y="933193"/>
                  <a:pt x="2127037" y="944624"/>
                  <a:pt x="2127037" y="958818"/>
                </a:cubicBezTo>
                <a:cubicBezTo>
                  <a:pt x="2127037" y="973012"/>
                  <a:pt x="2115606" y="984569"/>
                  <a:pt x="2101412" y="984569"/>
                </a:cubicBezTo>
                <a:cubicBezTo>
                  <a:pt x="2087218" y="984569"/>
                  <a:pt x="2075661" y="973139"/>
                  <a:pt x="2075661" y="958944"/>
                </a:cubicBezTo>
                <a:cubicBezTo>
                  <a:pt x="2075661" y="944749"/>
                  <a:pt x="2087092" y="933193"/>
                  <a:pt x="2101287" y="933193"/>
                </a:cubicBezTo>
                <a:close/>
                <a:moveTo>
                  <a:pt x="149982" y="931684"/>
                </a:moveTo>
                <a:cubicBezTo>
                  <a:pt x="150737" y="931684"/>
                  <a:pt x="151490" y="932313"/>
                  <a:pt x="151490" y="933191"/>
                </a:cubicBezTo>
                <a:cubicBezTo>
                  <a:pt x="151490" y="934071"/>
                  <a:pt x="150862" y="934699"/>
                  <a:pt x="149982" y="934699"/>
                </a:cubicBezTo>
                <a:cubicBezTo>
                  <a:pt x="149103" y="934699"/>
                  <a:pt x="148350" y="934071"/>
                  <a:pt x="148350" y="933191"/>
                </a:cubicBezTo>
                <a:cubicBezTo>
                  <a:pt x="148350" y="932313"/>
                  <a:pt x="149103" y="931559"/>
                  <a:pt x="149982" y="931684"/>
                </a:cubicBezTo>
                <a:close/>
                <a:moveTo>
                  <a:pt x="577577" y="929676"/>
                </a:moveTo>
                <a:cubicBezTo>
                  <a:pt x="588256" y="929676"/>
                  <a:pt x="596923" y="938218"/>
                  <a:pt x="596923" y="948895"/>
                </a:cubicBezTo>
                <a:cubicBezTo>
                  <a:pt x="596923" y="959573"/>
                  <a:pt x="588381" y="968241"/>
                  <a:pt x="577704" y="968241"/>
                </a:cubicBezTo>
                <a:cubicBezTo>
                  <a:pt x="567025" y="968241"/>
                  <a:pt x="558358" y="959699"/>
                  <a:pt x="558358" y="949022"/>
                </a:cubicBezTo>
                <a:cubicBezTo>
                  <a:pt x="558358" y="938343"/>
                  <a:pt x="566900" y="929676"/>
                  <a:pt x="577577" y="929676"/>
                </a:cubicBezTo>
                <a:close/>
                <a:moveTo>
                  <a:pt x="1392439" y="926535"/>
                </a:moveTo>
                <a:cubicBezTo>
                  <a:pt x="1397339" y="926409"/>
                  <a:pt x="1401358" y="930429"/>
                  <a:pt x="1401358" y="935328"/>
                </a:cubicBezTo>
                <a:cubicBezTo>
                  <a:pt x="1401358" y="940226"/>
                  <a:pt x="1397464" y="944246"/>
                  <a:pt x="1392566" y="944246"/>
                </a:cubicBezTo>
                <a:cubicBezTo>
                  <a:pt x="1387667" y="944246"/>
                  <a:pt x="1383647" y="940353"/>
                  <a:pt x="1383647" y="935453"/>
                </a:cubicBezTo>
                <a:cubicBezTo>
                  <a:pt x="1383647" y="930554"/>
                  <a:pt x="1387542" y="926535"/>
                  <a:pt x="1392439" y="926535"/>
                </a:cubicBezTo>
                <a:close/>
                <a:moveTo>
                  <a:pt x="1646811" y="925782"/>
                </a:moveTo>
                <a:cubicBezTo>
                  <a:pt x="1651585" y="925782"/>
                  <a:pt x="1655478" y="929676"/>
                  <a:pt x="1655478" y="934449"/>
                </a:cubicBezTo>
                <a:cubicBezTo>
                  <a:pt x="1655478" y="939223"/>
                  <a:pt x="1651585" y="943117"/>
                  <a:pt x="1646811" y="943117"/>
                </a:cubicBezTo>
                <a:cubicBezTo>
                  <a:pt x="1642039" y="943117"/>
                  <a:pt x="1638144" y="939348"/>
                  <a:pt x="1638144" y="934575"/>
                </a:cubicBezTo>
                <a:cubicBezTo>
                  <a:pt x="1638144" y="929676"/>
                  <a:pt x="1642039" y="925907"/>
                  <a:pt x="1646811" y="925782"/>
                </a:cubicBezTo>
                <a:close/>
                <a:moveTo>
                  <a:pt x="1115209" y="925155"/>
                </a:moveTo>
                <a:cubicBezTo>
                  <a:pt x="1126514" y="925030"/>
                  <a:pt x="1135810" y="934325"/>
                  <a:pt x="1135810" y="945631"/>
                </a:cubicBezTo>
                <a:cubicBezTo>
                  <a:pt x="1135935" y="956936"/>
                  <a:pt x="1126765" y="966232"/>
                  <a:pt x="1115334" y="966232"/>
                </a:cubicBezTo>
                <a:cubicBezTo>
                  <a:pt x="1104028" y="966357"/>
                  <a:pt x="1094733" y="957061"/>
                  <a:pt x="1094733" y="945756"/>
                </a:cubicBezTo>
                <a:cubicBezTo>
                  <a:pt x="1094608" y="934325"/>
                  <a:pt x="1103903" y="925155"/>
                  <a:pt x="1115209" y="925155"/>
                </a:cubicBezTo>
                <a:close/>
                <a:moveTo>
                  <a:pt x="2889140" y="920882"/>
                </a:moveTo>
                <a:cubicBezTo>
                  <a:pt x="2890522" y="920882"/>
                  <a:pt x="2891652" y="921887"/>
                  <a:pt x="2891652" y="923269"/>
                </a:cubicBezTo>
                <a:cubicBezTo>
                  <a:pt x="2891779" y="924525"/>
                  <a:pt x="2890647" y="925656"/>
                  <a:pt x="2889267" y="925656"/>
                </a:cubicBezTo>
                <a:cubicBezTo>
                  <a:pt x="2888010" y="925656"/>
                  <a:pt x="2886880" y="924651"/>
                  <a:pt x="2886880" y="923269"/>
                </a:cubicBezTo>
                <a:cubicBezTo>
                  <a:pt x="2886880" y="921887"/>
                  <a:pt x="2888010" y="920757"/>
                  <a:pt x="2889140" y="920882"/>
                </a:cubicBezTo>
                <a:close/>
                <a:moveTo>
                  <a:pt x="1923917" y="920253"/>
                </a:moveTo>
                <a:cubicBezTo>
                  <a:pt x="1936353" y="920128"/>
                  <a:pt x="1946402" y="930177"/>
                  <a:pt x="1946402" y="942486"/>
                </a:cubicBezTo>
                <a:cubicBezTo>
                  <a:pt x="1946528" y="954922"/>
                  <a:pt x="1936478" y="964971"/>
                  <a:pt x="1924169" y="964971"/>
                </a:cubicBezTo>
                <a:cubicBezTo>
                  <a:pt x="1911732" y="965096"/>
                  <a:pt x="1901683" y="955047"/>
                  <a:pt x="1901683" y="942738"/>
                </a:cubicBezTo>
                <a:cubicBezTo>
                  <a:pt x="1901683" y="930427"/>
                  <a:pt x="1911732" y="920378"/>
                  <a:pt x="1923917" y="920253"/>
                </a:cubicBezTo>
                <a:close/>
                <a:moveTo>
                  <a:pt x="2461800" y="918622"/>
                </a:moveTo>
                <a:cubicBezTo>
                  <a:pt x="2474738" y="918497"/>
                  <a:pt x="2485289" y="929048"/>
                  <a:pt x="2485289" y="941986"/>
                </a:cubicBezTo>
                <a:cubicBezTo>
                  <a:pt x="2485289" y="954924"/>
                  <a:pt x="2474864" y="965476"/>
                  <a:pt x="2461925" y="965476"/>
                </a:cubicBezTo>
                <a:cubicBezTo>
                  <a:pt x="2448861" y="965601"/>
                  <a:pt x="2438310" y="955050"/>
                  <a:pt x="2438310" y="942112"/>
                </a:cubicBezTo>
                <a:cubicBezTo>
                  <a:pt x="2438184" y="929174"/>
                  <a:pt x="2448736" y="918622"/>
                  <a:pt x="2461800" y="918622"/>
                </a:cubicBezTo>
                <a:close/>
                <a:moveTo>
                  <a:pt x="1562272" y="916234"/>
                </a:moveTo>
                <a:cubicBezTo>
                  <a:pt x="1566542" y="916108"/>
                  <a:pt x="1570060" y="919626"/>
                  <a:pt x="1570060" y="923897"/>
                </a:cubicBezTo>
                <a:cubicBezTo>
                  <a:pt x="1570060" y="928168"/>
                  <a:pt x="1566542" y="931685"/>
                  <a:pt x="1562272" y="931685"/>
                </a:cubicBezTo>
                <a:cubicBezTo>
                  <a:pt x="1558000" y="931685"/>
                  <a:pt x="1554483" y="928168"/>
                  <a:pt x="1554483" y="923897"/>
                </a:cubicBezTo>
                <a:cubicBezTo>
                  <a:pt x="1554483" y="919626"/>
                  <a:pt x="1557875" y="916108"/>
                  <a:pt x="1562272" y="916234"/>
                </a:cubicBezTo>
                <a:close/>
                <a:moveTo>
                  <a:pt x="1476980" y="915356"/>
                </a:moveTo>
                <a:cubicBezTo>
                  <a:pt x="1481878" y="915230"/>
                  <a:pt x="1485897" y="919250"/>
                  <a:pt x="1485897" y="924149"/>
                </a:cubicBezTo>
                <a:cubicBezTo>
                  <a:pt x="1485897" y="929047"/>
                  <a:pt x="1482004" y="933066"/>
                  <a:pt x="1477105" y="933066"/>
                </a:cubicBezTo>
                <a:cubicBezTo>
                  <a:pt x="1472206" y="933193"/>
                  <a:pt x="1468186" y="929173"/>
                  <a:pt x="1468186" y="924274"/>
                </a:cubicBezTo>
                <a:cubicBezTo>
                  <a:pt x="1468186" y="919375"/>
                  <a:pt x="1472081" y="915356"/>
                  <a:pt x="1476980" y="915356"/>
                </a:cubicBezTo>
                <a:close/>
                <a:moveTo>
                  <a:pt x="55143" y="910959"/>
                </a:moveTo>
                <a:cubicBezTo>
                  <a:pt x="55520" y="910959"/>
                  <a:pt x="55771" y="911210"/>
                  <a:pt x="55771" y="911587"/>
                </a:cubicBezTo>
                <a:cubicBezTo>
                  <a:pt x="55771" y="911964"/>
                  <a:pt x="55520" y="912215"/>
                  <a:pt x="55143" y="912215"/>
                </a:cubicBezTo>
                <a:cubicBezTo>
                  <a:pt x="54766" y="912215"/>
                  <a:pt x="54516" y="911964"/>
                  <a:pt x="54516" y="911587"/>
                </a:cubicBezTo>
                <a:cubicBezTo>
                  <a:pt x="54516" y="911210"/>
                  <a:pt x="54766" y="910832"/>
                  <a:pt x="55143" y="910959"/>
                </a:cubicBezTo>
                <a:close/>
                <a:moveTo>
                  <a:pt x="479471" y="908698"/>
                </a:moveTo>
                <a:cubicBezTo>
                  <a:pt x="488641" y="908698"/>
                  <a:pt x="496178" y="916110"/>
                  <a:pt x="496178" y="925279"/>
                </a:cubicBezTo>
                <a:cubicBezTo>
                  <a:pt x="496178" y="934449"/>
                  <a:pt x="488767" y="941986"/>
                  <a:pt x="479597" y="941986"/>
                </a:cubicBezTo>
                <a:cubicBezTo>
                  <a:pt x="470427" y="941986"/>
                  <a:pt x="462890" y="934575"/>
                  <a:pt x="462890" y="925405"/>
                </a:cubicBezTo>
                <a:cubicBezTo>
                  <a:pt x="462765" y="916235"/>
                  <a:pt x="470176" y="908823"/>
                  <a:pt x="479471" y="908698"/>
                </a:cubicBezTo>
                <a:close/>
                <a:moveTo>
                  <a:pt x="832826" y="902543"/>
                </a:moveTo>
                <a:cubicBezTo>
                  <a:pt x="850035" y="902543"/>
                  <a:pt x="863978" y="916487"/>
                  <a:pt x="864104" y="933696"/>
                </a:cubicBezTo>
                <a:cubicBezTo>
                  <a:pt x="864104" y="950905"/>
                  <a:pt x="850162" y="964974"/>
                  <a:pt x="832951" y="964974"/>
                </a:cubicBezTo>
                <a:cubicBezTo>
                  <a:pt x="815743" y="964974"/>
                  <a:pt x="801674" y="951031"/>
                  <a:pt x="801674" y="933821"/>
                </a:cubicBezTo>
                <a:cubicBezTo>
                  <a:pt x="801674" y="916487"/>
                  <a:pt x="815491" y="902543"/>
                  <a:pt x="832826" y="902543"/>
                </a:cubicBezTo>
                <a:close/>
                <a:moveTo>
                  <a:pt x="2559654" y="900533"/>
                </a:moveTo>
                <a:cubicBezTo>
                  <a:pt x="2569201" y="900533"/>
                  <a:pt x="2576990" y="908195"/>
                  <a:pt x="2576990" y="917741"/>
                </a:cubicBezTo>
                <a:cubicBezTo>
                  <a:pt x="2576990" y="927288"/>
                  <a:pt x="2569326" y="935076"/>
                  <a:pt x="2559781" y="935076"/>
                </a:cubicBezTo>
                <a:cubicBezTo>
                  <a:pt x="2550234" y="935076"/>
                  <a:pt x="2542445" y="927413"/>
                  <a:pt x="2542445" y="917867"/>
                </a:cubicBezTo>
                <a:cubicBezTo>
                  <a:pt x="2542445" y="908447"/>
                  <a:pt x="2550107" y="900658"/>
                  <a:pt x="2559654" y="900533"/>
                </a:cubicBezTo>
                <a:close/>
                <a:moveTo>
                  <a:pt x="2206301" y="897896"/>
                </a:moveTo>
                <a:cubicBezTo>
                  <a:pt x="2223384" y="897770"/>
                  <a:pt x="2237201" y="911588"/>
                  <a:pt x="2237201" y="928546"/>
                </a:cubicBezTo>
                <a:cubicBezTo>
                  <a:pt x="2237327" y="945503"/>
                  <a:pt x="2223510" y="959447"/>
                  <a:pt x="2206551" y="959447"/>
                </a:cubicBezTo>
                <a:cubicBezTo>
                  <a:pt x="2189593" y="959572"/>
                  <a:pt x="2175776" y="945755"/>
                  <a:pt x="2175651" y="928797"/>
                </a:cubicBezTo>
                <a:cubicBezTo>
                  <a:pt x="2175524" y="911838"/>
                  <a:pt x="2189342" y="898021"/>
                  <a:pt x="2206301" y="897896"/>
                </a:cubicBezTo>
                <a:close/>
                <a:moveTo>
                  <a:pt x="381870" y="889352"/>
                </a:moveTo>
                <a:cubicBezTo>
                  <a:pt x="389155" y="889352"/>
                  <a:pt x="395059" y="895131"/>
                  <a:pt x="395059" y="902416"/>
                </a:cubicBezTo>
                <a:cubicBezTo>
                  <a:pt x="395059" y="909577"/>
                  <a:pt x="389155" y="915480"/>
                  <a:pt x="381995" y="915480"/>
                </a:cubicBezTo>
                <a:cubicBezTo>
                  <a:pt x="374835" y="915480"/>
                  <a:pt x="368931" y="909577"/>
                  <a:pt x="368931" y="902416"/>
                </a:cubicBezTo>
                <a:cubicBezTo>
                  <a:pt x="368931" y="895131"/>
                  <a:pt x="374708" y="889227"/>
                  <a:pt x="381870" y="889352"/>
                </a:cubicBezTo>
                <a:close/>
                <a:moveTo>
                  <a:pt x="1849303" y="885082"/>
                </a:moveTo>
                <a:cubicBezTo>
                  <a:pt x="1858472" y="885082"/>
                  <a:pt x="1866009" y="892494"/>
                  <a:pt x="1866009" y="901663"/>
                </a:cubicBezTo>
                <a:cubicBezTo>
                  <a:pt x="1866009" y="910833"/>
                  <a:pt x="1858599" y="918370"/>
                  <a:pt x="1849428" y="918370"/>
                </a:cubicBezTo>
                <a:cubicBezTo>
                  <a:pt x="1840258" y="918370"/>
                  <a:pt x="1832721" y="910958"/>
                  <a:pt x="1832721" y="901789"/>
                </a:cubicBezTo>
                <a:cubicBezTo>
                  <a:pt x="1832721" y="892619"/>
                  <a:pt x="1840133" y="885207"/>
                  <a:pt x="1849303" y="885082"/>
                </a:cubicBezTo>
                <a:close/>
                <a:moveTo>
                  <a:pt x="1189572" y="883575"/>
                </a:moveTo>
                <a:cubicBezTo>
                  <a:pt x="1201003" y="883450"/>
                  <a:pt x="1210300" y="892620"/>
                  <a:pt x="1210300" y="904051"/>
                </a:cubicBezTo>
                <a:cubicBezTo>
                  <a:pt x="1210300" y="915356"/>
                  <a:pt x="1201129" y="924652"/>
                  <a:pt x="1189824" y="924652"/>
                </a:cubicBezTo>
                <a:cubicBezTo>
                  <a:pt x="1178518" y="924777"/>
                  <a:pt x="1169223" y="915608"/>
                  <a:pt x="1169223" y="904176"/>
                </a:cubicBezTo>
                <a:cubicBezTo>
                  <a:pt x="1169098" y="892871"/>
                  <a:pt x="1178267" y="883575"/>
                  <a:pt x="1189572" y="883575"/>
                </a:cubicBezTo>
                <a:close/>
                <a:moveTo>
                  <a:pt x="2657007" y="881440"/>
                </a:moveTo>
                <a:cubicBezTo>
                  <a:pt x="2664041" y="881440"/>
                  <a:pt x="2669693" y="887092"/>
                  <a:pt x="2669693" y="894001"/>
                </a:cubicBezTo>
                <a:cubicBezTo>
                  <a:pt x="2669693" y="901036"/>
                  <a:pt x="2664041" y="906688"/>
                  <a:pt x="2657132" y="906688"/>
                </a:cubicBezTo>
                <a:cubicBezTo>
                  <a:pt x="2650098" y="906688"/>
                  <a:pt x="2644445" y="901036"/>
                  <a:pt x="2644445" y="894127"/>
                </a:cubicBezTo>
                <a:cubicBezTo>
                  <a:pt x="2644445" y="887217"/>
                  <a:pt x="2649972" y="881565"/>
                  <a:pt x="2657007" y="881440"/>
                </a:cubicBezTo>
                <a:close/>
                <a:moveTo>
                  <a:pt x="729570" y="879178"/>
                </a:moveTo>
                <a:cubicBezTo>
                  <a:pt x="744518" y="879053"/>
                  <a:pt x="756703" y="891112"/>
                  <a:pt x="756703" y="906059"/>
                </a:cubicBezTo>
                <a:cubicBezTo>
                  <a:pt x="756703" y="921007"/>
                  <a:pt x="744770" y="933192"/>
                  <a:pt x="729822" y="933192"/>
                </a:cubicBezTo>
                <a:cubicBezTo>
                  <a:pt x="714873" y="933318"/>
                  <a:pt x="702689" y="921258"/>
                  <a:pt x="702689" y="906311"/>
                </a:cubicBezTo>
                <a:cubicBezTo>
                  <a:pt x="702564" y="891362"/>
                  <a:pt x="714621" y="879303"/>
                  <a:pt x="729570" y="879178"/>
                </a:cubicBezTo>
                <a:close/>
                <a:moveTo>
                  <a:pt x="2035842" y="877922"/>
                </a:moveTo>
                <a:cubicBezTo>
                  <a:pt x="2050287" y="877922"/>
                  <a:pt x="2062221" y="889604"/>
                  <a:pt x="2062221" y="904175"/>
                </a:cubicBezTo>
                <a:cubicBezTo>
                  <a:pt x="2062221" y="918621"/>
                  <a:pt x="2050538" y="930555"/>
                  <a:pt x="2035967" y="930555"/>
                </a:cubicBezTo>
                <a:cubicBezTo>
                  <a:pt x="2021395" y="930555"/>
                  <a:pt x="2009587" y="918873"/>
                  <a:pt x="2009461" y="904301"/>
                </a:cubicBezTo>
                <a:cubicBezTo>
                  <a:pt x="2009461" y="889856"/>
                  <a:pt x="2021270" y="878047"/>
                  <a:pt x="2035842" y="877922"/>
                </a:cubicBezTo>
                <a:close/>
                <a:moveTo>
                  <a:pt x="1003160" y="877168"/>
                </a:moveTo>
                <a:cubicBezTo>
                  <a:pt x="1020117" y="877168"/>
                  <a:pt x="1034061" y="890860"/>
                  <a:pt x="1034061" y="907818"/>
                </a:cubicBezTo>
                <a:cubicBezTo>
                  <a:pt x="1034061" y="924776"/>
                  <a:pt x="1020369" y="938720"/>
                  <a:pt x="1003411" y="938720"/>
                </a:cubicBezTo>
                <a:cubicBezTo>
                  <a:pt x="986327" y="938845"/>
                  <a:pt x="972510" y="925027"/>
                  <a:pt x="972510" y="908068"/>
                </a:cubicBezTo>
                <a:cubicBezTo>
                  <a:pt x="972383" y="891111"/>
                  <a:pt x="986076" y="877293"/>
                  <a:pt x="1003160" y="877168"/>
                </a:cubicBezTo>
                <a:close/>
                <a:moveTo>
                  <a:pt x="285145" y="870134"/>
                </a:moveTo>
                <a:cubicBezTo>
                  <a:pt x="290422" y="870008"/>
                  <a:pt x="294692" y="874278"/>
                  <a:pt x="294692" y="879555"/>
                </a:cubicBezTo>
                <a:cubicBezTo>
                  <a:pt x="294692" y="884830"/>
                  <a:pt x="290422" y="889102"/>
                  <a:pt x="285145" y="889102"/>
                </a:cubicBezTo>
                <a:cubicBezTo>
                  <a:pt x="279870" y="889227"/>
                  <a:pt x="275598" y="884957"/>
                  <a:pt x="275598" y="879680"/>
                </a:cubicBezTo>
                <a:cubicBezTo>
                  <a:pt x="275598" y="874405"/>
                  <a:pt x="279870" y="870134"/>
                  <a:pt x="285145" y="870134"/>
                </a:cubicBezTo>
                <a:close/>
                <a:moveTo>
                  <a:pt x="2309304" y="869130"/>
                </a:moveTo>
                <a:cubicBezTo>
                  <a:pt x="2326639" y="869004"/>
                  <a:pt x="2340834" y="883073"/>
                  <a:pt x="2340834" y="900408"/>
                </a:cubicBezTo>
                <a:cubicBezTo>
                  <a:pt x="2340960" y="917742"/>
                  <a:pt x="2326891" y="931938"/>
                  <a:pt x="2309555" y="931938"/>
                </a:cubicBezTo>
                <a:cubicBezTo>
                  <a:pt x="2292221" y="932063"/>
                  <a:pt x="2278152" y="917994"/>
                  <a:pt x="2278027" y="900659"/>
                </a:cubicBezTo>
                <a:cubicBezTo>
                  <a:pt x="2277900" y="883199"/>
                  <a:pt x="2291969" y="869130"/>
                  <a:pt x="2309304" y="869130"/>
                </a:cubicBezTo>
                <a:close/>
                <a:moveTo>
                  <a:pt x="2753729" y="864356"/>
                </a:moveTo>
                <a:cubicBezTo>
                  <a:pt x="2757246" y="864356"/>
                  <a:pt x="2760134" y="867245"/>
                  <a:pt x="2760134" y="870762"/>
                </a:cubicBezTo>
                <a:cubicBezTo>
                  <a:pt x="2760134" y="874279"/>
                  <a:pt x="2757246" y="877168"/>
                  <a:pt x="2753729" y="877168"/>
                </a:cubicBezTo>
                <a:cubicBezTo>
                  <a:pt x="2750212" y="877168"/>
                  <a:pt x="2747322" y="874279"/>
                  <a:pt x="2747322" y="870762"/>
                </a:cubicBezTo>
                <a:cubicBezTo>
                  <a:pt x="2747322" y="867245"/>
                  <a:pt x="2750085" y="864356"/>
                  <a:pt x="2753729" y="864356"/>
                </a:cubicBezTo>
                <a:close/>
                <a:moveTo>
                  <a:pt x="627948" y="857070"/>
                </a:moveTo>
                <a:cubicBezTo>
                  <a:pt x="640635" y="857070"/>
                  <a:pt x="651061" y="867370"/>
                  <a:pt x="651061" y="880058"/>
                </a:cubicBezTo>
                <a:cubicBezTo>
                  <a:pt x="651061" y="892746"/>
                  <a:pt x="640760" y="903172"/>
                  <a:pt x="628073" y="903172"/>
                </a:cubicBezTo>
                <a:cubicBezTo>
                  <a:pt x="615386" y="903172"/>
                  <a:pt x="604960" y="892871"/>
                  <a:pt x="604960" y="880184"/>
                </a:cubicBezTo>
                <a:cubicBezTo>
                  <a:pt x="604960" y="867497"/>
                  <a:pt x="615260" y="857195"/>
                  <a:pt x="627948" y="857070"/>
                </a:cubicBezTo>
                <a:close/>
                <a:moveTo>
                  <a:pt x="1268208" y="855310"/>
                </a:moveTo>
                <a:cubicBezTo>
                  <a:pt x="1277000" y="855185"/>
                  <a:pt x="1284160" y="862345"/>
                  <a:pt x="1284160" y="871138"/>
                </a:cubicBezTo>
                <a:cubicBezTo>
                  <a:pt x="1284287" y="879931"/>
                  <a:pt x="1277125" y="887092"/>
                  <a:pt x="1268333" y="887092"/>
                </a:cubicBezTo>
                <a:cubicBezTo>
                  <a:pt x="1259539" y="887217"/>
                  <a:pt x="1252379" y="880056"/>
                  <a:pt x="1252379" y="871264"/>
                </a:cubicBezTo>
                <a:cubicBezTo>
                  <a:pt x="1252379" y="862471"/>
                  <a:pt x="1259539" y="855310"/>
                  <a:pt x="1268208" y="855310"/>
                </a:cubicBezTo>
                <a:close/>
                <a:moveTo>
                  <a:pt x="188798" y="853427"/>
                </a:moveTo>
                <a:cubicBezTo>
                  <a:pt x="190808" y="853427"/>
                  <a:pt x="192566" y="855060"/>
                  <a:pt x="192566" y="857195"/>
                </a:cubicBezTo>
                <a:cubicBezTo>
                  <a:pt x="192566" y="859205"/>
                  <a:pt x="190933" y="860964"/>
                  <a:pt x="188798" y="860964"/>
                </a:cubicBezTo>
                <a:cubicBezTo>
                  <a:pt x="186661" y="860964"/>
                  <a:pt x="185029" y="859331"/>
                  <a:pt x="185029" y="857195"/>
                </a:cubicBezTo>
                <a:cubicBezTo>
                  <a:pt x="185029" y="855185"/>
                  <a:pt x="186661" y="853552"/>
                  <a:pt x="188798" y="853427"/>
                </a:cubicBezTo>
                <a:close/>
                <a:moveTo>
                  <a:pt x="1770417" y="852799"/>
                </a:moveTo>
                <a:cubicBezTo>
                  <a:pt x="1779586" y="852799"/>
                  <a:pt x="1787123" y="860211"/>
                  <a:pt x="1787123" y="869380"/>
                </a:cubicBezTo>
                <a:cubicBezTo>
                  <a:pt x="1787123" y="878550"/>
                  <a:pt x="1779712" y="886087"/>
                  <a:pt x="1770542" y="886087"/>
                </a:cubicBezTo>
                <a:cubicBezTo>
                  <a:pt x="1761372" y="886087"/>
                  <a:pt x="1753835" y="878675"/>
                  <a:pt x="1753835" y="869506"/>
                </a:cubicBezTo>
                <a:cubicBezTo>
                  <a:pt x="1753835" y="860336"/>
                  <a:pt x="1761247" y="852799"/>
                  <a:pt x="1770417" y="852799"/>
                </a:cubicBezTo>
                <a:close/>
                <a:moveTo>
                  <a:pt x="2849949" y="846141"/>
                </a:moveTo>
                <a:cubicBezTo>
                  <a:pt x="2850829" y="846141"/>
                  <a:pt x="2851456" y="846770"/>
                  <a:pt x="2851456" y="847648"/>
                </a:cubicBezTo>
                <a:cubicBezTo>
                  <a:pt x="2851456" y="848528"/>
                  <a:pt x="2850829" y="849156"/>
                  <a:pt x="2849949" y="849156"/>
                </a:cubicBezTo>
                <a:cubicBezTo>
                  <a:pt x="2849069" y="849156"/>
                  <a:pt x="2848316" y="848528"/>
                  <a:pt x="2848316" y="847648"/>
                </a:cubicBezTo>
                <a:cubicBezTo>
                  <a:pt x="2848316" y="846770"/>
                  <a:pt x="2849069" y="846016"/>
                  <a:pt x="2849949" y="846141"/>
                </a:cubicBezTo>
                <a:close/>
                <a:moveTo>
                  <a:pt x="2410674" y="844885"/>
                </a:moveTo>
                <a:cubicBezTo>
                  <a:pt x="2426501" y="844759"/>
                  <a:pt x="2439440" y="857572"/>
                  <a:pt x="2439566" y="873525"/>
                </a:cubicBezTo>
                <a:cubicBezTo>
                  <a:pt x="2439692" y="889352"/>
                  <a:pt x="2426753" y="902416"/>
                  <a:pt x="2410925" y="902416"/>
                </a:cubicBezTo>
                <a:cubicBezTo>
                  <a:pt x="2395098" y="902541"/>
                  <a:pt x="2382160" y="889729"/>
                  <a:pt x="2382034" y="873776"/>
                </a:cubicBezTo>
                <a:cubicBezTo>
                  <a:pt x="2382034" y="857822"/>
                  <a:pt x="2394846" y="845010"/>
                  <a:pt x="2410674" y="844885"/>
                </a:cubicBezTo>
                <a:close/>
                <a:moveTo>
                  <a:pt x="894126" y="843378"/>
                </a:moveTo>
                <a:cubicBezTo>
                  <a:pt x="911336" y="843252"/>
                  <a:pt x="925405" y="857195"/>
                  <a:pt x="925405" y="874404"/>
                </a:cubicBezTo>
                <a:cubicBezTo>
                  <a:pt x="925530" y="891615"/>
                  <a:pt x="911587" y="905684"/>
                  <a:pt x="894378" y="905684"/>
                </a:cubicBezTo>
                <a:cubicBezTo>
                  <a:pt x="877169" y="905809"/>
                  <a:pt x="863100" y="891865"/>
                  <a:pt x="863100" y="874656"/>
                </a:cubicBezTo>
                <a:cubicBezTo>
                  <a:pt x="862973" y="857447"/>
                  <a:pt x="876917" y="843378"/>
                  <a:pt x="894126" y="843378"/>
                </a:cubicBezTo>
                <a:close/>
                <a:moveTo>
                  <a:pt x="2144497" y="840867"/>
                </a:moveTo>
                <a:cubicBezTo>
                  <a:pt x="2160576" y="840867"/>
                  <a:pt x="2173765" y="853931"/>
                  <a:pt x="2173765" y="870010"/>
                </a:cubicBezTo>
                <a:cubicBezTo>
                  <a:pt x="2173765" y="886089"/>
                  <a:pt x="2160701" y="899278"/>
                  <a:pt x="2144623" y="899278"/>
                </a:cubicBezTo>
                <a:cubicBezTo>
                  <a:pt x="2128544" y="899278"/>
                  <a:pt x="2115355" y="886214"/>
                  <a:pt x="2115355" y="870135"/>
                </a:cubicBezTo>
                <a:cubicBezTo>
                  <a:pt x="2115228" y="853931"/>
                  <a:pt x="2128292" y="840867"/>
                  <a:pt x="2144497" y="840867"/>
                </a:cubicBezTo>
                <a:close/>
                <a:moveTo>
                  <a:pt x="527582" y="838353"/>
                </a:moveTo>
                <a:cubicBezTo>
                  <a:pt x="536752" y="838353"/>
                  <a:pt x="544289" y="845765"/>
                  <a:pt x="544289" y="854934"/>
                </a:cubicBezTo>
                <a:cubicBezTo>
                  <a:pt x="544289" y="864104"/>
                  <a:pt x="536878" y="871641"/>
                  <a:pt x="527707" y="871641"/>
                </a:cubicBezTo>
                <a:cubicBezTo>
                  <a:pt x="518538" y="871641"/>
                  <a:pt x="511001" y="864230"/>
                  <a:pt x="511001" y="855060"/>
                </a:cubicBezTo>
                <a:cubicBezTo>
                  <a:pt x="511001" y="845890"/>
                  <a:pt x="518412" y="838478"/>
                  <a:pt x="527582" y="838353"/>
                </a:cubicBezTo>
                <a:close/>
                <a:moveTo>
                  <a:pt x="92827" y="833706"/>
                </a:moveTo>
                <a:cubicBezTo>
                  <a:pt x="93582" y="833706"/>
                  <a:pt x="94210" y="834334"/>
                  <a:pt x="94210" y="835088"/>
                </a:cubicBezTo>
                <a:cubicBezTo>
                  <a:pt x="94210" y="835841"/>
                  <a:pt x="93707" y="836343"/>
                  <a:pt x="92954" y="836343"/>
                </a:cubicBezTo>
                <a:cubicBezTo>
                  <a:pt x="92200" y="836468"/>
                  <a:pt x="91572" y="835841"/>
                  <a:pt x="91572" y="835088"/>
                </a:cubicBezTo>
                <a:cubicBezTo>
                  <a:pt x="91572" y="834334"/>
                  <a:pt x="92074" y="833706"/>
                  <a:pt x="92827" y="833706"/>
                </a:cubicBezTo>
                <a:close/>
                <a:moveTo>
                  <a:pt x="1073379" y="833204"/>
                </a:moveTo>
                <a:cubicBezTo>
                  <a:pt x="1088076" y="833204"/>
                  <a:pt x="1100010" y="845011"/>
                  <a:pt x="1100010" y="859709"/>
                </a:cubicBezTo>
                <a:cubicBezTo>
                  <a:pt x="1100010" y="874405"/>
                  <a:pt x="1088201" y="886339"/>
                  <a:pt x="1073505" y="886339"/>
                </a:cubicBezTo>
                <a:cubicBezTo>
                  <a:pt x="1058933" y="886339"/>
                  <a:pt x="1046874" y="874531"/>
                  <a:pt x="1046874" y="859834"/>
                </a:cubicBezTo>
                <a:cubicBezTo>
                  <a:pt x="1046874" y="845138"/>
                  <a:pt x="1058682" y="833204"/>
                  <a:pt x="1073379" y="833204"/>
                </a:cubicBezTo>
                <a:close/>
                <a:moveTo>
                  <a:pt x="1965119" y="830064"/>
                </a:moveTo>
                <a:cubicBezTo>
                  <a:pt x="1979691" y="830064"/>
                  <a:pt x="1991625" y="841746"/>
                  <a:pt x="1991625" y="856317"/>
                </a:cubicBezTo>
                <a:cubicBezTo>
                  <a:pt x="1991625" y="870888"/>
                  <a:pt x="1979942" y="882821"/>
                  <a:pt x="1965371" y="882821"/>
                </a:cubicBezTo>
                <a:cubicBezTo>
                  <a:pt x="1950799" y="882821"/>
                  <a:pt x="1938991" y="871140"/>
                  <a:pt x="1938865" y="856568"/>
                </a:cubicBezTo>
                <a:cubicBezTo>
                  <a:pt x="1938865" y="841997"/>
                  <a:pt x="1950673" y="830189"/>
                  <a:pt x="1965119" y="830064"/>
                </a:cubicBezTo>
                <a:close/>
                <a:moveTo>
                  <a:pt x="2510914" y="829059"/>
                </a:moveTo>
                <a:cubicBezTo>
                  <a:pt x="2521215" y="829059"/>
                  <a:pt x="2529757" y="837350"/>
                  <a:pt x="2529757" y="847776"/>
                </a:cubicBezTo>
                <a:cubicBezTo>
                  <a:pt x="2529883" y="858077"/>
                  <a:pt x="2521466" y="866619"/>
                  <a:pt x="2511041" y="866619"/>
                </a:cubicBezTo>
                <a:cubicBezTo>
                  <a:pt x="2500740" y="866744"/>
                  <a:pt x="2492198" y="858327"/>
                  <a:pt x="2492198" y="847902"/>
                </a:cubicBezTo>
                <a:cubicBezTo>
                  <a:pt x="2492198" y="837476"/>
                  <a:pt x="2500615" y="829059"/>
                  <a:pt x="2510914" y="829059"/>
                </a:cubicBezTo>
                <a:close/>
                <a:moveTo>
                  <a:pt x="1350108" y="825415"/>
                </a:moveTo>
                <a:cubicBezTo>
                  <a:pt x="1362167" y="825415"/>
                  <a:pt x="1372089" y="835212"/>
                  <a:pt x="1372089" y="847271"/>
                </a:cubicBezTo>
                <a:cubicBezTo>
                  <a:pt x="1372089" y="859331"/>
                  <a:pt x="1362292" y="869254"/>
                  <a:pt x="1350233" y="869254"/>
                </a:cubicBezTo>
                <a:cubicBezTo>
                  <a:pt x="1338174" y="869254"/>
                  <a:pt x="1328250" y="859457"/>
                  <a:pt x="1328250" y="847398"/>
                </a:cubicBezTo>
                <a:cubicBezTo>
                  <a:pt x="1328250" y="835339"/>
                  <a:pt x="1338047" y="825415"/>
                  <a:pt x="1350108" y="825415"/>
                </a:cubicBezTo>
                <a:close/>
                <a:moveTo>
                  <a:pt x="1688390" y="823656"/>
                </a:moveTo>
                <a:cubicBezTo>
                  <a:pt x="1700826" y="823531"/>
                  <a:pt x="1710875" y="833580"/>
                  <a:pt x="1710875" y="845889"/>
                </a:cubicBezTo>
                <a:cubicBezTo>
                  <a:pt x="1711001" y="858325"/>
                  <a:pt x="1700951" y="868374"/>
                  <a:pt x="1688642" y="868374"/>
                </a:cubicBezTo>
                <a:cubicBezTo>
                  <a:pt x="1676206" y="868499"/>
                  <a:pt x="1666157" y="858450"/>
                  <a:pt x="1666157" y="846141"/>
                </a:cubicBezTo>
                <a:cubicBezTo>
                  <a:pt x="1666031" y="833830"/>
                  <a:pt x="1676080" y="823781"/>
                  <a:pt x="1688390" y="823656"/>
                </a:cubicBezTo>
                <a:close/>
                <a:moveTo>
                  <a:pt x="787730" y="818883"/>
                </a:moveTo>
                <a:cubicBezTo>
                  <a:pt x="801549" y="818758"/>
                  <a:pt x="812853" y="829937"/>
                  <a:pt x="812853" y="843754"/>
                </a:cubicBezTo>
                <a:cubicBezTo>
                  <a:pt x="812980" y="857572"/>
                  <a:pt x="801799" y="868877"/>
                  <a:pt x="787982" y="868877"/>
                </a:cubicBezTo>
                <a:cubicBezTo>
                  <a:pt x="774164" y="869003"/>
                  <a:pt x="762859" y="857823"/>
                  <a:pt x="762859" y="844006"/>
                </a:cubicBezTo>
                <a:cubicBezTo>
                  <a:pt x="762734" y="830188"/>
                  <a:pt x="773913" y="818883"/>
                  <a:pt x="787730" y="818883"/>
                </a:cubicBezTo>
                <a:close/>
                <a:moveTo>
                  <a:pt x="428093" y="817753"/>
                </a:moveTo>
                <a:cubicBezTo>
                  <a:pt x="435254" y="817753"/>
                  <a:pt x="441032" y="823531"/>
                  <a:pt x="441032" y="830566"/>
                </a:cubicBezTo>
                <a:cubicBezTo>
                  <a:pt x="441032" y="837726"/>
                  <a:pt x="435254" y="843504"/>
                  <a:pt x="428220" y="843504"/>
                </a:cubicBezTo>
                <a:cubicBezTo>
                  <a:pt x="421184" y="843504"/>
                  <a:pt x="415407" y="837726"/>
                  <a:pt x="415407" y="830692"/>
                </a:cubicBezTo>
                <a:cubicBezTo>
                  <a:pt x="415407" y="823657"/>
                  <a:pt x="421184" y="817878"/>
                  <a:pt x="428093" y="817753"/>
                </a:cubicBezTo>
                <a:close/>
                <a:moveTo>
                  <a:pt x="1434145" y="812855"/>
                </a:moveTo>
                <a:cubicBezTo>
                  <a:pt x="1445073" y="812855"/>
                  <a:pt x="1454117" y="821649"/>
                  <a:pt x="1454117" y="832703"/>
                </a:cubicBezTo>
                <a:cubicBezTo>
                  <a:pt x="1454117" y="843630"/>
                  <a:pt x="1445325" y="852675"/>
                  <a:pt x="1434271" y="852675"/>
                </a:cubicBezTo>
                <a:cubicBezTo>
                  <a:pt x="1423342" y="852801"/>
                  <a:pt x="1414298" y="843882"/>
                  <a:pt x="1414298" y="832828"/>
                </a:cubicBezTo>
                <a:cubicBezTo>
                  <a:pt x="1414172" y="821774"/>
                  <a:pt x="1423091" y="812855"/>
                  <a:pt x="1434145" y="812855"/>
                </a:cubicBezTo>
                <a:close/>
                <a:moveTo>
                  <a:pt x="1604353" y="812225"/>
                </a:moveTo>
                <a:cubicBezTo>
                  <a:pt x="1615408" y="812100"/>
                  <a:pt x="1624325" y="821018"/>
                  <a:pt x="1624325" y="832072"/>
                </a:cubicBezTo>
                <a:cubicBezTo>
                  <a:pt x="1624325" y="843001"/>
                  <a:pt x="1615533" y="852045"/>
                  <a:pt x="1604479" y="852045"/>
                </a:cubicBezTo>
                <a:cubicBezTo>
                  <a:pt x="1593425" y="852045"/>
                  <a:pt x="1584506" y="843252"/>
                  <a:pt x="1584506" y="832198"/>
                </a:cubicBezTo>
                <a:cubicBezTo>
                  <a:pt x="1584380" y="821269"/>
                  <a:pt x="1593298" y="812225"/>
                  <a:pt x="1604353" y="812225"/>
                </a:cubicBezTo>
                <a:close/>
                <a:moveTo>
                  <a:pt x="2250768" y="811221"/>
                </a:moveTo>
                <a:cubicBezTo>
                  <a:pt x="2265841" y="811221"/>
                  <a:pt x="2278278" y="823405"/>
                  <a:pt x="2278278" y="838606"/>
                </a:cubicBezTo>
                <a:cubicBezTo>
                  <a:pt x="2278278" y="853679"/>
                  <a:pt x="2266093" y="866115"/>
                  <a:pt x="2250894" y="866115"/>
                </a:cubicBezTo>
                <a:cubicBezTo>
                  <a:pt x="2235821" y="866115"/>
                  <a:pt x="2223385" y="853930"/>
                  <a:pt x="2223385" y="838731"/>
                </a:cubicBezTo>
                <a:cubicBezTo>
                  <a:pt x="2223259" y="823531"/>
                  <a:pt x="2235444" y="811221"/>
                  <a:pt x="2250768" y="811221"/>
                </a:cubicBezTo>
                <a:close/>
                <a:moveTo>
                  <a:pt x="2610152" y="810216"/>
                </a:moveTo>
                <a:cubicBezTo>
                  <a:pt x="2617186" y="810216"/>
                  <a:pt x="2622838" y="815868"/>
                  <a:pt x="2622838" y="822777"/>
                </a:cubicBezTo>
                <a:cubicBezTo>
                  <a:pt x="2622838" y="829812"/>
                  <a:pt x="2617311" y="835464"/>
                  <a:pt x="2610277" y="835464"/>
                </a:cubicBezTo>
                <a:cubicBezTo>
                  <a:pt x="2603369" y="835464"/>
                  <a:pt x="2597590" y="829812"/>
                  <a:pt x="2597590" y="822903"/>
                </a:cubicBezTo>
                <a:cubicBezTo>
                  <a:pt x="2597590" y="815868"/>
                  <a:pt x="2603243" y="810216"/>
                  <a:pt x="2610152" y="810216"/>
                </a:cubicBezTo>
                <a:close/>
                <a:moveTo>
                  <a:pt x="1519186" y="808958"/>
                </a:moveTo>
                <a:cubicBezTo>
                  <a:pt x="1529612" y="808833"/>
                  <a:pt x="1538028" y="817250"/>
                  <a:pt x="1538028" y="827675"/>
                </a:cubicBezTo>
                <a:cubicBezTo>
                  <a:pt x="1538154" y="837976"/>
                  <a:pt x="1529737" y="846518"/>
                  <a:pt x="1519312" y="846518"/>
                </a:cubicBezTo>
                <a:cubicBezTo>
                  <a:pt x="1509011" y="846518"/>
                  <a:pt x="1500470" y="838227"/>
                  <a:pt x="1500470" y="827801"/>
                </a:cubicBezTo>
                <a:cubicBezTo>
                  <a:pt x="1500344" y="817375"/>
                  <a:pt x="1508761" y="808833"/>
                  <a:pt x="1519186" y="808958"/>
                </a:cubicBezTo>
                <a:close/>
                <a:moveTo>
                  <a:pt x="329611" y="798157"/>
                </a:moveTo>
                <a:cubicBezTo>
                  <a:pt x="334385" y="798157"/>
                  <a:pt x="338278" y="802051"/>
                  <a:pt x="338278" y="806824"/>
                </a:cubicBezTo>
                <a:cubicBezTo>
                  <a:pt x="338405" y="811598"/>
                  <a:pt x="334510" y="815491"/>
                  <a:pt x="329737" y="815491"/>
                </a:cubicBezTo>
                <a:cubicBezTo>
                  <a:pt x="324964" y="815618"/>
                  <a:pt x="321070" y="811723"/>
                  <a:pt x="321070" y="806949"/>
                </a:cubicBezTo>
                <a:cubicBezTo>
                  <a:pt x="321070" y="802177"/>
                  <a:pt x="324964" y="798282"/>
                  <a:pt x="329611" y="798157"/>
                </a:cubicBezTo>
                <a:close/>
                <a:moveTo>
                  <a:pt x="683343" y="792505"/>
                </a:moveTo>
                <a:cubicBezTo>
                  <a:pt x="695904" y="792505"/>
                  <a:pt x="706205" y="802679"/>
                  <a:pt x="706205" y="815241"/>
                </a:cubicBezTo>
                <a:cubicBezTo>
                  <a:pt x="706205" y="827802"/>
                  <a:pt x="696029" y="838103"/>
                  <a:pt x="683468" y="838103"/>
                </a:cubicBezTo>
                <a:cubicBezTo>
                  <a:pt x="670906" y="838103"/>
                  <a:pt x="660607" y="827929"/>
                  <a:pt x="660607" y="815367"/>
                </a:cubicBezTo>
                <a:cubicBezTo>
                  <a:pt x="660607" y="802805"/>
                  <a:pt x="670656" y="792505"/>
                  <a:pt x="683343" y="792505"/>
                </a:cubicBezTo>
                <a:close/>
                <a:moveTo>
                  <a:pt x="2708635" y="789992"/>
                </a:moveTo>
                <a:cubicBezTo>
                  <a:pt x="2713282" y="789992"/>
                  <a:pt x="2717050" y="793760"/>
                  <a:pt x="2717050" y="798409"/>
                </a:cubicBezTo>
                <a:cubicBezTo>
                  <a:pt x="2717050" y="803057"/>
                  <a:pt x="2713282" y="806826"/>
                  <a:pt x="2708635" y="806826"/>
                </a:cubicBezTo>
                <a:cubicBezTo>
                  <a:pt x="2703986" y="806826"/>
                  <a:pt x="2700218" y="803057"/>
                  <a:pt x="2700218" y="798409"/>
                </a:cubicBezTo>
                <a:cubicBezTo>
                  <a:pt x="2700218" y="793760"/>
                  <a:pt x="2703986" y="789992"/>
                  <a:pt x="2708635" y="789992"/>
                </a:cubicBezTo>
                <a:close/>
                <a:moveTo>
                  <a:pt x="960575" y="789741"/>
                </a:moveTo>
                <a:cubicBezTo>
                  <a:pt x="977911" y="789615"/>
                  <a:pt x="992105" y="803684"/>
                  <a:pt x="992105" y="821019"/>
                </a:cubicBezTo>
                <a:cubicBezTo>
                  <a:pt x="992230" y="838353"/>
                  <a:pt x="978161" y="852422"/>
                  <a:pt x="960827" y="852549"/>
                </a:cubicBezTo>
                <a:cubicBezTo>
                  <a:pt x="943492" y="852674"/>
                  <a:pt x="929423" y="838605"/>
                  <a:pt x="929298" y="821270"/>
                </a:cubicBezTo>
                <a:cubicBezTo>
                  <a:pt x="929298" y="803935"/>
                  <a:pt x="943241" y="789741"/>
                  <a:pt x="960575" y="789741"/>
                </a:cubicBezTo>
                <a:close/>
                <a:moveTo>
                  <a:pt x="1148119" y="789490"/>
                </a:moveTo>
                <a:cubicBezTo>
                  <a:pt x="1164198" y="789490"/>
                  <a:pt x="1177261" y="802429"/>
                  <a:pt x="1177387" y="818633"/>
                </a:cubicBezTo>
                <a:cubicBezTo>
                  <a:pt x="1177387" y="834712"/>
                  <a:pt x="1164323" y="847901"/>
                  <a:pt x="1148244" y="847901"/>
                </a:cubicBezTo>
                <a:cubicBezTo>
                  <a:pt x="1132166" y="847901"/>
                  <a:pt x="1118977" y="834963"/>
                  <a:pt x="1118977" y="818758"/>
                </a:cubicBezTo>
                <a:cubicBezTo>
                  <a:pt x="1118977" y="802679"/>
                  <a:pt x="1131915" y="789490"/>
                  <a:pt x="1148119" y="789490"/>
                </a:cubicBezTo>
                <a:close/>
                <a:moveTo>
                  <a:pt x="2077544" y="788234"/>
                </a:moveTo>
                <a:cubicBezTo>
                  <a:pt x="2093498" y="788108"/>
                  <a:pt x="2106310" y="800921"/>
                  <a:pt x="2106436" y="816874"/>
                </a:cubicBezTo>
                <a:cubicBezTo>
                  <a:pt x="2106562" y="832701"/>
                  <a:pt x="2093748" y="845765"/>
                  <a:pt x="2077796" y="845765"/>
                </a:cubicBezTo>
                <a:cubicBezTo>
                  <a:pt x="2061843" y="845890"/>
                  <a:pt x="2048904" y="833078"/>
                  <a:pt x="2048904" y="817125"/>
                </a:cubicBezTo>
                <a:cubicBezTo>
                  <a:pt x="2048904" y="801298"/>
                  <a:pt x="2061718" y="788359"/>
                  <a:pt x="2077544" y="788234"/>
                </a:cubicBezTo>
                <a:close/>
                <a:moveTo>
                  <a:pt x="1890126" y="787730"/>
                </a:moveTo>
                <a:cubicBezTo>
                  <a:pt x="1905701" y="787730"/>
                  <a:pt x="1918515" y="800417"/>
                  <a:pt x="1918515" y="815993"/>
                </a:cubicBezTo>
                <a:cubicBezTo>
                  <a:pt x="1918515" y="831569"/>
                  <a:pt x="1905828" y="844382"/>
                  <a:pt x="1890251" y="844382"/>
                </a:cubicBezTo>
                <a:cubicBezTo>
                  <a:pt x="1874676" y="844382"/>
                  <a:pt x="1861863" y="831695"/>
                  <a:pt x="1861863" y="816119"/>
                </a:cubicBezTo>
                <a:cubicBezTo>
                  <a:pt x="1861863" y="800417"/>
                  <a:pt x="1874424" y="787730"/>
                  <a:pt x="1890126" y="787730"/>
                </a:cubicBezTo>
                <a:close/>
                <a:moveTo>
                  <a:pt x="2355028" y="784842"/>
                </a:moveTo>
                <a:cubicBezTo>
                  <a:pt x="2368343" y="784717"/>
                  <a:pt x="2379397" y="795644"/>
                  <a:pt x="2379397" y="809086"/>
                </a:cubicBezTo>
                <a:cubicBezTo>
                  <a:pt x="2379397" y="822527"/>
                  <a:pt x="2368595" y="833581"/>
                  <a:pt x="2355154" y="833581"/>
                </a:cubicBezTo>
                <a:cubicBezTo>
                  <a:pt x="2341712" y="833706"/>
                  <a:pt x="2330658" y="822777"/>
                  <a:pt x="2330658" y="809337"/>
                </a:cubicBezTo>
                <a:cubicBezTo>
                  <a:pt x="2330658" y="795896"/>
                  <a:pt x="2341462" y="784967"/>
                  <a:pt x="2355028" y="784842"/>
                </a:cubicBezTo>
                <a:close/>
                <a:moveTo>
                  <a:pt x="231882" y="779817"/>
                </a:moveTo>
                <a:cubicBezTo>
                  <a:pt x="234018" y="779817"/>
                  <a:pt x="235651" y="781450"/>
                  <a:pt x="235651" y="783585"/>
                </a:cubicBezTo>
                <a:cubicBezTo>
                  <a:pt x="235651" y="785595"/>
                  <a:pt x="234018" y="787354"/>
                  <a:pt x="231882" y="787354"/>
                </a:cubicBezTo>
                <a:cubicBezTo>
                  <a:pt x="229746" y="787354"/>
                  <a:pt x="228114" y="785721"/>
                  <a:pt x="228114" y="783585"/>
                </a:cubicBezTo>
                <a:cubicBezTo>
                  <a:pt x="228114" y="781575"/>
                  <a:pt x="229746" y="779817"/>
                  <a:pt x="231882" y="779817"/>
                </a:cubicBezTo>
                <a:close/>
                <a:moveTo>
                  <a:pt x="2806361" y="770270"/>
                </a:moveTo>
                <a:cubicBezTo>
                  <a:pt x="2808623" y="770270"/>
                  <a:pt x="2810381" y="772028"/>
                  <a:pt x="2810381" y="774290"/>
                </a:cubicBezTo>
                <a:cubicBezTo>
                  <a:pt x="2810381" y="776551"/>
                  <a:pt x="2808496" y="778309"/>
                  <a:pt x="2806361" y="778309"/>
                </a:cubicBezTo>
                <a:cubicBezTo>
                  <a:pt x="2804099" y="778309"/>
                  <a:pt x="2802341" y="776425"/>
                  <a:pt x="2802341" y="774290"/>
                </a:cubicBezTo>
                <a:cubicBezTo>
                  <a:pt x="2802341" y="772154"/>
                  <a:pt x="2804099" y="770270"/>
                  <a:pt x="2806361" y="770270"/>
                </a:cubicBezTo>
                <a:close/>
                <a:moveTo>
                  <a:pt x="580466" y="768511"/>
                </a:moveTo>
                <a:cubicBezTo>
                  <a:pt x="591268" y="768386"/>
                  <a:pt x="600187" y="777178"/>
                  <a:pt x="600187" y="788107"/>
                </a:cubicBezTo>
                <a:cubicBezTo>
                  <a:pt x="600314" y="798910"/>
                  <a:pt x="591520" y="807829"/>
                  <a:pt x="580591" y="807829"/>
                </a:cubicBezTo>
                <a:cubicBezTo>
                  <a:pt x="569789" y="807955"/>
                  <a:pt x="560870" y="799161"/>
                  <a:pt x="560870" y="788233"/>
                </a:cubicBezTo>
                <a:cubicBezTo>
                  <a:pt x="560745" y="777430"/>
                  <a:pt x="569537" y="768511"/>
                  <a:pt x="580466" y="768511"/>
                </a:cubicBezTo>
                <a:close/>
                <a:moveTo>
                  <a:pt x="2457529" y="762607"/>
                </a:moveTo>
                <a:cubicBezTo>
                  <a:pt x="2467955" y="762607"/>
                  <a:pt x="2476372" y="770897"/>
                  <a:pt x="2476372" y="781323"/>
                </a:cubicBezTo>
                <a:cubicBezTo>
                  <a:pt x="2476372" y="791624"/>
                  <a:pt x="2468080" y="800166"/>
                  <a:pt x="2457655" y="800166"/>
                </a:cubicBezTo>
                <a:cubicBezTo>
                  <a:pt x="2447354" y="800166"/>
                  <a:pt x="2438812" y="791875"/>
                  <a:pt x="2438812" y="781450"/>
                </a:cubicBezTo>
                <a:cubicBezTo>
                  <a:pt x="2438812" y="771023"/>
                  <a:pt x="2447229" y="762607"/>
                  <a:pt x="2457529" y="762607"/>
                </a:cubicBezTo>
                <a:close/>
                <a:moveTo>
                  <a:pt x="1226629" y="759593"/>
                </a:moveTo>
                <a:cubicBezTo>
                  <a:pt x="1240823" y="759593"/>
                  <a:pt x="1252380" y="771024"/>
                  <a:pt x="1252380" y="785218"/>
                </a:cubicBezTo>
                <a:cubicBezTo>
                  <a:pt x="1252380" y="799412"/>
                  <a:pt x="1240948" y="810969"/>
                  <a:pt x="1226754" y="810969"/>
                </a:cubicBezTo>
                <a:cubicBezTo>
                  <a:pt x="1212560" y="810969"/>
                  <a:pt x="1201004" y="799539"/>
                  <a:pt x="1201004" y="785344"/>
                </a:cubicBezTo>
                <a:cubicBezTo>
                  <a:pt x="1200878" y="771149"/>
                  <a:pt x="1212308" y="759718"/>
                  <a:pt x="1226629" y="759593"/>
                </a:cubicBezTo>
                <a:close/>
                <a:moveTo>
                  <a:pt x="134531" y="759468"/>
                </a:moveTo>
                <a:cubicBezTo>
                  <a:pt x="135284" y="759342"/>
                  <a:pt x="135912" y="759970"/>
                  <a:pt x="135912" y="760724"/>
                </a:cubicBezTo>
                <a:cubicBezTo>
                  <a:pt x="135912" y="761477"/>
                  <a:pt x="135284" y="762105"/>
                  <a:pt x="134531" y="762105"/>
                </a:cubicBezTo>
                <a:cubicBezTo>
                  <a:pt x="133776" y="762105"/>
                  <a:pt x="133274" y="761477"/>
                  <a:pt x="133274" y="760724"/>
                </a:cubicBezTo>
                <a:cubicBezTo>
                  <a:pt x="133274" y="759970"/>
                  <a:pt x="133902" y="759342"/>
                  <a:pt x="134531" y="759468"/>
                </a:cubicBezTo>
                <a:close/>
                <a:moveTo>
                  <a:pt x="850789" y="758337"/>
                </a:moveTo>
                <a:cubicBezTo>
                  <a:pt x="866365" y="758337"/>
                  <a:pt x="879052" y="770773"/>
                  <a:pt x="879052" y="786349"/>
                </a:cubicBezTo>
                <a:cubicBezTo>
                  <a:pt x="879052" y="801925"/>
                  <a:pt x="866616" y="814612"/>
                  <a:pt x="851040" y="814612"/>
                </a:cubicBezTo>
                <a:cubicBezTo>
                  <a:pt x="835463" y="814612"/>
                  <a:pt x="822902" y="802051"/>
                  <a:pt x="822777" y="786600"/>
                </a:cubicBezTo>
                <a:cubicBezTo>
                  <a:pt x="822777" y="771150"/>
                  <a:pt x="835338" y="758462"/>
                  <a:pt x="850789" y="758337"/>
                </a:cubicBezTo>
                <a:close/>
                <a:moveTo>
                  <a:pt x="1811492" y="757835"/>
                </a:moveTo>
                <a:cubicBezTo>
                  <a:pt x="1825436" y="757710"/>
                  <a:pt x="1836866" y="769015"/>
                  <a:pt x="1836866" y="782958"/>
                </a:cubicBezTo>
                <a:cubicBezTo>
                  <a:pt x="1836866" y="796902"/>
                  <a:pt x="1825687" y="808332"/>
                  <a:pt x="1811743" y="808332"/>
                </a:cubicBezTo>
                <a:cubicBezTo>
                  <a:pt x="1797801" y="808332"/>
                  <a:pt x="1786369" y="797152"/>
                  <a:pt x="1786369" y="783209"/>
                </a:cubicBezTo>
                <a:cubicBezTo>
                  <a:pt x="1786369" y="769392"/>
                  <a:pt x="1797549" y="757960"/>
                  <a:pt x="1811492" y="757835"/>
                </a:cubicBezTo>
                <a:close/>
                <a:moveTo>
                  <a:pt x="2187332" y="753563"/>
                </a:moveTo>
                <a:cubicBezTo>
                  <a:pt x="2202782" y="753563"/>
                  <a:pt x="2215343" y="765999"/>
                  <a:pt x="2215470" y="781575"/>
                </a:cubicBezTo>
                <a:cubicBezTo>
                  <a:pt x="2215470" y="797151"/>
                  <a:pt x="2203033" y="809838"/>
                  <a:pt x="2187457" y="809838"/>
                </a:cubicBezTo>
                <a:cubicBezTo>
                  <a:pt x="2171881" y="809838"/>
                  <a:pt x="2159195" y="797402"/>
                  <a:pt x="2159195" y="781826"/>
                </a:cubicBezTo>
                <a:cubicBezTo>
                  <a:pt x="2159069" y="766250"/>
                  <a:pt x="2171631" y="753688"/>
                  <a:pt x="2187332" y="753563"/>
                </a:cubicBezTo>
                <a:close/>
                <a:moveTo>
                  <a:pt x="2903452" y="749793"/>
                </a:moveTo>
                <a:cubicBezTo>
                  <a:pt x="2903955" y="749793"/>
                  <a:pt x="2904331" y="750170"/>
                  <a:pt x="2904331" y="750673"/>
                </a:cubicBezTo>
                <a:cubicBezTo>
                  <a:pt x="2904331" y="751176"/>
                  <a:pt x="2903955" y="751553"/>
                  <a:pt x="2903452" y="751553"/>
                </a:cubicBezTo>
                <a:cubicBezTo>
                  <a:pt x="2902950" y="751553"/>
                  <a:pt x="2902572" y="751176"/>
                  <a:pt x="2902572" y="750673"/>
                </a:cubicBezTo>
                <a:cubicBezTo>
                  <a:pt x="2902572" y="750170"/>
                  <a:pt x="2902950" y="749793"/>
                  <a:pt x="2903452" y="749793"/>
                </a:cubicBezTo>
                <a:close/>
                <a:moveTo>
                  <a:pt x="2558900" y="746781"/>
                </a:moveTo>
                <a:cubicBezTo>
                  <a:pt x="2563171" y="746781"/>
                  <a:pt x="2566689" y="750298"/>
                  <a:pt x="2566689" y="754568"/>
                </a:cubicBezTo>
                <a:cubicBezTo>
                  <a:pt x="2566814" y="758840"/>
                  <a:pt x="2563297" y="762357"/>
                  <a:pt x="2559025" y="762357"/>
                </a:cubicBezTo>
                <a:cubicBezTo>
                  <a:pt x="2554755" y="762357"/>
                  <a:pt x="2551237" y="758965"/>
                  <a:pt x="2551237" y="754695"/>
                </a:cubicBezTo>
                <a:cubicBezTo>
                  <a:pt x="2551237" y="750423"/>
                  <a:pt x="2554755" y="746906"/>
                  <a:pt x="2558900" y="746781"/>
                </a:cubicBezTo>
                <a:close/>
                <a:moveTo>
                  <a:pt x="478969" y="745524"/>
                </a:moveTo>
                <a:cubicBezTo>
                  <a:pt x="488264" y="745524"/>
                  <a:pt x="495676" y="752936"/>
                  <a:pt x="495676" y="762105"/>
                </a:cubicBezTo>
                <a:cubicBezTo>
                  <a:pt x="495676" y="771275"/>
                  <a:pt x="488264" y="778812"/>
                  <a:pt x="479094" y="778812"/>
                </a:cubicBezTo>
                <a:cubicBezTo>
                  <a:pt x="469925" y="778812"/>
                  <a:pt x="462388" y="771401"/>
                  <a:pt x="462388" y="762231"/>
                </a:cubicBezTo>
                <a:cubicBezTo>
                  <a:pt x="462388" y="753061"/>
                  <a:pt x="469799" y="745649"/>
                  <a:pt x="478969" y="745524"/>
                </a:cubicBezTo>
                <a:close/>
                <a:moveTo>
                  <a:pt x="1031673" y="742008"/>
                </a:moveTo>
                <a:cubicBezTo>
                  <a:pt x="1049386" y="741882"/>
                  <a:pt x="1063831" y="756202"/>
                  <a:pt x="1063831" y="773914"/>
                </a:cubicBezTo>
                <a:cubicBezTo>
                  <a:pt x="1063957" y="791625"/>
                  <a:pt x="1049636" y="805946"/>
                  <a:pt x="1031925" y="806071"/>
                </a:cubicBezTo>
                <a:cubicBezTo>
                  <a:pt x="1014087" y="806071"/>
                  <a:pt x="999767" y="791751"/>
                  <a:pt x="999642" y="774039"/>
                </a:cubicBezTo>
                <a:cubicBezTo>
                  <a:pt x="999515" y="756328"/>
                  <a:pt x="1013836" y="741882"/>
                  <a:pt x="1031673" y="742008"/>
                </a:cubicBezTo>
                <a:close/>
                <a:moveTo>
                  <a:pt x="2006445" y="741254"/>
                </a:moveTo>
                <a:cubicBezTo>
                  <a:pt x="2022524" y="741254"/>
                  <a:pt x="2035715" y="754318"/>
                  <a:pt x="2035715" y="770397"/>
                </a:cubicBezTo>
                <a:cubicBezTo>
                  <a:pt x="2035715" y="786476"/>
                  <a:pt x="2022651" y="799665"/>
                  <a:pt x="2006572" y="799665"/>
                </a:cubicBezTo>
                <a:cubicBezTo>
                  <a:pt x="1990367" y="799665"/>
                  <a:pt x="1977303" y="786601"/>
                  <a:pt x="1977177" y="770522"/>
                </a:cubicBezTo>
                <a:cubicBezTo>
                  <a:pt x="1977177" y="754318"/>
                  <a:pt x="1990116" y="741254"/>
                  <a:pt x="2006445" y="741254"/>
                </a:cubicBezTo>
                <a:close/>
                <a:moveTo>
                  <a:pt x="743388" y="731958"/>
                </a:moveTo>
                <a:cubicBezTo>
                  <a:pt x="755949" y="731958"/>
                  <a:pt x="766250" y="742132"/>
                  <a:pt x="766250" y="754694"/>
                </a:cubicBezTo>
                <a:cubicBezTo>
                  <a:pt x="766250" y="767255"/>
                  <a:pt x="756074" y="777556"/>
                  <a:pt x="743513" y="777556"/>
                </a:cubicBezTo>
                <a:cubicBezTo>
                  <a:pt x="730951" y="777556"/>
                  <a:pt x="720652" y="767380"/>
                  <a:pt x="720652" y="754819"/>
                </a:cubicBezTo>
                <a:cubicBezTo>
                  <a:pt x="720652" y="742258"/>
                  <a:pt x="730826" y="732083"/>
                  <a:pt x="743388" y="731958"/>
                </a:cubicBezTo>
                <a:close/>
                <a:moveTo>
                  <a:pt x="1307903" y="729069"/>
                </a:moveTo>
                <a:cubicBezTo>
                  <a:pt x="1324860" y="729069"/>
                  <a:pt x="1338803" y="742761"/>
                  <a:pt x="1338803" y="759719"/>
                </a:cubicBezTo>
                <a:cubicBezTo>
                  <a:pt x="1338929" y="776803"/>
                  <a:pt x="1325112" y="790620"/>
                  <a:pt x="1308153" y="790620"/>
                </a:cubicBezTo>
                <a:cubicBezTo>
                  <a:pt x="1291070" y="790620"/>
                  <a:pt x="1277253" y="776928"/>
                  <a:pt x="1277253" y="759970"/>
                </a:cubicBezTo>
                <a:cubicBezTo>
                  <a:pt x="1277126" y="743013"/>
                  <a:pt x="1290944" y="729194"/>
                  <a:pt x="1307903" y="729069"/>
                </a:cubicBezTo>
                <a:close/>
                <a:moveTo>
                  <a:pt x="1729842" y="728189"/>
                </a:moveTo>
                <a:cubicBezTo>
                  <a:pt x="1746548" y="728063"/>
                  <a:pt x="1760241" y="741629"/>
                  <a:pt x="1760241" y="758337"/>
                </a:cubicBezTo>
                <a:cubicBezTo>
                  <a:pt x="1760367" y="775043"/>
                  <a:pt x="1746800" y="788610"/>
                  <a:pt x="1730092" y="788735"/>
                </a:cubicBezTo>
                <a:cubicBezTo>
                  <a:pt x="1713386" y="788735"/>
                  <a:pt x="1699694" y="775168"/>
                  <a:pt x="1699694" y="758462"/>
                </a:cubicBezTo>
                <a:cubicBezTo>
                  <a:pt x="1699694" y="741756"/>
                  <a:pt x="1713135" y="728063"/>
                  <a:pt x="1729842" y="728189"/>
                </a:cubicBezTo>
                <a:close/>
                <a:moveTo>
                  <a:pt x="2294355" y="725300"/>
                </a:moveTo>
                <a:cubicBezTo>
                  <a:pt x="2307546" y="725300"/>
                  <a:pt x="2318348" y="735977"/>
                  <a:pt x="2318348" y="749166"/>
                </a:cubicBezTo>
                <a:cubicBezTo>
                  <a:pt x="2318474" y="762357"/>
                  <a:pt x="2307797" y="773159"/>
                  <a:pt x="2294607" y="773159"/>
                </a:cubicBezTo>
                <a:cubicBezTo>
                  <a:pt x="2281418" y="773159"/>
                  <a:pt x="2270614" y="762482"/>
                  <a:pt x="2270614" y="749293"/>
                </a:cubicBezTo>
                <a:cubicBezTo>
                  <a:pt x="2270614" y="736102"/>
                  <a:pt x="2281166" y="725300"/>
                  <a:pt x="2294355" y="725300"/>
                </a:cubicBezTo>
                <a:close/>
                <a:moveTo>
                  <a:pt x="2659267" y="725050"/>
                </a:moveTo>
                <a:cubicBezTo>
                  <a:pt x="2661403" y="725050"/>
                  <a:pt x="2663035" y="726808"/>
                  <a:pt x="2663035" y="728818"/>
                </a:cubicBezTo>
                <a:cubicBezTo>
                  <a:pt x="2663035" y="730954"/>
                  <a:pt x="2661403" y="732587"/>
                  <a:pt x="2659267" y="732587"/>
                </a:cubicBezTo>
                <a:cubicBezTo>
                  <a:pt x="2657256" y="732587"/>
                  <a:pt x="2655498" y="730954"/>
                  <a:pt x="2655498" y="728818"/>
                </a:cubicBezTo>
                <a:cubicBezTo>
                  <a:pt x="2655498" y="726683"/>
                  <a:pt x="2657131" y="725050"/>
                  <a:pt x="2659267" y="725050"/>
                </a:cubicBezTo>
                <a:close/>
                <a:moveTo>
                  <a:pt x="378476" y="724922"/>
                </a:moveTo>
                <a:cubicBezTo>
                  <a:pt x="385134" y="724922"/>
                  <a:pt x="390661" y="730324"/>
                  <a:pt x="390661" y="737107"/>
                </a:cubicBezTo>
                <a:cubicBezTo>
                  <a:pt x="390661" y="743766"/>
                  <a:pt x="385259" y="749293"/>
                  <a:pt x="378476" y="749293"/>
                </a:cubicBezTo>
                <a:cubicBezTo>
                  <a:pt x="371819" y="749293"/>
                  <a:pt x="366292" y="743766"/>
                  <a:pt x="366292" y="737107"/>
                </a:cubicBezTo>
                <a:cubicBezTo>
                  <a:pt x="366292" y="730324"/>
                  <a:pt x="371819" y="724922"/>
                  <a:pt x="378476" y="724922"/>
                </a:cubicBezTo>
                <a:close/>
                <a:moveTo>
                  <a:pt x="1391436" y="713492"/>
                </a:moveTo>
                <a:cubicBezTo>
                  <a:pt x="1407514" y="713492"/>
                  <a:pt x="1420704" y="726556"/>
                  <a:pt x="1420704" y="742635"/>
                </a:cubicBezTo>
                <a:cubicBezTo>
                  <a:pt x="1420704" y="758714"/>
                  <a:pt x="1407765" y="771903"/>
                  <a:pt x="1391561" y="771903"/>
                </a:cubicBezTo>
                <a:cubicBezTo>
                  <a:pt x="1375483" y="771903"/>
                  <a:pt x="1362294" y="758839"/>
                  <a:pt x="1362294" y="742760"/>
                </a:cubicBezTo>
                <a:cubicBezTo>
                  <a:pt x="1362167" y="726681"/>
                  <a:pt x="1375231" y="713492"/>
                  <a:pt x="1391436" y="713492"/>
                </a:cubicBezTo>
                <a:close/>
                <a:moveTo>
                  <a:pt x="1646184" y="712488"/>
                </a:moveTo>
                <a:cubicBezTo>
                  <a:pt x="1662388" y="712362"/>
                  <a:pt x="1675703" y="725552"/>
                  <a:pt x="1675703" y="741756"/>
                </a:cubicBezTo>
                <a:cubicBezTo>
                  <a:pt x="1675829" y="757960"/>
                  <a:pt x="1662639" y="771276"/>
                  <a:pt x="1646436" y="771276"/>
                </a:cubicBezTo>
                <a:cubicBezTo>
                  <a:pt x="1630231" y="771276"/>
                  <a:pt x="1617042" y="758086"/>
                  <a:pt x="1616916" y="741882"/>
                </a:cubicBezTo>
                <a:cubicBezTo>
                  <a:pt x="1616916" y="725552"/>
                  <a:pt x="1629980" y="712362"/>
                  <a:pt x="1646184" y="712488"/>
                </a:cubicBezTo>
                <a:close/>
                <a:moveTo>
                  <a:pt x="918370" y="706835"/>
                </a:moveTo>
                <a:cubicBezTo>
                  <a:pt x="933696" y="706835"/>
                  <a:pt x="946132" y="719145"/>
                  <a:pt x="946132" y="734470"/>
                </a:cubicBezTo>
                <a:cubicBezTo>
                  <a:pt x="946257" y="749669"/>
                  <a:pt x="933821" y="762231"/>
                  <a:pt x="918622" y="762231"/>
                </a:cubicBezTo>
                <a:cubicBezTo>
                  <a:pt x="903297" y="762231"/>
                  <a:pt x="890861" y="749921"/>
                  <a:pt x="890861" y="734596"/>
                </a:cubicBezTo>
                <a:cubicBezTo>
                  <a:pt x="890736" y="719271"/>
                  <a:pt x="903045" y="706960"/>
                  <a:pt x="918370" y="706835"/>
                </a:cubicBezTo>
                <a:close/>
                <a:moveTo>
                  <a:pt x="278988" y="704950"/>
                </a:moveTo>
                <a:cubicBezTo>
                  <a:pt x="283260" y="704950"/>
                  <a:pt x="286777" y="708342"/>
                  <a:pt x="286777" y="712613"/>
                </a:cubicBezTo>
                <a:cubicBezTo>
                  <a:pt x="286777" y="716884"/>
                  <a:pt x="283260" y="720401"/>
                  <a:pt x="278988" y="720401"/>
                </a:cubicBezTo>
                <a:cubicBezTo>
                  <a:pt x="274718" y="720401"/>
                  <a:pt x="271201" y="716884"/>
                  <a:pt x="271201" y="712613"/>
                </a:cubicBezTo>
                <a:cubicBezTo>
                  <a:pt x="271201" y="708342"/>
                  <a:pt x="274718" y="704824"/>
                  <a:pt x="278988" y="704950"/>
                </a:cubicBezTo>
                <a:close/>
                <a:moveTo>
                  <a:pt x="1476225" y="704699"/>
                </a:moveTo>
                <a:cubicBezTo>
                  <a:pt x="1492303" y="704699"/>
                  <a:pt x="1505492" y="717763"/>
                  <a:pt x="1505492" y="733842"/>
                </a:cubicBezTo>
                <a:cubicBezTo>
                  <a:pt x="1505492" y="749921"/>
                  <a:pt x="1492555" y="763110"/>
                  <a:pt x="1476350" y="763110"/>
                </a:cubicBezTo>
                <a:cubicBezTo>
                  <a:pt x="1460271" y="763110"/>
                  <a:pt x="1447082" y="750046"/>
                  <a:pt x="1447082" y="733967"/>
                </a:cubicBezTo>
                <a:cubicBezTo>
                  <a:pt x="1447082" y="717888"/>
                  <a:pt x="1460021" y="704699"/>
                  <a:pt x="1476225" y="704699"/>
                </a:cubicBezTo>
                <a:close/>
                <a:moveTo>
                  <a:pt x="1561519" y="704574"/>
                </a:moveTo>
                <a:cubicBezTo>
                  <a:pt x="1577473" y="704574"/>
                  <a:pt x="1590537" y="717512"/>
                  <a:pt x="1590537" y="733464"/>
                </a:cubicBezTo>
                <a:cubicBezTo>
                  <a:pt x="1590537" y="749543"/>
                  <a:pt x="1577723" y="762607"/>
                  <a:pt x="1561645" y="762607"/>
                </a:cubicBezTo>
                <a:cubicBezTo>
                  <a:pt x="1545566" y="762607"/>
                  <a:pt x="1532628" y="749670"/>
                  <a:pt x="1532502" y="733716"/>
                </a:cubicBezTo>
                <a:cubicBezTo>
                  <a:pt x="1532502" y="717638"/>
                  <a:pt x="1545441" y="704574"/>
                  <a:pt x="1561519" y="704574"/>
                </a:cubicBezTo>
                <a:close/>
                <a:moveTo>
                  <a:pt x="2119248" y="704449"/>
                </a:moveTo>
                <a:cubicBezTo>
                  <a:pt x="2133442" y="704449"/>
                  <a:pt x="2144998" y="715880"/>
                  <a:pt x="2144998" y="730074"/>
                </a:cubicBezTo>
                <a:cubicBezTo>
                  <a:pt x="2144998" y="744268"/>
                  <a:pt x="2133568" y="755825"/>
                  <a:pt x="2119373" y="755825"/>
                </a:cubicBezTo>
                <a:cubicBezTo>
                  <a:pt x="2105179" y="755825"/>
                  <a:pt x="2093622" y="744394"/>
                  <a:pt x="2093622" y="730200"/>
                </a:cubicBezTo>
                <a:cubicBezTo>
                  <a:pt x="2093622" y="716005"/>
                  <a:pt x="2105053" y="704574"/>
                  <a:pt x="2119248" y="704449"/>
                </a:cubicBezTo>
                <a:close/>
                <a:moveTo>
                  <a:pt x="637872" y="703443"/>
                </a:moveTo>
                <a:cubicBezTo>
                  <a:pt x="649805" y="703443"/>
                  <a:pt x="659603" y="713115"/>
                  <a:pt x="659603" y="725049"/>
                </a:cubicBezTo>
                <a:cubicBezTo>
                  <a:pt x="659603" y="736983"/>
                  <a:pt x="649931" y="746780"/>
                  <a:pt x="637997" y="746780"/>
                </a:cubicBezTo>
                <a:cubicBezTo>
                  <a:pt x="626063" y="746780"/>
                  <a:pt x="616266" y="737108"/>
                  <a:pt x="616266" y="725174"/>
                </a:cubicBezTo>
                <a:cubicBezTo>
                  <a:pt x="616266" y="713240"/>
                  <a:pt x="625938" y="703443"/>
                  <a:pt x="637872" y="703443"/>
                </a:cubicBezTo>
                <a:close/>
                <a:moveTo>
                  <a:pt x="2758626" y="701810"/>
                </a:moveTo>
                <a:cubicBezTo>
                  <a:pt x="2759633" y="701810"/>
                  <a:pt x="2760386" y="702564"/>
                  <a:pt x="2760386" y="703568"/>
                </a:cubicBezTo>
                <a:cubicBezTo>
                  <a:pt x="2760386" y="704574"/>
                  <a:pt x="2759633" y="705327"/>
                  <a:pt x="2758626" y="705327"/>
                </a:cubicBezTo>
                <a:cubicBezTo>
                  <a:pt x="2757621" y="705327"/>
                  <a:pt x="2756868" y="704574"/>
                  <a:pt x="2756868" y="703568"/>
                </a:cubicBezTo>
                <a:cubicBezTo>
                  <a:pt x="2756868" y="702564"/>
                  <a:pt x="2757748" y="701810"/>
                  <a:pt x="2758626" y="701810"/>
                </a:cubicBezTo>
                <a:close/>
                <a:moveTo>
                  <a:pt x="1931076" y="701182"/>
                </a:moveTo>
                <a:cubicBezTo>
                  <a:pt x="1947155" y="701182"/>
                  <a:pt x="1960219" y="714120"/>
                  <a:pt x="1960219" y="730072"/>
                </a:cubicBezTo>
                <a:cubicBezTo>
                  <a:pt x="1960219" y="746152"/>
                  <a:pt x="1947282" y="759215"/>
                  <a:pt x="1931328" y="759215"/>
                </a:cubicBezTo>
                <a:cubicBezTo>
                  <a:pt x="1915250" y="759215"/>
                  <a:pt x="1902186" y="746403"/>
                  <a:pt x="1902186" y="730324"/>
                </a:cubicBezTo>
                <a:cubicBezTo>
                  <a:pt x="1902059" y="714371"/>
                  <a:pt x="1914998" y="701307"/>
                  <a:pt x="1931076" y="701182"/>
                </a:cubicBezTo>
                <a:close/>
                <a:moveTo>
                  <a:pt x="1106415" y="700304"/>
                </a:moveTo>
                <a:cubicBezTo>
                  <a:pt x="1124629" y="700304"/>
                  <a:pt x="1139452" y="715001"/>
                  <a:pt x="1139452" y="733215"/>
                </a:cubicBezTo>
                <a:cubicBezTo>
                  <a:pt x="1139577" y="751430"/>
                  <a:pt x="1124880" y="766252"/>
                  <a:pt x="1106667" y="766252"/>
                </a:cubicBezTo>
                <a:cubicBezTo>
                  <a:pt x="1088453" y="766252"/>
                  <a:pt x="1073755" y="751555"/>
                  <a:pt x="1073630" y="733341"/>
                </a:cubicBezTo>
                <a:cubicBezTo>
                  <a:pt x="1073630" y="715127"/>
                  <a:pt x="1088326" y="700304"/>
                  <a:pt x="1106415" y="700304"/>
                </a:cubicBezTo>
                <a:close/>
                <a:moveTo>
                  <a:pt x="2399747" y="698291"/>
                </a:moveTo>
                <a:cubicBezTo>
                  <a:pt x="2411052" y="698291"/>
                  <a:pt x="2420348" y="707461"/>
                  <a:pt x="2420348" y="718767"/>
                </a:cubicBezTo>
                <a:cubicBezTo>
                  <a:pt x="2420474" y="730072"/>
                  <a:pt x="2411177" y="739368"/>
                  <a:pt x="2399873" y="739368"/>
                </a:cubicBezTo>
                <a:cubicBezTo>
                  <a:pt x="2388566" y="739493"/>
                  <a:pt x="2379272" y="730324"/>
                  <a:pt x="2379272" y="718892"/>
                </a:cubicBezTo>
                <a:cubicBezTo>
                  <a:pt x="2379146" y="707461"/>
                  <a:pt x="2388316" y="698166"/>
                  <a:pt x="2399747" y="698291"/>
                </a:cubicBezTo>
                <a:close/>
                <a:moveTo>
                  <a:pt x="180252" y="685230"/>
                </a:moveTo>
                <a:cubicBezTo>
                  <a:pt x="182137" y="685230"/>
                  <a:pt x="183643" y="686737"/>
                  <a:pt x="183643" y="688496"/>
                </a:cubicBezTo>
                <a:cubicBezTo>
                  <a:pt x="183643" y="690380"/>
                  <a:pt x="182137" y="691887"/>
                  <a:pt x="180252" y="691887"/>
                </a:cubicBezTo>
                <a:cubicBezTo>
                  <a:pt x="178367" y="691887"/>
                  <a:pt x="176860" y="690380"/>
                  <a:pt x="176860" y="688622"/>
                </a:cubicBezTo>
                <a:cubicBezTo>
                  <a:pt x="176860" y="686737"/>
                  <a:pt x="178367" y="685355"/>
                  <a:pt x="180252" y="685230"/>
                </a:cubicBezTo>
                <a:close/>
                <a:moveTo>
                  <a:pt x="533862" y="677567"/>
                </a:moveTo>
                <a:cubicBezTo>
                  <a:pt x="544664" y="677567"/>
                  <a:pt x="553458" y="686234"/>
                  <a:pt x="553458" y="697037"/>
                </a:cubicBezTo>
                <a:cubicBezTo>
                  <a:pt x="553583" y="707714"/>
                  <a:pt x="544916" y="716508"/>
                  <a:pt x="534113" y="716508"/>
                </a:cubicBezTo>
                <a:cubicBezTo>
                  <a:pt x="523310" y="716633"/>
                  <a:pt x="514517" y="707966"/>
                  <a:pt x="514517" y="697163"/>
                </a:cubicBezTo>
                <a:cubicBezTo>
                  <a:pt x="514517" y="686361"/>
                  <a:pt x="523184" y="677567"/>
                  <a:pt x="533862" y="677567"/>
                </a:cubicBezTo>
                <a:close/>
                <a:moveTo>
                  <a:pt x="807829" y="676185"/>
                </a:moveTo>
                <a:cubicBezTo>
                  <a:pt x="820390" y="676185"/>
                  <a:pt x="830691" y="686359"/>
                  <a:pt x="830691" y="698921"/>
                </a:cubicBezTo>
                <a:cubicBezTo>
                  <a:pt x="830691" y="711482"/>
                  <a:pt x="820515" y="721783"/>
                  <a:pt x="807954" y="721783"/>
                </a:cubicBezTo>
                <a:cubicBezTo>
                  <a:pt x="795392" y="721783"/>
                  <a:pt x="785093" y="711607"/>
                  <a:pt x="785093" y="699046"/>
                </a:cubicBezTo>
                <a:cubicBezTo>
                  <a:pt x="785093" y="686485"/>
                  <a:pt x="795142" y="676185"/>
                  <a:pt x="807829" y="676185"/>
                </a:cubicBezTo>
                <a:close/>
                <a:moveTo>
                  <a:pt x="2503503" y="674927"/>
                </a:moveTo>
                <a:cubicBezTo>
                  <a:pt x="2511794" y="674802"/>
                  <a:pt x="2518577" y="681586"/>
                  <a:pt x="2518577" y="689876"/>
                </a:cubicBezTo>
                <a:cubicBezTo>
                  <a:pt x="2518577" y="698292"/>
                  <a:pt x="2511794" y="705075"/>
                  <a:pt x="2503503" y="705075"/>
                </a:cubicBezTo>
                <a:cubicBezTo>
                  <a:pt x="2495212" y="705075"/>
                  <a:pt x="2488429" y="698292"/>
                  <a:pt x="2488429" y="690001"/>
                </a:cubicBezTo>
                <a:cubicBezTo>
                  <a:pt x="2488429" y="681711"/>
                  <a:pt x="2495086" y="674927"/>
                  <a:pt x="2503503" y="674927"/>
                </a:cubicBezTo>
                <a:close/>
                <a:moveTo>
                  <a:pt x="2229538" y="668774"/>
                </a:moveTo>
                <a:cubicBezTo>
                  <a:pt x="2243355" y="668649"/>
                  <a:pt x="2254660" y="679828"/>
                  <a:pt x="2254660" y="693645"/>
                </a:cubicBezTo>
                <a:cubicBezTo>
                  <a:pt x="2254786" y="707463"/>
                  <a:pt x="2243606" y="718642"/>
                  <a:pt x="2229789" y="718768"/>
                </a:cubicBezTo>
                <a:cubicBezTo>
                  <a:pt x="2215972" y="718894"/>
                  <a:pt x="2204666" y="707714"/>
                  <a:pt x="2204666" y="693897"/>
                </a:cubicBezTo>
                <a:cubicBezTo>
                  <a:pt x="2204666" y="680079"/>
                  <a:pt x="2215720" y="668774"/>
                  <a:pt x="2229538" y="668774"/>
                </a:cubicBezTo>
                <a:close/>
                <a:moveTo>
                  <a:pt x="1852567" y="666889"/>
                </a:moveTo>
                <a:cubicBezTo>
                  <a:pt x="1869274" y="666763"/>
                  <a:pt x="1882967" y="680329"/>
                  <a:pt x="1882967" y="697037"/>
                </a:cubicBezTo>
                <a:cubicBezTo>
                  <a:pt x="1882967" y="713743"/>
                  <a:pt x="1869400" y="727435"/>
                  <a:pt x="1852692" y="727435"/>
                </a:cubicBezTo>
                <a:cubicBezTo>
                  <a:pt x="1835986" y="727435"/>
                  <a:pt x="1822294" y="713868"/>
                  <a:pt x="1822294" y="697162"/>
                </a:cubicBezTo>
                <a:cubicBezTo>
                  <a:pt x="1822294" y="680456"/>
                  <a:pt x="1835735" y="666763"/>
                  <a:pt x="1852567" y="666889"/>
                </a:cubicBezTo>
                <a:close/>
                <a:moveTo>
                  <a:pt x="1184925" y="666386"/>
                </a:moveTo>
                <a:cubicBezTo>
                  <a:pt x="1203013" y="666386"/>
                  <a:pt x="1217962" y="681083"/>
                  <a:pt x="1217962" y="699297"/>
                </a:cubicBezTo>
                <a:cubicBezTo>
                  <a:pt x="1217962" y="717512"/>
                  <a:pt x="1203265" y="732334"/>
                  <a:pt x="1185050" y="732334"/>
                </a:cubicBezTo>
                <a:cubicBezTo>
                  <a:pt x="1166961" y="732460"/>
                  <a:pt x="1152014" y="717762"/>
                  <a:pt x="1152014" y="699548"/>
                </a:cubicBezTo>
                <a:cubicBezTo>
                  <a:pt x="1151887" y="681334"/>
                  <a:pt x="1166585" y="666511"/>
                  <a:pt x="1184925" y="666386"/>
                </a:cubicBezTo>
                <a:close/>
                <a:moveTo>
                  <a:pt x="989970" y="660482"/>
                </a:moveTo>
                <a:cubicBezTo>
                  <a:pt x="1005294" y="660356"/>
                  <a:pt x="1017604" y="672667"/>
                  <a:pt x="1017730" y="687991"/>
                </a:cubicBezTo>
                <a:cubicBezTo>
                  <a:pt x="1017730" y="703317"/>
                  <a:pt x="1005420" y="715753"/>
                  <a:pt x="990095" y="715753"/>
                </a:cubicBezTo>
                <a:cubicBezTo>
                  <a:pt x="974771" y="715878"/>
                  <a:pt x="962335" y="703567"/>
                  <a:pt x="962335" y="688243"/>
                </a:cubicBezTo>
                <a:cubicBezTo>
                  <a:pt x="962335" y="672917"/>
                  <a:pt x="974644" y="660482"/>
                  <a:pt x="989970" y="660482"/>
                </a:cubicBezTo>
                <a:close/>
                <a:moveTo>
                  <a:pt x="431487" y="659228"/>
                </a:moveTo>
                <a:cubicBezTo>
                  <a:pt x="437517" y="659228"/>
                  <a:pt x="442542" y="664126"/>
                  <a:pt x="442542" y="670282"/>
                </a:cubicBezTo>
                <a:cubicBezTo>
                  <a:pt x="442542" y="676311"/>
                  <a:pt x="437517" y="681336"/>
                  <a:pt x="431487" y="681336"/>
                </a:cubicBezTo>
                <a:cubicBezTo>
                  <a:pt x="425458" y="681336"/>
                  <a:pt x="420433" y="676437"/>
                  <a:pt x="420433" y="670282"/>
                </a:cubicBezTo>
                <a:cubicBezTo>
                  <a:pt x="420433" y="664126"/>
                  <a:pt x="425332" y="659102"/>
                  <a:pt x="431487" y="659228"/>
                </a:cubicBezTo>
                <a:close/>
                <a:moveTo>
                  <a:pt x="2047397" y="657217"/>
                </a:moveTo>
                <a:cubicBezTo>
                  <a:pt x="2062345" y="657217"/>
                  <a:pt x="2074656" y="669276"/>
                  <a:pt x="2074656" y="684350"/>
                </a:cubicBezTo>
                <a:cubicBezTo>
                  <a:pt x="2074656" y="699297"/>
                  <a:pt x="2062597" y="711608"/>
                  <a:pt x="2047523" y="711608"/>
                </a:cubicBezTo>
                <a:cubicBezTo>
                  <a:pt x="2032574" y="711608"/>
                  <a:pt x="2020390" y="699549"/>
                  <a:pt x="2020265" y="684475"/>
                </a:cubicBezTo>
                <a:cubicBezTo>
                  <a:pt x="2020139" y="669402"/>
                  <a:pt x="2032324" y="657091"/>
                  <a:pt x="2047397" y="657217"/>
                </a:cubicBezTo>
                <a:close/>
                <a:moveTo>
                  <a:pt x="2605754" y="656338"/>
                </a:moveTo>
                <a:cubicBezTo>
                  <a:pt x="2609146" y="656338"/>
                  <a:pt x="2611784" y="658975"/>
                  <a:pt x="2611784" y="662241"/>
                </a:cubicBezTo>
                <a:cubicBezTo>
                  <a:pt x="2611784" y="665633"/>
                  <a:pt x="2609146" y="668270"/>
                  <a:pt x="2605880" y="668270"/>
                </a:cubicBezTo>
                <a:cubicBezTo>
                  <a:pt x="2602488" y="668270"/>
                  <a:pt x="2599850" y="665633"/>
                  <a:pt x="2599850" y="662367"/>
                </a:cubicBezTo>
                <a:cubicBezTo>
                  <a:pt x="2599850" y="658975"/>
                  <a:pt x="2602614" y="656338"/>
                  <a:pt x="2605754" y="656338"/>
                </a:cubicBezTo>
                <a:close/>
                <a:moveTo>
                  <a:pt x="699423" y="646664"/>
                </a:moveTo>
                <a:cubicBezTo>
                  <a:pt x="710225" y="646539"/>
                  <a:pt x="719019" y="655206"/>
                  <a:pt x="719019" y="666010"/>
                </a:cubicBezTo>
                <a:cubicBezTo>
                  <a:pt x="719144" y="676813"/>
                  <a:pt x="710350" y="685607"/>
                  <a:pt x="699674" y="685607"/>
                </a:cubicBezTo>
                <a:cubicBezTo>
                  <a:pt x="688871" y="685732"/>
                  <a:pt x="680078" y="677065"/>
                  <a:pt x="680078" y="666261"/>
                </a:cubicBezTo>
                <a:cubicBezTo>
                  <a:pt x="680078" y="655458"/>
                  <a:pt x="688745" y="646789"/>
                  <a:pt x="699423" y="646664"/>
                </a:cubicBezTo>
                <a:close/>
                <a:moveTo>
                  <a:pt x="2337693" y="643022"/>
                </a:moveTo>
                <a:cubicBezTo>
                  <a:pt x="2347240" y="643022"/>
                  <a:pt x="2355029" y="650684"/>
                  <a:pt x="2355029" y="660230"/>
                </a:cubicBezTo>
                <a:cubicBezTo>
                  <a:pt x="2355029" y="669777"/>
                  <a:pt x="2347365" y="677565"/>
                  <a:pt x="2337820" y="677565"/>
                </a:cubicBezTo>
                <a:cubicBezTo>
                  <a:pt x="2328273" y="677565"/>
                  <a:pt x="2320484" y="669903"/>
                  <a:pt x="2320484" y="660357"/>
                </a:cubicBezTo>
                <a:cubicBezTo>
                  <a:pt x="2320484" y="650810"/>
                  <a:pt x="2328146" y="643022"/>
                  <a:pt x="2337693" y="643022"/>
                </a:cubicBezTo>
                <a:close/>
                <a:moveTo>
                  <a:pt x="1771421" y="640761"/>
                </a:moveTo>
                <a:cubicBezTo>
                  <a:pt x="1788129" y="640635"/>
                  <a:pt x="1801694" y="654201"/>
                  <a:pt x="1801821" y="670909"/>
                </a:cubicBezTo>
                <a:cubicBezTo>
                  <a:pt x="1801821" y="687615"/>
                  <a:pt x="1788254" y="701182"/>
                  <a:pt x="1771546" y="701307"/>
                </a:cubicBezTo>
                <a:cubicBezTo>
                  <a:pt x="1754840" y="701307"/>
                  <a:pt x="1741148" y="687740"/>
                  <a:pt x="1741148" y="671034"/>
                </a:cubicBezTo>
                <a:cubicBezTo>
                  <a:pt x="1741148" y="654328"/>
                  <a:pt x="1754589" y="640761"/>
                  <a:pt x="1771421" y="640761"/>
                </a:cubicBezTo>
                <a:close/>
                <a:moveTo>
                  <a:pt x="1265821" y="640259"/>
                </a:moveTo>
                <a:cubicBezTo>
                  <a:pt x="1283785" y="640133"/>
                  <a:pt x="1298356" y="654704"/>
                  <a:pt x="1298481" y="672667"/>
                </a:cubicBezTo>
                <a:cubicBezTo>
                  <a:pt x="1298481" y="690630"/>
                  <a:pt x="1284035" y="705327"/>
                  <a:pt x="1266073" y="705327"/>
                </a:cubicBezTo>
                <a:cubicBezTo>
                  <a:pt x="1248110" y="705452"/>
                  <a:pt x="1233539" y="690881"/>
                  <a:pt x="1233414" y="672919"/>
                </a:cubicBezTo>
                <a:cubicBezTo>
                  <a:pt x="1233287" y="654956"/>
                  <a:pt x="1247858" y="640259"/>
                  <a:pt x="1265821" y="640259"/>
                </a:cubicBezTo>
                <a:close/>
                <a:moveTo>
                  <a:pt x="329990" y="637872"/>
                </a:moveTo>
                <a:cubicBezTo>
                  <a:pt x="333508" y="637872"/>
                  <a:pt x="336397" y="640761"/>
                  <a:pt x="336397" y="644278"/>
                </a:cubicBezTo>
                <a:cubicBezTo>
                  <a:pt x="336397" y="647795"/>
                  <a:pt x="333508" y="650684"/>
                  <a:pt x="329990" y="650684"/>
                </a:cubicBezTo>
                <a:cubicBezTo>
                  <a:pt x="326473" y="650684"/>
                  <a:pt x="323584" y="647795"/>
                  <a:pt x="323584" y="644278"/>
                </a:cubicBezTo>
                <a:cubicBezTo>
                  <a:pt x="323584" y="640761"/>
                  <a:pt x="326473" y="637872"/>
                  <a:pt x="329990" y="637872"/>
                </a:cubicBezTo>
                <a:close/>
                <a:moveTo>
                  <a:pt x="2707126" y="633225"/>
                </a:moveTo>
                <a:cubicBezTo>
                  <a:pt x="2708382" y="633225"/>
                  <a:pt x="2709387" y="634230"/>
                  <a:pt x="2709387" y="635487"/>
                </a:cubicBezTo>
                <a:cubicBezTo>
                  <a:pt x="2709387" y="636742"/>
                  <a:pt x="2708382" y="637747"/>
                  <a:pt x="2707126" y="637747"/>
                </a:cubicBezTo>
                <a:cubicBezTo>
                  <a:pt x="2705870" y="637873"/>
                  <a:pt x="2704865" y="636868"/>
                  <a:pt x="2704865" y="635612"/>
                </a:cubicBezTo>
                <a:cubicBezTo>
                  <a:pt x="2704991" y="634355"/>
                  <a:pt x="2705870" y="633477"/>
                  <a:pt x="2707126" y="633225"/>
                </a:cubicBezTo>
                <a:close/>
                <a:moveTo>
                  <a:pt x="876288" y="627321"/>
                </a:moveTo>
                <a:cubicBezTo>
                  <a:pt x="887720" y="627321"/>
                  <a:pt x="897141" y="636617"/>
                  <a:pt x="897141" y="648047"/>
                </a:cubicBezTo>
                <a:cubicBezTo>
                  <a:pt x="897141" y="659479"/>
                  <a:pt x="887845" y="668900"/>
                  <a:pt x="876414" y="668900"/>
                </a:cubicBezTo>
                <a:cubicBezTo>
                  <a:pt x="864984" y="668900"/>
                  <a:pt x="855562" y="659604"/>
                  <a:pt x="855562" y="648173"/>
                </a:cubicBezTo>
                <a:cubicBezTo>
                  <a:pt x="855437" y="636617"/>
                  <a:pt x="864732" y="627321"/>
                  <a:pt x="876288" y="627321"/>
                </a:cubicBezTo>
                <a:close/>
                <a:moveTo>
                  <a:pt x="1688265" y="624055"/>
                </a:moveTo>
                <a:cubicBezTo>
                  <a:pt x="1703841" y="624055"/>
                  <a:pt x="1716655" y="636616"/>
                  <a:pt x="1716655" y="652318"/>
                </a:cubicBezTo>
                <a:cubicBezTo>
                  <a:pt x="1716655" y="667894"/>
                  <a:pt x="1703966" y="680582"/>
                  <a:pt x="1688390" y="680707"/>
                </a:cubicBezTo>
                <a:cubicBezTo>
                  <a:pt x="1672814" y="680707"/>
                  <a:pt x="1660002" y="668146"/>
                  <a:pt x="1660002" y="652443"/>
                </a:cubicBezTo>
                <a:cubicBezTo>
                  <a:pt x="1659876" y="636742"/>
                  <a:pt x="1672563" y="624055"/>
                  <a:pt x="1688265" y="624055"/>
                </a:cubicBezTo>
                <a:close/>
                <a:moveTo>
                  <a:pt x="1348852" y="624055"/>
                </a:moveTo>
                <a:cubicBezTo>
                  <a:pt x="1365056" y="624055"/>
                  <a:pt x="1378372" y="637119"/>
                  <a:pt x="1378372" y="653449"/>
                </a:cubicBezTo>
                <a:cubicBezTo>
                  <a:pt x="1378498" y="669653"/>
                  <a:pt x="1365308" y="682843"/>
                  <a:pt x="1349103" y="682968"/>
                </a:cubicBezTo>
                <a:cubicBezTo>
                  <a:pt x="1332899" y="683094"/>
                  <a:pt x="1319710" y="669904"/>
                  <a:pt x="1319585" y="653700"/>
                </a:cubicBezTo>
                <a:cubicBezTo>
                  <a:pt x="1319458" y="637371"/>
                  <a:pt x="1332648" y="624180"/>
                  <a:pt x="1348852" y="624055"/>
                </a:cubicBezTo>
                <a:close/>
                <a:moveTo>
                  <a:pt x="1065086" y="622548"/>
                </a:moveTo>
                <a:cubicBezTo>
                  <a:pt x="1078905" y="622548"/>
                  <a:pt x="1090336" y="633727"/>
                  <a:pt x="1090336" y="647671"/>
                </a:cubicBezTo>
                <a:cubicBezTo>
                  <a:pt x="1090336" y="661614"/>
                  <a:pt x="1079155" y="672919"/>
                  <a:pt x="1065213" y="673045"/>
                </a:cubicBezTo>
                <a:cubicBezTo>
                  <a:pt x="1051269" y="673045"/>
                  <a:pt x="1039838" y="661865"/>
                  <a:pt x="1039838" y="647922"/>
                </a:cubicBezTo>
                <a:cubicBezTo>
                  <a:pt x="1039838" y="633979"/>
                  <a:pt x="1051144" y="622548"/>
                  <a:pt x="1065086" y="622548"/>
                </a:cubicBezTo>
                <a:close/>
                <a:moveTo>
                  <a:pt x="2160829" y="622045"/>
                </a:moveTo>
                <a:cubicBezTo>
                  <a:pt x="2172638" y="621920"/>
                  <a:pt x="2182310" y="631592"/>
                  <a:pt x="2182310" y="643399"/>
                </a:cubicBezTo>
                <a:cubicBezTo>
                  <a:pt x="2182435" y="655333"/>
                  <a:pt x="2172888" y="664880"/>
                  <a:pt x="2160956" y="665005"/>
                </a:cubicBezTo>
                <a:cubicBezTo>
                  <a:pt x="2149147" y="665005"/>
                  <a:pt x="2139475" y="655333"/>
                  <a:pt x="2139475" y="643526"/>
                </a:cubicBezTo>
                <a:cubicBezTo>
                  <a:pt x="2139349" y="631592"/>
                  <a:pt x="2148896" y="621920"/>
                  <a:pt x="2160829" y="622045"/>
                </a:cubicBezTo>
                <a:close/>
                <a:moveTo>
                  <a:pt x="1971902" y="620914"/>
                </a:moveTo>
                <a:cubicBezTo>
                  <a:pt x="1984966" y="620914"/>
                  <a:pt x="1995518" y="631340"/>
                  <a:pt x="1995518" y="644279"/>
                </a:cubicBezTo>
                <a:cubicBezTo>
                  <a:pt x="1995644" y="657343"/>
                  <a:pt x="1985092" y="667894"/>
                  <a:pt x="1972154" y="667894"/>
                </a:cubicBezTo>
                <a:cubicBezTo>
                  <a:pt x="1959215" y="668020"/>
                  <a:pt x="1948664" y="657468"/>
                  <a:pt x="1948664" y="644530"/>
                </a:cubicBezTo>
                <a:cubicBezTo>
                  <a:pt x="1948538" y="631591"/>
                  <a:pt x="1959090" y="621039"/>
                  <a:pt x="1971902" y="620914"/>
                </a:cubicBezTo>
                <a:close/>
                <a:moveTo>
                  <a:pt x="593153" y="618026"/>
                </a:moveTo>
                <a:cubicBezTo>
                  <a:pt x="602825" y="618026"/>
                  <a:pt x="610739" y="625813"/>
                  <a:pt x="610739" y="635487"/>
                </a:cubicBezTo>
                <a:cubicBezTo>
                  <a:pt x="610739" y="645159"/>
                  <a:pt x="602950" y="653073"/>
                  <a:pt x="593278" y="653073"/>
                </a:cubicBezTo>
                <a:cubicBezTo>
                  <a:pt x="583606" y="653073"/>
                  <a:pt x="575692" y="645284"/>
                  <a:pt x="575692" y="635612"/>
                </a:cubicBezTo>
                <a:cubicBezTo>
                  <a:pt x="575692" y="625940"/>
                  <a:pt x="583479" y="618151"/>
                  <a:pt x="593153" y="618026"/>
                </a:cubicBezTo>
                <a:close/>
                <a:moveTo>
                  <a:pt x="229493" y="616645"/>
                </a:moveTo>
                <a:cubicBezTo>
                  <a:pt x="230874" y="616645"/>
                  <a:pt x="232005" y="617650"/>
                  <a:pt x="232005" y="619032"/>
                </a:cubicBezTo>
                <a:cubicBezTo>
                  <a:pt x="231878" y="620288"/>
                  <a:pt x="230874" y="621419"/>
                  <a:pt x="229493" y="621419"/>
                </a:cubicBezTo>
                <a:cubicBezTo>
                  <a:pt x="228237" y="621419"/>
                  <a:pt x="227107" y="620413"/>
                  <a:pt x="227107" y="619032"/>
                </a:cubicBezTo>
                <a:cubicBezTo>
                  <a:pt x="227107" y="617775"/>
                  <a:pt x="228111" y="616645"/>
                  <a:pt x="229493" y="616645"/>
                </a:cubicBezTo>
                <a:close/>
                <a:moveTo>
                  <a:pt x="2443962" y="616017"/>
                </a:moveTo>
                <a:cubicBezTo>
                  <a:pt x="2451122" y="616017"/>
                  <a:pt x="2456902" y="621795"/>
                  <a:pt x="2456902" y="628830"/>
                </a:cubicBezTo>
                <a:cubicBezTo>
                  <a:pt x="2456902" y="635990"/>
                  <a:pt x="2451122" y="641768"/>
                  <a:pt x="2444088" y="641768"/>
                </a:cubicBezTo>
                <a:cubicBezTo>
                  <a:pt x="2436928" y="641768"/>
                  <a:pt x="2431150" y="635990"/>
                  <a:pt x="2431150" y="628956"/>
                </a:cubicBezTo>
                <a:cubicBezTo>
                  <a:pt x="2431023" y="621795"/>
                  <a:pt x="2436802" y="616017"/>
                  <a:pt x="2443962" y="616017"/>
                </a:cubicBezTo>
                <a:close/>
                <a:moveTo>
                  <a:pt x="1433517" y="612623"/>
                </a:moveTo>
                <a:cubicBezTo>
                  <a:pt x="1449596" y="612623"/>
                  <a:pt x="1462785" y="625687"/>
                  <a:pt x="1462785" y="641766"/>
                </a:cubicBezTo>
                <a:cubicBezTo>
                  <a:pt x="1462785" y="657845"/>
                  <a:pt x="1449721" y="671034"/>
                  <a:pt x="1433643" y="671034"/>
                </a:cubicBezTo>
                <a:cubicBezTo>
                  <a:pt x="1417439" y="671034"/>
                  <a:pt x="1404375" y="658095"/>
                  <a:pt x="1404250" y="641891"/>
                </a:cubicBezTo>
                <a:cubicBezTo>
                  <a:pt x="1404123" y="625812"/>
                  <a:pt x="1417187" y="612623"/>
                  <a:pt x="1433517" y="612623"/>
                </a:cubicBezTo>
                <a:close/>
                <a:moveTo>
                  <a:pt x="1603726" y="611870"/>
                </a:moveTo>
                <a:cubicBezTo>
                  <a:pt x="1619804" y="611870"/>
                  <a:pt x="1632994" y="624934"/>
                  <a:pt x="1632994" y="641013"/>
                </a:cubicBezTo>
                <a:cubicBezTo>
                  <a:pt x="1632994" y="657217"/>
                  <a:pt x="1620055" y="670407"/>
                  <a:pt x="1603851" y="670407"/>
                </a:cubicBezTo>
                <a:cubicBezTo>
                  <a:pt x="1587773" y="670407"/>
                  <a:pt x="1574709" y="657343"/>
                  <a:pt x="1574584" y="641264"/>
                </a:cubicBezTo>
                <a:cubicBezTo>
                  <a:pt x="1574457" y="625186"/>
                  <a:pt x="1587521" y="611995"/>
                  <a:pt x="1603726" y="611870"/>
                </a:cubicBezTo>
                <a:close/>
                <a:moveTo>
                  <a:pt x="1518558" y="608478"/>
                </a:moveTo>
                <a:cubicBezTo>
                  <a:pt x="1534636" y="608478"/>
                  <a:pt x="1547826" y="621542"/>
                  <a:pt x="1547826" y="637621"/>
                </a:cubicBezTo>
                <a:cubicBezTo>
                  <a:pt x="1547826" y="653700"/>
                  <a:pt x="1534762" y="666889"/>
                  <a:pt x="1518683" y="666889"/>
                </a:cubicBezTo>
                <a:cubicBezTo>
                  <a:pt x="1502605" y="666889"/>
                  <a:pt x="1489416" y="653825"/>
                  <a:pt x="1489416" y="637746"/>
                </a:cubicBezTo>
                <a:cubicBezTo>
                  <a:pt x="1489289" y="621667"/>
                  <a:pt x="1502353" y="608478"/>
                  <a:pt x="1518558" y="608478"/>
                </a:cubicBezTo>
                <a:close/>
                <a:moveTo>
                  <a:pt x="2548475" y="593152"/>
                </a:moveTo>
                <a:cubicBezTo>
                  <a:pt x="2551866" y="593027"/>
                  <a:pt x="2554505" y="595789"/>
                  <a:pt x="2554505" y="599055"/>
                </a:cubicBezTo>
                <a:cubicBezTo>
                  <a:pt x="2554630" y="602447"/>
                  <a:pt x="2551866" y="605084"/>
                  <a:pt x="2548601" y="605084"/>
                </a:cubicBezTo>
                <a:cubicBezTo>
                  <a:pt x="2545209" y="605210"/>
                  <a:pt x="2542571" y="602447"/>
                  <a:pt x="2542571" y="599181"/>
                </a:cubicBezTo>
                <a:cubicBezTo>
                  <a:pt x="2542571" y="595916"/>
                  <a:pt x="2545335" y="593152"/>
                  <a:pt x="2548475" y="593152"/>
                </a:cubicBezTo>
                <a:close/>
                <a:moveTo>
                  <a:pt x="764994" y="591771"/>
                </a:moveTo>
                <a:cubicBezTo>
                  <a:pt x="776047" y="591771"/>
                  <a:pt x="784966" y="600690"/>
                  <a:pt x="784966" y="611618"/>
                </a:cubicBezTo>
                <a:cubicBezTo>
                  <a:pt x="784966" y="622672"/>
                  <a:pt x="776047" y="631591"/>
                  <a:pt x="765119" y="631591"/>
                </a:cubicBezTo>
                <a:cubicBezTo>
                  <a:pt x="754065" y="631591"/>
                  <a:pt x="745146" y="622798"/>
                  <a:pt x="745146" y="611744"/>
                </a:cubicBezTo>
                <a:cubicBezTo>
                  <a:pt x="745146" y="600690"/>
                  <a:pt x="754065" y="591771"/>
                  <a:pt x="764994" y="591771"/>
                </a:cubicBezTo>
                <a:close/>
                <a:moveTo>
                  <a:pt x="488264" y="591268"/>
                </a:moveTo>
                <a:cubicBezTo>
                  <a:pt x="496680" y="591268"/>
                  <a:pt x="503589" y="598052"/>
                  <a:pt x="503589" y="606467"/>
                </a:cubicBezTo>
                <a:cubicBezTo>
                  <a:pt x="503589" y="614883"/>
                  <a:pt x="496805" y="621792"/>
                  <a:pt x="488390" y="621792"/>
                </a:cubicBezTo>
                <a:cubicBezTo>
                  <a:pt x="479974" y="621792"/>
                  <a:pt x="473065" y="615008"/>
                  <a:pt x="473065" y="606593"/>
                </a:cubicBezTo>
                <a:cubicBezTo>
                  <a:pt x="473065" y="598177"/>
                  <a:pt x="479849" y="591393"/>
                  <a:pt x="488264" y="591268"/>
                </a:cubicBezTo>
                <a:close/>
                <a:moveTo>
                  <a:pt x="2271745" y="586245"/>
                </a:moveTo>
                <a:cubicBezTo>
                  <a:pt x="2282798" y="586245"/>
                  <a:pt x="2291717" y="595039"/>
                  <a:pt x="2291717" y="606093"/>
                </a:cubicBezTo>
                <a:cubicBezTo>
                  <a:pt x="2291717" y="617147"/>
                  <a:pt x="2282925" y="626065"/>
                  <a:pt x="2271871" y="626065"/>
                </a:cubicBezTo>
                <a:cubicBezTo>
                  <a:pt x="2260942" y="626065"/>
                  <a:pt x="2251897" y="617272"/>
                  <a:pt x="2251897" y="606218"/>
                </a:cubicBezTo>
                <a:cubicBezTo>
                  <a:pt x="2251897" y="595289"/>
                  <a:pt x="2260816" y="586370"/>
                  <a:pt x="2271745" y="586245"/>
                </a:cubicBezTo>
                <a:close/>
                <a:moveTo>
                  <a:pt x="1893519" y="586119"/>
                </a:moveTo>
                <a:cubicBezTo>
                  <a:pt x="1907211" y="586119"/>
                  <a:pt x="1918392" y="597173"/>
                  <a:pt x="1918392" y="610864"/>
                </a:cubicBezTo>
                <a:cubicBezTo>
                  <a:pt x="1918518" y="624557"/>
                  <a:pt x="1907463" y="635736"/>
                  <a:pt x="1893770" y="635736"/>
                </a:cubicBezTo>
                <a:cubicBezTo>
                  <a:pt x="1880078" y="635736"/>
                  <a:pt x="1868898" y="624682"/>
                  <a:pt x="1868898" y="610990"/>
                </a:cubicBezTo>
                <a:cubicBezTo>
                  <a:pt x="1868898" y="597298"/>
                  <a:pt x="1879953" y="586244"/>
                  <a:pt x="1893519" y="586119"/>
                </a:cubicBezTo>
                <a:close/>
                <a:moveTo>
                  <a:pt x="1143221" y="585363"/>
                </a:moveTo>
                <a:cubicBezTo>
                  <a:pt x="1158798" y="585363"/>
                  <a:pt x="1171610" y="597924"/>
                  <a:pt x="1171610" y="613626"/>
                </a:cubicBezTo>
                <a:cubicBezTo>
                  <a:pt x="1171610" y="629202"/>
                  <a:pt x="1158923" y="642015"/>
                  <a:pt x="1143347" y="642015"/>
                </a:cubicBezTo>
                <a:cubicBezTo>
                  <a:pt x="1127770" y="642015"/>
                  <a:pt x="1114958" y="629454"/>
                  <a:pt x="1114958" y="613752"/>
                </a:cubicBezTo>
                <a:cubicBezTo>
                  <a:pt x="1114831" y="598176"/>
                  <a:pt x="1127520" y="585363"/>
                  <a:pt x="1143221" y="585363"/>
                </a:cubicBezTo>
                <a:close/>
                <a:moveTo>
                  <a:pt x="948267" y="579965"/>
                </a:moveTo>
                <a:cubicBezTo>
                  <a:pt x="960704" y="579840"/>
                  <a:pt x="970753" y="589889"/>
                  <a:pt x="970753" y="602198"/>
                </a:cubicBezTo>
                <a:cubicBezTo>
                  <a:pt x="970878" y="614634"/>
                  <a:pt x="960954" y="624558"/>
                  <a:pt x="948519" y="624683"/>
                </a:cubicBezTo>
                <a:cubicBezTo>
                  <a:pt x="936083" y="624808"/>
                  <a:pt x="926034" y="614759"/>
                  <a:pt x="926034" y="602450"/>
                </a:cubicBezTo>
                <a:cubicBezTo>
                  <a:pt x="925909" y="590139"/>
                  <a:pt x="935958" y="580090"/>
                  <a:pt x="948267" y="579965"/>
                </a:cubicBezTo>
                <a:close/>
                <a:moveTo>
                  <a:pt x="2088346" y="575943"/>
                </a:moveTo>
                <a:cubicBezTo>
                  <a:pt x="2100782" y="575818"/>
                  <a:pt x="2110831" y="585867"/>
                  <a:pt x="2110831" y="598176"/>
                </a:cubicBezTo>
                <a:cubicBezTo>
                  <a:pt x="2110957" y="610612"/>
                  <a:pt x="2100907" y="620661"/>
                  <a:pt x="2088598" y="620661"/>
                </a:cubicBezTo>
                <a:cubicBezTo>
                  <a:pt x="2076161" y="620786"/>
                  <a:pt x="2066112" y="610737"/>
                  <a:pt x="2066112" y="598428"/>
                </a:cubicBezTo>
                <a:cubicBezTo>
                  <a:pt x="2066112" y="585992"/>
                  <a:pt x="2076036" y="575943"/>
                  <a:pt x="2088346" y="575943"/>
                </a:cubicBezTo>
                <a:close/>
                <a:moveTo>
                  <a:pt x="2651981" y="568407"/>
                </a:moveTo>
                <a:cubicBezTo>
                  <a:pt x="2653237" y="568407"/>
                  <a:pt x="2654242" y="569412"/>
                  <a:pt x="2654242" y="570669"/>
                </a:cubicBezTo>
                <a:cubicBezTo>
                  <a:pt x="2654242" y="571924"/>
                  <a:pt x="2653237" y="572929"/>
                  <a:pt x="2651981" y="572929"/>
                </a:cubicBezTo>
                <a:cubicBezTo>
                  <a:pt x="2650725" y="572929"/>
                  <a:pt x="2649720" y="571924"/>
                  <a:pt x="2649720" y="570669"/>
                </a:cubicBezTo>
                <a:cubicBezTo>
                  <a:pt x="2649720" y="569412"/>
                  <a:pt x="2650725" y="568532"/>
                  <a:pt x="2651981" y="568407"/>
                </a:cubicBezTo>
                <a:close/>
                <a:moveTo>
                  <a:pt x="384756" y="567904"/>
                </a:moveTo>
                <a:cubicBezTo>
                  <a:pt x="390785" y="567904"/>
                  <a:pt x="395810" y="572802"/>
                  <a:pt x="395810" y="578958"/>
                </a:cubicBezTo>
                <a:cubicBezTo>
                  <a:pt x="395810" y="584987"/>
                  <a:pt x="390910" y="590012"/>
                  <a:pt x="384756" y="590012"/>
                </a:cubicBezTo>
                <a:cubicBezTo>
                  <a:pt x="378726" y="590012"/>
                  <a:pt x="373702" y="585113"/>
                  <a:pt x="373702" y="578958"/>
                </a:cubicBezTo>
                <a:cubicBezTo>
                  <a:pt x="373702" y="572802"/>
                  <a:pt x="378601" y="567778"/>
                  <a:pt x="384756" y="567904"/>
                </a:cubicBezTo>
                <a:close/>
                <a:moveTo>
                  <a:pt x="655960" y="558483"/>
                </a:moveTo>
                <a:cubicBezTo>
                  <a:pt x="666762" y="558358"/>
                  <a:pt x="675554" y="567025"/>
                  <a:pt x="675554" y="577829"/>
                </a:cubicBezTo>
                <a:cubicBezTo>
                  <a:pt x="675681" y="588632"/>
                  <a:pt x="667013" y="597426"/>
                  <a:pt x="656210" y="597426"/>
                </a:cubicBezTo>
                <a:cubicBezTo>
                  <a:pt x="645408" y="597551"/>
                  <a:pt x="636614" y="588884"/>
                  <a:pt x="636614" y="578080"/>
                </a:cubicBezTo>
                <a:cubicBezTo>
                  <a:pt x="636489" y="567403"/>
                  <a:pt x="645281" y="558608"/>
                  <a:pt x="655960" y="558483"/>
                </a:cubicBezTo>
                <a:close/>
                <a:moveTo>
                  <a:pt x="1812749" y="557102"/>
                </a:moveTo>
                <a:cubicBezTo>
                  <a:pt x="1827571" y="556977"/>
                  <a:pt x="1839630" y="568909"/>
                  <a:pt x="1839630" y="583733"/>
                </a:cubicBezTo>
                <a:cubicBezTo>
                  <a:pt x="1839757" y="598555"/>
                  <a:pt x="1827823" y="610614"/>
                  <a:pt x="1813000" y="610614"/>
                </a:cubicBezTo>
                <a:cubicBezTo>
                  <a:pt x="1798178" y="610740"/>
                  <a:pt x="1786119" y="598806"/>
                  <a:pt x="1786119" y="583983"/>
                </a:cubicBezTo>
                <a:cubicBezTo>
                  <a:pt x="1785992" y="569161"/>
                  <a:pt x="1797926" y="557227"/>
                  <a:pt x="1812749" y="557102"/>
                </a:cubicBezTo>
                <a:close/>
                <a:moveTo>
                  <a:pt x="1223740" y="556348"/>
                </a:moveTo>
                <a:cubicBezTo>
                  <a:pt x="1240196" y="556222"/>
                  <a:pt x="1253385" y="569538"/>
                  <a:pt x="1253510" y="585867"/>
                </a:cubicBezTo>
                <a:cubicBezTo>
                  <a:pt x="1253636" y="602323"/>
                  <a:pt x="1240321" y="615639"/>
                  <a:pt x="1223991" y="615639"/>
                </a:cubicBezTo>
                <a:cubicBezTo>
                  <a:pt x="1207661" y="615764"/>
                  <a:pt x="1194220" y="602448"/>
                  <a:pt x="1194220" y="586119"/>
                </a:cubicBezTo>
                <a:cubicBezTo>
                  <a:pt x="1194220" y="569788"/>
                  <a:pt x="1207409" y="556473"/>
                  <a:pt x="1223740" y="556348"/>
                </a:cubicBezTo>
                <a:close/>
                <a:moveTo>
                  <a:pt x="2380527" y="554463"/>
                </a:moveTo>
                <a:cubicBezTo>
                  <a:pt x="2390074" y="554463"/>
                  <a:pt x="2397863" y="562125"/>
                  <a:pt x="2397863" y="571671"/>
                </a:cubicBezTo>
                <a:cubicBezTo>
                  <a:pt x="2397863" y="581218"/>
                  <a:pt x="2390199" y="589006"/>
                  <a:pt x="2380654" y="589006"/>
                </a:cubicBezTo>
                <a:cubicBezTo>
                  <a:pt x="2371106" y="589006"/>
                  <a:pt x="2363318" y="581343"/>
                  <a:pt x="2363318" y="571798"/>
                </a:cubicBezTo>
                <a:cubicBezTo>
                  <a:pt x="2363318" y="562250"/>
                  <a:pt x="2370980" y="554588"/>
                  <a:pt x="2380527" y="554463"/>
                </a:cubicBezTo>
                <a:close/>
                <a:moveTo>
                  <a:pt x="282253" y="547808"/>
                </a:moveTo>
                <a:cubicBezTo>
                  <a:pt x="284765" y="547808"/>
                  <a:pt x="286775" y="549818"/>
                  <a:pt x="286775" y="552205"/>
                </a:cubicBezTo>
                <a:cubicBezTo>
                  <a:pt x="286775" y="554591"/>
                  <a:pt x="284891" y="556601"/>
                  <a:pt x="282378" y="556601"/>
                </a:cubicBezTo>
                <a:cubicBezTo>
                  <a:pt x="279992" y="556601"/>
                  <a:pt x="277982" y="554717"/>
                  <a:pt x="277982" y="552205"/>
                </a:cubicBezTo>
                <a:cubicBezTo>
                  <a:pt x="277982" y="549818"/>
                  <a:pt x="279992" y="547808"/>
                  <a:pt x="282253" y="547808"/>
                </a:cubicBezTo>
                <a:close/>
                <a:moveTo>
                  <a:pt x="834333" y="545042"/>
                </a:moveTo>
                <a:cubicBezTo>
                  <a:pt x="843628" y="544917"/>
                  <a:pt x="851165" y="552454"/>
                  <a:pt x="851165" y="561749"/>
                </a:cubicBezTo>
                <a:cubicBezTo>
                  <a:pt x="851291" y="571045"/>
                  <a:pt x="843754" y="578582"/>
                  <a:pt x="834459" y="578582"/>
                </a:cubicBezTo>
                <a:cubicBezTo>
                  <a:pt x="825037" y="578707"/>
                  <a:pt x="817500" y="571170"/>
                  <a:pt x="817500" y="561875"/>
                </a:cubicBezTo>
                <a:cubicBezTo>
                  <a:pt x="817375" y="552579"/>
                  <a:pt x="824912" y="544917"/>
                  <a:pt x="834333" y="545042"/>
                </a:cubicBezTo>
                <a:close/>
                <a:moveTo>
                  <a:pt x="1023634" y="541777"/>
                </a:moveTo>
                <a:cubicBezTo>
                  <a:pt x="1034940" y="541777"/>
                  <a:pt x="1044110" y="550821"/>
                  <a:pt x="1044110" y="562126"/>
                </a:cubicBezTo>
                <a:cubicBezTo>
                  <a:pt x="1044110" y="573432"/>
                  <a:pt x="1035065" y="582602"/>
                  <a:pt x="1023761" y="582602"/>
                </a:cubicBezTo>
                <a:cubicBezTo>
                  <a:pt x="1012455" y="582727"/>
                  <a:pt x="1003285" y="573683"/>
                  <a:pt x="1003285" y="562378"/>
                </a:cubicBezTo>
                <a:cubicBezTo>
                  <a:pt x="1003160" y="551198"/>
                  <a:pt x="1012329" y="542029"/>
                  <a:pt x="1023634" y="541777"/>
                </a:cubicBezTo>
                <a:close/>
                <a:moveTo>
                  <a:pt x="1306395" y="540897"/>
                </a:moveTo>
                <a:cubicBezTo>
                  <a:pt x="1319709" y="540772"/>
                  <a:pt x="1330513" y="551574"/>
                  <a:pt x="1330638" y="564890"/>
                </a:cubicBezTo>
                <a:cubicBezTo>
                  <a:pt x="1330764" y="578204"/>
                  <a:pt x="1319961" y="589133"/>
                  <a:pt x="1306646" y="589133"/>
                </a:cubicBezTo>
                <a:cubicBezTo>
                  <a:pt x="1293331" y="589258"/>
                  <a:pt x="1282402" y="578456"/>
                  <a:pt x="1282402" y="565140"/>
                </a:cubicBezTo>
                <a:cubicBezTo>
                  <a:pt x="1282402" y="551826"/>
                  <a:pt x="1293206" y="541022"/>
                  <a:pt x="1306395" y="540897"/>
                </a:cubicBezTo>
                <a:close/>
                <a:moveTo>
                  <a:pt x="1729967" y="540772"/>
                </a:moveTo>
                <a:cubicBezTo>
                  <a:pt x="1742529" y="540772"/>
                  <a:pt x="1752830" y="550946"/>
                  <a:pt x="1752830" y="563508"/>
                </a:cubicBezTo>
                <a:cubicBezTo>
                  <a:pt x="1752830" y="576069"/>
                  <a:pt x="1742654" y="586370"/>
                  <a:pt x="1730092" y="586370"/>
                </a:cubicBezTo>
                <a:cubicBezTo>
                  <a:pt x="1717531" y="586370"/>
                  <a:pt x="1707231" y="576194"/>
                  <a:pt x="1707231" y="563633"/>
                </a:cubicBezTo>
                <a:cubicBezTo>
                  <a:pt x="1707231" y="551072"/>
                  <a:pt x="1717280" y="540772"/>
                  <a:pt x="1729967" y="540772"/>
                </a:cubicBezTo>
                <a:close/>
                <a:moveTo>
                  <a:pt x="2202281" y="540395"/>
                </a:moveTo>
                <a:cubicBezTo>
                  <a:pt x="2211324" y="540395"/>
                  <a:pt x="2218736" y="547680"/>
                  <a:pt x="2218736" y="556724"/>
                </a:cubicBezTo>
                <a:cubicBezTo>
                  <a:pt x="2218736" y="565770"/>
                  <a:pt x="2211451" y="573180"/>
                  <a:pt x="2202407" y="573180"/>
                </a:cubicBezTo>
                <a:cubicBezTo>
                  <a:pt x="2193362" y="573180"/>
                  <a:pt x="2185950" y="565895"/>
                  <a:pt x="2185950" y="556851"/>
                </a:cubicBezTo>
                <a:cubicBezTo>
                  <a:pt x="2185950" y="547806"/>
                  <a:pt x="2193237" y="540520"/>
                  <a:pt x="2202281" y="540395"/>
                </a:cubicBezTo>
                <a:close/>
                <a:moveTo>
                  <a:pt x="2012853" y="540142"/>
                </a:moveTo>
                <a:cubicBezTo>
                  <a:pt x="2023153" y="540017"/>
                  <a:pt x="2031444" y="548307"/>
                  <a:pt x="2031570" y="558607"/>
                </a:cubicBezTo>
                <a:cubicBezTo>
                  <a:pt x="2031570" y="568907"/>
                  <a:pt x="2023280" y="577198"/>
                  <a:pt x="2012978" y="577323"/>
                </a:cubicBezTo>
                <a:cubicBezTo>
                  <a:pt x="2002804" y="577323"/>
                  <a:pt x="1994387" y="569033"/>
                  <a:pt x="1994387" y="558733"/>
                </a:cubicBezTo>
                <a:cubicBezTo>
                  <a:pt x="1994387" y="548558"/>
                  <a:pt x="2002677" y="540142"/>
                  <a:pt x="2012853" y="540142"/>
                </a:cubicBezTo>
                <a:close/>
                <a:moveTo>
                  <a:pt x="548559" y="531476"/>
                </a:moveTo>
                <a:cubicBezTo>
                  <a:pt x="556975" y="531351"/>
                  <a:pt x="563759" y="538135"/>
                  <a:pt x="563759" y="546425"/>
                </a:cubicBezTo>
                <a:cubicBezTo>
                  <a:pt x="563759" y="554716"/>
                  <a:pt x="557100" y="561499"/>
                  <a:pt x="548811" y="561499"/>
                </a:cubicBezTo>
                <a:cubicBezTo>
                  <a:pt x="540519" y="561624"/>
                  <a:pt x="533737" y="554841"/>
                  <a:pt x="533737" y="546550"/>
                </a:cubicBezTo>
                <a:cubicBezTo>
                  <a:pt x="533737" y="538260"/>
                  <a:pt x="540519" y="531476"/>
                  <a:pt x="548559" y="531476"/>
                </a:cubicBezTo>
                <a:close/>
                <a:moveTo>
                  <a:pt x="2487677" y="530094"/>
                </a:moveTo>
                <a:cubicBezTo>
                  <a:pt x="2492953" y="529968"/>
                  <a:pt x="2497223" y="534239"/>
                  <a:pt x="2497223" y="539515"/>
                </a:cubicBezTo>
                <a:cubicBezTo>
                  <a:pt x="2497223" y="544791"/>
                  <a:pt x="2492953" y="549062"/>
                  <a:pt x="2487677" y="549062"/>
                </a:cubicBezTo>
                <a:cubicBezTo>
                  <a:pt x="2482400" y="549062"/>
                  <a:pt x="2478130" y="544791"/>
                  <a:pt x="2478130" y="539515"/>
                </a:cubicBezTo>
                <a:cubicBezTo>
                  <a:pt x="2478130" y="534365"/>
                  <a:pt x="2482275" y="529968"/>
                  <a:pt x="2487677" y="530094"/>
                </a:cubicBezTo>
                <a:close/>
                <a:moveTo>
                  <a:pt x="1390557" y="527331"/>
                </a:moveTo>
                <a:cubicBezTo>
                  <a:pt x="1403621" y="527331"/>
                  <a:pt x="1414298" y="537883"/>
                  <a:pt x="1414298" y="550947"/>
                </a:cubicBezTo>
                <a:cubicBezTo>
                  <a:pt x="1414298" y="564011"/>
                  <a:pt x="1403746" y="574563"/>
                  <a:pt x="1390682" y="574688"/>
                </a:cubicBezTo>
                <a:cubicBezTo>
                  <a:pt x="1377618" y="574688"/>
                  <a:pt x="1366941" y="564136"/>
                  <a:pt x="1366941" y="551072"/>
                </a:cubicBezTo>
                <a:cubicBezTo>
                  <a:pt x="1366941" y="537883"/>
                  <a:pt x="1377493" y="527331"/>
                  <a:pt x="1390557" y="527331"/>
                </a:cubicBezTo>
                <a:close/>
                <a:moveTo>
                  <a:pt x="1645932" y="526578"/>
                </a:moveTo>
                <a:cubicBezTo>
                  <a:pt x="1658870" y="526453"/>
                  <a:pt x="1669421" y="537004"/>
                  <a:pt x="1669421" y="549942"/>
                </a:cubicBezTo>
                <a:cubicBezTo>
                  <a:pt x="1669421" y="562880"/>
                  <a:pt x="1658996" y="573432"/>
                  <a:pt x="1646057" y="573432"/>
                </a:cubicBezTo>
                <a:cubicBezTo>
                  <a:pt x="1632993" y="573557"/>
                  <a:pt x="1622442" y="563006"/>
                  <a:pt x="1622442" y="550068"/>
                </a:cubicBezTo>
                <a:cubicBezTo>
                  <a:pt x="1622316" y="537130"/>
                  <a:pt x="1632868" y="526578"/>
                  <a:pt x="1645932" y="526578"/>
                </a:cubicBezTo>
                <a:close/>
                <a:moveTo>
                  <a:pt x="1475597" y="520046"/>
                </a:moveTo>
                <a:cubicBezTo>
                  <a:pt x="1488661" y="520046"/>
                  <a:pt x="1499338" y="530598"/>
                  <a:pt x="1499338" y="543662"/>
                </a:cubicBezTo>
                <a:cubicBezTo>
                  <a:pt x="1499338" y="556726"/>
                  <a:pt x="1488787" y="567403"/>
                  <a:pt x="1475723" y="567403"/>
                </a:cubicBezTo>
                <a:cubicBezTo>
                  <a:pt x="1462659" y="567403"/>
                  <a:pt x="1451982" y="556851"/>
                  <a:pt x="1451982" y="543787"/>
                </a:cubicBezTo>
                <a:cubicBezTo>
                  <a:pt x="1451856" y="530723"/>
                  <a:pt x="1462408" y="520046"/>
                  <a:pt x="1475597" y="520046"/>
                </a:cubicBezTo>
                <a:close/>
                <a:moveTo>
                  <a:pt x="1560766" y="519794"/>
                </a:moveTo>
                <a:cubicBezTo>
                  <a:pt x="1573703" y="519794"/>
                  <a:pt x="1584255" y="530220"/>
                  <a:pt x="1584255" y="543159"/>
                </a:cubicBezTo>
                <a:cubicBezTo>
                  <a:pt x="1584380" y="556222"/>
                  <a:pt x="1573830" y="566774"/>
                  <a:pt x="1560891" y="566774"/>
                </a:cubicBezTo>
                <a:cubicBezTo>
                  <a:pt x="1547952" y="566900"/>
                  <a:pt x="1537400" y="556348"/>
                  <a:pt x="1537400" y="543410"/>
                </a:cubicBezTo>
                <a:cubicBezTo>
                  <a:pt x="1537400" y="530471"/>
                  <a:pt x="1547827" y="519919"/>
                  <a:pt x="1560766" y="519794"/>
                </a:cubicBezTo>
                <a:close/>
                <a:moveTo>
                  <a:pt x="722412" y="507985"/>
                </a:moveTo>
                <a:cubicBezTo>
                  <a:pt x="731581" y="507985"/>
                  <a:pt x="739118" y="515397"/>
                  <a:pt x="739118" y="524566"/>
                </a:cubicBezTo>
                <a:cubicBezTo>
                  <a:pt x="739118" y="533736"/>
                  <a:pt x="731706" y="541273"/>
                  <a:pt x="722537" y="541273"/>
                </a:cubicBezTo>
                <a:cubicBezTo>
                  <a:pt x="713493" y="541273"/>
                  <a:pt x="705956" y="533862"/>
                  <a:pt x="705956" y="524692"/>
                </a:cubicBezTo>
                <a:cubicBezTo>
                  <a:pt x="705956" y="515522"/>
                  <a:pt x="713367" y="508110"/>
                  <a:pt x="722412" y="507985"/>
                </a:cubicBezTo>
                <a:close/>
                <a:moveTo>
                  <a:pt x="1934593" y="505473"/>
                </a:moveTo>
                <a:cubicBezTo>
                  <a:pt x="1945397" y="505348"/>
                  <a:pt x="1954190" y="514015"/>
                  <a:pt x="1954190" y="524817"/>
                </a:cubicBezTo>
                <a:cubicBezTo>
                  <a:pt x="1954316" y="535495"/>
                  <a:pt x="1945647" y="544288"/>
                  <a:pt x="1934845" y="544288"/>
                </a:cubicBezTo>
                <a:cubicBezTo>
                  <a:pt x="1924042" y="544414"/>
                  <a:pt x="1915249" y="535746"/>
                  <a:pt x="1915249" y="524944"/>
                </a:cubicBezTo>
                <a:cubicBezTo>
                  <a:pt x="1915249" y="514266"/>
                  <a:pt x="1923916" y="505473"/>
                  <a:pt x="1934593" y="505473"/>
                </a:cubicBezTo>
                <a:close/>
                <a:moveTo>
                  <a:pt x="1101515" y="505223"/>
                </a:moveTo>
                <a:cubicBezTo>
                  <a:pt x="1114076" y="505223"/>
                  <a:pt x="1124377" y="515397"/>
                  <a:pt x="1124377" y="527959"/>
                </a:cubicBezTo>
                <a:cubicBezTo>
                  <a:pt x="1124377" y="540520"/>
                  <a:pt x="1114201" y="550821"/>
                  <a:pt x="1101640" y="550821"/>
                </a:cubicBezTo>
                <a:cubicBezTo>
                  <a:pt x="1089078" y="550821"/>
                  <a:pt x="1078779" y="540645"/>
                  <a:pt x="1078779" y="528084"/>
                </a:cubicBezTo>
                <a:cubicBezTo>
                  <a:pt x="1078779" y="515397"/>
                  <a:pt x="1088953" y="505223"/>
                  <a:pt x="1101515" y="505223"/>
                </a:cubicBezTo>
                <a:close/>
                <a:moveTo>
                  <a:pt x="2593068" y="504343"/>
                </a:moveTo>
                <a:cubicBezTo>
                  <a:pt x="2595580" y="504343"/>
                  <a:pt x="2597717" y="506353"/>
                  <a:pt x="2597717" y="508991"/>
                </a:cubicBezTo>
                <a:cubicBezTo>
                  <a:pt x="2597717" y="511503"/>
                  <a:pt x="2595580" y="513639"/>
                  <a:pt x="2593068" y="513639"/>
                </a:cubicBezTo>
                <a:cubicBezTo>
                  <a:pt x="2590555" y="513639"/>
                  <a:pt x="2588420" y="511503"/>
                  <a:pt x="2588420" y="508991"/>
                </a:cubicBezTo>
                <a:cubicBezTo>
                  <a:pt x="2588420" y="506353"/>
                  <a:pt x="2590555" y="504343"/>
                  <a:pt x="2593068" y="504343"/>
                </a:cubicBezTo>
                <a:close/>
                <a:moveTo>
                  <a:pt x="2313826" y="504094"/>
                </a:moveTo>
                <a:cubicBezTo>
                  <a:pt x="2321990" y="504094"/>
                  <a:pt x="2328647" y="510751"/>
                  <a:pt x="2328647" y="518917"/>
                </a:cubicBezTo>
                <a:cubicBezTo>
                  <a:pt x="2328647" y="527082"/>
                  <a:pt x="2321990" y="533739"/>
                  <a:pt x="2313826" y="533739"/>
                </a:cubicBezTo>
                <a:cubicBezTo>
                  <a:pt x="2305535" y="533739"/>
                  <a:pt x="2298878" y="527082"/>
                  <a:pt x="2298878" y="518917"/>
                </a:cubicBezTo>
                <a:cubicBezTo>
                  <a:pt x="2298878" y="510751"/>
                  <a:pt x="2305535" y="504094"/>
                  <a:pt x="2313826" y="504094"/>
                </a:cubicBezTo>
                <a:close/>
                <a:moveTo>
                  <a:pt x="443169" y="503715"/>
                </a:moveTo>
                <a:cubicBezTo>
                  <a:pt x="450329" y="503715"/>
                  <a:pt x="456233" y="509619"/>
                  <a:pt x="456233" y="516779"/>
                </a:cubicBezTo>
                <a:cubicBezTo>
                  <a:pt x="456233" y="523939"/>
                  <a:pt x="450329" y="529843"/>
                  <a:pt x="443169" y="529843"/>
                </a:cubicBezTo>
                <a:cubicBezTo>
                  <a:pt x="436009" y="529843"/>
                  <a:pt x="430105" y="523939"/>
                  <a:pt x="430105" y="516779"/>
                </a:cubicBezTo>
                <a:cubicBezTo>
                  <a:pt x="430105" y="509494"/>
                  <a:pt x="435882" y="503715"/>
                  <a:pt x="443169" y="503715"/>
                </a:cubicBezTo>
                <a:close/>
                <a:moveTo>
                  <a:pt x="906561" y="499945"/>
                </a:moveTo>
                <a:cubicBezTo>
                  <a:pt x="915858" y="499820"/>
                  <a:pt x="923395" y="507357"/>
                  <a:pt x="923395" y="516652"/>
                </a:cubicBezTo>
                <a:cubicBezTo>
                  <a:pt x="923520" y="525948"/>
                  <a:pt x="915983" y="533485"/>
                  <a:pt x="906688" y="533485"/>
                </a:cubicBezTo>
                <a:cubicBezTo>
                  <a:pt x="897517" y="533610"/>
                  <a:pt x="889855" y="526073"/>
                  <a:pt x="889855" y="516778"/>
                </a:cubicBezTo>
                <a:cubicBezTo>
                  <a:pt x="889855" y="507482"/>
                  <a:pt x="897392" y="499945"/>
                  <a:pt x="906561" y="499945"/>
                </a:cubicBezTo>
                <a:close/>
                <a:moveTo>
                  <a:pt x="2129547" y="495047"/>
                </a:moveTo>
                <a:cubicBezTo>
                  <a:pt x="2139094" y="495047"/>
                  <a:pt x="2146883" y="502709"/>
                  <a:pt x="2146883" y="512255"/>
                </a:cubicBezTo>
                <a:cubicBezTo>
                  <a:pt x="2146883" y="521802"/>
                  <a:pt x="2139220" y="529590"/>
                  <a:pt x="2129674" y="529590"/>
                </a:cubicBezTo>
                <a:cubicBezTo>
                  <a:pt x="2120127" y="529590"/>
                  <a:pt x="2112339" y="521927"/>
                  <a:pt x="2112339" y="512382"/>
                </a:cubicBezTo>
                <a:cubicBezTo>
                  <a:pt x="2112213" y="502834"/>
                  <a:pt x="2120001" y="495047"/>
                  <a:pt x="2129547" y="495047"/>
                </a:cubicBezTo>
                <a:close/>
                <a:moveTo>
                  <a:pt x="338778" y="483868"/>
                </a:moveTo>
                <a:cubicBezTo>
                  <a:pt x="341164" y="483868"/>
                  <a:pt x="343174" y="485753"/>
                  <a:pt x="343174" y="488265"/>
                </a:cubicBezTo>
                <a:cubicBezTo>
                  <a:pt x="343174" y="490652"/>
                  <a:pt x="341164" y="492662"/>
                  <a:pt x="338778" y="492662"/>
                </a:cubicBezTo>
                <a:cubicBezTo>
                  <a:pt x="336392" y="492662"/>
                  <a:pt x="334382" y="490652"/>
                  <a:pt x="334382" y="488265"/>
                </a:cubicBezTo>
                <a:cubicBezTo>
                  <a:pt x="334382" y="485753"/>
                  <a:pt x="336392" y="483743"/>
                  <a:pt x="338778" y="483868"/>
                </a:cubicBezTo>
                <a:close/>
                <a:moveTo>
                  <a:pt x="1181909" y="476708"/>
                </a:moveTo>
                <a:cubicBezTo>
                  <a:pt x="1194471" y="476708"/>
                  <a:pt x="1204772" y="486882"/>
                  <a:pt x="1204772" y="499444"/>
                </a:cubicBezTo>
                <a:cubicBezTo>
                  <a:pt x="1204772" y="512005"/>
                  <a:pt x="1194596" y="522306"/>
                  <a:pt x="1182034" y="522306"/>
                </a:cubicBezTo>
                <a:cubicBezTo>
                  <a:pt x="1169472" y="522306"/>
                  <a:pt x="1159173" y="512130"/>
                  <a:pt x="1159173" y="499569"/>
                </a:cubicBezTo>
                <a:cubicBezTo>
                  <a:pt x="1159173" y="487008"/>
                  <a:pt x="1169347" y="476708"/>
                  <a:pt x="1181909" y="476708"/>
                </a:cubicBezTo>
                <a:close/>
                <a:moveTo>
                  <a:pt x="1853949" y="475703"/>
                </a:moveTo>
                <a:cubicBezTo>
                  <a:pt x="1865883" y="475578"/>
                  <a:pt x="1875555" y="485250"/>
                  <a:pt x="1875555" y="497057"/>
                </a:cubicBezTo>
                <a:cubicBezTo>
                  <a:pt x="1875682" y="508866"/>
                  <a:pt x="1866010" y="518538"/>
                  <a:pt x="1854201" y="518538"/>
                </a:cubicBezTo>
                <a:cubicBezTo>
                  <a:pt x="1842267" y="518663"/>
                  <a:pt x="1832595" y="508991"/>
                  <a:pt x="1832595" y="497184"/>
                </a:cubicBezTo>
                <a:cubicBezTo>
                  <a:pt x="1832595" y="485250"/>
                  <a:pt x="1842142" y="475578"/>
                  <a:pt x="1853949" y="475703"/>
                </a:cubicBezTo>
                <a:close/>
                <a:moveTo>
                  <a:pt x="612749" y="475200"/>
                </a:moveTo>
                <a:cubicBezTo>
                  <a:pt x="621039" y="475075"/>
                  <a:pt x="627823" y="481859"/>
                  <a:pt x="627823" y="490149"/>
                </a:cubicBezTo>
                <a:cubicBezTo>
                  <a:pt x="627949" y="498440"/>
                  <a:pt x="621166" y="505223"/>
                  <a:pt x="612875" y="505223"/>
                </a:cubicBezTo>
                <a:cubicBezTo>
                  <a:pt x="604585" y="505348"/>
                  <a:pt x="597801" y="498565"/>
                  <a:pt x="597801" y="490274"/>
                </a:cubicBezTo>
                <a:cubicBezTo>
                  <a:pt x="597801" y="481984"/>
                  <a:pt x="604458" y="475200"/>
                  <a:pt x="612749" y="475200"/>
                </a:cubicBezTo>
                <a:close/>
                <a:moveTo>
                  <a:pt x="2423111" y="471056"/>
                </a:moveTo>
                <a:cubicBezTo>
                  <a:pt x="2430145" y="471056"/>
                  <a:pt x="2435797" y="476583"/>
                  <a:pt x="2435797" y="483617"/>
                </a:cubicBezTo>
                <a:cubicBezTo>
                  <a:pt x="2435797" y="490652"/>
                  <a:pt x="2430145" y="496304"/>
                  <a:pt x="2423236" y="496304"/>
                </a:cubicBezTo>
                <a:cubicBezTo>
                  <a:pt x="2416328" y="496304"/>
                  <a:pt x="2410549" y="490652"/>
                  <a:pt x="2410549" y="483743"/>
                </a:cubicBezTo>
                <a:cubicBezTo>
                  <a:pt x="2410549" y="476708"/>
                  <a:pt x="2416202" y="471056"/>
                  <a:pt x="2423111" y="471056"/>
                </a:cubicBezTo>
                <a:close/>
                <a:moveTo>
                  <a:pt x="792251" y="465781"/>
                </a:moveTo>
                <a:cubicBezTo>
                  <a:pt x="797653" y="465781"/>
                  <a:pt x="802049" y="470051"/>
                  <a:pt x="802049" y="475453"/>
                </a:cubicBezTo>
                <a:cubicBezTo>
                  <a:pt x="802049" y="480855"/>
                  <a:pt x="797778" y="485252"/>
                  <a:pt x="792378" y="485252"/>
                </a:cubicBezTo>
                <a:cubicBezTo>
                  <a:pt x="786976" y="485377"/>
                  <a:pt x="782580" y="480980"/>
                  <a:pt x="782580" y="475578"/>
                </a:cubicBezTo>
                <a:cubicBezTo>
                  <a:pt x="782580" y="470303"/>
                  <a:pt x="786851" y="465906"/>
                  <a:pt x="792251" y="465781"/>
                </a:cubicBezTo>
                <a:close/>
                <a:moveTo>
                  <a:pt x="981929" y="464524"/>
                </a:moveTo>
                <a:cubicBezTo>
                  <a:pt x="988713" y="464397"/>
                  <a:pt x="994365" y="469924"/>
                  <a:pt x="994365" y="476833"/>
                </a:cubicBezTo>
                <a:cubicBezTo>
                  <a:pt x="994491" y="483617"/>
                  <a:pt x="988838" y="489269"/>
                  <a:pt x="982056" y="489269"/>
                </a:cubicBezTo>
                <a:cubicBezTo>
                  <a:pt x="975272" y="489269"/>
                  <a:pt x="969620" y="483742"/>
                  <a:pt x="969620" y="476958"/>
                </a:cubicBezTo>
                <a:cubicBezTo>
                  <a:pt x="969620" y="470051"/>
                  <a:pt x="975147" y="464524"/>
                  <a:pt x="981929" y="464524"/>
                </a:cubicBezTo>
                <a:close/>
                <a:moveTo>
                  <a:pt x="2053802" y="464146"/>
                </a:moveTo>
                <a:cubicBezTo>
                  <a:pt x="2058702" y="464146"/>
                  <a:pt x="2062721" y="468040"/>
                  <a:pt x="2062721" y="472939"/>
                </a:cubicBezTo>
                <a:cubicBezTo>
                  <a:pt x="2062721" y="477837"/>
                  <a:pt x="2058827" y="481857"/>
                  <a:pt x="2053929" y="481857"/>
                </a:cubicBezTo>
                <a:cubicBezTo>
                  <a:pt x="2049030" y="481857"/>
                  <a:pt x="2045010" y="477963"/>
                  <a:pt x="2045010" y="473065"/>
                </a:cubicBezTo>
                <a:cubicBezTo>
                  <a:pt x="2045010" y="468165"/>
                  <a:pt x="2049030" y="464146"/>
                  <a:pt x="2053802" y="464146"/>
                </a:cubicBezTo>
                <a:close/>
                <a:moveTo>
                  <a:pt x="2243608" y="463141"/>
                </a:moveTo>
                <a:cubicBezTo>
                  <a:pt x="2247502" y="463141"/>
                  <a:pt x="2250767" y="466281"/>
                  <a:pt x="2250767" y="470175"/>
                </a:cubicBezTo>
                <a:cubicBezTo>
                  <a:pt x="2250767" y="474070"/>
                  <a:pt x="2247627" y="477335"/>
                  <a:pt x="2243733" y="477335"/>
                </a:cubicBezTo>
                <a:cubicBezTo>
                  <a:pt x="2239713" y="477335"/>
                  <a:pt x="2236573" y="474195"/>
                  <a:pt x="2236573" y="470301"/>
                </a:cubicBezTo>
                <a:cubicBezTo>
                  <a:pt x="2236573" y="466407"/>
                  <a:pt x="2239713" y="463266"/>
                  <a:pt x="2243608" y="463141"/>
                </a:cubicBezTo>
                <a:close/>
                <a:moveTo>
                  <a:pt x="1771671" y="462011"/>
                </a:moveTo>
                <a:cubicBezTo>
                  <a:pt x="1778956" y="461886"/>
                  <a:pt x="1784985" y="467915"/>
                  <a:pt x="1784985" y="475202"/>
                </a:cubicBezTo>
                <a:cubicBezTo>
                  <a:pt x="1784985" y="482487"/>
                  <a:pt x="1779081" y="488517"/>
                  <a:pt x="1771797" y="488517"/>
                </a:cubicBezTo>
                <a:cubicBezTo>
                  <a:pt x="1764511" y="488642"/>
                  <a:pt x="1758482" y="482612"/>
                  <a:pt x="1758482" y="475327"/>
                </a:cubicBezTo>
                <a:cubicBezTo>
                  <a:pt x="1758356" y="468041"/>
                  <a:pt x="1764385" y="462011"/>
                  <a:pt x="1771671" y="462011"/>
                </a:cubicBezTo>
                <a:close/>
                <a:moveTo>
                  <a:pt x="1264063" y="458494"/>
                </a:moveTo>
                <a:cubicBezTo>
                  <a:pt x="1274363" y="458369"/>
                  <a:pt x="1282779" y="466659"/>
                  <a:pt x="1282779" y="476960"/>
                </a:cubicBezTo>
                <a:cubicBezTo>
                  <a:pt x="1282905" y="487260"/>
                  <a:pt x="1274615" y="495677"/>
                  <a:pt x="1264314" y="495677"/>
                </a:cubicBezTo>
                <a:cubicBezTo>
                  <a:pt x="1254139" y="495802"/>
                  <a:pt x="1245723" y="487512"/>
                  <a:pt x="1245723" y="477211"/>
                </a:cubicBezTo>
                <a:cubicBezTo>
                  <a:pt x="1245597" y="466911"/>
                  <a:pt x="1253887" y="458619"/>
                  <a:pt x="1264063" y="458494"/>
                </a:cubicBezTo>
                <a:close/>
                <a:moveTo>
                  <a:pt x="504846" y="449952"/>
                </a:moveTo>
                <a:cubicBezTo>
                  <a:pt x="509242" y="449952"/>
                  <a:pt x="512886" y="453469"/>
                  <a:pt x="512886" y="457866"/>
                </a:cubicBezTo>
                <a:cubicBezTo>
                  <a:pt x="512886" y="462262"/>
                  <a:pt x="509369" y="465906"/>
                  <a:pt x="504972" y="465906"/>
                </a:cubicBezTo>
                <a:cubicBezTo>
                  <a:pt x="500574" y="465906"/>
                  <a:pt x="496932" y="462389"/>
                  <a:pt x="496932" y="457992"/>
                </a:cubicBezTo>
                <a:cubicBezTo>
                  <a:pt x="496932" y="453595"/>
                  <a:pt x="500449" y="449952"/>
                  <a:pt x="504846" y="449952"/>
                </a:cubicBezTo>
                <a:close/>
                <a:moveTo>
                  <a:pt x="2530763" y="448068"/>
                </a:moveTo>
                <a:cubicBezTo>
                  <a:pt x="2532144" y="448068"/>
                  <a:pt x="2533276" y="449073"/>
                  <a:pt x="2533276" y="450455"/>
                </a:cubicBezTo>
                <a:cubicBezTo>
                  <a:pt x="2533276" y="451837"/>
                  <a:pt x="2532271" y="452967"/>
                  <a:pt x="2530888" y="452967"/>
                </a:cubicBezTo>
                <a:cubicBezTo>
                  <a:pt x="2529632" y="452967"/>
                  <a:pt x="2528501" y="451962"/>
                  <a:pt x="2528501" y="450580"/>
                </a:cubicBezTo>
                <a:cubicBezTo>
                  <a:pt x="2528501" y="449198"/>
                  <a:pt x="2529632" y="448193"/>
                  <a:pt x="2530763" y="448068"/>
                </a:cubicBezTo>
                <a:close/>
                <a:moveTo>
                  <a:pt x="1687761" y="445054"/>
                </a:moveTo>
                <a:cubicBezTo>
                  <a:pt x="1695801" y="445054"/>
                  <a:pt x="1702458" y="451586"/>
                  <a:pt x="1702458" y="459625"/>
                </a:cubicBezTo>
                <a:cubicBezTo>
                  <a:pt x="1702458" y="467790"/>
                  <a:pt x="1695926" y="474322"/>
                  <a:pt x="1687886" y="474322"/>
                </a:cubicBezTo>
                <a:cubicBezTo>
                  <a:pt x="1679847" y="474322"/>
                  <a:pt x="1673315" y="467790"/>
                  <a:pt x="1673315" y="459751"/>
                </a:cubicBezTo>
                <a:cubicBezTo>
                  <a:pt x="1673189" y="451711"/>
                  <a:pt x="1679721" y="445179"/>
                  <a:pt x="1687761" y="445054"/>
                </a:cubicBezTo>
                <a:close/>
                <a:moveTo>
                  <a:pt x="1347848" y="443043"/>
                </a:moveTo>
                <a:cubicBezTo>
                  <a:pt x="1357771" y="443043"/>
                  <a:pt x="1365810" y="450957"/>
                  <a:pt x="1365810" y="460880"/>
                </a:cubicBezTo>
                <a:cubicBezTo>
                  <a:pt x="1365810" y="470804"/>
                  <a:pt x="1357897" y="478843"/>
                  <a:pt x="1347973" y="478843"/>
                </a:cubicBezTo>
                <a:cubicBezTo>
                  <a:pt x="1338049" y="478843"/>
                  <a:pt x="1330009" y="470930"/>
                  <a:pt x="1330009" y="461006"/>
                </a:cubicBezTo>
                <a:cubicBezTo>
                  <a:pt x="1330009" y="451082"/>
                  <a:pt x="1338049" y="443043"/>
                  <a:pt x="1347848" y="443043"/>
                </a:cubicBezTo>
                <a:close/>
                <a:moveTo>
                  <a:pt x="1602972" y="435506"/>
                </a:moveTo>
                <a:cubicBezTo>
                  <a:pt x="1611262" y="435381"/>
                  <a:pt x="1618046" y="442165"/>
                  <a:pt x="1618046" y="450455"/>
                </a:cubicBezTo>
                <a:cubicBezTo>
                  <a:pt x="1618171" y="458746"/>
                  <a:pt x="1611389" y="465529"/>
                  <a:pt x="1603097" y="465529"/>
                </a:cubicBezTo>
                <a:cubicBezTo>
                  <a:pt x="1594807" y="465654"/>
                  <a:pt x="1588023" y="458871"/>
                  <a:pt x="1588023" y="450580"/>
                </a:cubicBezTo>
                <a:cubicBezTo>
                  <a:pt x="1588023" y="442290"/>
                  <a:pt x="1594807" y="435506"/>
                  <a:pt x="1602972" y="435506"/>
                </a:cubicBezTo>
                <a:close/>
                <a:moveTo>
                  <a:pt x="1432511" y="434376"/>
                </a:moveTo>
                <a:cubicBezTo>
                  <a:pt x="1441807" y="434251"/>
                  <a:pt x="1449344" y="441788"/>
                  <a:pt x="1449344" y="451083"/>
                </a:cubicBezTo>
                <a:cubicBezTo>
                  <a:pt x="1449470" y="460379"/>
                  <a:pt x="1441933" y="467916"/>
                  <a:pt x="1432638" y="467916"/>
                </a:cubicBezTo>
                <a:cubicBezTo>
                  <a:pt x="1423341" y="468041"/>
                  <a:pt x="1415804" y="460504"/>
                  <a:pt x="1415804" y="451209"/>
                </a:cubicBezTo>
                <a:cubicBezTo>
                  <a:pt x="1415804" y="441913"/>
                  <a:pt x="1423341" y="434376"/>
                  <a:pt x="1432511" y="434376"/>
                </a:cubicBezTo>
                <a:close/>
                <a:moveTo>
                  <a:pt x="1517805" y="431863"/>
                </a:moveTo>
                <a:cubicBezTo>
                  <a:pt x="1526473" y="431863"/>
                  <a:pt x="1533633" y="438897"/>
                  <a:pt x="1533633" y="447564"/>
                </a:cubicBezTo>
                <a:cubicBezTo>
                  <a:pt x="1533633" y="456358"/>
                  <a:pt x="1526598" y="463392"/>
                  <a:pt x="1517931" y="463392"/>
                </a:cubicBezTo>
                <a:cubicBezTo>
                  <a:pt x="1509263" y="463392"/>
                  <a:pt x="1502229" y="456358"/>
                  <a:pt x="1502229" y="447690"/>
                </a:cubicBezTo>
                <a:cubicBezTo>
                  <a:pt x="1502103" y="439023"/>
                  <a:pt x="1509138" y="431863"/>
                  <a:pt x="1517805" y="431863"/>
                </a:cubicBezTo>
                <a:close/>
                <a:moveTo>
                  <a:pt x="1975671" y="429101"/>
                </a:moveTo>
                <a:cubicBezTo>
                  <a:pt x="1981198" y="429101"/>
                  <a:pt x="1985721" y="433497"/>
                  <a:pt x="1985721" y="439024"/>
                </a:cubicBezTo>
                <a:cubicBezTo>
                  <a:pt x="1985721" y="444424"/>
                  <a:pt x="1981324" y="448946"/>
                  <a:pt x="1975797" y="448946"/>
                </a:cubicBezTo>
                <a:cubicBezTo>
                  <a:pt x="1970269" y="448946"/>
                  <a:pt x="1965747" y="444551"/>
                  <a:pt x="1965747" y="439024"/>
                </a:cubicBezTo>
                <a:cubicBezTo>
                  <a:pt x="1965747" y="433497"/>
                  <a:pt x="1970269" y="428975"/>
                  <a:pt x="1975671" y="429101"/>
                </a:cubicBezTo>
                <a:close/>
                <a:moveTo>
                  <a:pt x="679952" y="427844"/>
                </a:moveTo>
                <a:cubicBezTo>
                  <a:pt x="685478" y="427844"/>
                  <a:pt x="690000" y="432241"/>
                  <a:pt x="690000" y="437768"/>
                </a:cubicBezTo>
                <a:cubicBezTo>
                  <a:pt x="690000" y="443169"/>
                  <a:pt x="685604" y="447691"/>
                  <a:pt x="680077" y="447691"/>
                </a:cubicBezTo>
                <a:cubicBezTo>
                  <a:pt x="674676" y="447691"/>
                  <a:pt x="670154" y="443295"/>
                  <a:pt x="670154" y="437768"/>
                </a:cubicBezTo>
                <a:cubicBezTo>
                  <a:pt x="670154" y="432366"/>
                  <a:pt x="674550" y="427844"/>
                  <a:pt x="679952" y="427844"/>
                </a:cubicBezTo>
                <a:close/>
                <a:moveTo>
                  <a:pt x="1059938" y="426714"/>
                </a:moveTo>
                <a:cubicBezTo>
                  <a:pt x="1068480" y="426714"/>
                  <a:pt x="1075514" y="433623"/>
                  <a:pt x="1075514" y="442165"/>
                </a:cubicBezTo>
                <a:cubicBezTo>
                  <a:pt x="1075514" y="450708"/>
                  <a:pt x="1068605" y="457742"/>
                  <a:pt x="1060063" y="457742"/>
                </a:cubicBezTo>
                <a:cubicBezTo>
                  <a:pt x="1051521" y="457742"/>
                  <a:pt x="1044487" y="450833"/>
                  <a:pt x="1044487" y="442291"/>
                </a:cubicBezTo>
                <a:cubicBezTo>
                  <a:pt x="1044487" y="433749"/>
                  <a:pt x="1051396" y="426839"/>
                  <a:pt x="1059938" y="426714"/>
                </a:cubicBezTo>
                <a:close/>
                <a:moveTo>
                  <a:pt x="2355655" y="425958"/>
                </a:moveTo>
                <a:cubicBezTo>
                  <a:pt x="2358796" y="425958"/>
                  <a:pt x="2361434" y="428596"/>
                  <a:pt x="2361434" y="431736"/>
                </a:cubicBezTo>
                <a:cubicBezTo>
                  <a:pt x="2361434" y="434877"/>
                  <a:pt x="2358796" y="437515"/>
                  <a:pt x="2355655" y="437515"/>
                </a:cubicBezTo>
                <a:cubicBezTo>
                  <a:pt x="2352515" y="437515"/>
                  <a:pt x="2349877" y="434877"/>
                  <a:pt x="2349877" y="431736"/>
                </a:cubicBezTo>
                <a:cubicBezTo>
                  <a:pt x="2349877" y="428596"/>
                  <a:pt x="2352389" y="425958"/>
                  <a:pt x="2355655" y="425958"/>
                </a:cubicBezTo>
                <a:close/>
                <a:moveTo>
                  <a:pt x="398445" y="422695"/>
                </a:moveTo>
                <a:cubicBezTo>
                  <a:pt x="400958" y="422695"/>
                  <a:pt x="403093" y="424830"/>
                  <a:pt x="403093" y="427343"/>
                </a:cubicBezTo>
                <a:cubicBezTo>
                  <a:pt x="403093" y="429855"/>
                  <a:pt x="401083" y="431991"/>
                  <a:pt x="398445" y="431991"/>
                </a:cubicBezTo>
                <a:cubicBezTo>
                  <a:pt x="395933" y="431991"/>
                  <a:pt x="393798" y="429981"/>
                  <a:pt x="393798" y="427343"/>
                </a:cubicBezTo>
                <a:cubicBezTo>
                  <a:pt x="393798" y="424705"/>
                  <a:pt x="395933" y="422695"/>
                  <a:pt x="398445" y="422695"/>
                </a:cubicBezTo>
                <a:close/>
                <a:moveTo>
                  <a:pt x="865108" y="420935"/>
                </a:moveTo>
                <a:cubicBezTo>
                  <a:pt x="870635" y="420935"/>
                  <a:pt x="875284" y="425457"/>
                  <a:pt x="875284" y="431109"/>
                </a:cubicBezTo>
                <a:cubicBezTo>
                  <a:pt x="875284" y="436636"/>
                  <a:pt x="870762" y="441284"/>
                  <a:pt x="865108" y="441284"/>
                </a:cubicBezTo>
                <a:cubicBezTo>
                  <a:pt x="859456" y="441284"/>
                  <a:pt x="854934" y="436762"/>
                  <a:pt x="854934" y="431109"/>
                </a:cubicBezTo>
                <a:cubicBezTo>
                  <a:pt x="854934" y="425582"/>
                  <a:pt x="859456" y="420935"/>
                  <a:pt x="865108" y="420935"/>
                </a:cubicBezTo>
                <a:close/>
                <a:moveTo>
                  <a:pt x="2170501" y="418423"/>
                </a:moveTo>
                <a:cubicBezTo>
                  <a:pt x="2174897" y="418423"/>
                  <a:pt x="2178541" y="421940"/>
                  <a:pt x="2178541" y="426337"/>
                </a:cubicBezTo>
                <a:cubicBezTo>
                  <a:pt x="2178541" y="430733"/>
                  <a:pt x="2175023" y="434377"/>
                  <a:pt x="2170626" y="434377"/>
                </a:cubicBezTo>
                <a:cubicBezTo>
                  <a:pt x="2166229" y="434377"/>
                  <a:pt x="2162586" y="430860"/>
                  <a:pt x="2162586" y="426463"/>
                </a:cubicBezTo>
                <a:cubicBezTo>
                  <a:pt x="2162586" y="422066"/>
                  <a:pt x="2166104" y="418423"/>
                  <a:pt x="2170501" y="418423"/>
                </a:cubicBezTo>
                <a:close/>
                <a:moveTo>
                  <a:pt x="1895278" y="398828"/>
                </a:moveTo>
                <a:cubicBezTo>
                  <a:pt x="1901683" y="398701"/>
                  <a:pt x="1906835" y="403852"/>
                  <a:pt x="1906835" y="410258"/>
                </a:cubicBezTo>
                <a:cubicBezTo>
                  <a:pt x="1906835" y="416665"/>
                  <a:pt x="1901810" y="421815"/>
                  <a:pt x="1895403" y="421815"/>
                </a:cubicBezTo>
                <a:cubicBezTo>
                  <a:pt x="1888996" y="421815"/>
                  <a:pt x="1883846" y="416665"/>
                  <a:pt x="1883846" y="410384"/>
                </a:cubicBezTo>
                <a:cubicBezTo>
                  <a:pt x="1883846" y="404103"/>
                  <a:pt x="1888996" y="398828"/>
                  <a:pt x="1895278" y="398828"/>
                </a:cubicBezTo>
                <a:close/>
                <a:moveTo>
                  <a:pt x="1140080" y="395184"/>
                </a:moveTo>
                <a:cubicBezTo>
                  <a:pt x="1150002" y="395184"/>
                  <a:pt x="1158042" y="403098"/>
                  <a:pt x="1158042" y="413022"/>
                </a:cubicBezTo>
                <a:cubicBezTo>
                  <a:pt x="1158042" y="422945"/>
                  <a:pt x="1150129" y="430984"/>
                  <a:pt x="1140205" y="430984"/>
                </a:cubicBezTo>
                <a:cubicBezTo>
                  <a:pt x="1130281" y="430984"/>
                  <a:pt x="1122242" y="423071"/>
                  <a:pt x="1122242" y="413147"/>
                </a:cubicBezTo>
                <a:cubicBezTo>
                  <a:pt x="1122117" y="403223"/>
                  <a:pt x="1130156" y="395184"/>
                  <a:pt x="1140080" y="395184"/>
                </a:cubicBezTo>
                <a:close/>
                <a:moveTo>
                  <a:pt x="569786" y="392924"/>
                </a:moveTo>
                <a:cubicBezTo>
                  <a:pt x="575188" y="392924"/>
                  <a:pt x="579584" y="397195"/>
                  <a:pt x="579584" y="402595"/>
                </a:cubicBezTo>
                <a:cubicBezTo>
                  <a:pt x="579584" y="407997"/>
                  <a:pt x="575313" y="412393"/>
                  <a:pt x="569911" y="412393"/>
                </a:cubicBezTo>
                <a:cubicBezTo>
                  <a:pt x="564511" y="412393"/>
                  <a:pt x="560115" y="408122"/>
                  <a:pt x="560115" y="402722"/>
                </a:cubicBezTo>
                <a:cubicBezTo>
                  <a:pt x="560115" y="397320"/>
                  <a:pt x="564386" y="392924"/>
                  <a:pt x="569786" y="392924"/>
                </a:cubicBezTo>
                <a:close/>
                <a:moveTo>
                  <a:pt x="2465442" y="391543"/>
                </a:moveTo>
                <a:cubicBezTo>
                  <a:pt x="2467829" y="391543"/>
                  <a:pt x="2469713" y="393301"/>
                  <a:pt x="2469713" y="395688"/>
                </a:cubicBezTo>
                <a:cubicBezTo>
                  <a:pt x="2469839" y="398075"/>
                  <a:pt x="2467829" y="399960"/>
                  <a:pt x="2465567" y="399960"/>
                </a:cubicBezTo>
                <a:cubicBezTo>
                  <a:pt x="2463182" y="399960"/>
                  <a:pt x="2461297" y="398075"/>
                  <a:pt x="2461297" y="395815"/>
                </a:cubicBezTo>
                <a:cubicBezTo>
                  <a:pt x="2461297" y="393428"/>
                  <a:pt x="2463182" y="391543"/>
                  <a:pt x="2465442" y="391543"/>
                </a:cubicBezTo>
                <a:close/>
                <a:moveTo>
                  <a:pt x="750296" y="379732"/>
                </a:moveTo>
                <a:cubicBezTo>
                  <a:pt x="755698" y="379732"/>
                  <a:pt x="760094" y="384003"/>
                  <a:pt x="760094" y="389404"/>
                </a:cubicBezTo>
                <a:cubicBezTo>
                  <a:pt x="760220" y="394806"/>
                  <a:pt x="755823" y="399203"/>
                  <a:pt x="750422" y="399203"/>
                </a:cubicBezTo>
                <a:cubicBezTo>
                  <a:pt x="745021" y="399328"/>
                  <a:pt x="740624" y="394931"/>
                  <a:pt x="740624" y="389531"/>
                </a:cubicBezTo>
                <a:cubicBezTo>
                  <a:pt x="740624" y="384129"/>
                  <a:pt x="745021" y="379857"/>
                  <a:pt x="750296" y="379732"/>
                </a:cubicBezTo>
                <a:close/>
                <a:moveTo>
                  <a:pt x="940353" y="378980"/>
                </a:moveTo>
                <a:cubicBezTo>
                  <a:pt x="947135" y="378853"/>
                  <a:pt x="952787" y="384380"/>
                  <a:pt x="952787" y="391289"/>
                </a:cubicBezTo>
                <a:cubicBezTo>
                  <a:pt x="952914" y="398073"/>
                  <a:pt x="947387" y="403726"/>
                  <a:pt x="940478" y="403726"/>
                </a:cubicBezTo>
                <a:cubicBezTo>
                  <a:pt x="933694" y="403851"/>
                  <a:pt x="928042" y="398324"/>
                  <a:pt x="928042" y="391415"/>
                </a:cubicBezTo>
                <a:cubicBezTo>
                  <a:pt x="928042" y="384632"/>
                  <a:pt x="933569" y="379105"/>
                  <a:pt x="940353" y="378980"/>
                </a:cubicBezTo>
                <a:close/>
                <a:moveTo>
                  <a:pt x="2094752" y="378353"/>
                </a:moveTo>
                <a:cubicBezTo>
                  <a:pt x="2099652" y="378353"/>
                  <a:pt x="2103671" y="382247"/>
                  <a:pt x="2103671" y="387145"/>
                </a:cubicBezTo>
                <a:cubicBezTo>
                  <a:pt x="2103671" y="392044"/>
                  <a:pt x="2099778" y="396064"/>
                  <a:pt x="2094879" y="396064"/>
                </a:cubicBezTo>
                <a:cubicBezTo>
                  <a:pt x="2089980" y="396064"/>
                  <a:pt x="2085960" y="392170"/>
                  <a:pt x="2085960" y="387272"/>
                </a:cubicBezTo>
                <a:cubicBezTo>
                  <a:pt x="2085960" y="382372"/>
                  <a:pt x="2089855" y="378353"/>
                  <a:pt x="2094752" y="378353"/>
                </a:cubicBezTo>
                <a:close/>
                <a:moveTo>
                  <a:pt x="2284935" y="376845"/>
                </a:moveTo>
                <a:cubicBezTo>
                  <a:pt x="2288830" y="376845"/>
                  <a:pt x="2291971" y="379985"/>
                  <a:pt x="2291971" y="383879"/>
                </a:cubicBezTo>
                <a:cubicBezTo>
                  <a:pt x="2291971" y="387774"/>
                  <a:pt x="2288830" y="391039"/>
                  <a:pt x="2284935" y="391039"/>
                </a:cubicBezTo>
                <a:cubicBezTo>
                  <a:pt x="2281041" y="391039"/>
                  <a:pt x="2277900" y="387899"/>
                  <a:pt x="2277900" y="384005"/>
                </a:cubicBezTo>
                <a:cubicBezTo>
                  <a:pt x="2277774" y="380111"/>
                  <a:pt x="2281041" y="376845"/>
                  <a:pt x="2284935" y="376845"/>
                </a:cubicBezTo>
                <a:close/>
                <a:moveTo>
                  <a:pt x="1813126" y="374206"/>
                </a:moveTo>
                <a:cubicBezTo>
                  <a:pt x="1820412" y="374081"/>
                  <a:pt x="1826442" y="380110"/>
                  <a:pt x="1826442" y="387397"/>
                </a:cubicBezTo>
                <a:cubicBezTo>
                  <a:pt x="1826442" y="394682"/>
                  <a:pt x="1820537" y="400712"/>
                  <a:pt x="1813252" y="400712"/>
                </a:cubicBezTo>
                <a:cubicBezTo>
                  <a:pt x="1805966" y="400837"/>
                  <a:pt x="1799936" y="394807"/>
                  <a:pt x="1799936" y="387522"/>
                </a:cubicBezTo>
                <a:cubicBezTo>
                  <a:pt x="1799936" y="380110"/>
                  <a:pt x="1805841" y="374206"/>
                  <a:pt x="1813126" y="374206"/>
                </a:cubicBezTo>
                <a:close/>
                <a:moveTo>
                  <a:pt x="1222108" y="370941"/>
                </a:moveTo>
                <a:cubicBezTo>
                  <a:pt x="1232409" y="370816"/>
                  <a:pt x="1240824" y="379106"/>
                  <a:pt x="1240824" y="389407"/>
                </a:cubicBezTo>
                <a:cubicBezTo>
                  <a:pt x="1240824" y="399707"/>
                  <a:pt x="1232534" y="408124"/>
                  <a:pt x="1222233" y="408124"/>
                </a:cubicBezTo>
                <a:cubicBezTo>
                  <a:pt x="1211933" y="408249"/>
                  <a:pt x="1203517" y="399959"/>
                  <a:pt x="1203517" y="389658"/>
                </a:cubicBezTo>
                <a:cubicBezTo>
                  <a:pt x="1203391" y="379358"/>
                  <a:pt x="1211681" y="371066"/>
                  <a:pt x="1222108" y="370941"/>
                </a:cubicBezTo>
                <a:close/>
                <a:moveTo>
                  <a:pt x="461253" y="366166"/>
                </a:moveTo>
                <a:cubicBezTo>
                  <a:pt x="463137" y="366166"/>
                  <a:pt x="464770" y="367674"/>
                  <a:pt x="464770" y="369684"/>
                </a:cubicBezTo>
                <a:cubicBezTo>
                  <a:pt x="464770" y="371568"/>
                  <a:pt x="463262" y="373201"/>
                  <a:pt x="461253" y="373201"/>
                </a:cubicBezTo>
                <a:cubicBezTo>
                  <a:pt x="459368" y="373201"/>
                  <a:pt x="457736" y="371694"/>
                  <a:pt x="457736" y="369684"/>
                </a:cubicBezTo>
                <a:cubicBezTo>
                  <a:pt x="457736" y="367674"/>
                  <a:pt x="459368" y="366041"/>
                  <a:pt x="461253" y="366166"/>
                </a:cubicBezTo>
                <a:close/>
                <a:moveTo>
                  <a:pt x="1729715" y="362901"/>
                </a:moveTo>
                <a:cubicBezTo>
                  <a:pt x="1733735" y="362901"/>
                  <a:pt x="1737000" y="366168"/>
                  <a:pt x="1737000" y="370186"/>
                </a:cubicBezTo>
                <a:cubicBezTo>
                  <a:pt x="1737000" y="374207"/>
                  <a:pt x="1733735" y="377472"/>
                  <a:pt x="1729715" y="377472"/>
                </a:cubicBezTo>
                <a:cubicBezTo>
                  <a:pt x="1725696" y="377472"/>
                  <a:pt x="1722429" y="374207"/>
                  <a:pt x="1722429" y="370186"/>
                </a:cubicBezTo>
                <a:cubicBezTo>
                  <a:pt x="1722429" y="366168"/>
                  <a:pt x="1725696" y="362901"/>
                  <a:pt x="1729715" y="362901"/>
                </a:cubicBezTo>
                <a:close/>
                <a:moveTo>
                  <a:pt x="1305389" y="357373"/>
                </a:moveTo>
                <a:cubicBezTo>
                  <a:pt x="1313303" y="357373"/>
                  <a:pt x="1319835" y="363779"/>
                  <a:pt x="1319835" y="371692"/>
                </a:cubicBezTo>
                <a:cubicBezTo>
                  <a:pt x="1319835" y="379606"/>
                  <a:pt x="1313429" y="386138"/>
                  <a:pt x="1305516" y="386138"/>
                </a:cubicBezTo>
                <a:cubicBezTo>
                  <a:pt x="1297602" y="386138"/>
                  <a:pt x="1291070" y="379731"/>
                  <a:pt x="1291070" y="371819"/>
                </a:cubicBezTo>
                <a:cubicBezTo>
                  <a:pt x="1291070" y="363779"/>
                  <a:pt x="1297477" y="357373"/>
                  <a:pt x="1305389" y="357373"/>
                </a:cubicBezTo>
                <a:close/>
                <a:moveTo>
                  <a:pt x="1645303" y="350464"/>
                </a:moveTo>
                <a:cubicBezTo>
                  <a:pt x="1649826" y="350464"/>
                  <a:pt x="1653470" y="354106"/>
                  <a:pt x="1653470" y="358629"/>
                </a:cubicBezTo>
                <a:cubicBezTo>
                  <a:pt x="1653470" y="363278"/>
                  <a:pt x="1649826" y="366920"/>
                  <a:pt x="1645303" y="366920"/>
                </a:cubicBezTo>
                <a:cubicBezTo>
                  <a:pt x="1640656" y="366920"/>
                  <a:pt x="1637013" y="363278"/>
                  <a:pt x="1637013" y="358754"/>
                </a:cubicBezTo>
                <a:cubicBezTo>
                  <a:pt x="1637013" y="354233"/>
                  <a:pt x="1640656" y="350589"/>
                  <a:pt x="1645303" y="350464"/>
                </a:cubicBezTo>
                <a:close/>
                <a:moveTo>
                  <a:pt x="2016747" y="349209"/>
                </a:moveTo>
                <a:cubicBezTo>
                  <a:pt x="2018883" y="349209"/>
                  <a:pt x="2020515" y="350842"/>
                  <a:pt x="2020515" y="352978"/>
                </a:cubicBezTo>
                <a:cubicBezTo>
                  <a:pt x="2020515" y="354988"/>
                  <a:pt x="2018883" y="356746"/>
                  <a:pt x="2016747" y="356746"/>
                </a:cubicBezTo>
                <a:cubicBezTo>
                  <a:pt x="2014736" y="356746"/>
                  <a:pt x="2012978" y="354988"/>
                  <a:pt x="2012978" y="352978"/>
                </a:cubicBezTo>
                <a:cubicBezTo>
                  <a:pt x="2012978" y="350968"/>
                  <a:pt x="2014611" y="349209"/>
                  <a:pt x="2016747" y="349209"/>
                </a:cubicBezTo>
                <a:close/>
                <a:moveTo>
                  <a:pt x="1389802" y="347325"/>
                </a:moveTo>
                <a:cubicBezTo>
                  <a:pt x="1396586" y="347325"/>
                  <a:pt x="1402238" y="352852"/>
                  <a:pt x="1402238" y="359635"/>
                </a:cubicBezTo>
                <a:cubicBezTo>
                  <a:pt x="1402363" y="366418"/>
                  <a:pt x="1396711" y="372071"/>
                  <a:pt x="1389928" y="372071"/>
                </a:cubicBezTo>
                <a:cubicBezTo>
                  <a:pt x="1383145" y="372071"/>
                  <a:pt x="1377492" y="366544"/>
                  <a:pt x="1377492" y="359761"/>
                </a:cubicBezTo>
                <a:cubicBezTo>
                  <a:pt x="1377492" y="352852"/>
                  <a:pt x="1383019" y="347325"/>
                  <a:pt x="1389802" y="347325"/>
                </a:cubicBezTo>
                <a:close/>
                <a:moveTo>
                  <a:pt x="637745" y="346949"/>
                </a:moveTo>
                <a:cubicBezTo>
                  <a:pt x="640132" y="346949"/>
                  <a:pt x="642016" y="348834"/>
                  <a:pt x="642016" y="351094"/>
                </a:cubicBezTo>
                <a:cubicBezTo>
                  <a:pt x="642016" y="353481"/>
                  <a:pt x="640257" y="355366"/>
                  <a:pt x="637871" y="355366"/>
                </a:cubicBezTo>
                <a:cubicBezTo>
                  <a:pt x="635484" y="355366"/>
                  <a:pt x="633600" y="353481"/>
                  <a:pt x="633600" y="351220"/>
                </a:cubicBezTo>
                <a:cubicBezTo>
                  <a:pt x="633600" y="348834"/>
                  <a:pt x="635484" y="346949"/>
                  <a:pt x="637745" y="346949"/>
                </a:cubicBezTo>
                <a:close/>
                <a:moveTo>
                  <a:pt x="1018359" y="345441"/>
                </a:moveTo>
                <a:cubicBezTo>
                  <a:pt x="1024389" y="345441"/>
                  <a:pt x="1029414" y="350466"/>
                  <a:pt x="1029414" y="356495"/>
                </a:cubicBezTo>
                <a:cubicBezTo>
                  <a:pt x="1029414" y="362650"/>
                  <a:pt x="1024515" y="367675"/>
                  <a:pt x="1018359" y="367675"/>
                </a:cubicBezTo>
                <a:cubicBezTo>
                  <a:pt x="1012330" y="367675"/>
                  <a:pt x="1007305" y="362775"/>
                  <a:pt x="1007305" y="356621"/>
                </a:cubicBezTo>
                <a:cubicBezTo>
                  <a:pt x="1007305" y="350591"/>
                  <a:pt x="1012204" y="345566"/>
                  <a:pt x="1018359" y="345441"/>
                </a:cubicBezTo>
                <a:close/>
                <a:moveTo>
                  <a:pt x="1560137" y="343179"/>
                </a:moveTo>
                <a:cubicBezTo>
                  <a:pt x="1565664" y="343179"/>
                  <a:pt x="1570187" y="347576"/>
                  <a:pt x="1570187" y="353103"/>
                </a:cubicBezTo>
                <a:cubicBezTo>
                  <a:pt x="1570187" y="358630"/>
                  <a:pt x="1565790" y="363152"/>
                  <a:pt x="1560263" y="363152"/>
                </a:cubicBezTo>
                <a:cubicBezTo>
                  <a:pt x="1554735" y="363152"/>
                  <a:pt x="1550213" y="358755"/>
                  <a:pt x="1550213" y="353228"/>
                </a:cubicBezTo>
                <a:cubicBezTo>
                  <a:pt x="1550213" y="347701"/>
                  <a:pt x="1554610" y="343179"/>
                  <a:pt x="1560137" y="343179"/>
                </a:cubicBezTo>
                <a:close/>
                <a:moveTo>
                  <a:pt x="2397233" y="342803"/>
                </a:moveTo>
                <a:cubicBezTo>
                  <a:pt x="2398363" y="342803"/>
                  <a:pt x="2399242" y="343683"/>
                  <a:pt x="2399242" y="344813"/>
                </a:cubicBezTo>
                <a:cubicBezTo>
                  <a:pt x="2399242" y="345943"/>
                  <a:pt x="2398363" y="346823"/>
                  <a:pt x="2397233" y="346823"/>
                </a:cubicBezTo>
                <a:cubicBezTo>
                  <a:pt x="2396103" y="346823"/>
                  <a:pt x="2395223" y="345943"/>
                  <a:pt x="2395223" y="344813"/>
                </a:cubicBezTo>
                <a:cubicBezTo>
                  <a:pt x="2395223" y="343683"/>
                  <a:pt x="2396103" y="342803"/>
                  <a:pt x="2397233" y="342803"/>
                </a:cubicBezTo>
                <a:close/>
                <a:moveTo>
                  <a:pt x="823405" y="341422"/>
                </a:moveTo>
                <a:cubicBezTo>
                  <a:pt x="825792" y="341422"/>
                  <a:pt x="827676" y="343181"/>
                  <a:pt x="827676" y="345568"/>
                </a:cubicBezTo>
                <a:cubicBezTo>
                  <a:pt x="827676" y="347828"/>
                  <a:pt x="825792" y="349713"/>
                  <a:pt x="823530" y="349713"/>
                </a:cubicBezTo>
                <a:cubicBezTo>
                  <a:pt x="821144" y="349713"/>
                  <a:pt x="819260" y="347955"/>
                  <a:pt x="819260" y="345568"/>
                </a:cubicBezTo>
                <a:cubicBezTo>
                  <a:pt x="819260" y="343181"/>
                  <a:pt x="821144" y="341296"/>
                  <a:pt x="823405" y="341422"/>
                </a:cubicBezTo>
                <a:close/>
                <a:moveTo>
                  <a:pt x="1474844" y="341044"/>
                </a:moveTo>
                <a:cubicBezTo>
                  <a:pt x="1481626" y="341044"/>
                  <a:pt x="1487278" y="346571"/>
                  <a:pt x="1487278" y="353354"/>
                </a:cubicBezTo>
                <a:cubicBezTo>
                  <a:pt x="1487278" y="360263"/>
                  <a:pt x="1481751" y="365790"/>
                  <a:pt x="1474969" y="365790"/>
                </a:cubicBezTo>
                <a:cubicBezTo>
                  <a:pt x="1468060" y="365790"/>
                  <a:pt x="1462533" y="360263"/>
                  <a:pt x="1462533" y="353480"/>
                </a:cubicBezTo>
                <a:cubicBezTo>
                  <a:pt x="1462533" y="346696"/>
                  <a:pt x="1468060" y="341169"/>
                  <a:pt x="1474844" y="341044"/>
                </a:cubicBezTo>
                <a:close/>
                <a:moveTo>
                  <a:pt x="2211576" y="337652"/>
                </a:moveTo>
                <a:cubicBezTo>
                  <a:pt x="2213209" y="337652"/>
                  <a:pt x="2214464" y="338909"/>
                  <a:pt x="2214464" y="340542"/>
                </a:cubicBezTo>
                <a:cubicBezTo>
                  <a:pt x="2214464" y="342174"/>
                  <a:pt x="2213209" y="343431"/>
                  <a:pt x="2211576" y="343431"/>
                </a:cubicBezTo>
                <a:cubicBezTo>
                  <a:pt x="2209942" y="343431"/>
                  <a:pt x="2208686" y="342174"/>
                  <a:pt x="2208686" y="340542"/>
                </a:cubicBezTo>
                <a:cubicBezTo>
                  <a:pt x="2208686" y="338909"/>
                  <a:pt x="2209942" y="337652"/>
                  <a:pt x="2211576" y="337652"/>
                </a:cubicBezTo>
                <a:close/>
                <a:moveTo>
                  <a:pt x="1936605" y="319187"/>
                </a:moveTo>
                <a:cubicBezTo>
                  <a:pt x="1939117" y="319187"/>
                  <a:pt x="1941252" y="321322"/>
                  <a:pt x="1941252" y="323835"/>
                </a:cubicBezTo>
                <a:cubicBezTo>
                  <a:pt x="1941252" y="326347"/>
                  <a:pt x="1939117" y="328483"/>
                  <a:pt x="1936605" y="328483"/>
                </a:cubicBezTo>
                <a:cubicBezTo>
                  <a:pt x="1934092" y="328483"/>
                  <a:pt x="1931957" y="326473"/>
                  <a:pt x="1931957" y="323835"/>
                </a:cubicBezTo>
                <a:cubicBezTo>
                  <a:pt x="1931957" y="321322"/>
                  <a:pt x="1933967" y="319187"/>
                  <a:pt x="1936605" y="319187"/>
                </a:cubicBezTo>
                <a:close/>
                <a:moveTo>
                  <a:pt x="1098125" y="315921"/>
                </a:moveTo>
                <a:cubicBezTo>
                  <a:pt x="1104280" y="315921"/>
                  <a:pt x="1109305" y="320820"/>
                  <a:pt x="1109305" y="326975"/>
                </a:cubicBezTo>
                <a:cubicBezTo>
                  <a:pt x="1109305" y="333004"/>
                  <a:pt x="1104406" y="338029"/>
                  <a:pt x="1098250" y="338029"/>
                </a:cubicBezTo>
                <a:cubicBezTo>
                  <a:pt x="1092221" y="338029"/>
                  <a:pt x="1087196" y="333130"/>
                  <a:pt x="1087196" y="326975"/>
                </a:cubicBezTo>
                <a:cubicBezTo>
                  <a:pt x="1087196" y="320820"/>
                  <a:pt x="1092095" y="315794"/>
                  <a:pt x="1098125" y="315921"/>
                </a:cubicBezTo>
                <a:close/>
                <a:moveTo>
                  <a:pt x="527075" y="311900"/>
                </a:moveTo>
                <a:cubicBezTo>
                  <a:pt x="528959" y="311900"/>
                  <a:pt x="530592" y="313408"/>
                  <a:pt x="530592" y="315418"/>
                </a:cubicBezTo>
                <a:cubicBezTo>
                  <a:pt x="530592" y="317302"/>
                  <a:pt x="529084" y="318935"/>
                  <a:pt x="527075" y="318935"/>
                </a:cubicBezTo>
                <a:cubicBezTo>
                  <a:pt x="525190" y="318935"/>
                  <a:pt x="523558" y="317428"/>
                  <a:pt x="523558" y="315418"/>
                </a:cubicBezTo>
                <a:cubicBezTo>
                  <a:pt x="523558" y="313408"/>
                  <a:pt x="525065" y="311775"/>
                  <a:pt x="527075" y="311900"/>
                </a:cubicBezTo>
                <a:close/>
                <a:moveTo>
                  <a:pt x="898899" y="301727"/>
                </a:moveTo>
                <a:cubicBezTo>
                  <a:pt x="901286" y="301727"/>
                  <a:pt x="903170" y="303612"/>
                  <a:pt x="903170" y="305872"/>
                </a:cubicBezTo>
                <a:cubicBezTo>
                  <a:pt x="903170" y="308259"/>
                  <a:pt x="901411" y="310144"/>
                  <a:pt x="899024" y="310144"/>
                </a:cubicBezTo>
                <a:cubicBezTo>
                  <a:pt x="896638" y="310144"/>
                  <a:pt x="894754" y="308259"/>
                  <a:pt x="894754" y="305999"/>
                </a:cubicBezTo>
                <a:cubicBezTo>
                  <a:pt x="894754" y="303612"/>
                  <a:pt x="896638" y="301727"/>
                  <a:pt x="898899" y="301727"/>
                </a:cubicBezTo>
                <a:close/>
                <a:moveTo>
                  <a:pt x="708467" y="299214"/>
                </a:moveTo>
                <a:cubicBezTo>
                  <a:pt x="710854" y="299089"/>
                  <a:pt x="712738" y="301099"/>
                  <a:pt x="712738" y="303359"/>
                </a:cubicBezTo>
                <a:cubicBezTo>
                  <a:pt x="712738" y="305746"/>
                  <a:pt x="710854" y="307630"/>
                  <a:pt x="708593" y="307630"/>
                </a:cubicBezTo>
                <a:cubicBezTo>
                  <a:pt x="706206" y="307630"/>
                  <a:pt x="704322" y="305871"/>
                  <a:pt x="704322" y="303485"/>
                </a:cubicBezTo>
                <a:cubicBezTo>
                  <a:pt x="704322" y="301224"/>
                  <a:pt x="706206" y="299339"/>
                  <a:pt x="708467" y="299214"/>
                </a:cubicBezTo>
                <a:close/>
                <a:moveTo>
                  <a:pt x="2135829" y="298335"/>
                </a:moveTo>
                <a:cubicBezTo>
                  <a:pt x="2137588" y="298335"/>
                  <a:pt x="2138971" y="299717"/>
                  <a:pt x="2138971" y="301475"/>
                </a:cubicBezTo>
                <a:cubicBezTo>
                  <a:pt x="2138971" y="303234"/>
                  <a:pt x="2137588" y="304616"/>
                  <a:pt x="2135829" y="304616"/>
                </a:cubicBezTo>
                <a:cubicBezTo>
                  <a:pt x="2134071" y="304616"/>
                  <a:pt x="2132689" y="303234"/>
                  <a:pt x="2132689" y="301475"/>
                </a:cubicBezTo>
                <a:cubicBezTo>
                  <a:pt x="2132689" y="299842"/>
                  <a:pt x="2134071" y="298335"/>
                  <a:pt x="2135829" y="298335"/>
                </a:cubicBezTo>
                <a:close/>
                <a:moveTo>
                  <a:pt x="2326260" y="295320"/>
                </a:moveTo>
                <a:cubicBezTo>
                  <a:pt x="2327515" y="295320"/>
                  <a:pt x="2328647" y="296325"/>
                  <a:pt x="2328647" y="297708"/>
                </a:cubicBezTo>
                <a:cubicBezTo>
                  <a:pt x="2328647" y="298963"/>
                  <a:pt x="2327642" y="300095"/>
                  <a:pt x="2326260" y="300095"/>
                </a:cubicBezTo>
                <a:cubicBezTo>
                  <a:pt x="2324878" y="300220"/>
                  <a:pt x="2323748" y="299090"/>
                  <a:pt x="2323748" y="297708"/>
                </a:cubicBezTo>
                <a:cubicBezTo>
                  <a:pt x="2323748" y="296325"/>
                  <a:pt x="2324878" y="295195"/>
                  <a:pt x="2326260" y="295320"/>
                </a:cubicBezTo>
                <a:close/>
                <a:moveTo>
                  <a:pt x="1854579" y="293687"/>
                </a:moveTo>
                <a:cubicBezTo>
                  <a:pt x="1858096" y="293687"/>
                  <a:pt x="1860859" y="296451"/>
                  <a:pt x="1860859" y="299842"/>
                </a:cubicBezTo>
                <a:cubicBezTo>
                  <a:pt x="1860859" y="303234"/>
                  <a:pt x="1858096" y="305998"/>
                  <a:pt x="1854704" y="305998"/>
                </a:cubicBezTo>
                <a:cubicBezTo>
                  <a:pt x="1851314" y="305998"/>
                  <a:pt x="1848549" y="303234"/>
                  <a:pt x="1848549" y="299842"/>
                </a:cubicBezTo>
                <a:cubicBezTo>
                  <a:pt x="1848549" y="296451"/>
                  <a:pt x="1851314" y="293687"/>
                  <a:pt x="1854579" y="293687"/>
                </a:cubicBezTo>
                <a:close/>
                <a:moveTo>
                  <a:pt x="1179900" y="287658"/>
                </a:moveTo>
                <a:cubicBezTo>
                  <a:pt x="1187940" y="287658"/>
                  <a:pt x="1194597" y="294190"/>
                  <a:pt x="1194597" y="302229"/>
                </a:cubicBezTo>
                <a:cubicBezTo>
                  <a:pt x="1194597" y="310394"/>
                  <a:pt x="1188065" y="316926"/>
                  <a:pt x="1180025" y="316926"/>
                </a:cubicBezTo>
                <a:cubicBezTo>
                  <a:pt x="1171986" y="316926"/>
                  <a:pt x="1165329" y="310394"/>
                  <a:pt x="1165329" y="302355"/>
                </a:cubicBezTo>
                <a:cubicBezTo>
                  <a:pt x="1165329" y="294315"/>
                  <a:pt x="1171861" y="287783"/>
                  <a:pt x="1179900" y="287658"/>
                </a:cubicBezTo>
                <a:close/>
                <a:moveTo>
                  <a:pt x="1771546" y="279116"/>
                </a:moveTo>
                <a:cubicBezTo>
                  <a:pt x="1772676" y="279116"/>
                  <a:pt x="1773555" y="279996"/>
                  <a:pt x="1773555" y="281126"/>
                </a:cubicBezTo>
                <a:cubicBezTo>
                  <a:pt x="1773555" y="282256"/>
                  <a:pt x="1772676" y="283136"/>
                  <a:pt x="1771546" y="283136"/>
                </a:cubicBezTo>
                <a:cubicBezTo>
                  <a:pt x="1770416" y="283136"/>
                  <a:pt x="1769536" y="282256"/>
                  <a:pt x="1769536" y="281126"/>
                </a:cubicBezTo>
                <a:cubicBezTo>
                  <a:pt x="1769536" y="280121"/>
                  <a:pt x="1770416" y="279241"/>
                  <a:pt x="1771546" y="279116"/>
                </a:cubicBezTo>
                <a:close/>
                <a:moveTo>
                  <a:pt x="1262933" y="270197"/>
                </a:moveTo>
                <a:cubicBezTo>
                  <a:pt x="1270093" y="270197"/>
                  <a:pt x="1275870" y="275975"/>
                  <a:pt x="1275870" y="283010"/>
                </a:cubicBezTo>
                <a:cubicBezTo>
                  <a:pt x="1275870" y="290170"/>
                  <a:pt x="1270093" y="295948"/>
                  <a:pt x="1263058" y="295948"/>
                </a:cubicBezTo>
                <a:cubicBezTo>
                  <a:pt x="1255898" y="295948"/>
                  <a:pt x="1250119" y="290170"/>
                  <a:pt x="1250119" y="283136"/>
                </a:cubicBezTo>
                <a:cubicBezTo>
                  <a:pt x="1250119" y="275975"/>
                  <a:pt x="1255898" y="270197"/>
                  <a:pt x="1262933" y="270197"/>
                </a:cubicBezTo>
                <a:close/>
                <a:moveTo>
                  <a:pt x="976780" y="268061"/>
                </a:moveTo>
                <a:cubicBezTo>
                  <a:pt x="978413" y="268061"/>
                  <a:pt x="979669" y="269318"/>
                  <a:pt x="979669" y="270951"/>
                </a:cubicBezTo>
                <a:cubicBezTo>
                  <a:pt x="979669" y="272583"/>
                  <a:pt x="978413" y="273839"/>
                  <a:pt x="976780" y="273839"/>
                </a:cubicBezTo>
                <a:cubicBezTo>
                  <a:pt x="975146" y="273839"/>
                  <a:pt x="973891" y="272583"/>
                  <a:pt x="973891" y="270951"/>
                </a:cubicBezTo>
                <a:cubicBezTo>
                  <a:pt x="973891" y="269443"/>
                  <a:pt x="975146" y="268061"/>
                  <a:pt x="976780" y="268061"/>
                </a:cubicBezTo>
                <a:close/>
                <a:moveTo>
                  <a:pt x="2057698" y="266178"/>
                </a:moveTo>
                <a:cubicBezTo>
                  <a:pt x="2058201" y="266178"/>
                  <a:pt x="2058577" y="266555"/>
                  <a:pt x="2058577" y="267058"/>
                </a:cubicBezTo>
                <a:cubicBezTo>
                  <a:pt x="2058577" y="267561"/>
                  <a:pt x="2058201" y="267937"/>
                  <a:pt x="2057698" y="267937"/>
                </a:cubicBezTo>
                <a:cubicBezTo>
                  <a:pt x="2057196" y="267937"/>
                  <a:pt x="2056818" y="267561"/>
                  <a:pt x="2056818" y="267058"/>
                </a:cubicBezTo>
                <a:cubicBezTo>
                  <a:pt x="2056818" y="266555"/>
                  <a:pt x="2057196" y="266178"/>
                  <a:pt x="2057698" y="266178"/>
                </a:cubicBezTo>
                <a:close/>
                <a:moveTo>
                  <a:pt x="1687133" y="265549"/>
                </a:moveTo>
                <a:cubicBezTo>
                  <a:pt x="1688515" y="265549"/>
                  <a:pt x="1689645" y="266554"/>
                  <a:pt x="1689645" y="267936"/>
                </a:cubicBezTo>
                <a:cubicBezTo>
                  <a:pt x="1689645" y="269193"/>
                  <a:pt x="1688640" y="270323"/>
                  <a:pt x="1687259" y="270323"/>
                </a:cubicBezTo>
                <a:cubicBezTo>
                  <a:pt x="1686003" y="270323"/>
                  <a:pt x="1684872" y="269318"/>
                  <a:pt x="1684872" y="267936"/>
                </a:cubicBezTo>
                <a:cubicBezTo>
                  <a:pt x="1684872" y="266554"/>
                  <a:pt x="1686003" y="265424"/>
                  <a:pt x="1687133" y="265549"/>
                </a:cubicBezTo>
                <a:close/>
                <a:moveTo>
                  <a:pt x="595659" y="263414"/>
                </a:moveTo>
                <a:cubicBezTo>
                  <a:pt x="596288" y="263414"/>
                  <a:pt x="596790" y="263916"/>
                  <a:pt x="596790" y="264544"/>
                </a:cubicBezTo>
                <a:cubicBezTo>
                  <a:pt x="596790" y="265173"/>
                  <a:pt x="596288" y="265675"/>
                  <a:pt x="595659" y="265675"/>
                </a:cubicBezTo>
                <a:cubicBezTo>
                  <a:pt x="595032" y="265675"/>
                  <a:pt x="594530" y="265173"/>
                  <a:pt x="594530" y="264544"/>
                </a:cubicBezTo>
                <a:cubicBezTo>
                  <a:pt x="594404" y="264042"/>
                  <a:pt x="595032" y="263414"/>
                  <a:pt x="595659" y="263414"/>
                </a:cubicBezTo>
                <a:close/>
                <a:moveTo>
                  <a:pt x="781825" y="258767"/>
                </a:moveTo>
                <a:cubicBezTo>
                  <a:pt x="782452" y="258767"/>
                  <a:pt x="782956" y="259269"/>
                  <a:pt x="782956" y="259897"/>
                </a:cubicBezTo>
                <a:cubicBezTo>
                  <a:pt x="782956" y="260525"/>
                  <a:pt x="782452" y="261028"/>
                  <a:pt x="781825" y="261028"/>
                </a:cubicBezTo>
                <a:cubicBezTo>
                  <a:pt x="781197" y="261028"/>
                  <a:pt x="780695" y="260525"/>
                  <a:pt x="780695" y="259897"/>
                </a:cubicBezTo>
                <a:cubicBezTo>
                  <a:pt x="780695" y="259269"/>
                  <a:pt x="781197" y="258767"/>
                  <a:pt x="781825" y="258767"/>
                </a:cubicBezTo>
                <a:close/>
                <a:moveTo>
                  <a:pt x="1347093" y="256884"/>
                </a:moveTo>
                <a:cubicBezTo>
                  <a:pt x="1353877" y="256757"/>
                  <a:pt x="1359530" y="262411"/>
                  <a:pt x="1359530" y="269193"/>
                </a:cubicBezTo>
                <a:cubicBezTo>
                  <a:pt x="1359530" y="275977"/>
                  <a:pt x="1354003" y="281629"/>
                  <a:pt x="1347219" y="281629"/>
                </a:cubicBezTo>
                <a:cubicBezTo>
                  <a:pt x="1340436" y="281629"/>
                  <a:pt x="1334784" y="276102"/>
                  <a:pt x="1334784" y="269193"/>
                </a:cubicBezTo>
                <a:cubicBezTo>
                  <a:pt x="1334657" y="262284"/>
                  <a:pt x="1340184" y="256757"/>
                  <a:pt x="1347093" y="256884"/>
                </a:cubicBezTo>
                <a:close/>
                <a:moveTo>
                  <a:pt x="1602469" y="256253"/>
                </a:moveTo>
                <a:cubicBezTo>
                  <a:pt x="1604605" y="256253"/>
                  <a:pt x="1606237" y="258012"/>
                  <a:pt x="1606237" y="260022"/>
                </a:cubicBezTo>
                <a:cubicBezTo>
                  <a:pt x="1606237" y="262157"/>
                  <a:pt x="1604479" y="263790"/>
                  <a:pt x="1602469" y="263790"/>
                </a:cubicBezTo>
                <a:cubicBezTo>
                  <a:pt x="1600460" y="263790"/>
                  <a:pt x="1598700" y="262157"/>
                  <a:pt x="1598700" y="260022"/>
                </a:cubicBezTo>
                <a:cubicBezTo>
                  <a:pt x="1598700" y="257886"/>
                  <a:pt x="1600333" y="256253"/>
                  <a:pt x="1602469" y="256253"/>
                </a:cubicBezTo>
                <a:close/>
                <a:moveTo>
                  <a:pt x="1517176" y="250978"/>
                </a:moveTo>
                <a:cubicBezTo>
                  <a:pt x="1520818" y="250978"/>
                  <a:pt x="1523833" y="253993"/>
                  <a:pt x="1523833" y="257635"/>
                </a:cubicBezTo>
                <a:cubicBezTo>
                  <a:pt x="1523833" y="261278"/>
                  <a:pt x="1520818" y="264294"/>
                  <a:pt x="1517176" y="264294"/>
                </a:cubicBezTo>
                <a:cubicBezTo>
                  <a:pt x="1513533" y="264294"/>
                  <a:pt x="1510518" y="261278"/>
                  <a:pt x="1510518" y="257635"/>
                </a:cubicBezTo>
                <a:cubicBezTo>
                  <a:pt x="1510518" y="253867"/>
                  <a:pt x="1513533" y="250978"/>
                  <a:pt x="1517176" y="250978"/>
                </a:cubicBezTo>
                <a:close/>
                <a:moveTo>
                  <a:pt x="1431883" y="250351"/>
                </a:moveTo>
                <a:cubicBezTo>
                  <a:pt x="1437662" y="250225"/>
                  <a:pt x="1442310" y="254872"/>
                  <a:pt x="1442310" y="260650"/>
                </a:cubicBezTo>
                <a:cubicBezTo>
                  <a:pt x="1442436" y="266429"/>
                  <a:pt x="1437787" y="271076"/>
                  <a:pt x="1432010" y="271076"/>
                </a:cubicBezTo>
                <a:cubicBezTo>
                  <a:pt x="1426231" y="271076"/>
                  <a:pt x="1421583" y="266429"/>
                  <a:pt x="1421583" y="260650"/>
                </a:cubicBezTo>
                <a:cubicBezTo>
                  <a:pt x="1421583" y="254872"/>
                  <a:pt x="1426231" y="250225"/>
                  <a:pt x="1431883" y="250351"/>
                </a:cubicBezTo>
                <a:close/>
                <a:moveTo>
                  <a:pt x="1977807" y="236532"/>
                </a:moveTo>
                <a:cubicBezTo>
                  <a:pt x="1978310" y="236532"/>
                  <a:pt x="1978686" y="236909"/>
                  <a:pt x="1978686" y="237412"/>
                </a:cubicBezTo>
                <a:cubicBezTo>
                  <a:pt x="1978686" y="237915"/>
                  <a:pt x="1978310" y="238291"/>
                  <a:pt x="1977807" y="238291"/>
                </a:cubicBezTo>
                <a:cubicBezTo>
                  <a:pt x="1977305" y="238291"/>
                  <a:pt x="1976927" y="237915"/>
                  <a:pt x="1976927" y="237412"/>
                </a:cubicBezTo>
                <a:cubicBezTo>
                  <a:pt x="1976927" y="236909"/>
                  <a:pt x="1977305" y="236532"/>
                  <a:pt x="1977807" y="236532"/>
                </a:cubicBezTo>
                <a:close/>
                <a:moveTo>
                  <a:pt x="1056420" y="234398"/>
                </a:moveTo>
                <a:cubicBezTo>
                  <a:pt x="1059938" y="234398"/>
                  <a:pt x="1062827" y="237287"/>
                  <a:pt x="1062827" y="240804"/>
                </a:cubicBezTo>
                <a:cubicBezTo>
                  <a:pt x="1062827" y="244321"/>
                  <a:pt x="1059938" y="247209"/>
                  <a:pt x="1056420" y="247209"/>
                </a:cubicBezTo>
                <a:cubicBezTo>
                  <a:pt x="1052903" y="247209"/>
                  <a:pt x="1050014" y="244321"/>
                  <a:pt x="1050014" y="240804"/>
                </a:cubicBezTo>
                <a:cubicBezTo>
                  <a:pt x="1050014" y="237160"/>
                  <a:pt x="1052903" y="234273"/>
                  <a:pt x="1056420" y="234398"/>
                </a:cubicBezTo>
                <a:close/>
                <a:moveTo>
                  <a:pt x="857446" y="219073"/>
                </a:moveTo>
                <a:cubicBezTo>
                  <a:pt x="858199" y="219073"/>
                  <a:pt x="858827" y="219701"/>
                  <a:pt x="858827" y="220455"/>
                </a:cubicBezTo>
                <a:cubicBezTo>
                  <a:pt x="858954" y="221208"/>
                  <a:pt x="858324" y="221836"/>
                  <a:pt x="857571" y="221836"/>
                </a:cubicBezTo>
                <a:cubicBezTo>
                  <a:pt x="856817" y="221836"/>
                  <a:pt x="856189" y="221208"/>
                  <a:pt x="856189" y="220455"/>
                </a:cubicBezTo>
                <a:cubicBezTo>
                  <a:pt x="856063" y="219826"/>
                  <a:pt x="856691" y="219198"/>
                  <a:pt x="857446" y="219073"/>
                </a:cubicBezTo>
                <a:close/>
                <a:moveTo>
                  <a:pt x="1896282" y="211284"/>
                </a:moveTo>
                <a:cubicBezTo>
                  <a:pt x="1897035" y="211284"/>
                  <a:pt x="1897665" y="211786"/>
                  <a:pt x="1897665" y="212540"/>
                </a:cubicBezTo>
                <a:cubicBezTo>
                  <a:pt x="1897665" y="213293"/>
                  <a:pt x="1897035" y="213921"/>
                  <a:pt x="1896282" y="213921"/>
                </a:cubicBezTo>
                <a:cubicBezTo>
                  <a:pt x="1895528" y="213921"/>
                  <a:pt x="1894900" y="213293"/>
                  <a:pt x="1894900" y="212540"/>
                </a:cubicBezTo>
                <a:cubicBezTo>
                  <a:pt x="1894900" y="211786"/>
                  <a:pt x="1895403" y="211158"/>
                  <a:pt x="1896282" y="211284"/>
                </a:cubicBezTo>
                <a:close/>
                <a:moveTo>
                  <a:pt x="1137822" y="204375"/>
                </a:moveTo>
                <a:cubicBezTo>
                  <a:pt x="1143725" y="204375"/>
                  <a:pt x="1148625" y="209148"/>
                  <a:pt x="1148625" y="215177"/>
                </a:cubicBezTo>
                <a:cubicBezTo>
                  <a:pt x="1148625" y="221208"/>
                  <a:pt x="1143850" y="226106"/>
                  <a:pt x="1137822" y="226106"/>
                </a:cubicBezTo>
                <a:cubicBezTo>
                  <a:pt x="1131917" y="226106"/>
                  <a:pt x="1127018" y="221333"/>
                  <a:pt x="1127018" y="215304"/>
                </a:cubicBezTo>
                <a:cubicBezTo>
                  <a:pt x="1127018" y="209399"/>
                  <a:pt x="1131791" y="204500"/>
                  <a:pt x="1137822" y="204375"/>
                </a:cubicBezTo>
                <a:close/>
                <a:moveTo>
                  <a:pt x="1813251" y="190684"/>
                </a:moveTo>
                <a:cubicBezTo>
                  <a:pt x="1814381" y="190684"/>
                  <a:pt x="1815261" y="191564"/>
                  <a:pt x="1815261" y="192694"/>
                </a:cubicBezTo>
                <a:cubicBezTo>
                  <a:pt x="1815261" y="193824"/>
                  <a:pt x="1814381" y="194704"/>
                  <a:pt x="1813251" y="194704"/>
                </a:cubicBezTo>
                <a:cubicBezTo>
                  <a:pt x="1812121" y="194704"/>
                  <a:pt x="1811241" y="193824"/>
                  <a:pt x="1811241" y="192694"/>
                </a:cubicBezTo>
                <a:cubicBezTo>
                  <a:pt x="1811241" y="191564"/>
                  <a:pt x="1812246" y="190684"/>
                  <a:pt x="1813251" y="190684"/>
                </a:cubicBezTo>
                <a:close/>
                <a:moveTo>
                  <a:pt x="935201" y="183900"/>
                </a:moveTo>
                <a:cubicBezTo>
                  <a:pt x="935829" y="183900"/>
                  <a:pt x="936456" y="184528"/>
                  <a:pt x="936456" y="185282"/>
                </a:cubicBezTo>
                <a:cubicBezTo>
                  <a:pt x="936582" y="186035"/>
                  <a:pt x="935954" y="186663"/>
                  <a:pt x="935201" y="186663"/>
                </a:cubicBezTo>
                <a:cubicBezTo>
                  <a:pt x="934447" y="186663"/>
                  <a:pt x="933820" y="186161"/>
                  <a:pt x="933820" y="185408"/>
                </a:cubicBezTo>
                <a:cubicBezTo>
                  <a:pt x="933820" y="184653"/>
                  <a:pt x="934447" y="184025"/>
                  <a:pt x="935201" y="183900"/>
                </a:cubicBezTo>
                <a:close/>
                <a:moveTo>
                  <a:pt x="1220598" y="181889"/>
                </a:moveTo>
                <a:cubicBezTo>
                  <a:pt x="1227760" y="181889"/>
                  <a:pt x="1233537" y="187542"/>
                  <a:pt x="1233537" y="194702"/>
                </a:cubicBezTo>
                <a:cubicBezTo>
                  <a:pt x="1233537" y="201862"/>
                  <a:pt x="1227760" y="207640"/>
                  <a:pt x="1220725" y="207640"/>
                </a:cubicBezTo>
                <a:cubicBezTo>
                  <a:pt x="1213564" y="207640"/>
                  <a:pt x="1207786" y="201862"/>
                  <a:pt x="1207786" y="194828"/>
                </a:cubicBezTo>
                <a:cubicBezTo>
                  <a:pt x="1207786" y="187794"/>
                  <a:pt x="1213564" y="182015"/>
                  <a:pt x="1220598" y="181889"/>
                </a:cubicBezTo>
                <a:close/>
                <a:moveTo>
                  <a:pt x="1729341" y="176865"/>
                </a:moveTo>
                <a:cubicBezTo>
                  <a:pt x="1729844" y="176865"/>
                  <a:pt x="1730220" y="177242"/>
                  <a:pt x="1730220" y="177745"/>
                </a:cubicBezTo>
                <a:cubicBezTo>
                  <a:pt x="1730220" y="178248"/>
                  <a:pt x="1729844" y="178625"/>
                  <a:pt x="1729341" y="178625"/>
                </a:cubicBezTo>
                <a:cubicBezTo>
                  <a:pt x="1728839" y="178625"/>
                  <a:pt x="1728461" y="178248"/>
                  <a:pt x="1728461" y="177745"/>
                </a:cubicBezTo>
                <a:cubicBezTo>
                  <a:pt x="1728461" y="177242"/>
                  <a:pt x="1728839" y="176865"/>
                  <a:pt x="1729341" y="176865"/>
                </a:cubicBezTo>
                <a:close/>
                <a:moveTo>
                  <a:pt x="1304509" y="169956"/>
                </a:moveTo>
                <a:cubicBezTo>
                  <a:pt x="1309661" y="169956"/>
                  <a:pt x="1313806" y="174101"/>
                  <a:pt x="1313806" y="179253"/>
                </a:cubicBezTo>
                <a:cubicBezTo>
                  <a:pt x="1313806" y="184402"/>
                  <a:pt x="1309661" y="188547"/>
                  <a:pt x="1304509" y="188547"/>
                </a:cubicBezTo>
                <a:cubicBezTo>
                  <a:pt x="1299359" y="188547"/>
                  <a:pt x="1295214" y="184402"/>
                  <a:pt x="1295214" y="179253"/>
                </a:cubicBezTo>
                <a:cubicBezTo>
                  <a:pt x="1295214" y="174101"/>
                  <a:pt x="1299359" y="169956"/>
                  <a:pt x="1304509" y="169956"/>
                </a:cubicBezTo>
                <a:close/>
                <a:moveTo>
                  <a:pt x="1644550" y="165435"/>
                </a:moveTo>
                <a:cubicBezTo>
                  <a:pt x="1645806" y="165435"/>
                  <a:pt x="1646938" y="166440"/>
                  <a:pt x="1646938" y="167822"/>
                </a:cubicBezTo>
                <a:cubicBezTo>
                  <a:pt x="1646938" y="169078"/>
                  <a:pt x="1645933" y="170209"/>
                  <a:pt x="1644550" y="170209"/>
                </a:cubicBezTo>
                <a:cubicBezTo>
                  <a:pt x="1643294" y="170209"/>
                  <a:pt x="1642163" y="169204"/>
                  <a:pt x="1642163" y="167822"/>
                </a:cubicBezTo>
                <a:cubicBezTo>
                  <a:pt x="1642163" y="166440"/>
                  <a:pt x="1643294" y="165435"/>
                  <a:pt x="1644550" y="165435"/>
                </a:cubicBezTo>
                <a:close/>
                <a:moveTo>
                  <a:pt x="1389050" y="160788"/>
                </a:moveTo>
                <a:cubicBezTo>
                  <a:pt x="1393447" y="160788"/>
                  <a:pt x="1397090" y="164306"/>
                  <a:pt x="1397090" y="168703"/>
                </a:cubicBezTo>
                <a:cubicBezTo>
                  <a:pt x="1397090" y="173098"/>
                  <a:pt x="1393572" y="176743"/>
                  <a:pt x="1389175" y="176743"/>
                </a:cubicBezTo>
                <a:cubicBezTo>
                  <a:pt x="1384778" y="176743"/>
                  <a:pt x="1381135" y="173225"/>
                  <a:pt x="1381135" y="168828"/>
                </a:cubicBezTo>
                <a:cubicBezTo>
                  <a:pt x="1381135" y="164431"/>
                  <a:pt x="1384653" y="160788"/>
                  <a:pt x="1389050" y="160788"/>
                </a:cubicBezTo>
                <a:close/>
                <a:moveTo>
                  <a:pt x="1559509" y="158275"/>
                </a:moveTo>
                <a:cubicBezTo>
                  <a:pt x="1562272" y="158150"/>
                  <a:pt x="1564407" y="160410"/>
                  <a:pt x="1564407" y="163048"/>
                </a:cubicBezTo>
                <a:cubicBezTo>
                  <a:pt x="1564407" y="165812"/>
                  <a:pt x="1562272" y="167947"/>
                  <a:pt x="1559509" y="167947"/>
                </a:cubicBezTo>
                <a:cubicBezTo>
                  <a:pt x="1556745" y="167947"/>
                  <a:pt x="1554610" y="165687"/>
                  <a:pt x="1554610" y="163048"/>
                </a:cubicBezTo>
                <a:cubicBezTo>
                  <a:pt x="1554610" y="160410"/>
                  <a:pt x="1556745" y="158150"/>
                  <a:pt x="1559509" y="158275"/>
                </a:cubicBezTo>
                <a:close/>
                <a:moveTo>
                  <a:pt x="1474215" y="155385"/>
                </a:moveTo>
                <a:cubicBezTo>
                  <a:pt x="1478612" y="155385"/>
                  <a:pt x="1482254" y="158902"/>
                  <a:pt x="1482254" y="163300"/>
                </a:cubicBezTo>
                <a:cubicBezTo>
                  <a:pt x="1482254" y="167697"/>
                  <a:pt x="1478737" y="171339"/>
                  <a:pt x="1474340" y="171339"/>
                </a:cubicBezTo>
                <a:cubicBezTo>
                  <a:pt x="1469945" y="171339"/>
                  <a:pt x="1466301" y="167822"/>
                  <a:pt x="1466301" y="163425"/>
                </a:cubicBezTo>
                <a:cubicBezTo>
                  <a:pt x="1466176" y="159028"/>
                  <a:pt x="1469818" y="155385"/>
                  <a:pt x="1474215" y="155385"/>
                </a:cubicBezTo>
                <a:close/>
                <a:moveTo>
                  <a:pt x="1014716" y="151115"/>
                </a:moveTo>
                <a:cubicBezTo>
                  <a:pt x="1016600" y="151115"/>
                  <a:pt x="1018233" y="152622"/>
                  <a:pt x="1018233" y="154632"/>
                </a:cubicBezTo>
                <a:cubicBezTo>
                  <a:pt x="1018233" y="156517"/>
                  <a:pt x="1016600" y="158149"/>
                  <a:pt x="1014716" y="158149"/>
                </a:cubicBezTo>
                <a:cubicBezTo>
                  <a:pt x="1012831" y="158149"/>
                  <a:pt x="1011199" y="156642"/>
                  <a:pt x="1011199" y="154632"/>
                </a:cubicBezTo>
                <a:cubicBezTo>
                  <a:pt x="1011199" y="152748"/>
                  <a:pt x="1012706" y="151115"/>
                  <a:pt x="1014716" y="151115"/>
                </a:cubicBezTo>
                <a:close/>
                <a:moveTo>
                  <a:pt x="1095862" y="124986"/>
                </a:moveTo>
                <a:cubicBezTo>
                  <a:pt x="1097746" y="124986"/>
                  <a:pt x="1099379" y="126494"/>
                  <a:pt x="1099379" y="128503"/>
                </a:cubicBezTo>
                <a:cubicBezTo>
                  <a:pt x="1099379" y="130387"/>
                  <a:pt x="1097746" y="132020"/>
                  <a:pt x="1095862" y="132020"/>
                </a:cubicBezTo>
                <a:cubicBezTo>
                  <a:pt x="1093977" y="132020"/>
                  <a:pt x="1092345" y="130513"/>
                  <a:pt x="1092345" y="128503"/>
                </a:cubicBezTo>
                <a:cubicBezTo>
                  <a:pt x="1092345" y="126494"/>
                  <a:pt x="1093852" y="124986"/>
                  <a:pt x="1095862" y="124986"/>
                </a:cubicBezTo>
                <a:close/>
                <a:moveTo>
                  <a:pt x="1854956" y="103507"/>
                </a:moveTo>
                <a:cubicBezTo>
                  <a:pt x="1855442" y="103507"/>
                  <a:pt x="1855837" y="103902"/>
                  <a:pt x="1855837" y="104387"/>
                </a:cubicBezTo>
                <a:cubicBezTo>
                  <a:pt x="1855837" y="104873"/>
                  <a:pt x="1855442" y="105268"/>
                  <a:pt x="1854956" y="105268"/>
                </a:cubicBezTo>
                <a:cubicBezTo>
                  <a:pt x="1854469" y="105268"/>
                  <a:pt x="1854076" y="104873"/>
                  <a:pt x="1854076" y="104387"/>
                </a:cubicBezTo>
                <a:cubicBezTo>
                  <a:pt x="1854076" y="103902"/>
                  <a:pt x="1854469" y="103507"/>
                  <a:pt x="1854956" y="103507"/>
                </a:cubicBezTo>
                <a:close/>
                <a:moveTo>
                  <a:pt x="1178391" y="100240"/>
                </a:moveTo>
                <a:cubicBezTo>
                  <a:pt x="1182034" y="100240"/>
                  <a:pt x="1185049" y="103255"/>
                  <a:pt x="1185049" y="106898"/>
                </a:cubicBezTo>
                <a:cubicBezTo>
                  <a:pt x="1185049" y="110542"/>
                  <a:pt x="1182034" y="113555"/>
                  <a:pt x="1178391" y="113555"/>
                </a:cubicBezTo>
                <a:cubicBezTo>
                  <a:pt x="1174749" y="113555"/>
                  <a:pt x="1171734" y="110542"/>
                  <a:pt x="1171734" y="106898"/>
                </a:cubicBezTo>
                <a:cubicBezTo>
                  <a:pt x="1171734" y="103255"/>
                  <a:pt x="1174623" y="100240"/>
                  <a:pt x="1178391" y="100240"/>
                </a:cubicBezTo>
                <a:close/>
                <a:moveTo>
                  <a:pt x="893493" y="99110"/>
                </a:moveTo>
                <a:cubicBezTo>
                  <a:pt x="893870" y="99110"/>
                  <a:pt x="894121" y="99360"/>
                  <a:pt x="894121" y="99738"/>
                </a:cubicBezTo>
                <a:cubicBezTo>
                  <a:pt x="894121" y="100114"/>
                  <a:pt x="893870" y="100365"/>
                  <a:pt x="893493" y="100365"/>
                </a:cubicBezTo>
                <a:cubicBezTo>
                  <a:pt x="893116" y="100365"/>
                  <a:pt x="892866" y="100114"/>
                  <a:pt x="892866" y="99738"/>
                </a:cubicBezTo>
                <a:cubicBezTo>
                  <a:pt x="892866" y="99487"/>
                  <a:pt x="893243" y="99110"/>
                  <a:pt x="893493" y="99110"/>
                </a:cubicBezTo>
                <a:close/>
                <a:moveTo>
                  <a:pt x="1771168" y="87552"/>
                </a:moveTo>
                <a:cubicBezTo>
                  <a:pt x="1771545" y="87552"/>
                  <a:pt x="1771797" y="87804"/>
                  <a:pt x="1771797" y="88181"/>
                </a:cubicBezTo>
                <a:cubicBezTo>
                  <a:pt x="1771797" y="88557"/>
                  <a:pt x="1771545" y="88809"/>
                  <a:pt x="1771168" y="88809"/>
                </a:cubicBezTo>
                <a:cubicBezTo>
                  <a:pt x="1770792" y="88809"/>
                  <a:pt x="1770540" y="88557"/>
                  <a:pt x="1770540" y="88181"/>
                </a:cubicBezTo>
                <a:cubicBezTo>
                  <a:pt x="1770540" y="87679"/>
                  <a:pt x="1770792" y="87426"/>
                  <a:pt x="1771168" y="87552"/>
                </a:cubicBezTo>
                <a:close/>
                <a:moveTo>
                  <a:pt x="1261926" y="86799"/>
                </a:moveTo>
                <a:cubicBezTo>
                  <a:pt x="1263685" y="86799"/>
                  <a:pt x="1265068" y="88181"/>
                  <a:pt x="1265068" y="89939"/>
                </a:cubicBezTo>
                <a:cubicBezTo>
                  <a:pt x="1265068" y="91699"/>
                  <a:pt x="1263685" y="93080"/>
                  <a:pt x="1261926" y="93080"/>
                </a:cubicBezTo>
                <a:cubicBezTo>
                  <a:pt x="1260168" y="93080"/>
                  <a:pt x="1258786" y="91699"/>
                  <a:pt x="1258786" y="89939"/>
                </a:cubicBezTo>
                <a:cubicBezTo>
                  <a:pt x="1258786" y="88306"/>
                  <a:pt x="1260168" y="86799"/>
                  <a:pt x="1261926" y="86799"/>
                </a:cubicBezTo>
                <a:close/>
                <a:moveTo>
                  <a:pt x="1686755" y="75870"/>
                </a:moveTo>
                <a:cubicBezTo>
                  <a:pt x="1687132" y="75870"/>
                  <a:pt x="1687384" y="76121"/>
                  <a:pt x="1687384" y="76498"/>
                </a:cubicBezTo>
                <a:cubicBezTo>
                  <a:pt x="1687384" y="76874"/>
                  <a:pt x="1687132" y="77125"/>
                  <a:pt x="1686755" y="77125"/>
                </a:cubicBezTo>
                <a:cubicBezTo>
                  <a:pt x="1686379" y="77125"/>
                  <a:pt x="1686127" y="76874"/>
                  <a:pt x="1686127" y="76498"/>
                </a:cubicBezTo>
                <a:cubicBezTo>
                  <a:pt x="1686127" y="76121"/>
                  <a:pt x="1686379" y="75870"/>
                  <a:pt x="1686755" y="75870"/>
                </a:cubicBezTo>
                <a:close/>
                <a:moveTo>
                  <a:pt x="1346339" y="73987"/>
                </a:moveTo>
                <a:cubicBezTo>
                  <a:pt x="1348475" y="73987"/>
                  <a:pt x="1350107" y="75746"/>
                  <a:pt x="1350107" y="77756"/>
                </a:cubicBezTo>
                <a:cubicBezTo>
                  <a:pt x="1350107" y="79892"/>
                  <a:pt x="1348348" y="81524"/>
                  <a:pt x="1346339" y="81524"/>
                </a:cubicBezTo>
                <a:cubicBezTo>
                  <a:pt x="1344328" y="81524"/>
                  <a:pt x="1342570" y="79766"/>
                  <a:pt x="1342570" y="77756"/>
                </a:cubicBezTo>
                <a:cubicBezTo>
                  <a:pt x="1342570" y="75620"/>
                  <a:pt x="1344203" y="73987"/>
                  <a:pt x="1346339" y="73987"/>
                </a:cubicBezTo>
                <a:close/>
                <a:moveTo>
                  <a:pt x="1601840" y="68208"/>
                </a:moveTo>
                <a:cubicBezTo>
                  <a:pt x="1602593" y="68083"/>
                  <a:pt x="1603221" y="68710"/>
                  <a:pt x="1603221" y="69465"/>
                </a:cubicBezTo>
                <a:cubicBezTo>
                  <a:pt x="1603221" y="70217"/>
                  <a:pt x="1602593" y="70845"/>
                  <a:pt x="1601840" y="70845"/>
                </a:cubicBezTo>
                <a:cubicBezTo>
                  <a:pt x="1601086" y="70972"/>
                  <a:pt x="1600458" y="70343"/>
                  <a:pt x="1600458" y="69590"/>
                </a:cubicBezTo>
                <a:cubicBezTo>
                  <a:pt x="1600458" y="68962"/>
                  <a:pt x="1600961" y="68333"/>
                  <a:pt x="1601840" y="68208"/>
                </a:cubicBezTo>
                <a:close/>
                <a:moveTo>
                  <a:pt x="972881" y="67832"/>
                </a:moveTo>
                <a:cubicBezTo>
                  <a:pt x="973384" y="67832"/>
                  <a:pt x="973760" y="68209"/>
                  <a:pt x="973760" y="68712"/>
                </a:cubicBezTo>
                <a:cubicBezTo>
                  <a:pt x="973760" y="69215"/>
                  <a:pt x="973384" y="69591"/>
                  <a:pt x="972881" y="69591"/>
                </a:cubicBezTo>
                <a:cubicBezTo>
                  <a:pt x="972378" y="69591"/>
                  <a:pt x="972001" y="69215"/>
                  <a:pt x="972001" y="68712"/>
                </a:cubicBezTo>
                <a:cubicBezTo>
                  <a:pt x="972126" y="68209"/>
                  <a:pt x="972504" y="67832"/>
                  <a:pt x="972881" y="67832"/>
                </a:cubicBezTo>
                <a:close/>
                <a:moveTo>
                  <a:pt x="1431254" y="66701"/>
                </a:moveTo>
                <a:cubicBezTo>
                  <a:pt x="1433139" y="66701"/>
                  <a:pt x="1434772" y="68208"/>
                  <a:pt x="1434772" y="70218"/>
                </a:cubicBezTo>
                <a:cubicBezTo>
                  <a:pt x="1434772" y="72103"/>
                  <a:pt x="1433264" y="73735"/>
                  <a:pt x="1431254" y="73735"/>
                </a:cubicBezTo>
                <a:cubicBezTo>
                  <a:pt x="1429370" y="73735"/>
                  <a:pt x="1427737" y="72228"/>
                  <a:pt x="1427737" y="70218"/>
                </a:cubicBezTo>
                <a:cubicBezTo>
                  <a:pt x="1427737" y="68334"/>
                  <a:pt x="1429370" y="66701"/>
                  <a:pt x="1431254" y="66701"/>
                </a:cubicBezTo>
                <a:close/>
                <a:moveTo>
                  <a:pt x="1516423" y="65193"/>
                </a:moveTo>
                <a:cubicBezTo>
                  <a:pt x="1517678" y="65193"/>
                  <a:pt x="1518809" y="66198"/>
                  <a:pt x="1518809" y="67580"/>
                </a:cubicBezTo>
                <a:cubicBezTo>
                  <a:pt x="1518935" y="68961"/>
                  <a:pt x="1517805" y="70093"/>
                  <a:pt x="1516423" y="70093"/>
                </a:cubicBezTo>
                <a:cubicBezTo>
                  <a:pt x="1515166" y="70093"/>
                  <a:pt x="1514036" y="68961"/>
                  <a:pt x="1514036" y="67580"/>
                </a:cubicBezTo>
                <a:cubicBezTo>
                  <a:pt x="1514036" y="66198"/>
                  <a:pt x="1515166" y="65193"/>
                  <a:pt x="1516423" y="65193"/>
                </a:cubicBezTo>
                <a:close/>
                <a:moveTo>
                  <a:pt x="1053902" y="40448"/>
                </a:moveTo>
                <a:cubicBezTo>
                  <a:pt x="1054655" y="40448"/>
                  <a:pt x="1055284" y="41076"/>
                  <a:pt x="1055284" y="41830"/>
                </a:cubicBezTo>
                <a:cubicBezTo>
                  <a:pt x="1055284" y="42583"/>
                  <a:pt x="1054655" y="43212"/>
                  <a:pt x="1053902" y="43212"/>
                </a:cubicBezTo>
                <a:cubicBezTo>
                  <a:pt x="1053148" y="43212"/>
                  <a:pt x="1052520" y="42583"/>
                  <a:pt x="1052520" y="41830"/>
                </a:cubicBezTo>
                <a:cubicBezTo>
                  <a:pt x="1052520" y="41076"/>
                  <a:pt x="1053148" y="40573"/>
                  <a:pt x="1053902" y="40448"/>
                </a:cubicBezTo>
                <a:close/>
                <a:moveTo>
                  <a:pt x="1136181" y="16957"/>
                </a:moveTo>
                <a:cubicBezTo>
                  <a:pt x="1137437" y="16957"/>
                  <a:pt x="1138442" y="17962"/>
                  <a:pt x="1138442" y="19217"/>
                </a:cubicBezTo>
                <a:cubicBezTo>
                  <a:pt x="1138442" y="20474"/>
                  <a:pt x="1137437" y="21479"/>
                  <a:pt x="1136181" y="21479"/>
                </a:cubicBezTo>
                <a:cubicBezTo>
                  <a:pt x="1134925" y="21479"/>
                  <a:pt x="1133920" y="20599"/>
                  <a:pt x="1133920" y="19344"/>
                </a:cubicBezTo>
                <a:cubicBezTo>
                  <a:pt x="1133920" y="18087"/>
                  <a:pt x="1134925" y="17082"/>
                  <a:pt x="1136181" y="16957"/>
                </a:cubicBezTo>
                <a:close/>
                <a:moveTo>
                  <a:pt x="1219461" y="0"/>
                </a:moveTo>
                <a:cubicBezTo>
                  <a:pt x="1220089" y="0"/>
                  <a:pt x="1220593" y="502"/>
                  <a:pt x="1220593" y="1130"/>
                </a:cubicBezTo>
                <a:cubicBezTo>
                  <a:pt x="1220593" y="1759"/>
                  <a:pt x="1220089" y="2261"/>
                  <a:pt x="1219461" y="2261"/>
                </a:cubicBezTo>
                <a:cubicBezTo>
                  <a:pt x="1218834" y="2261"/>
                  <a:pt x="1218331" y="1759"/>
                  <a:pt x="1218331" y="1130"/>
                </a:cubicBezTo>
                <a:cubicBezTo>
                  <a:pt x="1218331" y="502"/>
                  <a:pt x="1218834" y="0"/>
                  <a:pt x="1219461" y="0"/>
                </a:cubicBezTo>
                <a:close/>
              </a:path>
            </a:pathLst>
          </a:custGeom>
          <a:gradFill flip="none" rotWithShape="1">
            <a:gsLst>
              <a:gs pos="35000">
                <a:schemeClr val="accent1">
                  <a:lumMod val="100000"/>
                  <a:alpha val="0"/>
                </a:schemeClr>
              </a:gs>
              <a:gs pos="79000">
                <a:schemeClr val="accent1">
                  <a:lumMod val="100000"/>
                </a:schemeClr>
              </a:gs>
            </a:gsLst>
            <a:path path="shape">
              <a:fillToRect l="50000" t="50000" r="50000" b="50000"/>
            </a:path>
            <a:tileRect/>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gaoding-10">
            <a:extLst>
              <a:ext uri="{FF2B5EF4-FFF2-40B4-BE49-F238E27FC236}">
                <a16:creationId xmlns:a16="http://schemas.microsoft.com/office/drawing/2014/main" id="{478E9289-E91D-BD79-DE9A-31647BA4DE26}"/>
              </a:ext>
            </a:extLst>
          </p:cNvPr>
          <p:cNvSpPr/>
          <p:nvPr/>
        </p:nvSpPr>
        <p:spPr>
          <a:xfrm>
            <a:off x="3450528" y="1118036"/>
            <a:ext cx="5290944" cy="5290944"/>
          </a:xfrm>
          <a:prstGeom prst="ellipse">
            <a:avLst/>
          </a:prstGeom>
          <a:solidFill>
            <a:schemeClr val="accent1">
              <a:lumMod val="100000"/>
              <a:alpha val="3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10">
            <a:extLst>
              <a:ext uri="{FF2B5EF4-FFF2-40B4-BE49-F238E27FC236}">
                <a16:creationId xmlns:a16="http://schemas.microsoft.com/office/drawing/2014/main" id="{68A28BC5-0FC6-E772-2108-9F30ABEE2F58}"/>
              </a:ext>
            </a:extLst>
          </p:cNvPr>
          <p:cNvSpPr/>
          <p:nvPr/>
        </p:nvSpPr>
        <p:spPr>
          <a:xfrm>
            <a:off x="4203700" y="1883501"/>
            <a:ext cx="3784600" cy="3784600"/>
          </a:xfrm>
          <a:prstGeom prst="ellipse">
            <a:avLst/>
          </a:prstGeom>
          <a:solidFill>
            <a:schemeClr val="accent1">
              <a:lumMod val="100000"/>
              <a:alpha val="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10">
            <a:extLst>
              <a:ext uri="{FF2B5EF4-FFF2-40B4-BE49-F238E27FC236}">
                <a16:creationId xmlns:a16="http://schemas.microsoft.com/office/drawing/2014/main" id="{1CCE6FC4-D83F-D7F3-D9E1-2ED73EA779A2}"/>
              </a:ext>
            </a:extLst>
          </p:cNvPr>
          <p:cNvSpPr/>
          <p:nvPr/>
        </p:nvSpPr>
        <p:spPr>
          <a:xfrm>
            <a:off x="6759387" y="2785486"/>
            <a:ext cx="1980627" cy="1980627"/>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10">
            <a:extLst>
              <a:ext uri="{FF2B5EF4-FFF2-40B4-BE49-F238E27FC236}">
                <a16:creationId xmlns:a16="http://schemas.microsoft.com/office/drawing/2014/main" id="{C7556030-685C-BB2D-9A48-3BAA492AAF3B}"/>
              </a:ext>
            </a:extLst>
          </p:cNvPr>
          <p:cNvSpPr/>
          <p:nvPr/>
        </p:nvSpPr>
        <p:spPr>
          <a:xfrm>
            <a:off x="3451985" y="2785486"/>
            <a:ext cx="1980627" cy="1980627"/>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80AD0D99-307A-CB05-0B9B-02A120742CD9}"/>
              </a:ext>
            </a:extLst>
          </p:cNvPr>
          <p:cNvSpPr/>
          <p:nvPr/>
        </p:nvSpPr>
        <p:spPr>
          <a:xfrm>
            <a:off x="4907280" y="2587081"/>
            <a:ext cx="2377440" cy="2377440"/>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稿定-9">
            <a:extLst>
              <a:ext uri="{FF2B5EF4-FFF2-40B4-BE49-F238E27FC236}">
                <a16:creationId xmlns:a16="http://schemas.microsoft.com/office/drawing/2014/main" id="{6E11CE35-6773-2D0F-BD12-876BD6C66A39}"/>
              </a:ext>
            </a:extLst>
          </p:cNvPr>
          <p:cNvSpPr/>
          <p:nvPr/>
        </p:nvSpPr>
        <p:spPr>
          <a:xfrm flipH="1">
            <a:off x="5285080" y="3332621"/>
            <a:ext cx="1649168" cy="861774"/>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逻辑图</a:t>
            </a:r>
            <a:endParaRPr kumimoji="0" lang="en-US" altLang="zh-CN"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spcBef>
                <a:spcPts val="0"/>
              </a:spcBef>
              <a:spcAft>
                <a:spcPts val="0"/>
              </a:spcAft>
              <a:buClrTx/>
              <a:buSzTx/>
              <a:buFontTx/>
              <a:buNone/>
              <a:tabLst/>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观点展示</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7" name="稿定-9">
            <a:extLst>
              <a:ext uri="{FF2B5EF4-FFF2-40B4-BE49-F238E27FC236}">
                <a16:creationId xmlns:a16="http://schemas.microsoft.com/office/drawing/2014/main" id="{ED45957D-3070-9667-B66E-9CC90564366D}"/>
              </a:ext>
            </a:extLst>
          </p:cNvPr>
          <p:cNvSpPr/>
          <p:nvPr/>
        </p:nvSpPr>
        <p:spPr>
          <a:xfrm flipH="1">
            <a:off x="3657600" y="3394176"/>
            <a:ext cx="1277735" cy="738664"/>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lang="zh-CN" altLang="en-US" sz="2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财运</a:t>
            </a:r>
            <a:endParaRPr lang="en-US" altLang="zh-CN" sz="2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spcBef>
                <a:spcPts val="0"/>
              </a:spcBef>
              <a:spcAft>
                <a:spcPts val="0"/>
              </a:spcAft>
              <a:buClrTx/>
              <a:buSzTx/>
              <a:buFontTx/>
              <a:buNone/>
              <a:tabLst/>
              <a:defRPr/>
            </a:pPr>
            <a:r>
              <a:rPr lang="zh-CN" altLang="en-US" sz="2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亨通</a:t>
            </a:r>
            <a:endParaRPr kumimoji="0" 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9">
            <a:extLst>
              <a:ext uri="{FF2B5EF4-FFF2-40B4-BE49-F238E27FC236}">
                <a16:creationId xmlns:a16="http://schemas.microsoft.com/office/drawing/2014/main" id="{0AE422B4-357C-450E-E833-AC748B67C04E}"/>
              </a:ext>
            </a:extLst>
          </p:cNvPr>
          <p:cNvSpPr/>
          <p:nvPr/>
        </p:nvSpPr>
        <p:spPr>
          <a:xfrm flipH="1">
            <a:off x="7212112" y="3394176"/>
            <a:ext cx="1322287" cy="738664"/>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zh-CN" alt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吉祥</a:t>
            </a:r>
            <a:endParaRPr kumimoji="0" lang="en-US" altLang="zh-CN"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spcBef>
                <a:spcPts val="0"/>
              </a:spcBef>
              <a:spcAft>
                <a:spcPts val="0"/>
              </a:spcAft>
              <a:buClrTx/>
              <a:buSzTx/>
              <a:buFontTx/>
              <a:buNone/>
              <a:tabLst/>
              <a:defRPr/>
            </a:pPr>
            <a:r>
              <a:rPr kumimoji="0" lang="zh-CN" alt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如意</a:t>
            </a:r>
            <a:endParaRPr kumimoji="0" lang="en-US" sz="24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矩形: 对角圆角 12">
            <a:extLst>
              <a:ext uri="{FF2B5EF4-FFF2-40B4-BE49-F238E27FC236}">
                <a16:creationId xmlns:a16="http://schemas.microsoft.com/office/drawing/2014/main" id="{008B25F5-D242-732E-772A-98285AE12323}"/>
              </a:ext>
            </a:extLst>
          </p:cNvPr>
          <p:cNvSpPr/>
          <p:nvPr/>
        </p:nvSpPr>
        <p:spPr>
          <a:xfrm>
            <a:off x="1082645" y="2048998"/>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矩形: 对角圆角 14">
            <a:extLst>
              <a:ext uri="{FF2B5EF4-FFF2-40B4-BE49-F238E27FC236}">
                <a16:creationId xmlns:a16="http://schemas.microsoft.com/office/drawing/2014/main" id="{723C13F2-C715-3897-A64B-416674A8FAC9}"/>
              </a:ext>
            </a:extLst>
          </p:cNvPr>
          <p:cNvSpPr/>
          <p:nvPr/>
        </p:nvSpPr>
        <p:spPr>
          <a:xfrm>
            <a:off x="2230337" y="2049062"/>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稿定-9">
            <a:extLst>
              <a:ext uri="{FF2B5EF4-FFF2-40B4-BE49-F238E27FC236}">
                <a16:creationId xmlns:a16="http://schemas.microsoft.com/office/drawing/2014/main" id="{439534AD-1C68-B995-E617-689EED24614F}"/>
              </a:ext>
            </a:extLst>
          </p:cNvPr>
          <p:cNvSpPr/>
          <p:nvPr/>
        </p:nvSpPr>
        <p:spPr>
          <a:xfrm flipH="1">
            <a:off x="1062705" y="2094529"/>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鹏程万里</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7" name="稿定-31">
            <a:extLst>
              <a:ext uri="{FF2B5EF4-FFF2-40B4-BE49-F238E27FC236}">
                <a16:creationId xmlns:a16="http://schemas.microsoft.com/office/drawing/2014/main" id="{E0FDCCBE-FF75-25EA-5DD1-3F6A09F40089}"/>
              </a:ext>
            </a:extLst>
          </p:cNvPr>
          <p:cNvSpPr/>
          <p:nvPr/>
        </p:nvSpPr>
        <p:spPr>
          <a:xfrm flipH="1">
            <a:off x="2272169" y="2105642"/>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稿定-31">
            <a:extLst>
              <a:ext uri="{FF2B5EF4-FFF2-40B4-BE49-F238E27FC236}">
                <a16:creationId xmlns:a16="http://schemas.microsoft.com/office/drawing/2014/main" id="{F744984B-D4E3-333C-ACE2-58E3C553FF76}"/>
              </a:ext>
            </a:extLst>
          </p:cNvPr>
          <p:cNvSpPr/>
          <p:nvPr/>
        </p:nvSpPr>
        <p:spPr>
          <a:xfrm flipH="1">
            <a:off x="1064163" y="2520422"/>
            <a:ext cx="2503267" cy="411779"/>
          </a:xfrm>
          <a:prstGeom prst="rect">
            <a:avLst/>
          </a:prstGeom>
        </p:spPr>
        <p:txBody>
          <a:bodyPr wrap="square" lIns="0" tIns="0" rIns="0" bIns="0" anchor="ctr">
            <a:spAutoFit/>
          </a:bodyPr>
          <a:lstStyle/>
          <a:p>
            <a:pPr>
              <a:lnSpc>
                <a:spcPct val="150000"/>
              </a:lnSpc>
            </a:pPr>
            <a:r>
              <a:rPr lang="zh-CN" altLang="en-US" sz="933"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lang="en-US" altLang="zh-CN" sz="933"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对角圆角 49">
            <a:extLst>
              <a:ext uri="{FF2B5EF4-FFF2-40B4-BE49-F238E27FC236}">
                <a16:creationId xmlns:a16="http://schemas.microsoft.com/office/drawing/2014/main" id="{8A71B8DE-1E27-E518-8988-36DC8BD3D40B}"/>
              </a:ext>
            </a:extLst>
          </p:cNvPr>
          <p:cNvSpPr/>
          <p:nvPr/>
        </p:nvSpPr>
        <p:spPr>
          <a:xfrm>
            <a:off x="711308" y="3338743"/>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矩形: 对角圆角 50">
            <a:extLst>
              <a:ext uri="{FF2B5EF4-FFF2-40B4-BE49-F238E27FC236}">
                <a16:creationId xmlns:a16="http://schemas.microsoft.com/office/drawing/2014/main" id="{AC046667-86B9-2F8E-61BC-BF80F30DAA25}"/>
              </a:ext>
            </a:extLst>
          </p:cNvPr>
          <p:cNvSpPr/>
          <p:nvPr/>
        </p:nvSpPr>
        <p:spPr>
          <a:xfrm>
            <a:off x="1859000" y="3338743"/>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a:extLst>
              <a:ext uri="{FF2B5EF4-FFF2-40B4-BE49-F238E27FC236}">
                <a16:creationId xmlns:a16="http://schemas.microsoft.com/office/drawing/2014/main" id="{A608DAED-C7F5-1069-BF74-C685D07798A1}"/>
              </a:ext>
            </a:extLst>
          </p:cNvPr>
          <p:cNvSpPr/>
          <p:nvPr/>
        </p:nvSpPr>
        <p:spPr>
          <a:xfrm flipH="1">
            <a:off x="691368" y="3384210"/>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寿比南山</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3" name="稿定-31">
            <a:extLst>
              <a:ext uri="{FF2B5EF4-FFF2-40B4-BE49-F238E27FC236}">
                <a16:creationId xmlns:a16="http://schemas.microsoft.com/office/drawing/2014/main" id="{8FEFCBCC-0528-7C70-7064-D0A9F8636177}"/>
              </a:ext>
            </a:extLst>
          </p:cNvPr>
          <p:cNvSpPr/>
          <p:nvPr/>
        </p:nvSpPr>
        <p:spPr>
          <a:xfrm flipH="1">
            <a:off x="1900832" y="3395323"/>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31">
            <a:extLst>
              <a:ext uri="{FF2B5EF4-FFF2-40B4-BE49-F238E27FC236}">
                <a16:creationId xmlns:a16="http://schemas.microsoft.com/office/drawing/2014/main" id="{834CE9FB-FFEA-0D50-E748-A4E8BD8ADD72}"/>
              </a:ext>
            </a:extLst>
          </p:cNvPr>
          <p:cNvSpPr/>
          <p:nvPr/>
        </p:nvSpPr>
        <p:spPr>
          <a:xfrm flipH="1">
            <a:off x="692826" y="3810167"/>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对角圆角 60">
            <a:extLst>
              <a:ext uri="{FF2B5EF4-FFF2-40B4-BE49-F238E27FC236}">
                <a16:creationId xmlns:a16="http://schemas.microsoft.com/office/drawing/2014/main" id="{708EB902-BEC1-FDB5-DDAC-9DC3832BDFF9}"/>
              </a:ext>
            </a:extLst>
          </p:cNvPr>
          <p:cNvSpPr/>
          <p:nvPr/>
        </p:nvSpPr>
        <p:spPr>
          <a:xfrm>
            <a:off x="1082645" y="4628424"/>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矩形: 对角圆角 61">
            <a:extLst>
              <a:ext uri="{FF2B5EF4-FFF2-40B4-BE49-F238E27FC236}">
                <a16:creationId xmlns:a16="http://schemas.microsoft.com/office/drawing/2014/main" id="{F341B4D7-458A-0500-F334-4940FC3155FC}"/>
              </a:ext>
            </a:extLst>
          </p:cNvPr>
          <p:cNvSpPr/>
          <p:nvPr/>
        </p:nvSpPr>
        <p:spPr>
          <a:xfrm>
            <a:off x="2230337" y="4628424"/>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稿定-9">
            <a:extLst>
              <a:ext uri="{FF2B5EF4-FFF2-40B4-BE49-F238E27FC236}">
                <a16:creationId xmlns:a16="http://schemas.microsoft.com/office/drawing/2014/main" id="{20F70E87-F05E-4278-715E-F80AA3D027AA}"/>
              </a:ext>
            </a:extLst>
          </p:cNvPr>
          <p:cNvSpPr/>
          <p:nvPr/>
        </p:nvSpPr>
        <p:spPr>
          <a:xfrm flipH="1">
            <a:off x="1062705" y="4673891"/>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天作之合</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4" name="稿定-31">
            <a:extLst>
              <a:ext uri="{FF2B5EF4-FFF2-40B4-BE49-F238E27FC236}">
                <a16:creationId xmlns:a16="http://schemas.microsoft.com/office/drawing/2014/main" id="{950CB18E-26F9-6590-FE2A-2D8B8C857E4C}"/>
              </a:ext>
            </a:extLst>
          </p:cNvPr>
          <p:cNvSpPr/>
          <p:nvPr/>
        </p:nvSpPr>
        <p:spPr>
          <a:xfrm flipH="1">
            <a:off x="2272169" y="4685004"/>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稿定-31">
            <a:extLst>
              <a:ext uri="{FF2B5EF4-FFF2-40B4-BE49-F238E27FC236}">
                <a16:creationId xmlns:a16="http://schemas.microsoft.com/office/drawing/2014/main" id="{67F4D38E-1CA0-B4C6-E4E5-456B84F58AD5}"/>
              </a:ext>
            </a:extLst>
          </p:cNvPr>
          <p:cNvSpPr/>
          <p:nvPr/>
        </p:nvSpPr>
        <p:spPr>
          <a:xfrm flipH="1">
            <a:off x="1064163" y="5099848"/>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对角圆角 25">
            <a:extLst>
              <a:ext uri="{FF2B5EF4-FFF2-40B4-BE49-F238E27FC236}">
                <a16:creationId xmlns:a16="http://schemas.microsoft.com/office/drawing/2014/main" id="{263EB131-BA3C-D58F-1768-86233500B704}"/>
              </a:ext>
            </a:extLst>
          </p:cNvPr>
          <p:cNvSpPr/>
          <p:nvPr/>
        </p:nvSpPr>
        <p:spPr>
          <a:xfrm>
            <a:off x="8596171" y="2049062"/>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矩形: 对角圆角 26">
            <a:extLst>
              <a:ext uri="{FF2B5EF4-FFF2-40B4-BE49-F238E27FC236}">
                <a16:creationId xmlns:a16="http://schemas.microsoft.com/office/drawing/2014/main" id="{93F5DD03-44CB-2745-A016-D74BEBFD5CF8}"/>
              </a:ext>
            </a:extLst>
          </p:cNvPr>
          <p:cNvSpPr/>
          <p:nvPr/>
        </p:nvSpPr>
        <p:spPr>
          <a:xfrm>
            <a:off x="9743863" y="2049062"/>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稿定-9">
            <a:extLst>
              <a:ext uri="{FF2B5EF4-FFF2-40B4-BE49-F238E27FC236}">
                <a16:creationId xmlns:a16="http://schemas.microsoft.com/office/drawing/2014/main" id="{F0F3D48F-734F-9695-6507-055A6C009238}"/>
              </a:ext>
            </a:extLst>
          </p:cNvPr>
          <p:cNvSpPr/>
          <p:nvPr/>
        </p:nvSpPr>
        <p:spPr>
          <a:xfrm flipH="1">
            <a:off x="8576231" y="2094529"/>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锦绣前程</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9" name="稿定-31">
            <a:extLst>
              <a:ext uri="{FF2B5EF4-FFF2-40B4-BE49-F238E27FC236}">
                <a16:creationId xmlns:a16="http://schemas.microsoft.com/office/drawing/2014/main" id="{757E4E46-A952-928B-A668-20DEE785598A}"/>
              </a:ext>
            </a:extLst>
          </p:cNvPr>
          <p:cNvSpPr/>
          <p:nvPr/>
        </p:nvSpPr>
        <p:spPr>
          <a:xfrm flipH="1">
            <a:off x="9785695" y="2105642"/>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稿定-31">
            <a:extLst>
              <a:ext uri="{FF2B5EF4-FFF2-40B4-BE49-F238E27FC236}">
                <a16:creationId xmlns:a16="http://schemas.microsoft.com/office/drawing/2014/main" id="{574F34DA-6A6E-A892-F489-8547A7DB280F}"/>
              </a:ext>
            </a:extLst>
          </p:cNvPr>
          <p:cNvSpPr/>
          <p:nvPr/>
        </p:nvSpPr>
        <p:spPr>
          <a:xfrm flipH="1">
            <a:off x="8577689" y="2520486"/>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对角圆角 54">
            <a:extLst>
              <a:ext uri="{FF2B5EF4-FFF2-40B4-BE49-F238E27FC236}">
                <a16:creationId xmlns:a16="http://schemas.microsoft.com/office/drawing/2014/main" id="{B381608A-5B7F-D400-176B-41533688754A}"/>
              </a:ext>
            </a:extLst>
          </p:cNvPr>
          <p:cNvSpPr/>
          <p:nvPr/>
        </p:nvSpPr>
        <p:spPr>
          <a:xfrm>
            <a:off x="9017879" y="3338743"/>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矩形: 对角圆角 55">
            <a:extLst>
              <a:ext uri="{FF2B5EF4-FFF2-40B4-BE49-F238E27FC236}">
                <a16:creationId xmlns:a16="http://schemas.microsoft.com/office/drawing/2014/main" id="{50AEB1C9-2308-90E4-2BEA-01AE87D74410}"/>
              </a:ext>
            </a:extLst>
          </p:cNvPr>
          <p:cNvSpPr/>
          <p:nvPr/>
        </p:nvSpPr>
        <p:spPr>
          <a:xfrm>
            <a:off x="10165571" y="3338743"/>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稿定-9">
            <a:extLst>
              <a:ext uri="{FF2B5EF4-FFF2-40B4-BE49-F238E27FC236}">
                <a16:creationId xmlns:a16="http://schemas.microsoft.com/office/drawing/2014/main" id="{E4B23D04-D595-2B61-6129-BE30EA6ACFE5}"/>
              </a:ext>
            </a:extLst>
          </p:cNvPr>
          <p:cNvSpPr/>
          <p:nvPr/>
        </p:nvSpPr>
        <p:spPr>
          <a:xfrm flipH="1">
            <a:off x="8997939" y="3384210"/>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万事大吉</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8" name="稿定-31">
            <a:extLst>
              <a:ext uri="{FF2B5EF4-FFF2-40B4-BE49-F238E27FC236}">
                <a16:creationId xmlns:a16="http://schemas.microsoft.com/office/drawing/2014/main" id="{9CCB1F6A-75F2-5AAE-0CF4-1C157A84AE6C}"/>
              </a:ext>
            </a:extLst>
          </p:cNvPr>
          <p:cNvSpPr/>
          <p:nvPr/>
        </p:nvSpPr>
        <p:spPr>
          <a:xfrm flipH="1">
            <a:off x="10207403" y="3395323"/>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稿定-31">
            <a:extLst>
              <a:ext uri="{FF2B5EF4-FFF2-40B4-BE49-F238E27FC236}">
                <a16:creationId xmlns:a16="http://schemas.microsoft.com/office/drawing/2014/main" id="{2910C795-383B-3262-A946-C26E2512CA6D}"/>
              </a:ext>
            </a:extLst>
          </p:cNvPr>
          <p:cNvSpPr/>
          <p:nvPr/>
        </p:nvSpPr>
        <p:spPr>
          <a:xfrm flipH="1">
            <a:off x="8999397" y="3810167"/>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对角圆角 65">
            <a:extLst>
              <a:ext uri="{FF2B5EF4-FFF2-40B4-BE49-F238E27FC236}">
                <a16:creationId xmlns:a16="http://schemas.microsoft.com/office/drawing/2014/main" id="{129B16B8-C4E9-C776-3DAA-34DCCEC48093}"/>
              </a:ext>
            </a:extLst>
          </p:cNvPr>
          <p:cNvSpPr/>
          <p:nvPr/>
        </p:nvSpPr>
        <p:spPr>
          <a:xfrm>
            <a:off x="8596171" y="4628424"/>
            <a:ext cx="1044457" cy="400110"/>
          </a:xfrm>
          <a:prstGeom prst="round2Diag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矩形: 对角圆角 66">
            <a:extLst>
              <a:ext uri="{FF2B5EF4-FFF2-40B4-BE49-F238E27FC236}">
                <a16:creationId xmlns:a16="http://schemas.microsoft.com/office/drawing/2014/main" id="{4DED8F05-7C48-7AAA-A190-D85979A3FB18}"/>
              </a:ext>
            </a:extLst>
          </p:cNvPr>
          <p:cNvSpPr/>
          <p:nvPr/>
        </p:nvSpPr>
        <p:spPr>
          <a:xfrm>
            <a:off x="9743863" y="4628424"/>
            <a:ext cx="1368144" cy="400110"/>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9">
            <a:extLst>
              <a:ext uri="{FF2B5EF4-FFF2-40B4-BE49-F238E27FC236}">
                <a16:creationId xmlns:a16="http://schemas.microsoft.com/office/drawing/2014/main" id="{33271A89-3D83-782C-69D9-E613DB0380E3}"/>
              </a:ext>
            </a:extLst>
          </p:cNvPr>
          <p:cNvSpPr/>
          <p:nvPr/>
        </p:nvSpPr>
        <p:spPr>
          <a:xfrm flipH="1">
            <a:off x="8576231" y="4673891"/>
            <a:ext cx="1044456" cy="285271"/>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德才兼备</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9" name="稿定-31">
            <a:extLst>
              <a:ext uri="{FF2B5EF4-FFF2-40B4-BE49-F238E27FC236}">
                <a16:creationId xmlns:a16="http://schemas.microsoft.com/office/drawing/2014/main" id="{E1BFF818-C678-3A25-6DBF-CF76DDA79F7F}"/>
              </a:ext>
            </a:extLst>
          </p:cNvPr>
          <p:cNvSpPr/>
          <p:nvPr/>
        </p:nvSpPr>
        <p:spPr>
          <a:xfrm flipH="1">
            <a:off x="9785695" y="4685004"/>
            <a:ext cx="1326776" cy="306467"/>
          </a:xfrm>
          <a:prstGeom prst="round2DiagRect">
            <a:avLst/>
          </a:prstGeom>
        </p:spPr>
        <p:txBody>
          <a:bodyPr wrap="square" lIns="0" tIns="0" rIns="0" bIns="0" anchor="ctr">
            <a:spAutoFit/>
          </a:bodyPr>
          <a:lstStyle/>
          <a:p>
            <a:pPr>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a:extLst>
              <a:ext uri="{FF2B5EF4-FFF2-40B4-BE49-F238E27FC236}">
                <a16:creationId xmlns:a16="http://schemas.microsoft.com/office/drawing/2014/main" id="{19796A6A-BE7C-CC63-3E2E-56288CBEFD62}"/>
              </a:ext>
            </a:extLst>
          </p:cNvPr>
          <p:cNvSpPr/>
          <p:nvPr/>
        </p:nvSpPr>
        <p:spPr>
          <a:xfrm flipH="1">
            <a:off x="8577689" y="5099848"/>
            <a:ext cx="2503267" cy="4116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gaoding-10">
            <a:extLst>
              <a:ext uri="{FF2B5EF4-FFF2-40B4-BE49-F238E27FC236}">
                <a16:creationId xmlns:a16="http://schemas.microsoft.com/office/drawing/2014/main" id="{FCEB989B-F1FB-5B61-D5B5-70B73E935D6D}"/>
              </a:ext>
            </a:extLst>
          </p:cNvPr>
          <p:cNvSpPr/>
          <p:nvPr/>
        </p:nvSpPr>
        <p:spPr>
          <a:xfrm>
            <a:off x="4546600" y="2226401"/>
            <a:ext cx="3098800" cy="3098800"/>
          </a:xfrm>
          <a:prstGeom prst="arc">
            <a:avLst>
              <a:gd name="adj1" fmla="val 14291864"/>
              <a:gd name="adj2" fmla="val 18951644"/>
            </a:avLst>
          </a:prstGeom>
          <a:noFill/>
          <a:ln w="25400">
            <a:gradFill flip="none" rotWithShape="1">
              <a:gsLst>
                <a:gs pos="0">
                  <a:schemeClr val="accent1"/>
                </a:gs>
                <a:gs pos="100000">
                  <a:schemeClr val="accent1">
                    <a:alpha val="0"/>
                  </a:schemeClr>
                </a:gs>
              </a:gsLst>
              <a:lin ang="0" scaled="1"/>
              <a:tileRect/>
            </a:grad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gaoding-10">
            <a:extLst>
              <a:ext uri="{FF2B5EF4-FFF2-40B4-BE49-F238E27FC236}">
                <a16:creationId xmlns:a16="http://schemas.microsoft.com/office/drawing/2014/main" id="{B0524F68-4C39-7971-24FE-68389B487267}"/>
              </a:ext>
            </a:extLst>
          </p:cNvPr>
          <p:cNvSpPr/>
          <p:nvPr/>
        </p:nvSpPr>
        <p:spPr>
          <a:xfrm rot="10800000">
            <a:off x="4546600" y="2260767"/>
            <a:ext cx="3098800" cy="3098800"/>
          </a:xfrm>
          <a:prstGeom prst="arc">
            <a:avLst>
              <a:gd name="adj1" fmla="val 13948128"/>
              <a:gd name="adj2" fmla="val 18951644"/>
            </a:avLst>
          </a:prstGeom>
          <a:noFill/>
          <a:ln w="25400">
            <a:gradFill flip="none" rotWithShape="1">
              <a:gsLst>
                <a:gs pos="0">
                  <a:schemeClr val="accent1"/>
                </a:gs>
                <a:gs pos="100000">
                  <a:schemeClr val="accent1">
                    <a:alpha val="0"/>
                  </a:schemeClr>
                </a:gs>
              </a:gsLst>
              <a:lin ang="0" scaled="1"/>
              <a:tileRect/>
            </a:grad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3439906A-71A9-9B07-2292-8766E1D392D8}"/>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2" name="矩形 81">
            <a:extLst>
              <a:ext uri="{FF2B5EF4-FFF2-40B4-BE49-F238E27FC236}">
                <a16:creationId xmlns:a16="http://schemas.microsoft.com/office/drawing/2014/main" id="{CDE3589D-B2DC-3D07-822A-C5F08214987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46BB35FF-214C-7CDC-4796-0133A591CB3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29736595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矩形: 圆角 18">
            <a:extLst>
              <a:ext uri="{FF2B5EF4-FFF2-40B4-BE49-F238E27FC236}">
                <a16:creationId xmlns:a16="http://schemas.microsoft.com/office/drawing/2014/main" id="{610FCBE6-590E-8304-2414-6AE721121409}"/>
              </a:ext>
            </a:extLst>
          </p:cNvPr>
          <p:cNvSpPr/>
          <p:nvPr/>
        </p:nvSpPr>
        <p:spPr>
          <a:xfrm>
            <a:off x="676768" y="1346448"/>
            <a:ext cx="4103464"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6AA965FA-276F-9ED7-B3F3-77990E3CA66D}"/>
              </a:ext>
            </a:extLst>
          </p:cNvPr>
          <p:cNvSpPr/>
          <p:nvPr/>
        </p:nvSpPr>
        <p:spPr>
          <a:xfrm>
            <a:off x="4901539" y="1346448"/>
            <a:ext cx="6608694"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37E85D71-891E-5F95-438E-3CF502B96EE4}"/>
              </a:ext>
            </a:extLst>
          </p:cNvPr>
          <p:cNvSpPr txBox="1"/>
          <p:nvPr/>
        </p:nvSpPr>
        <p:spPr>
          <a:xfrm>
            <a:off x="676767" y="402360"/>
            <a:ext cx="2744215"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1" name="矩形 10">
            <a:extLst>
              <a:ext uri="{FF2B5EF4-FFF2-40B4-BE49-F238E27FC236}">
                <a16:creationId xmlns:a16="http://schemas.microsoft.com/office/drawing/2014/main" id="{EF6203D3-B514-993F-9530-50CF5358031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文本框 11">
            <a:extLst>
              <a:ext uri="{FF2B5EF4-FFF2-40B4-BE49-F238E27FC236}">
                <a16:creationId xmlns:a16="http://schemas.microsoft.com/office/drawing/2014/main" id="{951C17E4-405B-06D8-6E1B-E05DA4FA1892}"/>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a:extLst>
              <a:ext uri="{FF2B5EF4-FFF2-40B4-BE49-F238E27FC236}">
                <a16:creationId xmlns:a16="http://schemas.microsoft.com/office/drawing/2014/main" id="{FC49729D-B8A6-D3B7-FFAE-DA288DF88ABB}"/>
              </a:ext>
            </a:extLst>
          </p:cNvPr>
          <p:cNvSpPr/>
          <p:nvPr/>
        </p:nvSpPr>
        <p:spPr>
          <a:xfrm>
            <a:off x="4906539" y="2387290"/>
            <a:ext cx="6608694" cy="3896100"/>
          </a:xfrm>
          <a:prstGeom prst="roundRect">
            <a:avLst>
              <a:gd name="adj" fmla="val 2934"/>
            </a:avLst>
          </a:prstGeom>
          <a:solidFill>
            <a:schemeClr val="accent1">
              <a:lumMod val="20000"/>
              <a:lumOff val="80000"/>
              <a:alpha val="43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a:extLst>
              <a:ext uri="{FF2B5EF4-FFF2-40B4-BE49-F238E27FC236}">
                <a16:creationId xmlns:a16="http://schemas.microsoft.com/office/drawing/2014/main" id="{E2008E9F-4600-EFD3-E4C9-700A51C6B118}"/>
              </a:ext>
            </a:extLst>
          </p:cNvPr>
          <p:cNvSpPr/>
          <p:nvPr/>
        </p:nvSpPr>
        <p:spPr>
          <a:xfrm>
            <a:off x="676770" y="2387290"/>
            <a:ext cx="3172170" cy="3896100"/>
          </a:xfrm>
          <a:prstGeom prst="roundRect">
            <a:avLst>
              <a:gd name="adj" fmla="val 2975"/>
            </a:avLst>
          </a:prstGeom>
          <a:solidFill>
            <a:schemeClr val="accent1">
              <a:lumMod val="20000"/>
              <a:lumOff val="80000"/>
              <a:alpha val="43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39">
            <a:extLst>
              <a:ext uri="{FF2B5EF4-FFF2-40B4-BE49-F238E27FC236}">
                <a16:creationId xmlns:a16="http://schemas.microsoft.com/office/drawing/2014/main" id="{5728D9F1-827C-2130-00DA-3E36F0BD3FEB}"/>
              </a:ext>
            </a:extLst>
          </p:cNvPr>
          <p:cNvSpPr/>
          <p:nvPr/>
        </p:nvSpPr>
        <p:spPr>
          <a:xfrm>
            <a:off x="730721" y="2419950"/>
            <a:ext cx="1315112" cy="528468"/>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矩形 40">
            <a:extLst>
              <a:ext uri="{FF2B5EF4-FFF2-40B4-BE49-F238E27FC236}">
                <a16:creationId xmlns:a16="http://schemas.microsoft.com/office/drawing/2014/main" id="{90AE0D18-FFC7-BC4F-319C-A6925AE9B374}"/>
              </a:ext>
            </a:extLst>
          </p:cNvPr>
          <p:cNvSpPr/>
          <p:nvPr/>
        </p:nvSpPr>
        <p:spPr>
          <a:xfrm>
            <a:off x="2068407" y="2419950"/>
            <a:ext cx="1722677" cy="528468"/>
          </a:xfrm>
          <a:prstGeom prst="round2DiagRect">
            <a:avLst/>
          </a:prstGeom>
          <a:noFill/>
          <a:ln w="6350">
            <a:solidFill>
              <a:schemeClr val="accent1"/>
            </a:solidFill>
            <a:prstDash val="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稿定-9">
            <a:extLst>
              <a:ext uri="{FF2B5EF4-FFF2-40B4-BE49-F238E27FC236}">
                <a16:creationId xmlns:a16="http://schemas.microsoft.com/office/drawing/2014/main" id="{922CE25F-27AB-1E4E-67F5-42EDF67898C2}"/>
              </a:ext>
            </a:extLst>
          </p:cNvPr>
          <p:cNvSpPr/>
          <p:nvPr/>
        </p:nvSpPr>
        <p:spPr>
          <a:xfrm flipH="1">
            <a:off x="705614" y="2552478"/>
            <a:ext cx="1315110" cy="231837"/>
          </a:xfrm>
          <a:prstGeom prst="round2Diag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登高望远</a:t>
            </a:r>
            <a:endParaRPr kumimoji="0" lang="en-US" altLang="zh-CN"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3" name="稿定-31">
            <a:extLst>
              <a:ext uri="{FF2B5EF4-FFF2-40B4-BE49-F238E27FC236}">
                <a16:creationId xmlns:a16="http://schemas.microsoft.com/office/drawing/2014/main" id="{8F9CB2CF-BCE4-C54F-1320-9DA851848CEB}"/>
              </a:ext>
            </a:extLst>
          </p:cNvPr>
          <p:cNvSpPr/>
          <p:nvPr/>
        </p:nvSpPr>
        <p:spPr>
          <a:xfrm flipH="1">
            <a:off x="2121079" y="2517556"/>
            <a:ext cx="1670589" cy="35903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 name="直接连接符 7">
            <a:extLst>
              <a:ext uri="{FF2B5EF4-FFF2-40B4-BE49-F238E27FC236}">
                <a16:creationId xmlns:a16="http://schemas.microsoft.com/office/drawing/2014/main" id="{E5C6F967-36EB-4151-AC7E-AF20A96EB41F}"/>
              </a:ext>
            </a:extLst>
          </p:cNvPr>
          <p:cNvCxnSpPr>
            <a:cxnSpLocks/>
          </p:cNvCxnSpPr>
          <p:nvPr/>
        </p:nvCxnSpPr>
        <p:spPr>
          <a:xfrm>
            <a:off x="845743" y="3915943"/>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a16="http://schemas.microsoft.com/office/drawing/2014/main" id="{4BD1A865-4C8C-2ECE-382F-F5F95F8491C9}"/>
              </a:ext>
            </a:extLst>
          </p:cNvPr>
          <p:cNvCxnSpPr>
            <a:cxnSpLocks/>
          </p:cNvCxnSpPr>
          <p:nvPr/>
        </p:nvCxnSpPr>
        <p:spPr>
          <a:xfrm>
            <a:off x="845743" y="4881832"/>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45" name="稿定-9">
            <a:extLst>
              <a:ext uri="{FF2B5EF4-FFF2-40B4-BE49-F238E27FC236}">
                <a16:creationId xmlns:a16="http://schemas.microsoft.com/office/drawing/2014/main" id="{81929FFC-E8C0-DF1B-D85E-96EAF41A6321}"/>
              </a:ext>
            </a:extLst>
          </p:cNvPr>
          <p:cNvSpPr/>
          <p:nvPr/>
        </p:nvSpPr>
        <p:spPr>
          <a:xfrm flipH="1">
            <a:off x="769115" y="3335650"/>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31">
            <a:extLst>
              <a:ext uri="{FF2B5EF4-FFF2-40B4-BE49-F238E27FC236}">
                <a16:creationId xmlns:a16="http://schemas.microsoft.com/office/drawing/2014/main" id="{16728684-E3B4-E747-0A58-C5E737E30073}"/>
              </a:ext>
            </a:extLst>
          </p:cNvPr>
          <p:cNvSpPr/>
          <p:nvPr/>
        </p:nvSpPr>
        <p:spPr>
          <a:xfrm flipH="1">
            <a:off x="845742" y="3646999"/>
            <a:ext cx="2707627" cy="15564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31">
            <a:extLst>
              <a:ext uri="{FF2B5EF4-FFF2-40B4-BE49-F238E27FC236}">
                <a16:creationId xmlns:a16="http://schemas.microsoft.com/office/drawing/2014/main" id="{E52F8E4D-33AA-5F29-BDAE-7D106A4E0F82}"/>
              </a:ext>
            </a:extLst>
          </p:cNvPr>
          <p:cNvSpPr/>
          <p:nvPr/>
        </p:nvSpPr>
        <p:spPr>
          <a:xfrm flipH="1">
            <a:off x="845742" y="4612887"/>
            <a:ext cx="2707627" cy="15564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9" name="直接连接符 48">
            <a:extLst>
              <a:ext uri="{FF2B5EF4-FFF2-40B4-BE49-F238E27FC236}">
                <a16:creationId xmlns:a16="http://schemas.microsoft.com/office/drawing/2014/main" id="{558118AF-C1EE-BBD9-8D0B-BF84B4B4B488}"/>
              </a:ext>
            </a:extLst>
          </p:cNvPr>
          <p:cNvCxnSpPr>
            <a:cxnSpLocks/>
          </p:cNvCxnSpPr>
          <p:nvPr/>
        </p:nvCxnSpPr>
        <p:spPr>
          <a:xfrm>
            <a:off x="845743" y="5849357"/>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51" name="稿定-31">
            <a:extLst>
              <a:ext uri="{FF2B5EF4-FFF2-40B4-BE49-F238E27FC236}">
                <a16:creationId xmlns:a16="http://schemas.microsoft.com/office/drawing/2014/main" id="{906B0587-8A40-CA88-5780-B5ED7C2BEC75}"/>
              </a:ext>
            </a:extLst>
          </p:cNvPr>
          <p:cNvSpPr/>
          <p:nvPr/>
        </p:nvSpPr>
        <p:spPr>
          <a:xfrm flipH="1">
            <a:off x="845742" y="5580412"/>
            <a:ext cx="2707627" cy="15564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5" name="直接连接符 24">
            <a:extLst>
              <a:ext uri="{FF2B5EF4-FFF2-40B4-BE49-F238E27FC236}">
                <a16:creationId xmlns:a16="http://schemas.microsoft.com/office/drawing/2014/main" id="{E7C8A9F7-E00D-444E-67D7-D4C4D70EB196}"/>
              </a:ext>
            </a:extLst>
          </p:cNvPr>
          <p:cNvCxnSpPr/>
          <p:nvPr/>
        </p:nvCxnSpPr>
        <p:spPr>
          <a:xfrm>
            <a:off x="3968258" y="4362904"/>
            <a:ext cx="811974"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sp>
        <p:nvSpPr>
          <p:cNvPr id="52" name="稿定-9">
            <a:extLst>
              <a:ext uri="{FF2B5EF4-FFF2-40B4-BE49-F238E27FC236}">
                <a16:creationId xmlns:a16="http://schemas.microsoft.com/office/drawing/2014/main" id="{3F97298E-76F6-1FD3-F3A2-D7BDF33DBE6F}"/>
              </a:ext>
            </a:extLst>
          </p:cNvPr>
          <p:cNvSpPr/>
          <p:nvPr/>
        </p:nvSpPr>
        <p:spPr>
          <a:xfrm flipH="1">
            <a:off x="4113883" y="3745135"/>
            <a:ext cx="514386" cy="4936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归纳</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总结</a:t>
            </a:r>
            <a:endParaRPr 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矩形 54">
            <a:extLst>
              <a:ext uri="{FF2B5EF4-FFF2-40B4-BE49-F238E27FC236}">
                <a16:creationId xmlns:a16="http://schemas.microsoft.com/office/drawing/2014/main" id="{CB477F04-747E-B00F-AC27-32D5D22F6BE2}"/>
              </a:ext>
            </a:extLst>
          </p:cNvPr>
          <p:cNvSpPr/>
          <p:nvPr/>
        </p:nvSpPr>
        <p:spPr>
          <a:xfrm>
            <a:off x="5149939" y="2684184"/>
            <a:ext cx="1315112" cy="499032"/>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矩形 55">
            <a:extLst>
              <a:ext uri="{FF2B5EF4-FFF2-40B4-BE49-F238E27FC236}">
                <a16:creationId xmlns:a16="http://schemas.microsoft.com/office/drawing/2014/main" id="{B3F272A7-8FC1-8479-2B84-B96B7A38A2C0}"/>
              </a:ext>
            </a:extLst>
          </p:cNvPr>
          <p:cNvSpPr/>
          <p:nvPr/>
        </p:nvSpPr>
        <p:spPr>
          <a:xfrm>
            <a:off x="6487625" y="2684184"/>
            <a:ext cx="1722677" cy="499032"/>
          </a:xfrm>
          <a:prstGeom prst="round2DiagRect">
            <a:avLst/>
          </a:prstGeom>
          <a:noFill/>
          <a:ln w="6350">
            <a:solidFill>
              <a:schemeClr val="accent1"/>
            </a:solidFill>
            <a:prstDash val="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稿定-9">
            <a:extLst>
              <a:ext uri="{FF2B5EF4-FFF2-40B4-BE49-F238E27FC236}">
                <a16:creationId xmlns:a16="http://schemas.microsoft.com/office/drawing/2014/main" id="{90419C5D-06CD-4FA2-31E9-ACA5B2A28D11}"/>
              </a:ext>
            </a:extLst>
          </p:cNvPr>
          <p:cNvSpPr/>
          <p:nvPr/>
        </p:nvSpPr>
        <p:spPr>
          <a:xfrm flipH="1">
            <a:off x="5124832" y="2802874"/>
            <a:ext cx="1315110" cy="231836"/>
          </a:xfrm>
          <a:prstGeom prst="round2Diag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才高八斗</a:t>
            </a:r>
            <a:endParaRPr kumimoji="0" lang="en-US" altLang="zh-CN"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8" name="稿定-31">
            <a:extLst>
              <a:ext uri="{FF2B5EF4-FFF2-40B4-BE49-F238E27FC236}">
                <a16:creationId xmlns:a16="http://schemas.microsoft.com/office/drawing/2014/main" id="{E95B90C4-9998-29D5-8430-F7C7F1791424}"/>
              </a:ext>
            </a:extLst>
          </p:cNvPr>
          <p:cNvSpPr/>
          <p:nvPr/>
        </p:nvSpPr>
        <p:spPr>
          <a:xfrm flipH="1">
            <a:off x="6540297" y="2766353"/>
            <a:ext cx="1670589" cy="35903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对角圆角 58">
            <a:extLst>
              <a:ext uri="{FF2B5EF4-FFF2-40B4-BE49-F238E27FC236}">
                <a16:creationId xmlns:a16="http://schemas.microsoft.com/office/drawing/2014/main" id="{2DE56CB8-4F6A-D154-4EA2-D85B67EDF61C}"/>
              </a:ext>
            </a:extLst>
          </p:cNvPr>
          <p:cNvSpPr/>
          <p:nvPr/>
        </p:nvSpPr>
        <p:spPr>
          <a:xfrm>
            <a:off x="5149939" y="3328936"/>
            <a:ext cx="3060363" cy="590689"/>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对角圆角 59">
            <a:extLst>
              <a:ext uri="{FF2B5EF4-FFF2-40B4-BE49-F238E27FC236}">
                <a16:creationId xmlns:a16="http://schemas.microsoft.com/office/drawing/2014/main" id="{3E6B9CFB-4AC6-095D-9563-FADEE0D384D4}"/>
              </a:ext>
            </a:extLst>
          </p:cNvPr>
          <p:cNvSpPr/>
          <p:nvPr/>
        </p:nvSpPr>
        <p:spPr>
          <a:xfrm>
            <a:off x="5149939" y="4063236"/>
            <a:ext cx="3060363" cy="590689"/>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对角圆角 60">
            <a:extLst>
              <a:ext uri="{FF2B5EF4-FFF2-40B4-BE49-F238E27FC236}">
                <a16:creationId xmlns:a16="http://schemas.microsoft.com/office/drawing/2014/main" id="{160C5979-0D52-9EDE-817C-248FD800E40D}"/>
              </a:ext>
            </a:extLst>
          </p:cNvPr>
          <p:cNvSpPr/>
          <p:nvPr/>
        </p:nvSpPr>
        <p:spPr>
          <a:xfrm>
            <a:off x="5149939" y="4797536"/>
            <a:ext cx="3060363" cy="590689"/>
          </a:xfrm>
          <a:prstGeom prst="round2DiagRect">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椭圆 62">
            <a:extLst>
              <a:ext uri="{FF2B5EF4-FFF2-40B4-BE49-F238E27FC236}">
                <a16:creationId xmlns:a16="http://schemas.microsoft.com/office/drawing/2014/main" id="{66E9640A-C1B6-C815-58EE-6989119742F3}"/>
              </a:ext>
            </a:extLst>
          </p:cNvPr>
          <p:cNvSpPr/>
          <p:nvPr/>
        </p:nvSpPr>
        <p:spPr>
          <a:xfrm>
            <a:off x="8797121" y="2933700"/>
            <a:ext cx="811435" cy="811435"/>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椭圆 63">
            <a:extLst>
              <a:ext uri="{FF2B5EF4-FFF2-40B4-BE49-F238E27FC236}">
                <a16:creationId xmlns:a16="http://schemas.microsoft.com/office/drawing/2014/main" id="{03E4E5C7-5BD1-3868-96E8-6FDD2D81796A}"/>
              </a:ext>
            </a:extLst>
          </p:cNvPr>
          <p:cNvSpPr/>
          <p:nvPr/>
        </p:nvSpPr>
        <p:spPr>
          <a:xfrm>
            <a:off x="8797121" y="3946404"/>
            <a:ext cx="811435" cy="811435"/>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椭圆 64">
            <a:extLst>
              <a:ext uri="{FF2B5EF4-FFF2-40B4-BE49-F238E27FC236}">
                <a16:creationId xmlns:a16="http://schemas.microsoft.com/office/drawing/2014/main" id="{A9DE1624-5BDD-18D1-853E-88A1AE4ECEBB}"/>
              </a:ext>
            </a:extLst>
          </p:cNvPr>
          <p:cNvSpPr/>
          <p:nvPr/>
        </p:nvSpPr>
        <p:spPr>
          <a:xfrm>
            <a:off x="8797121" y="4957461"/>
            <a:ext cx="811435" cy="811435"/>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稿定-31">
            <a:extLst>
              <a:ext uri="{FF2B5EF4-FFF2-40B4-BE49-F238E27FC236}">
                <a16:creationId xmlns:a16="http://schemas.microsoft.com/office/drawing/2014/main" id="{EA2A282A-5EC7-3CEA-F53A-338D7E0F96C2}"/>
              </a:ext>
            </a:extLst>
          </p:cNvPr>
          <p:cNvSpPr/>
          <p:nvPr/>
        </p:nvSpPr>
        <p:spPr>
          <a:xfrm flipH="1">
            <a:off x="5226990" y="3435252"/>
            <a:ext cx="2906260" cy="372159"/>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altLang="zh-CN"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a:extLst>
              <a:ext uri="{FF2B5EF4-FFF2-40B4-BE49-F238E27FC236}">
                <a16:creationId xmlns:a16="http://schemas.microsoft.com/office/drawing/2014/main" id="{9B17C1D0-DDBE-9905-469F-8E525EDD8D59}"/>
              </a:ext>
            </a:extLst>
          </p:cNvPr>
          <p:cNvSpPr/>
          <p:nvPr/>
        </p:nvSpPr>
        <p:spPr>
          <a:xfrm flipH="1">
            <a:off x="5226990" y="4168929"/>
            <a:ext cx="2906260" cy="372159"/>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稿定-31">
            <a:extLst>
              <a:ext uri="{FF2B5EF4-FFF2-40B4-BE49-F238E27FC236}">
                <a16:creationId xmlns:a16="http://schemas.microsoft.com/office/drawing/2014/main" id="{B5563E89-5734-3E86-B985-59866613EE29}"/>
              </a:ext>
            </a:extLst>
          </p:cNvPr>
          <p:cNvSpPr/>
          <p:nvPr/>
        </p:nvSpPr>
        <p:spPr>
          <a:xfrm flipH="1">
            <a:off x="5226990" y="4903229"/>
            <a:ext cx="2906260" cy="372159"/>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稿定-9">
            <a:extLst>
              <a:ext uri="{FF2B5EF4-FFF2-40B4-BE49-F238E27FC236}">
                <a16:creationId xmlns:a16="http://schemas.microsoft.com/office/drawing/2014/main" id="{B0ACD0C8-B708-8442-91DB-919A56A391B2}"/>
              </a:ext>
            </a:extLst>
          </p:cNvPr>
          <p:cNvSpPr/>
          <p:nvPr/>
        </p:nvSpPr>
        <p:spPr>
          <a:xfrm flipH="1">
            <a:off x="8732438" y="4136549"/>
            <a:ext cx="947252" cy="431144"/>
          </a:xfrm>
          <a:prstGeom prst="rect">
            <a:avLst/>
          </a:prstGeom>
        </p:spPr>
        <p:txBody>
          <a:bodyPr wrap="square" lIns="0" tIns="0" rIns="0" bIns="0" anchor="ctr">
            <a:spAutoFit/>
          </a:bodyPr>
          <a:lstStyle/>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E0908F79-6079-57D6-986C-6DBDAACB9D1D}"/>
              </a:ext>
            </a:extLst>
          </p:cNvPr>
          <p:cNvSpPr/>
          <p:nvPr/>
        </p:nvSpPr>
        <p:spPr>
          <a:xfrm flipH="1">
            <a:off x="8732438" y="5150342"/>
            <a:ext cx="947252" cy="431144"/>
          </a:xfrm>
          <a:prstGeom prst="rect">
            <a:avLst/>
          </a:prstGeom>
        </p:spPr>
        <p:txBody>
          <a:bodyPr wrap="square" lIns="0" tIns="0" rIns="0" bIns="0" anchor="ctr">
            <a:spAutoFit/>
          </a:bodyPr>
          <a:lstStyle/>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a:lnSpc>
                <a:spcPct val="120000"/>
              </a:lnSpc>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矩形 82">
            <a:extLst>
              <a:ext uri="{FF2B5EF4-FFF2-40B4-BE49-F238E27FC236}">
                <a16:creationId xmlns:a16="http://schemas.microsoft.com/office/drawing/2014/main" id="{88620E25-FF54-896D-DFAA-05E7B762289E}"/>
              </a:ext>
            </a:extLst>
          </p:cNvPr>
          <p:cNvSpPr/>
          <p:nvPr/>
        </p:nvSpPr>
        <p:spPr>
          <a:xfrm>
            <a:off x="5149939" y="5531836"/>
            <a:ext cx="1315112" cy="499032"/>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sx="106000" sy="106000" algn="ctr" rotWithShape="0">
              <a:schemeClr val="accent1">
                <a:alpha val="44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20000"/>
              </a:lnSpc>
            </a:pP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矩形 83">
            <a:extLst>
              <a:ext uri="{FF2B5EF4-FFF2-40B4-BE49-F238E27FC236}">
                <a16:creationId xmlns:a16="http://schemas.microsoft.com/office/drawing/2014/main" id="{E2E1DE2B-7222-7B73-855D-F5A84AFF2460}"/>
              </a:ext>
            </a:extLst>
          </p:cNvPr>
          <p:cNvSpPr/>
          <p:nvPr/>
        </p:nvSpPr>
        <p:spPr>
          <a:xfrm>
            <a:off x="6487625" y="5531836"/>
            <a:ext cx="1722677" cy="499032"/>
          </a:xfrm>
          <a:prstGeom prst="round2DiagRect">
            <a:avLst/>
          </a:prstGeom>
          <a:noFill/>
          <a:ln w="6350">
            <a:solidFill>
              <a:schemeClr val="accent1"/>
            </a:solidFill>
            <a:prstDash val="dash"/>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120000"/>
              </a:lnSpc>
            </a:pP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稿定-9">
            <a:extLst>
              <a:ext uri="{FF2B5EF4-FFF2-40B4-BE49-F238E27FC236}">
                <a16:creationId xmlns:a16="http://schemas.microsoft.com/office/drawing/2014/main" id="{547E0C18-C8BC-254D-17C7-D9BA70636E59}"/>
              </a:ext>
            </a:extLst>
          </p:cNvPr>
          <p:cNvSpPr/>
          <p:nvPr/>
        </p:nvSpPr>
        <p:spPr>
          <a:xfrm flipH="1">
            <a:off x="5124832" y="5650526"/>
            <a:ext cx="1315110" cy="231836"/>
          </a:xfrm>
          <a:prstGeom prst="round2Diag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金童玉女</a:t>
            </a:r>
            <a:endParaRPr kumimoji="0" lang="en-US" altLang="zh-CN"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6" name="稿定-31">
            <a:extLst>
              <a:ext uri="{FF2B5EF4-FFF2-40B4-BE49-F238E27FC236}">
                <a16:creationId xmlns:a16="http://schemas.microsoft.com/office/drawing/2014/main" id="{5B77F4D8-6BD4-D733-E145-BA865A9D5334}"/>
              </a:ext>
            </a:extLst>
          </p:cNvPr>
          <p:cNvSpPr/>
          <p:nvPr/>
        </p:nvSpPr>
        <p:spPr>
          <a:xfrm flipH="1">
            <a:off x="6540297" y="5614005"/>
            <a:ext cx="1670589" cy="359035"/>
          </a:xfrm>
          <a:prstGeom prst="round2Diag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7" name="直接连接符 86">
            <a:extLst>
              <a:ext uri="{FF2B5EF4-FFF2-40B4-BE49-F238E27FC236}">
                <a16:creationId xmlns:a16="http://schemas.microsoft.com/office/drawing/2014/main" id="{7A365406-F0FB-7611-D4D5-D768BBCFFA69}"/>
              </a:ext>
            </a:extLst>
          </p:cNvPr>
          <p:cNvCxnSpPr>
            <a:cxnSpLocks/>
          </p:cNvCxnSpPr>
          <p:nvPr/>
        </p:nvCxnSpPr>
        <p:spPr>
          <a:xfrm>
            <a:off x="8270671" y="3339286"/>
            <a:ext cx="428341"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cxnSp>
        <p:nvCxnSpPr>
          <p:cNvPr id="91" name="直接连接符 90">
            <a:extLst>
              <a:ext uri="{FF2B5EF4-FFF2-40B4-BE49-F238E27FC236}">
                <a16:creationId xmlns:a16="http://schemas.microsoft.com/office/drawing/2014/main" id="{6D342EEB-BCE2-EEE0-054E-B6FAED8E86D2}"/>
              </a:ext>
            </a:extLst>
          </p:cNvPr>
          <p:cNvCxnSpPr>
            <a:cxnSpLocks/>
          </p:cNvCxnSpPr>
          <p:nvPr/>
        </p:nvCxnSpPr>
        <p:spPr>
          <a:xfrm>
            <a:off x="8270671" y="4356060"/>
            <a:ext cx="428341"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cxnSp>
        <p:nvCxnSpPr>
          <p:cNvPr id="92" name="直接连接符 91">
            <a:extLst>
              <a:ext uri="{FF2B5EF4-FFF2-40B4-BE49-F238E27FC236}">
                <a16:creationId xmlns:a16="http://schemas.microsoft.com/office/drawing/2014/main" id="{1BF4DDB1-F351-AD2D-B520-A945E78EE2D0}"/>
              </a:ext>
            </a:extLst>
          </p:cNvPr>
          <p:cNvCxnSpPr>
            <a:cxnSpLocks/>
          </p:cNvCxnSpPr>
          <p:nvPr/>
        </p:nvCxnSpPr>
        <p:spPr>
          <a:xfrm>
            <a:off x="8270671" y="5388225"/>
            <a:ext cx="428341" cy="0"/>
          </a:xfrm>
          <a:prstGeom prst="line">
            <a:avLst/>
          </a:prstGeom>
          <a:ln>
            <a:solidFill>
              <a:schemeClr val="accent1">
                <a:lumMod val="100000"/>
              </a:schemeClr>
            </a:solidFill>
            <a:prstDash val="dash"/>
            <a:tailEnd type="stealth"/>
          </a:ln>
        </p:spPr>
        <p:style>
          <a:lnRef idx="1">
            <a:schemeClr val="accent1"/>
          </a:lnRef>
          <a:fillRef idx="0">
            <a:schemeClr val="accent1"/>
          </a:fillRef>
          <a:effectRef idx="0">
            <a:schemeClr val="accent1"/>
          </a:effectRef>
          <a:fontRef idx="minor">
            <a:schemeClr val="tx1"/>
          </a:fontRef>
        </p:style>
      </p:cxnSp>
      <p:sp>
        <p:nvSpPr>
          <p:cNvPr id="77" name="稿定-9">
            <a:extLst>
              <a:ext uri="{FF2B5EF4-FFF2-40B4-BE49-F238E27FC236}">
                <a16:creationId xmlns:a16="http://schemas.microsoft.com/office/drawing/2014/main" id="{F1165F11-ABE4-4536-C589-CC4A417BF2DF}"/>
              </a:ext>
            </a:extLst>
          </p:cNvPr>
          <p:cNvSpPr/>
          <p:nvPr/>
        </p:nvSpPr>
        <p:spPr>
          <a:xfrm flipH="1">
            <a:off x="8732438" y="3123714"/>
            <a:ext cx="947252" cy="431144"/>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稿定-9">
            <a:extLst>
              <a:ext uri="{FF2B5EF4-FFF2-40B4-BE49-F238E27FC236}">
                <a16:creationId xmlns:a16="http://schemas.microsoft.com/office/drawing/2014/main" id="{18C8354F-566A-9DBC-6A25-39264335BD16}"/>
              </a:ext>
            </a:extLst>
          </p:cNvPr>
          <p:cNvSpPr/>
          <p:nvPr/>
        </p:nvSpPr>
        <p:spPr>
          <a:xfrm flipH="1">
            <a:off x="769115" y="4312777"/>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 name="稿定-9">
            <a:extLst>
              <a:ext uri="{FF2B5EF4-FFF2-40B4-BE49-F238E27FC236}">
                <a16:creationId xmlns:a16="http://schemas.microsoft.com/office/drawing/2014/main" id="{E7DD8CD4-49A2-73EE-BE04-C8FA3E3631A7}"/>
              </a:ext>
            </a:extLst>
          </p:cNvPr>
          <p:cNvSpPr/>
          <p:nvPr/>
        </p:nvSpPr>
        <p:spPr>
          <a:xfrm flipH="1">
            <a:off x="769115" y="5269923"/>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矩形: 圆角 65">
            <a:extLst>
              <a:ext uri="{FF2B5EF4-FFF2-40B4-BE49-F238E27FC236}">
                <a16:creationId xmlns:a16="http://schemas.microsoft.com/office/drawing/2014/main" id="{762D5B3B-CC3A-54C8-1B46-1C48DEEC5327}"/>
              </a:ext>
            </a:extLst>
          </p:cNvPr>
          <p:cNvSpPr/>
          <p:nvPr/>
        </p:nvSpPr>
        <p:spPr>
          <a:xfrm>
            <a:off x="9734863" y="3143309"/>
            <a:ext cx="1588105" cy="392215"/>
          </a:xfrm>
          <a:prstGeom prst="roundRect">
            <a:avLst>
              <a:gd name="adj" fmla="val 0"/>
            </a:avLst>
          </a:prstGeom>
          <a:solidFill>
            <a:schemeClr val="accent1">
              <a:lumMod val="40000"/>
              <a:lumOff val="6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66">
            <a:extLst>
              <a:ext uri="{FF2B5EF4-FFF2-40B4-BE49-F238E27FC236}">
                <a16:creationId xmlns:a16="http://schemas.microsoft.com/office/drawing/2014/main" id="{A9FA885D-9F5F-CD48-D678-609CAFBF65E6}"/>
              </a:ext>
            </a:extLst>
          </p:cNvPr>
          <p:cNvSpPr/>
          <p:nvPr/>
        </p:nvSpPr>
        <p:spPr>
          <a:xfrm>
            <a:off x="9734863" y="4166796"/>
            <a:ext cx="1588105" cy="392215"/>
          </a:xfrm>
          <a:prstGeom prst="roundRect">
            <a:avLst>
              <a:gd name="adj" fmla="val 0"/>
            </a:avLst>
          </a:prstGeom>
          <a:solidFill>
            <a:schemeClr val="accent1">
              <a:lumMod val="40000"/>
              <a:lumOff val="6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a:extLst>
              <a:ext uri="{FF2B5EF4-FFF2-40B4-BE49-F238E27FC236}">
                <a16:creationId xmlns:a16="http://schemas.microsoft.com/office/drawing/2014/main" id="{58181156-0B88-913F-8A26-D04A88D9744D}"/>
              </a:ext>
            </a:extLst>
          </p:cNvPr>
          <p:cNvSpPr/>
          <p:nvPr/>
        </p:nvSpPr>
        <p:spPr>
          <a:xfrm>
            <a:off x="9734863" y="5134321"/>
            <a:ext cx="1588105" cy="392215"/>
          </a:xfrm>
          <a:prstGeom prst="roundRect">
            <a:avLst>
              <a:gd name="adj" fmla="val 0"/>
            </a:avLst>
          </a:prstGeom>
          <a:solidFill>
            <a:schemeClr val="accent1">
              <a:lumMod val="40000"/>
              <a:lumOff val="6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稿定-31">
            <a:extLst>
              <a:ext uri="{FF2B5EF4-FFF2-40B4-BE49-F238E27FC236}">
                <a16:creationId xmlns:a16="http://schemas.microsoft.com/office/drawing/2014/main" id="{8708E478-AB6A-B5B9-362A-47614739254B}"/>
              </a:ext>
            </a:extLst>
          </p:cNvPr>
          <p:cNvSpPr/>
          <p:nvPr/>
        </p:nvSpPr>
        <p:spPr>
          <a:xfrm flipH="1">
            <a:off x="9808613" y="3174712"/>
            <a:ext cx="1467518" cy="2884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31">
            <a:extLst>
              <a:ext uri="{FF2B5EF4-FFF2-40B4-BE49-F238E27FC236}">
                <a16:creationId xmlns:a16="http://schemas.microsoft.com/office/drawing/2014/main" id="{3209975D-4CD0-9DC0-05D3-BDC321E777AE}"/>
              </a:ext>
            </a:extLst>
          </p:cNvPr>
          <p:cNvSpPr/>
          <p:nvPr/>
        </p:nvSpPr>
        <p:spPr>
          <a:xfrm flipH="1">
            <a:off x="9808613" y="4218696"/>
            <a:ext cx="1467518" cy="2884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31">
            <a:extLst>
              <a:ext uri="{FF2B5EF4-FFF2-40B4-BE49-F238E27FC236}">
                <a16:creationId xmlns:a16="http://schemas.microsoft.com/office/drawing/2014/main" id="{9D0DD877-0F96-A69B-6D65-3A631DD2954E}"/>
              </a:ext>
            </a:extLst>
          </p:cNvPr>
          <p:cNvSpPr/>
          <p:nvPr/>
        </p:nvSpPr>
        <p:spPr>
          <a:xfrm flipH="1">
            <a:off x="9808613" y="5179414"/>
            <a:ext cx="1467518" cy="2884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4" name="组合 133">
            <a:extLst>
              <a:ext uri="{FF2B5EF4-FFF2-40B4-BE49-F238E27FC236}">
                <a16:creationId xmlns:a16="http://schemas.microsoft.com/office/drawing/2014/main" id="{594ED462-EB52-E977-65F2-A77112EFE63D}"/>
              </a:ext>
            </a:extLst>
          </p:cNvPr>
          <p:cNvGrpSpPr/>
          <p:nvPr/>
        </p:nvGrpSpPr>
        <p:grpSpPr>
          <a:xfrm>
            <a:off x="945573" y="1452426"/>
            <a:ext cx="353804" cy="353804"/>
            <a:chOff x="-756776" y="2753673"/>
            <a:chExt cx="353804" cy="353804"/>
          </a:xfrm>
        </p:grpSpPr>
        <p:sp>
          <p:nvSpPr>
            <p:cNvPr id="35" name="椭圆 34">
              <a:extLst>
                <a:ext uri="{FF2B5EF4-FFF2-40B4-BE49-F238E27FC236}">
                  <a16:creationId xmlns:a16="http://schemas.microsoft.com/office/drawing/2014/main" id="{81AA6BB6-E82C-0024-40E6-51CF4E2F5401}"/>
                </a:ext>
              </a:extLst>
            </p:cNvPr>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4" name="图形 2">
              <a:extLst>
                <a:ext uri="{FF2B5EF4-FFF2-40B4-BE49-F238E27FC236}">
                  <a16:creationId xmlns:a16="http://schemas.microsoft.com/office/drawing/2014/main" id="{53BB9F6E-08DA-1452-3F9A-5E9EFA7817C1}"/>
                </a:ext>
              </a:extLst>
            </p:cNvPr>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36" name="任意多边形: 形状 35">
                <a:extLst>
                  <a:ext uri="{FF2B5EF4-FFF2-40B4-BE49-F238E27FC236}">
                    <a16:creationId xmlns:a16="http://schemas.microsoft.com/office/drawing/2014/main" id="{0FB4B709-B0B8-F7A7-6CDD-E2D711469496}"/>
                  </a:ext>
                </a:extLst>
              </p:cNvPr>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37" name="图形 2">
                <a:extLst>
                  <a:ext uri="{FF2B5EF4-FFF2-40B4-BE49-F238E27FC236}">
                    <a16:creationId xmlns:a16="http://schemas.microsoft.com/office/drawing/2014/main" id="{C41C76EB-0CD3-A8CF-0DC9-753D5C8E8E61}"/>
                  </a:ext>
                </a:extLst>
              </p:cNvPr>
              <p:cNvGrpSpPr/>
              <p:nvPr/>
            </p:nvGrpSpPr>
            <p:grpSpPr>
              <a:xfrm>
                <a:off x="6432331" y="4029876"/>
                <a:ext cx="1041862" cy="732112"/>
                <a:chOff x="6432316" y="4029901"/>
                <a:chExt cx="1041859" cy="732122"/>
              </a:xfrm>
              <a:grpFill/>
            </p:grpSpPr>
            <p:sp>
              <p:nvSpPr>
                <p:cNvPr id="53" name="任意多边形: 形状 52">
                  <a:extLst>
                    <a:ext uri="{FF2B5EF4-FFF2-40B4-BE49-F238E27FC236}">
                      <a16:creationId xmlns:a16="http://schemas.microsoft.com/office/drawing/2014/main" id="{9945C491-0AB6-11AD-3D00-23B1C1F59507}"/>
                    </a:ext>
                  </a:extLst>
                </p:cNvPr>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2" name="任意多边形: 形状 61">
                  <a:extLst>
                    <a:ext uri="{FF2B5EF4-FFF2-40B4-BE49-F238E27FC236}">
                      <a16:creationId xmlns:a16="http://schemas.microsoft.com/office/drawing/2014/main" id="{931D714C-D3BE-3BEE-1E37-A7BED171AF8B}"/>
                    </a:ext>
                  </a:extLst>
                </p:cNvPr>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38" name="任意多边形: 形状 37">
                <a:extLst>
                  <a:ext uri="{FF2B5EF4-FFF2-40B4-BE49-F238E27FC236}">
                    <a16:creationId xmlns:a16="http://schemas.microsoft.com/office/drawing/2014/main" id="{16F201C5-B6E4-24AB-C338-6D498B375857}"/>
                  </a:ext>
                </a:extLst>
              </p:cNvPr>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35" name="组合 134">
            <a:extLst>
              <a:ext uri="{FF2B5EF4-FFF2-40B4-BE49-F238E27FC236}">
                <a16:creationId xmlns:a16="http://schemas.microsoft.com/office/drawing/2014/main" id="{6CC2ADE7-C0B2-525C-1174-053AE9CBAD42}"/>
              </a:ext>
            </a:extLst>
          </p:cNvPr>
          <p:cNvGrpSpPr/>
          <p:nvPr/>
        </p:nvGrpSpPr>
        <p:grpSpPr>
          <a:xfrm>
            <a:off x="5226990" y="1452426"/>
            <a:ext cx="353804" cy="353804"/>
            <a:chOff x="-756776" y="4142544"/>
            <a:chExt cx="353804" cy="353804"/>
          </a:xfrm>
        </p:grpSpPr>
        <p:sp>
          <p:nvSpPr>
            <p:cNvPr id="119" name="椭圆 118">
              <a:extLst>
                <a:ext uri="{FF2B5EF4-FFF2-40B4-BE49-F238E27FC236}">
                  <a16:creationId xmlns:a16="http://schemas.microsoft.com/office/drawing/2014/main" id="{22BABBE8-7C87-3478-9485-37FA387EFB34}"/>
                </a:ext>
              </a:extLst>
            </p:cNvPr>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8" name="组合 117">
              <a:extLst>
                <a:ext uri="{FF2B5EF4-FFF2-40B4-BE49-F238E27FC236}">
                  <a16:creationId xmlns:a16="http://schemas.microsoft.com/office/drawing/2014/main" id="{5529B127-8E97-5344-087A-EA7ABBC93FDA}"/>
                </a:ext>
              </a:extLst>
            </p:cNvPr>
            <p:cNvGrpSpPr/>
            <p:nvPr/>
          </p:nvGrpSpPr>
          <p:grpSpPr>
            <a:xfrm>
              <a:off x="-662079" y="4211837"/>
              <a:ext cx="164410" cy="202856"/>
              <a:chOff x="239058" y="3727854"/>
              <a:chExt cx="887751" cy="1095351"/>
            </a:xfrm>
          </p:grpSpPr>
          <p:sp>
            <p:nvSpPr>
              <p:cNvPr id="120" name="任意多边形: 形状 119">
                <a:extLst>
                  <a:ext uri="{FF2B5EF4-FFF2-40B4-BE49-F238E27FC236}">
                    <a16:creationId xmlns:a16="http://schemas.microsoft.com/office/drawing/2014/main" id="{80016DED-2567-57AE-6BF8-AD71C7DFE309}"/>
                  </a:ext>
                </a:extLst>
              </p:cNvPr>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1" name="任意多边形: 形状 120">
                <a:extLst>
                  <a:ext uri="{FF2B5EF4-FFF2-40B4-BE49-F238E27FC236}">
                    <a16:creationId xmlns:a16="http://schemas.microsoft.com/office/drawing/2014/main" id="{4179847D-3D9C-4A44-807B-C14705841D58}"/>
                  </a:ext>
                </a:extLst>
              </p:cNvPr>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2" name="任意多边形: 形状 121">
                <a:extLst>
                  <a:ext uri="{FF2B5EF4-FFF2-40B4-BE49-F238E27FC236}">
                    <a16:creationId xmlns:a16="http://schemas.microsoft.com/office/drawing/2014/main" id="{53A935F2-DC7E-4510-AF8C-5622DECCAE84}"/>
                  </a:ext>
                </a:extLst>
              </p:cNvPr>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3" name="任意多边形: 形状 122">
                <a:extLst>
                  <a:ext uri="{FF2B5EF4-FFF2-40B4-BE49-F238E27FC236}">
                    <a16:creationId xmlns:a16="http://schemas.microsoft.com/office/drawing/2014/main" id="{C955347C-985C-BD4D-71DB-D3019906472C}"/>
                  </a:ext>
                </a:extLst>
              </p:cNvPr>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24" name="图形 2">
                <a:extLst>
                  <a:ext uri="{FF2B5EF4-FFF2-40B4-BE49-F238E27FC236}">
                    <a16:creationId xmlns:a16="http://schemas.microsoft.com/office/drawing/2014/main" id="{F881915E-D557-DD2D-5C7B-1C7516577F6D}"/>
                  </a:ext>
                </a:extLst>
              </p:cNvPr>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125" name="任意多边形: 形状 124">
                  <a:extLst>
                    <a:ext uri="{FF2B5EF4-FFF2-40B4-BE49-F238E27FC236}">
                      <a16:creationId xmlns:a16="http://schemas.microsoft.com/office/drawing/2014/main" id="{3FBB108F-6340-2B3E-1096-928BC101FDF1}"/>
                    </a:ext>
                  </a:extLst>
                </p:cNvPr>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26" name="任意多边形: 形状 125">
                  <a:extLst>
                    <a:ext uri="{FF2B5EF4-FFF2-40B4-BE49-F238E27FC236}">
                      <a16:creationId xmlns:a16="http://schemas.microsoft.com/office/drawing/2014/main" id="{D8EC07E8-3D59-B768-8509-170407D796E4}"/>
                    </a:ext>
                  </a:extLst>
                </p:cNvPr>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sp>
        <p:nvSpPr>
          <p:cNvPr id="136" name="稿定-9">
            <a:extLst>
              <a:ext uri="{FF2B5EF4-FFF2-40B4-BE49-F238E27FC236}">
                <a16:creationId xmlns:a16="http://schemas.microsoft.com/office/drawing/2014/main" id="{06FDFD2E-A522-422D-6602-E13167E6386F}"/>
              </a:ext>
            </a:extLst>
          </p:cNvPr>
          <p:cNvSpPr/>
          <p:nvPr/>
        </p:nvSpPr>
        <p:spPr>
          <a:xfrm flipH="1">
            <a:off x="5714796" y="1415079"/>
            <a:ext cx="1315110" cy="360666"/>
          </a:xfrm>
          <a:prstGeom prst="round2Diag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步步高升</a:t>
            </a:r>
            <a:endParaRPr kumimoji="0" lang="en-US" altLang="zh-CN"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7" name="稿定-31">
            <a:extLst>
              <a:ext uri="{FF2B5EF4-FFF2-40B4-BE49-F238E27FC236}">
                <a16:creationId xmlns:a16="http://schemas.microsoft.com/office/drawing/2014/main" id="{1D64CFA7-80B4-D9EC-9AFC-CF1496907E09}"/>
              </a:ext>
            </a:extLst>
          </p:cNvPr>
          <p:cNvSpPr/>
          <p:nvPr/>
        </p:nvSpPr>
        <p:spPr>
          <a:xfrm flipH="1">
            <a:off x="5714796" y="1808859"/>
            <a:ext cx="5608170"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稿定-9">
            <a:extLst>
              <a:ext uri="{FF2B5EF4-FFF2-40B4-BE49-F238E27FC236}">
                <a16:creationId xmlns:a16="http://schemas.microsoft.com/office/drawing/2014/main" id="{846E235C-9B82-3FD4-6605-FBE1CB5BB4F7}"/>
              </a:ext>
            </a:extLst>
          </p:cNvPr>
          <p:cNvSpPr/>
          <p:nvPr/>
        </p:nvSpPr>
        <p:spPr>
          <a:xfrm flipH="1">
            <a:off x="1434133" y="1432418"/>
            <a:ext cx="1287862" cy="325987"/>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安居乐业</a:t>
            </a:r>
            <a:endParaRPr kumimoji="0" lang="en-US" altLang="zh-CN"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9" name="稿定-31">
            <a:extLst>
              <a:ext uri="{FF2B5EF4-FFF2-40B4-BE49-F238E27FC236}">
                <a16:creationId xmlns:a16="http://schemas.microsoft.com/office/drawing/2014/main" id="{82481883-CD7A-D44E-13E2-6C0AAB693056}"/>
              </a:ext>
            </a:extLst>
          </p:cNvPr>
          <p:cNvSpPr/>
          <p:nvPr/>
        </p:nvSpPr>
        <p:spPr>
          <a:xfrm flipH="1">
            <a:off x="1434134" y="1808859"/>
            <a:ext cx="2907112"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2411579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任意多边形: 形状 73">
            <a:extLst>
              <a:ext uri="{FF2B5EF4-FFF2-40B4-BE49-F238E27FC236}">
                <a16:creationId xmlns:a16="http://schemas.microsoft.com/office/drawing/2014/main" id="{21A547DD-3B5F-7596-89C8-1B17BB0DA45C}"/>
              </a:ext>
            </a:extLst>
          </p:cNvPr>
          <p:cNvSpPr/>
          <p:nvPr/>
        </p:nvSpPr>
        <p:spPr bwMode="auto">
          <a:xfrm rot="10800000" flipV="1">
            <a:off x="7491136" y="2101962"/>
            <a:ext cx="626395" cy="244309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任意多边形: 形状 72">
            <a:extLst>
              <a:ext uri="{FF2B5EF4-FFF2-40B4-BE49-F238E27FC236}">
                <a16:creationId xmlns:a16="http://schemas.microsoft.com/office/drawing/2014/main" id="{594A79AF-42E9-0169-6C63-D625C4216940}"/>
              </a:ext>
            </a:extLst>
          </p:cNvPr>
          <p:cNvSpPr/>
          <p:nvPr/>
        </p:nvSpPr>
        <p:spPr bwMode="auto">
          <a:xfrm rot="5400000" flipV="1">
            <a:off x="9500290" y="3141266"/>
            <a:ext cx="626395" cy="343398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a:extLst>
              <a:ext uri="{FF2B5EF4-FFF2-40B4-BE49-F238E27FC236}">
                <a16:creationId xmlns:a16="http://schemas.microsoft.com/office/drawing/2014/main" id="{E573AA5C-83FC-7B5A-918B-289147958C6F}"/>
              </a:ext>
            </a:extLst>
          </p:cNvPr>
          <p:cNvSpPr/>
          <p:nvPr/>
        </p:nvSpPr>
        <p:spPr>
          <a:xfrm>
            <a:off x="676768" y="2101964"/>
            <a:ext cx="3433984" cy="2443097"/>
          </a:xfrm>
          <a:prstGeom prst="roundRect">
            <a:avLst>
              <a:gd name="adj" fmla="val 38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5">
            <a:extLst>
              <a:ext uri="{FF2B5EF4-FFF2-40B4-BE49-F238E27FC236}">
                <a16:creationId xmlns:a16="http://schemas.microsoft.com/office/drawing/2014/main" id="{EA818EA3-3DBD-0EE3-04BC-AF3769F7A2EC}"/>
              </a:ext>
            </a:extLst>
          </p:cNvPr>
          <p:cNvSpPr/>
          <p:nvPr/>
        </p:nvSpPr>
        <p:spPr>
          <a:xfrm>
            <a:off x="4700861" y="2101963"/>
            <a:ext cx="2790277" cy="2443097"/>
          </a:xfrm>
          <a:prstGeom prst="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矩形: 圆角 7">
            <a:extLst>
              <a:ext uri="{FF2B5EF4-FFF2-40B4-BE49-F238E27FC236}">
                <a16:creationId xmlns:a16="http://schemas.microsoft.com/office/drawing/2014/main" id="{DF74B4FF-E111-0B46-5E60-264017FB05AD}"/>
              </a:ext>
            </a:extLst>
          </p:cNvPr>
          <p:cNvSpPr/>
          <p:nvPr/>
        </p:nvSpPr>
        <p:spPr>
          <a:xfrm>
            <a:off x="676768" y="5171456"/>
            <a:ext cx="10838464" cy="1147715"/>
          </a:xfrm>
          <a:prstGeom prst="roundRect">
            <a:avLst>
              <a:gd name="adj" fmla="val 497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稿定-9">
            <a:extLst>
              <a:ext uri="{FF2B5EF4-FFF2-40B4-BE49-F238E27FC236}">
                <a16:creationId xmlns:a16="http://schemas.microsoft.com/office/drawing/2014/main" id="{A09D8634-F6FC-2C11-A9E9-FD3A4D1195D2}"/>
              </a:ext>
            </a:extLst>
          </p:cNvPr>
          <p:cNvSpPr/>
          <p:nvPr/>
        </p:nvSpPr>
        <p:spPr>
          <a:xfrm flipH="1">
            <a:off x="5285080" y="2649247"/>
            <a:ext cx="1649168" cy="1216872"/>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lang="zh-CN" altLang="en-US" sz="28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逻辑图</a:t>
            </a:r>
            <a:endParaRPr lang="en-US" altLang="zh-CN" sz="28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观点展示</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27" name="直接连接符 26">
            <a:extLst>
              <a:ext uri="{FF2B5EF4-FFF2-40B4-BE49-F238E27FC236}">
                <a16:creationId xmlns:a16="http://schemas.microsoft.com/office/drawing/2014/main" id="{E5BA15C7-F89A-3713-2E6A-32CFEBCBD9FE}"/>
              </a:ext>
            </a:extLst>
          </p:cNvPr>
          <p:cNvCxnSpPr>
            <a:cxnSpLocks/>
          </p:cNvCxnSpPr>
          <p:nvPr/>
        </p:nvCxnSpPr>
        <p:spPr>
          <a:xfrm>
            <a:off x="4207092" y="3393339"/>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8" name="稿定-9">
            <a:extLst>
              <a:ext uri="{FF2B5EF4-FFF2-40B4-BE49-F238E27FC236}">
                <a16:creationId xmlns:a16="http://schemas.microsoft.com/office/drawing/2014/main" id="{8C6523D4-8096-5F4E-5556-91F3240EF01F}"/>
              </a:ext>
            </a:extLst>
          </p:cNvPr>
          <p:cNvSpPr/>
          <p:nvPr/>
        </p:nvSpPr>
        <p:spPr>
          <a:xfrm flipH="1">
            <a:off x="4161049" y="3048575"/>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升级</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0" name="直接连接符 29">
            <a:extLst>
              <a:ext uri="{FF2B5EF4-FFF2-40B4-BE49-F238E27FC236}">
                <a16:creationId xmlns:a16="http://schemas.microsoft.com/office/drawing/2014/main" id="{06B4DE0E-B967-623F-9362-E85FBEB153E8}"/>
              </a:ext>
            </a:extLst>
          </p:cNvPr>
          <p:cNvCxnSpPr>
            <a:cxnSpLocks/>
          </p:cNvCxnSpPr>
          <p:nvPr/>
        </p:nvCxnSpPr>
        <p:spPr>
          <a:xfrm flipH="1">
            <a:off x="7587479" y="3393339"/>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1" name="稿定-9">
            <a:extLst>
              <a:ext uri="{FF2B5EF4-FFF2-40B4-BE49-F238E27FC236}">
                <a16:creationId xmlns:a16="http://schemas.microsoft.com/office/drawing/2014/main" id="{41AAC8C8-1A8D-B4D9-A506-EF5ABF922A7E}"/>
              </a:ext>
            </a:extLst>
          </p:cNvPr>
          <p:cNvSpPr/>
          <p:nvPr/>
        </p:nvSpPr>
        <p:spPr>
          <a:xfrm flipH="1">
            <a:off x="7569572" y="3048575"/>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lang="zh-CN" altLang="en-US" sz="12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升级</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3" name="直接连接符 32">
            <a:extLst>
              <a:ext uri="{FF2B5EF4-FFF2-40B4-BE49-F238E27FC236}">
                <a16:creationId xmlns:a16="http://schemas.microsoft.com/office/drawing/2014/main" id="{5375E44C-339A-CA00-D594-98DD8101308E}"/>
              </a:ext>
            </a:extLst>
          </p:cNvPr>
          <p:cNvCxnSpPr>
            <a:cxnSpLocks/>
          </p:cNvCxnSpPr>
          <p:nvPr/>
        </p:nvCxnSpPr>
        <p:spPr>
          <a:xfrm rot="5400000">
            <a:off x="5892873" y="4830499"/>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4" name="直接连接符 33">
            <a:extLst>
              <a:ext uri="{FF2B5EF4-FFF2-40B4-BE49-F238E27FC236}">
                <a16:creationId xmlns:a16="http://schemas.microsoft.com/office/drawing/2014/main" id="{29F7328F-D126-94C0-148D-F92D223D6E7B}"/>
              </a:ext>
            </a:extLst>
          </p:cNvPr>
          <p:cNvCxnSpPr>
            <a:cxnSpLocks/>
          </p:cNvCxnSpPr>
          <p:nvPr/>
        </p:nvCxnSpPr>
        <p:spPr>
          <a:xfrm rot="5400000">
            <a:off x="9417079" y="4830501"/>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6" name="稿定-9">
            <a:extLst>
              <a:ext uri="{FF2B5EF4-FFF2-40B4-BE49-F238E27FC236}">
                <a16:creationId xmlns:a16="http://schemas.microsoft.com/office/drawing/2014/main" id="{0ACD2071-6E0B-3629-5020-2264CD5F158C}"/>
              </a:ext>
            </a:extLst>
          </p:cNvPr>
          <p:cNvSpPr/>
          <p:nvPr/>
        </p:nvSpPr>
        <p:spPr>
          <a:xfrm flipH="1">
            <a:off x="6157824" y="4704950"/>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稿定-9">
            <a:extLst>
              <a:ext uri="{FF2B5EF4-FFF2-40B4-BE49-F238E27FC236}">
                <a16:creationId xmlns:a16="http://schemas.microsoft.com/office/drawing/2014/main" id="{FB7CD97C-3127-8DC6-32E4-24B3DC334661}"/>
              </a:ext>
            </a:extLst>
          </p:cNvPr>
          <p:cNvSpPr/>
          <p:nvPr/>
        </p:nvSpPr>
        <p:spPr>
          <a:xfrm flipH="1">
            <a:off x="9682029" y="4714792"/>
            <a:ext cx="455594" cy="231410"/>
          </a:xfrm>
          <a:prstGeom prst="rect">
            <a:avLst/>
          </a:prstGeom>
        </p:spPr>
        <p:txBody>
          <a:bodyPr wrap="square" lIns="0" tIns="0" rIns="0" bIns="0" anchor="ctr">
            <a:spAutoFit/>
          </a:bodyPr>
          <a:lstStyle/>
          <a:p>
            <a:pPr algn="ctr">
              <a:lnSpc>
                <a:spcPct val="150000"/>
              </a:lnSpc>
            </a:pPr>
            <a:r>
              <a:rPr lang="zh-CN" altLang="en-US" sz="120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lang="en-US" sz="12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稿定-9">
            <a:extLst>
              <a:ext uri="{FF2B5EF4-FFF2-40B4-BE49-F238E27FC236}">
                <a16:creationId xmlns:a16="http://schemas.microsoft.com/office/drawing/2014/main" id="{4F74C55C-943D-A618-A793-8B6E75850773}"/>
              </a:ext>
            </a:extLst>
          </p:cNvPr>
          <p:cNvSpPr/>
          <p:nvPr/>
        </p:nvSpPr>
        <p:spPr>
          <a:xfrm flipH="1">
            <a:off x="5285079" y="5298509"/>
            <a:ext cx="1621838" cy="334772"/>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60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稿定-31">
            <a:extLst>
              <a:ext uri="{FF2B5EF4-FFF2-40B4-BE49-F238E27FC236}">
                <a16:creationId xmlns:a16="http://schemas.microsoft.com/office/drawing/2014/main" id="{93E08D64-D90E-1B5A-DC80-80A8D4C36A07}"/>
              </a:ext>
            </a:extLst>
          </p:cNvPr>
          <p:cNvSpPr/>
          <p:nvPr/>
        </p:nvSpPr>
        <p:spPr>
          <a:xfrm flipH="1">
            <a:off x="903271" y="5692014"/>
            <a:ext cx="10385458" cy="627159"/>
          </a:xfrm>
          <a:prstGeom prst="rect">
            <a:avLst/>
          </a:prstGeom>
        </p:spPr>
        <p:txBody>
          <a:bodyPr wrap="square" lIns="0" tIns="0" rIns="0" bIns="0" anchor="ctr">
            <a:spAutoFit/>
          </a:bodyPr>
          <a:lstStyle/>
          <a:p>
            <a:pPr>
              <a:lnSpc>
                <a:spcPct val="150000"/>
              </a:lnSpc>
              <a:defRPr/>
            </a:pPr>
            <a:r>
              <a:rPr kumimoji="0" lang="zh-CN" altLang="en-US"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请根据标题在此处输入正文内容</a:t>
            </a:r>
            <a:endParaRPr kumimoji="0" lang="en-US" altLang="zh-CN" sz="933" b="0" i="0" u="none" strike="noStrike" kern="1200" cap="none" spc="0" normalizeH="0" baseline="0" noProof="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endParaRPr kumimoji="0" lang="en-US" altLang="zh-CN" sz="933"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文本框 16">
            <a:extLst>
              <a:ext uri="{FF2B5EF4-FFF2-40B4-BE49-F238E27FC236}">
                <a16:creationId xmlns:a16="http://schemas.microsoft.com/office/drawing/2014/main" id="{174AEA06-D962-01C5-4E34-D84F1DB6857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29" name="矩形 28">
            <a:extLst>
              <a:ext uri="{FF2B5EF4-FFF2-40B4-BE49-F238E27FC236}">
                <a16:creationId xmlns:a16="http://schemas.microsoft.com/office/drawing/2014/main" id="{688065F4-6F52-A39B-03FD-893F49A6277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文本框 39">
            <a:extLst>
              <a:ext uri="{FF2B5EF4-FFF2-40B4-BE49-F238E27FC236}">
                <a16:creationId xmlns:a16="http://schemas.microsoft.com/office/drawing/2014/main" id="{34E8FE70-3AB2-7278-FC45-4E7E82BF180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41">
            <a:extLst>
              <a:ext uri="{FF2B5EF4-FFF2-40B4-BE49-F238E27FC236}">
                <a16:creationId xmlns:a16="http://schemas.microsoft.com/office/drawing/2014/main" id="{A73B2072-D0AC-08E1-F73A-79F1F01C58C2}"/>
              </a:ext>
            </a:extLst>
          </p:cNvPr>
          <p:cNvSpPr/>
          <p:nvPr/>
        </p:nvSpPr>
        <p:spPr>
          <a:xfrm>
            <a:off x="4785080" y="2176852"/>
            <a:ext cx="2621840" cy="2290170"/>
          </a:xfrm>
          <a:prstGeom prst="rect">
            <a:avLst/>
          </a:prstGeom>
          <a:noFill/>
          <a:ln w="12700">
            <a:solidFill>
              <a:schemeClr val="bg1"/>
            </a:solidFill>
            <a:prstDash val="dash"/>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稿定-31">
            <a:extLst>
              <a:ext uri="{FF2B5EF4-FFF2-40B4-BE49-F238E27FC236}">
                <a16:creationId xmlns:a16="http://schemas.microsoft.com/office/drawing/2014/main" id="{11F7AEC0-488A-6C37-F336-1C468CE6A52C}"/>
              </a:ext>
            </a:extLst>
          </p:cNvPr>
          <p:cNvSpPr/>
          <p:nvPr/>
        </p:nvSpPr>
        <p:spPr>
          <a:xfrm flipH="1">
            <a:off x="972128" y="2470255"/>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3" name="直接连接符 62">
            <a:extLst>
              <a:ext uri="{FF2B5EF4-FFF2-40B4-BE49-F238E27FC236}">
                <a16:creationId xmlns:a16="http://schemas.microsoft.com/office/drawing/2014/main" id="{33A4143B-D120-5651-DB69-8A00DA236CFC}"/>
              </a:ext>
            </a:extLst>
          </p:cNvPr>
          <p:cNvCxnSpPr>
            <a:cxnSpLocks/>
          </p:cNvCxnSpPr>
          <p:nvPr/>
        </p:nvCxnSpPr>
        <p:spPr>
          <a:xfrm>
            <a:off x="972128" y="2707671"/>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2" name="稿定-9">
            <a:extLst>
              <a:ext uri="{FF2B5EF4-FFF2-40B4-BE49-F238E27FC236}">
                <a16:creationId xmlns:a16="http://schemas.microsoft.com/office/drawing/2014/main" id="{68C73491-6DC0-F1F3-A55E-A08BECBBEB22}"/>
              </a:ext>
            </a:extLst>
          </p:cNvPr>
          <p:cNvSpPr/>
          <p:nvPr/>
        </p:nvSpPr>
        <p:spPr>
          <a:xfrm flipH="1">
            <a:off x="972128" y="2207038"/>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稿定-31">
            <a:extLst>
              <a:ext uri="{FF2B5EF4-FFF2-40B4-BE49-F238E27FC236}">
                <a16:creationId xmlns:a16="http://schemas.microsoft.com/office/drawing/2014/main" id="{B74E2C9A-D4B6-476E-0680-511EBFE6CFF4}"/>
              </a:ext>
            </a:extLst>
          </p:cNvPr>
          <p:cNvSpPr/>
          <p:nvPr/>
        </p:nvSpPr>
        <p:spPr>
          <a:xfrm flipH="1">
            <a:off x="972128" y="3074938"/>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 name="直接连接符 10">
            <a:extLst>
              <a:ext uri="{FF2B5EF4-FFF2-40B4-BE49-F238E27FC236}">
                <a16:creationId xmlns:a16="http://schemas.microsoft.com/office/drawing/2014/main" id="{4CBD2D1E-EC13-B2BB-8CBC-2AF55769C5D0}"/>
              </a:ext>
            </a:extLst>
          </p:cNvPr>
          <p:cNvCxnSpPr>
            <a:cxnSpLocks/>
          </p:cNvCxnSpPr>
          <p:nvPr/>
        </p:nvCxnSpPr>
        <p:spPr>
          <a:xfrm>
            <a:off x="972128" y="3312354"/>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2" name="稿定-9">
            <a:extLst>
              <a:ext uri="{FF2B5EF4-FFF2-40B4-BE49-F238E27FC236}">
                <a16:creationId xmlns:a16="http://schemas.microsoft.com/office/drawing/2014/main" id="{A20A56BC-9696-02A2-9761-21410FBFE6C4}"/>
              </a:ext>
            </a:extLst>
          </p:cNvPr>
          <p:cNvSpPr/>
          <p:nvPr/>
        </p:nvSpPr>
        <p:spPr>
          <a:xfrm flipH="1">
            <a:off x="972128" y="2811721"/>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稿定-31">
            <a:extLst>
              <a:ext uri="{FF2B5EF4-FFF2-40B4-BE49-F238E27FC236}">
                <a16:creationId xmlns:a16="http://schemas.microsoft.com/office/drawing/2014/main" id="{E40864FC-24B8-56D9-B6D6-A6F574888DE8}"/>
              </a:ext>
            </a:extLst>
          </p:cNvPr>
          <p:cNvSpPr/>
          <p:nvPr/>
        </p:nvSpPr>
        <p:spPr>
          <a:xfrm flipH="1">
            <a:off x="972128" y="3679621"/>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a:extLst>
              <a:ext uri="{FF2B5EF4-FFF2-40B4-BE49-F238E27FC236}">
                <a16:creationId xmlns:a16="http://schemas.microsoft.com/office/drawing/2014/main" id="{1A099E73-D5AA-39FB-5C7D-7BC26173F34D}"/>
              </a:ext>
            </a:extLst>
          </p:cNvPr>
          <p:cNvCxnSpPr>
            <a:cxnSpLocks/>
          </p:cNvCxnSpPr>
          <p:nvPr/>
        </p:nvCxnSpPr>
        <p:spPr>
          <a:xfrm>
            <a:off x="972128" y="3917037"/>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5" name="稿定-9">
            <a:extLst>
              <a:ext uri="{FF2B5EF4-FFF2-40B4-BE49-F238E27FC236}">
                <a16:creationId xmlns:a16="http://schemas.microsoft.com/office/drawing/2014/main" id="{84A92039-5E5E-9FAF-5A58-56586AA43DB9}"/>
              </a:ext>
            </a:extLst>
          </p:cNvPr>
          <p:cNvSpPr/>
          <p:nvPr/>
        </p:nvSpPr>
        <p:spPr>
          <a:xfrm flipH="1">
            <a:off x="972128" y="3416404"/>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稿定-31">
            <a:extLst>
              <a:ext uri="{FF2B5EF4-FFF2-40B4-BE49-F238E27FC236}">
                <a16:creationId xmlns:a16="http://schemas.microsoft.com/office/drawing/2014/main" id="{DB212835-FEC9-CD23-1AC3-C3E0D3555DD9}"/>
              </a:ext>
            </a:extLst>
          </p:cNvPr>
          <p:cNvSpPr/>
          <p:nvPr/>
        </p:nvSpPr>
        <p:spPr>
          <a:xfrm flipH="1">
            <a:off x="972128" y="4284304"/>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稿定-9">
            <a:extLst>
              <a:ext uri="{FF2B5EF4-FFF2-40B4-BE49-F238E27FC236}">
                <a16:creationId xmlns:a16="http://schemas.microsoft.com/office/drawing/2014/main" id="{98083D92-9998-3DAD-1953-77A842267839}"/>
              </a:ext>
            </a:extLst>
          </p:cNvPr>
          <p:cNvSpPr/>
          <p:nvPr/>
        </p:nvSpPr>
        <p:spPr>
          <a:xfrm flipH="1">
            <a:off x="972128" y="4021087"/>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EE22154A-42F3-B43E-E247-0381738A0C72}"/>
              </a:ext>
            </a:extLst>
          </p:cNvPr>
          <p:cNvSpPr/>
          <p:nvPr/>
        </p:nvSpPr>
        <p:spPr>
          <a:xfrm>
            <a:off x="8096495" y="2101964"/>
            <a:ext cx="3433984" cy="2443097"/>
          </a:xfrm>
          <a:prstGeom prst="roundRect">
            <a:avLst>
              <a:gd name="adj" fmla="val 347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稿定-31">
            <a:extLst>
              <a:ext uri="{FF2B5EF4-FFF2-40B4-BE49-F238E27FC236}">
                <a16:creationId xmlns:a16="http://schemas.microsoft.com/office/drawing/2014/main" id="{18F5EA4C-4575-A484-7C73-CE6904C7F315}"/>
              </a:ext>
            </a:extLst>
          </p:cNvPr>
          <p:cNvSpPr/>
          <p:nvPr/>
        </p:nvSpPr>
        <p:spPr>
          <a:xfrm flipH="1">
            <a:off x="8391855" y="2470255"/>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6" name="直接连接符 45">
            <a:extLst>
              <a:ext uri="{FF2B5EF4-FFF2-40B4-BE49-F238E27FC236}">
                <a16:creationId xmlns:a16="http://schemas.microsoft.com/office/drawing/2014/main" id="{225D39A5-D139-9B16-23F3-B017FA151137}"/>
              </a:ext>
            </a:extLst>
          </p:cNvPr>
          <p:cNvCxnSpPr>
            <a:cxnSpLocks/>
          </p:cNvCxnSpPr>
          <p:nvPr/>
        </p:nvCxnSpPr>
        <p:spPr>
          <a:xfrm>
            <a:off x="8391855" y="2707671"/>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47" name="稿定-9">
            <a:extLst>
              <a:ext uri="{FF2B5EF4-FFF2-40B4-BE49-F238E27FC236}">
                <a16:creationId xmlns:a16="http://schemas.microsoft.com/office/drawing/2014/main" id="{59BB5267-D720-C9C4-FB4E-833446680797}"/>
              </a:ext>
            </a:extLst>
          </p:cNvPr>
          <p:cNvSpPr/>
          <p:nvPr/>
        </p:nvSpPr>
        <p:spPr>
          <a:xfrm flipH="1">
            <a:off x="8391855" y="2207038"/>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31">
            <a:extLst>
              <a:ext uri="{FF2B5EF4-FFF2-40B4-BE49-F238E27FC236}">
                <a16:creationId xmlns:a16="http://schemas.microsoft.com/office/drawing/2014/main" id="{0CDF5098-1FD0-10D4-70F2-C0223BFBF47C}"/>
              </a:ext>
            </a:extLst>
          </p:cNvPr>
          <p:cNvSpPr/>
          <p:nvPr/>
        </p:nvSpPr>
        <p:spPr>
          <a:xfrm flipH="1">
            <a:off x="8391855" y="3074938"/>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9" name="直接连接符 48">
            <a:extLst>
              <a:ext uri="{FF2B5EF4-FFF2-40B4-BE49-F238E27FC236}">
                <a16:creationId xmlns:a16="http://schemas.microsoft.com/office/drawing/2014/main" id="{77491632-C6D2-9F6C-A4C1-9653E864F38E}"/>
              </a:ext>
            </a:extLst>
          </p:cNvPr>
          <p:cNvCxnSpPr>
            <a:cxnSpLocks/>
          </p:cNvCxnSpPr>
          <p:nvPr/>
        </p:nvCxnSpPr>
        <p:spPr>
          <a:xfrm>
            <a:off x="8391855" y="3312354"/>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64" name="稿定-9">
            <a:extLst>
              <a:ext uri="{FF2B5EF4-FFF2-40B4-BE49-F238E27FC236}">
                <a16:creationId xmlns:a16="http://schemas.microsoft.com/office/drawing/2014/main" id="{00630902-F352-B748-AB3E-0EB525F8A8D2}"/>
              </a:ext>
            </a:extLst>
          </p:cNvPr>
          <p:cNvSpPr/>
          <p:nvPr/>
        </p:nvSpPr>
        <p:spPr>
          <a:xfrm flipH="1">
            <a:off x="8391855" y="2811721"/>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稿定-31">
            <a:extLst>
              <a:ext uri="{FF2B5EF4-FFF2-40B4-BE49-F238E27FC236}">
                <a16:creationId xmlns:a16="http://schemas.microsoft.com/office/drawing/2014/main" id="{B80BD06E-7C99-4537-06B0-15DECD06D49B}"/>
              </a:ext>
            </a:extLst>
          </p:cNvPr>
          <p:cNvSpPr/>
          <p:nvPr/>
        </p:nvSpPr>
        <p:spPr>
          <a:xfrm flipH="1">
            <a:off x="8391855" y="3679621"/>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6" name="直接连接符 65">
            <a:extLst>
              <a:ext uri="{FF2B5EF4-FFF2-40B4-BE49-F238E27FC236}">
                <a16:creationId xmlns:a16="http://schemas.microsoft.com/office/drawing/2014/main" id="{5248F512-809F-61E5-738F-8F14195B1F35}"/>
              </a:ext>
            </a:extLst>
          </p:cNvPr>
          <p:cNvCxnSpPr>
            <a:cxnSpLocks/>
          </p:cNvCxnSpPr>
          <p:nvPr/>
        </p:nvCxnSpPr>
        <p:spPr>
          <a:xfrm>
            <a:off x="8391855" y="3917037"/>
            <a:ext cx="2834223"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67" name="稿定-9">
            <a:extLst>
              <a:ext uri="{FF2B5EF4-FFF2-40B4-BE49-F238E27FC236}">
                <a16:creationId xmlns:a16="http://schemas.microsoft.com/office/drawing/2014/main" id="{0395FC81-4FAE-9A6D-F142-6B58FF5CBF8A}"/>
              </a:ext>
            </a:extLst>
          </p:cNvPr>
          <p:cNvSpPr/>
          <p:nvPr/>
        </p:nvSpPr>
        <p:spPr>
          <a:xfrm flipH="1">
            <a:off x="8391855" y="3416404"/>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D8859E5C-B8EA-C5E7-D618-11AEA0A65E46}"/>
              </a:ext>
            </a:extLst>
          </p:cNvPr>
          <p:cNvSpPr/>
          <p:nvPr/>
        </p:nvSpPr>
        <p:spPr>
          <a:xfrm flipH="1">
            <a:off x="8391855" y="4284304"/>
            <a:ext cx="2707627" cy="168251"/>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2B9C21FD-FB62-9A6B-D1AD-D9B5B9E05C6C}"/>
              </a:ext>
            </a:extLst>
          </p:cNvPr>
          <p:cNvSpPr/>
          <p:nvPr/>
        </p:nvSpPr>
        <p:spPr>
          <a:xfrm flipH="1">
            <a:off x="8391855" y="4021087"/>
            <a:ext cx="1075892" cy="270045"/>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1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任意多边形: 形状 71">
            <a:extLst>
              <a:ext uri="{FF2B5EF4-FFF2-40B4-BE49-F238E27FC236}">
                <a16:creationId xmlns:a16="http://schemas.microsoft.com/office/drawing/2014/main" id="{FFB12D0C-8545-A6C7-C5FD-3A4045E326EA}"/>
              </a:ext>
            </a:extLst>
          </p:cNvPr>
          <p:cNvSpPr/>
          <p:nvPr/>
        </p:nvSpPr>
        <p:spPr bwMode="auto">
          <a:xfrm rot="5400000" flipV="1">
            <a:off x="2080559" y="3141266"/>
            <a:ext cx="626395" cy="343398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2" name="直接连接符 31">
            <a:extLst>
              <a:ext uri="{FF2B5EF4-FFF2-40B4-BE49-F238E27FC236}">
                <a16:creationId xmlns:a16="http://schemas.microsoft.com/office/drawing/2014/main" id="{49385134-07A2-F156-4DC2-40CD27D5BC46}"/>
              </a:ext>
            </a:extLst>
          </p:cNvPr>
          <p:cNvCxnSpPr>
            <a:cxnSpLocks/>
          </p:cNvCxnSpPr>
          <p:nvPr/>
        </p:nvCxnSpPr>
        <p:spPr>
          <a:xfrm rot="5400000">
            <a:off x="1971062" y="4830497"/>
            <a:ext cx="412675" cy="0"/>
          </a:xfrm>
          <a:prstGeom prst="line">
            <a:avLst/>
          </a:prstGeom>
          <a:ln>
            <a:solidFill>
              <a:schemeClr val="accent1">
                <a:lumMod val="10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5" name="稿定-9">
            <a:extLst>
              <a:ext uri="{FF2B5EF4-FFF2-40B4-BE49-F238E27FC236}">
                <a16:creationId xmlns:a16="http://schemas.microsoft.com/office/drawing/2014/main" id="{13512046-8D77-7F9A-5EDB-F78C5B06ECE7}"/>
              </a:ext>
            </a:extLst>
          </p:cNvPr>
          <p:cNvSpPr/>
          <p:nvPr/>
        </p:nvSpPr>
        <p:spPr>
          <a:xfrm flipH="1">
            <a:off x="2263901" y="4704950"/>
            <a:ext cx="455594" cy="25109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kumimoji="0" lang="en-US" sz="1200" i="0" u="none" strike="noStrike" kern="1200" cap="none" spc="0"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任意多边形: 形状 74">
            <a:extLst>
              <a:ext uri="{FF2B5EF4-FFF2-40B4-BE49-F238E27FC236}">
                <a16:creationId xmlns:a16="http://schemas.microsoft.com/office/drawing/2014/main" id="{2DF8BAD8-ABC9-9F5E-F1EB-AABDA3082D44}"/>
              </a:ext>
            </a:extLst>
          </p:cNvPr>
          <p:cNvSpPr/>
          <p:nvPr/>
        </p:nvSpPr>
        <p:spPr bwMode="auto">
          <a:xfrm rot="10800000" flipH="1" flipV="1">
            <a:off x="4118138" y="2101962"/>
            <a:ext cx="582719" cy="244309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76">
            <a:extLst>
              <a:ext uri="{FF2B5EF4-FFF2-40B4-BE49-F238E27FC236}">
                <a16:creationId xmlns:a16="http://schemas.microsoft.com/office/drawing/2014/main" id="{C3870B25-A25D-EA55-A8C9-AFFF1E13972A}"/>
              </a:ext>
            </a:extLst>
          </p:cNvPr>
          <p:cNvSpPr/>
          <p:nvPr/>
        </p:nvSpPr>
        <p:spPr>
          <a:xfrm>
            <a:off x="671769" y="1365233"/>
            <a:ext cx="10858710" cy="596207"/>
          </a:xfrm>
          <a:prstGeom prst="roundRect">
            <a:avLst>
              <a:gd name="adj" fmla="val 910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0C58412A-EC11-C968-87B9-D3E6CFF015D7}"/>
              </a:ext>
            </a:extLst>
          </p:cNvPr>
          <p:cNvSpPr/>
          <p:nvPr/>
        </p:nvSpPr>
        <p:spPr>
          <a:xfrm flipH="1">
            <a:off x="4207092" y="1404941"/>
            <a:ext cx="3777812" cy="502189"/>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400" i="0" u="none" strike="noStrike" kern="1200" cap="none" spc="0" normalizeH="0" baseline="0" noProof="0" dirty="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2400" i="0" u="none" strike="noStrike" kern="1200" cap="none" spc="0" normalizeH="0" baseline="0" noProof="0" dirty="0">
              <a:ln>
                <a:noFill/>
              </a:ln>
              <a:gradFill>
                <a:gsLst>
                  <a:gs pos="0">
                    <a:schemeClr val="accent1">
                      <a:lumMod val="74000"/>
                      <a:lumOff val="26000"/>
                    </a:schemeClr>
                  </a:gs>
                  <a:gs pos="100000">
                    <a:schemeClr val="accent1">
                      <a:lumMod val="75000"/>
                    </a:schemeClr>
                  </a:gs>
                </a:gsLst>
                <a:lin ang="2700000" scaled="1"/>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89326040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 name="图片 107">
            <a:extLst>
              <a:ext uri="{FF2B5EF4-FFF2-40B4-BE49-F238E27FC236}">
                <a16:creationId xmlns:a16="http://schemas.microsoft.com/office/drawing/2014/main" id="{71B4C826-6988-74C9-E73E-4AA469B24BE1}"/>
              </a:ext>
            </a:extLst>
          </p:cNvPr>
          <p:cNvPicPr>
            <a:picLocks noChangeAspect="1"/>
          </p:cNvPicPr>
          <p:nvPr/>
        </p:nvPicPr>
        <p:blipFill rotWithShape="1">
          <a:blip r:embed="rId2"/>
          <a:srcRect t="7704" b="7704"/>
          <a:stretch/>
        </p:blipFill>
        <p:spPr>
          <a:xfrm>
            <a:off x="979714" y="1403304"/>
            <a:ext cx="2231580" cy="1255264"/>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pic>
        <p:nvPicPr>
          <p:cNvPr id="110" name="图片 109">
            <a:extLst>
              <a:ext uri="{FF2B5EF4-FFF2-40B4-BE49-F238E27FC236}">
                <a16:creationId xmlns:a16="http://schemas.microsoft.com/office/drawing/2014/main" id="{3A55B13B-B8B5-3C5D-8955-E73844756941}"/>
              </a:ext>
            </a:extLst>
          </p:cNvPr>
          <p:cNvPicPr>
            <a:picLocks noChangeAspect="1"/>
          </p:cNvPicPr>
          <p:nvPr/>
        </p:nvPicPr>
        <p:blipFill rotWithShape="1">
          <a:blip r:embed="rId3"/>
          <a:srcRect l="314" r="314"/>
          <a:stretch/>
        </p:blipFill>
        <p:spPr>
          <a:xfrm>
            <a:off x="8790217" y="1364060"/>
            <a:ext cx="2301347" cy="1294508"/>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pic>
        <p:nvPicPr>
          <p:cNvPr id="112" name="图片 111">
            <a:extLst>
              <a:ext uri="{FF2B5EF4-FFF2-40B4-BE49-F238E27FC236}">
                <a16:creationId xmlns:a16="http://schemas.microsoft.com/office/drawing/2014/main" id="{333FD838-E1DE-C575-0DD8-F0D0DF1095D0}"/>
              </a:ext>
            </a:extLst>
          </p:cNvPr>
          <p:cNvPicPr>
            <a:picLocks noChangeAspect="1"/>
          </p:cNvPicPr>
          <p:nvPr/>
        </p:nvPicPr>
        <p:blipFill rotWithShape="1">
          <a:blip r:embed="rId4"/>
          <a:srcRect l="496" r="496"/>
          <a:stretch/>
        </p:blipFill>
        <p:spPr>
          <a:xfrm>
            <a:off x="3559960" y="1403304"/>
            <a:ext cx="2231580" cy="1255264"/>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pic>
        <p:nvPicPr>
          <p:cNvPr id="114" name="图片 113">
            <a:extLst>
              <a:ext uri="{FF2B5EF4-FFF2-40B4-BE49-F238E27FC236}">
                <a16:creationId xmlns:a16="http://schemas.microsoft.com/office/drawing/2014/main" id="{D6665E59-6D28-F8B4-ABEA-E116663C8EA4}"/>
              </a:ext>
            </a:extLst>
          </p:cNvPr>
          <p:cNvPicPr>
            <a:picLocks noChangeAspect="1"/>
          </p:cNvPicPr>
          <p:nvPr/>
        </p:nvPicPr>
        <p:blipFill rotWithShape="1">
          <a:blip r:embed="rId5"/>
          <a:srcRect t="7573" b="7573"/>
          <a:stretch/>
        </p:blipFill>
        <p:spPr>
          <a:xfrm>
            <a:off x="6140206" y="1364061"/>
            <a:ext cx="2301346" cy="1294507"/>
          </a:xfrm>
          <a:prstGeom prst="rect">
            <a:avLst/>
          </a:prstGeom>
          <a:solidFill>
            <a:schemeClr val="bg1"/>
          </a:solidFill>
          <a:ln w="6350">
            <a:solidFill>
              <a:schemeClr val="accent1">
                <a:lumMod val="100000"/>
              </a:schemeClr>
            </a:solidFill>
            <a:prstDash val="sysDash"/>
          </a:ln>
          <a:effectLst>
            <a:outerShdw blurRad="381000" sx="103000" sy="103000" algn="ctr" rotWithShape="0">
              <a:schemeClr val="accent1">
                <a:alpha val="40000"/>
              </a:schemeClr>
            </a:outerShdw>
          </a:effectLst>
        </p:spPr>
      </p:pic>
      <p:sp>
        <p:nvSpPr>
          <p:cNvPr id="5" name="Shape">
            <a:extLst>
              <a:ext uri="{FF2B5EF4-FFF2-40B4-BE49-F238E27FC236}">
                <a16:creationId xmlns:a16="http://schemas.microsoft.com/office/drawing/2014/main" id="{1FA823C6-DEAC-10E6-6272-E62A8AC3B062}"/>
              </a:ext>
            </a:extLst>
          </p:cNvPr>
          <p:cNvSpPr/>
          <p:nvPr/>
        </p:nvSpPr>
        <p:spPr>
          <a:xfrm>
            <a:off x="682829"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Shape">
            <a:extLst>
              <a:ext uri="{FF2B5EF4-FFF2-40B4-BE49-F238E27FC236}">
                <a16:creationId xmlns:a16="http://schemas.microsoft.com/office/drawing/2014/main" id="{55203754-15B2-DCC8-56A4-2C73FB1E78E6}"/>
              </a:ext>
            </a:extLst>
          </p:cNvPr>
          <p:cNvSpPr/>
          <p:nvPr/>
        </p:nvSpPr>
        <p:spPr>
          <a:xfrm>
            <a:off x="3317155"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Shape">
            <a:extLst>
              <a:ext uri="{FF2B5EF4-FFF2-40B4-BE49-F238E27FC236}">
                <a16:creationId xmlns:a16="http://schemas.microsoft.com/office/drawing/2014/main" id="{CC1778D4-5901-8B3A-3AB7-AD9DB87526A4}"/>
              </a:ext>
            </a:extLst>
          </p:cNvPr>
          <p:cNvSpPr/>
          <p:nvPr/>
        </p:nvSpPr>
        <p:spPr>
          <a:xfrm>
            <a:off x="5951482"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Shape">
            <a:extLst>
              <a:ext uri="{FF2B5EF4-FFF2-40B4-BE49-F238E27FC236}">
                <a16:creationId xmlns:a16="http://schemas.microsoft.com/office/drawing/2014/main" id="{0C776106-35B0-8C2A-6DE4-AF5506F99495}"/>
              </a:ext>
            </a:extLst>
          </p:cNvPr>
          <p:cNvSpPr/>
          <p:nvPr/>
        </p:nvSpPr>
        <p:spPr>
          <a:xfrm>
            <a:off x="8585807" y="2659574"/>
            <a:ext cx="2823052" cy="394233"/>
          </a:xfrm>
          <a:custGeom>
            <a:avLst/>
            <a:gdLst/>
            <a:ahLst/>
            <a:cxnLst>
              <a:cxn ang="0">
                <a:pos x="wd2" y="hd2"/>
              </a:cxn>
              <a:cxn ang="5400000">
                <a:pos x="wd2" y="hd2"/>
              </a:cxn>
              <a:cxn ang="10800000">
                <a:pos x="wd2" y="hd2"/>
              </a:cxn>
              <a:cxn ang="16200000">
                <a:pos x="wd2" y="hd2"/>
              </a:cxn>
            </a:cxnLst>
            <a:rect l="0" t="0" r="r" b="b"/>
            <a:pathLst>
              <a:path w="21581" h="21547" extrusionOk="0">
                <a:moveTo>
                  <a:pt x="97" y="2385"/>
                </a:moveTo>
                <a:cubicBezTo>
                  <a:pt x="17" y="1981"/>
                  <a:pt x="-5" y="1412"/>
                  <a:pt x="40" y="913"/>
                </a:cubicBezTo>
                <a:cubicBezTo>
                  <a:pt x="88" y="361"/>
                  <a:pt x="207" y="-1"/>
                  <a:pt x="340" y="0"/>
                </a:cubicBezTo>
                <a:lnTo>
                  <a:pt x="19743" y="6"/>
                </a:lnTo>
                <a:cubicBezTo>
                  <a:pt x="19799" y="-12"/>
                  <a:pt x="19856" y="30"/>
                  <a:pt x="19909" y="129"/>
                </a:cubicBezTo>
                <a:cubicBezTo>
                  <a:pt x="19958" y="221"/>
                  <a:pt x="20001" y="361"/>
                  <a:pt x="20037" y="537"/>
                </a:cubicBezTo>
                <a:lnTo>
                  <a:pt x="21522" y="9784"/>
                </a:lnTo>
                <a:cubicBezTo>
                  <a:pt x="21560" y="10073"/>
                  <a:pt x="21581" y="10403"/>
                  <a:pt x="21581" y="10739"/>
                </a:cubicBezTo>
                <a:cubicBezTo>
                  <a:pt x="21582" y="11071"/>
                  <a:pt x="21563" y="11397"/>
                  <a:pt x="21527" y="11686"/>
                </a:cubicBezTo>
                <a:lnTo>
                  <a:pt x="20077" y="20744"/>
                </a:lnTo>
                <a:cubicBezTo>
                  <a:pt x="20042" y="20962"/>
                  <a:pt x="19998" y="21145"/>
                  <a:pt x="19946" y="21280"/>
                </a:cubicBezTo>
                <a:cubicBezTo>
                  <a:pt x="19890" y="21427"/>
                  <a:pt x="19827" y="21515"/>
                  <a:pt x="19762" y="21536"/>
                </a:cubicBezTo>
                <a:lnTo>
                  <a:pt x="332" y="21540"/>
                </a:lnTo>
                <a:cubicBezTo>
                  <a:pt x="224" y="21588"/>
                  <a:pt x="119" y="21374"/>
                  <a:pt x="56" y="20979"/>
                </a:cubicBezTo>
                <a:cubicBezTo>
                  <a:pt x="-9" y="20569"/>
                  <a:pt x="-18" y="20033"/>
                  <a:pt x="32" y="19584"/>
                </a:cubicBezTo>
                <a:lnTo>
                  <a:pt x="1284" y="11790"/>
                </a:lnTo>
                <a:cubicBezTo>
                  <a:pt x="1335" y="11487"/>
                  <a:pt x="1361" y="11118"/>
                  <a:pt x="1359" y="10741"/>
                </a:cubicBezTo>
                <a:cubicBezTo>
                  <a:pt x="1357" y="10437"/>
                  <a:pt x="1336" y="10140"/>
                  <a:pt x="1300" y="9884"/>
                </a:cubicBezTo>
                <a:lnTo>
                  <a:pt x="97" y="2385"/>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Rounded Rectangle">
            <a:extLst>
              <a:ext uri="{FF2B5EF4-FFF2-40B4-BE49-F238E27FC236}">
                <a16:creationId xmlns:a16="http://schemas.microsoft.com/office/drawing/2014/main" id="{3D819325-2EA6-0A2A-E553-755480FD8393}"/>
              </a:ext>
            </a:extLst>
          </p:cNvPr>
          <p:cNvSpPr/>
          <p:nvPr/>
        </p:nvSpPr>
        <p:spPr>
          <a:xfrm>
            <a:off x="1066382" y="3354449"/>
            <a:ext cx="2055944" cy="585855"/>
          </a:xfrm>
          <a:prstGeom prst="round2Diag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Rounded Rectangle">
            <a:extLst>
              <a:ext uri="{FF2B5EF4-FFF2-40B4-BE49-F238E27FC236}">
                <a16:creationId xmlns:a16="http://schemas.microsoft.com/office/drawing/2014/main" id="{7E0A9B24-B547-41D9-1621-B8C1B8ED6FDF}"/>
              </a:ext>
            </a:extLst>
          </p:cNvPr>
          <p:cNvSpPr/>
          <p:nvPr/>
        </p:nvSpPr>
        <p:spPr>
          <a:xfrm>
            <a:off x="3700709" y="3354449"/>
            <a:ext cx="2055944" cy="585855"/>
          </a:xfrm>
          <a:prstGeom prst="roundRect">
            <a:avLst>
              <a:gd name="adj" fmla="val 18173"/>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Rounded Rectangle">
            <a:extLst>
              <a:ext uri="{FF2B5EF4-FFF2-40B4-BE49-F238E27FC236}">
                <a16:creationId xmlns:a16="http://schemas.microsoft.com/office/drawing/2014/main" id="{07E0E2A5-C85B-99B4-4368-655A9884D6C9}"/>
              </a:ext>
            </a:extLst>
          </p:cNvPr>
          <p:cNvSpPr/>
          <p:nvPr/>
        </p:nvSpPr>
        <p:spPr>
          <a:xfrm>
            <a:off x="6335037" y="3354449"/>
            <a:ext cx="2055943" cy="585855"/>
          </a:xfrm>
          <a:prstGeom prst="roundRect">
            <a:avLst>
              <a:gd name="adj" fmla="val 18173"/>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Rounded Rectangle">
            <a:extLst>
              <a:ext uri="{FF2B5EF4-FFF2-40B4-BE49-F238E27FC236}">
                <a16:creationId xmlns:a16="http://schemas.microsoft.com/office/drawing/2014/main" id="{D4634269-712B-1205-BB84-4AF29B00B500}"/>
              </a:ext>
            </a:extLst>
          </p:cNvPr>
          <p:cNvSpPr/>
          <p:nvPr/>
        </p:nvSpPr>
        <p:spPr>
          <a:xfrm>
            <a:off x="8994492" y="3354449"/>
            <a:ext cx="2055943" cy="585855"/>
          </a:xfrm>
          <a:prstGeom prst="roundRect">
            <a:avLst>
              <a:gd name="adj" fmla="val 18173"/>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Rounded Rectangle">
            <a:extLst>
              <a:ext uri="{FF2B5EF4-FFF2-40B4-BE49-F238E27FC236}">
                <a16:creationId xmlns:a16="http://schemas.microsoft.com/office/drawing/2014/main" id="{2CC30256-0D19-15FD-5172-2C9EBDF79BBF}"/>
              </a:ext>
            </a:extLst>
          </p:cNvPr>
          <p:cNvSpPr/>
          <p:nvPr/>
        </p:nvSpPr>
        <p:spPr>
          <a:xfrm>
            <a:off x="1066382" y="4203772"/>
            <a:ext cx="2055944" cy="585855"/>
          </a:xfrm>
          <a:prstGeom prst="round2Diag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Rounded Rectangle">
            <a:extLst>
              <a:ext uri="{FF2B5EF4-FFF2-40B4-BE49-F238E27FC236}">
                <a16:creationId xmlns:a16="http://schemas.microsoft.com/office/drawing/2014/main" id="{BBB5B253-6B32-3630-A7DB-9228905E9D2A}"/>
              </a:ext>
            </a:extLst>
          </p:cNvPr>
          <p:cNvSpPr/>
          <p:nvPr/>
        </p:nvSpPr>
        <p:spPr>
          <a:xfrm>
            <a:off x="3700709" y="4203772"/>
            <a:ext cx="2055944"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Rounded Rectangle">
            <a:extLst>
              <a:ext uri="{FF2B5EF4-FFF2-40B4-BE49-F238E27FC236}">
                <a16:creationId xmlns:a16="http://schemas.microsoft.com/office/drawing/2014/main" id="{4095008B-83EA-53EE-7E9A-B0B022E3C72D}"/>
              </a:ext>
            </a:extLst>
          </p:cNvPr>
          <p:cNvSpPr/>
          <p:nvPr/>
        </p:nvSpPr>
        <p:spPr>
          <a:xfrm>
            <a:off x="6335037" y="4203772"/>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Rounded Rectangle">
            <a:extLst>
              <a:ext uri="{FF2B5EF4-FFF2-40B4-BE49-F238E27FC236}">
                <a16:creationId xmlns:a16="http://schemas.microsoft.com/office/drawing/2014/main" id="{436D2706-3B0F-E948-C241-44A24E09EF44}"/>
              </a:ext>
            </a:extLst>
          </p:cNvPr>
          <p:cNvSpPr/>
          <p:nvPr/>
        </p:nvSpPr>
        <p:spPr>
          <a:xfrm>
            <a:off x="8994492" y="4203772"/>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Rounded Rectangle">
            <a:extLst>
              <a:ext uri="{FF2B5EF4-FFF2-40B4-BE49-F238E27FC236}">
                <a16:creationId xmlns:a16="http://schemas.microsoft.com/office/drawing/2014/main" id="{308EBF8D-4796-6606-989D-DF32DB8D1C44}"/>
              </a:ext>
            </a:extLst>
          </p:cNvPr>
          <p:cNvSpPr/>
          <p:nvPr/>
        </p:nvSpPr>
        <p:spPr>
          <a:xfrm>
            <a:off x="1066382" y="5017728"/>
            <a:ext cx="2055944" cy="585855"/>
          </a:xfrm>
          <a:prstGeom prst="round2Diag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Rounded Rectangle">
            <a:extLst>
              <a:ext uri="{FF2B5EF4-FFF2-40B4-BE49-F238E27FC236}">
                <a16:creationId xmlns:a16="http://schemas.microsoft.com/office/drawing/2014/main" id="{84026F90-BEF4-750C-8077-7B3AFAB34B33}"/>
              </a:ext>
            </a:extLst>
          </p:cNvPr>
          <p:cNvSpPr/>
          <p:nvPr/>
        </p:nvSpPr>
        <p:spPr>
          <a:xfrm>
            <a:off x="3700709" y="5017728"/>
            <a:ext cx="2055944"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Rounded Rectangle">
            <a:extLst>
              <a:ext uri="{FF2B5EF4-FFF2-40B4-BE49-F238E27FC236}">
                <a16:creationId xmlns:a16="http://schemas.microsoft.com/office/drawing/2014/main" id="{009E7514-CA11-1203-3820-35A67CA5F5AC}"/>
              </a:ext>
            </a:extLst>
          </p:cNvPr>
          <p:cNvSpPr/>
          <p:nvPr/>
        </p:nvSpPr>
        <p:spPr>
          <a:xfrm>
            <a:off x="6335037" y="5017728"/>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Rounded Rectangle">
            <a:extLst>
              <a:ext uri="{FF2B5EF4-FFF2-40B4-BE49-F238E27FC236}">
                <a16:creationId xmlns:a16="http://schemas.microsoft.com/office/drawing/2014/main" id="{F8E62921-E295-7A95-75BD-1A4A30880971}"/>
              </a:ext>
            </a:extLst>
          </p:cNvPr>
          <p:cNvSpPr/>
          <p:nvPr/>
        </p:nvSpPr>
        <p:spPr>
          <a:xfrm>
            <a:off x="8994492" y="5017728"/>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Rounded Rectangle">
            <a:extLst>
              <a:ext uri="{FF2B5EF4-FFF2-40B4-BE49-F238E27FC236}">
                <a16:creationId xmlns:a16="http://schemas.microsoft.com/office/drawing/2014/main" id="{F38E8284-56EE-E65B-8350-4F15AE452921}"/>
              </a:ext>
            </a:extLst>
          </p:cNvPr>
          <p:cNvSpPr/>
          <p:nvPr/>
        </p:nvSpPr>
        <p:spPr>
          <a:xfrm>
            <a:off x="1066382" y="5831685"/>
            <a:ext cx="2055944" cy="585855"/>
          </a:xfrm>
          <a:prstGeom prst="round2Diag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Rounded Rectangle">
            <a:extLst>
              <a:ext uri="{FF2B5EF4-FFF2-40B4-BE49-F238E27FC236}">
                <a16:creationId xmlns:a16="http://schemas.microsoft.com/office/drawing/2014/main" id="{41DCEDE4-7E17-9D84-C12A-224570F6AFF0}"/>
              </a:ext>
            </a:extLst>
          </p:cNvPr>
          <p:cNvSpPr/>
          <p:nvPr/>
        </p:nvSpPr>
        <p:spPr>
          <a:xfrm>
            <a:off x="3700709" y="5831685"/>
            <a:ext cx="2055944"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Rounded Rectangle">
            <a:extLst>
              <a:ext uri="{FF2B5EF4-FFF2-40B4-BE49-F238E27FC236}">
                <a16:creationId xmlns:a16="http://schemas.microsoft.com/office/drawing/2014/main" id="{1A9FBE63-69FE-C19D-708E-AFDCA686592B}"/>
              </a:ext>
            </a:extLst>
          </p:cNvPr>
          <p:cNvSpPr/>
          <p:nvPr/>
        </p:nvSpPr>
        <p:spPr>
          <a:xfrm>
            <a:off x="6335037" y="5831685"/>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Rounded Rectangle">
            <a:extLst>
              <a:ext uri="{FF2B5EF4-FFF2-40B4-BE49-F238E27FC236}">
                <a16:creationId xmlns:a16="http://schemas.microsoft.com/office/drawing/2014/main" id="{F50B7730-04D2-668E-C367-8B2D411A27A1}"/>
              </a:ext>
            </a:extLst>
          </p:cNvPr>
          <p:cNvSpPr/>
          <p:nvPr/>
        </p:nvSpPr>
        <p:spPr>
          <a:xfrm>
            <a:off x="8994492" y="5831685"/>
            <a:ext cx="2055943" cy="585855"/>
          </a:xfrm>
          <a:prstGeom prst="roundRect">
            <a:avLst>
              <a:gd name="adj" fmla="val 1817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稿定-31">
            <a:extLst>
              <a:ext uri="{FF2B5EF4-FFF2-40B4-BE49-F238E27FC236}">
                <a16:creationId xmlns:a16="http://schemas.microsoft.com/office/drawing/2014/main" id="{852CB714-C7E4-512A-BBC2-1ECE8419E49D}"/>
              </a:ext>
            </a:extLst>
          </p:cNvPr>
          <p:cNvSpPr/>
          <p:nvPr/>
        </p:nvSpPr>
        <p:spPr>
          <a:xfrm flipH="1">
            <a:off x="1662931"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模式形态一</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8" name="稿定-9">
            <a:extLst>
              <a:ext uri="{FF2B5EF4-FFF2-40B4-BE49-F238E27FC236}">
                <a16:creationId xmlns:a16="http://schemas.microsoft.com/office/drawing/2014/main" id="{3209D2C0-0267-F61F-30B3-74191CE8116F}"/>
              </a:ext>
            </a:extLst>
          </p:cNvPr>
          <p:cNvSpPr/>
          <p:nvPr/>
        </p:nvSpPr>
        <p:spPr>
          <a:xfrm flipH="1">
            <a:off x="1362269" y="2676485"/>
            <a:ext cx="1396786" cy="292965"/>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确定工作目标</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25937048-B759-8E76-A253-890ADD2ED7CB}"/>
              </a:ext>
            </a:extLst>
          </p:cNvPr>
          <p:cNvSpPr/>
          <p:nvPr/>
        </p:nvSpPr>
        <p:spPr>
          <a:xfrm flipH="1">
            <a:off x="3976388" y="2676485"/>
            <a:ext cx="1485624" cy="292965"/>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确定工作方法</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9">
            <a:extLst>
              <a:ext uri="{FF2B5EF4-FFF2-40B4-BE49-F238E27FC236}">
                <a16:creationId xmlns:a16="http://schemas.microsoft.com/office/drawing/2014/main" id="{FB0D40ED-F8CC-5656-BA1B-7F51F1727C24}"/>
              </a:ext>
            </a:extLst>
          </p:cNvPr>
          <p:cNvSpPr/>
          <p:nvPr/>
        </p:nvSpPr>
        <p:spPr>
          <a:xfrm flipH="1">
            <a:off x="6804729" y="2675619"/>
            <a:ext cx="1092344" cy="294696"/>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沟通和协调</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稿定-9">
            <a:extLst>
              <a:ext uri="{FF2B5EF4-FFF2-40B4-BE49-F238E27FC236}">
                <a16:creationId xmlns:a16="http://schemas.microsoft.com/office/drawing/2014/main" id="{5D0D5119-897D-566B-1601-55D66BF75FDA}"/>
              </a:ext>
            </a:extLst>
          </p:cNvPr>
          <p:cNvSpPr/>
          <p:nvPr/>
        </p:nvSpPr>
        <p:spPr>
          <a:xfrm flipH="1">
            <a:off x="9463267" y="2675619"/>
            <a:ext cx="1092344" cy="294696"/>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altLang="zh-CN"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a:t>
            </a: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反馈和改进</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58E7FB37-25CE-A522-481B-AC73F1DE9317}"/>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工作推进流程</a:t>
            </a:r>
          </a:p>
        </p:txBody>
      </p:sp>
      <p:sp>
        <p:nvSpPr>
          <p:cNvPr id="8" name="矩形 7">
            <a:extLst>
              <a:ext uri="{FF2B5EF4-FFF2-40B4-BE49-F238E27FC236}">
                <a16:creationId xmlns:a16="http://schemas.microsoft.com/office/drawing/2014/main" id="{ED63A905-9EC9-9244-AE47-0FE778C692B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1B7FE640-AA3A-F0ED-3ACB-5407013A2A3B}"/>
              </a:ext>
            </a:extLst>
          </p:cNvPr>
          <p:cNvSpPr txBox="1"/>
          <p:nvPr/>
        </p:nvSpPr>
        <p:spPr>
          <a:xfrm>
            <a:off x="3420983" y="495186"/>
            <a:ext cx="3219061" cy="369332"/>
          </a:xfrm>
          <a:prstGeom prst="rect">
            <a:avLst/>
          </a:prstGeom>
          <a:noFill/>
        </p:spPr>
        <p:txBody>
          <a:bodyPr wrap="square" rtlCol="0" anchor="ctr">
            <a:spAutoFit/>
          </a:bodyPr>
          <a:lstStyle/>
          <a:p>
            <a:pPr algn="dist"/>
            <a:r>
              <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GONGZUOTUIJINLIUCHENG</a:t>
            </a:r>
            <a:endPar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31">
            <a:extLst>
              <a:ext uri="{FF2B5EF4-FFF2-40B4-BE49-F238E27FC236}">
                <a16:creationId xmlns:a16="http://schemas.microsoft.com/office/drawing/2014/main" id="{2ED9C340-2377-B64C-EAC5-11086378ABDD}"/>
              </a:ext>
            </a:extLst>
          </p:cNvPr>
          <p:cNvSpPr/>
          <p:nvPr/>
        </p:nvSpPr>
        <p:spPr>
          <a:xfrm flipH="1">
            <a:off x="1226207" y="4377336"/>
            <a:ext cx="1668911" cy="24622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800" b="0" i="0" u="none" strike="noStrike" cap="none" normalizeH="0" baseline="0" dirty="0">
                <a:ln>
                  <a:noFill/>
                </a:ln>
                <a:solidFill>
                  <a:schemeClr val="accent1">
                    <a:lumMod val="50000"/>
                  </a:schemeClr>
                </a:solidFill>
                <a:effectLst/>
                <a:latin typeface="Arial Unicode MS"/>
                <a:ea typeface="Times New Roman" panose="02020603050405020304" pitchFamily="18" charset="0"/>
              </a:rPr>
              <a:t>明确工作的目标和要求，确保所有人对工作的目标有清晰的理解。</a:t>
            </a:r>
            <a:r>
              <a:rPr kumimoji="0" lang="zh-CN" altLang="zh-CN" sz="300" b="0" i="0" u="none" strike="noStrike" cap="none" normalizeH="0" baseline="0" dirty="0">
                <a:ln>
                  <a:noFill/>
                </a:ln>
                <a:solidFill>
                  <a:schemeClr val="accent1">
                    <a:lumMod val="50000"/>
                  </a:schemeClr>
                </a:solidFill>
                <a:effectLst/>
              </a:rPr>
              <a:t> </a:t>
            </a:r>
            <a:endParaRPr kumimoji="0" lang="zh-CN" altLang="zh-CN" sz="1050" b="0" i="0" u="none" strike="noStrike" cap="none" normalizeH="0" baseline="0" dirty="0">
              <a:ln>
                <a:noFill/>
              </a:ln>
              <a:solidFill>
                <a:schemeClr val="accent1">
                  <a:lumMod val="50000"/>
                </a:schemeClr>
              </a:solidFill>
              <a:effectLst/>
              <a:latin typeface="Arial" panose="020B0604020202020204" pitchFamily="34" charset="0"/>
            </a:endParaRPr>
          </a:p>
        </p:txBody>
      </p:sp>
      <p:sp>
        <p:nvSpPr>
          <p:cNvPr id="55" name="稿定-31">
            <a:extLst>
              <a:ext uri="{FF2B5EF4-FFF2-40B4-BE49-F238E27FC236}">
                <a16:creationId xmlns:a16="http://schemas.microsoft.com/office/drawing/2014/main" id="{7CE9967F-6D32-6409-4534-64BB48979D36}"/>
              </a:ext>
            </a:extLst>
          </p:cNvPr>
          <p:cNvSpPr/>
          <p:nvPr/>
        </p:nvSpPr>
        <p:spPr>
          <a:xfrm flipH="1">
            <a:off x="3884745" y="4377336"/>
            <a:ext cx="1668911" cy="246221"/>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确定实施工作的具体方法和步骤，包括使用的工具、技术和流程等。 </a:t>
            </a:r>
          </a:p>
        </p:txBody>
      </p:sp>
      <p:sp>
        <p:nvSpPr>
          <p:cNvPr id="56" name="稿定-31">
            <a:extLst>
              <a:ext uri="{FF2B5EF4-FFF2-40B4-BE49-F238E27FC236}">
                <a16:creationId xmlns:a16="http://schemas.microsoft.com/office/drawing/2014/main" id="{A2D8D37F-66A7-FCBD-429B-6FFF2CDA84C5}"/>
              </a:ext>
            </a:extLst>
          </p:cNvPr>
          <p:cNvSpPr/>
          <p:nvPr/>
        </p:nvSpPr>
        <p:spPr>
          <a:xfrm flipH="1">
            <a:off x="6529011" y="4315781"/>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及时与相关人员进行沟通和协调，确保工作的顺利推进，协调解决工作中的冲突和矛盾。 </a:t>
            </a:r>
          </a:p>
        </p:txBody>
      </p:sp>
      <p:sp>
        <p:nvSpPr>
          <p:cNvPr id="57" name="稿定-31">
            <a:extLst>
              <a:ext uri="{FF2B5EF4-FFF2-40B4-BE49-F238E27FC236}">
                <a16:creationId xmlns:a16="http://schemas.microsoft.com/office/drawing/2014/main" id="{70792053-FC15-6EF2-ACF2-08FB5F4A21A2}"/>
              </a:ext>
            </a:extLst>
          </p:cNvPr>
          <p:cNvSpPr/>
          <p:nvPr/>
        </p:nvSpPr>
        <p:spPr>
          <a:xfrm flipH="1">
            <a:off x="9187549" y="4315780"/>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根据工作的实际情况，及时收集反馈意见，进行改进和优化，提高工作效率</a:t>
            </a:r>
            <a:r>
              <a:rPr lang="zh-CN" altLang="zh-CN" sz="800">
                <a:solidFill>
                  <a:schemeClr val="accent1">
                    <a:lumMod val="50000"/>
                  </a:schemeClr>
                </a:solidFill>
                <a:latin typeface="Arial Unicode MS"/>
              </a:rPr>
              <a:t>和质量</a:t>
            </a:r>
            <a:endParaRPr lang="en-US" sz="800" dirty="0">
              <a:solidFill>
                <a:schemeClr val="accent1">
                  <a:lumMod val="50000"/>
                </a:schemeClr>
              </a:solidFill>
              <a:latin typeface="Arial Unicode MS"/>
              <a:sym typeface="阿里巴巴普惠体 2 45 Light" panose="00020600040101010101" pitchFamily="18" charset="-122"/>
            </a:endParaRPr>
          </a:p>
        </p:txBody>
      </p:sp>
      <p:sp>
        <p:nvSpPr>
          <p:cNvPr id="58" name="稿定-31">
            <a:extLst>
              <a:ext uri="{FF2B5EF4-FFF2-40B4-BE49-F238E27FC236}">
                <a16:creationId xmlns:a16="http://schemas.microsoft.com/office/drawing/2014/main" id="{79189000-BA3D-BF94-5D77-B05B73B6392A}"/>
              </a:ext>
            </a:extLst>
          </p:cNvPr>
          <p:cNvSpPr/>
          <p:nvPr/>
        </p:nvSpPr>
        <p:spPr>
          <a:xfrm flipH="1">
            <a:off x="1226207" y="5199467"/>
            <a:ext cx="1668911" cy="24622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800" b="0" i="0" u="none" strike="noStrike" cap="none" normalizeH="0" baseline="0" dirty="0">
                <a:ln>
                  <a:noFill/>
                </a:ln>
                <a:solidFill>
                  <a:schemeClr val="accent1">
                    <a:lumMod val="50000"/>
                  </a:schemeClr>
                </a:solidFill>
                <a:effectLst/>
                <a:latin typeface="Arial Unicode MS"/>
                <a:ea typeface="Times New Roman" panose="02020603050405020304" pitchFamily="18" charset="0"/>
              </a:rPr>
              <a:t>明确工作的目标和要求，确保所有人对工作的目标有清晰的理解。</a:t>
            </a:r>
            <a:r>
              <a:rPr kumimoji="0" lang="zh-CN" altLang="zh-CN" sz="300" b="0" i="0" u="none" strike="noStrike" cap="none" normalizeH="0" baseline="0" dirty="0">
                <a:ln>
                  <a:noFill/>
                </a:ln>
                <a:solidFill>
                  <a:schemeClr val="accent1">
                    <a:lumMod val="50000"/>
                  </a:schemeClr>
                </a:solidFill>
                <a:effectLst/>
              </a:rPr>
              <a:t> </a:t>
            </a:r>
            <a:endParaRPr kumimoji="0" lang="zh-CN" altLang="zh-CN" sz="1050" b="0" i="0" u="none" strike="noStrike" cap="none" normalizeH="0" baseline="0" dirty="0">
              <a:ln>
                <a:noFill/>
              </a:ln>
              <a:solidFill>
                <a:schemeClr val="accent1">
                  <a:lumMod val="50000"/>
                </a:schemeClr>
              </a:solidFill>
              <a:effectLst/>
              <a:latin typeface="Arial" panose="020B0604020202020204" pitchFamily="34" charset="0"/>
            </a:endParaRPr>
          </a:p>
        </p:txBody>
      </p:sp>
      <p:sp>
        <p:nvSpPr>
          <p:cNvPr id="59" name="稿定-31">
            <a:extLst>
              <a:ext uri="{FF2B5EF4-FFF2-40B4-BE49-F238E27FC236}">
                <a16:creationId xmlns:a16="http://schemas.microsoft.com/office/drawing/2014/main" id="{3BAA02B4-DBFD-D8ED-6C9F-5AC785F5269A}"/>
              </a:ext>
            </a:extLst>
          </p:cNvPr>
          <p:cNvSpPr/>
          <p:nvPr/>
        </p:nvSpPr>
        <p:spPr>
          <a:xfrm flipH="1">
            <a:off x="3884745" y="5199467"/>
            <a:ext cx="1668911" cy="246221"/>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确定实施工作的具体方法和步骤，包括使用的工具、技术和流程等。 </a:t>
            </a:r>
          </a:p>
        </p:txBody>
      </p:sp>
      <p:sp>
        <p:nvSpPr>
          <p:cNvPr id="60" name="稿定-31">
            <a:extLst>
              <a:ext uri="{FF2B5EF4-FFF2-40B4-BE49-F238E27FC236}">
                <a16:creationId xmlns:a16="http://schemas.microsoft.com/office/drawing/2014/main" id="{55ED74DA-3BBB-8AC0-F554-03FAE5769094}"/>
              </a:ext>
            </a:extLst>
          </p:cNvPr>
          <p:cNvSpPr/>
          <p:nvPr/>
        </p:nvSpPr>
        <p:spPr>
          <a:xfrm flipH="1">
            <a:off x="6529011" y="5137912"/>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及时与相关人员进行沟通和协调，确保工作的顺利推进，协调解决工作中的冲突和矛盾。 </a:t>
            </a:r>
          </a:p>
        </p:txBody>
      </p:sp>
      <p:sp>
        <p:nvSpPr>
          <p:cNvPr id="61" name="稿定-31">
            <a:extLst>
              <a:ext uri="{FF2B5EF4-FFF2-40B4-BE49-F238E27FC236}">
                <a16:creationId xmlns:a16="http://schemas.microsoft.com/office/drawing/2014/main" id="{D3291B44-BECC-9E8E-37BA-42BD3952076D}"/>
              </a:ext>
            </a:extLst>
          </p:cNvPr>
          <p:cNvSpPr/>
          <p:nvPr/>
        </p:nvSpPr>
        <p:spPr>
          <a:xfrm flipH="1">
            <a:off x="9187549" y="5137911"/>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根据工作的实际情况，及时收集反馈意见，进行改进和优化，提高工作效率</a:t>
            </a:r>
            <a:r>
              <a:rPr lang="zh-CN" altLang="zh-CN" sz="800">
                <a:solidFill>
                  <a:schemeClr val="accent1">
                    <a:lumMod val="50000"/>
                  </a:schemeClr>
                </a:solidFill>
                <a:latin typeface="Arial Unicode MS"/>
              </a:rPr>
              <a:t>和质量</a:t>
            </a:r>
            <a:endParaRPr lang="en-US" sz="800" dirty="0">
              <a:solidFill>
                <a:schemeClr val="accent1">
                  <a:lumMod val="50000"/>
                </a:schemeClr>
              </a:solidFill>
              <a:latin typeface="Arial Unicode MS"/>
              <a:sym typeface="阿里巴巴普惠体 2 45 Light" panose="00020600040101010101" pitchFamily="18" charset="-122"/>
            </a:endParaRPr>
          </a:p>
        </p:txBody>
      </p:sp>
      <p:sp>
        <p:nvSpPr>
          <p:cNvPr id="82" name="稿定-31">
            <a:extLst>
              <a:ext uri="{FF2B5EF4-FFF2-40B4-BE49-F238E27FC236}">
                <a16:creationId xmlns:a16="http://schemas.microsoft.com/office/drawing/2014/main" id="{CA3CA116-3D03-D743-E6B6-E45C50A9417C}"/>
              </a:ext>
            </a:extLst>
          </p:cNvPr>
          <p:cNvSpPr/>
          <p:nvPr/>
        </p:nvSpPr>
        <p:spPr>
          <a:xfrm flipH="1">
            <a:off x="1226207" y="6022756"/>
            <a:ext cx="1668911" cy="24622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800" b="0" i="0" u="none" strike="noStrike" cap="none" normalizeH="0" baseline="0" dirty="0">
                <a:ln>
                  <a:noFill/>
                </a:ln>
                <a:solidFill>
                  <a:schemeClr val="accent1">
                    <a:lumMod val="50000"/>
                  </a:schemeClr>
                </a:solidFill>
                <a:effectLst/>
                <a:latin typeface="Arial Unicode MS"/>
                <a:ea typeface="Times New Roman" panose="02020603050405020304" pitchFamily="18" charset="0"/>
              </a:rPr>
              <a:t>明确工作的目标和要求，确保所有人对工作的目标有清晰的理解。</a:t>
            </a:r>
            <a:r>
              <a:rPr kumimoji="0" lang="zh-CN" altLang="zh-CN" sz="300" b="0" i="0" u="none" strike="noStrike" cap="none" normalizeH="0" baseline="0" dirty="0">
                <a:ln>
                  <a:noFill/>
                </a:ln>
                <a:solidFill>
                  <a:schemeClr val="accent1">
                    <a:lumMod val="50000"/>
                  </a:schemeClr>
                </a:solidFill>
                <a:effectLst/>
              </a:rPr>
              <a:t> </a:t>
            </a:r>
            <a:endParaRPr kumimoji="0" lang="zh-CN" altLang="zh-CN" sz="1050" b="0" i="0" u="none" strike="noStrike" cap="none" normalizeH="0" baseline="0" dirty="0">
              <a:ln>
                <a:noFill/>
              </a:ln>
              <a:solidFill>
                <a:schemeClr val="accent1">
                  <a:lumMod val="50000"/>
                </a:schemeClr>
              </a:solidFill>
              <a:effectLst/>
              <a:latin typeface="Arial" panose="020B0604020202020204" pitchFamily="34" charset="0"/>
            </a:endParaRPr>
          </a:p>
        </p:txBody>
      </p:sp>
      <p:sp>
        <p:nvSpPr>
          <p:cNvPr id="83" name="稿定-31">
            <a:extLst>
              <a:ext uri="{FF2B5EF4-FFF2-40B4-BE49-F238E27FC236}">
                <a16:creationId xmlns:a16="http://schemas.microsoft.com/office/drawing/2014/main" id="{339EDB2F-82AA-6864-9712-F04EF18372E7}"/>
              </a:ext>
            </a:extLst>
          </p:cNvPr>
          <p:cNvSpPr/>
          <p:nvPr/>
        </p:nvSpPr>
        <p:spPr>
          <a:xfrm flipH="1">
            <a:off x="3884745" y="6022756"/>
            <a:ext cx="1668911" cy="246221"/>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确定实施工作的具体方法和步骤，包括使用的工具、技术和流程等。 </a:t>
            </a:r>
          </a:p>
        </p:txBody>
      </p:sp>
      <p:sp>
        <p:nvSpPr>
          <p:cNvPr id="84" name="稿定-31">
            <a:extLst>
              <a:ext uri="{FF2B5EF4-FFF2-40B4-BE49-F238E27FC236}">
                <a16:creationId xmlns:a16="http://schemas.microsoft.com/office/drawing/2014/main" id="{5086B68F-A507-F82F-D8B9-6DB275CA5108}"/>
              </a:ext>
            </a:extLst>
          </p:cNvPr>
          <p:cNvSpPr/>
          <p:nvPr/>
        </p:nvSpPr>
        <p:spPr>
          <a:xfrm flipH="1">
            <a:off x="6529011" y="5961201"/>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及时与相关人员进行沟通和协调，确保工作的顺利推进，协调解决工作中的冲突和矛盾。 </a:t>
            </a:r>
          </a:p>
        </p:txBody>
      </p:sp>
      <p:sp>
        <p:nvSpPr>
          <p:cNvPr id="85" name="稿定-31">
            <a:extLst>
              <a:ext uri="{FF2B5EF4-FFF2-40B4-BE49-F238E27FC236}">
                <a16:creationId xmlns:a16="http://schemas.microsoft.com/office/drawing/2014/main" id="{E66B3C34-759A-E2A9-32D4-1DDFA4DD572C}"/>
              </a:ext>
            </a:extLst>
          </p:cNvPr>
          <p:cNvSpPr/>
          <p:nvPr/>
        </p:nvSpPr>
        <p:spPr>
          <a:xfrm flipH="1">
            <a:off x="9187549" y="5961200"/>
            <a:ext cx="1668911" cy="369332"/>
          </a:xfrm>
          <a:prstGeom prst="rect">
            <a:avLst/>
          </a:prstGeom>
        </p:spPr>
        <p:txBody>
          <a:bodyPr wrap="square" lIns="0" tIns="0" rIns="0" bIns="0" anchor="ctr">
            <a:spAutoFit/>
          </a:bodyPr>
          <a:lstStyle/>
          <a:p>
            <a:pPr eaLnBrk="0" fontAlgn="base" hangingPunct="0">
              <a:spcBef>
                <a:spcPct val="0"/>
              </a:spcBef>
              <a:spcAft>
                <a:spcPct val="0"/>
              </a:spcAft>
            </a:pPr>
            <a:r>
              <a:rPr lang="zh-CN" altLang="zh-CN" sz="800" dirty="0">
                <a:solidFill>
                  <a:schemeClr val="accent1">
                    <a:lumMod val="50000"/>
                  </a:schemeClr>
                </a:solidFill>
                <a:latin typeface="Arial Unicode MS"/>
              </a:rPr>
              <a:t>根据工作的实际情况，及时收集反馈意见，进行改进和优化，提高工作效率</a:t>
            </a:r>
            <a:r>
              <a:rPr lang="zh-CN" altLang="zh-CN" sz="800">
                <a:solidFill>
                  <a:schemeClr val="accent1">
                    <a:lumMod val="50000"/>
                  </a:schemeClr>
                </a:solidFill>
                <a:latin typeface="Arial Unicode MS"/>
              </a:rPr>
              <a:t>和质量</a:t>
            </a:r>
            <a:endParaRPr lang="en-US" sz="800" dirty="0">
              <a:solidFill>
                <a:schemeClr val="accent1">
                  <a:lumMod val="50000"/>
                </a:schemeClr>
              </a:solidFill>
              <a:latin typeface="Arial Unicode MS"/>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2BACA774-66CA-8B39-1054-8B7A43E52959}"/>
              </a:ext>
            </a:extLst>
          </p:cNvPr>
          <p:cNvSpPr/>
          <p:nvPr/>
        </p:nvSpPr>
        <p:spPr bwMode="auto">
          <a:xfrm rot="10800000" flipH="1" flipV="1">
            <a:off x="3122325" y="3354111"/>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EB030A94-844A-C519-25DE-640430D7CB78}"/>
              </a:ext>
            </a:extLst>
          </p:cNvPr>
          <p:cNvSpPr/>
          <p:nvPr/>
        </p:nvSpPr>
        <p:spPr bwMode="auto">
          <a:xfrm rot="10800000" flipH="1" flipV="1">
            <a:off x="3122325" y="420235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a:extLst>
              <a:ext uri="{FF2B5EF4-FFF2-40B4-BE49-F238E27FC236}">
                <a16:creationId xmlns:a16="http://schemas.microsoft.com/office/drawing/2014/main" id="{AD6A49F6-7AD2-231A-DB3D-179B0C2EDB03}"/>
              </a:ext>
            </a:extLst>
          </p:cNvPr>
          <p:cNvSpPr/>
          <p:nvPr/>
        </p:nvSpPr>
        <p:spPr bwMode="auto">
          <a:xfrm rot="10800000" flipH="1" flipV="1">
            <a:off x="3122325" y="5019739"/>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9E7D64B8-E1E6-7C9D-32EB-D7AE4D747CCF}"/>
              </a:ext>
            </a:extLst>
          </p:cNvPr>
          <p:cNvSpPr/>
          <p:nvPr/>
        </p:nvSpPr>
        <p:spPr bwMode="auto">
          <a:xfrm rot="10800000" flipH="1" flipV="1">
            <a:off x="3122325" y="583276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a:extLst>
              <a:ext uri="{FF2B5EF4-FFF2-40B4-BE49-F238E27FC236}">
                <a16:creationId xmlns:a16="http://schemas.microsoft.com/office/drawing/2014/main" id="{6C7AB8A0-5F8A-4175-3413-7210527131E4}"/>
              </a:ext>
            </a:extLst>
          </p:cNvPr>
          <p:cNvSpPr/>
          <p:nvPr/>
        </p:nvSpPr>
        <p:spPr bwMode="auto">
          <a:xfrm rot="10800000" flipH="1" flipV="1">
            <a:off x="5756418" y="3354111"/>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061E4BE9-D7FC-CAA8-B518-3CF8D628E7A2}"/>
              </a:ext>
            </a:extLst>
          </p:cNvPr>
          <p:cNvSpPr/>
          <p:nvPr/>
        </p:nvSpPr>
        <p:spPr bwMode="auto">
          <a:xfrm rot="10800000" flipH="1" flipV="1">
            <a:off x="5756418" y="420235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a:extLst>
              <a:ext uri="{FF2B5EF4-FFF2-40B4-BE49-F238E27FC236}">
                <a16:creationId xmlns:a16="http://schemas.microsoft.com/office/drawing/2014/main" id="{8BEC7331-BF12-8C74-D04B-6C2D65EF9B9F}"/>
              </a:ext>
            </a:extLst>
          </p:cNvPr>
          <p:cNvSpPr/>
          <p:nvPr/>
        </p:nvSpPr>
        <p:spPr bwMode="auto">
          <a:xfrm rot="10800000" flipH="1" flipV="1">
            <a:off x="5756418" y="5019739"/>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a:extLst>
              <a:ext uri="{FF2B5EF4-FFF2-40B4-BE49-F238E27FC236}">
                <a16:creationId xmlns:a16="http://schemas.microsoft.com/office/drawing/2014/main" id="{A8736811-CE29-EC04-3DD3-D683F678A2EE}"/>
              </a:ext>
            </a:extLst>
          </p:cNvPr>
          <p:cNvSpPr/>
          <p:nvPr/>
        </p:nvSpPr>
        <p:spPr bwMode="auto">
          <a:xfrm rot="10800000" flipH="1" flipV="1">
            <a:off x="5756418" y="583276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a:extLst>
              <a:ext uri="{FF2B5EF4-FFF2-40B4-BE49-F238E27FC236}">
                <a16:creationId xmlns:a16="http://schemas.microsoft.com/office/drawing/2014/main" id="{DAF839E0-616D-B1B0-9AC4-312673A25714}"/>
              </a:ext>
            </a:extLst>
          </p:cNvPr>
          <p:cNvSpPr/>
          <p:nvPr/>
        </p:nvSpPr>
        <p:spPr bwMode="auto">
          <a:xfrm rot="10800000" flipH="1" flipV="1">
            <a:off x="8415190" y="3354111"/>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35">
            <a:extLst>
              <a:ext uri="{FF2B5EF4-FFF2-40B4-BE49-F238E27FC236}">
                <a16:creationId xmlns:a16="http://schemas.microsoft.com/office/drawing/2014/main" id="{E9266511-5E81-7C66-7CC8-AACA9A251315}"/>
              </a:ext>
            </a:extLst>
          </p:cNvPr>
          <p:cNvSpPr/>
          <p:nvPr/>
        </p:nvSpPr>
        <p:spPr bwMode="auto">
          <a:xfrm rot="10800000" flipH="1" flipV="1">
            <a:off x="8415190" y="420235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a:extLst>
              <a:ext uri="{FF2B5EF4-FFF2-40B4-BE49-F238E27FC236}">
                <a16:creationId xmlns:a16="http://schemas.microsoft.com/office/drawing/2014/main" id="{7FB28746-D250-7E24-D4DA-F0F07A181A1A}"/>
              </a:ext>
            </a:extLst>
          </p:cNvPr>
          <p:cNvSpPr/>
          <p:nvPr/>
        </p:nvSpPr>
        <p:spPr bwMode="auto">
          <a:xfrm rot="10800000" flipH="1" flipV="1">
            <a:off x="8415190" y="5019739"/>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a:extLst>
              <a:ext uri="{FF2B5EF4-FFF2-40B4-BE49-F238E27FC236}">
                <a16:creationId xmlns:a16="http://schemas.microsoft.com/office/drawing/2014/main" id="{33377BA1-4A87-4387-9CCA-9296D25EA884}"/>
              </a:ext>
            </a:extLst>
          </p:cNvPr>
          <p:cNvSpPr/>
          <p:nvPr/>
        </p:nvSpPr>
        <p:spPr bwMode="auto">
          <a:xfrm rot="10800000" flipH="1" flipV="1">
            <a:off x="8415190" y="5832765"/>
            <a:ext cx="578384" cy="584775"/>
          </a:xfrm>
          <a:custGeom>
            <a:avLst/>
            <a:gdLst>
              <a:gd name="connsiteX0" fmla="*/ 0 w 578384"/>
              <a:gd name="connsiteY0" fmla="*/ 0 h 584775"/>
              <a:gd name="connsiteX1" fmla="*/ 487048 w 578384"/>
              <a:gd name="connsiteY1" fmla="*/ 216995 h 584775"/>
              <a:gd name="connsiteX2" fmla="*/ 485549 w 578384"/>
              <a:gd name="connsiteY2" fmla="*/ 64165 h 584775"/>
              <a:gd name="connsiteX3" fmla="*/ 578384 w 578384"/>
              <a:gd name="connsiteY3" fmla="*/ 213579 h 584775"/>
              <a:gd name="connsiteX4" fmla="*/ 578384 w 578384"/>
              <a:gd name="connsiteY4" fmla="*/ 364666 h 584775"/>
              <a:gd name="connsiteX5" fmla="*/ 483275 w 578384"/>
              <a:gd name="connsiteY5" fmla="*/ 505054 h 584775"/>
              <a:gd name="connsiteX6" fmla="*/ 487048 w 578384"/>
              <a:gd name="connsiteY6" fmla="*/ 354874 h 584775"/>
              <a:gd name="connsiteX7" fmla="*/ 0 w 578384"/>
              <a:gd name="connsiteY7" fmla="*/ 584775 h 584775"/>
              <a:gd name="connsiteX8" fmla="*/ 0 w 578384"/>
              <a:gd name="connsiteY8" fmla="*/ 292388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8384" h="584775">
                <a:moveTo>
                  <a:pt x="0" y="0"/>
                </a:moveTo>
                <a:cubicBezTo>
                  <a:pt x="130281" y="121435"/>
                  <a:pt x="244526" y="205205"/>
                  <a:pt x="487048" y="216995"/>
                </a:cubicBezTo>
                <a:cubicBezTo>
                  <a:pt x="487886" y="162825"/>
                  <a:pt x="487721" y="121561"/>
                  <a:pt x="485549" y="64165"/>
                </a:cubicBezTo>
                <a:lnTo>
                  <a:pt x="578384" y="213579"/>
                </a:lnTo>
                <a:lnTo>
                  <a:pt x="578384" y="364666"/>
                </a:lnTo>
                <a:lnTo>
                  <a:pt x="483275" y="505054"/>
                </a:lnTo>
                <a:lnTo>
                  <a:pt x="487048" y="354874"/>
                </a:lnTo>
                <a:cubicBezTo>
                  <a:pt x="244527" y="366663"/>
                  <a:pt x="130281" y="463340"/>
                  <a:pt x="0" y="584775"/>
                </a:cubicBezTo>
                <a:lnTo>
                  <a:pt x="0" y="292388"/>
                </a:lnTo>
                <a:close/>
              </a:path>
            </a:pathLst>
          </a:custGeom>
          <a:gradFill flip="none" rotWithShape="1">
            <a:gsLst>
              <a:gs pos="100000">
                <a:schemeClr val="accent1">
                  <a:alpha val="0"/>
                </a:schemeClr>
              </a:gs>
              <a:gs pos="0">
                <a:schemeClr val="accent1">
                  <a:alpha val="29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稿定-31">
            <a:extLst>
              <a:ext uri="{FF2B5EF4-FFF2-40B4-BE49-F238E27FC236}">
                <a16:creationId xmlns:a16="http://schemas.microsoft.com/office/drawing/2014/main" id="{345F82C5-DA5B-0C4E-DE42-A4628AF5C9B8}"/>
              </a:ext>
            </a:extLst>
          </p:cNvPr>
          <p:cNvSpPr/>
          <p:nvPr/>
        </p:nvSpPr>
        <p:spPr>
          <a:xfrm flipH="1">
            <a:off x="4330831"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模式形态二</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3" name="稿定-31">
            <a:extLst>
              <a:ext uri="{FF2B5EF4-FFF2-40B4-BE49-F238E27FC236}">
                <a16:creationId xmlns:a16="http://schemas.microsoft.com/office/drawing/2014/main" id="{00966616-AF8B-DD2B-B5BF-61C73321216A}"/>
              </a:ext>
            </a:extLst>
          </p:cNvPr>
          <p:cNvSpPr/>
          <p:nvPr/>
        </p:nvSpPr>
        <p:spPr>
          <a:xfrm flipH="1">
            <a:off x="6964583"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模式形态三</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4" name="稿定-31">
            <a:extLst>
              <a:ext uri="{FF2B5EF4-FFF2-40B4-BE49-F238E27FC236}">
                <a16:creationId xmlns:a16="http://schemas.microsoft.com/office/drawing/2014/main" id="{67C93F8A-D02E-58C1-C1C0-826A7E1C780E}"/>
              </a:ext>
            </a:extLst>
          </p:cNvPr>
          <p:cNvSpPr/>
          <p:nvPr/>
        </p:nvSpPr>
        <p:spPr>
          <a:xfrm flipH="1">
            <a:off x="9624273" y="3525132"/>
            <a:ext cx="1232186" cy="244491"/>
          </a:xfrm>
          <a:prstGeom prst="rect">
            <a:avLst/>
          </a:prstGeom>
        </p:spPr>
        <p:txBody>
          <a:bodyPr wrap="square" lIns="0" tIns="0" rIns="0" bIns="0" anchor="ctr">
            <a:spAutoFit/>
          </a:bodyPr>
          <a:lstStyle/>
          <a:p>
            <a:pPr>
              <a:lnSpc>
                <a:spcPct val="12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模式形态四</a:t>
            </a:r>
            <a:endParaRPr lang="zh-CN"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grpSp>
        <p:nvGrpSpPr>
          <p:cNvPr id="12" name="组合 11">
            <a:extLst>
              <a:ext uri="{FF2B5EF4-FFF2-40B4-BE49-F238E27FC236}">
                <a16:creationId xmlns:a16="http://schemas.microsoft.com/office/drawing/2014/main" id="{1049EE86-F5F5-1BEE-DB9D-94713270C0C8}"/>
              </a:ext>
            </a:extLst>
          </p:cNvPr>
          <p:cNvGrpSpPr/>
          <p:nvPr/>
        </p:nvGrpSpPr>
        <p:grpSpPr>
          <a:xfrm>
            <a:off x="1258285" y="3463626"/>
            <a:ext cx="353804" cy="353804"/>
            <a:chOff x="-756776" y="4142544"/>
            <a:chExt cx="353804" cy="353804"/>
          </a:xfrm>
        </p:grpSpPr>
        <p:sp>
          <p:nvSpPr>
            <p:cNvPr id="13" name="椭圆 12">
              <a:extLst>
                <a:ext uri="{FF2B5EF4-FFF2-40B4-BE49-F238E27FC236}">
                  <a16:creationId xmlns:a16="http://schemas.microsoft.com/office/drawing/2014/main" id="{81B511A3-8CEF-E385-271E-731D2FCEB0B1}"/>
                </a:ext>
              </a:extLst>
            </p:cNvPr>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 name="组合 14">
              <a:extLst>
                <a:ext uri="{FF2B5EF4-FFF2-40B4-BE49-F238E27FC236}">
                  <a16:creationId xmlns:a16="http://schemas.microsoft.com/office/drawing/2014/main" id="{906D132A-B16E-5AF0-412B-FAB45E08702F}"/>
                </a:ext>
              </a:extLst>
            </p:cNvPr>
            <p:cNvGrpSpPr/>
            <p:nvPr/>
          </p:nvGrpSpPr>
          <p:grpSpPr>
            <a:xfrm>
              <a:off x="-662079" y="4211837"/>
              <a:ext cx="164410" cy="202856"/>
              <a:chOff x="239058" y="3727854"/>
              <a:chExt cx="887751" cy="1095351"/>
            </a:xfrm>
          </p:grpSpPr>
          <p:sp>
            <p:nvSpPr>
              <p:cNvPr id="16" name="任意多边形: 形状 15">
                <a:extLst>
                  <a:ext uri="{FF2B5EF4-FFF2-40B4-BE49-F238E27FC236}">
                    <a16:creationId xmlns:a16="http://schemas.microsoft.com/office/drawing/2014/main" id="{707BA8F0-EDE9-B5A2-58AE-87076A9E82A4}"/>
                  </a:ext>
                </a:extLst>
              </p:cNvPr>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8" name="任意多边形: 形状 37">
                <a:extLst>
                  <a:ext uri="{FF2B5EF4-FFF2-40B4-BE49-F238E27FC236}">
                    <a16:creationId xmlns:a16="http://schemas.microsoft.com/office/drawing/2014/main" id="{B50C1616-7FCC-4D00-C786-B95A53CCBE39}"/>
                  </a:ext>
                </a:extLst>
              </p:cNvPr>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44" name="任意多边形: 形状 43">
                <a:extLst>
                  <a:ext uri="{FF2B5EF4-FFF2-40B4-BE49-F238E27FC236}">
                    <a16:creationId xmlns:a16="http://schemas.microsoft.com/office/drawing/2014/main" id="{58A20428-84AF-37F1-8E38-C7D8423C698B}"/>
                  </a:ext>
                </a:extLst>
              </p:cNvPr>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46" name="任意多边形: 形状 45">
                <a:extLst>
                  <a:ext uri="{FF2B5EF4-FFF2-40B4-BE49-F238E27FC236}">
                    <a16:creationId xmlns:a16="http://schemas.microsoft.com/office/drawing/2014/main" id="{8A0AE285-124C-B363-B035-274788A2B065}"/>
                  </a:ext>
                </a:extLst>
              </p:cNvPr>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47" name="图形 2">
                <a:extLst>
                  <a:ext uri="{FF2B5EF4-FFF2-40B4-BE49-F238E27FC236}">
                    <a16:creationId xmlns:a16="http://schemas.microsoft.com/office/drawing/2014/main" id="{89294788-9D8F-22A8-CF79-809D003AF16C}"/>
                  </a:ext>
                </a:extLst>
              </p:cNvPr>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48" name="任意多边形: 形状 47">
                  <a:extLst>
                    <a:ext uri="{FF2B5EF4-FFF2-40B4-BE49-F238E27FC236}">
                      <a16:creationId xmlns:a16="http://schemas.microsoft.com/office/drawing/2014/main" id="{39839372-1B07-7F55-FE95-B61618CC9725}"/>
                    </a:ext>
                  </a:extLst>
                </p:cNvPr>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49" name="任意多边形: 形状 48">
                  <a:extLst>
                    <a:ext uri="{FF2B5EF4-FFF2-40B4-BE49-F238E27FC236}">
                      <a16:creationId xmlns:a16="http://schemas.microsoft.com/office/drawing/2014/main" id="{DB88AF51-2EF0-F212-889A-D91AA8BCB91E}"/>
                    </a:ext>
                  </a:extLst>
                </p:cNvPr>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grpSp>
        <p:nvGrpSpPr>
          <p:cNvPr id="71" name="组合 70">
            <a:extLst>
              <a:ext uri="{FF2B5EF4-FFF2-40B4-BE49-F238E27FC236}">
                <a16:creationId xmlns:a16="http://schemas.microsoft.com/office/drawing/2014/main" id="{B1500E91-87FF-3D04-505A-83FDF50607D8}"/>
              </a:ext>
            </a:extLst>
          </p:cNvPr>
          <p:cNvGrpSpPr/>
          <p:nvPr/>
        </p:nvGrpSpPr>
        <p:grpSpPr>
          <a:xfrm>
            <a:off x="6526941" y="3463626"/>
            <a:ext cx="353804" cy="353804"/>
            <a:chOff x="-756776" y="4142544"/>
            <a:chExt cx="353804" cy="353804"/>
          </a:xfrm>
        </p:grpSpPr>
        <p:sp>
          <p:nvSpPr>
            <p:cNvPr id="72" name="椭圆 71">
              <a:extLst>
                <a:ext uri="{FF2B5EF4-FFF2-40B4-BE49-F238E27FC236}">
                  <a16:creationId xmlns:a16="http://schemas.microsoft.com/office/drawing/2014/main" id="{A2BCC1FA-EC62-49F4-4D87-2B1974F4A738}"/>
                </a:ext>
              </a:extLst>
            </p:cNvPr>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3" name="组合 72">
              <a:extLst>
                <a:ext uri="{FF2B5EF4-FFF2-40B4-BE49-F238E27FC236}">
                  <a16:creationId xmlns:a16="http://schemas.microsoft.com/office/drawing/2014/main" id="{6392110E-F7A7-5273-BB1C-404097071ACB}"/>
                </a:ext>
              </a:extLst>
            </p:cNvPr>
            <p:cNvGrpSpPr/>
            <p:nvPr/>
          </p:nvGrpSpPr>
          <p:grpSpPr>
            <a:xfrm>
              <a:off x="-662079" y="4211837"/>
              <a:ext cx="164410" cy="202856"/>
              <a:chOff x="239058" y="3727854"/>
              <a:chExt cx="887751" cy="1095351"/>
            </a:xfrm>
          </p:grpSpPr>
          <p:sp>
            <p:nvSpPr>
              <p:cNvPr id="75" name="任意多边形: 形状 74">
                <a:extLst>
                  <a:ext uri="{FF2B5EF4-FFF2-40B4-BE49-F238E27FC236}">
                    <a16:creationId xmlns:a16="http://schemas.microsoft.com/office/drawing/2014/main" id="{63A65132-50A5-23B1-44FE-84B9369B87B1}"/>
                  </a:ext>
                </a:extLst>
              </p:cNvPr>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76" name="任意多边形: 形状 75">
                <a:extLst>
                  <a:ext uri="{FF2B5EF4-FFF2-40B4-BE49-F238E27FC236}">
                    <a16:creationId xmlns:a16="http://schemas.microsoft.com/office/drawing/2014/main" id="{E891D6FA-0A5A-A655-73E4-27DE154039D6}"/>
                  </a:ext>
                </a:extLst>
              </p:cNvPr>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77" name="任意多边形: 形状 76">
                <a:extLst>
                  <a:ext uri="{FF2B5EF4-FFF2-40B4-BE49-F238E27FC236}">
                    <a16:creationId xmlns:a16="http://schemas.microsoft.com/office/drawing/2014/main" id="{AA7C38B1-9AD6-E69E-F83E-A84EFB636DF2}"/>
                  </a:ext>
                </a:extLst>
              </p:cNvPr>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6" name="任意多边形: 形状 85">
                <a:extLst>
                  <a:ext uri="{FF2B5EF4-FFF2-40B4-BE49-F238E27FC236}">
                    <a16:creationId xmlns:a16="http://schemas.microsoft.com/office/drawing/2014/main" id="{7A9B33AE-EBF8-CAC1-6BAB-066A98DF4D46}"/>
                  </a:ext>
                </a:extLst>
              </p:cNvPr>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87" name="图形 2">
                <a:extLst>
                  <a:ext uri="{FF2B5EF4-FFF2-40B4-BE49-F238E27FC236}">
                    <a16:creationId xmlns:a16="http://schemas.microsoft.com/office/drawing/2014/main" id="{4352BEA6-9B36-C7A5-E3A6-494840F6975D}"/>
                  </a:ext>
                </a:extLst>
              </p:cNvPr>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88" name="任意多边形: 形状 87">
                  <a:extLst>
                    <a:ext uri="{FF2B5EF4-FFF2-40B4-BE49-F238E27FC236}">
                      <a16:creationId xmlns:a16="http://schemas.microsoft.com/office/drawing/2014/main" id="{B8E48C80-AE30-9E11-F993-974606FC6F89}"/>
                    </a:ext>
                  </a:extLst>
                </p:cNvPr>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9" name="任意多边形: 形状 88">
                  <a:extLst>
                    <a:ext uri="{FF2B5EF4-FFF2-40B4-BE49-F238E27FC236}">
                      <a16:creationId xmlns:a16="http://schemas.microsoft.com/office/drawing/2014/main" id="{73A68DEB-2CE2-4F45-BB96-67D1BF2958B1}"/>
                    </a:ext>
                  </a:extLst>
                </p:cNvPr>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grpSp>
        <p:nvGrpSpPr>
          <p:cNvPr id="100" name="组合 99">
            <a:extLst>
              <a:ext uri="{FF2B5EF4-FFF2-40B4-BE49-F238E27FC236}">
                <a16:creationId xmlns:a16="http://schemas.microsoft.com/office/drawing/2014/main" id="{31BF3DDA-FC84-8CB7-FEAB-6B93F1040512}"/>
              </a:ext>
            </a:extLst>
          </p:cNvPr>
          <p:cNvGrpSpPr/>
          <p:nvPr/>
        </p:nvGrpSpPr>
        <p:grpSpPr>
          <a:xfrm>
            <a:off x="3892613" y="3461788"/>
            <a:ext cx="353804" cy="353804"/>
            <a:chOff x="-756776" y="2753673"/>
            <a:chExt cx="353804" cy="353804"/>
          </a:xfrm>
        </p:grpSpPr>
        <p:sp>
          <p:nvSpPr>
            <p:cNvPr id="101" name="椭圆 100">
              <a:extLst>
                <a:ext uri="{FF2B5EF4-FFF2-40B4-BE49-F238E27FC236}">
                  <a16:creationId xmlns:a16="http://schemas.microsoft.com/office/drawing/2014/main" id="{3FBAB47F-1BD2-9501-BCC2-852AB9DEFA57}"/>
                </a:ext>
              </a:extLst>
            </p:cNvPr>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2" name="图形 2">
              <a:extLst>
                <a:ext uri="{FF2B5EF4-FFF2-40B4-BE49-F238E27FC236}">
                  <a16:creationId xmlns:a16="http://schemas.microsoft.com/office/drawing/2014/main" id="{F85BA323-85F5-3276-692B-040DB3E8194F}"/>
                </a:ext>
              </a:extLst>
            </p:cNvPr>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03" name="任意多边形: 形状 102">
                <a:extLst>
                  <a:ext uri="{FF2B5EF4-FFF2-40B4-BE49-F238E27FC236}">
                    <a16:creationId xmlns:a16="http://schemas.microsoft.com/office/drawing/2014/main" id="{50851945-E397-8F64-F7DE-DE7B6FF1C2D6}"/>
                  </a:ext>
                </a:extLst>
              </p:cNvPr>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04" name="图形 2">
                <a:extLst>
                  <a:ext uri="{FF2B5EF4-FFF2-40B4-BE49-F238E27FC236}">
                    <a16:creationId xmlns:a16="http://schemas.microsoft.com/office/drawing/2014/main" id="{898D01DC-6D84-E0A6-8360-7EB1E4F8CD1C}"/>
                  </a:ext>
                </a:extLst>
              </p:cNvPr>
              <p:cNvGrpSpPr/>
              <p:nvPr/>
            </p:nvGrpSpPr>
            <p:grpSpPr>
              <a:xfrm>
                <a:off x="6432331" y="4029876"/>
                <a:ext cx="1041862" cy="732112"/>
                <a:chOff x="6432316" y="4029901"/>
                <a:chExt cx="1041859" cy="732122"/>
              </a:xfrm>
              <a:grpFill/>
            </p:grpSpPr>
            <p:sp>
              <p:nvSpPr>
                <p:cNvPr id="106" name="任意多边形: 形状 105">
                  <a:extLst>
                    <a:ext uri="{FF2B5EF4-FFF2-40B4-BE49-F238E27FC236}">
                      <a16:creationId xmlns:a16="http://schemas.microsoft.com/office/drawing/2014/main" id="{D13109A1-4055-AE8B-9C32-B2CAE6CC4308}"/>
                    </a:ext>
                  </a:extLst>
                </p:cNvPr>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7" name="任意多边形: 形状 106">
                  <a:extLst>
                    <a:ext uri="{FF2B5EF4-FFF2-40B4-BE49-F238E27FC236}">
                      <a16:creationId xmlns:a16="http://schemas.microsoft.com/office/drawing/2014/main" id="{8C618EBF-1A12-F61B-F467-F1FDC81653A1}"/>
                    </a:ext>
                  </a:extLst>
                </p:cNvPr>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05" name="任意多边形: 形状 104">
                <a:extLst>
                  <a:ext uri="{FF2B5EF4-FFF2-40B4-BE49-F238E27FC236}">
                    <a16:creationId xmlns:a16="http://schemas.microsoft.com/office/drawing/2014/main" id="{D6E853DA-FA05-2364-248C-D57DD167CF8E}"/>
                  </a:ext>
                </a:extLst>
              </p:cNvPr>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09" name="组合 108">
            <a:extLst>
              <a:ext uri="{FF2B5EF4-FFF2-40B4-BE49-F238E27FC236}">
                <a16:creationId xmlns:a16="http://schemas.microsoft.com/office/drawing/2014/main" id="{A12BA8B3-E6F4-1E81-8CEC-2C7AB375C618}"/>
              </a:ext>
            </a:extLst>
          </p:cNvPr>
          <p:cNvGrpSpPr/>
          <p:nvPr/>
        </p:nvGrpSpPr>
        <p:grpSpPr>
          <a:xfrm>
            <a:off x="9187549" y="3461788"/>
            <a:ext cx="353804" cy="353804"/>
            <a:chOff x="-756776" y="2753673"/>
            <a:chExt cx="353804" cy="353804"/>
          </a:xfrm>
        </p:grpSpPr>
        <p:sp>
          <p:nvSpPr>
            <p:cNvPr id="111" name="椭圆 110">
              <a:extLst>
                <a:ext uri="{FF2B5EF4-FFF2-40B4-BE49-F238E27FC236}">
                  <a16:creationId xmlns:a16="http://schemas.microsoft.com/office/drawing/2014/main" id="{9F28E9F6-B0F1-39BA-ECE6-84678A5A157D}"/>
                </a:ext>
              </a:extLst>
            </p:cNvPr>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3" name="图形 2">
              <a:extLst>
                <a:ext uri="{FF2B5EF4-FFF2-40B4-BE49-F238E27FC236}">
                  <a16:creationId xmlns:a16="http://schemas.microsoft.com/office/drawing/2014/main" id="{43ADAD50-65B3-4174-15A2-66558F838E54}"/>
                </a:ext>
              </a:extLst>
            </p:cNvPr>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15" name="任意多边形: 形状 114">
                <a:extLst>
                  <a:ext uri="{FF2B5EF4-FFF2-40B4-BE49-F238E27FC236}">
                    <a16:creationId xmlns:a16="http://schemas.microsoft.com/office/drawing/2014/main" id="{DDD52972-B485-A020-C005-2C653EB0FFF3}"/>
                  </a:ext>
                </a:extLst>
              </p:cNvPr>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16" name="图形 2">
                <a:extLst>
                  <a:ext uri="{FF2B5EF4-FFF2-40B4-BE49-F238E27FC236}">
                    <a16:creationId xmlns:a16="http://schemas.microsoft.com/office/drawing/2014/main" id="{AB822569-E7F3-7FFF-8451-6F0502F095FA}"/>
                  </a:ext>
                </a:extLst>
              </p:cNvPr>
              <p:cNvGrpSpPr/>
              <p:nvPr/>
            </p:nvGrpSpPr>
            <p:grpSpPr>
              <a:xfrm>
                <a:off x="6432331" y="4029876"/>
                <a:ext cx="1041862" cy="732112"/>
                <a:chOff x="6432316" y="4029901"/>
                <a:chExt cx="1041859" cy="732122"/>
              </a:xfrm>
              <a:grpFill/>
            </p:grpSpPr>
            <p:sp>
              <p:nvSpPr>
                <p:cNvPr id="118" name="任意多边形: 形状 117">
                  <a:extLst>
                    <a:ext uri="{FF2B5EF4-FFF2-40B4-BE49-F238E27FC236}">
                      <a16:creationId xmlns:a16="http://schemas.microsoft.com/office/drawing/2014/main" id="{4F97884D-6FAB-E6DE-1911-CC6F759D94BF}"/>
                    </a:ext>
                  </a:extLst>
                </p:cNvPr>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9" name="任意多边形: 形状 118">
                  <a:extLst>
                    <a:ext uri="{FF2B5EF4-FFF2-40B4-BE49-F238E27FC236}">
                      <a16:creationId xmlns:a16="http://schemas.microsoft.com/office/drawing/2014/main" id="{6EF61DD1-6FE4-387B-1959-FB03585D3275}"/>
                    </a:ext>
                  </a:extLst>
                </p:cNvPr>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17" name="任意多边形: 形状 116">
                <a:extLst>
                  <a:ext uri="{FF2B5EF4-FFF2-40B4-BE49-F238E27FC236}">
                    <a16:creationId xmlns:a16="http://schemas.microsoft.com/office/drawing/2014/main" id="{A19D14F8-0BF1-DD37-EA13-93FF41DFCE6B}"/>
                  </a:ext>
                </a:extLst>
              </p:cNvPr>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spTree>
    <p:extLst>
      <p:ext uri="{BB962C8B-B14F-4D97-AF65-F5344CB8AC3E}">
        <p14:creationId xmlns:p14="http://schemas.microsoft.com/office/powerpoint/2010/main" val="143771863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aoding-2">
            <a:extLst>
              <a:ext uri="{FF2B5EF4-FFF2-40B4-BE49-F238E27FC236}">
                <a16:creationId xmlns:a16="http://schemas.microsoft.com/office/drawing/2014/main" id="{67936899-E8DD-7B0D-4770-4B8B6E83C9FF}"/>
              </a:ext>
            </a:extLst>
          </p:cNvPr>
          <p:cNvSpPr/>
          <p:nvPr/>
        </p:nvSpPr>
        <p:spPr>
          <a:xfrm>
            <a:off x="301632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3">
            <a:extLst>
              <a:ext uri="{FF2B5EF4-FFF2-40B4-BE49-F238E27FC236}">
                <a16:creationId xmlns:a16="http://schemas.microsoft.com/office/drawing/2014/main" id="{74F12952-6DD7-A669-3EAF-AB73A9CB5864}"/>
              </a:ext>
            </a:extLst>
          </p:cNvPr>
          <p:cNvSpPr/>
          <p:nvPr/>
        </p:nvSpPr>
        <p:spPr>
          <a:xfrm>
            <a:off x="513727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4">
            <a:extLst>
              <a:ext uri="{FF2B5EF4-FFF2-40B4-BE49-F238E27FC236}">
                <a16:creationId xmlns:a16="http://schemas.microsoft.com/office/drawing/2014/main" id="{57962D64-7549-7701-9F31-EFFCB16896DC}"/>
              </a:ext>
            </a:extLst>
          </p:cNvPr>
          <p:cNvSpPr/>
          <p:nvPr/>
        </p:nvSpPr>
        <p:spPr>
          <a:xfrm>
            <a:off x="725822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5">
            <a:extLst>
              <a:ext uri="{FF2B5EF4-FFF2-40B4-BE49-F238E27FC236}">
                <a16:creationId xmlns:a16="http://schemas.microsoft.com/office/drawing/2014/main" id="{D623DE65-2686-8787-DD4B-721165C510A5}"/>
              </a:ext>
            </a:extLst>
          </p:cNvPr>
          <p:cNvSpPr/>
          <p:nvPr/>
        </p:nvSpPr>
        <p:spPr>
          <a:xfrm>
            <a:off x="9379173"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gaoding-6">
            <a:extLst>
              <a:ext uri="{FF2B5EF4-FFF2-40B4-BE49-F238E27FC236}">
                <a16:creationId xmlns:a16="http://schemas.microsoft.com/office/drawing/2014/main" id="{9F1AE4A7-CBAA-63E0-7395-D92909ACC391}"/>
              </a:ext>
            </a:extLst>
          </p:cNvPr>
          <p:cNvSpPr/>
          <p:nvPr/>
        </p:nvSpPr>
        <p:spPr>
          <a:xfrm>
            <a:off x="2939752"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gaoding-6">
            <a:extLst>
              <a:ext uri="{FF2B5EF4-FFF2-40B4-BE49-F238E27FC236}">
                <a16:creationId xmlns:a16="http://schemas.microsoft.com/office/drawing/2014/main" id="{4469ABA2-E264-5B55-1C61-98324FA53C02}"/>
              </a:ext>
            </a:extLst>
          </p:cNvPr>
          <p:cNvSpPr/>
          <p:nvPr/>
        </p:nvSpPr>
        <p:spPr>
          <a:xfrm>
            <a:off x="7181652"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gaoding-6">
            <a:extLst>
              <a:ext uri="{FF2B5EF4-FFF2-40B4-BE49-F238E27FC236}">
                <a16:creationId xmlns:a16="http://schemas.microsoft.com/office/drawing/2014/main" id="{D6479A1E-2E10-1209-914A-3E7198BDC20F}"/>
              </a:ext>
            </a:extLst>
          </p:cNvPr>
          <p:cNvSpPr/>
          <p:nvPr/>
        </p:nvSpPr>
        <p:spPr>
          <a:xfrm>
            <a:off x="5067195"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gaoding-1">
            <a:extLst>
              <a:ext uri="{FF2B5EF4-FFF2-40B4-BE49-F238E27FC236}">
                <a16:creationId xmlns:a16="http://schemas.microsoft.com/office/drawing/2014/main" id="{5A50C15E-12C5-F6EA-907E-057C3DFA85B3}"/>
              </a:ext>
            </a:extLst>
          </p:cNvPr>
          <p:cNvSpPr/>
          <p:nvPr/>
        </p:nvSpPr>
        <p:spPr>
          <a:xfrm>
            <a:off x="895372" y="2873806"/>
            <a:ext cx="1925856" cy="3181204"/>
          </a:xfrm>
          <a:prstGeom prst="roundRect">
            <a:avLst>
              <a:gd name="adj" fmla="val 318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6">
            <a:extLst>
              <a:ext uri="{FF2B5EF4-FFF2-40B4-BE49-F238E27FC236}">
                <a16:creationId xmlns:a16="http://schemas.microsoft.com/office/drawing/2014/main" id="{56002C70-6C4D-0535-2D51-E142C1A555DF}"/>
              </a:ext>
            </a:extLst>
          </p:cNvPr>
          <p:cNvSpPr/>
          <p:nvPr/>
        </p:nvSpPr>
        <p:spPr>
          <a:xfrm>
            <a:off x="818392" y="2495992"/>
            <a:ext cx="2078996" cy="816438"/>
          </a:xfrm>
          <a:prstGeom prst="roundRect">
            <a:avLst>
              <a:gd name="adj" fmla="val 7430"/>
            </a:avLst>
          </a:pr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gaoding-10">
            <a:extLst>
              <a:ext uri="{FF2B5EF4-FFF2-40B4-BE49-F238E27FC236}">
                <a16:creationId xmlns:a16="http://schemas.microsoft.com/office/drawing/2014/main" id="{A53ED70A-6A04-6F66-DA47-59D66352CD43}"/>
              </a:ext>
            </a:extLst>
          </p:cNvPr>
          <p:cNvSpPr/>
          <p:nvPr/>
        </p:nvSpPr>
        <p:spPr>
          <a:xfrm>
            <a:off x="9305104" y="2342986"/>
            <a:ext cx="2075246" cy="1122452"/>
          </a:xfrm>
          <a:custGeom>
            <a:avLst/>
            <a:gdLst/>
            <a:ahLst/>
            <a:cxnLst>
              <a:cxn ang="0">
                <a:pos x="wd2" y="hd2"/>
              </a:cxn>
              <a:cxn ang="5400000">
                <a:pos x="wd2" y="hd2"/>
              </a:cxn>
              <a:cxn ang="10800000">
                <a:pos x="wd2" y="hd2"/>
              </a:cxn>
              <a:cxn ang="16200000">
                <a:pos x="wd2" y="hd2"/>
              </a:cxn>
            </a:cxnLst>
            <a:rect l="0" t="0" r="r" b="b"/>
            <a:pathLst>
              <a:path w="21579" h="21412" extrusionOk="0">
                <a:moveTo>
                  <a:pt x="10687" y="1511"/>
                </a:moveTo>
                <a:lnTo>
                  <a:pt x="10678" y="2904"/>
                </a:lnTo>
                <a:lnTo>
                  <a:pt x="0" y="2927"/>
                </a:lnTo>
                <a:lnTo>
                  <a:pt x="7" y="18514"/>
                </a:lnTo>
                <a:lnTo>
                  <a:pt x="10713" y="18503"/>
                </a:lnTo>
                <a:lnTo>
                  <a:pt x="10721" y="19859"/>
                </a:lnTo>
                <a:cubicBezTo>
                  <a:pt x="10715" y="20461"/>
                  <a:pt x="10971" y="21011"/>
                  <a:pt x="11374" y="21267"/>
                </a:cubicBezTo>
                <a:cubicBezTo>
                  <a:pt x="11748" y="21504"/>
                  <a:pt x="12187" y="21447"/>
                  <a:pt x="12521" y="21118"/>
                </a:cubicBezTo>
                <a:lnTo>
                  <a:pt x="21172" y="11899"/>
                </a:lnTo>
                <a:cubicBezTo>
                  <a:pt x="21450" y="11578"/>
                  <a:pt x="21600" y="11099"/>
                  <a:pt x="21577" y="10607"/>
                </a:cubicBezTo>
                <a:cubicBezTo>
                  <a:pt x="21553" y="10122"/>
                  <a:pt x="21365" y="9679"/>
                  <a:pt x="21067" y="9408"/>
                </a:cubicBezTo>
                <a:lnTo>
                  <a:pt x="12486" y="286"/>
                </a:lnTo>
                <a:cubicBezTo>
                  <a:pt x="12104" y="-81"/>
                  <a:pt x="11594" y="-96"/>
                  <a:pt x="11200" y="248"/>
                </a:cubicBezTo>
                <a:cubicBezTo>
                  <a:pt x="10882" y="525"/>
                  <a:pt x="10689" y="1000"/>
                  <a:pt x="10687" y="1511"/>
                </a:cubicBez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文本框 30">
            <a:extLst>
              <a:ext uri="{FF2B5EF4-FFF2-40B4-BE49-F238E27FC236}">
                <a16:creationId xmlns:a16="http://schemas.microsoft.com/office/drawing/2014/main" id="{CF69DA5E-4DBB-10B0-6A54-6B785E2DBF71}"/>
              </a:ext>
            </a:extLst>
          </p:cNvPr>
          <p:cNvSpPr txBox="1"/>
          <p:nvPr/>
        </p:nvSpPr>
        <p:spPr>
          <a:xfrm>
            <a:off x="943247"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稿定-9">
            <a:extLst>
              <a:ext uri="{FF2B5EF4-FFF2-40B4-BE49-F238E27FC236}">
                <a16:creationId xmlns:a16="http://schemas.microsoft.com/office/drawing/2014/main" id="{6CC1B841-5689-E80D-9DBE-78F7C5842CD6}"/>
              </a:ext>
            </a:extLst>
          </p:cNvPr>
          <p:cNvSpPr/>
          <p:nvPr/>
        </p:nvSpPr>
        <p:spPr>
          <a:xfrm flipH="1">
            <a:off x="932919"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花好月圆</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5" name="稿定-31">
            <a:extLst>
              <a:ext uri="{FF2B5EF4-FFF2-40B4-BE49-F238E27FC236}">
                <a16:creationId xmlns:a16="http://schemas.microsoft.com/office/drawing/2014/main" id="{EFD09141-9E4E-E7C4-9949-AF868188980C}"/>
              </a:ext>
            </a:extLst>
          </p:cNvPr>
          <p:cNvSpPr/>
          <p:nvPr/>
        </p:nvSpPr>
        <p:spPr>
          <a:xfrm flipH="1">
            <a:off x="1024784" y="4433986"/>
            <a:ext cx="1673137" cy="1302857"/>
          </a:xfrm>
          <a:prstGeom prst="rect">
            <a:avLst/>
          </a:prstGeom>
        </p:spPr>
        <p:txBody>
          <a:bodyPr wrap="square" lIns="0" tIns="0" rIns="0" bIns="0" anchor="ctr">
            <a:spAutoFit/>
          </a:bodyPr>
          <a:lstStyle/>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文本框 36">
            <a:extLst>
              <a:ext uri="{FF2B5EF4-FFF2-40B4-BE49-F238E27FC236}">
                <a16:creationId xmlns:a16="http://schemas.microsoft.com/office/drawing/2014/main" id="{4D19F6B9-FD77-4055-B30A-CB2BBD3D0797}"/>
              </a:ext>
            </a:extLst>
          </p:cNvPr>
          <p:cNvSpPr txBox="1"/>
          <p:nvPr/>
        </p:nvSpPr>
        <p:spPr>
          <a:xfrm>
            <a:off x="3064028"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稿定-9">
            <a:extLst>
              <a:ext uri="{FF2B5EF4-FFF2-40B4-BE49-F238E27FC236}">
                <a16:creationId xmlns:a16="http://schemas.microsoft.com/office/drawing/2014/main" id="{F8151213-F4C8-864B-3C70-6613CB477FFE}"/>
              </a:ext>
            </a:extLst>
          </p:cNvPr>
          <p:cNvSpPr/>
          <p:nvPr/>
        </p:nvSpPr>
        <p:spPr>
          <a:xfrm flipH="1">
            <a:off x="2997255"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登峰造极</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3" name="文本框 42">
            <a:extLst>
              <a:ext uri="{FF2B5EF4-FFF2-40B4-BE49-F238E27FC236}">
                <a16:creationId xmlns:a16="http://schemas.microsoft.com/office/drawing/2014/main" id="{281FED20-D54D-3443-57B4-F37BEF8D33FC}"/>
              </a:ext>
            </a:extLst>
          </p:cNvPr>
          <p:cNvSpPr txBox="1"/>
          <p:nvPr/>
        </p:nvSpPr>
        <p:spPr>
          <a:xfrm>
            <a:off x="5192052"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稿定-9">
            <a:extLst>
              <a:ext uri="{FF2B5EF4-FFF2-40B4-BE49-F238E27FC236}">
                <a16:creationId xmlns:a16="http://schemas.microsoft.com/office/drawing/2014/main" id="{7F0E8311-8680-21D7-D08D-05F27829ABF1}"/>
              </a:ext>
            </a:extLst>
          </p:cNvPr>
          <p:cNvSpPr/>
          <p:nvPr/>
        </p:nvSpPr>
        <p:spPr>
          <a:xfrm flipH="1">
            <a:off x="5181724"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恭贺新禧</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7" name="文本框 46">
            <a:extLst>
              <a:ext uri="{FF2B5EF4-FFF2-40B4-BE49-F238E27FC236}">
                <a16:creationId xmlns:a16="http://schemas.microsoft.com/office/drawing/2014/main" id="{A315220B-E1AA-B225-4B60-D7CAE4166245}"/>
              </a:ext>
            </a:extLst>
          </p:cNvPr>
          <p:cNvSpPr txBox="1"/>
          <p:nvPr/>
        </p:nvSpPr>
        <p:spPr>
          <a:xfrm>
            <a:off x="7256388"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9">
            <a:extLst>
              <a:ext uri="{FF2B5EF4-FFF2-40B4-BE49-F238E27FC236}">
                <a16:creationId xmlns:a16="http://schemas.microsoft.com/office/drawing/2014/main" id="{88B75793-687F-3311-ABEB-B0685951F83B}"/>
              </a:ext>
            </a:extLst>
          </p:cNvPr>
          <p:cNvSpPr/>
          <p:nvPr/>
        </p:nvSpPr>
        <p:spPr>
          <a:xfrm flipH="1">
            <a:off x="7246060"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招财进宝</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1" name="文本框 50">
            <a:extLst>
              <a:ext uri="{FF2B5EF4-FFF2-40B4-BE49-F238E27FC236}">
                <a16:creationId xmlns:a16="http://schemas.microsoft.com/office/drawing/2014/main" id="{BC13E198-4F3B-2A7A-6E87-71E1A48C3B37}"/>
              </a:ext>
            </a:extLst>
          </p:cNvPr>
          <p:cNvSpPr txBox="1"/>
          <p:nvPr/>
        </p:nvSpPr>
        <p:spPr>
          <a:xfrm>
            <a:off x="9461936" y="2673379"/>
            <a:ext cx="1829285" cy="461665"/>
          </a:xfrm>
          <a:prstGeom prst="rect">
            <a:avLst/>
          </a:prstGeom>
          <a:noFill/>
        </p:spPr>
        <p:txBody>
          <a:bodyPr wrap="square" rtlCol="0" anchor="ctr">
            <a:spAutoFit/>
          </a:bodyPr>
          <a:lstStyle/>
          <a:p>
            <a:pPr algn="ctr">
              <a:defRPr/>
            </a:pPr>
            <a:r>
              <a:rPr lang="en-US" altLang="zh-CN"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lang="zh-CN" altLang="en-US" sz="2400" dirty="0">
              <a:solidFill>
                <a:schemeClr val="bg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a:extLst>
              <a:ext uri="{FF2B5EF4-FFF2-40B4-BE49-F238E27FC236}">
                <a16:creationId xmlns:a16="http://schemas.microsoft.com/office/drawing/2014/main" id="{F75AC460-2AA9-8E3D-6658-72AA57D1C364}"/>
              </a:ext>
            </a:extLst>
          </p:cNvPr>
          <p:cNvSpPr/>
          <p:nvPr/>
        </p:nvSpPr>
        <p:spPr>
          <a:xfrm flipH="1">
            <a:off x="9451608" y="4079336"/>
            <a:ext cx="1849939"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平步青云</a:t>
            </a:r>
            <a:endParaRPr kumimoji="0" lang="en-US" sz="14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FF7544E8-1E4E-B517-98E0-C4510D153AD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6" name="矩形 15">
            <a:extLst>
              <a:ext uri="{FF2B5EF4-FFF2-40B4-BE49-F238E27FC236}">
                <a16:creationId xmlns:a16="http://schemas.microsoft.com/office/drawing/2014/main" id="{0647F63A-0795-FF8A-38F6-57CA90320BD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文本框 16">
            <a:extLst>
              <a:ext uri="{FF2B5EF4-FFF2-40B4-BE49-F238E27FC236}">
                <a16:creationId xmlns:a16="http://schemas.microsoft.com/office/drawing/2014/main" id="{9E390E8E-774F-B32E-0E08-EC5D41C8C6FA}"/>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稿定-31">
            <a:extLst>
              <a:ext uri="{FF2B5EF4-FFF2-40B4-BE49-F238E27FC236}">
                <a16:creationId xmlns:a16="http://schemas.microsoft.com/office/drawing/2014/main" id="{B001B441-313F-AF07-0582-06E79CAB8020}"/>
              </a:ext>
            </a:extLst>
          </p:cNvPr>
          <p:cNvSpPr/>
          <p:nvPr/>
        </p:nvSpPr>
        <p:spPr>
          <a:xfrm flipH="1">
            <a:off x="3144971" y="4433986"/>
            <a:ext cx="1673137" cy="1302857"/>
          </a:xfrm>
          <a:prstGeom prst="rect">
            <a:avLst/>
          </a:prstGeom>
        </p:spPr>
        <p:txBody>
          <a:bodyPr wrap="square" lIns="0" tIns="0" rIns="0" bIns="0" anchor="ctr">
            <a:spAutoFit/>
          </a:bodyPr>
          <a:lstStyle/>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稿定-31">
            <a:extLst>
              <a:ext uri="{FF2B5EF4-FFF2-40B4-BE49-F238E27FC236}">
                <a16:creationId xmlns:a16="http://schemas.microsoft.com/office/drawing/2014/main" id="{F78F07AC-56A4-231C-6E34-06EAA3929D6E}"/>
              </a:ext>
            </a:extLst>
          </p:cNvPr>
          <p:cNvSpPr/>
          <p:nvPr/>
        </p:nvSpPr>
        <p:spPr>
          <a:xfrm flipH="1">
            <a:off x="5265158" y="4433986"/>
            <a:ext cx="1673137" cy="1302857"/>
          </a:xfrm>
          <a:prstGeom prst="rect">
            <a:avLst/>
          </a:prstGeom>
        </p:spPr>
        <p:txBody>
          <a:bodyPr wrap="square" lIns="0" tIns="0" rIns="0" bIns="0" anchor="ctr">
            <a:spAutoFit/>
          </a:bodyPr>
          <a:lstStyle/>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稿定-31">
            <a:extLst>
              <a:ext uri="{FF2B5EF4-FFF2-40B4-BE49-F238E27FC236}">
                <a16:creationId xmlns:a16="http://schemas.microsoft.com/office/drawing/2014/main" id="{72248CF4-243B-BA39-67E6-EF5BE1CBB65C}"/>
              </a:ext>
            </a:extLst>
          </p:cNvPr>
          <p:cNvSpPr/>
          <p:nvPr/>
        </p:nvSpPr>
        <p:spPr>
          <a:xfrm flipH="1">
            <a:off x="7385345" y="4433986"/>
            <a:ext cx="1673137" cy="1302857"/>
          </a:xfrm>
          <a:prstGeom prst="rect">
            <a:avLst/>
          </a:prstGeom>
        </p:spPr>
        <p:txBody>
          <a:bodyPr wrap="square" lIns="0" tIns="0" rIns="0" bIns="0" anchor="ctr">
            <a:spAutoFit/>
          </a:bodyPr>
          <a:lstStyle/>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稿定-31">
            <a:extLst>
              <a:ext uri="{FF2B5EF4-FFF2-40B4-BE49-F238E27FC236}">
                <a16:creationId xmlns:a16="http://schemas.microsoft.com/office/drawing/2014/main" id="{CA9D0202-29EC-3E32-32CA-AE6E7AB544A7}"/>
              </a:ext>
            </a:extLst>
          </p:cNvPr>
          <p:cNvSpPr/>
          <p:nvPr/>
        </p:nvSpPr>
        <p:spPr>
          <a:xfrm flipH="1">
            <a:off x="9505532" y="4433986"/>
            <a:ext cx="1673137" cy="1302857"/>
          </a:xfrm>
          <a:prstGeom prst="rect">
            <a:avLst/>
          </a:prstGeom>
        </p:spPr>
        <p:txBody>
          <a:bodyPr wrap="square" lIns="0" tIns="0" rIns="0" bIns="0" anchor="ctr">
            <a:spAutoFit/>
          </a:bodyPr>
          <a:lstStyle/>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pPr>
            <a:r>
              <a:rPr lang="zh-CN" altLang="en-US"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lang="en-US" altLang="zh-CN" sz="933" dirty="0">
              <a:solidFill>
                <a:schemeClr val="tx1">
                  <a:lumMod val="95000"/>
                  <a:lumOff val="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9" name="图形 2">
            <a:extLst>
              <a:ext uri="{FF2B5EF4-FFF2-40B4-BE49-F238E27FC236}">
                <a16:creationId xmlns:a16="http://schemas.microsoft.com/office/drawing/2014/main" id="{30CF7AC7-4405-E75D-AD64-C1FEED178211}"/>
              </a:ext>
            </a:extLst>
          </p:cNvPr>
          <p:cNvGrpSpPr/>
          <p:nvPr/>
        </p:nvGrpSpPr>
        <p:grpSpPr>
          <a:xfrm>
            <a:off x="3729594" y="3616225"/>
            <a:ext cx="506116" cy="348614"/>
            <a:chOff x="4665944" y="2166485"/>
            <a:chExt cx="1145603" cy="789098"/>
          </a:xfrm>
          <a:gradFill>
            <a:gsLst>
              <a:gs pos="0">
                <a:schemeClr val="accent1">
                  <a:lumMod val="60000"/>
                  <a:lumOff val="40000"/>
                </a:schemeClr>
              </a:gs>
              <a:gs pos="84000">
                <a:schemeClr val="accent1">
                  <a:lumMod val="75000"/>
                </a:schemeClr>
              </a:gs>
            </a:gsLst>
            <a:lin ang="0" scaled="1"/>
          </a:gradFill>
        </p:grpSpPr>
        <p:sp>
          <p:nvSpPr>
            <p:cNvPr id="20" name="任意多边形: 形状 19">
              <a:extLst>
                <a:ext uri="{FF2B5EF4-FFF2-40B4-BE49-F238E27FC236}">
                  <a16:creationId xmlns:a16="http://schemas.microsoft.com/office/drawing/2014/main" id="{B9BEB405-9FE4-A7E2-1E3F-0C6CB8586153}"/>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DB3F113B-004F-F1CA-18B7-E98ACF907505}"/>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BB700303-0877-79D1-F831-D2208C0D5B19}"/>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3" name="图形 2">
              <a:extLst>
                <a:ext uri="{FF2B5EF4-FFF2-40B4-BE49-F238E27FC236}">
                  <a16:creationId xmlns:a16="http://schemas.microsoft.com/office/drawing/2014/main" id="{B7756DC8-A51C-750E-53B9-FF8049CA1347}"/>
                </a:ext>
              </a:extLst>
            </p:cNvPr>
            <p:cNvGrpSpPr/>
            <p:nvPr/>
          </p:nvGrpSpPr>
          <p:grpSpPr>
            <a:xfrm>
              <a:off x="5372739" y="2423233"/>
              <a:ext cx="133924" cy="191216"/>
              <a:chOff x="5372739" y="2423233"/>
              <a:chExt cx="133924" cy="191216"/>
            </a:xfrm>
            <a:grpFill/>
          </p:grpSpPr>
          <p:sp>
            <p:nvSpPr>
              <p:cNvPr id="24" name="任意多边形: 形状 23">
                <a:extLst>
                  <a:ext uri="{FF2B5EF4-FFF2-40B4-BE49-F238E27FC236}">
                    <a16:creationId xmlns:a16="http://schemas.microsoft.com/office/drawing/2014/main" id="{D02A5BDE-EAEE-A40F-1F52-7D7530B795B8}"/>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1DA28DE3-2A09-C57C-36A0-EC886DE4B617}"/>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26" name="图形 2">
            <a:extLst>
              <a:ext uri="{FF2B5EF4-FFF2-40B4-BE49-F238E27FC236}">
                <a16:creationId xmlns:a16="http://schemas.microsoft.com/office/drawing/2014/main" id="{FDA862DA-6858-FB0A-B0A9-B769F95E8479}"/>
              </a:ext>
            </a:extLst>
          </p:cNvPr>
          <p:cNvGrpSpPr/>
          <p:nvPr/>
        </p:nvGrpSpPr>
        <p:grpSpPr>
          <a:xfrm>
            <a:off x="8009567" y="3582232"/>
            <a:ext cx="425296" cy="416600"/>
            <a:chOff x="3032205" y="3825135"/>
            <a:chExt cx="962654" cy="942975"/>
          </a:xfrm>
          <a:gradFill>
            <a:gsLst>
              <a:gs pos="0">
                <a:schemeClr val="accent1">
                  <a:lumMod val="60000"/>
                  <a:lumOff val="40000"/>
                </a:schemeClr>
              </a:gs>
              <a:gs pos="84000">
                <a:schemeClr val="accent1">
                  <a:lumMod val="75000"/>
                </a:schemeClr>
              </a:gs>
            </a:gsLst>
            <a:lin ang="0" scaled="1"/>
          </a:gradFill>
        </p:grpSpPr>
        <p:sp>
          <p:nvSpPr>
            <p:cNvPr id="27" name="任意多边形: 形状 26">
              <a:extLst>
                <a:ext uri="{FF2B5EF4-FFF2-40B4-BE49-F238E27FC236}">
                  <a16:creationId xmlns:a16="http://schemas.microsoft.com/office/drawing/2014/main" id="{6BB29B7A-1AA6-4FC3-53C7-18384D8D4059}"/>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28" name="图形 2">
              <a:extLst>
                <a:ext uri="{FF2B5EF4-FFF2-40B4-BE49-F238E27FC236}">
                  <a16:creationId xmlns:a16="http://schemas.microsoft.com/office/drawing/2014/main" id="{23FA19FC-A5B3-D17F-F962-539044696866}"/>
                </a:ext>
              </a:extLst>
            </p:cNvPr>
            <p:cNvGrpSpPr/>
            <p:nvPr/>
          </p:nvGrpSpPr>
          <p:grpSpPr>
            <a:xfrm>
              <a:off x="3041583" y="3825822"/>
              <a:ext cx="953275" cy="561128"/>
              <a:chOff x="3041583" y="3825822"/>
              <a:chExt cx="953275" cy="561128"/>
            </a:xfrm>
            <a:grpFill/>
          </p:grpSpPr>
          <p:sp>
            <p:nvSpPr>
              <p:cNvPr id="36" name="任意多边形: 形状 35">
                <a:extLst>
                  <a:ext uri="{FF2B5EF4-FFF2-40B4-BE49-F238E27FC236}">
                    <a16:creationId xmlns:a16="http://schemas.microsoft.com/office/drawing/2014/main" id="{05612C9B-EB63-8FDC-8927-7560FFC7D806}"/>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40" name="任意多边形: 形状 39">
                <a:extLst>
                  <a:ext uri="{FF2B5EF4-FFF2-40B4-BE49-F238E27FC236}">
                    <a16:creationId xmlns:a16="http://schemas.microsoft.com/office/drawing/2014/main" id="{D44133C8-2840-6534-85FC-72BC5530EF1A}"/>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9" name="任意多边形: 形状 28">
              <a:extLst>
                <a:ext uri="{FF2B5EF4-FFF2-40B4-BE49-F238E27FC236}">
                  <a16:creationId xmlns:a16="http://schemas.microsoft.com/office/drawing/2014/main" id="{1446C0FD-E57D-1986-841B-51F1A77E2A18}"/>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F63F4CA9-5F80-FDB0-16DB-C12A406005D9}"/>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AADCF97A-5A5A-11C7-5A37-76D503717A15}"/>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FB5886F2-DE2D-356A-8AEF-72C1462F9CB0}"/>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41" name="图形 2">
            <a:extLst>
              <a:ext uri="{FF2B5EF4-FFF2-40B4-BE49-F238E27FC236}">
                <a16:creationId xmlns:a16="http://schemas.microsoft.com/office/drawing/2014/main" id="{52C4EEBB-073D-0B61-CDE7-BB13F942A574}"/>
              </a:ext>
            </a:extLst>
          </p:cNvPr>
          <p:cNvGrpSpPr/>
          <p:nvPr/>
        </p:nvGrpSpPr>
        <p:grpSpPr>
          <a:xfrm>
            <a:off x="1589143" y="3638569"/>
            <a:ext cx="544418" cy="303926"/>
            <a:chOff x="8040885" y="2227778"/>
            <a:chExt cx="1232296" cy="687943"/>
          </a:xfrm>
          <a:gradFill>
            <a:gsLst>
              <a:gs pos="0">
                <a:schemeClr val="accent1">
                  <a:lumMod val="60000"/>
                  <a:lumOff val="40000"/>
                </a:schemeClr>
              </a:gs>
              <a:gs pos="84000">
                <a:schemeClr val="accent1">
                  <a:lumMod val="75000"/>
                </a:schemeClr>
              </a:gs>
            </a:gsLst>
            <a:lin ang="0" scaled="1"/>
          </a:gradFill>
        </p:grpSpPr>
        <p:grpSp>
          <p:nvGrpSpPr>
            <p:cNvPr id="42" name="图形 2">
              <a:extLst>
                <a:ext uri="{FF2B5EF4-FFF2-40B4-BE49-F238E27FC236}">
                  <a16:creationId xmlns:a16="http://schemas.microsoft.com/office/drawing/2014/main" id="{0EC8FF5F-729C-9C1A-19EA-747E033F1167}"/>
                </a:ext>
              </a:extLst>
            </p:cNvPr>
            <p:cNvGrpSpPr/>
            <p:nvPr/>
          </p:nvGrpSpPr>
          <p:grpSpPr>
            <a:xfrm>
              <a:off x="8040885" y="2227778"/>
              <a:ext cx="850117" cy="687943"/>
              <a:chOff x="8040885" y="2227778"/>
              <a:chExt cx="850117" cy="687943"/>
            </a:xfrm>
            <a:grpFill/>
          </p:grpSpPr>
          <p:sp>
            <p:nvSpPr>
              <p:cNvPr id="50" name="任意多边形: 形状 49">
                <a:extLst>
                  <a:ext uri="{FF2B5EF4-FFF2-40B4-BE49-F238E27FC236}">
                    <a16:creationId xmlns:a16="http://schemas.microsoft.com/office/drawing/2014/main" id="{6602B671-DB8C-6472-F2C9-7A8700528781}"/>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4" name="图形 2">
                <a:extLst>
                  <a:ext uri="{FF2B5EF4-FFF2-40B4-BE49-F238E27FC236}">
                    <a16:creationId xmlns:a16="http://schemas.microsoft.com/office/drawing/2014/main" id="{D5DAE526-8281-D3CC-7D73-34DF9309B4C3}"/>
                  </a:ext>
                </a:extLst>
              </p:cNvPr>
              <p:cNvGrpSpPr/>
              <p:nvPr/>
            </p:nvGrpSpPr>
            <p:grpSpPr>
              <a:xfrm>
                <a:off x="8058228" y="2720817"/>
                <a:ext cx="815424" cy="87465"/>
                <a:chOff x="8058228" y="2720817"/>
                <a:chExt cx="815424" cy="87465"/>
              </a:xfrm>
              <a:grpFill/>
            </p:grpSpPr>
            <p:sp>
              <p:nvSpPr>
                <p:cNvPr id="59" name="任意多边形: 形状 58">
                  <a:extLst>
                    <a:ext uri="{FF2B5EF4-FFF2-40B4-BE49-F238E27FC236}">
                      <a16:creationId xmlns:a16="http://schemas.microsoft.com/office/drawing/2014/main" id="{EA03A3FD-4C12-76B1-3719-0E13B9D8DFA1}"/>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7551717D-CAC4-35D0-82AC-4F5747804DB4}"/>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5" name="图形 2">
                <a:extLst>
                  <a:ext uri="{FF2B5EF4-FFF2-40B4-BE49-F238E27FC236}">
                    <a16:creationId xmlns:a16="http://schemas.microsoft.com/office/drawing/2014/main" id="{8AF89D6E-9A43-3F94-DEE3-E68E483632F3}"/>
                  </a:ext>
                </a:extLst>
              </p:cNvPr>
              <p:cNvGrpSpPr/>
              <p:nvPr/>
            </p:nvGrpSpPr>
            <p:grpSpPr>
              <a:xfrm>
                <a:off x="8375359" y="2800112"/>
                <a:ext cx="181153" cy="98266"/>
                <a:chOff x="8375359" y="2800112"/>
                <a:chExt cx="181153" cy="98266"/>
              </a:xfrm>
              <a:grpFill/>
            </p:grpSpPr>
            <p:sp>
              <p:nvSpPr>
                <p:cNvPr id="57" name="任意多边形: 形状 56">
                  <a:extLst>
                    <a:ext uri="{FF2B5EF4-FFF2-40B4-BE49-F238E27FC236}">
                      <a16:creationId xmlns:a16="http://schemas.microsoft.com/office/drawing/2014/main" id="{733912CE-C334-032A-99A5-082DDE70F7A3}"/>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8" name="任意多边形: 形状 57">
                  <a:extLst>
                    <a:ext uri="{FF2B5EF4-FFF2-40B4-BE49-F238E27FC236}">
                      <a16:creationId xmlns:a16="http://schemas.microsoft.com/office/drawing/2014/main" id="{F50984FF-1F40-540F-9471-269B5801F6EE}"/>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6" name="任意多边形: 形状 55">
                <a:extLst>
                  <a:ext uri="{FF2B5EF4-FFF2-40B4-BE49-F238E27FC236}">
                    <a16:creationId xmlns:a16="http://schemas.microsoft.com/office/drawing/2014/main" id="{64E1F2EC-0C08-18BA-D55A-39FD9BCD9B70}"/>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6" name="任意多边形: 形状 45">
              <a:extLst>
                <a:ext uri="{FF2B5EF4-FFF2-40B4-BE49-F238E27FC236}">
                  <a16:creationId xmlns:a16="http://schemas.microsoft.com/office/drawing/2014/main" id="{59BF4E32-8823-0D03-7025-6588497E6F73}"/>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61" name="组合 60">
            <a:extLst>
              <a:ext uri="{FF2B5EF4-FFF2-40B4-BE49-F238E27FC236}">
                <a16:creationId xmlns:a16="http://schemas.microsoft.com/office/drawing/2014/main" id="{6F05B97E-D2FF-57F8-C441-9A77B97AC472}"/>
              </a:ext>
            </a:extLst>
          </p:cNvPr>
          <p:cNvGrpSpPr/>
          <p:nvPr/>
        </p:nvGrpSpPr>
        <p:grpSpPr>
          <a:xfrm>
            <a:off x="10214694" y="3558660"/>
            <a:ext cx="323766" cy="463744"/>
            <a:chOff x="836195" y="3769979"/>
            <a:chExt cx="732845" cy="1049694"/>
          </a:xfrm>
          <a:gradFill>
            <a:gsLst>
              <a:gs pos="0">
                <a:schemeClr val="accent1">
                  <a:lumMod val="60000"/>
                  <a:lumOff val="40000"/>
                </a:schemeClr>
              </a:gs>
              <a:gs pos="84000">
                <a:schemeClr val="accent1">
                  <a:lumMod val="75000"/>
                </a:schemeClr>
              </a:gs>
            </a:gsLst>
            <a:lin ang="0" scaled="1"/>
          </a:gradFill>
        </p:grpSpPr>
        <p:sp>
          <p:nvSpPr>
            <p:cNvPr id="62" name="任意多边形: 形状 61">
              <a:extLst>
                <a:ext uri="{FF2B5EF4-FFF2-40B4-BE49-F238E27FC236}">
                  <a16:creationId xmlns:a16="http://schemas.microsoft.com/office/drawing/2014/main" id="{858D8E27-39C3-0746-DC66-CCBFC640BF8C}"/>
                </a:ext>
              </a:extLst>
            </p:cNvPr>
            <p:cNvSpPr/>
            <p:nvPr/>
          </p:nvSpPr>
          <p:spPr>
            <a:xfrm>
              <a:off x="836195" y="3921867"/>
              <a:ext cx="732845" cy="897806"/>
            </a:xfrm>
            <a:custGeom>
              <a:avLst/>
              <a:gdLst>
                <a:gd name="connsiteX0" fmla="*/ 576535 w 732845"/>
                <a:gd name="connsiteY0" fmla="*/ 897806 h 897806"/>
                <a:gd name="connsiteX1" fmla="*/ 48263 w 732845"/>
                <a:gd name="connsiteY1" fmla="*/ 897806 h 897806"/>
                <a:gd name="connsiteX2" fmla="*/ 0 w 732845"/>
                <a:gd name="connsiteY2" fmla="*/ 849543 h 897806"/>
                <a:gd name="connsiteX3" fmla="*/ 0 w 732845"/>
                <a:gd name="connsiteY3" fmla="*/ 48263 h 897806"/>
                <a:gd name="connsiteX4" fmla="*/ 48263 w 732845"/>
                <a:gd name="connsiteY4" fmla="*/ 0 h 897806"/>
                <a:gd name="connsiteX5" fmla="*/ 178325 w 732845"/>
                <a:gd name="connsiteY5" fmla="*/ 0 h 897806"/>
                <a:gd name="connsiteX6" fmla="*/ 195470 w 732845"/>
                <a:gd name="connsiteY6" fmla="*/ 17145 h 897806"/>
                <a:gd name="connsiteX7" fmla="*/ 178325 w 732845"/>
                <a:gd name="connsiteY7" fmla="*/ 34290 h 897806"/>
                <a:gd name="connsiteX8" fmla="*/ 48263 w 732845"/>
                <a:gd name="connsiteY8" fmla="*/ 34290 h 897806"/>
                <a:gd name="connsiteX9" fmla="*/ 34290 w 732845"/>
                <a:gd name="connsiteY9" fmla="*/ 48263 h 897806"/>
                <a:gd name="connsiteX10" fmla="*/ 34290 w 732845"/>
                <a:gd name="connsiteY10" fmla="*/ 849543 h 897806"/>
                <a:gd name="connsiteX11" fmla="*/ 48263 w 732845"/>
                <a:gd name="connsiteY11" fmla="*/ 863516 h 897806"/>
                <a:gd name="connsiteX12" fmla="*/ 576535 w 732845"/>
                <a:gd name="connsiteY12" fmla="*/ 863516 h 897806"/>
                <a:gd name="connsiteX13" fmla="*/ 586419 w 732845"/>
                <a:gd name="connsiteY13" fmla="*/ 859419 h 897806"/>
                <a:gd name="connsiteX14" fmla="*/ 694458 w 732845"/>
                <a:gd name="connsiteY14" fmla="*/ 751380 h 897806"/>
                <a:gd name="connsiteX15" fmla="*/ 698556 w 732845"/>
                <a:gd name="connsiteY15" fmla="*/ 741496 h 897806"/>
                <a:gd name="connsiteX16" fmla="*/ 698556 w 732845"/>
                <a:gd name="connsiteY16" fmla="*/ 48263 h 897806"/>
                <a:gd name="connsiteX17" fmla="*/ 684583 w 732845"/>
                <a:gd name="connsiteY17" fmla="*/ 34290 h 897806"/>
                <a:gd name="connsiteX18" fmla="*/ 554521 w 732845"/>
                <a:gd name="connsiteY18" fmla="*/ 34290 h 897806"/>
                <a:gd name="connsiteX19" fmla="*/ 537376 w 732845"/>
                <a:gd name="connsiteY19" fmla="*/ 17145 h 897806"/>
                <a:gd name="connsiteX20" fmla="*/ 554521 w 732845"/>
                <a:gd name="connsiteY20" fmla="*/ 0 h 897806"/>
                <a:gd name="connsiteX21" fmla="*/ 684583 w 732845"/>
                <a:gd name="connsiteY21" fmla="*/ 0 h 897806"/>
                <a:gd name="connsiteX22" fmla="*/ 732846 w 732845"/>
                <a:gd name="connsiteY22" fmla="*/ 48263 h 897806"/>
                <a:gd name="connsiteX23" fmla="*/ 732846 w 732845"/>
                <a:gd name="connsiteY23" fmla="*/ 741496 h 897806"/>
                <a:gd name="connsiteX24" fmla="*/ 718701 w 732845"/>
                <a:gd name="connsiteY24" fmla="*/ 775632 h 897806"/>
                <a:gd name="connsiteX25" fmla="*/ 610662 w 732845"/>
                <a:gd name="connsiteY25" fmla="*/ 883662 h 897806"/>
                <a:gd name="connsiteX26" fmla="*/ 576535 w 732845"/>
                <a:gd name="connsiteY26" fmla="*/ 897806 h 89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32845" h="897806">
                  <a:moveTo>
                    <a:pt x="576535" y="897806"/>
                  </a:moveTo>
                  <a:lnTo>
                    <a:pt x="48263" y="897806"/>
                  </a:lnTo>
                  <a:cubicBezTo>
                    <a:pt x="21654" y="897806"/>
                    <a:pt x="0" y="876161"/>
                    <a:pt x="0" y="849543"/>
                  </a:cubicBezTo>
                  <a:lnTo>
                    <a:pt x="0" y="48263"/>
                  </a:lnTo>
                  <a:cubicBezTo>
                    <a:pt x="0" y="21654"/>
                    <a:pt x="21654" y="0"/>
                    <a:pt x="48263" y="0"/>
                  </a:cubicBezTo>
                  <a:lnTo>
                    <a:pt x="178325" y="0"/>
                  </a:lnTo>
                  <a:cubicBezTo>
                    <a:pt x="187789" y="0"/>
                    <a:pt x="195470" y="7673"/>
                    <a:pt x="195470" y="17145"/>
                  </a:cubicBezTo>
                  <a:cubicBezTo>
                    <a:pt x="195470" y="26609"/>
                    <a:pt x="187789" y="34290"/>
                    <a:pt x="178325" y="34290"/>
                  </a:cubicBezTo>
                  <a:lnTo>
                    <a:pt x="48263" y="34290"/>
                  </a:lnTo>
                  <a:cubicBezTo>
                    <a:pt x="40556" y="34290"/>
                    <a:pt x="34290" y="40557"/>
                    <a:pt x="34290" y="48263"/>
                  </a:cubicBezTo>
                  <a:lnTo>
                    <a:pt x="34290" y="849543"/>
                  </a:lnTo>
                  <a:cubicBezTo>
                    <a:pt x="34290" y="857241"/>
                    <a:pt x="40565" y="863516"/>
                    <a:pt x="48263" y="863516"/>
                  </a:cubicBezTo>
                  <a:lnTo>
                    <a:pt x="576535" y="863516"/>
                  </a:lnTo>
                  <a:cubicBezTo>
                    <a:pt x="580264" y="863516"/>
                    <a:pt x="583779" y="862059"/>
                    <a:pt x="586419" y="859419"/>
                  </a:cubicBezTo>
                  <a:lnTo>
                    <a:pt x="694458" y="751380"/>
                  </a:lnTo>
                  <a:cubicBezTo>
                    <a:pt x="697064" y="748774"/>
                    <a:pt x="698556" y="745173"/>
                    <a:pt x="698556" y="741496"/>
                  </a:cubicBezTo>
                  <a:lnTo>
                    <a:pt x="698556" y="48263"/>
                  </a:lnTo>
                  <a:cubicBezTo>
                    <a:pt x="698556" y="40565"/>
                    <a:pt x="692281" y="34290"/>
                    <a:pt x="684583" y="34290"/>
                  </a:cubicBezTo>
                  <a:lnTo>
                    <a:pt x="554521" y="34290"/>
                  </a:lnTo>
                  <a:cubicBezTo>
                    <a:pt x="545057" y="34290"/>
                    <a:pt x="537376" y="26609"/>
                    <a:pt x="537376" y="17145"/>
                  </a:cubicBezTo>
                  <a:cubicBezTo>
                    <a:pt x="537376" y="7673"/>
                    <a:pt x="545057" y="0"/>
                    <a:pt x="554521" y="0"/>
                  </a:cubicBezTo>
                  <a:lnTo>
                    <a:pt x="684583" y="0"/>
                  </a:lnTo>
                  <a:cubicBezTo>
                    <a:pt x="711200" y="0"/>
                    <a:pt x="732846" y="21646"/>
                    <a:pt x="732846" y="48263"/>
                  </a:cubicBezTo>
                  <a:lnTo>
                    <a:pt x="732846" y="741496"/>
                  </a:lnTo>
                  <a:cubicBezTo>
                    <a:pt x="732846" y="754397"/>
                    <a:pt x="727822" y="766519"/>
                    <a:pt x="718701" y="775632"/>
                  </a:cubicBezTo>
                  <a:lnTo>
                    <a:pt x="610662" y="883662"/>
                  </a:lnTo>
                  <a:cubicBezTo>
                    <a:pt x="601549" y="892783"/>
                    <a:pt x="589428" y="897806"/>
                    <a:pt x="576535" y="897806"/>
                  </a:cubicBezTo>
                  <a:close/>
                </a:path>
              </a:pathLst>
            </a:custGeom>
            <a:grpFill/>
            <a:ln w="8572" cap="flat">
              <a:noFill/>
              <a:prstDash val="solid"/>
              <a:miter/>
            </a:ln>
          </p:spPr>
          <p:txBody>
            <a:bodyPr rtlCol="0" anchor="ctr"/>
            <a:lstStyle/>
            <a:p>
              <a:endParaRPr lang="zh-CN" altLang="en-US"/>
            </a:p>
          </p:txBody>
        </p:sp>
        <p:sp>
          <p:nvSpPr>
            <p:cNvPr id="63" name="任意多边形: 形状 62">
              <a:extLst>
                <a:ext uri="{FF2B5EF4-FFF2-40B4-BE49-F238E27FC236}">
                  <a16:creationId xmlns:a16="http://schemas.microsoft.com/office/drawing/2014/main" id="{34BBC4B1-414C-77A6-F81F-609E22E74DE2}"/>
                </a:ext>
              </a:extLst>
            </p:cNvPr>
            <p:cNvSpPr/>
            <p:nvPr/>
          </p:nvSpPr>
          <p:spPr>
            <a:xfrm>
              <a:off x="1408478" y="4659110"/>
              <a:ext cx="154450" cy="154450"/>
            </a:xfrm>
            <a:custGeom>
              <a:avLst/>
              <a:gdLst>
                <a:gd name="connsiteX0" fmla="*/ 17145 w 154450"/>
                <a:gd name="connsiteY0" fmla="*/ 154451 h 154450"/>
                <a:gd name="connsiteX1" fmla="*/ 0 w 154450"/>
                <a:gd name="connsiteY1" fmla="*/ 137306 h 154450"/>
                <a:gd name="connsiteX2" fmla="*/ 0 w 154450"/>
                <a:gd name="connsiteY2" fmla="*/ 48263 h 154450"/>
                <a:gd name="connsiteX3" fmla="*/ 48263 w 154450"/>
                <a:gd name="connsiteY3" fmla="*/ 0 h 154450"/>
                <a:gd name="connsiteX4" fmla="*/ 137306 w 154450"/>
                <a:gd name="connsiteY4" fmla="*/ 0 h 154450"/>
                <a:gd name="connsiteX5" fmla="*/ 154451 w 154450"/>
                <a:gd name="connsiteY5" fmla="*/ 17145 h 154450"/>
                <a:gd name="connsiteX6" fmla="*/ 137306 w 154450"/>
                <a:gd name="connsiteY6" fmla="*/ 34290 h 154450"/>
                <a:gd name="connsiteX7" fmla="*/ 48263 w 154450"/>
                <a:gd name="connsiteY7" fmla="*/ 34290 h 154450"/>
                <a:gd name="connsiteX8" fmla="*/ 34290 w 154450"/>
                <a:gd name="connsiteY8" fmla="*/ 48263 h 154450"/>
                <a:gd name="connsiteX9" fmla="*/ 34290 w 154450"/>
                <a:gd name="connsiteY9" fmla="*/ 137306 h 154450"/>
                <a:gd name="connsiteX10" fmla="*/ 17145 w 154450"/>
                <a:gd name="connsiteY10" fmla="*/ 154451 h 15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50" h="154450">
                  <a:moveTo>
                    <a:pt x="17145" y="154451"/>
                  </a:moveTo>
                  <a:cubicBezTo>
                    <a:pt x="7681" y="154451"/>
                    <a:pt x="0" y="146770"/>
                    <a:pt x="0" y="137306"/>
                  </a:cubicBezTo>
                  <a:lnTo>
                    <a:pt x="0" y="48263"/>
                  </a:lnTo>
                  <a:cubicBezTo>
                    <a:pt x="0" y="21654"/>
                    <a:pt x="21646" y="0"/>
                    <a:pt x="48263" y="0"/>
                  </a:cubicBezTo>
                  <a:lnTo>
                    <a:pt x="137306" y="0"/>
                  </a:lnTo>
                  <a:cubicBezTo>
                    <a:pt x="146770" y="0"/>
                    <a:pt x="154451" y="7681"/>
                    <a:pt x="154451" y="17145"/>
                  </a:cubicBezTo>
                  <a:cubicBezTo>
                    <a:pt x="154451" y="26609"/>
                    <a:pt x="146770" y="34290"/>
                    <a:pt x="137306" y="34290"/>
                  </a:cubicBezTo>
                  <a:lnTo>
                    <a:pt x="48263" y="34290"/>
                  </a:lnTo>
                  <a:cubicBezTo>
                    <a:pt x="40556" y="34290"/>
                    <a:pt x="34290" y="40565"/>
                    <a:pt x="34290" y="48263"/>
                  </a:cubicBezTo>
                  <a:lnTo>
                    <a:pt x="34290" y="137306"/>
                  </a:lnTo>
                  <a:cubicBezTo>
                    <a:pt x="34290" y="146770"/>
                    <a:pt x="26617" y="154451"/>
                    <a:pt x="17145" y="154451"/>
                  </a:cubicBezTo>
                  <a:close/>
                </a:path>
              </a:pathLst>
            </a:custGeom>
            <a:grpFill/>
            <a:ln w="8572" cap="flat">
              <a:noFill/>
              <a:prstDash val="solid"/>
              <a:miter/>
            </a:ln>
          </p:spPr>
          <p:txBody>
            <a:bodyPr rtlCol="0" anchor="ctr"/>
            <a:lstStyle/>
            <a:p>
              <a:endParaRPr lang="zh-CN" altLang="en-US"/>
            </a:p>
          </p:txBody>
        </p:sp>
        <p:sp>
          <p:nvSpPr>
            <p:cNvPr id="64" name="任意多边形: 形状 63">
              <a:extLst>
                <a:ext uri="{FF2B5EF4-FFF2-40B4-BE49-F238E27FC236}">
                  <a16:creationId xmlns:a16="http://schemas.microsoft.com/office/drawing/2014/main" id="{B410DFC3-D621-D8E2-5A5E-971BBC3193EA}"/>
                </a:ext>
              </a:extLst>
            </p:cNvPr>
            <p:cNvSpPr/>
            <p:nvPr/>
          </p:nvSpPr>
          <p:spPr>
            <a:xfrm>
              <a:off x="1139807" y="3929848"/>
              <a:ext cx="125621" cy="8572"/>
            </a:xfrm>
            <a:custGeom>
              <a:avLst/>
              <a:gdLst>
                <a:gd name="connsiteX0" fmla="*/ 0 w 125621"/>
                <a:gd name="connsiteY0" fmla="*/ 0 h 8572"/>
                <a:gd name="connsiteX1" fmla="*/ 125621 w 125621"/>
                <a:gd name="connsiteY1" fmla="*/ 0 h 8572"/>
              </a:gdLst>
              <a:ahLst/>
              <a:cxnLst>
                <a:cxn ang="0">
                  <a:pos x="connsiteX0" y="connsiteY0"/>
                </a:cxn>
                <a:cxn ang="0">
                  <a:pos x="connsiteX1" y="connsiteY1"/>
                </a:cxn>
              </a:cxnLst>
              <a:rect l="l" t="t" r="r" b="b"/>
              <a:pathLst>
                <a:path w="125621" h="8572">
                  <a:moveTo>
                    <a:pt x="0" y="0"/>
                  </a:moveTo>
                  <a:lnTo>
                    <a:pt x="125621" y="0"/>
                  </a:lnTo>
                </a:path>
              </a:pathLst>
            </a:custGeom>
            <a:grpFill/>
            <a:ln w="8572" cap="flat">
              <a:noFill/>
              <a:prstDash val="solid"/>
              <a:miter/>
            </a:ln>
          </p:spPr>
          <p:txBody>
            <a:bodyPr rtlCol="0" anchor="ctr"/>
            <a:lstStyle/>
            <a:p>
              <a:endParaRPr lang="zh-CN" altLang="en-US"/>
            </a:p>
          </p:txBody>
        </p:sp>
        <p:grpSp>
          <p:nvGrpSpPr>
            <p:cNvPr id="65" name="图形 2">
              <a:extLst>
                <a:ext uri="{FF2B5EF4-FFF2-40B4-BE49-F238E27FC236}">
                  <a16:creationId xmlns:a16="http://schemas.microsoft.com/office/drawing/2014/main" id="{6ADC9C6A-852A-599D-BF83-37C39794D389}"/>
                </a:ext>
              </a:extLst>
            </p:cNvPr>
            <p:cNvGrpSpPr/>
            <p:nvPr/>
          </p:nvGrpSpPr>
          <p:grpSpPr>
            <a:xfrm>
              <a:off x="1053910" y="3874444"/>
              <a:ext cx="297414" cy="125072"/>
              <a:chOff x="5090042" y="3874444"/>
              <a:chExt cx="297414" cy="125072"/>
            </a:xfrm>
            <a:grpFill/>
          </p:grpSpPr>
          <p:grpSp>
            <p:nvGrpSpPr>
              <p:cNvPr id="76" name="图形 2">
                <a:extLst>
                  <a:ext uri="{FF2B5EF4-FFF2-40B4-BE49-F238E27FC236}">
                    <a16:creationId xmlns:a16="http://schemas.microsoft.com/office/drawing/2014/main" id="{1360CE44-7DB2-CF42-52F7-996E40507A08}"/>
                  </a:ext>
                </a:extLst>
              </p:cNvPr>
              <p:cNvGrpSpPr/>
              <p:nvPr/>
            </p:nvGrpSpPr>
            <p:grpSpPr>
              <a:xfrm>
                <a:off x="5090042" y="3874444"/>
                <a:ext cx="297414" cy="125072"/>
                <a:chOff x="5090042" y="3874444"/>
                <a:chExt cx="297414" cy="125072"/>
              </a:xfrm>
              <a:grpFill/>
            </p:grpSpPr>
            <p:sp>
              <p:nvSpPr>
                <p:cNvPr id="80" name="任意多边形: 形状 79">
                  <a:extLst>
                    <a:ext uri="{FF2B5EF4-FFF2-40B4-BE49-F238E27FC236}">
                      <a16:creationId xmlns:a16="http://schemas.microsoft.com/office/drawing/2014/main" id="{E9AC1709-F4B2-1EA8-F9C7-CF1D234AE322}"/>
                    </a:ext>
                  </a:extLst>
                </p:cNvPr>
                <p:cNvSpPr/>
                <p:nvPr/>
              </p:nvSpPr>
              <p:spPr>
                <a:xfrm>
                  <a:off x="5093506" y="3877916"/>
                  <a:ext cx="290487" cy="118120"/>
                </a:xfrm>
                <a:custGeom>
                  <a:avLst/>
                  <a:gdLst>
                    <a:gd name="connsiteX0" fmla="*/ 264667 w 290487"/>
                    <a:gd name="connsiteY0" fmla="*/ 0 h 118120"/>
                    <a:gd name="connsiteX1" fmla="*/ 229434 w 290487"/>
                    <a:gd name="connsiteY1" fmla="*/ 0 h 118120"/>
                    <a:gd name="connsiteX2" fmla="*/ 229434 w 290487"/>
                    <a:gd name="connsiteY2" fmla="*/ 51932 h 118120"/>
                    <a:gd name="connsiteX3" fmla="*/ 208046 w 290487"/>
                    <a:gd name="connsiteY3" fmla="*/ 73321 h 118120"/>
                    <a:gd name="connsiteX4" fmla="*/ 82433 w 290487"/>
                    <a:gd name="connsiteY4" fmla="*/ 73321 h 118120"/>
                    <a:gd name="connsiteX5" fmla="*/ 61053 w 290487"/>
                    <a:gd name="connsiteY5" fmla="*/ 51932 h 118120"/>
                    <a:gd name="connsiteX6" fmla="*/ 61053 w 290487"/>
                    <a:gd name="connsiteY6" fmla="*/ 0 h 118120"/>
                    <a:gd name="connsiteX7" fmla="*/ 25820 w 290487"/>
                    <a:gd name="connsiteY7" fmla="*/ 0 h 118120"/>
                    <a:gd name="connsiteX8" fmla="*/ 0 w 290487"/>
                    <a:gd name="connsiteY8" fmla="*/ 25820 h 118120"/>
                    <a:gd name="connsiteX9" fmla="*/ 0 w 290487"/>
                    <a:gd name="connsiteY9" fmla="*/ 92300 h 118120"/>
                    <a:gd name="connsiteX10" fmla="*/ 25820 w 290487"/>
                    <a:gd name="connsiteY10" fmla="*/ 118120 h 118120"/>
                    <a:gd name="connsiteX11" fmla="*/ 264667 w 290487"/>
                    <a:gd name="connsiteY11" fmla="*/ 118120 h 118120"/>
                    <a:gd name="connsiteX12" fmla="*/ 290488 w 290487"/>
                    <a:gd name="connsiteY12" fmla="*/ 92300 h 118120"/>
                    <a:gd name="connsiteX13" fmla="*/ 290488 w 290487"/>
                    <a:gd name="connsiteY13" fmla="*/ 25820 h 118120"/>
                    <a:gd name="connsiteX14" fmla="*/ 264667 w 290487"/>
                    <a:gd name="connsiteY14" fmla="*/ 0 h 11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487" h="118120">
                      <a:moveTo>
                        <a:pt x="264667" y="0"/>
                      </a:moveTo>
                      <a:lnTo>
                        <a:pt x="229434" y="0"/>
                      </a:lnTo>
                      <a:lnTo>
                        <a:pt x="229434" y="51932"/>
                      </a:lnTo>
                      <a:cubicBezTo>
                        <a:pt x="229434" y="63737"/>
                        <a:pt x="219859" y="73321"/>
                        <a:pt x="208046" y="73321"/>
                      </a:cubicBezTo>
                      <a:lnTo>
                        <a:pt x="82433" y="73321"/>
                      </a:lnTo>
                      <a:cubicBezTo>
                        <a:pt x="70620" y="73321"/>
                        <a:pt x="61053" y="63745"/>
                        <a:pt x="61053" y="51932"/>
                      </a:cubicBezTo>
                      <a:lnTo>
                        <a:pt x="61053" y="0"/>
                      </a:lnTo>
                      <a:lnTo>
                        <a:pt x="25820" y="0"/>
                      </a:lnTo>
                      <a:cubicBezTo>
                        <a:pt x="11556" y="0"/>
                        <a:pt x="0" y="11564"/>
                        <a:pt x="0" y="25820"/>
                      </a:cubicBezTo>
                      <a:lnTo>
                        <a:pt x="0" y="92300"/>
                      </a:lnTo>
                      <a:cubicBezTo>
                        <a:pt x="0" y="106565"/>
                        <a:pt x="11564" y="118120"/>
                        <a:pt x="25820" y="118120"/>
                      </a:cubicBezTo>
                      <a:lnTo>
                        <a:pt x="264667" y="118120"/>
                      </a:lnTo>
                      <a:cubicBezTo>
                        <a:pt x="278932" y="118120"/>
                        <a:pt x="290488" y="106556"/>
                        <a:pt x="290488" y="92300"/>
                      </a:cubicBezTo>
                      <a:lnTo>
                        <a:pt x="290488" y="25820"/>
                      </a:lnTo>
                      <a:cubicBezTo>
                        <a:pt x="290488" y="11556"/>
                        <a:pt x="278923" y="0"/>
                        <a:pt x="264667" y="0"/>
                      </a:cubicBezTo>
                      <a:close/>
                    </a:path>
                  </a:pathLst>
                </a:custGeom>
                <a:grpFill/>
                <a:ln w="8572" cap="flat">
                  <a:noFill/>
                  <a:prstDash val="solid"/>
                  <a:miter/>
                </a:ln>
              </p:spPr>
              <p:txBody>
                <a:bodyPr rtlCol="0" anchor="ctr"/>
                <a:lstStyle/>
                <a:p>
                  <a:endParaRPr lang="zh-CN" altLang="en-US"/>
                </a:p>
              </p:txBody>
            </p:sp>
            <p:sp>
              <p:nvSpPr>
                <p:cNvPr id="81" name="任意多边形: 形状 80">
                  <a:extLst>
                    <a:ext uri="{FF2B5EF4-FFF2-40B4-BE49-F238E27FC236}">
                      <a16:creationId xmlns:a16="http://schemas.microsoft.com/office/drawing/2014/main" id="{7C7BAE78-DA1D-35D2-B816-4CD3583C2F03}"/>
                    </a:ext>
                  </a:extLst>
                </p:cNvPr>
                <p:cNvSpPr/>
                <p:nvPr/>
              </p:nvSpPr>
              <p:spPr>
                <a:xfrm>
                  <a:off x="5090042" y="3874444"/>
                  <a:ext cx="297414" cy="125072"/>
                </a:xfrm>
                <a:custGeom>
                  <a:avLst/>
                  <a:gdLst>
                    <a:gd name="connsiteX0" fmla="*/ 268131 w 297414"/>
                    <a:gd name="connsiteY0" fmla="*/ 125073 h 125072"/>
                    <a:gd name="connsiteX1" fmla="*/ 29292 w 297414"/>
                    <a:gd name="connsiteY1" fmla="*/ 125073 h 125072"/>
                    <a:gd name="connsiteX2" fmla="*/ 0 w 297414"/>
                    <a:gd name="connsiteY2" fmla="*/ 95772 h 125072"/>
                    <a:gd name="connsiteX3" fmla="*/ 0 w 297414"/>
                    <a:gd name="connsiteY3" fmla="*/ 29292 h 125072"/>
                    <a:gd name="connsiteX4" fmla="*/ 29292 w 297414"/>
                    <a:gd name="connsiteY4" fmla="*/ 0 h 125072"/>
                    <a:gd name="connsiteX5" fmla="*/ 64516 w 297414"/>
                    <a:gd name="connsiteY5" fmla="*/ 0 h 125072"/>
                    <a:gd name="connsiteX6" fmla="*/ 67988 w 297414"/>
                    <a:gd name="connsiteY6" fmla="*/ 3472 h 125072"/>
                    <a:gd name="connsiteX7" fmla="*/ 67988 w 297414"/>
                    <a:gd name="connsiteY7" fmla="*/ 55404 h 125072"/>
                    <a:gd name="connsiteX8" fmla="*/ 85896 w 297414"/>
                    <a:gd name="connsiteY8" fmla="*/ 73312 h 125072"/>
                    <a:gd name="connsiteX9" fmla="*/ 211509 w 297414"/>
                    <a:gd name="connsiteY9" fmla="*/ 73312 h 125072"/>
                    <a:gd name="connsiteX10" fmla="*/ 229417 w 297414"/>
                    <a:gd name="connsiteY10" fmla="*/ 55404 h 125072"/>
                    <a:gd name="connsiteX11" fmla="*/ 229417 w 297414"/>
                    <a:gd name="connsiteY11" fmla="*/ 3472 h 125072"/>
                    <a:gd name="connsiteX12" fmla="*/ 232889 w 297414"/>
                    <a:gd name="connsiteY12" fmla="*/ 0 h 125072"/>
                    <a:gd name="connsiteX13" fmla="*/ 268122 w 297414"/>
                    <a:gd name="connsiteY13" fmla="*/ 0 h 125072"/>
                    <a:gd name="connsiteX14" fmla="*/ 297414 w 297414"/>
                    <a:gd name="connsiteY14" fmla="*/ 29292 h 125072"/>
                    <a:gd name="connsiteX15" fmla="*/ 297414 w 297414"/>
                    <a:gd name="connsiteY15" fmla="*/ 95772 h 125072"/>
                    <a:gd name="connsiteX16" fmla="*/ 268131 w 297414"/>
                    <a:gd name="connsiteY16" fmla="*/ 125073 h 125072"/>
                    <a:gd name="connsiteX17" fmla="*/ 29284 w 297414"/>
                    <a:gd name="connsiteY17" fmla="*/ 6944 h 125072"/>
                    <a:gd name="connsiteX18" fmla="*/ 6935 w 297414"/>
                    <a:gd name="connsiteY18" fmla="*/ 29284 h 125072"/>
                    <a:gd name="connsiteX19" fmla="*/ 6935 w 297414"/>
                    <a:gd name="connsiteY19" fmla="*/ 95763 h 125072"/>
                    <a:gd name="connsiteX20" fmla="*/ 29284 w 297414"/>
                    <a:gd name="connsiteY20" fmla="*/ 118112 h 125072"/>
                    <a:gd name="connsiteX21" fmla="*/ 268122 w 297414"/>
                    <a:gd name="connsiteY21" fmla="*/ 118112 h 125072"/>
                    <a:gd name="connsiteX22" fmla="*/ 290470 w 297414"/>
                    <a:gd name="connsiteY22" fmla="*/ 95763 h 125072"/>
                    <a:gd name="connsiteX23" fmla="*/ 290470 w 297414"/>
                    <a:gd name="connsiteY23" fmla="*/ 29284 h 125072"/>
                    <a:gd name="connsiteX24" fmla="*/ 268122 w 297414"/>
                    <a:gd name="connsiteY24" fmla="*/ 6944 h 125072"/>
                    <a:gd name="connsiteX25" fmla="*/ 236361 w 297414"/>
                    <a:gd name="connsiteY25" fmla="*/ 6944 h 125072"/>
                    <a:gd name="connsiteX26" fmla="*/ 236361 w 297414"/>
                    <a:gd name="connsiteY26" fmla="*/ 55396 h 125072"/>
                    <a:gd name="connsiteX27" fmla="*/ 211509 w 297414"/>
                    <a:gd name="connsiteY27" fmla="*/ 80247 h 125072"/>
                    <a:gd name="connsiteX28" fmla="*/ 85896 w 297414"/>
                    <a:gd name="connsiteY28" fmla="*/ 80247 h 125072"/>
                    <a:gd name="connsiteX29" fmla="*/ 61036 w 297414"/>
                    <a:gd name="connsiteY29" fmla="*/ 55396 h 125072"/>
                    <a:gd name="connsiteX30" fmla="*/ 61036 w 297414"/>
                    <a:gd name="connsiteY30" fmla="*/ 6944 h 125072"/>
                    <a:gd name="connsiteX31" fmla="*/ 29284 w 297414"/>
                    <a:gd name="connsiteY31" fmla="*/ 6944 h 125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7414" h="125072">
                      <a:moveTo>
                        <a:pt x="268131" y="125073"/>
                      </a:moveTo>
                      <a:lnTo>
                        <a:pt x="29292" y="125073"/>
                      </a:lnTo>
                      <a:cubicBezTo>
                        <a:pt x="13142" y="125073"/>
                        <a:pt x="0" y="111931"/>
                        <a:pt x="0" y="95772"/>
                      </a:cubicBezTo>
                      <a:lnTo>
                        <a:pt x="0" y="29292"/>
                      </a:lnTo>
                      <a:cubicBezTo>
                        <a:pt x="0" y="13142"/>
                        <a:pt x="13142" y="0"/>
                        <a:pt x="29292" y="0"/>
                      </a:cubicBezTo>
                      <a:lnTo>
                        <a:pt x="64516" y="0"/>
                      </a:lnTo>
                      <a:cubicBezTo>
                        <a:pt x="66437" y="0"/>
                        <a:pt x="67988" y="1560"/>
                        <a:pt x="67988" y="3472"/>
                      </a:cubicBezTo>
                      <a:lnTo>
                        <a:pt x="67988" y="55404"/>
                      </a:lnTo>
                      <a:cubicBezTo>
                        <a:pt x="67988" y="65271"/>
                        <a:pt x="76021" y="73312"/>
                        <a:pt x="85896" y="73312"/>
                      </a:cubicBezTo>
                      <a:lnTo>
                        <a:pt x="211509" y="73312"/>
                      </a:lnTo>
                      <a:cubicBezTo>
                        <a:pt x="221385" y="73312"/>
                        <a:pt x="229417" y="65271"/>
                        <a:pt x="229417" y="55404"/>
                      </a:cubicBezTo>
                      <a:lnTo>
                        <a:pt x="229417" y="3472"/>
                      </a:lnTo>
                      <a:cubicBezTo>
                        <a:pt x="229417" y="1552"/>
                        <a:pt x="230977" y="0"/>
                        <a:pt x="232889" y="0"/>
                      </a:cubicBezTo>
                      <a:lnTo>
                        <a:pt x="268122" y="0"/>
                      </a:lnTo>
                      <a:cubicBezTo>
                        <a:pt x="284273" y="0"/>
                        <a:pt x="297414" y="13142"/>
                        <a:pt x="297414" y="29292"/>
                      </a:cubicBezTo>
                      <a:lnTo>
                        <a:pt x="297414" y="95772"/>
                      </a:lnTo>
                      <a:cubicBezTo>
                        <a:pt x="297423" y="111931"/>
                        <a:pt x="284281" y="125073"/>
                        <a:pt x="268131" y="125073"/>
                      </a:cubicBezTo>
                      <a:close/>
                      <a:moveTo>
                        <a:pt x="29284" y="6944"/>
                      </a:moveTo>
                      <a:cubicBezTo>
                        <a:pt x="16956" y="6944"/>
                        <a:pt x="6935" y="16965"/>
                        <a:pt x="6935" y="29284"/>
                      </a:cubicBezTo>
                      <a:lnTo>
                        <a:pt x="6935" y="95763"/>
                      </a:lnTo>
                      <a:cubicBezTo>
                        <a:pt x="6935" y="108091"/>
                        <a:pt x="16956" y="118112"/>
                        <a:pt x="29284" y="118112"/>
                      </a:cubicBezTo>
                      <a:lnTo>
                        <a:pt x="268122" y="118112"/>
                      </a:lnTo>
                      <a:cubicBezTo>
                        <a:pt x="280449" y="118112"/>
                        <a:pt x="290470" y="108082"/>
                        <a:pt x="290470" y="95763"/>
                      </a:cubicBezTo>
                      <a:lnTo>
                        <a:pt x="290470" y="29284"/>
                      </a:lnTo>
                      <a:cubicBezTo>
                        <a:pt x="290470" y="16956"/>
                        <a:pt x="280449" y="6944"/>
                        <a:pt x="268122" y="6944"/>
                      </a:cubicBezTo>
                      <a:lnTo>
                        <a:pt x="236361" y="6944"/>
                      </a:lnTo>
                      <a:lnTo>
                        <a:pt x="236361" y="55396"/>
                      </a:lnTo>
                      <a:cubicBezTo>
                        <a:pt x="236361" y="69103"/>
                        <a:pt x="225208" y="80247"/>
                        <a:pt x="211509" y="80247"/>
                      </a:cubicBezTo>
                      <a:lnTo>
                        <a:pt x="85896" y="80247"/>
                      </a:lnTo>
                      <a:cubicBezTo>
                        <a:pt x="72189" y="80247"/>
                        <a:pt x="61036" y="69094"/>
                        <a:pt x="61036" y="55396"/>
                      </a:cubicBezTo>
                      <a:lnTo>
                        <a:pt x="61036" y="6944"/>
                      </a:lnTo>
                      <a:lnTo>
                        <a:pt x="29284" y="6944"/>
                      </a:lnTo>
                      <a:close/>
                    </a:path>
                  </a:pathLst>
                </a:custGeom>
                <a:grpFill/>
                <a:ln w="8572" cap="flat">
                  <a:noFill/>
                  <a:prstDash val="solid"/>
                  <a:miter/>
                </a:ln>
              </p:spPr>
              <p:txBody>
                <a:bodyPr rtlCol="0" anchor="ctr"/>
                <a:lstStyle/>
                <a:p>
                  <a:endParaRPr lang="zh-CN" altLang="en-US"/>
                </a:p>
              </p:txBody>
            </p:sp>
          </p:grpSp>
          <p:grpSp>
            <p:nvGrpSpPr>
              <p:cNvPr id="77" name="图形 2">
                <a:extLst>
                  <a:ext uri="{FF2B5EF4-FFF2-40B4-BE49-F238E27FC236}">
                    <a16:creationId xmlns:a16="http://schemas.microsoft.com/office/drawing/2014/main" id="{36DE68AA-9158-01DC-7992-68D5611D1A68}"/>
                  </a:ext>
                </a:extLst>
              </p:cNvPr>
              <p:cNvGrpSpPr/>
              <p:nvPr/>
            </p:nvGrpSpPr>
            <p:grpSpPr>
              <a:xfrm>
                <a:off x="5193855" y="3874444"/>
                <a:ext cx="89788" cy="37496"/>
                <a:chOff x="5193855" y="3874444"/>
                <a:chExt cx="89788" cy="37496"/>
              </a:xfrm>
              <a:grpFill/>
            </p:grpSpPr>
            <p:sp>
              <p:nvSpPr>
                <p:cNvPr id="78" name="任意多边形: 形状 77">
                  <a:extLst>
                    <a:ext uri="{FF2B5EF4-FFF2-40B4-BE49-F238E27FC236}">
                      <a16:creationId xmlns:a16="http://schemas.microsoft.com/office/drawing/2014/main" id="{00D89865-537E-AAB1-6638-CA1513E2DE87}"/>
                    </a:ext>
                  </a:extLst>
                </p:cNvPr>
                <p:cNvSpPr/>
                <p:nvPr/>
              </p:nvSpPr>
              <p:spPr>
                <a:xfrm>
                  <a:off x="5197327" y="3877916"/>
                  <a:ext cx="82844" cy="30543"/>
                </a:xfrm>
                <a:custGeom>
                  <a:avLst/>
                  <a:gdLst>
                    <a:gd name="connsiteX0" fmla="*/ 0 w 82844"/>
                    <a:gd name="connsiteY0" fmla="*/ 0 h 30543"/>
                    <a:gd name="connsiteX1" fmla="*/ 82845 w 82844"/>
                    <a:gd name="connsiteY1" fmla="*/ 0 h 30543"/>
                    <a:gd name="connsiteX2" fmla="*/ 82845 w 82844"/>
                    <a:gd name="connsiteY2" fmla="*/ 30544 h 30543"/>
                    <a:gd name="connsiteX3" fmla="*/ 0 w 82844"/>
                    <a:gd name="connsiteY3" fmla="*/ 30544 h 30543"/>
                  </a:gdLst>
                  <a:ahLst/>
                  <a:cxnLst>
                    <a:cxn ang="0">
                      <a:pos x="connsiteX0" y="connsiteY0"/>
                    </a:cxn>
                    <a:cxn ang="0">
                      <a:pos x="connsiteX1" y="connsiteY1"/>
                    </a:cxn>
                    <a:cxn ang="0">
                      <a:pos x="connsiteX2" y="connsiteY2"/>
                    </a:cxn>
                    <a:cxn ang="0">
                      <a:pos x="connsiteX3" y="connsiteY3"/>
                    </a:cxn>
                  </a:cxnLst>
                  <a:rect l="l" t="t" r="r" b="b"/>
                  <a:pathLst>
                    <a:path w="82844" h="30543">
                      <a:moveTo>
                        <a:pt x="0" y="0"/>
                      </a:moveTo>
                      <a:lnTo>
                        <a:pt x="82845" y="0"/>
                      </a:lnTo>
                      <a:lnTo>
                        <a:pt x="82845" y="30544"/>
                      </a:lnTo>
                      <a:lnTo>
                        <a:pt x="0" y="30544"/>
                      </a:lnTo>
                      <a:close/>
                    </a:path>
                  </a:pathLst>
                </a:custGeom>
                <a:grpFill/>
                <a:ln w="8572"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9A6DB5CE-D80D-F8B3-7DA7-34DE9FB40C46}"/>
                    </a:ext>
                  </a:extLst>
                </p:cNvPr>
                <p:cNvSpPr/>
                <p:nvPr/>
              </p:nvSpPr>
              <p:spPr>
                <a:xfrm>
                  <a:off x="5193855" y="3874444"/>
                  <a:ext cx="89788" cy="37496"/>
                </a:xfrm>
                <a:custGeom>
                  <a:avLst/>
                  <a:gdLst>
                    <a:gd name="connsiteX0" fmla="*/ 86317 w 89788"/>
                    <a:gd name="connsiteY0" fmla="*/ 37496 h 37496"/>
                    <a:gd name="connsiteX1" fmla="*/ 3472 w 89788"/>
                    <a:gd name="connsiteY1" fmla="*/ 37496 h 37496"/>
                    <a:gd name="connsiteX2" fmla="*/ 0 w 89788"/>
                    <a:gd name="connsiteY2" fmla="*/ 34024 h 37496"/>
                    <a:gd name="connsiteX3" fmla="*/ 0 w 89788"/>
                    <a:gd name="connsiteY3" fmla="*/ 3472 h 37496"/>
                    <a:gd name="connsiteX4" fmla="*/ 3472 w 89788"/>
                    <a:gd name="connsiteY4" fmla="*/ 0 h 37496"/>
                    <a:gd name="connsiteX5" fmla="*/ 86317 w 89788"/>
                    <a:gd name="connsiteY5" fmla="*/ 0 h 37496"/>
                    <a:gd name="connsiteX6" fmla="*/ 89788 w 89788"/>
                    <a:gd name="connsiteY6" fmla="*/ 3472 h 37496"/>
                    <a:gd name="connsiteX7" fmla="*/ 89788 w 89788"/>
                    <a:gd name="connsiteY7" fmla="*/ 34024 h 37496"/>
                    <a:gd name="connsiteX8" fmla="*/ 86317 w 89788"/>
                    <a:gd name="connsiteY8" fmla="*/ 37496 h 37496"/>
                    <a:gd name="connsiteX9" fmla="*/ 6944 w 89788"/>
                    <a:gd name="connsiteY9" fmla="*/ 30544 h 37496"/>
                    <a:gd name="connsiteX10" fmla="*/ 82845 w 89788"/>
                    <a:gd name="connsiteY10" fmla="*/ 30544 h 37496"/>
                    <a:gd name="connsiteX11" fmla="*/ 82845 w 89788"/>
                    <a:gd name="connsiteY11" fmla="*/ 6944 h 37496"/>
                    <a:gd name="connsiteX12" fmla="*/ 6944 w 89788"/>
                    <a:gd name="connsiteY12" fmla="*/ 6944 h 37496"/>
                    <a:gd name="connsiteX13" fmla="*/ 6944 w 89788"/>
                    <a:gd name="connsiteY13" fmla="*/ 30544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788" h="37496">
                      <a:moveTo>
                        <a:pt x="86317" y="37496"/>
                      </a:moveTo>
                      <a:lnTo>
                        <a:pt x="3472" y="37496"/>
                      </a:lnTo>
                      <a:cubicBezTo>
                        <a:pt x="1552" y="37496"/>
                        <a:pt x="0" y="35936"/>
                        <a:pt x="0" y="34024"/>
                      </a:cubicBezTo>
                      <a:lnTo>
                        <a:pt x="0" y="3472"/>
                      </a:lnTo>
                      <a:cubicBezTo>
                        <a:pt x="0" y="1552"/>
                        <a:pt x="1560" y="0"/>
                        <a:pt x="3472" y="0"/>
                      </a:cubicBezTo>
                      <a:lnTo>
                        <a:pt x="86317" y="0"/>
                      </a:lnTo>
                      <a:cubicBezTo>
                        <a:pt x="88237" y="0"/>
                        <a:pt x="89788" y="1560"/>
                        <a:pt x="89788" y="3472"/>
                      </a:cubicBezTo>
                      <a:lnTo>
                        <a:pt x="89788" y="34024"/>
                      </a:lnTo>
                      <a:cubicBezTo>
                        <a:pt x="89788" y="35936"/>
                        <a:pt x="88237" y="37496"/>
                        <a:pt x="86317" y="37496"/>
                      </a:cubicBezTo>
                      <a:close/>
                      <a:moveTo>
                        <a:pt x="6944" y="30544"/>
                      </a:moveTo>
                      <a:lnTo>
                        <a:pt x="82845" y="30544"/>
                      </a:lnTo>
                      <a:lnTo>
                        <a:pt x="82845" y="6944"/>
                      </a:lnTo>
                      <a:lnTo>
                        <a:pt x="6944" y="6944"/>
                      </a:lnTo>
                      <a:lnTo>
                        <a:pt x="6944" y="30544"/>
                      </a:lnTo>
                      <a:close/>
                    </a:path>
                  </a:pathLst>
                </a:custGeom>
                <a:grpFill/>
                <a:ln w="8572" cap="flat">
                  <a:noFill/>
                  <a:prstDash val="solid"/>
                  <a:miter/>
                </a:ln>
              </p:spPr>
              <p:txBody>
                <a:bodyPr rtlCol="0" anchor="ctr"/>
                <a:lstStyle/>
                <a:p>
                  <a:endParaRPr lang="zh-CN" altLang="en-US"/>
                </a:p>
              </p:txBody>
            </p:sp>
          </p:grpSp>
        </p:grpSp>
        <p:sp>
          <p:nvSpPr>
            <p:cNvPr id="66" name="任意多边形: 形状 65">
              <a:extLst>
                <a:ext uri="{FF2B5EF4-FFF2-40B4-BE49-F238E27FC236}">
                  <a16:creationId xmlns:a16="http://schemas.microsoft.com/office/drawing/2014/main" id="{E1D2C051-C309-118B-C601-55ACABA7430B}"/>
                </a:ext>
              </a:extLst>
            </p:cNvPr>
            <p:cNvSpPr/>
            <p:nvPr/>
          </p:nvSpPr>
          <p:spPr>
            <a:xfrm>
              <a:off x="1139807" y="3769979"/>
              <a:ext cx="125612" cy="159868"/>
            </a:xfrm>
            <a:custGeom>
              <a:avLst/>
              <a:gdLst>
                <a:gd name="connsiteX0" fmla="*/ 62811 w 125612"/>
                <a:gd name="connsiteY0" fmla="*/ 0 h 159868"/>
                <a:gd name="connsiteX1" fmla="*/ 0 w 125612"/>
                <a:gd name="connsiteY1" fmla="*/ 62802 h 159868"/>
                <a:gd name="connsiteX2" fmla="*/ 0 w 125612"/>
                <a:gd name="connsiteY2" fmla="*/ 159868 h 159868"/>
                <a:gd name="connsiteX3" fmla="*/ 125613 w 125612"/>
                <a:gd name="connsiteY3" fmla="*/ 159868 h 159868"/>
                <a:gd name="connsiteX4" fmla="*/ 125613 w 125612"/>
                <a:gd name="connsiteY4" fmla="*/ 62802 h 159868"/>
                <a:gd name="connsiteX5" fmla="*/ 62811 w 125612"/>
                <a:gd name="connsiteY5" fmla="*/ 0 h 159868"/>
                <a:gd name="connsiteX6" fmla="*/ 62811 w 125612"/>
                <a:gd name="connsiteY6" fmla="*/ 105596 h 159868"/>
                <a:gd name="connsiteX7" fmla="*/ 37145 w 125612"/>
                <a:gd name="connsiteY7" fmla="*/ 79930 h 159868"/>
                <a:gd name="connsiteX8" fmla="*/ 62811 w 125612"/>
                <a:gd name="connsiteY8" fmla="*/ 54264 h 159868"/>
                <a:gd name="connsiteX9" fmla="*/ 88477 w 125612"/>
                <a:gd name="connsiteY9" fmla="*/ 79930 h 159868"/>
                <a:gd name="connsiteX10" fmla="*/ 62811 w 125612"/>
                <a:gd name="connsiteY10" fmla="*/ 105596 h 1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612" h="159868">
                  <a:moveTo>
                    <a:pt x="62811" y="0"/>
                  </a:moveTo>
                  <a:cubicBezTo>
                    <a:pt x="28126" y="0"/>
                    <a:pt x="0" y="28118"/>
                    <a:pt x="0" y="62802"/>
                  </a:cubicBezTo>
                  <a:lnTo>
                    <a:pt x="0" y="159868"/>
                  </a:lnTo>
                  <a:lnTo>
                    <a:pt x="125613" y="159868"/>
                  </a:lnTo>
                  <a:lnTo>
                    <a:pt x="125613" y="62802"/>
                  </a:lnTo>
                  <a:cubicBezTo>
                    <a:pt x="125613" y="28118"/>
                    <a:pt x="97495" y="0"/>
                    <a:pt x="62811" y="0"/>
                  </a:cubicBezTo>
                  <a:close/>
                  <a:moveTo>
                    <a:pt x="62811" y="105596"/>
                  </a:moveTo>
                  <a:cubicBezTo>
                    <a:pt x="48632" y="105596"/>
                    <a:pt x="37145" y="94100"/>
                    <a:pt x="37145" y="79930"/>
                  </a:cubicBezTo>
                  <a:cubicBezTo>
                    <a:pt x="37145" y="65751"/>
                    <a:pt x="48640" y="54264"/>
                    <a:pt x="62811" y="54264"/>
                  </a:cubicBezTo>
                  <a:cubicBezTo>
                    <a:pt x="76981" y="54264"/>
                    <a:pt x="88477" y="65760"/>
                    <a:pt x="88477" y="79930"/>
                  </a:cubicBezTo>
                  <a:cubicBezTo>
                    <a:pt x="88477" y="94109"/>
                    <a:pt x="76990" y="105596"/>
                    <a:pt x="62811" y="105596"/>
                  </a:cubicBezTo>
                  <a:close/>
                </a:path>
              </a:pathLst>
            </a:custGeom>
            <a:grpFill/>
            <a:ln w="8572" cap="flat">
              <a:noFill/>
              <a:prstDash val="solid"/>
              <a:miter/>
            </a:ln>
          </p:spPr>
          <p:txBody>
            <a:bodyPr rtlCol="0" anchor="ctr"/>
            <a:lstStyle/>
            <a:p>
              <a:endParaRPr lang="zh-CN" altLang="en-US"/>
            </a:p>
          </p:txBody>
        </p:sp>
        <p:sp>
          <p:nvSpPr>
            <p:cNvPr id="67" name="任意多边形: 形状 66">
              <a:extLst>
                <a:ext uri="{FF2B5EF4-FFF2-40B4-BE49-F238E27FC236}">
                  <a16:creationId xmlns:a16="http://schemas.microsoft.com/office/drawing/2014/main" id="{5EFC59C1-9092-3FED-4329-CD06B576215B}"/>
                </a:ext>
              </a:extLst>
            </p:cNvPr>
            <p:cNvSpPr/>
            <p:nvPr/>
          </p:nvSpPr>
          <p:spPr>
            <a:xfrm>
              <a:off x="911924" y="4051689"/>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68" name="任意多边形: 形状 67">
              <a:extLst>
                <a:ext uri="{FF2B5EF4-FFF2-40B4-BE49-F238E27FC236}">
                  <a16:creationId xmlns:a16="http://schemas.microsoft.com/office/drawing/2014/main" id="{F5C5E7AD-DD7F-356A-F5DF-BB2301595C9E}"/>
                </a:ext>
              </a:extLst>
            </p:cNvPr>
            <p:cNvSpPr/>
            <p:nvPr/>
          </p:nvSpPr>
          <p:spPr>
            <a:xfrm>
              <a:off x="911924" y="4138074"/>
              <a:ext cx="427647" cy="34290"/>
            </a:xfrm>
            <a:custGeom>
              <a:avLst/>
              <a:gdLst>
                <a:gd name="connsiteX0" fmla="*/ 410503 w 427647"/>
                <a:gd name="connsiteY0" fmla="*/ 34290 h 34290"/>
                <a:gd name="connsiteX1" fmla="*/ 17145 w 427647"/>
                <a:gd name="connsiteY1" fmla="*/ 34290 h 34290"/>
                <a:gd name="connsiteX2" fmla="*/ 0 w 427647"/>
                <a:gd name="connsiteY2" fmla="*/ 17145 h 34290"/>
                <a:gd name="connsiteX3" fmla="*/ 17145 w 427647"/>
                <a:gd name="connsiteY3" fmla="*/ 0 h 34290"/>
                <a:gd name="connsiteX4" fmla="*/ 410503 w 427647"/>
                <a:gd name="connsiteY4" fmla="*/ 0 h 34290"/>
                <a:gd name="connsiteX5" fmla="*/ 427648 w 427647"/>
                <a:gd name="connsiteY5" fmla="*/ 17145 h 34290"/>
                <a:gd name="connsiteX6" fmla="*/ 410503 w 42764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47" h="34290">
                  <a:moveTo>
                    <a:pt x="410503" y="34290"/>
                  </a:moveTo>
                  <a:lnTo>
                    <a:pt x="17145" y="34290"/>
                  </a:lnTo>
                  <a:cubicBezTo>
                    <a:pt x="7681" y="34290"/>
                    <a:pt x="0" y="26609"/>
                    <a:pt x="0" y="17145"/>
                  </a:cubicBezTo>
                  <a:cubicBezTo>
                    <a:pt x="0" y="7681"/>
                    <a:pt x="7681" y="0"/>
                    <a:pt x="17145" y="0"/>
                  </a:cubicBezTo>
                  <a:lnTo>
                    <a:pt x="410503" y="0"/>
                  </a:lnTo>
                  <a:cubicBezTo>
                    <a:pt x="419967" y="0"/>
                    <a:pt x="427648" y="7681"/>
                    <a:pt x="427648" y="17145"/>
                  </a:cubicBezTo>
                  <a:cubicBezTo>
                    <a:pt x="427648" y="26609"/>
                    <a:pt x="419975" y="34290"/>
                    <a:pt x="410503" y="34290"/>
                  </a:cubicBezTo>
                  <a:close/>
                </a:path>
              </a:pathLst>
            </a:custGeom>
            <a:grpFill/>
            <a:ln w="8572"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2D7C73BE-5AD1-1B03-C094-2BA9A87BC054}"/>
                </a:ext>
              </a:extLst>
            </p:cNvPr>
            <p:cNvSpPr/>
            <p:nvPr/>
          </p:nvSpPr>
          <p:spPr>
            <a:xfrm>
              <a:off x="911924" y="4224459"/>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70" name="任意多边形: 形状 69">
              <a:extLst>
                <a:ext uri="{FF2B5EF4-FFF2-40B4-BE49-F238E27FC236}">
                  <a16:creationId xmlns:a16="http://schemas.microsoft.com/office/drawing/2014/main" id="{12AEE4AB-C786-3FB7-DADD-635F9E59B3E3}"/>
                </a:ext>
              </a:extLst>
            </p:cNvPr>
            <p:cNvSpPr/>
            <p:nvPr/>
          </p:nvSpPr>
          <p:spPr>
            <a:xfrm>
              <a:off x="911924" y="431085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18"/>
                    <a:pt x="0" y="17145"/>
                  </a:cubicBezTo>
                  <a:cubicBezTo>
                    <a:pt x="0" y="7681"/>
                    <a:pt x="7681" y="0"/>
                    <a:pt x="17145" y="0"/>
                  </a:cubicBezTo>
                  <a:lnTo>
                    <a:pt x="564242" y="0"/>
                  </a:lnTo>
                  <a:cubicBezTo>
                    <a:pt x="573706" y="0"/>
                    <a:pt x="581387" y="7681"/>
                    <a:pt x="581387" y="17145"/>
                  </a:cubicBezTo>
                  <a:cubicBezTo>
                    <a:pt x="581387" y="26618"/>
                    <a:pt x="573715" y="34290"/>
                    <a:pt x="564242" y="34290"/>
                  </a:cubicBezTo>
                  <a:close/>
                </a:path>
              </a:pathLst>
            </a:custGeom>
            <a:grpFill/>
            <a:ln w="8572" cap="flat">
              <a:noFill/>
              <a:prstDash val="solid"/>
              <a:miter/>
            </a:ln>
          </p:spPr>
          <p:txBody>
            <a:bodyPr rtlCol="0" anchor="ctr"/>
            <a:lstStyle/>
            <a:p>
              <a:endParaRPr lang="zh-CN" altLang="en-US"/>
            </a:p>
          </p:txBody>
        </p:sp>
        <p:sp>
          <p:nvSpPr>
            <p:cNvPr id="71" name="任意多边形: 形状 70">
              <a:extLst>
                <a:ext uri="{FF2B5EF4-FFF2-40B4-BE49-F238E27FC236}">
                  <a16:creationId xmlns:a16="http://schemas.microsoft.com/office/drawing/2014/main" id="{EFC46C60-2514-E4A4-C696-D62DDF2F37ED}"/>
                </a:ext>
              </a:extLst>
            </p:cNvPr>
            <p:cNvSpPr/>
            <p:nvPr/>
          </p:nvSpPr>
          <p:spPr>
            <a:xfrm>
              <a:off x="911924" y="4397238"/>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72"/>
                    <a:pt x="7681" y="0"/>
                    <a:pt x="17145" y="0"/>
                  </a:cubicBezTo>
                  <a:lnTo>
                    <a:pt x="564242" y="0"/>
                  </a:lnTo>
                  <a:cubicBezTo>
                    <a:pt x="573706" y="0"/>
                    <a:pt x="581387" y="7672"/>
                    <a:pt x="581387" y="17145"/>
                  </a:cubicBezTo>
                  <a:cubicBezTo>
                    <a:pt x="581387" y="26617"/>
                    <a:pt x="573715" y="34290"/>
                    <a:pt x="564242" y="34290"/>
                  </a:cubicBezTo>
                  <a:close/>
                </a:path>
              </a:pathLst>
            </a:custGeom>
            <a:grpFill/>
            <a:ln w="8572" cap="flat">
              <a:noFill/>
              <a:prstDash val="solid"/>
              <a:miter/>
            </a:ln>
          </p:spPr>
          <p:txBody>
            <a:bodyPr rtlCol="0" anchor="ctr"/>
            <a:lstStyle/>
            <a:p>
              <a:endParaRPr lang="zh-CN" altLang="en-US"/>
            </a:p>
          </p:txBody>
        </p:sp>
        <p:sp>
          <p:nvSpPr>
            <p:cNvPr id="72" name="任意多边形: 形状 71">
              <a:extLst>
                <a:ext uri="{FF2B5EF4-FFF2-40B4-BE49-F238E27FC236}">
                  <a16:creationId xmlns:a16="http://schemas.microsoft.com/office/drawing/2014/main" id="{BC7E04EC-313F-21E7-D25E-EB757C5D003D}"/>
                </a:ext>
              </a:extLst>
            </p:cNvPr>
            <p:cNvSpPr/>
            <p:nvPr/>
          </p:nvSpPr>
          <p:spPr>
            <a:xfrm>
              <a:off x="911924" y="4483623"/>
              <a:ext cx="581387" cy="34290"/>
            </a:xfrm>
            <a:custGeom>
              <a:avLst/>
              <a:gdLst>
                <a:gd name="connsiteX0" fmla="*/ 564242 w 581387"/>
                <a:gd name="connsiteY0" fmla="*/ 34290 h 34290"/>
                <a:gd name="connsiteX1" fmla="*/ 17145 w 581387"/>
                <a:gd name="connsiteY1" fmla="*/ 34290 h 34290"/>
                <a:gd name="connsiteX2" fmla="*/ 0 w 581387"/>
                <a:gd name="connsiteY2" fmla="*/ 17145 h 34290"/>
                <a:gd name="connsiteX3" fmla="*/ 17145 w 581387"/>
                <a:gd name="connsiteY3" fmla="*/ 0 h 34290"/>
                <a:gd name="connsiteX4" fmla="*/ 564242 w 581387"/>
                <a:gd name="connsiteY4" fmla="*/ 0 h 34290"/>
                <a:gd name="connsiteX5" fmla="*/ 581387 w 581387"/>
                <a:gd name="connsiteY5" fmla="*/ 17145 h 34290"/>
                <a:gd name="connsiteX6" fmla="*/ 564242 w 581387"/>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387" h="34290">
                  <a:moveTo>
                    <a:pt x="564242" y="34290"/>
                  </a:moveTo>
                  <a:lnTo>
                    <a:pt x="17145" y="34290"/>
                  </a:lnTo>
                  <a:cubicBezTo>
                    <a:pt x="7681" y="34290"/>
                    <a:pt x="0" y="26609"/>
                    <a:pt x="0" y="17145"/>
                  </a:cubicBezTo>
                  <a:cubicBezTo>
                    <a:pt x="0" y="7681"/>
                    <a:pt x="7681" y="0"/>
                    <a:pt x="17145" y="0"/>
                  </a:cubicBezTo>
                  <a:lnTo>
                    <a:pt x="564242" y="0"/>
                  </a:lnTo>
                  <a:cubicBezTo>
                    <a:pt x="573706" y="0"/>
                    <a:pt x="581387" y="7681"/>
                    <a:pt x="581387" y="17145"/>
                  </a:cubicBezTo>
                  <a:cubicBezTo>
                    <a:pt x="581387" y="26609"/>
                    <a:pt x="573715" y="34290"/>
                    <a:pt x="564242" y="34290"/>
                  </a:cubicBezTo>
                  <a:close/>
                </a:path>
              </a:pathLst>
            </a:custGeom>
            <a:grpFill/>
            <a:ln w="8572" cap="flat">
              <a:noFill/>
              <a:prstDash val="solid"/>
              <a:miter/>
            </a:ln>
          </p:spPr>
          <p:txBody>
            <a:bodyPr rtlCol="0" anchor="ctr"/>
            <a:lstStyle/>
            <a:p>
              <a:endParaRPr lang="zh-CN" altLang="en-US"/>
            </a:p>
          </p:txBody>
        </p:sp>
        <p:grpSp>
          <p:nvGrpSpPr>
            <p:cNvPr id="73" name="图形 2">
              <a:extLst>
                <a:ext uri="{FF2B5EF4-FFF2-40B4-BE49-F238E27FC236}">
                  <a16:creationId xmlns:a16="http://schemas.microsoft.com/office/drawing/2014/main" id="{6DFC7460-CE17-C1A7-8006-F0E0CF603235}"/>
                </a:ext>
              </a:extLst>
            </p:cNvPr>
            <p:cNvGrpSpPr/>
            <p:nvPr/>
          </p:nvGrpSpPr>
          <p:grpSpPr>
            <a:xfrm>
              <a:off x="1387741" y="4077406"/>
              <a:ext cx="105570" cy="105561"/>
              <a:chOff x="5423873" y="4077406"/>
              <a:chExt cx="105570" cy="105561"/>
            </a:xfrm>
            <a:grpFill/>
          </p:grpSpPr>
          <p:sp>
            <p:nvSpPr>
              <p:cNvPr id="74" name="任意多边形: 形状 73">
                <a:extLst>
                  <a:ext uri="{FF2B5EF4-FFF2-40B4-BE49-F238E27FC236}">
                    <a16:creationId xmlns:a16="http://schemas.microsoft.com/office/drawing/2014/main" id="{5D60CC36-0A7F-1A01-47DA-324B05FB59F4}"/>
                  </a:ext>
                </a:extLst>
              </p:cNvPr>
              <p:cNvSpPr/>
              <p:nvPr/>
            </p:nvSpPr>
            <p:spPr>
              <a:xfrm>
                <a:off x="5441018" y="4094551"/>
                <a:ext cx="71280" cy="71280"/>
              </a:xfrm>
              <a:custGeom>
                <a:avLst/>
                <a:gdLst>
                  <a:gd name="connsiteX0" fmla="*/ 0 w 71280"/>
                  <a:gd name="connsiteY0" fmla="*/ 0 h 71280"/>
                  <a:gd name="connsiteX1" fmla="*/ 71280 w 71280"/>
                  <a:gd name="connsiteY1" fmla="*/ 0 h 71280"/>
                  <a:gd name="connsiteX2" fmla="*/ 71280 w 71280"/>
                  <a:gd name="connsiteY2" fmla="*/ 71280 h 71280"/>
                  <a:gd name="connsiteX3" fmla="*/ 0 w 71280"/>
                  <a:gd name="connsiteY3" fmla="*/ 71280 h 71280"/>
                </a:gdLst>
                <a:ahLst/>
                <a:cxnLst>
                  <a:cxn ang="0">
                    <a:pos x="connsiteX0" y="connsiteY0"/>
                  </a:cxn>
                  <a:cxn ang="0">
                    <a:pos x="connsiteX1" y="connsiteY1"/>
                  </a:cxn>
                  <a:cxn ang="0">
                    <a:pos x="connsiteX2" y="connsiteY2"/>
                  </a:cxn>
                  <a:cxn ang="0">
                    <a:pos x="connsiteX3" y="connsiteY3"/>
                  </a:cxn>
                </a:cxnLst>
                <a:rect l="l" t="t" r="r" b="b"/>
                <a:pathLst>
                  <a:path w="71280" h="71280">
                    <a:moveTo>
                      <a:pt x="0" y="0"/>
                    </a:moveTo>
                    <a:lnTo>
                      <a:pt x="71280" y="0"/>
                    </a:lnTo>
                    <a:lnTo>
                      <a:pt x="71280" y="71280"/>
                    </a:lnTo>
                    <a:lnTo>
                      <a:pt x="0" y="71280"/>
                    </a:lnTo>
                    <a:close/>
                  </a:path>
                </a:pathLst>
              </a:custGeom>
              <a:grpFill/>
              <a:ln w="8572"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5DC43C49-55AC-15D4-87A4-54294E50FE74}"/>
                  </a:ext>
                </a:extLst>
              </p:cNvPr>
              <p:cNvSpPr/>
              <p:nvPr/>
            </p:nvSpPr>
            <p:spPr>
              <a:xfrm>
                <a:off x="5423873" y="4077406"/>
                <a:ext cx="105570" cy="105561"/>
              </a:xfrm>
              <a:custGeom>
                <a:avLst/>
                <a:gdLst>
                  <a:gd name="connsiteX0" fmla="*/ 88425 w 105570"/>
                  <a:gd name="connsiteY0" fmla="*/ 105562 h 105561"/>
                  <a:gd name="connsiteX1" fmla="*/ 17145 w 105570"/>
                  <a:gd name="connsiteY1" fmla="*/ 105562 h 105561"/>
                  <a:gd name="connsiteX2" fmla="*/ 0 w 105570"/>
                  <a:gd name="connsiteY2" fmla="*/ 88417 h 105561"/>
                  <a:gd name="connsiteX3" fmla="*/ 0 w 105570"/>
                  <a:gd name="connsiteY3" fmla="*/ 17145 h 105561"/>
                  <a:gd name="connsiteX4" fmla="*/ 17145 w 105570"/>
                  <a:gd name="connsiteY4" fmla="*/ 0 h 105561"/>
                  <a:gd name="connsiteX5" fmla="*/ 88425 w 105570"/>
                  <a:gd name="connsiteY5" fmla="*/ 0 h 105561"/>
                  <a:gd name="connsiteX6" fmla="*/ 105570 w 105570"/>
                  <a:gd name="connsiteY6" fmla="*/ 17145 h 105561"/>
                  <a:gd name="connsiteX7" fmla="*/ 105570 w 105570"/>
                  <a:gd name="connsiteY7" fmla="*/ 88417 h 105561"/>
                  <a:gd name="connsiteX8" fmla="*/ 88425 w 105570"/>
                  <a:gd name="connsiteY8" fmla="*/ 105562 h 105561"/>
                  <a:gd name="connsiteX9" fmla="*/ 34290 w 105570"/>
                  <a:gd name="connsiteY9" fmla="*/ 71272 h 105561"/>
                  <a:gd name="connsiteX10" fmla="*/ 71280 w 105570"/>
                  <a:gd name="connsiteY10" fmla="*/ 71272 h 105561"/>
                  <a:gd name="connsiteX11" fmla="*/ 71280 w 105570"/>
                  <a:gd name="connsiteY11" fmla="*/ 34290 h 105561"/>
                  <a:gd name="connsiteX12" fmla="*/ 34290 w 105570"/>
                  <a:gd name="connsiteY12" fmla="*/ 34290 h 105561"/>
                  <a:gd name="connsiteX13" fmla="*/ 34290 w 105570"/>
                  <a:gd name="connsiteY13" fmla="*/ 71272 h 1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70" h="105561">
                    <a:moveTo>
                      <a:pt x="88425" y="105562"/>
                    </a:moveTo>
                    <a:lnTo>
                      <a:pt x="17145" y="105562"/>
                    </a:lnTo>
                    <a:cubicBezTo>
                      <a:pt x="7681" y="105562"/>
                      <a:pt x="0" y="97889"/>
                      <a:pt x="0" y="88417"/>
                    </a:cubicBezTo>
                    <a:lnTo>
                      <a:pt x="0" y="17145"/>
                    </a:lnTo>
                    <a:cubicBezTo>
                      <a:pt x="0" y="7681"/>
                      <a:pt x="7681" y="0"/>
                      <a:pt x="17145" y="0"/>
                    </a:cubicBezTo>
                    <a:lnTo>
                      <a:pt x="88425" y="0"/>
                    </a:lnTo>
                    <a:cubicBezTo>
                      <a:pt x="97889" y="0"/>
                      <a:pt x="105570" y="7681"/>
                      <a:pt x="105570" y="17145"/>
                    </a:cubicBezTo>
                    <a:lnTo>
                      <a:pt x="105570" y="88417"/>
                    </a:lnTo>
                    <a:cubicBezTo>
                      <a:pt x="105570" y="97889"/>
                      <a:pt x="97898" y="105562"/>
                      <a:pt x="88425" y="105562"/>
                    </a:cubicBezTo>
                    <a:close/>
                    <a:moveTo>
                      <a:pt x="34290" y="71272"/>
                    </a:moveTo>
                    <a:lnTo>
                      <a:pt x="71280" y="71272"/>
                    </a:lnTo>
                    <a:lnTo>
                      <a:pt x="71280" y="34290"/>
                    </a:lnTo>
                    <a:lnTo>
                      <a:pt x="34290" y="34290"/>
                    </a:lnTo>
                    <a:lnTo>
                      <a:pt x="34290" y="71272"/>
                    </a:lnTo>
                    <a:close/>
                  </a:path>
                </a:pathLst>
              </a:custGeom>
              <a:grpFill/>
              <a:ln w="8572" cap="flat">
                <a:noFill/>
                <a:prstDash val="solid"/>
                <a:miter/>
              </a:ln>
            </p:spPr>
            <p:txBody>
              <a:bodyPr rtlCol="0" anchor="ctr"/>
              <a:lstStyle/>
              <a:p>
                <a:endParaRPr lang="zh-CN" altLang="en-US"/>
              </a:p>
            </p:txBody>
          </p:sp>
        </p:grpSp>
      </p:grpSp>
      <p:grpSp>
        <p:nvGrpSpPr>
          <p:cNvPr id="82" name="图形 2">
            <a:extLst>
              <a:ext uri="{FF2B5EF4-FFF2-40B4-BE49-F238E27FC236}">
                <a16:creationId xmlns:a16="http://schemas.microsoft.com/office/drawing/2014/main" id="{33B0BB59-BFF4-3310-0E6C-A7E79D4AC51D}"/>
              </a:ext>
            </a:extLst>
          </p:cNvPr>
          <p:cNvGrpSpPr/>
          <p:nvPr/>
        </p:nvGrpSpPr>
        <p:grpSpPr>
          <a:xfrm>
            <a:off x="5955371" y="3606836"/>
            <a:ext cx="270610" cy="367392"/>
            <a:chOff x="3154072" y="343971"/>
            <a:chExt cx="740346" cy="1005125"/>
          </a:xfrm>
          <a:gradFill>
            <a:gsLst>
              <a:gs pos="0">
                <a:schemeClr val="accent1">
                  <a:lumMod val="60000"/>
                  <a:lumOff val="40000"/>
                </a:schemeClr>
              </a:gs>
              <a:gs pos="84000">
                <a:schemeClr val="accent1">
                  <a:lumMod val="75000"/>
                </a:schemeClr>
              </a:gs>
            </a:gsLst>
            <a:lin ang="0" scaled="1"/>
          </a:gradFill>
        </p:grpSpPr>
        <p:sp>
          <p:nvSpPr>
            <p:cNvPr id="83" name="任意多边形: 形状 82">
              <a:extLst>
                <a:ext uri="{FF2B5EF4-FFF2-40B4-BE49-F238E27FC236}">
                  <a16:creationId xmlns:a16="http://schemas.microsoft.com/office/drawing/2014/main" id="{2052416C-B7B9-4F30-9EC6-CD0B1E37E2C2}"/>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0D75C8B7-8214-AA76-94ED-9C0E34E7D46F}"/>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03BE0CBD-0770-5C8C-3CD7-54F7A14FF12B}"/>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86" name="图形 2">
              <a:extLst>
                <a:ext uri="{FF2B5EF4-FFF2-40B4-BE49-F238E27FC236}">
                  <a16:creationId xmlns:a16="http://schemas.microsoft.com/office/drawing/2014/main" id="{6312E59F-C495-E306-310A-6CCEDD3C3F0F}"/>
                </a:ext>
              </a:extLst>
            </p:cNvPr>
            <p:cNvGrpSpPr/>
            <p:nvPr/>
          </p:nvGrpSpPr>
          <p:grpSpPr>
            <a:xfrm>
              <a:off x="3318475" y="356830"/>
              <a:ext cx="411548" cy="147447"/>
              <a:chOff x="3318475" y="356830"/>
              <a:chExt cx="411548" cy="147447"/>
            </a:xfrm>
            <a:grpFill/>
          </p:grpSpPr>
          <p:sp>
            <p:nvSpPr>
              <p:cNvPr id="87" name="任意多边形: 形状 86">
                <a:extLst>
                  <a:ext uri="{FF2B5EF4-FFF2-40B4-BE49-F238E27FC236}">
                    <a16:creationId xmlns:a16="http://schemas.microsoft.com/office/drawing/2014/main" id="{920FE8CE-7973-5BD8-17D9-5C052B92319A}"/>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88" name="任意多边形: 形状 87">
                <a:extLst>
                  <a:ext uri="{FF2B5EF4-FFF2-40B4-BE49-F238E27FC236}">
                    <a16:creationId xmlns:a16="http://schemas.microsoft.com/office/drawing/2014/main" id="{B0F2475D-C5E6-867F-15B1-9CFB8D608C73}"/>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92" name="矩形: 圆角 91">
            <a:extLst>
              <a:ext uri="{FF2B5EF4-FFF2-40B4-BE49-F238E27FC236}">
                <a16:creationId xmlns:a16="http://schemas.microsoft.com/office/drawing/2014/main" id="{B25033E9-2E2F-5504-46DA-9B7E6D60D486}"/>
              </a:ext>
            </a:extLst>
          </p:cNvPr>
          <p:cNvSpPr/>
          <p:nvPr/>
        </p:nvSpPr>
        <p:spPr>
          <a:xfrm>
            <a:off x="818392" y="1536122"/>
            <a:ext cx="10565464" cy="596207"/>
          </a:xfrm>
          <a:prstGeom prst="roundRect">
            <a:avLst>
              <a:gd name="adj" fmla="val 910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稿定-9">
            <a:extLst>
              <a:ext uri="{FF2B5EF4-FFF2-40B4-BE49-F238E27FC236}">
                <a16:creationId xmlns:a16="http://schemas.microsoft.com/office/drawing/2014/main" id="{967A9E25-83A0-7449-2BDD-F3ED4EF7DB50}"/>
              </a:ext>
            </a:extLst>
          </p:cNvPr>
          <p:cNvSpPr/>
          <p:nvPr/>
        </p:nvSpPr>
        <p:spPr>
          <a:xfrm flipH="1">
            <a:off x="4207094" y="1554153"/>
            <a:ext cx="3777812"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51199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Line">
            <a:extLst>
              <a:ext uri="{FF2B5EF4-FFF2-40B4-BE49-F238E27FC236}">
                <a16:creationId xmlns:a16="http://schemas.microsoft.com/office/drawing/2014/main" id="{578213CD-A527-0645-5F73-CC937B00775D}"/>
              </a:ext>
            </a:extLst>
          </p:cNvPr>
          <p:cNvSpPr/>
          <p:nvPr/>
        </p:nvSpPr>
        <p:spPr>
          <a:xfrm>
            <a:off x="6941800" y="4807636"/>
            <a:ext cx="0" cy="1003605"/>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88B8ABF5-32E5-E15E-29CA-A26294E7CEE1}"/>
              </a:ext>
            </a:extLst>
          </p:cNvPr>
          <p:cNvSpPr/>
          <p:nvPr/>
        </p:nvSpPr>
        <p:spPr>
          <a:xfrm flipH="1">
            <a:off x="6941799" y="5154847"/>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稿定-31">
            <a:extLst>
              <a:ext uri="{FF2B5EF4-FFF2-40B4-BE49-F238E27FC236}">
                <a16:creationId xmlns:a16="http://schemas.microsoft.com/office/drawing/2014/main" id="{CDA8F75F-C7CD-49E2-97A9-3DD5DF6A875E}"/>
              </a:ext>
            </a:extLst>
          </p:cNvPr>
          <p:cNvSpPr/>
          <p:nvPr/>
        </p:nvSpPr>
        <p:spPr>
          <a:xfrm flipH="1">
            <a:off x="7018425" y="5472322"/>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Line">
            <a:extLst>
              <a:ext uri="{FF2B5EF4-FFF2-40B4-BE49-F238E27FC236}">
                <a16:creationId xmlns:a16="http://schemas.microsoft.com/office/drawing/2014/main" id="{41A874A5-5BAE-6D7F-BD16-E982F4864237}"/>
              </a:ext>
            </a:extLst>
          </p:cNvPr>
          <p:cNvSpPr/>
          <p:nvPr/>
        </p:nvSpPr>
        <p:spPr>
          <a:xfrm>
            <a:off x="9323331" y="4807636"/>
            <a:ext cx="0" cy="1003605"/>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稿定-9">
            <a:extLst>
              <a:ext uri="{FF2B5EF4-FFF2-40B4-BE49-F238E27FC236}">
                <a16:creationId xmlns:a16="http://schemas.microsoft.com/office/drawing/2014/main" id="{5DBA6A9A-9D73-DD78-227A-FDAB868D9072}"/>
              </a:ext>
            </a:extLst>
          </p:cNvPr>
          <p:cNvSpPr/>
          <p:nvPr/>
        </p:nvSpPr>
        <p:spPr>
          <a:xfrm flipH="1">
            <a:off x="9323330" y="5154848"/>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稿定-31">
            <a:extLst>
              <a:ext uri="{FF2B5EF4-FFF2-40B4-BE49-F238E27FC236}">
                <a16:creationId xmlns:a16="http://schemas.microsoft.com/office/drawing/2014/main" id="{1B2DA586-B416-8DB7-14E2-9E8A649B5B74}"/>
              </a:ext>
            </a:extLst>
          </p:cNvPr>
          <p:cNvSpPr/>
          <p:nvPr/>
        </p:nvSpPr>
        <p:spPr>
          <a:xfrm flipH="1">
            <a:off x="9399956" y="5472322"/>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Line">
            <a:extLst>
              <a:ext uri="{FF2B5EF4-FFF2-40B4-BE49-F238E27FC236}">
                <a16:creationId xmlns:a16="http://schemas.microsoft.com/office/drawing/2014/main" id="{BB3FEF3F-D16E-A375-C9BD-FB729156C199}"/>
              </a:ext>
            </a:extLst>
          </p:cNvPr>
          <p:cNvSpPr/>
          <p:nvPr/>
        </p:nvSpPr>
        <p:spPr>
          <a:xfrm>
            <a:off x="4565391" y="4807636"/>
            <a:ext cx="0" cy="1003605"/>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弧形 4">
            <a:extLst>
              <a:ext uri="{FF2B5EF4-FFF2-40B4-BE49-F238E27FC236}">
                <a16:creationId xmlns:a16="http://schemas.microsoft.com/office/drawing/2014/main" id="{728BDD71-5400-14D2-63F4-DDFC2CA6039C}"/>
              </a:ext>
            </a:extLst>
          </p:cNvPr>
          <p:cNvSpPr/>
          <p:nvPr/>
        </p:nvSpPr>
        <p:spPr>
          <a:xfrm>
            <a:off x="9986105" y="3314725"/>
            <a:ext cx="1329596" cy="1329596"/>
          </a:xfrm>
          <a:prstGeom prst="arc">
            <a:avLst>
              <a:gd name="adj1" fmla="val 16200000"/>
              <a:gd name="adj2" fmla="val 5502652"/>
            </a:avLst>
          </a:prstGeom>
          <a:noFill/>
          <a:ln w="190500" cap="rnd">
            <a:gradFill flip="none" rotWithShape="1">
              <a:gsLst>
                <a:gs pos="0">
                  <a:schemeClr val="accent1"/>
                </a:gs>
                <a:gs pos="100000">
                  <a:schemeClr val="accent1">
                    <a:lumMod val="60000"/>
                    <a:lumOff val="40000"/>
                  </a:schemeClr>
                </a:gs>
              </a:gsLst>
              <a:lin ang="16200000" scaled="1"/>
              <a:tileRect/>
            </a:gradFill>
            <a:roun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 name="直接连接符 5">
            <a:extLst>
              <a:ext uri="{FF2B5EF4-FFF2-40B4-BE49-F238E27FC236}">
                <a16:creationId xmlns:a16="http://schemas.microsoft.com/office/drawing/2014/main" id="{6D948A27-760A-6B19-B896-159A658E15F3}"/>
              </a:ext>
            </a:extLst>
          </p:cNvPr>
          <p:cNvCxnSpPr>
            <a:cxnSpLocks/>
          </p:cNvCxnSpPr>
          <p:nvPr/>
        </p:nvCxnSpPr>
        <p:spPr>
          <a:xfrm flipV="1">
            <a:off x="874714" y="3314725"/>
            <a:ext cx="9776189" cy="1023"/>
          </a:xfrm>
          <a:prstGeom prst="line">
            <a:avLst/>
          </a:prstGeom>
          <a:noFill/>
          <a:ln w="190500" cap="rnd">
            <a:gradFill flip="none" rotWithShape="1">
              <a:gsLst>
                <a:gs pos="0">
                  <a:schemeClr val="accent1">
                    <a:lumMod val="5000"/>
                    <a:lumOff val="95000"/>
                  </a:schemeClr>
                </a:gs>
                <a:gs pos="100000">
                  <a:schemeClr val="accent1">
                    <a:lumMod val="60000"/>
                    <a:lumOff val="40000"/>
                  </a:schemeClr>
                </a:gs>
              </a:gsLst>
              <a:lin ang="0" scaled="1"/>
              <a:tileRect/>
            </a:gradFill>
            <a:round/>
          </a:ln>
          <a:effectLst/>
        </p:spPr>
        <p:style>
          <a:lnRef idx="2">
            <a:schemeClr val="accent1">
              <a:shade val="50000"/>
            </a:schemeClr>
          </a:lnRef>
          <a:fillRef idx="1">
            <a:schemeClr val="accent1"/>
          </a:fillRef>
          <a:effectRef idx="0">
            <a:schemeClr val="accent1"/>
          </a:effectRef>
          <a:fontRef idx="minor">
            <a:schemeClr val="lt1"/>
          </a:fontRef>
        </p:style>
      </p:cxnSp>
      <p:cxnSp>
        <p:nvCxnSpPr>
          <p:cNvPr id="7" name="直接连接符 6">
            <a:extLst>
              <a:ext uri="{FF2B5EF4-FFF2-40B4-BE49-F238E27FC236}">
                <a16:creationId xmlns:a16="http://schemas.microsoft.com/office/drawing/2014/main" id="{BD14DA5F-CE34-F3C8-160E-22ED194AFE8C}"/>
              </a:ext>
            </a:extLst>
          </p:cNvPr>
          <p:cNvCxnSpPr>
            <a:cxnSpLocks/>
          </p:cNvCxnSpPr>
          <p:nvPr/>
        </p:nvCxnSpPr>
        <p:spPr>
          <a:xfrm>
            <a:off x="874714" y="4645481"/>
            <a:ext cx="9776189" cy="1023"/>
          </a:xfrm>
          <a:prstGeom prst="line">
            <a:avLst/>
          </a:prstGeom>
          <a:noFill/>
          <a:ln w="190500" cap="rnd">
            <a:gradFill flip="none" rotWithShape="1">
              <a:gsLst>
                <a:gs pos="0">
                  <a:schemeClr val="accent1">
                    <a:lumMod val="50000"/>
                  </a:schemeClr>
                </a:gs>
                <a:gs pos="100000">
                  <a:schemeClr val="accent1"/>
                </a:gs>
              </a:gsLst>
              <a:lin ang="0" scaled="1"/>
              <a:tileRect/>
            </a:gradFill>
            <a:round/>
            <a:headEnd type="triangle"/>
          </a:ln>
          <a:effectLst/>
        </p:spPr>
        <p:style>
          <a:lnRef idx="2">
            <a:schemeClr val="accent1">
              <a:shade val="50000"/>
            </a:schemeClr>
          </a:lnRef>
          <a:fillRef idx="1">
            <a:schemeClr val="accent1"/>
          </a:fillRef>
          <a:effectRef idx="0">
            <a:schemeClr val="accent1"/>
          </a:effectRef>
          <a:fontRef idx="minor">
            <a:schemeClr val="lt1"/>
          </a:fontRef>
        </p:style>
      </p:cxnSp>
      <p:sp>
        <p:nvSpPr>
          <p:cNvPr id="24" name="Line">
            <a:extLst>
              <a:ext uri="{FF2B5EF4-FFF2-40B4-BE49-F238E27FC236}">
                <a16:creationId xmlns:a16="http://schemas.microsoft.com/office/drawing/2014/main" id="{4F23DAD3-52FF-0E64-0305-6625D09798BF}"/>
              </a:ext>
            </a:extLst>
          </p:cNvPr>
          <p:cNvSpPr/>
          <p:nvPr/>
        </p:nvSpPr>
        <p:spPr>
          <a:xfrm>
            <a:off x="2168058"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稿定-9">
            <a:extLst>
              <a:ext uri="{FF2B5EF4-FFF2-40B4-BE49-F238E27FC236}">
                <a16:creationId xmlns:a16="http://schemas.microsoft.com/office/drawing/2014/main" id="{F84A7D5D-8896-16CB-9DF9-D9A9A69BF7F6}"/>
              </a:ext>
            </a:extLst>
          </p:cNvPr>
          <p:cNvSpPr/>
          <p:nvPr/>
        </p:nvSpPr>
        <p:spPr>
          <a:xfrm flipH="1">
            <a:off x="2168057" y="215540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稿定-31">
            <a:extLst>
              <a:ext uri="{FF2B5EF4-FFF2-40B4-BE49-F238E27FC236}">
                <a16:creationId xmlns:a16="http://schemas.microsoft.com/office/drawing/2014/main" id="{2FA0D781-B1C4-B720-4CF8-7661A3BC9FC8}"/>
              </a:ext>
            </a:extLst>
          </p:cNvPr>
          <p:cNvSpPr/>
          <p:nvPr/>
        </p:nvSpPr>
        <p:spPr>
          <a:xfrm flipH="1">
            <a:off x="2244683"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gaoding-5-1">
            <a:extLst>
              <a:ext uri="{FF2B5EF4-FFF2-40B4-BE49-F238E27FC236}">
                <a16:creationId xmlns:a16="http://schemas.microsoft.com/office/drawing/2014/main" id="{A55E7558-B5A7-C499-DAFB-43B76EF76F8E}"/>
              </a:ext>
            </a:extLst>
          </p:cNvPr>
          <p:cNvSpPr/>
          <p:nvPr/>
        </p:nvSpPr>
        <p:spPr>
          <a:xfrm>
            <a:off x="1821693"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5" name="Line">
            <a:extLst>
              <a:ext uri="{FF2B5EF4-FFF2-40B4-BE49-F238E27FC236}">
                <a16:creationId xmlns:a16="http://schemas.microsoft.com/office/drawing/2014/main" id="{E15C138F-E6AA-66A7-DEF0-AB0C02EEC4A7}"/>
              </a:ext>
            </a:extLst>
          </p:cNvPr>
          <p:cNvSpPr/>
          <p:nvPr/>
        </p:nvSpPr>
        <p:spPr>
          <a:xfrm>
            <a:off x="4565391"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稿定-9">
            <a:extLst>
              <a:ext uri="{FF2B5EF4-FFF2-40B4-BE49-F238E27FC236}">
                <a16:creationId xmlns:a16="http://schemas.microsoft.com/office/drawing/2014/main" id="{C9FFE466-55D6-D16E-CDE9-02A9787650F9}"/>
              </a:ext>
            </a:extLst>
          </p:cNvPr>
          <p:cNvSpPr/>
          <p:nvPr/>
        </p:nvSpPr>
        <p:spPr>
          <a:xfrm flipH="1">
            <a:off x="4565390" y="215540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稿定-31">
            <a:extLst>
              <a:ext uri="{FF2B5EF4-FFF2-40B4-BE49-F238E27FC236}">
                <a16:creationId xmlns:a16="http://schemas.microsoft.com/office/drawing/2014/main" id="{0E27388C-3538-57BB-587D-718A90EFA61B}"/>
              </a:ext>
            </a:extLst>
          </p:cNvPr>
          <p:cNvSpPr/>
          <p:nvPr/>
        </p:nvSpPr>
        <p:spPr>
          <a:xfrm flipH="1">
            <a:off x="4642016"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gaoding-5-1">
            <a:extLst>
              <a:ext uri="{FF2B5EF4-FFF2-40B4-BE49-F238E27FC236}">
                <a16:creationId xmlns:a16="http://schemas.microsoft.com/office/drawing/2014/main" id="{F3CC797D-C2FD-C2F7-3DE0-0A424E74869A}"/>
              </a:ext>
            </a:extLst>
          </p:cNvPr>
          <p:cNvSpPr/>
          <p:nvPr/>
        </p:nvSpPr>
        <p:spPr>
          <a:xfrm>
            <a:off x="4206784"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Line">
            <a:extLst>
              <a:ext uri="{FF2B5EF4-FFF2-40B4-BE49-F238E27FC236}">
                <a16:creationId xmlns:a16="http://schemas.microsoft.com/office/drawing/2014/main" id="{C7BBAC58-A3E4-180E-74A9-BE21D6CEA8DE}"/>
              </a:ext>
            </a:extLst>
          </p:cNvPr>
          <p:cNvSpPr/>
          <p:nvPr/>
        </p:nvSpPr>
        <p:spPr>
          <a:xfrm>
            <a:off x="6941800"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稿定-9">
            <a:extLst>
              <a:ext uri="{FF2B5EF4-FFF2-40B4-BE49-F238E27FC236}">
                <a16:creationId xmlns:a16="http://schemas.microsoft.com/office/drawing/2014/main" id="{19282045-9FF6-CAAB-DAEE-6B71D2CD3780}"/>
              </a:ext>
            </a:extLst>
          </p:cNvPr>
          <p:cNvSpPr/>
          <p:nvPr/>
        </p:nvSpPr>
        <p:spPr>
          <a:xfrm flipH="1">
            <a:off x="6941799" y="215540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稿定-31">
            <a:extLst>
              <a:ext uri="{FF2B5EF4-FFF2-40B4-BE49-F238E27FC236}">
                <a16:creationId xmlns:a16="http://schemas.microsoft.com/office/drawing/2014/main" id="{68E1A02A-0FD2-7DCD-251B-D8FBE17FFA58}"/>
              </a:ext>
            </a:extLst>
          </p:cNvPr>
          <p:cNvSpPr/>
          <p:nvPr/>
        </p:nvSpPr>
        <p:spPr>
          <a:xfrm flipH="1">
            <a:off x="7018425"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gaoding-5-1">
            <a:extLst>
              <a:ext uri="{FF2B5EF4-FFF2-40B4-BE49-F238E27FC236}">
                <a16:creationId xmlns:a16="http://schemas.microsoft.com/office/drawing/2014/main" id="{71669576-470D-2DB7-0DAF-65D4FDFD5329}"/>
              </a:ext>
            </a:extLst>
          </p:cNvPr>
          <p:cNvSpPr/>
          <p:nvPr/>
        </p:nvSpPr>
        <p:spPr>
          <a:xfrm>
            <a:off x="6591875"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Line">
            <a:extLst>
              <a:ext uri="{FF2B5EF4-FFF2-40B4-BE49-F238E27FC236}">
                <a16:creationId xmlns:a16="http://schemas.microsoft.com/office/drawing/2014/main" id="{2C6148A0-B235-58AC-E164-A7B2FB39220C}"/>
              </a:ext>
            </a:extLst>
          </p:cNvPr>
          <p:cNvSpPr/>
          <p:nvPr/>
        </p:nvSpPr>
        <p:spPr>
          <a:xfrm>
            <a:off x="9323331" y="2311121"/>
            <a:ext cx="0" cy="1003605"/>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9">
            <a:extLst>
              <a:ext uri="{FF2B5EF4-FFF2-40B4-BE49-F238E27FC236}">
                <a16:creationId xmlns:a16="http://schemas.microsoft.com/office/drawing/2014/main" id="{13D7356F-B950-91A7-BAAE-32C9E58E69B1}"/>
              </a:ext>
            </a:extLst>
          </p:cNvPr>
          <p:cNvSpPr/>
          <p:nvPr/>
        </p:nvSpPr>
        <p:spPr>
          <a:xfrm flipH="1">
            <a:off x="9323330" y="215540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稿定-31">
            <a:extLst>
              <a:ext uri="{FF2B5EF4-FFF2-40B4-BE49-F238E27FC236}">
                <a16:creationId xmlns:a16="http://schemas.microsoft.com/office/drawing/2014/main" id="{4F356344-A2BC-FC75-9873-D8C1B51629A3}"/>
              </a:ext>
            </a:extLst>
          </p:cNvPr>
          <p:cNvSpPr/>
          <p:nvPr/>
        </p:nvSpPr>
        <p:spPr>
          <a:xfrm flipH="1">
            <a:off x="9399956" y="2471313"/>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gaoding-5-1">
            <a:extLst>
              <a:ext uri="{FF2B5EF4-FFF2-40B4-BE49-F238E27FC236}">
                <a16:creationId xmlns:a16="http://schemas.microsoft.com/office/drawing/2014/main" id="{6345B1AE-5E87-FDB1-99CB-DD42D1F6D955}"/>
              </a:ext>
            </a:extLst>
          </p:cNvPr>
          <p:cNvSpPr/>
          <p:nvPr/>
        </p:nvSpPr>
        <p:spPr>
          <a:xfrm>
            <a:off x="8976966" y="2995982"/>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gaoding-5-1">
            <a:extLst>
              <a:ext uri="{FF2B5EF4-FFF2-40B4-BE49-F238E27FC236}">
                <a16:creationId xmlns:a16="http://schemas.microsoft.com/office/drawing/2014/main" id="{3168DCC6-4693-B9C0-B2BF-51F3AF6B7363}"/>
              </a:ext>
            </a:extLst>
          </p:cNvPr>
          <p:cNvSpPr/>
          <p:nvPr/>
        </p:nvSpPr>
        <p:spPr>
          <a:xfrm>
            <a:off x="4206784" y="4306763"/>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gaoding-5-1">
            <a:extLst>
              <a:ext uri="{FF2B5EF4-FFF2-40B4-BE49-F238E27FC236}">
                <a16:creationId xmlns:a16="http://schemas.microsoft.com/office/drawing/2014/main" id="{421ECD5E-DDA4-E5F2-034E-9D31C98EC41E}"/>
              </a:ext>
            </a:extLst>
          </p:cNvPr>
          <p:cNvSpPr/>
          <p:nvPr/>
        </p:nvSpPr>
        <p:spPr>
          <a:xfrm>
            <a:off x="6591875" y="4306763"/>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3" name="gaoding-5-1">
            <a:extLst>
              <a:ext uri="{FF2B5EF4-FFF2-40B4-BE49-F238E27FC236}">
                <a16:creationId xmlns:a16="http://schemas.microsoft.com/office/drawing/2014/main" id="{0A80F647-71BB-B7AD-AA9A-17F2023BF6FC}"/>
              </a:ext>
            </a:extLst>
          </p:cNvPr>
          <p:cNvSpPr/>
          <p:nvPr/>
        </p:nvSpPr>
        <p:spPr>
          <a:xfrm>
            <a:off x="8976966" y="4306763"/>
            <a:ext cx="692728" cy="692728"/>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稿定-9">
            <a:extLst>
              <a:ext uri="{FF2B5EF4-FFF2-40B4-BE49-F238E27FC236}">
                <a16:creationId xmlns:a16="http://schemas.microsoft.com/office/drawing/2014/main" id="{61A15A91-8C25-31B1-2949-20EBE1EE322B}"/>
              </a:ext>
            </a:extLst>
          </p:cNvPr>
          <p:cNvSpPr/>
          <p:nvPr/>
        </p:nvSpPr>
        <p:spPr>
          <a:xfrm flipH="1">
            <a:off x="4565390" y="5154848"/>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稿定-31">
            <a:extLst>
              <a:ext uri="{FF2B5EF4-FFF2-40B4-BE49-F238E27FC236}">
                <a16:creationId xmlns:a16="http://schemas.microsoft.com/office/drawing/2014/main" id="{A6A868E3-E095-5602-FBB0-862E1A870FA8}"/>
              </a:ext>
            </a:extLst>
          </p:cNvPr>
          <p:cNvSpPr/>
          <p:nvPr/>
        </p:nvSpPr>
        <p:spPr>
          <a:xfrm flipH="1">
            <a:off x="4642016" y="5472322"/>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gaoding-18">
            <a:extLst>
              <a:ext uri="{FF2B5EF4-FFF2-40B4-BE49-F238E27FC236}">
                <a16:creationId xmlns:a16="http://schemas.microsoft.com/office/drawing/2014/main" id="{EA68874B-A700-87F6-90C5-D94196EBF808}"/>
              </a:ext>
            </a:extLst>
          </p:cNvPr>
          <p:cNvSpPr txBox="1"/>
          <p:nvPr/>
        </p:nvSpPr>
        <p:spPr>
          <a:xfrm>
            <a:off x="2023785" y="3211486"/>
            <a:ext cx="288542"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gaoding-18">
            <a:extLst>
              <a:ext uri="{FF2B5EF4-FFF2-40B4-BE49-F238E27FC236}">
                <a16:creationId xmlns:a16="http://schemas.microsoft.com/office/drawing/2014/main" id="{592D9081-DE8B-2DC7-1DF9-9321AE7B7066}"/>
              </a:ext>
            </a:extLst>
          </p:cNvPr>
          <p:cNvSpPr txBox="1"/>
          <p:nvPr/>
        </p:nvSpPr>
        <p:spPr>
          <a:xfrm>
            <a:off x="4394450" y="3211486"/>
            <a:ext cx="317395"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gaoding-18">
            <a:extLst>
              <a:ext uri="{FF2B5EF4-FFF2-40B4-BE49-F238E27FC236}">
                <a16:creationId xmlns:a16="http://schemas.microsoft.com/office/drawing/2014/main" id="{BEF9A6A8-D12E-8710-302F-11239BF5A347}"/>
              </a:ext>
            </a:extLst>
          </p:cNvPr>
          <p:cNvSpPr txBox="1"/>
          <p:nvPr/>
        </p:nvSpPr>
        <p:spPr>
          <a:xfrm>
            <a:off x="6769088" y="3211486"/>
            <a:ext cx="320602"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gaoding-18">
            <a:extLst>
              <a:ext uri="{FF2B5EF4-FFF2-40B4-BE49-F238E27FC236}">
                <a16:creationId xmlns:a16="http://schemas.microsoft.com/office/drawing/2014/main" id="{507701DC-DBE4-4B2B-CC75-771EC9BCF1B3}"/>
              </a:ext>
            </a:extLst>
          </p:cNvPr>
          <p:cNvSpPr txBox="1"/>
          <p:nvPr/>
        </p:nvSpPr>
        <p:spPr>
          <a:xfrm>
            <a:off x="9167392" y="3211486"/>
            <a:ext cx="318998"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gaoding-18">
            <a:extLst>
              <a:ext uri="{FF2B5EF4-FFF2-40B4-BE49-F238E27FC236}">
                <a16:creationId xmlns:a16="http://schemas.microsoft.com/office/drawing/2014/main" id="{43021CCC-3332-F549-72C6-11CB0E1BF33E}"/>
              </a:ext>
            </a:extLst>
          </p:cNvPr>
          <p:cNvSpPr txBox="1"/>
          <p:nvPr/>
        </p:nvSpPr>
        <p:spPr>
          <a:xfrm>
            <a:off x="4396052" y="4530637"/>
            <a:ext cx="314190"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07</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gaoding-18">
            <a:extLst>
              <a:ext uri="{FF2B5EF4-FFF2-40B4-BE49-F238E27FC236}">
                <a16:creationId xmlns:a16="http://schemas.microsoft.com/office/drawing/2014/main" id="{203A5A2B-F197-455D-0776-7364C7ABDB58}"/>
              </a:ext>
            </a:extLst>
          </p:cNvPr>
          <p:cNvSpPr txBox="1"/>
          <p:nvPr/>
        </p:nvSpPr>
        <p:spPr>
          <a:xfrm>
            <a:off x="6770692" y="4530637"/>
            <a:ext cx="317395"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gaoding-18">
            <a:extLst>
              <a:ext uri="{FF2B5EF4-FFF2-40B4-BE49-F238E27FC236}">
                <a16:creationId xmlns:a16="http://schemas.microsoft.com/office/drawing/2014/main" id="{3DF333D2-FE36-F3F3-6E92-ED1F8E218732}"/>
              </a:ext>
            </a:extLst>
          </p:cNvPr>
          <p:cNvSpPr txBox="1"/>
          <p:nvPr/>
        </p:nvSpPr>
        <p:spPr>
          <a:xfrm>
            <a:off x="9169796" y="4530637"/>
            <a:ext cx="314190" cy="276999"/>
          </a:xfrm>
          <a:prstGeom prst="rect">
            <a:avLst/>
          </a:prstGeom>
          <a:noFill/>
          <a:effectLst/>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1AF81ACA-69ED-D585-8453-4505DF8F44F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9" name="矩形 8">
            <a:extLst>
              <a:ext uri="{FF2B5EF4-FFF2-40B4-BE49-F238E27FC236}">
                <a16:creationId xmlns:a16="http://schemas.microsoft.com/office/drawing/2014/main" id="{C94935A4-83F4-5F47-8507-6633D9BED1C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00687C71-A632-B773-A8CE-BA3CDA990D13}"/>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gaoding-18">
            <a:extLst>
              <a:ext uri="{FF2B5EF4-FFF2-40B4-BE49-F238E27FC236}">
                <a16:creationId xmlns:a16="http://schemas.microsoft.com/office/drawing/2014/main" id="{C98BC10C-71C6-DD6B-5D2D-CF83934AE669}"/>
              </a:ext>
            </a:extLst>
          </p:cNvPr>
          <p:cNvSpPr txBox="1"/>
          <p:nvPr/>
        </p:nvSpPr>
        <p:spPr>
          <a:xfrm>
            <a:off x="1988522"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恭</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 name="gaoding-18">
            <a:extLst>
              <a:ext uri="{FF2B5EF4-FFF2-40B4-BE49-F238E27FC236}">
                <a16:creationId xmlns:a16="http://schemas.microsoft.com/office/drawing/2014/main" id="{21BC8E53-1D03-0B6F-2871-C34691DEFA57}"/>
              </a:ext>
            </a:extLst>
          </p:cNvPr>
          <p:cNvSpPr txBox="1"/>
          <p:nvPr/>
        </p:nvSpPr>
        <p:spPr>
          <a:xfrm>
            <a:off x="4385856"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喜</a:t>
            </a:r>
          </a:p>
        </p:txBody>
      </p:sp>
      <p:sp>
        <p:nvSpPr>
          <p:cNvPr id="4" name="gaoding-18">
            <a:extLst>
              <a:ext uri="{FF2B5EF4-FFF2-40B4-BE49-F238E27FC236}">
                <a16:creationId xmlns:a16="http://schemas.microsoft.com/office/drawing/2014/main" id="{8859D9D9-0130-3929-FD01-5FB16675A027}"/>
              </a:ext>
            </a:extLst>
          </p:cNvPr>
          <p:cNvSpPr txBox="1"/>
          <p:nvPr/>
        </p:nvSpPr>
        <p:spPr>
          <a:xfrm>
            <a:off x="6783185"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发</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18">
            <a:extLst>
              <a:ext uri="{FF2B5EF4-FFF2-40B4-BE49-F238E27FC236}">
                <a16:creationId xmlns:a16="http://schemas.microsoft.com/office/drawing/2014/main" id="{49030DD7-B742-2F44-6DFD-3EE37B51436E}"/>
              </a:ext>
            </a:extLst>
          </p:cNvPr>
          <p:cNvSpPr txBox="1"/>
          <p:nvPr/>
        </p:nvSpPr>
        <p:spPr>
          <a:xfrm>
            <a:off x="9180516" y="3768236"/>
            <a:ext cx="359073" cy="430887"/>
          </a:xfrm>
          <a:prstGeom prst="rect">
            <a:avLst/>
          </a:prstGeom>
          <a:noFill/>
          <a:effectLst/>
        </p:spPr>
        <p:txBody>
          <a:bodyPr wrap="non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财</a:t>
            </a:r>
            <a:endParaRPr kumimoji="1" lang="zh-CN" altLang="en-US" sz="2800" b="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86884354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Line">
            <a:extLst>
              <a:ext uri="{FF2B5EF4-FFF2-40B4-BE49-F238E27FC236}">
                <a16:creationId xmlns:a16="http://schemas.microsoft.com/office/drawing/2014/main" id="{C30A1EE0-8A8E-FF98-5F7A-5C9F32D526B6}"/>
              </a:ext>
            </a:extLst>
          </p:cNvPr>
          <p:cNvSpPr/>
          <p:nvPr/>
        </p:nvSpPr>
        <p:spPr>
          <a:xfrm>
            <a:off x="1075238" y="3039083"/>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稿定-9">
            <a:extLst>
              <a:ext uri="{FF2B5EF4-FFF2-40B4-BE49-F238E27FC236}">
                <a16:creationId xmlns:a16="http://schemas.microsoft.com/office/drawing/2014/main" id="{1E3EF249-54F8-B331-4F0D-D70FE95C9791}"/>
              </a:ext>
            </a:extLst>
          </p:cNvPr>
          <p:cNvSpPr/>
          <p:nvPr/>
        </p:nvSpPr>
        <p:spPr>
          <a:xfrm flipH="1">
            <a:off x="1075236" y="2908781"/>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稿定-31">
            <a:extLst>
              <a:ext uri="{FF2B5EF4-FFF2-40B4-BE49-F238E27FC236}">
                <a16:creationId xmlns:a16="http://schemas.microsoft.com/office/drawing/2014/main" id="{920A6DE4-4C6F-0305-913B-14FA146A4D22}"/>
              </a:ext>
            </a:extLst>
          </p:cNvPr>
          <p:cNvSpPr/>
          <p:nvPr/>
        </p:nvSpPr>
        <p:spPr>
          <a:xfrm flipH="1">
            <a:off x="1151862" y="3306482"/>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5">
            <a:extLst>
              <a:ext uri="{FF2B5EF4-FFF2-40B4-BE49-F238E27FC236}">
                <a16:creationId xmlns:a16="http://schemas.microsoft.com/office/drawing/2014/main" id="{6815CFFE-BCF7-24C4-C98E-87B5097E87DC}"/>
              </a:ext>
            </a:extLst>
          </p:cNvPr>
          <p:cNvSpPr/>
          <p:nvPr/>
        </p:nvSpPr>
        <p:spPr>
          <a:xfrm>
            <a:off x="-12067" y="3660143"/>
            <a:ext cx="12236962" cy="1864672"/>
          </a:xfrm>
          <a:custGeom>
            <a:avLst/>
            <a:gdLst>
              <a:gd name="connsiteX0" fmla="*/ 10363878 w 13269304"/>
              <a:gd name="connsiteY0" fmla="*/ 104 h 3930087"/>
              <a:gd name="connsiteX1" fmla="*/ 12782300 w 13269304"/>
              <a:gd name="connsiteY1" fmla="*/ 1338550 h 3930087"/>
              <a:gd name="connsiteX2" fmla="*/ 13192203 w 13269304"/>
              <a:gd name="connsiteY2" fmla="*/ 1306803 h 3930087"/>
              <a:gd name="connsiteX3" fmla="*/ 13269304 w 13269304"/>
              <a:gd name="connsiteY3" fmla="*/ 1282683 h 3930087"/>
              <a:gd name="connsiteX4" fmla="*/ 13269304 w 13269304"/>
              <a:gd name="connsiteY4" fmla="*/ 3930087 h 3930087"/>
              <a:gd name="connsiteX5" fmla="*/ 0 w 13269304"/>
              <a:gd name="connsiteY5" fmla="*/ 3930087 h 3930087"/>
              <a:gd name="connsiteX6" fmla="*/ 0 w 13269304"/>
              <a:gd name="connsiteY6" fmla="*/ 1743114 h 3930087"/>
              <a:gd name="connsiteX7" fmla="*/ 235991 w 13269304"/>
              <a:gd name="connsiteY7" fmla="*/ 1783857 h 3930087"/>
              <a:gd name="connsiteX8" fmla="*/ 1031297 w 13269304"/>
              <a:gd name="connsiteY8" fmla="*/ 1819278 h 3930087"/>
              <a:gd name="connsiteX9" fmla="*/ 2928580 w 13269304"/>
              <a:gd name="connsiteY9" fmla="*/ 1101728 h 3930087"/>
              <a:gd name="connsiteX10" fmla="*/ 4774814 w 13269304"/>
              <a:gd name="connsiteY10" fmla="*/ 1730378 h 3930087"/>
              <a:gd name="connsiteX11" fmla="*/ 6609447 w 13269304"/>
              <a:gd name="connsiteY11" fmla="*/ 391130 h 3930087"/>
              <a:gd name="connsiteX12" fmla="*/ 8450268 w 13269304"/>
              <a:gd name="connsiteY12" fmla="*/ 1260478 h 3930087"/>
              <a:gd name="connsiteX13" fmla="*/ 10363878 w 13269304"/>
              <a:gd name="connsiteY13" fmla="*/ 104 h 3930087"/>
              <a:gd name="connsiteX0" fmla="*/ 13269304 w 13360744"/>
              <a:gd name="connsiteY0" fmla="*/ 3930087 h 4021527"/>
              <a:gd name="connsiteX1" fmla="*/ 0 w 13360744"/>
              <a:gd name="connsiteY1" fmla="*/ 3930087 h 4021527"/>
              <a:gd name="connsiteX2" fmla="*/ 0 w 13360744"/>
              <a:gd name="connsiteY2" fmla="*/ 1743114 h 4021527"/>
              <a:gd name="connsiteX3" fmla="*/ 235991 w 13360744"/>
              <a:gd name="connsiteY3" fmla="*/ 1783857 h 4021527"/>
              <a:gd name="connsiteX4" fmla="*/ 1031297 w 13360744"/>
              <a:gd name="connsiteY4" fmla="*/ 1819278 h 4021527"/>
              <a:gd name="connsiteX5" fmla="*/ 2928580 w 13360744"/>
              <a:gd name="connsiteY5" fmla="*/ 1101728 h 4021527"/>
              <a:gd name="connsiteX6" fmla="*/ 4774814 w 13360744"/>
              <a:gd name="connsiteY6" fmla="*/ 1730378 h 4021527"/>
              <a:gd name="connsiteX7" fmla="*/ 6609447 w 13360744"/>
              <a:gd name="connsiteY7" fmla="*/ 391130 h 4021527"/>
              <a:gd name="connsiteX8" fmla="*/ 8450268 w 13360744"/>
              <a:gd name="connsiteY8" fmla="*/ 1260478 h 4021527"/>
              <a:gd name="connsiteX9" fmla="*/ 10363878 w 13360744"/>
              <a:gd name="connsiteY9" fmla="*/ 104 h 4021527"/>
              <a:gd name="connsiteX10" fmla="*/ 12782300 w 13360744"/>
              <a:gd name="connsiteY10" fmla="*/ 1338550 h 4021527"/>
              <a:gd name="connsiteX11" fmla="*/ 13192203 w 13360744"/>
              <a:gd name="connsiteY11" fmla="*/ 1306803 h 4021527"/>
              <a:gd name="connsiteX12" fmla="*/ 13269304 w 13360744"/>
              <a:gd name="connsiteY12" fmla="*/ 1282683 h 4021527"/>
              <a:gd name="connsiteX13" fmla="*/ 13360744 w 13360744"/>
              <a:gd name="connsiteY13" fmla="*/ 4021527 h 4021527"/>
              <a:gd name="connsiteX0" fmla="*/ 13269304 w 13269304"/>
              <a:gd name="connsiteY0" fmla="*/ 3930087 h 3930087"/>
              <a:gd name="connsiteX1" fmla="*/ 0 w 13269304"/>
              <a:gd name="connsiteY1" fmla="*/ 3930087 h 3930087"/>
              <a:gd name="connsiteX2" fmla="*/ 0 w 13269304"/>
              <a:gd name="connsiteY2" fmla="*/ 1743114 h 3930087"/>
              <a:gd name="connsiteX3" fmla="*/ 235991 w 13269304"/>
              <a:gd name="connsiteY3" fmla="*/ 1783857 h 3930087"/>
              <a:gd name="connsiteX4" fmla="*/ 1031297 w 13269304"/>
              <a:gd name="connsiteY4" fmla="*/ 1819278 h 3930087"/>
              <a:gd name="connsiteX5" fmla="*/ 2928580 w 13269304"/>
              <a:gd name="connsiteY5" fmla="*/ 1101728 h 3930087"/>
              <a:gd name="connsiteX6" fmla="*/ 4774814 w 13269304"/>
              <a:gd name="connsiteY6" fmla="*/ 1730378 h 3930087"/>
              <a:gd name="connsiteX7" fmla="*/ 6609447 w 13269304"/>
              <a:gd name="connsiteY7" fmla="*/ 391130 h 3930087"/>
              <a:gd name="connsiteX8" fmla="*/ 8450268 w 13269304"/>
              <a:gd name="connsiteY8" fmla="*/ 1260478 h 3930087"/>
              <a:gd name="connsiteX9" fmla="*/ 10363878 w 13269304"/>
              <a:gd name="connsiteY9" fmla="*/ 104 h 3930087"/>
              <a:gd name="connsiteX10" fmla="*/ 12782300 w 13269304"/>
              <a:gd name="connsiteY10" fmla="*/ 1338550 h 3930087"/>
              <a:gd name="connsiteX11" fmla="*/ 13192203 w 13269304"/>
              <a:gd name="connsiteY11" fmla="*/ 1306803 h 3930087"/>
              <a:gd name="connsiteX12" fmla="*/ 13269304 w 13269304"/>
              <a:gd name="connsiteY12" fmla="*/ 1282683 h 3930087"/>
              <a:gd name="connsiteX0" fmla="*/ 0 w 13269304"/>
              <a:gd name="connsiteY0" fmla="*/ 3930087 h 3930087"/>
              <a:gd name="connsiteX1" fmla="*/ 0 w 13269304"/>
              <a:gd name="connsiteY1" fmla="*/ 1743114 h 3930087"/>
              <a:gd name="connsiteX2" fmla="*/ 235991 w 13269304"/>
              <a:gd name="connsiteY2" fmla="*/ 1783857 h 3930087"/>
              <a:gd name="connsiteX3" fmla="*/ 1031297 w 13269304"/>
              <a:gd name="connsiteY3" fmla="*/ 1819278 h 3930087"/>
              <a:gd name="connsiteX4" fmla="*/ 2928580 w 13269304"/>
              <a:gd name="connsiteY4" fmla="*/ 1101728 h 3930087"/>
              <a:gd name="connsiteX5" fmla="*/ 4774814 w 13269304"/>
              <a:gd name="connsiteY5" fmla="*/ 1730378 h 3930087"/>
              <a:gd name="connsiteX6" fmla="*/ 6609447 w 13269304"/>
              <a:gd name="connsiteY6" fmla="*/ 391130 h 3930087"/>
              <a:gd name="connsiteX7" fmla="*/ 8450268 w 13269304"/>
              <a:gd name="connsiteY7" fmla="*/ 1260478 h 3930087"/>
              <a:gd name="connsiteX8" fmla="*/ 10363878 w 13269304"/>
              <a:gd name="connsiteY8" fmla="*/ 104 h 3930087"/>
              <a:gd name="connsiteX9" fmla="*/ 12782300 w 13269304"/>
              <a:gd name="connsiteY9" fmla="*/ 1338550 h 3930087"/>
              <a:gd name="connsiteX10" fmla="*/ 13192203 w 13269304"/>
              <a:gd name="connsiteY10" fmla="*/ 1306803 h 3930087"/>
              <a:gd name="connsiteX11" fmla="*/ 13269304 w 13269304"/>
              <a:gd name="connsiteY11" fmla="*/ 1282683 h 3930087"/>
              <a:gd name="connsiteX0" fmla="*/ 0 w 13269304"/>
              <a:gd name="connsiteY0" fmla="*/ 1743114 h 1831747"/>
              <a:gd name="connsiteX1" fmla="*/ 235991 w 13269304"/>
              <a:gd name="connsiteY1" fmla="*/ 1783857 h 1831747"/>
              <a:gd name="connsiteX2" fmla="*/ 1031297 w 13269304"/>
              <a:gd name="connsiteY2" fmla="*/ 1819278 h 1831747"/>
              <a:gd name="connsiteX3" fmla="*/ 2928580 w 13269304"/>
              <a:gd name="connsiteY3" fmla="*/ 1101728 h 1831747"/>
              <a:gd name="connsiteX4" fmla="*/ 4774814 w 13269304"/>
              <a:gd name="connsiteY4" fmla="*/ 1730378 h 1831747"/>
              <a:gd name="connsiteX5" fmla="*/ 6609447 w 13269304"/>
              <a:gd name="connsiteY5" fmla="*/ 391130 h 1831747"/>
              <a:gd name="connsiteX6" fmla="*/ 8450268 w 13269304"/>
              <a:gd name="connsiteY6" fmla="*/ 1260478 h 1831747"/>
              <a:gd name="connsiteX7" fmla="*/ 10363878 w 13269304"/>
              <a:gd name="connsiteY7" fmla="*/ 104 h 1831747"/>
              <a:gd name="connsiteX8" fmla="*/ 12782300 w 13269304"/>
              <a:gd name="connsiteY8" fmla="*/ 1338550 h 1831747"/>
              <a:gd name="connsiteX9" fmla="*/ 13192203 w 13269304"/>
              <a:gd name="connsiteY9" fmla="*/ 1306803 h 1831747"/>
              <a:gd name="connsiteX10" fmla="*/ 13269304 w 13269304"/>
              <a:gd name="connsiteY10" fmla="*/ 1282683 h 1831747"/>
              <a:gd name="connsiteX0" fmla="*/ 0 w 13192203"/>
              <a:gd name="connsiteY0" fmla="*/ 1743114 h 1831747"/>
              <a:gd name="connsiteX1" fmla="*/ 235991 w 13192203"/>
              <a:gd name="connsiteY1" fmla="*/ 1783857 h 1831747"/>
              <a:gd name="connsiteX2" fmla="*/ 1031297 w 13192203"/>
              <a:gd name="connsiteY2" fmla="*/ 1819278 h 1831747"/>
              <a:gd name="connsiteX3" fmla="*/ 2928580 w 13192203"/>
              <a:gd name="connsiteY3" fmla="*/ 1101728 h 1831747"/>
              <a:gd name="connsiteX4" fmla="*/ 4774814 w 13192203"/>
              <a:gd name="connsiteY4" fmla="*/ 1730378 h 1831747"/>
              <a:gd name="connsiteX5" fmla="*/ 6609447 w 13192203"/>
              <a:gd name="connsiteY5" fmla="*/ 391130 h 1831747"/>
              <a:gd name="connsiteX6" fmla="*/ 8450268 w 13192203"/>
              <a:gd name="connsiteY6" fmla="*/ 1260478 h 1831747"/>
              <a:gd name="connsiteX7" fmla="*/ 10363878 w 13192203"/>
              <a:gd name="connsiteY7" fmla="*/ 104 h 1831747"/>
              <a:gd name="connsiteX8" fmla="*/ 12782300 w 13192203"/>
              <a:gd name="connsiteY8" fmla="*/ 1338550 h 1831747"/>
              <a:gd name="connsiteX9" fmla="*/ 13192203 w 13192203"/>
              <a:gd name="connsiteY9" fmla="*/ 1306803 h 1831747"/>
              <a:gd name="connsiteX0" fmla="*/ 0 w 12782300"/>
              <a:gd name="connsiteY0" fmla="*/ 1743114 h 1831747"/>
              <a:gd name="connsiteX1" fmla="*/ 235991 w 12782300"/>
              <a:gd name="connsiteY1" fmla="*/ 1783857 h 1831747"/>
              <a:gd name="connsiteX2" fmla="*/ 1031297 w 12782300"/>
              <a:gd name="connsiteY2" fmla="*/ 1819278 h 1831747"/>
              <a:gd name="connsiteX3" fmla="*/ 2928580 w 12782300"/>
              <a:gd name="connsiteY3" fmla="*/ 1101728 h 1831747"/>
              <a:gd name="connsiteX4" fmla="*/ 4774814 w 12782300"/>
              <a:gd name="connsiteY4" fmla="*/ 1730378 h 1831747"/>
              <a:gd name="connsiteX5" fmla="*/ 6609447 w 12782300"/>
              <a:gd name="connsiteY5" fmla="*/ 391130 h 1831747"/>
              <a:gd name="connsiteX6" fmla="*/ 8450268 w 12782300"/>
              <a:gd name="connsiteY6" fmla="*/ 1260478 h 1831747"/>
              <a:gd name="connsiteX7" fmla="*/ 10363878 w 12782300"/>
              <a:gd name="connsiteY7" fmla="*/ 104 h 1831747"/>
              <a:gd name="connsiteX8" fmla="*/ 12782300 w 12782300"/>
              <a:gd name="connsiteY8" fmla="*/ 1338550 h 1831747"/>
              <a:gd name="connsiteX0" fmla="*/ 0 w 10363878"/>
              <a:gd name="connsiteY0" fmla="*/ 1743114 h 1831747"/>
              <a:gd name="connsiteX1" fmla="*/ 235991 w 10363878"/>
              <a:gd name="connsiteY1" fmla="*/ 1783857 h 1831747"/>
              <a:gd name="connsiteX2" fmla="*/ 1031297 w 10363878"/>
              <a:gd name="connsiteY2" fmla="*/ 1819278 h 1831747"/>
              <a:gd name="connsiteX3" fmla="*/ 2928580 w 10363878"/>
              <a:gd name="connsiteY3" fmla="*/ 1101728 h 1831747"/>
              <a:gd name="connsiteX4" fmla="*/ 4774814 w 10363878"/>
              <a:gd name="connsiteY4" fmla="*/ 1730378 h 1831747"/>
              <a:gd name="connsiteX5" fmla="*/ 6609447 w 10363878"/>
              <a:gd name="connsiteY5" fmla="*/ 391130 h 1831747"/>
              <a:gd name="connsiteX6" fmla="*/ 8450268 w 10363878"/>
              <a:gd name="connsiteY6" fmla="*/ 1260478 h 1831747"/>
              <a:gd name="connsiteX7" fmla="*/ 10363878 w 10363878"/>
              <a:gd name="connsiteY7" fmla="*/ 104 h 1831747"/>
              <a:gd name="connsiteX0" fmla="*/ 0 w 10127887"/>
              <a:gd name="connsiteY0" fmla="*/ 1783857 h 1831747"/>
              <a:gd name="connsiteX1" fmla="*/ 795306 w 10127887"/>
              <a:gd name="connsiteY1" fmla="*/ 1819278 h 1831747"/>
              <a:gd name="connsiteX2" fmla="*/ 2692589 w 10127887"/>
              <a:gd name="connsiteY2" fmla="*/ 1101728 h 1831747"/>
              <a:gd name="connsiteX3" fmla="*/ 4538823 w 10127887"/>
              <a:gd name="connsiteY3" fmla="*/ 1730378 h 1831747"/>
              <a:gd name="connsiteX4" fmla="*/ 6373456 w 10127887"/>
              <a:gd name="connsiteY4" fmla="*/ 391130 h 1831747"/>
              <a:gd name="connsiteX5" fmla="*/ 8214277 w 10127887"/>
              <a:gd name="connsiteY5" fmla="*/ 1260478 h 1831747"/>
              <a:gd name="connsiteX6" fmla="*/ 10127887 w 10127887"/>
              <a:gd name="connsiteY6" fmla="*/ 104 h 1831747"/>
              <a:gd name="connsiteX0" fmla="*/ 0 w 9916804"/>
              <a:gd name="connsiteY0" fmla="*/ 1816130 h 1881624"/>
              <a:gd name="connsiteX1" fmla="*/ 584223 w 9916804"/>
              <a:gd name="connsiteY1" fmla="*/ 1819278 h 1881624"/>
              <a:gd name="connsiteX2" fmla="*/ 2481506 w 9916804"/>
              <a:gd name="connsiteY2" fmla="*/ 1101728 h 1881624"/>
              <a:gd name="connsiteX3" fmla="*/ 4327740 w 9916804"/>
              <a:gd name="connsiteY3" fmla="*/ 1730378 h 1881624"/>
              <a:gd name="connsiteX4" fmla="*/ 6162373 w 9916804"/>
              <a:gd name="connsiteY4" fmla="*/ 391130 h 1881624"/>
              <a:gd name="connsiteX5" fmla="*/ 8003194 w 9916804"/>
              <a:gd name="connsiteY5" fmla="*/ 1260478 h 1881624"/>
              <a:gd name="connsiteX6" fmla="*/ 9916804 w 9916804"/>
              <a:gd name="connsiteY6" fmla="*/ 104 h 1881624"/>
              <a:gd name="connsiteX0" fmla="*/ 0 w 9570628"/>
              <a:gd name="connsiteY0" fmla="*/ 1794618 h 1860112"/>
              <a:gd name="connsiteX1" fmla="*/ 584223 w 9570628"/>
              <a:gd name="connsiteY1" fmla="*/ 1797766 h 1860112"/>
              <a:gd name="connsiteX2" fmla="*/ 2481506 w 9570628"/>
              <a:gd name="connsiteY2" fmla="*/ 1080216 h 1860112"/>
              <a:gd name="connsiteX3" fmla="*/ 4327740 w 9570628"/>
              <a:gd name="connsiteY3" fmla="*/ 1708866 h 1860112"/>
              <a:gd name="connsiteX4" fmla="*/ 6162373 w 9570628"/>
              <a:gd name="connsiteY4" fmla="*/ 369618 h 1860112"/>
              <a:gd name="connsiteX5" fmla="*/ 8003194 w 9570628"/>
              <a:gd name="connsiteY5" fmla="*/ 1238966 h 1860112"/>
              <a:gd name="connsiteX6" fmla="*/ 9570628 w 9570628"/>
              <a:gd name="connsiteY6" fmla="*/ 107 h 1860112"/>
              <a:gd name="connsiteX0" fmla="*/ 0 w 9604402"/>
              <a:gd name="connsiteY0" fmla="*/ 1805375 h 1864672"/>
              <a:gd name="connsiteX1" fmla="*/ 617997 w 9604402"/>
              <a:gd name="connsiteY1" fmla="*/ 1797766 h 1864672"/>
              <a:gd name="connsiteX2" fmla="*/ 2515280 w 9604402"/>
              <a:gd name="connsiteY2" fmla="*/ 1080216 h 1864672"/>
              <a:gd name="connsiteX3" fmla="*/ 4361514 w 9604402"/>
              <a:gd name="connsiteY3" fmla="*/ 1708866 h 1864672"/>
              <a:gd name="connsiteX4" fmla="*/ 6196147 w 9604402"/>
              <a:gd name="connsiteY4" fmla="*/ 369618 h 1864672"/>
              <a:gd name="connsiteX5" fmla="*/ 8036968 w 9604402"/>
              <a:gd name="connsiteY5" fmla="*/ 1238966 h 1864672"/>
              <a:gd name="connsiteX6" fmla="*/ 9604402 w 9604402"/>
              <a:gd name="connsiteY6" fmla="*/ 107 h 186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4402" h="1864672">
                <a:moveTo>
                  <a:pt x="0" y="1805375"/>
                </a:moveTo>
                <a:cubicBezTo>
                  <a:pt x="275721" y="1846948"/>
                  <a:pt x="198784" y="1918626"/>
                  <a:pt x="617997" y="1797766"/>
                </a:cubicBezTo>
                <a:cubicBezTo>
                  <a:pt x="1037210" y="1676906"/>
                  <a:pt x="1891361" y="1095033"/>
                  <a:pt x="2515280" y="1080216"/>
                </a:cubicBezTo>
                <a:cubicBezTo>
                  <a:pt x="3139200" y="1065399"/>
                  <a:pt x="3748037" y="1827299"/>
                  <a:pt x="4361514" y="1708866"/>
                </a:cubicBezTo>
                <a:cubicBezTo>
                  <a:pt x="4974992" y="1590433"/>
                  <a:pt x="5583571" y="447935"/>
                  <a:pt x="6196147" y="369618"/>
                </a:cubicBezTo>
                <a:cubicBezTo>
                  <a:pt x="6808722" y="291301"/>
                  <a:pt x="7411230" y="1304137"/>
                  <a:pt x="8036968" y="1238966"/>
                </a:cubicBezTo>
                <a:cubicBezTo>
                  <a:pt x="8662706" y="1173795"/>
                  <a:pt x="8882396" y="-12904"/>
                  <a:pt x="9604402" y="107"/>
                </a:cubicBezTo>
              </a:path>
            </a:pathLst>
          </a:custGeom>
          <a:noFill/>
          <a:ln w="190500" cap="rnd">
            <a:gradFill flip="none" rotWithShape="1">
              <a:gsLst>
                <a:gs pos="0">
                  <a:schemeClr val="accent1">
                    <a:lumMod val="20000"/>
                    <a:lumOff val="80000"/>
                  </a:schemeClr>
                </a:gs>
                <a:gs pos="100000">
                  <a:schemeClr val="accent1">
                    <a:lumMod val="75000"/>
                  </a:schemeClr>
                </a:gs>
              </a:gsLst>
              <a:lin ang="0" scaled="1"/>
              <a:tileRect/>
            </a:gradFill>
            <a:round/>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7">
            <a:extLst>
              <a:ext uri="{FF2B5EF4-FFF2-40B4-BE49-F238E27FC236}">
                <a16:creationId xmlns:a16="http://schemas.microsoft.com/office/drawing/2014/main" id="{630058CB-F7E7-1606-2F55-E18AFC1FB804}"/>
              </a:ext>
            </a:extLst>
          </p:cNvPr>
          <p:cNvSpPr/>
          <p:nvPr/>
        </p:nvSpPr>
        <p:spPr>
          <a:xfrm>
            <a:off x="816947" y="5126523"/>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8">
            <a:extLst>
              <a:ext uri="{FF2B5EF4-FFF2-40B4-BE49-F238E27FC236}">
                <a16:creationId xmlns:a16="http://schemas.microsoft.com/office/drawing/2014/main" id="{3711BE19-89F4-D053-9036-C069A95C9EE3}"/>
              </a:ext>
            </a:extLst>
          </p:cNvPr>
          <p:cNvSpPr/>
          <p:nvPr/>
        </p:nvSpPr>
        <p:spPr>
          <a:xfrm>
            <a:off x="947004" y="5256580"/>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Line">
            <a:extLst>
              <a:ext uri="{FF2B5EF4-FFF2-40B4-BE49-F238E27FC236}">
                <a16:creationId xmlns:a16="http://schemas.microsoft.com/office/drawing/2014/main" id="{96B44138-CA14-94F3-12C8-53171818CD1A}"/>
              </a:ext>
            </a:extLst>
          </p:cNvPr>
          <p:cNvSpPr/>
          <p:nvPr/>
        </p:nvSpPr>
        <p:spPr>
          <a:xfrm>
            <a:off x="3139568" y="2369351"/>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稿定-9">
            <a:extLst>
              <a:ext uri="{FF2B5EF4-FFF2-40B4-BE49-F238E27FC236}">
                <a16:creationId xmlns:a16="http://schemas.microsoft.com/office/drawing/2014/main" id="{B5D6E7E6-B7E0-12F0-F2CD-ACF735CC80CF}"/>
              </a:ext>
            </a:extLst>
          </p:cNvPr>
          <p:cNvSpPr/>
          <p:nvPr/>
        </p:nvSpPr>
        <p:spPr>
          <a:xfrm flipH="1">
            <a:off x="3139566" y="2239050"/>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稿定-31">
            <a:extLst>
              <a:ext uri="{FF2B5EF4-FFF2-40B4-BE49-F238E27FC236}">
                <a16:creationId xmlns:a16="http://schemas.microsoft.com/office/drawing/2014/main" id="{6035E390-63A0-BB04-AC0E-61D7BD21BEA0}"/>
              </a:ext>
            </a:extLst>
          </p:cNvPr>
          <p:cNvSpPr/>
          <p:nvPr/>
        </p:nvSpPr>
        <p:spPr>
          <a:xfrm flipH="1">
            <a:off x="3216192" y="2636750"/>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gaoding-7">
            <a:extLst>
              <a:ext uri="{FF2B5EF4-FFF2-40B4-BE49-F238E27FC236}">
                <a16:creationId xmlns:a16="http://schemas.microsoft.com/office/drawing/2014/main" id="{56B30FA1-D5F6-08A1-EFEB-40F3A3E73ECB}"/>
              </a:ext>
            </a:extLst>
          </p:cNvPr>
          <p:cNvSpPr/>
          <p:nvPr/>
        </p:nvSpPr>
        <p:spPr>
          <a:xfrm>
            <a:off x="2881277" y="4456791"/>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gaoding-8">
            <a:extLst>
              <a:ext uri="{FF2B5EF4-FFF2-40B4-BE49-F238E27FC236}">
                <a16:creationId xmlns:a16="http://schemas.microsoft.com/office/drawing/2014/main" id="{E05337C7-7FD4-14FE-7B94-C1DB2B6DA3F9}"/>
              </a:ext>
            </a:extLst>
          </p:cNvPr>
          <p:cNvSpPr/>
          <p:nvPr/>
        </p:nvSpPr>
        <p:spPr>
          <a:xfrm>
            <a:off x="3011334" y="4586848"/>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Line">
            <a:extLst>
              <a:ext uri="{FF2B5EF4-FFF2-40B4-BE49-F238E27FC236}">
                <a16:creationId xmlns:a16="http://schemas.microsoft.com/office/drawing/2014/main" id="{51CF568C-C9BA-6117-50AE-BAC5B7A27AD7}"/>
              </a:ext>
            </a:extLst>
          </p:cNvPr>
          <p:cNvSpPr/>
          <p:nvPr/>
        </p:nvSpPr>
        <p:spPr>
          <a:xfrm>
            <a:off x="5388122" y="3039083"/>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稿定-9">
            <a:extLst>
              <a:ext uri="{FF2B5EF4-FFF2-40B4-BE49-F238E27FC236}">
                <a16:creationId xmlns:a16="http://schemas.microsoft.com/office/drawing/2014/main" id="{996AF2E9-D578-FFDF-62CD-1999AD8CFCAF}"/>
              </a:ext>
            </a:extLst>
          </p:cNvPr>
          <p:cNvSpPr/>
          <p:nvPr/>
        </p:nvSpPr>
        <p:spPr>
          <a:xfrm flipH="1">
            <a:off x="5388120" y="2908782"/>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稿定-31">
            <a:extLst>
              <a:ext uri="{FF2B5EF4-FFF2-40B4-BE49-F238E27FC236}">
                <a16:creationId xmlns:a16="http://schemas.microsoft.com/office/drawing/2014/main" id="{64C40BEC-96C0-923D-521A-28FC481D9D31}"/>
              </a:ext>
            </a:extLst>
          </p:cNvPr>
          <p:cNvSpPr/>
          <p:nvPr/>
        </p:nvSpPr>
        <p:spPr>
          <a:xfrm flipH="1">
            <a:off x="5464746" y="3306482"/>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gaoding-7">
            <a:extLst>
              <a:ext uri="{FF2B5EF4-FFF2-40B4-BE49-F238E27FC236}">
                <a16:creationId xmlns:a16="http://schemas.microsoft.com/office/drawing/2014/main" id="{905EF258-5E84-9D4B-10AE-87536C0FD8A4}"/>
              </a:ext>
            </a:extLst>
          </p:cNvPr>
          <p:cNvSpPr/>
          <p:nvPr/>
        </p:nvSpPr>
        <p:spPr>
          <a:xfrm>
            <a:off x="5129831" y="5126523"/>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gaoding-8">
            <a:extLst>
              <a:ext uri="{FF2B5EF4-FFF2-40B4-BE49-F238E27FC236}">
                <a16:creationId xmlns:a16="http://schemas.microsoft.com/office/drawing/2014/main" id="{12C6C0F9-7B22-D99B-2B03-79371F51297F}"/>
              </a:ext>
            </a:extLst>
          </p:cNvPr>
          <p:cNvSpPr/>
          <p:nvPr/>
        </p:nvSpPr>
        <p:spPr>
          <a:xfrm>
            <a:off x="5259888" y="5256580"/>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Line">
            <a:extLst>
              <a:ext uri="{FF2B5EF4-FFF2-40B4-BE49-F238E27FC236}">
                <a16:creationId xmlns:a16="http://schemas.microsoft.com/office/drawing/2014/main" id="{39B6919E-B955-9AE4-75C9-BF2DF387835E}"/>
              </a:ext>
            </a:extLst>
          </p:cNvPr>
          <p:cNvSpPr/>
          <p:nvPr/>
        </p:nvSpPr>
        <p:spPr>
          <a:xfrm>
            <a:off x="7894967" y="1642552"/>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稿定-9">
            <a:extLst>
              <a:ext uri="{FF2B5EF4-FFF2-40B4-BE49-F238E27FC236}">
                <a16:creationId xmlns:a16="http://schemas.microsoft.com/office/drawing/2014/main" id="{A3948486-4567-1B5B-4CE9-04226E10670F}"/>
              </a:ext>
            </a:extLst>
          </p:cNvPr>
          <p:cNvSpPr/>
          <p:nvPr/>
        </p:nvSpPr>
        <p:spPr>
          <a:xfrm flipH="1">
            <a:off x="7894965" y="1512251"/>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稿定-31">
            <a:extLst>
              <a:ext uri="{FF2B5EF4-FFF2-40B4-BE49-F238E27FC236}">
                <a16:creationId xmlns:a16="http://schemas.microsoft.com/office/drawing/2014/main" id="{65800BBE-27E0-A06E-160C-EAEE4F558A6F}"/>
              </a:ext>
            </a:extLst>
          </p:cNvPr>
          <p:cNvSpPr/>
          <p:nvPr/>
        </p:nvSpPr>
        <p:spPr>
          <a:xfrm flipH="1">
            <a:off x="7971591" y="1909951"/>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gaoding-7">
            <a:extLst>
              <a:ext uri="{FF2B5EF4-FFF2-40B4-BE49-F238E27FC236}">
                <a16:creationId xmlns:a16="http://schemas.microsoft.com/office/drawing/2014/main" id="{30694929-66E8-126B-7B35-CE19EF852F8F}"/>
              </a:ext>
            </a:extLst>
          </p:cNvPr>
          <p:cNvSpPr/>
          <p:nvPr/>
        </p:nvSpPr>
        <p:spPr>
          <a:xfrm>
            <a:off x="7636676" y="3729992"/>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gaoding-8">
            <a:extLst>
              <a:ext uri="{FF2B5EF4-FFF2-40B4-BE49-F238E27FC236}">
                <a16:creationId xmlns:a16="http://schemas.microsoft.com/office/drawing/2014/main" id="{AA955AB2-4C1D-4F49-6BF6-73EE392238F2}"/>
              </a:ext>
            </a:extLst>
          </p:cNvPr>
          <p:cNvSpPr/>
          <p:nvPr/>
        </p:nvSpPr>
        <p:spPr>
          <a:xfrm>
            <a:off x="7766732" y="3860049"/>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Line">
            <a:extLst>
              <a:ext uri="{FF2B5EF4-FFF2-40B4-BE49-F238E27FC236}">
                <a16:creationId xmlns:a16="http://schemas.microsoft.com/office/drawing/2014/main" id="{4B5FCFE0-324C-312F-A066-66312238761C}"/>
              </a:ext>
            </a:extLst>
          </p:cNvPr>
          <p:cNvSpPr/>
          <p:nvPr/>
        </p:nvSpPr>
        <p:spPr>
          <a:xfrm>
            <a:off x="10148690" y="2532840"/>
            <a:ext cx="0" cy="2178106"/>
          </a:xfrm>
          <a:prstGeom prst="line">
            <a:avLst/>
          </a:prstGeom>
          <a:ln w="6350">
            <a:solidFill>
              <a:schemeClr val="accent1">
                <a:lumMod val="95000"/>
                <a:lumOff val="5000"/>
              </a:schemeClr>
            </a:solidFill>
            <a:custDash>
              <a:ds d="200000" sp="200000"/>
            </a:custDash>
            <a:miter lim="400000"/>
          </a:ln>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稿定-9">
            <a:extLst>
              <a:ext uri="{FF2B5EF4-FFF2-40B4-BE49-F238E27FC236}">
                <a16:creationId xmlns:a16="http://schemas.microsoft.com/office/drawing/2014/main" id="{E5B83642-227A-5F99-9134-76B5A879CB8D}"/>
              </a:ext>
            </a:extLst>
          </p:cNvPr>
          <p:cNvSpPr/>
          <p:nvPr/>
        </p:nvSpPr>
        <p:spPr>
          <a:xfrm flipH="1">
            <a:off x="10148688" y="2402539"/>
            <a:ext cx="1059853"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稿定-31">
            <a:extLst>
              <a:ext uri="{FF2B5EF4-FFF2-40B4-BE49-F238E27FC236}">
                <a16:creationId xmlns:a16="http://schemas.microsoft.com/office/drawing/2014/main" id="{0904E38B-6699-FE34-027A-AC807F51E13C}"/>
              </a:ext>
            </a:extLst>
          </p:cNvPr>
          <p:cNvSpPr/>
          <p:nvPr/>
        </p:nvSpPr>
        <p:spPr>
          <a:xfrm flipH="1">
            <a:off x="10225314" y="2800239"/>
            <a:ext cx="1490431" cy="39722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gaoding-7">
            <a:extLst>
              <a:ext uri="{FF2B5EF4-FFF2-40B4-BE49-F238E27FC236}">
                <a16:creationId xmlns:a16="http://schemas.microsoft.com/office/drawing/2014/main" id="{19E8C7EB-4029-E719-7F5E-B33CFE4918C3}"/>
              </a:ext>
            </a:extLst>
          </p:cNvPr>
          <p:cNvSpPr/>
          <p:nvPr/>
        </p:nvSpPr>
        <p:spPr>
          <a:xfrm>
            <a:off x="9890399" y="4620280"/>
            <a:ext cx="506243" cy="506243"/>
          </a:xfrm>
          <a:prstGeom prst="ellipse">
            <a:avLst/>
          </a:prstGeom>
          <a:solidFill>
            <a:schemeClr val="bg1">
              <a:lumMod val="95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gaoding-8">
            <a:extLst>
              <a:ext uri="{FF2B5EF4-FFF2-40B4-BE49-F238E27FC236}">
                <a16:creationId xmlns:a16="http://schemas.microsoft.com/office/drawing/2014/main" id="{2EA84F01-62C8-77F7-A8A5-FDAE6E303A68}"/>
              </a:ext>
            </a:extLst>
          </p:cNvPr>
          <p:cNvSpPr/>
          <p:nvPr/>
        </p:nvSpPr>
        <p:spPr>
          <a:xfrm>
            <a:off x="10020456" y="4750337"/>
            <a:ext cx="246129" cy="246129"/>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60079676-526B-1D64-0A53-169C9280C3F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9" name="矩形 8">
            <a:extLst>
              <a:ext uri="{FF2B5EF4-FFF2-40B4-BE49-F238E27FC236}">
                <a16:creationId xmlns:a16="http://schemas.microsoft.com/office/drawing/2014/main" id="{F7CBF48B-0655-07F0-3828-7D29D85A6BA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9DA39DD0-C7DB-1BA8-6E30-1F252860575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57D5BAA8-A41D-4C12-2505-233247E03E77}"/>
              </a:ext>
            </a:extLst>
          </p:cNvPr>
          <p:cNvSpPr txBox="1"/>
          <p:nvPr/>
        </p:nvSpPr>
        <p:spPr>
          <a:xfrm>
            <a:off x="665845" y="5721298"/>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01</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68E78BF1-E0D1-248B-1CB2-86EB5EF96353}"/>
              </a:ext>
            </a:extLst>
          </p:cNvPr>
          <p:cNvSpPr txBox="1"/>
          <p:nvPr/>
        </p:nvSpPr>
        <p:spPr>
          <a:xfrm>
            <a:off x="2710975" y="5074967"/>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02</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0ACBA863-A1EA-7DEA-8410-B46B57955807}"/>
              </a:ext>
            </a:extLst>
          </p:cNvPr>
          <p:cNvSpPr txBox="1"/>
          <p:nvPr/>
        </p:nvSpPr>
        <p:spPr>
          <a:xfrm>
            <a:off x="7365765" y="4364009"/>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04</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16E20835-C440-52B9-7DD6-FB7DD1B5874F}"/>
              </a:ext>
            </a:extLst>
          </p:cNvPr>
          <p:cNvSpPr txBox="1"/>
          <p:nvPr/>
        </p:nvSpPr>
        <p:spPr>
          <a:xfrm>
            <a:off x="9676151" y="5232145"/>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05</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12" name="文本框 11">
            <a:extLst>
              <a:ext uri="{FF2B5EF4-FFF2-40B4-BE49-F238E27FC236}">
                <a16:creationId xmlns:a16="http://schemas.microsoft.com/office/drawing/2014/main" id="{32111797-B2A1-5C93-3402-611C7B22216E}"/>
              </a:ext>
            </a:extLst>
          </p:cNvPr>
          <p:cNvSpPr txBox="1"/>
          <p:nvPr/>
        </p:nvSpPr>
        <p:spPr>
          <a:xfrm>
            <a:off x="4954789" y="5721297"/>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03</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grpSp>
        <p:nvGrpSpPr>
          <p:cNvPr id="66" name="组合 65">
            <a:extLst>
              <a:ext uri="{FF2B5EF4-FFF2-40B4-BE49-F238E27FC236}">
                <a16:creationId xmlns:a16="http://schemas.microsoft.com/office/drawing/2014/main" id="{D919E159-8CA1-440C-FBC4-FF57543FDE51}"/>
              </a:ext>
            </a:extLst>
          </p:cNvPr>
          <p:cNvGrpSpPr/>
          <p:nvPr/>
        </p:nvGrpSpPr>
        <p:grpSpPr>
          <a:xfrm>
            <a:off x="1193133" y="3820480"/>
            <a:ext cx="1100250" cy="205913"/>
            <a:chOff x="1692217" y="4060404"/>
            <a:chExt cx="1357519" cy="254061"/>
          </a:xfrm>
        </p:grpSpPr>
        <p:grpSp>
          <p:nvGrpSpPr>
            <p:cNvPr id="13" name="图形 2">
              <a:extLst>
                <a:ext uri="{FF2B5EF4-FFF2-40B4-BE49-F238E27FC236}">
                  <a16:creationId xmlns:a16="http://schemas.microsoft.com/office/drawing/2014/main" id="{5522C61A-7D64-7C17-189F-7E80F5052DC3}"/>
                </a:ext>
              </a:extLst>
            </p:cNvPr>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4" name="任意多边形: 形状 13">
                <a:extLst>
                  <a:ext uri="{FF2B5EF4-FFF2-40B4-BE49-F238E27FC236}">
                    <a16:creationId xmlns:a16="http://schemas.microsoft.com/office/drawing/2014/main" id="{E17A8926-84F8-806C-16E1-F79117E3BD9F}"/>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5" name="图形 2">
                <a:extLst>
                  <a:ext uri="{FF2B5EF4-FFF2-40B4-BE49-F238E27FC236}">
                    <a16:creationId xmlns:a16="http://schemas.microsoft.com/office/drawing/2014/main" id="{FFCCED78-E058-C08C-FD83-C50FCD4410CE}"/>
                  </a:ext>
                </a:extLst>
              </p:cNvPr>
              <p:cNvGrpSpPr/>
              <p:nvPr/>
            </p:nvGrpSpPr>
            <p:grpSpPr>
              <a:xfrm>
                <a:off x="3451323" y="2167779"/>
                <a:ext cx="306389" cy="125535"/>
                <a:chOff x="3451323" y="2167779"/>
                <a:chExt cx="306389" cy="125535"/>
              </a:xfrm>
              <a:grpFill/>
            </p:grpSpPr>
            <p:sp>
              <p:nvSpPr>
                <p:cNvPr id="44" name="任意多边形: 形状 43">
                  <a:extLst>
                    <a:ext uri="{FF2B5EF4-FFF2-40B4-BE49-F238E27FC236}">
                      <a16:creationId xmlns:a16="http://schemas.microsoft.com/office/drawing/2014/main" id="{37623114-11D2-D6D9-5C08-7BDB370C71F4}"/>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45" name="任意多边形: 形状 44">
                  <a:extLst>
                    <a:ext uri="{FF2B5EF4-FFF2-40B4-BE49-F238E27FC236}">
                      <a16:creationId xmlns:a16="http://schemas.microsoft.com/office/drawing/2014/main" id="{AC116276-E786-ABC4-65FE-C9A7CE57CBDD}"/>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71C7F369-A533-70E8-6983-CBA5DA8A6D67}"/>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53" name="图形 2">
              <a:extLst>
                <a:ext uri="{FF2B5EF4-FFF2-40B4-BE49-F238E27FC236}">
                  <a16:creationId xmlns:a16="http://schemas.microsoft.com/office/drawing/2014/main" id="{EA0080B6-156F-61BA-B09E-6221B1CE500D}"/>
                </a:ext>
              </a:extLst>
            </p:cNvPr>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54" name="任意多边形: 形状 53">
                <a:extLst>
                  <a:ext uri="{FF2B5EF4-FFF2-40B4-BE49-F238E27FC236}">
                    <a16:creationId xmlns:a16="http://schemas.microsoft.com/office/drawing/2014/main" id="{0A6998BF-8986-B9DC-8373-312578EA9B41}"/>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55" name="任意多边形: 形状 54">
                <a:extLst>
                  <a:ext uri="{FF2B5EF4-FFF2-40B4-BE49-F238E27FC236}">
                    <a16:creationId xmlns:a16="http://schemas.microsoft.com/office/drawing/2014/main" id="{3BE212EC-42EF-D1FF-3046-079D13DB44E4}"/>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56" name="任意多边形: 形状 55">
                <a:extLst>
                  <a:ext uri="{FF2B5EF4-FFF2-40B4-BE49-F238E27FC236}">
                    <a16:creationId xmlns:a16="http://schemas.microsoft.com/office/drawing/2014/main" id="{66682187-725B-1D31-77FC-686EF190D8DE}"/>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57" name="任意多边形: 形状 56">
                <a:extLst>
                  <a:ext uri="{FF2B5EF4-FFF2-40B4-BE49-F238E27FC236}">
                    <a16:creationId xmlns:a16="http://schemas.microsoft.com/office/drawing/2014/main" id="{5D0CE4C7-05D3-5772-F6EE-12BCBFFB5DF3}"/>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58" name="任意多边形: 形状 57">
                <a:extLst>
                  <a:ext uri="{FF2B5EF4-FFF2-40B4-BE49-F238E27FC236}">
                    <a16:creationId xmlns:a16="http://schemas.microsoft.com/office/drawing/2014/main" id="{9DC6ADAF-644E-6DD3-3063-745A30C5DCEC}"/>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59" name="组合 58">
              <a:extLst>
                <a:ext uri="{FF2B5EF4-FFF2-40B4-BE49-F238E27FC236}">
                  <a16:creationId xmlns:a16="http://schemas.microsoft.com/office/drawing/2014/main" id="{C8DEAB58-1D43-CD9E-FEB0-79447B3ABF88}"/>
                </a:ext>
              </a:extLst>
            </p:cNvPr>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60" name="任意多边形: 形状 59">
                <a:extLst>
                  <a:ext uri="{FF2B5EF4-FFF2-40B4-BE49-F238E27FC236}">
                    <a16:creationId xmlns:a16="http://schemas.microsoft.com/office/drawing/2014/main" id="{AF855910-EEA2-3161-96AA-C5CD85315161}"/>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61" name="任意多边形: 形状 60">
                <a:extLst>
                  <a:ext uri="{FF2B5EF4-FFF2-40B4-BE49-F238E27FC236}">
                    <a16:creationId xmlns:a16="http://schemas.microsoft.com/office/drawing/2014/main" id="{A3EDE108-A9A6-E4CE-065E-AC2B98456818}"/>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62" name="任意多边形: 形状 61">
                <a:extLst>
                  <a:ext uri="{FF2B5EF4-FFF2-40B4-BE49-F238E27FC236}">
                    <a16:creationId xmlns:a16="http://schemas.microsoft.com/office/drawing/2014/main" id="{9AC826F0-4B97-9BC4-84E7-8B56AF1C6C89}"/>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63" name="任意多边形: 形状 62">
                <a:extLst>
                  <a:ext uri="{FF2B5EF4-FFF2-40B4-BE49-F238E27FC236}">
                    <a16:creationId xmlns:a16="http://schemas.microsoft.com/office/drawing/2014/main" id="{B3F6038A-1183-F8CD-E050-13E466FD8C5F}"/>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64" name="call-answer_17216">
              <a:extLst>
                <a:ext uri="{FF2B5EF4-FFF2-40B4-BE49-F238E27FC236}">
                  <a16:creationId xmlns:a16="http://schemas.microsoft.com/office/drawing/2014/main" id="{D48472CF-1311-0F4E-B688-7DD682A2E854}"/>
                </a:ext>
              </a:extLst>
            </p:cNvPr>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7" name="组合 66">
            <a:extLst>
              <a:ext uri="{FF2B5EF4-FFF2-40B4-BE49-F238E27FC236}">
                <a16:creationId xmlns:a16="http://schemas.microsoft.com/office/drawing/2014/main" id="{EC528F1E-CE96-484F-D0D8-56A109A6030B}"/>
              </a:ext>
            </a:extLst>
          </p:cNvPr>
          <p:cNvGrpSpPr/>
          <p:nvPr/>
        </p:nvGrpSpPr>
        <p:grpSpPr>
          <a:xfrm>
            <a:off x="5518488" y="3820480"/>
            <a:ext cx="1100250" cy="205913"/>
            <a:chOff x="1692217" y="4060404"/>
            <a:chExt cx="1357519" cy="254061"/>
          </a:xfrm>
        </p:grpSpPr>
        <p:grpSp>
          <p:nvGrpSpPr>
            <p:cNvPr id="68" name="图形 2">
              <a:extLst>
                <a:ext uri="{FF2B5EF4-FFF2-40B4-BE49-F238E27FC236}">
                  <a16:creationId xmlns:a16="http://schemas.microsoft.com/office/drawing/2014/main" id="{E9A336EC-4A45-B3E5-4337-1DE3C64CDEB7}"/>
                </a:ext>
              </a:extLst>
            </p:cNvPr>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81" name="任意多边形: 形状 80">
                <a:extLst>
                  <a:ext uri="{FF2B5EF4-FFF2-40B4-BE49-F238E27FC236}">
                    <a16:creationId xmlns:a16="http://schemas.microsoft.com/office/drawing/2014/main" id="{8DD86CFD-2766-39BF-EEF4-D930FD0EAEA7}"/>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82" name="图形 2">
                <a:extLst>
                  <a:ext uri="{FF2B5EF4-FFF2-40B4-BE49-F238E27FC236}">
                    <a16:creationId xmlns:a16="http://schemas.microsoft.com/office/drawing/2014/main" id="{0F995E4F-968E-AEFC-95B5-33A005D53937}"/>
                  </a:ext>
                </a:extLst>
              </p:cNvPr>
              <p:cNvGrpSpPr/>
              <p:nvPr/>
            </p:nvGrpSpPr>
            <p:grpSpPr>
              <a:xfrm>
                <a:off x="3451323" y="2167779"/>
                <a:ext cx="306389" cy="125535"/>
                <a:chOff x="3451323" y="2167779"/>
                <a:chExt cx="306389" cy="125535"/>
              </a:xfrm>
              <a:grpFill/>
            </p:grpSpPr>
            <p:sp>
              <p:nvSpPr>
                <p:cNvPr id="83" name="任意多边形: 形状 82">
                  <a:extLst>
                    <a:ext uri="{FF2B5EF4-FFF2-40B4-BE49-F238E27FC236}">
                      <a16:creationId xmlns:a16="http://schemas.microsoft.com/office/drawing/2014/main" id="{53B92170-66EA-BF28-7D1D-BCD796C6187C}"/>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1C4C0241-C541-8D34-C4DF-C04DF3AAF0D6}"/>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CA6D96D7-49D0-6A90-C379-D1CB1210FD98}"/>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69" name="图形 2">
              <a:extLst>
                <a:ext uri="{FF2B5EF4-FFF2-40B4-BE49-F238E27FC236}">
                  <a16:creationId xmlns:a16="http://schemas.microsoft.com/office/drawing/2014/main" id="{12FD41F6-EAE9-1004-28E1-4E325C9170EC}"/>
                </a:ext>
              </a:extLst>
            </p:cNvPr>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76" name="任意多边形: 形状 75">
                <a:extLst>
                  <a:ext uri="{FF2B5EF4-FFF2-40B4-BE49-F238E27FC236}">
                    <a16:creationId xmlns:a16="http://schemas.microsoft.com/office/drawing/2014/main" id="{1510A2B2-9721-A0B2-62E2-E11A179D8923}"/>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37376FD2-71EE-1E24-BC8A-A4BBCE5C55D3}"/>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AD3DC2D8-0F86-8D91-38C9-0C5A39928450}"/>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D0FC1C1C-438A-7D7C-9BE0-11A442DC00A6}"/>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80" name="任意多边形: 形状 79">
                <a:extLst>
                  <a:ext uri="{FF2B5EF4-FFF2-40B4-BE49-F238E27FC236}">
                    <a16:creationId xmlns:a16="http://schemas.microsoft.com/office/drawing/2014/main" id="{71437199-2228-3C6D-5A7D-FCA4C2A4B2CA}"/>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70" name="组合 69">
              <a:extLst>
                <a:ext uri="{FF2B5EF4-FFF2-40B4-BE49-F238E27FC236}">
                  <a16:creationId xmlns:a16="http://schemas.microsoft.com/office/drawing/2014/main" id="{C8EDC83C-F1EE-D4DD-B79B-475CD6B6F140}"/>
                </a:ext>
              </a:extLst>
            </p:cNvPr>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72" name="任意多边形: 形状 71">
                <a:extLst>
                  <a:ext uri="{FF2B5EF4-FFF2-40B4-BE49-F238E27FC236}">
                    <a16:creationId xmlns:a16="http://schemas.microsoft.com/office/drawing/2014/main" id="{9215618A-DEA5-C196-25E3-EDF67FE7044D}"/>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73" name="任意多边形: 形状 72">
                <a:extLst>
                  <a:ext uri="{FF2B5EF4-FFF2-40B4-BE49-F238E27FC236}">
                    <a16:creationId xmlns:a16="http://schemas.microsoft.com/office/drawing/2014/main" id="{2B8F12C9-8AD5-931C-994A-B59A2718DB84}"/>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74" name="任意多边形: 形状 73">
                <a:extLst>
                  <a:ext uri="{FF2B5EF4-FFF2-40B4-BE49-F238E27FC236}">
                    <a16:creationId xmlns:a16="http://schemas.microsoft.com/office/drawing/2014/main" id="{269E696C-FF06-8105-D5E1-CC081652767A}"/>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FD03190F-3D96-0ABF-A552-33B4CEDC8689}"/>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71" name="call-answer_17216">
              <a:extLst>
                <a:ext uri="{FF2B5EF4-FFF2-40B4-BE49-F238E27FC236}">
                  <a16:creationId xmlns:a16="http://schemas.microsoft.com/office/drawing/2014/main" id="{4E645BA4-A857-98B5-3D39-EF4BDC639176}"/>
                </a:ext>
              </a:extLst>
            </p:cNvPr>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6" name="组合 85">
            <a:extLst>
              <a:ext uri="{FF2B5EF4-FFF2-40B4-BE49-F238E27FC236}">
                <a16:creationId xmlns:a16="http://schemas.microsoft.com/office/drawing/2014/main" id="{2002C782-0DED-AFAC-E028-4EBAA37F1D0A}"/>
              </a:ext>
            </a:extLst>
          </p:cNvPr>
          <p:cNvGrpSpPr/>
          <p:nvPr/>
        </p:nvGrpSpPr>
        <p:grpSpPr>
          <a:xfrm>
            <a:off x="3245545" y="3188336"/>
            <a:ext cx="1100250" cy="205913"/>
            <a:chOff x="1692217" y="4060404"/>
            <a:chExt cx="1357519" cy="254061"/>
          </a:xfrm>
        </p:grpSpPr>
        <p:grpSp>
          <p:nvGrpSpPr>
            <p:cNvPr id="87" name="图形 2">
              <a:extLst>
                <a:ext uri="{FF2B5EF4-FFF2-40B4-BE49-F238E27FC236}">
                  <a16:creationId xmlns:a16="http://schemas.microsoft.com/office/drawing/2014/main" id="{2ACDB468-A749-F33E-06D9-B482BBD7D357}"/>
                </a:ext>
              </a:extLst>
            </p:cNvPr>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00" name="任意多边形: 形状 99">
                <a:extLst>
                  <a:ext uri="{FF2B5EF4-FFF2-40B4-BE49-F238E27FC236}">
                    <a16:creationId xmlns:a16="http://schemas.microsoft.com/office/drawing/2014/main" id="{BD8C0BB1-D8B1-1152-BEBF-FCEAADB560D3}"/>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01" name="图形 2">
                <a:extLst>
                  <a:ext uri="{FF2B5EF4-FFF2-40B4-BE49-F238E27FC236}">
                    <a16:creationId xmlns:a16="http://schemas.microsoft.com/office/drawing/2014/main" id="{3E8152EC-AAE6-D667-164F-059AAF1EE491}"/>
                  </a:ext>
                </a:extLst>
              </p:cNvPr>
              <p:cNvGrpSpPr/>
              <p:nvPr/>
            </p:nvGrpSpPr>
            <p:grpSpPr>
              <a:xfrm>
                <a:off x="3451323" y="2167779"/>
                <a:ext cx="306389" cy="125535"/>
                <a:chOff x="3451323" y="2167779"/>
                <a:chExt cx="306389" cy="125535"/>
              </a:xfrm>
              <a:grpFill/>
            </p:grpSpPr>
            <p:sp>
              <p:nvSpPr>
                <p:cNvPr id="102" name="任意多边形: 形状 101">
                  <a:extLst>
                    <a:ext uri="{FF2B5EF4-FFF2-40B4-BE49-F238E27FC236}">
                      <a16:creationId xmlns:a16="http://schemas.microsoft.com/office/drawing/2014/main" id="{289E80FD-5CB2-22FB-592C-2E4129AD5895}"/>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03" name="任意多边形: 形状 102">
                  <a:extLst>
                    <a:ext uri="{FF2B5EF4-FFF2-40B4-BE49-F238E27FC236}">
                      <a16:creationId xmlns:a16="http://schemas.microsoft.com/office/drawing/2014/main" id="{8A3B318E-3CB1-A800-7720-4CB21CC29E91}"/>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04" name="任意多边形: 形状 103">
                  <a:extLst>
                    <a:ext uri="{FF2B5EF4-FFF2-40B4-BE49-F238E27FC236}">
                      <a16:creationId xmlns:a16="http://schemas.microsoft.com/office/drawing/2014/main" id="{A09CC0EE-15E3-A2E7-AE1A-9FDB6BDE5D31}"/>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88" name="图形 2">
              <a:extLst>
                <a:ext uri="{FF2B5EF4-FFF2-40B4-BE49-F238E27FC236}">
                  <a16:creationId xmlns:a16="http://schemas.microsoft.com/office/drawing/2014/main" id="{81B52D4D-0769-8B86-F87A-6B97658752A7}"/>
                </a:ext>
              </a:extLst>
            </p:cNvPr>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95" name="任意多边形: 形状 94">
                <a:extLst>
                  <a:ext uri="{FF2B5EF4-FFF2-40B4-BE49-F238E27FC236}">
                    <a16:creationId xmlns:a16="http://schemas.microsoft.com/office/drawing/2014/main" id="{47D8E8BA-4D18-FB1D-4231-F0E395D328F7}"/>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96" name="任意多边形: 形状 95">
                <a:extLst>
                  <a:ext uri="{FF2B5EF4-FFF2-40B4-BE49-F238E27FC236}">
                    <a16:creationId xmlns:a16="http://schemas.microsoft.com/office/drawing/2014/main" id="{5172BE2B-96D9-03DB-459B-0A3B66D5EA32}"/>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FEC66729-F20E-2B4E-FE51-0DCCF76E1F70}"/>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98" name="任意多边形: 形状 97">
                <a:extLst>
                  <a:ext uri="{FF2B5EF4-FFF2-40B4-BE49-F238E27FC236}">
                    <a16:creationId xmlns:a16="http://schemas.microsoft.com/office/drawing/2014/main" id="{09B72C8F-D05C-BBA5-0125-816C2A7BDFD8}"/>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99" name="任意多边形: 形状 98">
                <a:extLst>
                  <a:ext uri="{FF2B5EF4-FFF2-40B4-BE49-F238E27FC236}">
                    <a16:creationId xmlns:a16="http://schemas.microsoft.com/office/drawing/2014/main" id="{44E2C4B5-47BA-7934-6068-6186D61995FF}"/>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89" name="组合 88">
              <a:extLst>
                <a:ext uri="{FF2B5EF4-FFF2-40B4-BE49-F238E27FC236}">
                  <a16:creationId xmlns:a16="http://schemas.microsoft.com/office/drawing/2014/main" id="{35667A05-2AA0-479D-AEE1-4C48B2FB23FF}"/>
                </a:ext>
              </a:extLst>
            </p:cNvPr>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91" name="任意多边形: 形状 90">
                <a:extLst>
                  <a:ext uri="{FF2B5EF4-FFF2-40B4-BE49-F238E27FC236}">
                    <a16:creationId xmlns:a16="http://schemas.microsoft.com/office/drawing/2014/main" id="{6E4982FD-67AA-7977-3338-F20DE6DF020E}"/>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2B6620CF-39CF-88C6-D6EC-060EBD589410}"/>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503858FD-F070-6961-4D9E-29909C01762E}"/>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B67BFD0A-0216-ED58-D014-B35FB6AC2CE2}"/>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90" name="call-answer_17216">
              <a:extLst>
                <a:ext uri="{FF2B5EF4-FFF2-40B4-BE49-F238E27FC236}">
                  <a16:creationId xmlns:a16="http://schemas.microsoft.com/office/drawing/2014/main" id="{B41D52C5-0196-B2CC-E6BF-F82392300C9F}"/>
                </a:ext>
              </a:extLst>
            </p:cNvPr>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5" name="组合 104">
            <a:extLst>
              <a:ext uri="{FF2B5EF4-FFF2-40B4-BE49-F238E27FC236}">
                <a16:creationId xmlns:a16="http://schemas.microsoft.com/office/drawing/2014/main" id="{C81B0583-0938-B28C-0DB4-1D099209FDCF}"/>
              </a:ext>
            </a:extLst>
          </p:cNvPr>
          <p:cNvGrpSpPr/>
          <p:nvPr/>
        </p:nvGrpSpPr>
        <p:grpSpPr>
          <a:xfrm>
            <a:off x="8012861" y="2423948"/>
            <a:ext cx="1100250" cy="205913"/>
            <a:chOff x="1692217" y="4060404"/>
            <a:chExt cx="1357519" cy="254061"/>
          </a:xfrm>
        </p:grpSpPr>
        <p:grpSp>
          <p:nvGrpSpPr>
            <p:cNvPr id="106" name="图形 2">
              <a:extLst>
                <a:ext uri="{FF2B5EF4-FFF2-40B4-BE49-F238E27FC236}">
                  <a16:creationId xmlns:a16="http://schemas.microsoft.com/office/drawing/2014/main" id="{EB93D505-7308-E467-9085-9E35F68BEFE8}"/>
                </a:ext>
              </a:extLst>
            </p:cNvPr>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19" name="任意多边形: 形状 118">
                <a:extLst>
                  <a:ext uri="{FF2B5EF4-FFF2-40B4-BE49-F238E27FC236}">
                    <a16:creationId xmlns:a16="http://schemas.microsoft.com/office/drawing/2014/main" id="{DF2861D5-6039-C5A7-64AE-6596E6C26752}"/>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20" name="图形 2">
                <a:extLst>
                  <a:ext uri="{FF2B5EF4-FFF2-40B4-BE49-F238E27FC236}">
                    <a16:creationId xmlns:a16="http://schemas.microsoft.com/office/drawing/2014/main" id="{68511C0C-5253-E621-7203-26230275666B}"/>
                  </a:ext>
                </a:extLst>
              </p:cNvPr>
              <p:cNvGrpSpPr/>
              <p:nvPr/>
            </p:nvGrpSpPr>
            <p:grpSpPr>
              <a:xfrm>
                <a:off x="3451323" y="2167779"/>
                <a:ext cx="306389" cy="125535"/>
                <a:chOff x="3451323" y="2167779"/>
                <a:chExt cx="306389" cy="125535"/>
              </a:xfrm>
              <a:grpFill/>
            </p:grpSpPr>
            <p:sp>
              <p:nvSpPr>
                <p:cNvPr id="121" name="任意多边形: 形状 120">
                  <a:extLst>
                    <a:ext uri="{FF2B5EF4-FFF2-40B4-BE49-F238E27FC236}">
                      <a16:creationId xmlns:a16="http://schemas.microsoft.com/office/drawing/2014/main" id="{F97438F3-5F18-1943-9B19-4C8ECB7B8E83}"/>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22" name="任意多边形: 形状 121">
                  <a:extLst>
                    <a:ext uri="{FF2B5EF4-FFF2-40B4-BE49-F238E27FC236}">
                      <a16:creationId xmlns:a16="http://schemas.microsoft.com/office/drawing/2014/main" id="{FD1D2E67-27DE-7FFA-B8C3-781BA763E7B8}"/>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23" name="任意多边形: 形状 122">
                  <a:extLst>
                    <a:ext uri="{FF2B5EF4-FFF2-40B4-BE49-F238E27FC236}">
                      <a16:creationId xmlns:a16="http://schemas.microsoft.com/office/drawing/2014/main" id="{A58DA6DE-5235-A84D-176B-E3CC33E75E63}"/>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107" name="图形 2">
              <a:extLst>
                <a:ext uri="{FF2B5EF4-FFF2-40B4-BE49-F238E27FC236}">
                  <a16:creationId xmlns:a16="http://schemas.microsoft.com/office/drawing/2014/main" id="{C220B273-6810-7646-C756-F8F048E1DB18}"/>
                </a:ext>
              </a:extLst>
            </p:cNvPr>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114" name="任意多边形: 形状 113">
                <a:extLst>
                  <a:ext uri="{FF2B5EF4-FFF2-40B4-BE49-F238E27FC236}">
                    <a16:creationId xmlns:a16="http://schemas.microsoft.com/office/drawing/2014/main" id="{E548A168-D3BA-46DC-3DD7-A0AF41050AB2}"/>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15" name="任意多边形: 形状 114">
                <a:extLst>
                  <a:ext uri="{FF2B5EF4-FFF2-40B4-BE49-F238E27FC236}">
                    <a16:creationId xmlns:a16="http://schemas.microsoft.com/office/drawing/2014/main" id="{A2BF8EB4-F55E-80C1-0193-EC4F3641C775}"/>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16" name="任意多边形: 形状 115">
                <a:extLst>
                  <a:ext uri="{FF2B5EF4-FFF2-40B4-BE49-F238E27FC236}">
                    <a16:creationId xmlns:a16="http://schemas.microsoft.com/office/drawing/2014/main" id="{B59E5040-A2AE-9E83-0F21-7F8AE2D45A1D}"/>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17" name="任意多边形: 形状 116">
                <a:extLst>
                  <a:ext uri="{FF2B5EF4-FFF2-40B4-BE49-F238E27FC236}">
                    <a16:creationId xmlns:a16="http://schemas.microsoft.com/office/drawing/2014/main" id="{57D84E1B-32B9-1F61-9356-ABE0E080C6C1}"/>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18" name="任意多边形: 形状 117">
                <a:extLst>
                  <a:ext uri="{FF2B5EF4-FFF2-40B4-BE49-F238E27FC236}">
                    <a16:creationId xmlns:a16="http://schemas.microsoft.com/office/drawing/2014/main" id="{199FBC27-363B-7348-A610-D7348346E7EA}"/>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08" name="组合 107">
              <a:extLst>
                <a:ext uri="{FF2B5EF4-FFF2-40B4-BE49-F238E27FC236}">
                  <a16:creationId xmlns:a16="http://schemas.microsoft.com/office/drawing/2014/main" id="{CA9058DD-6552-6EF3-BEE4-00430F42A1EC}"/>
                </a:ext>
              </a:extLst>
            </p:cNvPr>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110" name="任意多边形: 形状 109">
                <a:extLst>
                  <a:ext uri="{FF2B5EF4-FFF2-40B4-BE49-F238E27FC236}">
                    <a16:creationId xmlns:a16="http://schemas.microsoft.com/office/drawing/2014/main" id="{FA475AD7-9F69-48D3-5D53-DBC970F0704E}"/>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11" name="任意多边形: 形状 110">
                <a:extLst>
                  <a:ext uri="{FF2B5EF4-FFF2-40B4-BE49-F238E27FC236}">
                    <a16:creationId xmlns:a16="http://schemas.microsoft.com/office/drawing/2014/main" id="{A44495D6-4FF2-DB67-DA2F-DC0146822B98}"/>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12" name="任意多边形: 形状 111">
                <a:extLst>
                  <a:ext uri="{FF2B5EF4-FFF2-40B4-BE49-F238E27FC236}">
                    <a16:creationId xmlns:a16="http://schemas.microsoft.com/office/drawing/2014/main" id="{EB8ACFB7-B777-ADFD-3ED1-2A2C5A724BEB}"/>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13" name="任意多边形: 形状 112">
                <a:extLst>
                  <a:ext uri="{FF2B5EF4-FFF2-40B4-BE49-F238E27FC236}">
                    <a16:creationId xmlns:a16="http://schemas.microsoft.com/office/drawing/2014/main" id="{A0754D38-BCF9-8C0B-D498-0D68259AC148}"/>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09" name="call-answer_17216">
              <a:extLst>
                <a:ext uri="{FF2B5EF4-FFF2-40B4-BE49-F238E27FC236}">
                  <a16:creationId xmlns:a16="http://schemas.microsoft.com/office/drawing/2014/main" id="{64962120-72CD-427B-3908-7DE1F0AE4DEB}"/>
                </a:ext>
              </a:extLst>
            </p:cNvPr>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4" name="组合 123">
            <a:extLst>
              <a:ext uri="{FF2B5EF4-FFF2-40B4-BE49-F238E27FC236}">
                <a16:creationId xmlns:a16="http://schemas.microsoft.com/office/drawing/2014/main" id="{D5859000-F5D9-B4DD-2A52-3199FEA6FBCF}"/>
              </a:ext>
            </a:extLst>
          </p:cNvPr>
          <p:cNvGrpSpPr/>
          <p:nvPr/>
        </p:nvGrpSpPr>
        <p:grpSpPr>
          <a:xfrm>
            <a:off x="10265938" y="3301024"/>
            <a:ext cx="1100250" cy="205913"/>
            <a:chOff x="1692217" y="4060404"/>
            <a:chExt cx="1357519" cy="254061"/>
          </a:xfrm>
        </p:grpSpPr>
        <p:grpSp>
          <p:nvGrpSpPr>
            <p:cNvPr id="125" name="图形 2">
              <a:extLst>
                <a:ext uri="{FF2B5EF4-FFF2-40B4-BE49-F238E27FC236}">
                  <a16:creationId xmlns:a16="http://schemas.microsoft.com/office/drawing/2014/main" id="{D5314BC5-C540-1493-FEE4-B452648C3AD4}"/>
                </a:ext>
              </a:extLst>
            </p:cNvPr>
            <p:cNvGrpSpPr/>
            <p:nvPr/>
          </p:nvGrpSpPr>
          <p:grpSpPr>
            <a:xfrm>
              <a:off x="1692217" y="4060404"/>
              <a:ext cx="178342" cy="254061"/>
              <a:chOff x="3151037" y="2040075"/>
              <a:chExt cx="746424" cy="1063341"/>
            </a:xfrm>
            <a:gradFill>
              <a:gsLst>
                <a:gs pos="0">
                  <a:schemeClr val="accent1"/>
                </a:gs>
                <a:gs pos="100000">
                  <a:schemeClr val="accent1">
                    <a:lumMod val="50000"/>
                  </a:schemeClr>
                </a:gs>
              </a:gsLst>
              <a:lin ang="2700000" scaled="1"/>
            </a:gradFill>
          </p:grpSpPr>
          <p:sp>
            <p:nvSpPr>
              <p:cNvPr id="138" name="任意多边形: 形状 137">
                <a:extLst>
                  <a:ext uri="{FF2B5EF4-FFF2-40B4-BE49-F238E27FC236}">
                    <a16:creationId xmlns:a16="http://schemas.microsoft.com/office/drawing/2014/main" id="{A3556DF6-82C1-C203-94A6-EDE75B001D50}"/>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39" name="图形 2">
                <a:extLst>
                  <a:ext uri="{FF2B5EF4-FFF2-40B4-BE49-F238E27FC236}">
                    <a16:creationId xmlns:a16="http://schemas.microsoft.com/office/drawing/2014/main" id="{307D8E36-9921-D187-283F-AF1A3A706344}"/>
                  </a:ext>
                </a:extLst>
              </p:cNvPr>
              <p:cNvGrpSpPr/>
              <p:nvPr/>
            </p:nvGrpSpPr>
            <p:grpSpPr>
              <a:xfrm>
                <a:off x="3451323" y="2167779"/>
                <a:ext cx="306389" cy="125535"/>
                <a:chOff x="3451323" y="2167779"/>
                <a:chExt cx="306389" cy="125535"/>
              </a:xfrm>
              <a:grpFill/>
            </p:grpSpPr>
            <p:sp>
              <p:nvSpPr>
                <p:cNvPr id="140" name="任意多边形: 形状 139">
                  <a:extLst>
                    <a:ext uri="{FF2B5EF4-FFF2-40B4-BE49-F238E27FC236}">
                      <a16:creationId xmlns:a16="http://schemas.microsoft.com/office/drawing/2014/main" id="{0E9B0705-617B-8C71-BB96-88D9BE93DC85}"/>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41" name="任意多边形: 形状 140">
                  <a:extLst>
                    <a:ext uri="{FF2B5EF4-FFF2-40B4-BE49-F238E27FC236}">
                      <a16:creationId xmlns:a16="http://schemas.microsoft.com/office/drawing/2014/main" id="{94C73CC1-892F-6092-AB3E-A8D1B553B976}"/>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42" name="任意多边形: 形状 141">
                  <a:extLst>
                    <a:ext uri="{FF2B5EF4-FFF2-40B4-BE49-F238E27FC236}">
                      <a16:creationId xmlns:a16="http://schemas.microsoft.com/office/drawing/2014/main" id="{39536F6D-9B58-81F9-7B26-823C9D9E9833}"/>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126" name="图形 2">
              <a:extLst>
                <a:ext uri="{FF2B5EF4-FFF2-40B4-BE49-F238E27FC236}">
                  <a16:creationId xmlns:a16="http://schemas.microsoft.com/office/drawing/2014/main" id="{4B092E88-B9C8-174D-17AB-778DEE8876F3}"/>
                </a:ext>
              </a:extLst>
            </p:cNvPr>
            <p:cNvGrpSpPr/>
            <p:nvPr/>
          </p:nvGrpSpPr>
          <p:grpSpPr>
            <a:xfrm>
              <a:off x="2026339" y="4072811"/>
              <a:ext cx="255002" cy="229245"/>
              <a:chOff x="4705111" y="5521007"/>
              <a:chExt cx="1067276" cy="959476"/>
            </a:xfrm>
            <a:gradFill>
              <a:gsLst>
                <a:gs pos="0">
                  <a:schemeClr val="accent1"/>
                </a:gs>
                <a:gs pos="100000">
                  <a:schemeClr val="accent1">
                    <a:lumMod val="50000"/>
                  </a:schemeClr>
                </a:gs>
              </a:gsLst>
              <a:lin ang="2700000" scaled="1"/>
            </a:gradFill>
          </p:grpSpPr>
          <p:sp>
            <p:nvSpPr>
              <p:cNvPr id="133" name="任意多边形: 形状 132">
                <a:extLst>
                  <a:ext uri="{FF2B5EF4-FFF2-40B4-BE49-F238E27FC236}">
                    <a16:creationId xmlns:a16="http://schemas.microsoft.com/office/drawing/2014/main" id="{0028F58B-D25D-48A4-49EB-09C067C27655}"/>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34" name="任意多边形: 形状 133">
                <a:extLst>
                  <a:ext uri="{FF2B5EF4-FFF2-40B4-BE49-F238E27FC236}">
                    <a16:creationId xmlns:a16="http://schemas.microsoft.com/office/drawing/2014/main" id="{F1A3FAA1-1E5B-12EE-742B-3BC84A0EBA6A}"/>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35" name="任意多边形: 形状 134">
                <a:extLst>
                  <a:ext uri="{FF2B5EF4-FFF2-40B4-BE49-F238E27FC236}">
                    <a16:creationId xmlns:a16="http://schemas.microsoft.com/office/drawing/2014/main" id="{057F511B-B7A8-7ABB-9693-CBEEAB0FD735}"/>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36" name="任意多边形: 形状 135">
                <a:extLst>
                  <a:ext uri="{FF2B5EF4-FFF2-40B4-BE49-F238E27FC236}">
                    <a16:creationId xmlns:a16="http://schemas.microsoft.com/office/drawing/2014/main" id="{A308E2EA-5B94-72D1-E093-2A4FA0D0D8ED}"/>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37" name="任意多边形: 形状 136">
                <a:extLst>
                  <a:ext uri="{FF2B5EF4-FFF2-40B4-BE49-F238E27FC236}">
                    <a16:creationId xmlns:a16="http://schemas.microsoft.com/office/drawing/2014/main" id="{B70CDF9F-2278-7182-638E-9307CCD2638E}"/>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27" name="组合 126">
              <a:extLst>
                <a:ext uri="{FF2B5EF4-FFF2-40B4-BE49-F238E27FC236}">
                  <a16:creationId xmlns:a16="http://schemas.microsoft.com/office/drawing/2014/main" id="{D36ED36B-D677-F39A-AEE6-34EFD0861BF7}"/>
                </a:ext>
              </a:extLst>
            </p:cNvPr>
            <p:cNvGrpSpPr/>
            <p:nvPr/>
          </p:nvGrpSpPr>
          <p:grpSpPr>
            <a:xfrm>
              <a:off x="2437121" y="4068927"/>
              <a:ext cx="222933" cy="237014"/>
              <a:chOff x="698562" y="5515469"/>
              <a:chExt cx="933056" cy="991992"/>
            </a:xfrm>
            <a:gradFill>
              <a:gsLst>
                <a:gs pos="0">
                  <a:schemeClr val="accent1"/>
                </a:gs>
                <a:gs pos="100000">
                  <a:schemeClr val="accent1">
                    <a:lumMod val="50000"/>
                  </a:schemeClr>
                </a:gs>
              </a:gsLst>
              <a:lin ang="2700000" scaled="1"/>
            </a:gradFill>
          </p:grpSpPr>
          <p:sp>
            <p:nvSpPr>
              <p:cNvPr id="129" name="任意多边形: 形状 128">
                <a:extLst>
                  <a:ext uri="{FF2B5EF4-FFF2-40B4-BE49-F238E27FC236}">
                    <a16:creationId xmlns:a16="http://schemas.microsoft.com/office/drawing/2014/main" id="{FC9F24E2-8C6F-8CAA-D935-3F2DF022848D}"/>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B6BE734D-2A9A-1D57-8CD4-377220272793}"/>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31" name="任意多边形: 形状 130">
                <a:extLst>
                  <a:ext uri="{FF2B5EF4-FFF2-40B4-BE49-F238E27FC236}">
                    <a16:creationId xmlns:a16="http://schemas.microsoft.com/office/drawing/2014/main" id="{BD2EFF2A-8A82-2C59-52A5-E93BF307C15E}"/>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32" name="任意多边形: 形状 131">
                <a:extLst>
                  <a:ext uri="{FF2B5EF4-FFF2-40B4-BE49-F238E27FC236}">
                    <a16:creationId xmlns:a16="http://schemas.microsoft.com/office/drawing/2014/main" id="{129E4191-2426-5D39-5FF4-8511090DC06B}"/>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28" name="call-answer_17216">
              <a:extLst>
                <a:ext uri="{FF2B5EF4-FFF2-40B4-BE49-F238E27FC236}">
                  <a16:creationId xmlns:a16="http://schemas.microsoft.com/office/drawing/2014/main" id="{A81B531A-B2FF-33D6-0E53-9A9D93E5D167}"/>
                </a:ext>
              </a:extLst>
            </p:cNvPr>
            <p:cNvSpPr/>
            <p:nvPr/>
          </p:nvSpPr>
          <p:spPr>
            <a:xfrm>
              <a:off x="2815835" y="4070337"/>
              <a:ext cx="233901" cy="23419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3887557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矩形: 圆角 92">
            <a:extLst>
              <a:ext uri="{FF2B5EF4-FFF2-40B4-BE49-F238E27FC236}">
                <a16:creationId xmlns:a16="http://schemas.microsoft.com/office/drawing/2014/main" id="{D157FA93-D6FB-1727-D8A3-443871D09494}"/>
              </a:ext>
            </a:extLst>
          </p:cNvPr>
          <p:cNvSpPr/>
          <p:nvPr/>
        </p:nvSpPr>
        <p:spPr>
          <a:xfrm>
            <a:off x="1060700" y="2317365"/>
            <a:ext cx="10070599" cy="127020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矩形: 圆角 96">
            <a:extLst>
              <a:ext uri="{FF2B5EF4-FFF2-40B4-BE49-F238E27FC236}">
                <a16:creationId xmlns:a16="http://schemas.microsoft.com/office/drawing/2014/main" id="{8C43672F-F9A8-C4F6-5A51-11C0BF25FB78}"/>
              </a:ext>
            </a:extLst>
          </p:cNvPr>
          <p:cNvSpPr/>
          <p:nvPr/>
        </p:nvSpPr>
        <p:spPr>
          <a:xfrm>
            <a:off x="1060700" y="3751400"/>
            <a:ext cx="10070599" cy="127020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矩形: 圆角 97">
            <a:extLst>
              <a:ext uri="{FF2B5EF4-FFF2-40B4-BE49-F238E27FC236}">
                <a16:creationId xmlns:a16="http://schemas.microsoft.com/office/drawing/2014/main" id="{7B46DB92-04F1-2F4F-4379-57E4355D078D}"/>
              </a:ext>
            </a:extLst>
          </p:cNvPr>
          <p:cNvSpPr/>
          <p:nvPr/>
        </p:nvSpPr>
        <p:spPr>
          <a:xfrm>
            <a:off x="1060700" y="5185436"/>
            <a:ext cx="10070599" cy="127020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F9223BBC-69A8-C8A8-95EC-E73F9798860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9" name="矩形 8">
            <a:extLst>
              <a:ext uri="{FF2B5EF4-FFF2-40B4-BE49-F238E27FC236}">
                <a16:creationId xmlns:a16="http://schemas.microsoft.com/office/drawing/2014/main" id="{54FC3A5B-155F-F441-5EB2-E62F8DFC063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7B68942D-EABD-6C48-A7FE-B03E904B5E8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E0E05DD1-21C7-452F-88A1-73A7F6C7E080}"/>
              </a:ext>
            </a:extLst>
          </p:cNvPr>
          <p:cNvSpPr/>
          <p:nvPr/>
        </p:nvSpPr>
        <p:spPr>
          <a:xfrm>
            <a:off x="1509636" y="3913239"/>
            <a:ext cx="942774" cy="942772"/>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769CB077-6330-E4AF-CD19-C1AAB038A9F2}"/>
              </a:ext>
            </a:extLst>
          </p:cNvPr>
          <p:cNvSpPr/>
          <p:nvPr/>
        </p:nvSpPr>
        <p:spPr>
          <a:xfrm>
            <a:off x="1583012" y="3986614"/>
            <a:ext cx="796022" cy="7960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矩形: 圆角 23">
            <a:extLst>
              <a:ext uri="{FF2B5EF4-FFF2-40B4-BE49-F238E27FC236}">
                <a16:creationId xmlns:a16="http://schemas.microsoft.com/office/drawing/2014/main" id="{BA7E1C6B-A852-182D-7993-4279B25A73FB}"/>
              </a:ext>
            </a:extLst>
          </p:cNvPr>
          <p:cNvSpPr/>
          <p:nvPr/>
        </p:nvSpPr>
        <p:spPr>
          <a:xfrm>
            <a:off x="8718027" y="4167867"/>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233AC0A8-D231-1203-FEF5-CBBBE45C127C}"/>
              </a:ext>
            </a:extLst>
          </p:cNvPr>
          <p:cNvSpPr/>
          <p:nvPr/>
        </p:nvSpPr>
        <p:spPr>
          <a:xfrm>
            <a:off x="6151359" y="4167867"/>
            <a:ext cx="1964335" cy="433517"/>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矩形: 圆角 27">
            <a:extLst>
              <a:ext uri="{FF2B5EF4-FFF2-40B4-BE49-F238E27FC236}">
                <a16:creationId xmlns:a16="http://schemas.microsoft.com/office/drawing/2014/main" id="{F6341461-01FB-53F9-2083-651E7DFCEB9E}"/>
              </a:ext>
            </a:extLst>
          </p:cNvPr>
          <p:cNvSpPr/>
          <p:nvPr/>
        </p:nvSpPr>
        <p:spPr>
          <a:xfrm>
            <a:off x="3634827" y="4167867"/>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2" name="直接箭头连接符 31">
            <a:extLst>
              <a:ext uri="{FF2B5EF4-FFF2-40B4-BE49-F238E27FC236}">
                <a16:creationId xmlns:a16="http://schemas.microsoft.com/office/drawing/2014/main" id="{C6A6248A-8C9E-50E7-0451-6C233552F499}"/>
              </a:ext>
            </a:extLst>
          </p:cNvPr>
          <p:cNvCxnSpPr>
            <a:cxnSpLocks/>
          </p:cNvCxnSpPr>
          <p:nvPr/>
        </p:nvCxnSpPr>
        <p:spPr>
          <a:xfrm>
            <a:off x="5715328" y="4384625"/>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33" name="直接箭头连接符 32">
            <a:extLst>
              <a:ext uri="{FF2B5EF4-FFF2-40B4-BE49-F238E27FC236}">
                <a16:creationId xmlns:a16="http://schemas.microsoft.com/office/drawing/2014/main" id="{CF0459D5-0210-D92D-74C7-9F60B40F4642}"/>
              </a:ext>
            </a:extLst>
          </p:cNvPr>
          <p:cNvCxnSpPr>
            <a:cxnSpLocks/>
          </p:cNvCxnSpPr>
          <p:nvPr/>
        </p:nvCxnSpPr>
        <p:spPr>
          <a:xfrm>
            <a:off x="8255328" y="4384625"/>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36" name="直接箭头连接符 35">
            <a:extLst>
              <a:ext uri="{FF2B5EF4-FFF2-40B4-BE49-F238E27FC236}">
                <a16:creationId xmlns:a16="http://schemas.microsoft.com/office/drawing/2014/main" id="{D860DAB5-0472-9942-6C1F-533687749582}"/>
              </a:ext>
            </a:extLst>
          </p:cNvPr>
          <p:cNvCxnSpPr>
            <a:cxnSpLocks/>
          </p:cNvCxnSpPr>
          <p:nvPr/>
        </p:nvCxnSpPr>
        <p:spPr>
          <a:xfrm>
            <a:off x="2514126" y="4384625"/>
            <a:ext cx="1042314"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65" name="稿定-9">
            <a:extLst>
              <a:ext uri="{FF2B5EF4-FFF2-40B4-BE49-F238E27FC236}">
                <a16:creationId xmlns:a16="http://schemas.microsoft.com/office/drawing/2014/main" id="{A74CDFE7-AAD2-9C5A-AE54-EA2B499D8A29}"/>
              </a:ext>
            </a:extLst>
          </p:cNvPr>
          <p:cNvSpPr/>
          <p:nvPr/>
        </p:nvSpPr>
        <p:spPr>
          <a:xfrm flipH="1">
            <a:off x="6648636" y="4292292"/>
            <a:ext cx="971857" cy="184666"/>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意气风发</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稿定-31">
            <a:extLst>
              <a:ext uri="{FF2B5EF4-FFF2-40B4-BE49-F238E27FC236}">
                <a16:creationId xmlns:a16="http://schemas.microsoft.com/office/drawing/2014/main" id="{75411176-924A-3F0F-F556-79D62CBF914C}"/>
              </a:ext>
            </a:extLst>
          </p:cNvPr>
          <p:cNvSpPr/>
          <p:nvPr/>
        </p:nvSpPr>
        <p:spPr>
          <a:xfrm flipH="1">
            <a:off x="3782243" y="4222369"/>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a:extLst>
              <a:ext uri="{FF2B5EF4-FFF2-40B4-BE49-F238E27FC236}">
                <a16:creationId xmlns:a16="http://schemas.microsoft.com/office/drawing/2014/main" id="{9A2A6924-6D56-92C9-65DA-4FA78783955B}"/>
              </a:ext>
            </a:extLst>
          </p:cNvPr>
          <p:cNvSpPr/>
          <p:nvPr/>
        </p:nvSpPr>
        <p:spPr>
          <a:xfrm flipH="1">
            <a:off x="8806188" y="4222369"/>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8" name="图形 2">
            <a:extLst>
              <a:ext uri="{FF2B5EF4-FFF2-40B4-BE49-F238E27FC236}">
                <a16:creationId xmlns:a16="http://schemas.microsoft.com/office/drawing/2014/main" id="{DAD889D9-B902-5D27-D97F-A1C4EDA65012}"/>
              </a:ext>
            </a:extLst>
          </p:cNvPr>
          <p:cNvGrpSpPr/>
          <p:nvPr/>
        </p:nvGrpSpPr>
        <p:grpSpPr>
          <a:xfrm>
            <a:off x="1791135" y="4240755"/>
            <a:ext cx="390538" cy="269004"/>
            <a:chOff x="4665944" y="2166485"/>
            <a:chExt cx="1145603" cy="789098"/>
          </a:xfrm>
          <a:solidFill>
            <a:schemeClr val="bg1"/>
          </a:solidFill>
        </p:grpSpPr>
        <p:sp>
          <p:nvSpPr>
            <p:cNvPr id="49" name="任意多边形: 形状 48">
              <a:extLst>
                <a:ext uri="{FF2B5EF4-FFF2-40B4-BE49-F238E27FC236}">
                  <a16:creationId xmlns:a16="http://schemas.microsoft.com/office/drawing/2014/main" id="{8161F674-B297-9F51-44D5-4E53C98E8ED1}"/>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685FCCD0-B626-245A-40D1-7ADDF2554D03}"/>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51" name="任意多边形: 形状 50">
              <a:extLst>
                <a:ext uri="{FF2B5EF4-FFF2-40B4-BE49-F238E27FC236}">
                  <a16:creationId xmlns:a16="http://schemas.microsoft.com/office/drawing/2014/main" id="{452E63F4-2DE2-6ADB-8592-F8A16725CFB1}"/>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52" name="图形 2">
              <a:extLst>
                <a:ext uri="{FF2B5EF4-FFF2-40B4-BE49-F238E27FC236}">
                  <a16:creationId xmlns:a16="http://schemas.microsoft.com/office/drawing/2014/main" id="{E635343E-83A7-6865-F618-0822FE502F10}"/>
                </a:ext>
              </a:extLst>
            </p:cNvPr>
            <p:cNvGrpSpPr/>
            <p:nvPr/>
          </p:nvGrpSpPr>
          <p:grpSpPr>
            <a:xfrm>
              <a:off x="5372739" y="2423233"/>
              <a:ext cx="133924" cy="191216"/>
              <a:chOff x="5372739" y="2423233"/>
              <a:chExt cx="133924" cy="191216"/>
            </a:xfrm>
            <a:grpFill/>
          </p:grpSpPr>
          <p:sp>
            <p:nvSpPr>
              <p:cNvPr id="53" name="任意多边形: 形状 52">
                <a:extLst>
                  <a:ext uri="{FF2B5EF4-FFF2-40B4-BE49-F238E27FC236}">
                    <a16:creationId xmlns:a16="http://schemas.microsoft.com/office/drawing/2014/main" id="{51D75B76-3AEF-B9E7-E7FE-6D66362AEFB5}"/>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2" name="任意多边形: 形状 71">
                <a:extLst>
                  <a:ext uri="{FF2B5EF4-FFF2-40B4-BE49-F238E27FC236}">
                    <a16:creationId xmlns:a16="http://schemas.microsoft.com/office/drawing/2014/main" id="{1E0D2991-73EB-B950-C7DE-E105739787B8}"/>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
        <p:nvSpPr>
          <p:cNvPr id="4" name="椭圆 3">
            <a:extLst>
              <a:ext uri="{FF2B5EF4-FFF2-40B4-BE49-F238E27FC236}">
                <a16:creationId xmlns:a16="http://schemas.microsoft.com/office/drawing/2014/main" id="{0A7D1896-351F-A57A-6AEA-80FF515F423C}"/>
              </a:ext>
            </a:extLst>
          </p:cNvPr>
          <p:cNvSpPr/>
          <p:nvPr/>
        </p:nvSpPr>
        <p:spPr>
          <a:xfrm>
            <a:off x="1509636" y="5348386"/>
            <a:ext cx="942774" cy="942772"/>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4229BFE0-F5AC-98AE-9205-84BA44F51EAA}"/>
              </a:ext>
            </a:extLst>
          </p:cNvPr>
          <p:cNvSpPr/>
          <p:nvPr/>
        </p:nvSpPr>
        <p:spPr>
          <a:xfrm>
            <a:off x="1583012" y="5421761"/>
            <a:ext cx="796022" cy="7960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7" name="直接箭头连接符 36">
            <a:extLst>
              <a:ext uri="{FF2B5EF4-FFF2-40B4-BE49-F238E27FC236}">
                <a16:creationId xmlns:a16="http://schemas.microsoft.com/office/drawing/2014/main" id="{6ED53581-22FE-0ADB-E24C-F5D77845C580}"/>
              </a:ext>
            </a:extLst>
          </p:cNvPr>
          <p:cNvCxnSpPr>
            <a:cxnSpLocks/>
          </p:cNvCxnSpPr>
          <p:nvPr/>
        </p:nvCxnSpPr>
        <p:spPr>
          <a:xfrm>
            <a:off x="2514126" y="5819772"/>
            <a:ext cx="1042314"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38" name="矩形: 圆角 37">
            <a:extLst>
              <a:ext uri="{FF2B5EF4-FFF2-40B4-BE49-F238E27FC236}">
                <a16:creationId xmlns:a16="http://schemas.microsoft.com/office/drawing/2014/main" id="{63D383BF-F56A-416D-191F-F73AC98B9746}"/>
              </a:ext>
            </a:extLst>
          </p:cNvPr>
          <p:cNvSpPr/>
          <p:nvPr/>
        </p:nvSpPr>
        <p:spPr>
          <a:xfrm>
            <a:off x="8718027" y="560301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a:extLst>
              <a:ext uri="{FF2B5EF4-FFF2-40B4-BE49-F238E27FC236}">
                <a16:creationId xmlns:a16="http://schemas.microsoft.com/office/drawing/2014/main" id="{4E65B211-9393-2B35-341A-84A38D0CF5C3}"/>
              </a:ext>
            </a:extLst>
          </p:cNvPr>
          <p:cNvSpPr/>
          <p:nvPr/>
        </p:nvSpPr>
        <p:spPr>
          <a:xfrm>
            <a:off x="6151359" y="5603014"/>
            <a:ext cx="1964335" cy="433517"/>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矩形: 圆角 41">
            <a:extLst>
              <a:ext uri="{FF2B5EF4-FFF2-40B4-BE49-F238E27FC236}">
                <a16:creationId xmlns:a16="http://schemas.microsoft.com/office/drawing/2014/main" id="{46C8D2C2-7C20-6AB4-6D64-1FD199587BD1}"/>
              </a:ext>
            </a:extLst>
          </p:cNvPr>
          <p:cNvSpPr/>
          <p:nvPr/>
        </p:nvSpPr>
        <p:spPr>
          <a:xfrm>
            <a:off x="3634827" y="560301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6" name="直接箭头连接符 45">
            <a:extLst>
              <a:ext uri="{FF2B5EF4-FFF2-40B4-BE49-F238E27FC236}">
                <a16:creationId xmlns:a16="http://schemas.microsoft.com/office/drawing/2014/main" id="{A0CB7237-A26D-7399-1EB5-48FFA5220B45}"/>
              </a:ext>
            </a:extLst>
          </p:cNvPr>
          <p:cNvCxnSpPr>
            <a:cxnSpLocks/>
          </p:cNvCxnSpPr>
          <p:nvPr/>
        </p:nvCxnSpPr>
        <p:spPr>
          <a:xfrm>
            <a:off x="5715328" y="581977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47" name="直接箭头连接符 46">
            <a:extLst>
              <a:ext uri="{FF2B5EF4-FFF2-40B4-BE49-F238E27FC236}">
                <a16:creationId xmlns:a16="http://schemas.microsoft.com/office/drawing/2014/main" id="{791567B4-7FB4-2EE6-A5DB-33F6A2BD4057}"/>
              </a:ext>
            </a:extLst>
          </p:cNvPr>
          <p:cNvCxnSpPr>
            <a:cxnSpLocks/>
          </p:cNvCxnSpPr>
          <p:nvPr/>
        </p:nvCxnSpPr>
        <p:spPr>
          <a:xfrm>
            <a:off x="8255328" y="581977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66" name="稿定-9">
            <a:extLst>
              <a:ext uri="{FF2B5EF4-FFF2-40B4-BE49-F238E27FC236}">
                <a16:creationId xmlns:a16="http://schemas.microsoft.com/office/drawing/2014/main" id="{8BDEA2A9-078A-D2D0-CE7C-4EA49C7E7176}"/>
              </a:ext>
            </a:extLst>
          </p:cNvPr>
          <p:cNvSpPr/>
          <p:nvPr/>
        </p:nvSpPr>
        <p:spPr>
          <a:xfrm flipH="1">
            <a:off x="6648636" y="5727439"/>
            <a:ext cx="971857" cy="184666"/>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花开富贵</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7CF948F9-ADAB-B1C7-78BD-CDA67FF5D575}"/>
              </a:ext>
            </a:extLst>
          </p:cNvPr>
          <p:cNvSpPr/>
          <p:nvPr/>
        </p:nvSpPr>
        <p:spPr>
          <a:xfrm flipH="1">
            <a:off x="3782243" y="565751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稿定-31">
            <a:extLst>
              <a:ext uri="{FF2B5EF4-FFF2-40B4-BE49-F238E27FC236}">
                <a16:creationId xmlns:a16="http://schemas.microsoft.com/office/drawing/2014/main" id="{C0D2D925-02B0-4290-C011-6C81D0FA6221}"/>
              </a:ext>
            </a:extLst>
          </p:cNvPr>
          <p:cNvSpPr/>
          <p:nvPr/>
        </p:nvSpPr>
        <p:spPr>
          <a:xfrm flipH="1">
            <a:off x="8806188" y="565751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73" name="图形 2">
            <a:extLst>
              <a:ext uri="{FF2B5EF4-FFF2-40B4-BE49-F238E27FC236}">
                <a16:creationId xmlns:a16="http://schemas.microsoft.com/office/drawing/2014/main" id="{2E1DBA74-8011-596E-E7C4-8507FDF3ACCB}"/>
              </a:ext>
            </a:extLst>
          </p:cNvPr>
          <p:cNvGrpSpPr/>
          <p:nvPr/>
        </p:nvGrpSpPr>
        <p:grpSpPr>
          <a:xfrm>
            <a:off x="1822319" y="5643314"/>
            <a:ext cx="328170" cy="321462"/>
            <a:chOff x="3032205" y="3825135"/>
            <a:chExt cx="962654" cy="942975"/>
          </a:xfrm>
          <a:solidFill>
            <a:schemeClr val="bg1"/>
          </a:solidFill>
        </p:grpSpPr>
        <p:sp>
          <p:nvSpPr>
            <p:cNvPr id="74" name="任意多边形: 形状 73">
              <a:extLst>
                <a:ext uri="{FF2B5EF4-FFF2-40B4-BE49-F238E27FC236}">
                  <a16:creationId xmlns:a16="http://schemas.microsoft.com/office/drawing/2014/main" id="{E1CB4C66-83D4-0AA3-EB51-D39156A0FC00}"/>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75" name="图形 2">
              <a:extLst>
                <a:ext uri="{FF2B5EF4-FFF2-40B4-BE49-F238E27FC236}">
                  <a16:creationId xmlns:a16="http://schemas.microsoft.com/office/drawing/2014/main" id="{23EAB1A9-4693-46DB-8C21-EEAF710CE9AF}"/>
                </a:ext>
              </a:extLst>
            </p:cNvPr>
            <p:cNvGrpSpPr/>
            <p:nvPr/>
          </p:nvGrpSpPr>
          <p:grpSpPr>
            <a:xfrm>
              <a:off x="3041583" y="3825822"/>
              <a:ext cx="953275" cy="561128"/>
              <a:chOff x="3041583" y="3825822"/>
              <a:chExt cx="953275" cy="561128"/>
            </a:xfrm>
            <a:grpFill/>
          </p:grpSpPr>
          <p:sp>
            <p:nvSpPr>
              <p:cNvPr id="80" name="任意多边形: 形状 79">
                <a:extLst>
                  <a:ext uri="{FF2B5EF4-FFF2-40B4-BE49-F238E27FC236}">
                    <a16:creationId xmlns:a16="http://schemas.microsoft.com/office/drawing/2014/main" id="{8462B201-2F62-77A9-57C8-35CA344A378F}"/>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1" name="任意多边形: 形状 80">
                <a:extLst>
                  <a:ext uri="{FF2B5EF4-FFF2-40B4-BE49-F238E27FC236}">
                    <a16:creationId xmlns:a16="http://schemas.microsoft.com/office/drawing/2014/main" id="{58A11DE6-6FD3-7295-400C-346FD8C8A8C2}"/>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76" name="任意多边形: 形状 75">
              <a:extLst>
                <a:ext uri="{FF2B5EF4-FFF2-40B4-BE49-F238E27FC236}">
                  <a16:creationId xmlns:a16="http://schemas.microsoft.com/office/drawing/2014/main" id="{AE1BCEE6-B368-9A0A-0EFF-FCCE42B808B5}"/>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3132CA4E-ED77-1BEC-FA14-370B1C74330E}"/>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887A96E6-C40E-144B-E7AF-818D75CC449D}"/>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258C9586-6115-422A-D44A-D3AD7141C04A}"/>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2" name="椭圆 1">
            <a:extLst>
              <a:ext uri="{FF2B5EF4-FFF2-40B4-BE49-F238E27FC236}">
                <a16:creationId xmlns:a16="http://schemas.microsoft.com/office/drawing/2014/main" id="{17544B0F-D563-B451-10C9-BD8327D70491}"/>
              </a:ext>
            </a:extLst>
          </p:cNvPr>
          <p:cNvSpPr/>
          <p:nvPr/>
        </p:nvSpPr>
        <p:spPr>
          <a:xfrm>
            <a:off x="1509636" y="2482246"/>
            <a:ext cx="942774" cy="942772"/>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5116538E-3CB4-F7E1-F2D4-D83E03FC23F4}"/>
              </a:ext>
            </a:extLst>
          </p:cNvPr>
          <p:cNvSpPr/>
          <p:nvPr/>
        </p:nvSpPr>
        <p:spPr>
          <a:xfrm>
            <a:off x="1583012" y="2555621"/>
            <a:ext cx="796022" cy="7960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矩形: 圆角 13">
            <a:extLst>
              <a:ext uri="{FF2B5EF4-FFF2-40B4-BE49-F238E27FC236}">
                <a16:creationId xmlns:a16="http://schemas.microsoft.com/office/drawing/2014/main" id="{159E4594-25CA-FB39-A2B9-B7197A968D47}"/>
              </a:ext>
            </a:extLst>
          </p:cNvPr>
          <p:cNvSpPr/>
          <p:nvPr/>
        </p:nvSpPr>
        <p:spPr>
          <a:xfrm>
            <a:off x="8718027" y="273687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圆角 15">
            <a:extLst>
              <a:ext uri="{FF2B5EF4-FFF2-40B4-BE49-F238E27FC236}">
                <a16:creationId xmlns:a16="http://schemas.microsoft.com/office/drawing/2014/main" id="{79AF4203-AA36-F43D-243F-3CAE6373BEED}"/>
              </a:ext>
            </a:extLst>
          </p:cNvPr>
          <p:cNvSpPr/>
          <p:nvPr/>
        </p:nvSpPr>
        <p:spPr>
          <a:xfrm>
            <a:off x="6151359" y="2736874"/>
            <a:ext cx="1964335" cy="433517"/>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矩形: 圆角 17">
            <a:extLst>
              <a:ext uri="{FF2B5EF4-FFF2-40B4-BE49-F238E27FC236}">
                <a16:creationId xmlns:a16="http://schemas.microsoft.com/office/drawing/2014/main" id="{6CE19B3C-1DAD-4F2A-0287-F5CE0253FAB9}"/>
              </a:ext>
            </a:extLst>
          </p:cNvPr>
          <p:cNvSpPr/>
          <p:nvPr/>
        </p:nvSpPr>
        <p:spPr>
          <a:xfrm>
            <a:off x="3634827" y="2736874"/>
            <a:ext cx="1964335" cy="433517"/>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2" name="直接箭头连接符 21">
            <a:extLst>
              <a:ext uri="{FF2B5EF4-FFF2-40B4-BE49-F238E27FC236}">
                <a16:creationId xmlns:a16="http://schemas.microsoft.com/office/drawing/2014/main" id="{8E94315D-D2AC-661C-2839-528A4E6EA8C3}"/>
              </a:ext>
            </a:extLst>
          </p:cNvPr>
          <p:cNvCxnSpPr>
            <a:cxnSpLocks/>
          </p:cNvCxnSpPr>
          <p:nvPr/>
        </p:nvCxnSpPr>
        <p:spPr>
          <a:xfrm>
            <a:off x="5715328" y="295363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23" name="直接箭头连接符 22">
            <a:extLst>
              <a:ext uri="{FF2B5EF4-FFF2-40B4-BE49-F238E27FC236}">
                <a16:creationId xmlns:a16="http://schemas.microsoft.com/office/drawing/2014/main" id="{D7E6FAF2-0D74-A7BE-8A78-736FB7034BE4}"/>
              </a:ext>
            </a:extLst>
          </p:cNvPr>
          <p:cNvCxnSpPr>
            <a:cxnSpLocks/>
          </p:cNvCxnSpPr>
          <p:nvPr/>
        </p:nvCxnSpPr>
        <p:spPr>
          <a:xfrm>
            <a:off x="8255328" y="2953632"/>
            <a:ext cx="381111"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cxnSp>
        <p:nvCxnSpPr>
          <p:cNvPr id="35" name="直接箭头连接符 34">
            <a:extLst>
              <a:ext uri="{FF2B5EF4-FFF2-40B4-BE49-F238E27FC236}">
                <a16:creationId xmlns:a16="http://schemas.microsoft.com/office/drawing/2014/main" id="{A4BD00DC-D97A-FD8F-7B98-D57D78B09978}"/>
              </a:ext>
            </a:extLst>
          </p:cNvPr>
          <p:cNvCxnSpPr>
            <a:cxnSpLocks/>
          </p:cNvCxnSpPr>
          <p:nvPr/>
        </p:nvCxnSpPr>
        <p:spPr>
          <a:xfrm>
            <a:off x="2514126" y="2953632"/>
            <a:ext cx="1042314" cy="0"/>
          </a:xfrm>
          <a:prstGeom prst="straightConnector1">
            <a:avLst/>
          </a:prstGeom>
          <a:ln w="6350">
            <a:solidFill>
              <a:schemeClr val="accent1">
                <a:lumMod val="100000"/>
              </a:schemeClr>
            </a:solidFill>
            <a:prstDash val="sysDash"/>
            <a:tailEnd type="stealth"/>
          </a:ln>
        </p:spPr>
        <p:style>
          <a:lnRef idx="1">
            <a:schemeClr val="dk1"/>
          </a:lnRef>
          <a:fillRef idx="0">
            <a:schemeClr val="dk1"/>
          </a:fillRef>
          <a:effectRef idx="0">
            <a:schemeClr val="dk1"/>
          </a:effectRef>
          <a:fontRef idx="minor">
            <a:schemeClr val="tx1"/>
          </a:fontRef>
        </p:style>
      </p:cxnSp>
      <p:sp>
        <p:nvSpPr>
          <p:cNvPr id="63" name="稿定-9">
            <a:extLst>
              <a:ext uri="{FF2B5EF4-FFF2-40B4-BE49-F238E27FC236}">
                <a16:creationId xmlns:a16="http://schemas.microsoft.com/office/drawing/2014/main" id="{CDBCB25D-688B-D871-7131-393257D8E673}"/>
              </a:ext>
            </a:extLst>
          </p:cNvPr>
          <p:cNvSpPr/>
          <p:nvPr/>
        </p:nvSpPr>
        <p:spPr>
          <a:xfrm flipH="1">
            <a:off x="6648636" y="2861299"/>
            <a:ext cx="971857" cy="184666"/>
          </a:xfrm>
          <a:prstGeom prst="rect">
            <a:avLst/>
          </a:prstGeom>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开门大吉</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稿定-31">
            <a:extLst>
              <a:ext uri="{FF2B5EF4-FFF2-40B4-BE49-F238E27FC236}">
                <a16:creationId xmlns:a16="http://schemas.microsoft.com/office/drawing/2014/main" id="{8E0F17B0-5676-AEB2-FC7A-AE3FB3681132}"/>
              </a:ext>
            </a:extLst>
          </p:cNvPr>
          <p:cNvSpPr/>
          <p:nvPr/>
        </p:nvSpPr>
        <p:spPr>
          <a:xfrm flipH="1">
            <a:off x="3782243" y="279137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稿定-31">
            <a:extLst>
              <a:ext uri="{FF2B5EF4-FFF2-40B4-BE49-F238E27FC236}">
                <a16:creationId xmlns:a16="http://schemas.microsoft.com/office/drawing/2014/main" id="{6E971222-E5A8-C3CF-5820-C3307EDEDA70}"/>
              </a:ext>
            </a:extLst>
          </p:cNvPr>
          <p:cNvSpPr/>
          <p:nvPr/>
        </p:nvSpPr>
        <p:spPr>
          <a:xfrm flipH="1">
            <a:off x="8806188" y="2791376"/>
            <a:ext cx="1700089" cy="324512"/>
          </a:xfrm>
          <a:prstGeom prst="rect">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2" name="图形 2">
            <a:extLst>
              <a:ext uri="{FF2B5EF4-FFF2-40B4-BE49-F238E27FC236}">
                <a16:creationId xmlns:a16="http://schemas.microsoft.com/office/drawing/2014/main" id="{C4FCE6B0-8E32-160C-C99B-6D54CE9740DC}"/>
              </a:ext>
            </a:extLst>
          </p:cNvPr>
          <p:cNvGrpSpPr/>
          <p:nvPr/>
        </p:nvGrpSpPr>
        <p:grpSpPr>
          <a:xfrm>
            <a:off x="1776359" y="2819400"/>
            <a:ext cx="420090" cy="234520"/>
            <a:chOff x="8040885" y="2227778"/>
            <a:chExt cx="1232296" cy="687943"/>
          </a:xfrm>
          <a:solidFill>
            <a:schemeClr val="bg1"/>
          </a:solidFill>
        </p:grpSpPr>
        <p:grpSp>
          <p:nvGrpSpPr>
            <p:cNvPr id="83" name="图形 2">
              <a:extLst>
                <a:ext uri="{FF2B5EF4-FFF2-40B4-BE49-F238E27FC236}">
                  <a16:creationId xmlns:a16="http://schemas.microsoft.com/office/drawing/2014/main" id="{5FF5959E-36CE-6F88-EB37-E7F5C698E914}"/>
                </a:ext>
              </a:extLst>
            </p:cNvPr>
            <p:cNvGrpSpPr/>
            <p:nvPr/>
          </p:nvGrpSpPr>
          <p:grpSpPr>
            <a:xfrm>
              <a:off x="8040885" y="2227778"/>
              <a:ext cx="850117" cy="687943"/>
              <a:chOff x="8040885" y="2227778"/>
              <a:chExt cx="850117" cy="687943"/>
            </a:xfrm>
            <a:grpFill/>
          </p:grpSpPr>
          <p:sp>
            <p:nvSpPr>
              <p:cNvPr id="85" name="任意多边形: 形状 84">
                <a:extLst>
                  <a:ext uri="{FF2B5EF4-FFF2-40B4-BE49-F238E27FC236}">
                    <a16:creationId xmlns:a16="http://schemas.microsoft.com/office/drawing/2014/main" id="{23C394EE-C8D3-A2CA-4CAA-F3B19146C139}"/>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86" name="图形 2">
                <a:extLst>
                  <a:ext uri="{FF2B5EF4-FFF2-40B4-BE49-F238E27FC236}">
                    <a16:creationId xmlns:a16="http://schemas.microsoft.com/office/drawing/2014/main" id="{2CA70F04-D082-53DC-6D13-9EDE02A05316}"/>
                  </a:ext>
                </a:extLst>
              </p:cNvPr>
              <p:cNvGrpSpPr/>
              <p:nvPr/>
            </p:nvGrpSpPr>
            <p:grpSpPr>
              <a:xfrm>
                <a:off x="8058228" y="2720817"/>
                <a:ext cx="815424" cy="87465"/>
                <a:chOff x="8058228" y="2720817"/>
                <a:chExt cx="815424" cy="87465"/>
              </a:xfrm>
              <a:grpFill/>
            </p:grpSpPr>
            <p:sp>
              <p:nvSpPr>
                <p:cNvPr id="91" name="任意多边形: 形状 90">
                  <a:extLst>
                    <a:ext uri="{FF2B5EF4-FFF2-40B4-BE49-F238E27FC236}">
                      <a16:creationId xmlns:a16="http://schemas.microsoft.com/office/drawing/2014/main" id="{154C1AFD-5270-F08A-93CB-81628429C80A}"/>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1430C63D-74A2-1FAD-840B-CD84882C83CD}"/>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87" name="图形 2">
                <a:extLst>
                  <a:ext uri="{FF2B5EF4-FFF2-40B4-BE49-F238E27FC236}">
                    <a16:creationId xmlns:a16="http://schemas.microsoft.com/office/drawing/2014/main" id="{35BF740B-20B2-A0C5-02BF-C4D4151937AA}"/>
                  </a:ext>
                </a:extLst>
              </p:cNvPr>
              <p:cNvGrpSpPr/>
              <p:nvPr/>
            </p:nvGrpSpPr>
            <p:grpSpPr>
              <a:xfrm>
                <a:off x="8375359" y="2800112"/>
                <a:ext cx="181153" cy="98266"/>
                <a:chOff x="8375359" y="2800112"/>
                <a:chExt cx="181153" cy="98266"/>
              </a:xfrm>
              <a:grpFill/>
            </p:grpSpPr>
            <p:sp>
              <p:nvSpPr>
                <p:cNvPr id="89" name="任意多边形: 形状 88">
                  <a:extLst>
                    <a:ext uri="{FF2B5EF4-FFF2-40B4-BE49-F238E27FC236}">
                      <a16:creationId xmlns:a16="http://schemas.microsoft.com/office/drawing/2014/main" id="{D5B61D5B-5BF1-D80B-E246-AE21FF545BB0}"/>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90" name="任意多边形: 形状 89">
                  <a:extLst>
                    <a:ext uri="{FF2B5EF4-FFF2-40B4-BE49-F238E27FC236}">
                      <a16:creationId xmlns:a16="http://schemas.microsoft.com/office/drawing/2014/main" id="{8F966DAB-3B3B-070A-B203-694D7C79B0AC}"/>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88" name="任意多边形: 形状 87">
                <a:extLst>
                  <a:ext uri="{FF2B5EF4-FFF2-40B4-BE49-F238E27FC236}">
                    <a16:creationId xmlns:a16="http://schemas.microsoft.com/office/drawing/2014/main" id="{0BD5132A-B36C-3490-8265-4D4F1CE98B1E}"/>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84" name="任意多边形: 形状 83">
              <a:extLst>
                <a:ext uri="{FF2B5EF4-FFF2-40B4-BE49-F238E27FC236}">
                  <a16:creationId xmlns:a16="http://schemas.microsoft.com/office/drawing/2014/main" id="{96E06E09-D105-CBCE-462A-435F344C2C05}"/>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99" name="矩形: 圆角 98">
            <a:extLst>
              <a:ext uri="{FF2B5EF4-FFF2-40B4-BE49-F238E27FC236}">
                <a16:creationId xmlns:a16="http://schemas.microsoft.com/office/drawing/2014/main" id="{51D03327-3624-32FC-1E3D-693D6710F917}"/>
              </a:ext>
            </a:extLst>
          </p:cNvPr>
          <p:cNvSpPr/>
          <p:nvPr/>
        </p:nvSpPr>
        <p:spPr>
          <a:xfrm>
            <a:off x="1060700" y="1279221"/>
            <a:ext cx="4103464"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矩形: 圆角 99">
            <a:extLst>
              <a:ext uri="{FF2B5EF4-FFF2-40B4-BE49-F238E27FC236}">
                <a16:creationId xmlns:a16="http://schemas.microsoft.com/office/drawing/2014/main" id="{4F709BB1-96A9-317C-1FBE-D77D888ADAAF}"/>
              </a:ext>
            </a:extLst>
          </p:cNvPr>
          <p:cNvSpPr/>
          <p:nvPr/>
        </p:nvSpPr>
        <p:spPr>
          <a:xfrm>
            <a:off x="5285471" y="1279221"/>
            <a:ext cx="5845828"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1" name="组合 100">
            <a:extLst>
              <a:ext uri="{FF2B5EF4-FFF2-40B4-BE49-F238E27FC236}">
                <a16:creationId xmlns:a16="http://schemas.microsoft.com/office/drawing/2014/main" id="{5F55BA8A-CBC2-F17E-3B09-B2A2A6F59A10}"/>
              </a:ext>
            </a:extLst>
          </p:cNvPr>
          <p:cNvGrpSpPr/>
          <p:nvPr/>
        </p:nvGrpSpPr>
        <p:grpSpPr>
          <a:xfrm>
            <a:off x="1329505" y="1385199"/>
            <a:ext cx="353804" cy="353804"/>
            <a:chOff x="-756776" y="2753673"/>
            <a:chExt cx="353804" cy="353804"/>
          </a:xfrm>
        </p:grpSpPr>
        <p:sp>
          <p:nvSpPr>
            <p:cNvPr id="102" name="椭圆 101">
              <a:extLst>
                <a:ext uri="{FF2B5EF4-FFF2-40B4-BE49-F238E27FC236}">
                  <a16:creationId xmlns:a16="http://schemas.microsoft.com/office/drawing/2014/main" id="{0CFAB7D7-E51F-6EBB-51F4-89C157EDC92D}"/>
                </a:ext>
              </a:extLst>
            </p:cNvPr>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 name="图形 2">
              <a:extLst>
                <a:ext uri="{FF2B5EF4-FFF2-40B4-BE49-F238E27FC236}">
                  <a16:creationId xmlns:a16="http://schemas.microsoft.com/office/drawing/2014/main" id="{2870D65E-87D4-1852-2FB6-B29A815367ED}"/>
                </a:ext>
              </a:extLst>
            </p:cNvPr>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04" name="任意多边形: 形状 103">
                <a:extLst>
                  <a:ext uri="{FF2B5EF4-FFF2-40B4-BE49-F238E27FC236}">
                    <a16:creationId xmlns:a16="http://schemas.microsoft.com/office/drawing/2014/main" id="{F2800D9F-0B3D-6713-86EB-6D76F2471153}"/>
                  </a:ext>
                </a:extLst>
              </p:cNvPr>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05" name="图形 2">
                <a:extLst>
                  <a:ext uri="{FF2B5EF4-FFF2-40B4-BE49-F238E27FC236}">
                    <a16:creationId xmlns:a16="http://schemas.microsoft.com/office/drawing/2014/main" id="{B2DA00DF-DD55-8C26-E04F-9F35AC2BBFA2}"/>
                  </a:ext>
                </a:extLst>
              </p:cNvPr>
              <p:cNvGrpSpPr/>
              <p:nvPr/>
            </p:nvGrpSpPr>
            <p:grpSpPr>
              <a:xfrm>
                <a:off x="6432331" y="4029876"/>
                <a:ext cx="1041862" cy="732112"/>
                <a:chOff x="6432316" y="4029901"/>
                <a:chExt cx="1041859" cy="732122"/>
              </a:xfrm>
              <a:grpFill/>
            </p:grpSpPr>
            <p:sp>
              <p:nvSpPr>
                <p:cNvPr id="107" name="任意多边形: 形状 106">
                  <a:extLst>
                    <a:ext uri="{FF2B5EF4-FFF2-40B4-BE49-F238E27FC236}">
                      <a16:creationId xmlns:a16="http://schemas.microsoft.com/office/drawing/2014/main" id="{80FD241F-ADAE-C4E7-6DC6-413AB2F7485B}"/>
                    </a:ext>
                  </a:extLst>
                </p:cNvPr>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8" name="任意多边形: 形状 107">
                  <a:extLst>
                    <a:ext uri="{FF2B5EF4-FFF2-40B4-BE49-F238E27FC236}">
                      <a16:creationId xmlns:a16="http://schemas.microsoft.com/office/drawing/2014/main" id="{05C62D36-DCD3-BECE-2708-5038DB55A11D}"/>
                    </a:ext>
                  </a:extLst>
                </p:cNvPr>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06" name="任意多边形: 形状 105">
                <a:extLst>
                  <a:ext uri="{FF2B5EF4-FFF2-40B4-BE49-F238E27FC236}">
                    <a16:creationId xmlns:a16="http://schemas.microsoft.com/office/drawing/2014/main" id="{20EBD469-8805-07F7-7A03-526B7426389F}"/>
                  </a:ext>
                </a:extLst>
              </p:cNvPr>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09" name="组合 108">
            <a:extLst>
              <a:ext uri="{FF2B5EF4-FFF2-40B4-BE49-F238E27FC236}">
                <a16:creationId xmlns:a16="http://schemas.microsoft.com/office/drawing/2014/main" id="{469611C7-EF9A-47C3-B7E6-27A4A75D6594}"/>
              </a:ext>
            </a:extLst>
          </p:cNvPr>
          <p:cNvGrpSpPr/>
          <p:nvPr/>
        </p:nvGrpSpPr>
        <p:grpSpPr>
          <a:xfrm>
            <a:off x="5610922" y="1385199"/>
            <a:ext cx="353804" cy="353804"/>
            <a:chOff x="-756776" y="4142544"/>
            <a:chExt cx="353804" cy="353804"/>
          </a:xfrm>
        </p:grpSpPr>
        <p:sp>
          <p:nvSpPr>
            <p:cNvPr id="110" name="椭圆 109">
              <a:extLst>
                <a:ext uri="{FF2B5EF4-FFF2-40B4-BE49-F238E27FC236}">
                  <a16:creationId xmlns:a16="http://schemas.microsoft.com/office/drawing/2014/main" id="{BE08E87E-7993-C92D-85EE-A2AF1EB03BBA}"/>
                </a:ext>
              </a:extLst>
            </p:cNvPr>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1" name="组合 110">
              <a:extLst>
                <a:ext uri="{FF2B5EF4-FFF2-40B4-BE49-F238E27FC236}">
                  <a16:creationId xmlns:a16="http://schemas.microsoft.com/office/drawing/2014/main" id="{94B71197-B4DB-990D-31CC-271F14FACBCC}"/>
                </a:ext>
              </a:extLst>
            </p:cNvPr>
            <p:cNvGrpSpPr/>
            <p:nvPr/>
          </p:nvGrpSpPr>
          <p:grpSpPr>
            <a:xfrm>
              <a:off x="-662079" y="4211837"/>
              <a:ext cx="164410" cy="202856"/>
              <a:chOff x="239058" y="3727854"/>
              <a:chExt cx="887751" cy="1095351"/>
            </a:xfrm>
          </p:grpSpPr>
          <p:sp>
            <p:nvSpPr>
              <p:cNvPr id="112" name="任意多边形: 形状 111">
                <a:extLst>
                  <a:ext uri="{FF2B5EF4-FFF2-40B4-BE49-F238E27FC236}">
                    <a16:creationId xmlns:a16="http://schemas.microsoft.com/office/drawing/2014/main" id="{BB16D561-0A5A-1892-C79F-37365994E306}"/>
                  </a:ext>
                </a:extLst>
              </p:cNvPr>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3" name="任意多边形: 形状 112">
                <a:extLst>
                  <a:ext uri="{FF2B5EF4-FFF2-40B4-BE49-F238E27FC236}">
                    <a16:creationId xmlns:a16="http://schemas.microsoft.com/office/drawing/2014/main" id="{477A32AE-8581-2097-9F3B-6E875AD8AE12}"/>
                  </a:ext>
                </a:extLst>
              </p:cNvPr>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4" name="任意多边形: 形状 113">
                <a:extLst>
                  <a:ext uri="{FF2B5EF4-FFF2-40B4-BE49-F238E27FC236}">
                    <a16:creationId xmlns:a16="http://schemas.microsoft.com/office/drawing/2014/main" id="{7C061A2D-2BE4-5484-1859-3898BAEB62C8}"/>
                  </a:ext>
                </a:extLst>
              </p:cNvPr>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5" name="任意多边形: 形状 114">
                <a:extLst>
                  <a:ext uri="{FF2B5EF4-FFF2-40B4-BE49-F238E27FC236}">
                    <a16:creationId xmlns:a16="http://schemas.microsoft.com/office/drawing/2014/main" id="{97FDF2E7-15BF-A6F6-26E3-9CD8334DC8FA}"/>
                  </a:ext>
                </a:extLst>
              </p:cNvPr>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16" name="图形 2">
                <a:extLst>
                  <a:ext uri="{FF2B5EF4-FFF2-40B4-BE49-F238E27FC236}">
                    <a16:creationId xmlns:a16="http://schemas.microsoft.com/office/drawing/2014/main" id="{3083BA5F-D858-CAF0-685A-2C0116F500EC}"/>
                  </a:ext>
                </a:extLst>
              </p:cNvPr>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117" name="任意多边形: 形状 116">
                  <a:extLst>
                    <a:ext uri="{FF2B5EF4-FFF2-40B4-BE49-F238E27FC236}">
                      <a16:creationId xmlns:a16="http://schemas.microsoft.com/office/drawing/2014/main" id="{F928E330-8E11-D974-D2A2-259A9B5E71A5}"/>
                    </a:ext>
                  </a:extLst>
                </p:cNvPr>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8" name="任意多边形: 形状 117">
                  <a:extLst>
                    <a:ext uri="{FF2B5EF4-FFF2-40B4-BE49-F238E27FC236}">
                      <a16:creationId xmlns:a16="http://schemas.microsoft.com/office/drawing/2014/main" id="{CAD486C9-57D5-A996-3153-CC5C95E99136}"/>
                    </a:ext>
                  </a:extLst>
                </p:cNvPr>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sp>
        <p:nvSpPr>
          <p:cNvPr id="119" name="稿定-9">
            <a:extLst>
              <a:ext uri="{FF2B5EF4-FFF2-40B4-BE49-F238E27FC236}">
                <a16:creationId xmlns:a16="http://schemas.microsoft.com/office/drawing/2014/main" id="{54056444-5E1A-36DA-D89E-3AB346F42AF3}"/>
              </a:ext>
            </a:extLst>
          </p:cNvPr>
          <p:cNvSpPr/>
          <p:nvPr/>
        </p:nvSpPr>
        <p:spPr>
          <a:xfrm flipH="1">
            <a:off x="6098728" y="1366119"/>
            <a:ext cx="1315110" cy="324132"/>
          </a:xfrm>
          <a:prstGeom prst="round2Diag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笑口常开</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0" name="稿定-31">
            <a:extLst>
              <a:ext uri="{FF2B5EF4-FFF2-40B4-BE49-F238E27FC236}">
                <a16:creationId xmlns:a16="http://schemas.microsoft.com/office/drawing/2014/main" id="{733CC5D0-3C9F-E4BB-1192-0A6FCCA31C06}"/>
              </a:ext>
            </a:extLst>
          </p:cNvPr>
          <p:cNvSpPr/>
          <p:nvPr/>
        </p:nvSpPr>
        <p:spPr>
          <a:xfrm flipH="1">
            <a:off x="6098728" y="1741632"/>
            <a:ext cx="4583634"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稿定-9">
            <a:extLst>
              <a:ext uri="{FF2B5EF4-FFF2-40B4-BE49-F238E27FC236}">
                <a16:creationId xmlns:a16="http://schemas.microsoft.com/office/drawing/2014/main" id="{A5E91371-0DE3-FF54-BDB3-6D5C598C8B2B}"/>
              </a:ext>
            </a:extLst>
          </p:cNvPr>
          <p:cNvSpPr/>
          <p:nvPr/>
        </p:nvSpPr>
        <p:spPr>
          <a:xfrm flipH="1">
            <a:off x="1818065" y="1381702"/>
            <a:ext cx="1287862" cy="292965"/>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百事可乐</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2" name="稿定-31">
            <a:extLst>
              <a:ext uri="{FF2B5EF4-FFF2-40B4-BE49-F238E27FC236}">
                <a16:creationId xmlns:a16="http://schemas.microsoft.com/office/drawing/2014/main" id="{C1657EA0-A154-AFBA-AB05-CB800DCA7A21}"/>
              </a:ext>
            </a:extLst>
          </p:cNvPr>
          <p:cNvSpPr/>
          <p:nvPr/>
        </p:nvSpPr>
        <p:spPr>
          <a:xfrm flipH="1">
            <a:off x="1818066" y="1741632"/>
            <a:ext cx="2907112"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8450292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083970A0-A916-63AD-2F25-AAFBC266266B}"/>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9591ED77-D3D4-1A47-3E17-777DEBC592A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CEA4A090-4D01-F1C4-3AE1-CDFDACD1340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gaoding-4">
            <a:extLst>
              <a:ext uri="{FF2B5EF4-FFF2-40B4-BE49-F238E27FC236}">
                <a16:creationId xmlns:a16="http://schemas.microsoft.com/office/drawing/2014/main" id="{0BAB5C5A-7593-5935-BCDB-5DFC58E8D290}"/>
              </a:ext>
            </a:extLst>
          </p:cNvPr>
          <p:cNvSpPr/>
          <p:nvPr/>
        </p:nvSpPr>
        <p:spPr>
          <a:xfrm>
            <a:off x="938161" y="2722245"/>
            <a:ext cx="3327663" cy="1402080"/>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gaoding-10">
            <a:extLst>
              <a:ext uri="{FF2B5EF4-FFF2-40B4-BE49-F238E27FC236}">
                <a16:creationId xmlns:a16="http://schemas.microsoft.com/office/drawing/2014/main" id="{960F5E77-503A-8085-0313-CDCED2F1875E}"/>
              </a:ext>
            </a:extLst>
          </p:cNvPr>
          <p:cNvSpPr/>
          <p:nvPr/>
        </p:nvSpPr>
        <p:spPr>
          <a:xfrm>
            <a:off x="1106374"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11">
            <a:extLst>
              <a:ext uri="{FF2B5EF4-FFF2-40B4-BE49-F238E27FC236}">
                <a16:creationId xmlns:a16="http://schemas.microsoft.com/office/drawing/2014/main" id="{56519D04-B834-93C1-414A-0FBCE6C708D9}"/>
              </a:ext>
            </a:extLst>
          </p:cNvPr>
          <p:cNvSpPr/>
          <p:nvPr/>
        </p:nvSpPr>
        <p:spPr>
          <a:xfrm>
            <a:off x="1103199"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gaoding-12">
            <a:extLst>
              <a:ext uri="{FF2B5EF4-FFF2-40B4-BE49-F238E27FC236}">
                <a16:creationId xmlns:a16="http://schemas.microsoft.com/office/drawing/2014/main" id="{284DCA2A-F210-19C7-73C0-9E442A5FE61E}"/>
              </a:ext>
            </a:extLst>
          </p:cNvPr>
          <p:cNvSpPr/>
          <p:nvPr/>
        </p:nvSpPr>
        <p:spPr>
          <a:xfrm>
            <a:off x="1106374"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gaoding-13">
            <a:extLst>
              <a:ext uri="{FF2B5EF4-FFF2-40B4-BE49-F238E27FC236}">
                <a16:creationId xmlns:a16="http://schemas.microsoft.com/office/drawing/2014/main" id="{C07AC09B-5347-5F20-9CB6-6D15C25F8569}"/>
              </a:ext>
            </a:extLst>
          </p:cNvPr>
          <p:cNvSpPr/>
          <p:nvPr/>
        </p:nvSpPr>
        <p:spPr>
          <a:xfrm>
            <a:off x="1103199"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gaoding-14">
            <a:extLst>
              <a:ext uri="{FF2B5EF4-FFF2-40B4-BE49-F238E27FC236}">
                <a16:creationId xmlns:a16="http://schemas.microsoft.com/office/drawing/2014/main" id="{DA084292-ACC3-E990-8695-97EBB2446BFC}"/>
              </a:ext>
            </a:extLst>
          </p:cNvPr>
          <p:cNvSpPr/>
          <p:nvPr/>
        </p:nvSpPr>
        <p:spPr>
          <a:xfrm>
            <a:off x="2666138"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gaoding-15">
            <a:extLst>
              <a:ext uri="{FF2B5EF4-FFF2-40B4-BE49-F238E27FC236}">
                <a16:creationId xmlns:a16="http://schemas.microsoft.com/office/drawing/2014/main" id="{F83D8375-494B-0123-375A-30C57DE5515A}"/>
              </a:ext>
            </a:extLst>
          </p:cNvPr>
          <p:cNvSpPr/>
          <p:nvPr/>
        </p:nvSpPr>
        <p:spPr>
          <a:xfrm>
            <a:off x="2662963"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gaoding-16">
            <a:extLst>
              <a:ext uri="{FF2B5EF4-FFF2-40B4-BE49-F238E27FC236}">
                <a16:creationId xmlns:a16="http://schemas.microsoft.com/office/drawing/2014/main" id="{94E351E3-EF99-F0E9-F7AE-C7243F5C9485}"/>
              </a:ext>
            </a:extLst>
          </p:cNvPr>
          <p:cNvSpPr/>
          <p:nvPr/>
        </p:nvSpPr>
        <p:spPr>
          <a:xfrm>
            <a:off x="2666138"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gaoding-17">
            <a:extLst>
              <a:ext uri="{FF2B5EF4-FFF2-40B4-BE49-F238E27FC236}">
                <a16:creationId xmlns:a16="http://schemas.microsoft.com/office/drawing/2014/main" id="{6F19B7F3-32D5-C5F9-F890-0EA03D89825B}"/>
              </a:ext>
            </a:extLst>
          </p:cNvPr>
          <p:cNvSpPr/>
          <p:nvPr/>
        </p:nvSpPr>
        <p:spPr>
          <a:xfrm>
            <a:off x="2662963"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稿定-31">
            <a:extLst>
              <a:ext uri="{FF2B5EF4-FFF2-40B4-BE49-F238E27FC236}">
                <a16:creationId xmlns:a16="http://schemas.microsoft.com/office/drawing/2014/main" id="{254C2CFA-5695-6F60-62ED-2959F3900896}"/>
              </a:ext>
            </a:extLst>
          </p:cNvPr>
          <p:cNvSpPr/>
          <p:nvPr/>
        </p:nvSpPr>
        <p:spPr>
          <a:xfrm flipH="1">
            <a:off x="1237938"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稿定-31">
            <a:extLst>
              <a:ext uri="{FF2B5EF4-FFF2-40B4-BE49-F238E27FC236}">
                <a16:creationId xmlns:a16="http://schemas.microsoft.com/office/drawing/2014/main" id="{C94ECE66-07C6-436F-02E5-1DC83D765DD3}"/>
              </a:ext>
            </a:extLst>
          </p:cNvPr>
          <p:cNvSpPr/>
          <p:nvPr/>
        </p:nvSpPr>
        <p:spPr>
          <a:xfrm flipH="1">
            <a:off x="1237938"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稿定-31">
            <a:extLst>
              <a:ext uri="{FF2B5EF4-FFF2-40B4-BE49-F238E27FC236}">
                <a16:creationId xmlns:a16="http://schemas.microsoft.com/office/drawing/2014/main" id="{293D02A0-8C2E-1FB8-6529-28FE5DEADAE5}"/>
              </a:ext>
            </a:extLst>
          </p:cNvPr>
          <p:cNvSpPr/>
          <p:nvPr/>
        </p:nvSpPr>
        <p:spPr>
          <a:xfrm flipH="1">
            <a:off x="2799107"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31">
            <a:extLst>
              <a:ext uri="{FF2B5EF4-FFF2-40B4-BE49-F238E27FC236}">
                <a16:creationId xmlns:a16="http://schemas.microsoft.com/office/drawing/2014/main" id="{2A6188A2-001F-33ED-35A9-A6C0606FCD53}"/>
              </a:ext>
            </a:extLst>
          </p:cNvPr>
          <p:cNvSpPr/>
          <p:nvPr/>
        </p:nvSpPr>
        <p:spPr>
          <a:xfrm flipH="1">
            <a:off x="2799107"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4">
            <a:extLst>
              <a:ext uri="{FF2B5EF4-FFF2-40B4-BE49-F238E27FC236}">
                <a16:creationId xmlns:a16="http://schemas.microsoft.com/office/drawing/2014/main" id="{536F79A2-B4FF-31B2-773A-2A82ADA3393B}"/>
              </a:ext>
            </a:extLst>
          </p:cNvPr>
          <p:cNvSpPr/>
          <p:nvPr/>
        </p:nvSpPr>
        <p:spPr>
          <a:xfrm>
            <a:off x="4598515" y="2722245"/>
            <a:ext cx="3327663" cy="1402080"/>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10">
            <a:extLst>
              <a:ext uri="{FF2B5EF4-FFF2-40B4-BE49-F238E27FC236}">
                <a16:creationId xmlns:a16="http://schemas.microsoft.com/office/drawing/2014/main" id="{111FCC27-67EA-C4DD-FAE8-FB7524A280C4}"/>
              </a:ext>
            </a:extLst>
          </p:cNvPr>
          <p:cNvSpPr/>
          <p:nvPr/>
        </p:nvSpPr>
        <p:spPr>
          <a:xfrm>
            <a:off x="4766728"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11">
            <a:extLst>
              <a:ext uri="{FF2B5EF4-FFF2-40B4-BE49-F238E27FC236}">
                <a16:creationId xmlns:a16="http://schemas.microsoft.com/office/drawing/2014/main" id="{5F4572C3-D448-42D3-4354-F58D043D6C9B}"/>
              </a:ext>
            </a:extLst>
          </p:cNvPr>
          <p:cNvSpPr/>
          <p:nvPr/>
        </p:nvSpPr>
        <p:spPr>
          <a:xfrm>
            <a:off x="4763553"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gaoding-12">
            <a:extLst>
              <a:ext uri="{FF2B5EF4-FFF2-40B4-BE49-F238E27FC236}">
                <a16:creationId xmlns:a16="http://schemas.microsoft.com/office/drawing/2014/main" id="{3F6760E5-2203-29BF-A7E9-7C554062EDAC}"/>
              </a:ext>
            </a:extLst>
          </p:cNvPr>
          <p:cNvSpPr/>
          <p:nvPr/>
        </p:nvSpPr>
        <p:spPr>
          <a:xfrm>
            <a:off x="4766728"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gaoding-13">
            <a:extLst>
              <a:ext uri="{FF2B5EF4-FFF2-40B4-BE49-F238E27FC236}">
                <a16:creationId xmlns:a16="http://schemas.microsoft.com/office/drawing/2014/main" id="{4C7F8B47-D80D-EA52-D67A-A4F918F0A939}"/>
              </a:ext>
            </a:extLst>
          </p:cNvPr>
          <p:cNvSpPr/>
          <p:nvPr/>
        </p:nvSpPr>
        <p:spPr>
          <a:xfrm>
            <a:off x="4763553"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gaoding-14">
            <a:extLst>
              <a:ext uri="{FF2B5EF4-FFF2-40B4-BE49-F238E27FC236}">
                <a16:creationId xmlns:a16="http://schemas.microsoft.com/office/drawing/2014/main" id="{F3B1C393-64ED-3E1A-F1B6-C9868C996CE4}"/>
              </a:ext>
            </a:extLst>
          </p:cNvPr>
          <p:cNvSpPr/>
          <p:nvPr/>
        </p:nvSpPr>
        <p:spPr>
          <a:xfrm>
            <a:off x="6326492"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gaoding-15">
            <a:extLst>
              <a:ext uri="{FF2B5EF4-FFF2-40B4-BE49-F238E27FC236}">
                <a16:creationId xmlns:a16="http://schemas.microsoft.com/office/drawing/2014/main" id="{26ABE296-AF48-8195-861A-DB83135AA380}"/>
              </a:ext>
            </a:extLst>
          </p:cNvPr>
          <p:cNvSpPr/>
          <p:nvPr/>
        </p:nvSpPr>
        <p:spPr>
          <a:xfrm>
            <a:off x="6323317"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gaoding-16">
            <a:extLst>
              <a:ext uri="{FF2B5EF4-FFF2-40B4-BE49-F238E27FC236}">
                <a16:creationId xmlns:a16="http://schemas.microsoft.com/office/drawing/2014/main" id="{005C28BD-4013-CE7D-5EC8-EA76514F39B3}"/>
              </a:ext>
            </a:extLst>
          </p:cNvPr>
          <p:cNvSpPr/>
          <p:nvPr/>
        </p:nvSpPr>
        <p:spPr>
          <a:xfrm>
            <a:off x="6326492"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gaoding-17">
            <a:extLst>
              <a:ext uri="{FF2B5EF4-FFF2-40B4-BE49-F238E27FC236}">
                <a16:creationId xmlns:a16="http://schemas.microsoft.com/office/drawing/2014/main" id="{A47D84C7-EE4B-38A4-73FB-947AFDC5E9EC}"/>
              </a:ext>
            </a:extLst>
          </p:cNvPr>
          <p:cNvSpPr/>
          <p:nvPr/>
        </p:nvSpPr>
        <p:spPr>
          <a:xfrm>
            <a:off x="6323317"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稿定-31">
            <a:extLst>
              <a:ext uri="{FF2B5EF4-FFF2-40B4-BE49-F238E27FC236}">
                <a16:creationId xmlns:a16="http://schemas.microsoft.com/office/drawing/2014/main" id="{58AD5D66-66CF-DA63-C196-EDAB2038B5A6}"/>
              </a:ext>
            </a:extLst>
          </p:cNvPr>
          <p:cNvSpPr/>
          <p:nvPr/>
        </p:nvSpPr>
        <p:spPr>
          <a:xfrm flipH="1">
            <a:off x="4898292"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稿定-31">
            <a:extLst>
              <a:ext uri="{FF2B5EF4-FFF2-40B4-BE49-F238E27FC236}">
                <a16:creationId xmlns:a16="http://schemas.microsoft.com/office/drawing/2014/main" id="{BE4C3A38-9880-0DE7-FBB2-854F906EF40D}"/>
              </a:ext>
            </a:extLst>
          </p:cNvPr>
          <p:cNvSpPr/>
          <p:nvPr/>
        </p:nvSpPr>
        <p:spPr>
          <a:xfrm flipH="1">
            <a:off x="4898292"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稿定-31">
            <a:extLst>
              <a:ext uri="{FF2B5EF4-FFF2-40B4-BE49-F238E27FC236}">
                <a16:creationId xmlns:a16="http://schemas.microsoft.com/office/drawing/2014/main" id="{D2F2B0CC-2D04-8FB1-DAA6-768D87F0BE39}"/>
              </a:ext>
            </a:extLst>
          </p:cNvPr>
          <p:cNvSpPr/>
          <p:nvPr/>
        </p:nvSpPr>
        <p:spPr>
          <a:xfrm flipH="1">
            <a:off x="6459461"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稿定-31">
            <a:extLst>
              <a:ext uri="{FF2B5EF4-FFF2-40B4-BE49-F238E27FC236}">
                <a16:creationId xmlns:a16="http://schemas.microsoft.com/office/drawing/2014/main" id="{CC94DB49-2915-E3AF-DCA9-86618DD561C6}"/>
              </a:ext>
            </a:extLst>
          </p:cNvPr>
          <p:cNvSpPr/>
          <p:nvPr/>
        </p:nvSpPr>
        <p:spPr>
          <a:xfrm flipH="1">
            <a:off x="6459461"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gaoding-4">
            <a:extLst>
              <a:ext uri="{FF2B5EF4-FFF2-40B4-BE49-F238E27FC236}">
                <a16:creationId xmlns:a16="http://schemas.microsoft.com/office/drawing/2014/main" id="{6E1F0681-8DAD-3794-5706-19D08A21EF2F}"/>
              </a:ext>
            </a:extLst>
          </p:cNvPr>
          <p:cNvSpPr/>
          <p:nvPr/>
        </p:nvSpPr>
        <p:spPr>
          <a:xfrm>
            <a:off x="8092523" y="2722245"/>
            <a:ext cx="3327663" cy="1402080"/>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gaoding-10">
            <a:extLst>
              <a:ext uri="{FF2B5EF4-FFF2-40B4-BE49-F238E27FC236}">
                <a16:creationId xmlns:a16="http://schemas.microsoft.com/office/drawing/2014/main" id="{4A43D3F2-7864-BE50-220E-A4EB7846ACED}"/>
              </a:ext>
            </a:extLst>
          </p:cNvPr>
          <p:cNvSpPr/>
          <p:nvPr/>
        </p:nvSpPr>
        <p:spPr>
          <a:xfrm>
            <a:off x="8260736"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gaoding-11">
            <a:extLst>
              <a:ext uri="{FF2B5EF4-FFF2-40B4-BE49-F238E27FC236}">
                <a16:creationId xmlns:a16="http://schemas.microsoft.com/office/drawing/2014/main" id="{600D63BE-98F2-774E-FD4E-C047C36AA300}"/>
              </a:ext>
            </a:extLst>
          </p:cNvPr>
          <p:cNvSpPr/>
          <p:nvPr/>
        </p:nvSpPr>
        <p:spPr>
          <a:xfrm>
            <a:off x="8257561"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gaoding-12">
            <a:extLst>
              <a:ext uri="{FF2B5EF4-FFF2-40B4-BE49-F238E27FC236}">
                <a16:creationId xmlns:a16="http://schemas.microsoft.com/office/drawing/2014/main" id="{D1996A14-5EC2-E712-8DF7-1CB5675ECE88}"/>
              </a:ext>
            </a:extLst>
          </p:cNvPr>
          <p:cNvSpPr/>
          <p:nvPr/>
        </p:nvSpPr>
        <p:spPr>
          <a:xfrm>
            <a:off x="8260736"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gaoding-13">
            <a:extLst>
              <a:ext uri="{FF2B5EF4-FFF2-40B4-BE49-F238E27FC236}">
                <a16:creationId xmlns:a16="http://schemas.microsoft.com/office/drawing/2014/main" id="{F305D159-12FA-F9FB-39E4-AD1B95ACCF21}"/>
              </a:ext>
            </a:extLst>
          </p:cNvPr>
          <p:cNvSpPr/>
          <p:nvPr/>
        </p:nvSpPr>
        <p:spPr>
          <a:xfrm>
            <a:off x="8257561"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gaoding-14">
            <a:extLst>
              <a:ext uri="{FF2B5EF4-FFF2-40B4-BE49-F238E27FC236}">
                <a16:creationId xmlns:a16="http://schemas.microsoft.com/office/drawing/2014/main" id="{86E28FDB-D667-1512-693B-E9C9AAD7FE52}"/>
              </a:ext>
            </a:extLst>
          </p:cNvPr>
          <p:cNvSpPr/>
          <p:nvPr/>
        </p:nvSpPr>
        <p:spPr>
          <a:xfrm>
            <a:off x="9820500" y="2853373"/>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gaoding-15">
            <a:extLst>
              <a:ext uri="{FF2B5EF4-FFF2-40B4-BE49-F238E27FC236}">
                <a16:creationId xmlns:a16="http://schemas.microsoft.com/office/drawing/2014/main" id="{3EEED2D1-7AA4-58B0-60AA-02B89EB2A329}"/>
              </a:ext>
            </a:extLst>
          </p:cNvPr>
          <p:cNvSpPr/>
          <p:nvPr/>
        </p:nvSpPr>
        <p:spPr>
          <a:xfrm>
            <a:off x="9817325" y="2853373"/>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gaoding-16">
            <a:extLst>
              <a:ext uri="{FF2B5EF4-FFF2-40B4-BE49-F238E27FC236}">
                <a16:creationId xmlns:a16="http://schemas.microsoft.com/office/drawing/2014/main" id="{30B72F77-B1B6-3381-D634-34B710D40064}"/>
              </a:ext>
            </a:extLst>
          </p:cNvPr>
          <p:cNvSpPr/>
          <p:nvPr/>
        </p:nvSpPr>
        <p:spPr>
          <a:xfrm>
            <a:off x="9820500" y="3466394"/>
            <a:ext cx="1434648" cy="526804"/>
          </a:xfrm>
          <a:prstGeom prst="roundRect">
            <a:avLst>
              <a:gd name="adj" fmla="val 692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ID"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17">
            <a:extLst>
              <a:ext uri="{FF2B5EF4-FFF2-40B4-BE49-F238E27FC236}">
                <a16:creationId xmlns:a16="http://schemas.microsoft.com/office/drawing/2014/main" id="{A6A7E04D-9F36-41C5-8904-0224DAA0C872}"/>
              </a:ext>
            </a:extLst>
          </p:cNvPr>
          <p:cNvSpPr/>
          <p:nvPr/>
        </p:nvSpPr>
        <p:spPr>
          <a:xfrm>
            <a:off x="9817325" y="3466394"/>
            <a:ext cx="45719" cy="52680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en-ID"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稿定-31">
            <a:extLst>
              <a:ext uri="{FF2B5EF4-FFF2-40B4-BE49-F238E27FC236}">
                <a16:creationId xmlns:a16="http://schemas.microsoft.com/office/drawing/2014/main" id="{6BF034B0-92C2-AFD2-A8B1-F854688FA024}"/>
              </a:ext>
            </a:extLst>
          </p:cNvPr>
          <p:cNvSpPr/>
          <p:nvPr/>
        </p:nvSpPr>
        <p:spPr>
          <a:xfrm flipH="1">
            <a:off x="8392300"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稿定-31">
            <a:extLst>
              <a:ext uri="{FF2B5EF4-FFF2-40B4-BE49-F238E27FC236}">
                <a16:creationId xmlns:a16="http://schemas.microsoft.com/office/drawing/2014/main" id="{9A0E45D6-0B05-D185-E4A6-5EACF0FC95AA}"/>
              </a:ext>
            </a:extLst>
          </p:cNvPr>
          <p:cNvSpPr/>
          <p:nvPr/>
        </p:nvSpPr>
        <p:spPr>
          <a:xfrm flipH="1">
            <a:off x="8392300"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稿定-31">
            <a:extLst>
              <a:ext uri="{FF2B5EF4-FFF2-40B4-BE49-F238E27FC236}">
                <a16:creationId xmlns:a16="http://schemas.microsoft.com/office/drawing/2014/main" id="{DAD43FDC-A370-5970-45AC-767E55F52071}"/>
              </a:ext>
            </a:extLst>
          </p:cNvPr>
          <p:cNvSpPr/>
          <p:nvPr/>
        </p:nvSpPr>
        <p:spPr>
          <a:xfrm flipH="1">
            <a:off x="9953469" y="2940252"/>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稿定-31">
            <a:extLst>
              <a:ext uri="{FF2B5EF4-FFF2-40B4-BE49-F238E27FC236}">
                <a16:creationId xmlns:a16="http://schemas.microsoft.com/office/drawing/2014/main" id="{B8D1A0D6-6B4D-1BB0-06CA-DA03175079E4}"/>
              </a:ext>
            </a:extLst>
          </p:cNvPr>
          <p:cNvSpPr/>
          <p:nvPr/>
        </p:nvSpPr>
        <p:spPr>
          <a:xfrm flipH="1">
            <a:off x="9953469" y="3553273"/>
            <a:ext cx="1301679" cy="353045"/>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所有模板素材均可任意编辑</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矩形: 圆角 126">
            <a:extLst>
              <a:ext uri="{FF2B5EF4-FFF2-40B4-BE49-F238E27FC236}">
                <a16:creationId xmlns:a16="http://schemas.microsoft.com/office/drawing/2014/main" id="{C086D185-66EA-4D11-757C-35FB19ABE91F}"/>
              </a:ext>
            </a:extLst>
          </p:cNvPr>
          <p:cNvSpPr/>
          <p:nvPr/>
        </p:nvSpPr>
        <p:spPr>
          <a:xfrm>
            <a:off x="938161" y="1567225"/>
            <a:ext cx="3327663"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8" name="矩形: 圆角 127">
            <a:extLst>
              <a:ext uri="{FF2B5EF4-FFF2-40B4-BE49-F238E27FC236}">
                <a16:creationId xmlns:a16="http://schemas.microsoft.com/office/drawing/2014/main" id="{F2D388AD-D99E-86D4-B0CB-CA17D0622E97}"/>
              </a:ext>
            </a:extLst>
          </p:cNvPr>
          <p:cNvSpPr/>
          <p:nvPr/>
        </p:nvSpPr>
        <p:spPr>
          <a:xfrm>
            <a:off x="4598515" y="1567225"/>
            <a:ext cx="6821670" cy="917191"/>
          </a:xfrm>
          <a:prstGeom prst="roundRect">
            <a:avLst>
              <a:gd name="adj" fmla="val 9101"/>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29" name="组合 128">
            <a:extLst>
              <a:ext uri="{FF2B5EF4-FFF2-40B4-BE49-F238E27FC236}">
                <a16:creationId xmlns:a16="http://schemas.microsoft.com/office/drawing/2014/main" id="{CF4C1B1C-34B9-82D0-0837-4FF21FC82471}"/>
              </a:ext>
            </a:extLst>
          </p:cNvPr>
          <p:cNvGrpSpPr/>
          <p:nvPr/>
        </p:nvGrpSpPr>
        <p:grpSpPr>
          <a:xfrm>
            <a:off x="1138863" y="1673203"/>
            <a:ext cx="353804" cy="353804"/>
            <a:chOff x="-756776" y="2753673"/>
            <a:chExt cx="353804" cy="353804"/>
          </a:xfrm>
        </p:grpSpPr>
        <p:sp>
          <p:nvSpPr>
            <p:cNvPr id="130" name="椭圆 129">
              <a:extLst>
                <a:ext uri="{FF2B5EF4-FFF2-40B4-BE49-F238E27FC236}">
                  <a16:creationId xmlns:a16="http://schemas.microsoft.com/office/drawing/2014/main" id="{D301802C-A7C7-2A3A-C041-53333C518F43}"/>
                </a:ext>
              </a:extLst>
            </p:cNvPr>
            <p:cNvSpPr/>
            <p:nvPr/>
          </p:nvSpPr>
          <p:spPr>
            <a:xfrm>
              <a:off x="-756776" y="2753673"/>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1" name="图形 2">
              <a:extLst>
                <a:ext uri="{FF2B5EF4-FFF2-40B4-BE49-F238E27FC236}">
                  <a16:creationId xmlns:a16="http://schemas.microsoft.com/office/drawing/2014/main" id="{BBC4E824-4BB6-ECB2-8487-49B5BED7CC61}"/>
                </a:ext>
              </a:extLst>
            </p:cNvPr>
            <p:cNvGrpSpPr/>
            <p:nvPr/>
          </p:nvGrpSpPr>
          <p:grpSpPr>
            <a:xfrm>
              <a:off x="-676350" y="2831454"/>
              <a:ext cx="192952" cy="180194"/>
              <a:chOff x="6432331" y="3789012"/>
              <a:chExt cx="1041862" cy="972976"/>
            </a:xfrm>
            <a:gradFill>
              <a:gsLst>
                <a:gs pos="0">
                  <a:schemeClr val="accent2"/>
                </a:gs>
                <a:gs pos="100000">
                  <a:schemeClr val="accent4"/>
                </a:gs>
              </a:gsLst>
              <a:lin ang="5400000" scaled="1"/>
            </a:gradFill>
          </p:grpSpPr>
          <p:sp>
            <p:nvSpPr>
              <p:cNvPr id="132" name="任意多边形: 形状 131">
                <a:extLst>
                  <a:ext uri="{FF2B5EF4-FFF2-40B4-BE49-F238E27FC236}">
                    <a16:creationId xmlns:a16="http://schemas.microsoft.com/office/drawing/2014/main" id="{639D9C9F-C053-F5A3-B432-DFE03D6EF74D}"/>
                  </a:ext>
                </a:extLst>
              </p:cNvPr>
              <p:cNvSpPr/>
              <p:nvPr/>
            </p:nvSpPr>
            <p:spPr>
              <a:xfrm>
                <a:off x="6760151" y="3789012"/>
                <a:ext cx="386227" cy="204476"/>
              </a:xfrm>
              <a:custGeom>
                <a:avLst/>
                <a:gdLst>
                  <a:gd name="connsiteX0" fmla="*/ 364794 w 386225"/>
                  <a:gd name="connsiteY0" fmla="*/ 204480 h 204479"/>
                  <a:gd name="connsiteX1" fmla="*/ 343363 w 386225"/>
                  <a:gd name="connsiteY1" fmla="*/ 183049 h 204479"/>
                  <a:gd name="connsiteX2" fmla="*/ 343363 w 386225"/>
                  <a:gd name="connsiteY2" fmla="*/ 100255 h 204479"/>
                  <a:gd name="connsiteX3" fmla="*/ 285961 w 386225"/>
                  <a:gd name="connsiteY3" fmla="*/ 42863 h 204479"/>
                  <a:gd name="connsiteX4" fmla="*/ 100255 w 386225"/>
                  <a:gd name="connsiteY4" fmla="*/ 42863 h 204479"/>
                  <a:gd name="connsiteX5" fmla="*/ 42863 w 386225"/>
                  <a:gd name="connsiteY5" fmla="*/ 100255 h 204479"/>
                  <a:gd name="connsiteX6" fmla="*/ 42863 w 386225"/>
                  <a:gd name="connsiteY6" fmla="*/ 183049 h 204479"/>
                  <a:gd name="connsiteX7" fmla="*/ 21431 w 386225"/>
                  <a:gd name="connsiteY7" fmla="*/ 204480 h 204479"/>
                  <a:gd name="connsiteX8" fmla="*/ 0 w 386225"/>
                  <a:gd name="connsiteY8" fmla="*/ 183049 h 204479"/>
                  <a:gd name="connsiteX9" fmla="*/ 0 w 386225"/>
                  <a:gd name="connsiteY9" fmla="*/ 100255 h 204479"/>
                  <a:gd name="connsiteX10" fmla="*/ 100255 w 386225"/>
                  <a:gd name="connsiteY10" fmla="*/ 0 h 204479"/>
                  <a:gd name="connsiteX11" fmla="*/ 285961 w 386225"/>
                  <a:gd name="connsiteY11" fmla="*/ 0 h 204479"/>
                  <a:gd name="connsiteX12" fmla="*/ 386225 w 386225"/>
                  <a:gd name="connsiteY12" fmla="*/ 100255 h 204479"/>
                  <a:gd name="connsiteX13" fmla="*/ 386225 w 386225"/>
                  <a:gd name="connsiteY13" fmla="*/ 183049 h 204479"/>
                  <a:gd name="connsiteX14" fmla="*/ 364794 w 386225"/>
                  <a:gd name="connsiteY14" fmla="*/ 204480 h 2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6225" h="204479">
                    <a:moveTo>
                      <a:pt x="364794" y="204480"/>
                    </a:moveTo>
                    <a:cubicBezTo>
                      <a:pt x="352956" y="204480"/>
                      <a:pt x="343363" y="194887"/>
                      <a:pt x="343363" y="183049"/>
                    </a:cubicBezTo>
                    <a:lnTo>
                      <a:pt x="343363" y="100255"/>
                    </a:lnTo>
                    <a:cubicBezTo>
                      <a:pt x="343363" y="68614"/>
                      <a:pt x="317611" y="42863"/>
                      <a:pt x="285961" y="42863"/>
                    </a:cubicBezTo>
                    <a:lnTo>
                      <a:pt x="100255" y="42863"/>
                    </a:lnTo>
                    <a:cubicBezTo>
                      <a:pt x="68614" y="42863"/>
                      <a:pt x="42863" y="68614"/>
                      <a:pt x="42863" y="100255"/>
                    </a:cubicBezTo>
                    <a:lnTo>
                      <a:pt x="42863" y="183049"/>
                    </a:lnTo>
                    <a:cubicBezTo>
                      <a:pt x="42863" y="194887"/>
                      <a:pt x="33270" y="204480"/>
                      <a:pt x="21431" y="204480"/>
                    </a:cubicBezTo>
                    <a:cubicBezTo>
                      <a:pt x="9593" y="204480"/>
                      <a:pt x="0" y="194887"/>
                      <a:pt x="0" y="183049"/>
                    </a:cubicBezTo>
                    <a:lnTo>
                      <a:pt x="0" y="100255"/>
                    </a:lnTo>
                    <a:cubicBezTo>
                      <a:pt x="0" y="44971"/>
                      <a:pt x="44971" y="0"/>
                      <a:pt x="100255" y="0"/>
                    </a:cubicBezTo>
                    <a:lnTo>
                      <a:pt x="285961" y="0"/>
                    </a:lnTo>
                    <a:cubicBezTo>
                      <a:pt x="341246" y="0"/>
                      <a:pt x="386225" y="44971"/>
                      <a:pt x="386225" y="100255"/>
                    </a:cubicBezTo>
                    <a:lnTo>
                      <a:pt x="386225" y="183049"/>
                    </a:lnTo>
                    <a:cubicBezTo>
                      <a:pt x="386225" y="194887"/>
                      <a:pt x="376633" y="204480"/>
                      <a:pt x="364794" y="20448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33" name="图形 2">
                <a:extLst>
                  <a:ext uri="{FF2B5EF4-FFF2-40B4-BE49-F238E27FC236}">
                    <a16:creationId xmlns:a16="http://schemas.microsoft.com/office/drawing/2014/main" id="{B852B1AD-856C-61BE-36D5-695ACA71B9C3}"/>
                  </a:ext>
                </a:extLst>
              </p:cNvPr>
              <p:cNvGrpSpPr/>
              <p:nvPr/>
            </p:nvGrpSpPr>
            <p:grpSpPr>
              <a:xfrm>
                <a:off x="6432331" y="4029876"/>
                <a:ext cx="1041862" cy="732112"/>
                <a:chOff x="6432316" y="4029901"/>
                <a:chExt cx="1041859" cy="732122"/>
              </a:xfrm>
              <a:grpFill/>
            </p:grpSpPr>
            <p:sp>
              <p:nvSpPr>
                <p:cNvPr id="135" name="任意多边形: 形状 134">
                  <a:extLst>
                    <a:ext uri="{FF2B5EF4-FFF2-40B4-BE49-F238E27FC236}">
                      <a16:creationId xmlns:a16="http://schemas.microsoft.com/office/drawing/2014/main" id="{D3AAEF43-BBE5-8FE7-E196-4208AB3E76D4}"/>
                    </a:ext>
                  </a:extLst>
                </p:cNvPr>
                <p:cNvSpPr/>
                <p:nvPr/>
              </p:nvSpPr>
              <p:spPr>
                <a:xfrm>
                  <a:off x="6432321" y="4029901"/>
                  <a:ext cx="1041848" cy="282059"/>
                </a:xfrm>
                <a:custGeom>
                  <a:avLst/>
                  <a:gdLst>
                    <a:gd name="connsiteX0" fmla="*/ 167284 w 1041850"/>
                    <a:gd name="connsiteY0" fmla="*/ 274920 h 282061"/>
                    <a:gd name="connsiteX1" fmla="*/ 193370 w 1041850"/>
                    <a:gd name="connsiteY1" fmla="*/ 282061 h 282061"/>
                    <a:gd name="connsiteX2" fmla="*/ 848463 w 1041850"/>
                    <a:gd name="connsiteY2" fmla="*/ 282061 h 282061"/>
                    <a:gd name="connsiteX3" fmla="*/ 874549 w 1041850"/>
                    <a:gd name="connsiteY3" fmla="*/ 274920 h 282061"/>
                    <a:gd name="connsiteX4" fmla="*/ 1041850 w 1041850"/>
                    <a:gd name="connsiteY4" fmla="*/ 175934 h 282061"/>
                    <a:gd name="connsiteX5" fmla="*/ 1041850 w 1041850"/>
                    <a:gd name="connsiteY5" fmla="*/ 66874 h 282061"/>
                    <a:gd name="connsiteX6" fmla="*/ 974976 w 1041850"/>
                    <a:gd name="connsiteY6" fmla="*/ 0 h 282061"/>
                    <a:gd name="connsiteX7" fmla="*/ 66874 w 1041850"/>
                    <a:gd name="connsiteY7" fmla="*/ 0 h 282061"/>
                    <a:gd name="connsiteX8" fmla="*/ 0 w 1041850"/>
                    <a:gd name="connsiteY8" fmla="*/ 66874 h 282061"/>
                    <a:gd name="connsiteX9" fmla="*/ 0 w 1041850"/>
                    <a:gd name="connsiteY9" fmla="*/ 175934 h 282061"/>
                    <a:gd name="connsiteX10" fmla="*/ 167284 w 1041850"/>
                    <a:gd name="connsiteY10" fmla="*/ 274920 h 28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1850" h="282061">
                      <a:moveTo>
                        <a:pt x="167284" y="274920"/>
                      </a:moveTo>
                      <a:cubicBezTo>
                        <a:pt x="175179" y="279592"/>
                        <a:pt x="184206" y="282061"/>
                        <a:pt x="193370" y="282061"/>
                      </a:cubicBezTo>
                      <a:lnTo>
                        <a:pt x="848463" y="282061"/>
                      </a:lnTo>
                      <a:cubicBezTo>
                        <a:pt x="857636" y="282061"/>
                        <a:pt x="866654" y="279592"/>
                        <a:pt x="874549" y="274920"/>
                      </a:cubicBezTo>
                      <a:lnTo>
                        <a:pt x="1041850" y="175934"/>
                      </a:lnTo>
                      <a:lnTo>
                        <a:pt x="1041850" y="66874"/>
                      </a:lnTo>
                      <a:cubicBezTo>
                        <a:pt x="1041850" y="30090"/>
                        <a:pt x="1011752" y="0"/>
                        <a:pt x="974976" y="0"/>
                      </a:cubicBezTo>
                      <a:lnTo>
                        <a:pt x="66874" y="0"/>
                      </a:lnTo>
                      <a:cubicBezTo>
                        <a:pt x="30090" y="0"/>
                        <a:pt x="0" y="30098"/>
                        <a:pt x="0" y="66874"/>
                      </a:cubicBezTo>
                      <a:lnTo>
                        <a:pt x="0" y="175934"/>
                      </a:lnTo>
                      <a:lnTo>
                        <a:pt x="167284" y="274920"/>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36" name="任意多边形: 形状 135">
                  <a:extLst>
                    <a:ext uri="{FF2B5EF4-FFF2-40B4-BE49-F238E27FC236}">
                      <a16:creationId xmlns:a16="http://schemas.microsoft.com/office/drawing/2014/main" id="{1253DBF9-943A-D56F-EC9F-DA679A509D05}"/>
                    </a:ext>
                  </a:extLst>
                </p:cNvPr>
                <p:cNvSpPr/>
                <p:nvPr/>
              </p:nvSpPr>
              <p:spPr>
                <a:xfrm>
                  <a:off x="6432316" y="4255648"/>
                  <a:ext cx="1041859" cy="506375"/>
                </a:xfrm>
                <a:custGeom>
                  <a:avLst/>
                  <a:gdLst>
                    <a:gd name="connsiteX0" fmla="*/ 896392 w 1041859"/>
                    <a:gd name="connsiteY0" fmla="*/ 86068 h 506377"/>
                    <a:gd name="connsiteX1" fmla="*/ 848472 w 1041859"/>
                    <a:gd name="connsiteY1" fmla="*/ 99184 h 506377"/>
                    <a:gd name="connsiteX2" fmla="*/ 653310 w 1041859"/>
                    <a:gd name="connsiteY2" fmla="*/ 99184 h 506377"/>
                    <a:gd name="connsiteX3" fmla="*/ 653310 w 1041859"/>
                    <a:gd name="connsiteY3" fmla="*/ 174313 h 506377"/>
                    <a:gd name="connsiteX4" fmla="*/ 569848 w 1041859"/>
                    <a:gd name="connsiteY4" fmla="*/ 257775 h 506377"/>
                    <a:gd name="connsiteX5" fmla="*/ 472002 w 1041859"/>
                    <a:gd name="connsiteY5" fmla="*/ 257775 h 506377"/>
                    <a:gd name="connsiteX6" fmla="*/ 388540 w 1041859"/>
                    <a:gd name="connsiteY6" fmla="*/ 174313 h 506377"/>
                    <a:gd name="connsiteX7" fmla="*/ 388540 w 1041859"/>
                    <a:gd name="connsiteY7" fmla="*/ 99184 h 506377"/>
                    <a:gd name="connsiteX8" fmla="*/ 193379 w 1041859"/>
                    <a:gd name="connsiteY8" fmla="*/ 99184 h 506377"/>
                    <a:gd name="connsiteX9" fmla="*/ 145467 w 1041859"/>
                    <a:gd name="connsiteY9" fmla="*/ 86068 h 506377"/>
                    <a:gd name="connsiteX10" fmla="*/ 0 w 1041859"/>
                    <a:gd name="connsiteY10" fmla="*/ 0 h 506377"/>
                    <a:gd name="connsiteX11" fmla="*/ 0 w 1041859"/>
                    <a:gd name="connsiteY11" fmla="*/ 439503 h 506377"/>
                    <a:gd name="connsiteX12" fmla="*/ 66874 w 1041859"/>
                    <a:gd name="connsiteY12" fmla="*/ 506378 h 506377"/>
                    <a:gd name="connsiteX13" fmla="*/ 974985 w 1041859"/>
                    <a:gd name="connsiteY13" fmla="*/ 506378 h 506377"/>
                    <a:gd name="connsiteX14" fmla="*/ 1041859 w 1041859"/>
                    <a:gd name="connsiteY14" fmla="*/ 439503 h 506377"/>
                    <a:gd name="connsiteX15" fmla="*/ 1041859 w 1041859"/>
                    <a:gd name="connsiteY15" fmla="*/ 0 h 506377"/>
                    <a:gd name="connsiteX16" fmla="*/ 896392 w 1041859"/>
                    <a:gd name="connsiteY16" fmla="*/ 86068 h 50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859" h="506377">
                      <a:moveTo>
                        <a:pt x="896392" y="86068"/>
                      </a:moveTo>
                      <a:cubicBezTo>
                        <a:pt x="881896" y="94649"/>
                        <a:pt x="865325" y="99184"/>
                        <a:pt x="848472" y="99184"/>
                      </a:cubicBezTo>
                      <a:lnTo>
                        <a:pt x="653310" y="99184"/>
                      </a:lnTo>
                      <a:lnTo>
                        <a:pt x="653310" y="174313"/>
                      </a:lnTo>
                      <a:cubicBezTo>
                        <a:pt x="653310" y="220408"/>
                        <a:pt x="615943" y="257775"/>
                        <a:pt x="569848" y="257775"/>
                      </a:cubicBezTo>
                      <a:lnTo>
                        <a:pt x="472002" y="257775"/>
                      </a:lnTo>
                      <a:cubicBezTo>
                        <a:pt x="425908" y="257775"/>
                        <a:pt x="388540" y="220408"/>
                        <a:pt x="388540" y="174313"/>
                      </a:cubicBezTo>
                      <a:lnTo>
                        <a:pt x="388540" y="99184"/>
                      </a:lnTo>
                      <a:lnTo>
                        <a:pt x="193379" y="99184"/>
                      </a:lnTo>
                      <a:cubicBezTo>
                        <a:pt x="176534" y="99184"/>
                        <a:pt x="159972" y="94649"/>
                        <a:pt x="145467" y="86068"/>
                      </a:cubicBezTo>
                      <a:lnTo>
                        <a:pt x="0" y="0"/>
                      </a:lnTo>
                      <a:lnTo>
                        <a:pt x="0" y="439503"/>
                      </a:lnTo>
                      <a:cubicBezTo>
                        <a:pt x="0" y="476288"/>
                        <a:pt x="30098" y="506378"/>
                        <a:pt x="66874" y="506378"/>
                      </a:cubicBezTo>
                      <a:lnTo>
                        <a:pt x="974985" y="506378"/>
                      </a:lnTo>
                      <a:cubicBezTo>
                        <a:pt x="1011770" y="506378"/>
                        <a:pt x="1041859" y="476280"/>
                        <a:pt x="1041859" y="439503"/>
                      </a:cubicBezTo>
                      <a:lnTo>
                        <a:pt x="1041859" y="0"/>
                      </a:lnTo>
                      <a:lnTo>
                        <a:pt x="896392" y="86068"/>
                      </a:ln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sp>
            <p:nvSpPr>
              <p:cNvPr id="134" name="任意多边形: 形状 133">
                <a:extLst>
                  <a:ext uri="{FF2B5EF4-FFF2-40B4-BE49-F238E27FC236}">
                    <a16:creationId xmlns:a16="http://schemas.microsoft.com/office/drawing/2014/main" id="{586558E3-C160-E441-325C-A4B07525C1C9}"/>
                  </a:ext>
                </a:extLst>
              </p:cNvPr>
              <p:cNvSpPr/>
              <p:nvPr/>
            </p:nvSpPr>
            <p:spPr>
              <a:xfrm>
                <a:off x="6870141" y="4397684"/>
                <a:ext cx="166221" cy="71458"/>
              </a:xfrm>
              <a:custGeom>
                <a:avLst/>
                <a:gdLst>
                  <a:gd name="connsiteX0" fmla="*/ 130491 w 166220"/>
                  <a:gd name="connsiteY0" fmla="*/ 71460 h 71460"/>
                  <a:gd name="connsiteX1" fmla="*/ 35730 w 166220"/>
                  <a:gd name="connsiteY1" fmla="*/ 71460 h 71460"/>
                  <a:gd name="connsiteX2" fmla="*/ 0 w 166220"/>
                  <a:gd name="connsiteY2" fmla="*/ 35730 h 71460"/>
                  <a:gd name="connsiteX3" fmla="*/ 0 w 166220"/>
                  <a:gd name="connsiteY3" fmla="*/ 35730 h 71460"/>
                  <a:gd name="connsiteX4" fmla="*/ 35730 w 166220"/>
                  <a:gd name="connsiteY4" fmla="*/ 0 h 71460"/>
                  <a:gd name="connsiteX5" fmla="*/ 130491 w 166220"/>
                  <a:gd name="connsiteY5" fmla="*/ 0 h 71460"/>
                  <a:gd name="connsiteX6" fmla="*/ 166221 w 166220"/>
                  <a:gd name="connsiteY6" fmla="*/ 35730 h 71460"/>
                  <a:gd name="connsiteX7" fmla="*/ 166221 w 166220"/>
                  <a:gd name="connsiteY7" fmla="*/ 35730 h 71460"/>
                  <a:gd name="connsiteX8" fmla="*/ 130491 w 166220"/>
                  <a:gd name="connsiteY8" fmla="*/ 71460 h 7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220" h="71460">
                    <a:moveTo>
                      <a:pt x="130491" y="71460"/>
                    </a:moveTo>
                    <a:lnTo>
                      <a:pt x="35730" y="71460"/>
                    </a:lnTo>
                    <a:cubicBezTo>
                      <a:pt x="16082" y="71460"/>
                      <a:pt x="0" y="55378"/>
                      <a:pt x="0" y="35730"/>
                    </a:cubicBezTo>
                    <a:lnTo>
                      <a:pt x="0" y="35730"/>
                    </a:lnTo>
                    <a:cubicBezTo>
                      <a:pt x="0" y="16073"/>
                      <a:pt x="16082" y="0"/>
                      <a:pt x="35730" y="0"/>
                    </a:cubicBezTo>
                    <a:lnTo>
                      <a:pt x="130491" y="0"/>
                    </a:lnTo>
                    <a:cubicBezTo>
                      <a:pt x="150147" y="0"/>
                      <a:pt x="166221" y="16082"/>
                      <a:pt x="166221" y="35730"/>
                    </a:cubicBezTo>
                    <a:lnTo>
                      <a:pt x="166221" y="35730"/>
                    </a:lnTo>
                    <a:cubicBezTo>
                      <a:pt x="166221" y="55378"/>
                      <a:pt x="150147" y="71460"/>
                      <a:pt x="130491" y="7146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nvGrpSpPr>
          <p:cNvPr id="137" name="组合 136">
            <a:extLst>
              <a:ext uri="{FF2B5EF4-FFF2-40B4-BE49-F238E27FC236}">
                <a16:creationId xmlns:a16="http://schemas.microsoft.com/office/drawing/2014/main" id="{9ADBB32E-E601-DF05-7E27-26DED8B6419C}"/>
              </a:ext>
            </a:extLst>
          </p:cNvPr>
          <p:cNvGrpSpPr/>
          <p:nvPr/>
        </p:nvGrpSpPr>
        <p:grpSpPr>
          <a:xfrm>
            <a:off x="4898292" y="1673203"/>
            <a:ext cx="353804" cy="353804"/>
            <a:chOff x="-756776" y="4142544"/>
            <a:chExt cx="353804" cy="353804"/>
          </a:xfrm>
        </p:grpSpPr>
        <p:sp>
          <p:nvSpPr>
            <p:cNvPr id="138" name="椭圆 137">
              <a:extLst>
                <a:ext uri="{FF2B5EF4-FFF2-40B4-BE49-F238E27FC236}">
                  <a16:creationId xmlns:a16="http://schemas.microsoft.com/office/drawing/2014/main" id="{B3998C77-2657-540E-9A53-C4014312ED4B}"/>
                </a:ext>
              </a:extLst>
            </p:cNvPr>
            <p:cNvSpPr/>
            <p:nvPr/>
          </p:nvSpPr>
          <p:spPr>
            <a:xfrm>
              <a:off x="-756776" y="4142544"/>
              <a:ext cx="353804" cy="35380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9" name="组合 138">
              <a:extLst>
                <a:ext uri="{FF2B5EF4-FFF2-40B4-BE49-F238E27FC236}">
                  <a16:creationId xmlns:a16="http://schemas.microsoft.com/office/drawing/2014/main" id="{63553C10-E15E-7624-862E-16A766D1E3D9}"/>
                </a:ext>
              </a:extLst>
            </p:cNvPr>
            <p:cNvGrpSpPr/>
            <p:nvPr/>
          </p:nvGrpSpPr>
          <p:grpSpPr>
            <a:xfrm>
              <a:off x="-662079" y="4211837"/>
              <a:ext cx="164410" cy="202856"/>
              <a:chOff x="239058" y="3727854"/>
              <a:chExt cx="887751" cy="1095351"/>
            </a:xfrm>
          </p:grpSpPr>
          <p:sp>
            <p:nvSpPr>
              <p:cNvPr id="140" name="任意多边形: 形状 139">
                <a:extLst>
                  <a:ext uri="{FF2B5EF4-FFF2-40B4-BE49-F238E27FC236}">
                    <a16:creationId xmlns:a16="http://schemas.microsoft.com/office/drawing/2014/main" id="{69D69E18-EF28-1FB1-566C-77EA0C1E8DDA}"/>
                  </a:ext>
                </a:extLst>
              </p:cNvPr>
              <p:cNvSpPr/>
              <p:nvPr/>
            </p:nvSpPr>
            <p:spPr>
              <a:xfrm>
                <a:off x="304356" y="3874795"/>
                <a:ext cx="675530" cy="883102"/>
              </a:xfrm>
              <a:custGeom>
                <a:avLst/>
                <a:gdLst>
                  <a:gd name="connsiteX0" fmla="*/ 654107 w 675530"/>
                  <a:gd name="connsiteY0" fmla="*/ 883105 h 883104"/>
                  <a:gd name="connsiteX1" fmla="*/ 632676 w 675530"/>
                  <a:gd name="connsiteY1" fmla="*/ 861673 h 883104"/>
                  <a:gd name="connsiteX2" fmla="*/ 632676 w 675530"/>
                  <a:gd name="connsiteY2" fmla="*/ 180031 h 883104"/>
                  <a:gd name="connsiteX3" fmla="*/ 630044 w 675530"/>
                  <a:gd name="connsiteY3" fmla="*/ 173679 h 883104"/>
                  <a:gd name="connsiteX4" fmla="*/ 501851 w 675530"/>
                  <a:gd name="connsiteY4" fmla="*/ 45494 h 883104"/>
                  <a:gd name="connsiteX5" fmla="*/ 495490 w 675530"/>
                  <a:gd name="connsiteY5" fmla="*/ 42863 h 883104"/>
                  <a:gd name="connsiteX6" fmla="*/ 21431 w 675530"/>
                  <a:gd name="connsiteY6" fmla="*/ 42863 h 883104"/>
                  <a:gd name="connsiteX7" fmla="*/ 0 w 675530"/>
                  <a:gd name="connsiteY7" fmla="*/ 21431 h 883104"/>
                  <a:gd name="connsiteX8" fmla="*/ 21431 w 675530"/>
                  <a:gd name="connsiteY8" fmla="*/ 0 h 883104"/>
                  <a:gd name="connsiteX9" fmla="*/ 495490 w 675530"/>
                  <a:gd name="connsiteY9" fmla="*/ 0 h 883104"/>
                  <a:gd name="connsiteX10" fmla="*/ 532155 w 675530"/>
                  <a:gd name="connsiteY10" fmla="*/ 15190 h 883104"/>
                  <a:gd name="connsiteX11" fmla="*/ 660348 w 675530"/>
                  <a:gd name="connsiteY11" fmla="*/ 143384 h 883104"/>
                  <a:gd name="connsiteX12" fmla="*/ 675530 w 675530"/>
                  <a:gd name="connsiteY12" fmla="*/ 180040 h 883104"/>
                  <a:gd name="connsiteX13" fmla="*/ 675530 w 675530"/>
                  <a:gd name="connsiteY13" fmla="*/ 861682 h 883104"/>
                  <a:gd name="connsiteX14" fmla="*/ 654107 w 675530"/>
                  <a:gd name="connsiteY14" fmla="*/ 883105 h 88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04">
                    <a:moveTo>
                      <a:pt x="654107" y="883105"/>
                    </a:moveTo>
                    <a:cubicBezTo>
                      <a:pt x="642269" y="883105"/>
                      <a:pt x="632676" y="873512"/>
                      <a:pt x="632676" y="861673"/>
                    </a:cubicBezTo>
                    <a:lnTo>
                      <a:pt x="632676" y="180031"/>
                    </a:lnTo>
                    <a:cubicBezTo>
                      <a:pt x="632676" y="177631"/>
                      <a:pt x="631742" y="175376"/>
                      <a:pt x="630044" y="173679"/>
                    </a:cubicBezTo>
                    <a:lnTo>
                      <a:pt x="501851" y="45494"/>
                    </a:lnTo>
                    <a:cubicBezTo>
                      <a:pt x="500154" y="43806"/>
                      <a:pt x="497891" y="42863"/>
                      <a:pt x="495490" y="42863"/>
                    </a:cubicBezTo>
                    <a:lnTo>
                      <a:pt x="21431" y="42863"/>
                    </a:lnTo>
                    <a:cubicBezTo>
                      <a:pt x="9592" y="42863"/>
                      <a:pt x="0" y="33270"/>
                      <a:pt x="0" y="21431"/>
                    </a:cubicBezTo>
                    <a:cubicBezTo>
                      <a:pt x="0" y="9593"/>
                      <a:pt x="9592" y="0"/>
                      <a:pt x="21431" y="0"/>
                    </a:cubicBezTo>
                    <a:lnTo>
                      <a:pt x="495490" y="0"/>
                    </a:lnTo>
                    <a:cubicBezTo>
                      <a:pt x="509344" y="0"/>
                      <a:pt x="522374" y="5392"/>
                      <a:pt x="532155" y="15190"/>
                    </a:cubicBezTo>
                    <a:lnTo>
                      <a:pt x="660348" y="143384"/>
                    </a:lnTo>
                    <a:cubicBezTo>
                      <a:pt x="670147" y="153174"/>
                      <a:pt x="675530" y="166195"/>
                      <a:pt x="675530" y="180040"/>
                    </a:cubicBezTo>
                    <a:lnTo>
                      <a:pt x="675530" y="861682"/>
                    </a:lnTo>
                    <a:cubicBezTo>
                      <a:pt x="675539" y="873512"/>
                      <a:pt x="665937" y="883105"/>
                      <a:pt x="654107" y="883105"/>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1" name="任意多边形: 形状 140">
                <a:extLst>
                  <a:ext uri="{FF2B5EF4-FFF2-40B4-BE49-F238E27FC236}">
                    <a16:creationId xmlns:a16="http://schemas.microsoft.com/office/drawing/2014/main" id="{61DB911D-5E0B-0D20-7CD7-C2DF4D41C306}"/>
                  </a:ext>
                </a:extLst>
              </p:cNvPr>
              <p:cNvSpPr/>
              <p:nvPr/>
            </p:nvSpPr>
            <p:spPr>
              <a:xfrm>
                <a:off x="377823" y="3801322"/>
                <a:ext cx="675530" cy="883112"/>
              </a:xfrm>
              <a:custGeom>
                <a:avLst/>
                <a:gdLst>
                  <a:gd name="connsiteX0" fmla="*/ 654107 w 675530"/>
                  <a:gd name="connsiteY0" fmla="*/ 883113 h 883112"/>
                  <a:gd name="connsiteX1" fmla="*/ 632676 w 675530"/>
                  <a:gd name="connsiteY1" fmla="*/ 861682 h 883112"/>
                  <a:gd name="connsiteX2" fmla="*/ 632676 w 675530"/>
                  <a:gd name="connsiteY2" fmla="*/ 180040 h 883112"/>
                  <a:gd name="connsiteX3" fmla="*/ 630044 w 675530"/>
                  <a:gd name="connsiteY3" fmla="*/ 173705 h 883112"/>
                  <a:gd name="connsiteX4" fmla="*/ 501842 w 675530"/>
                  <a:gd name="connsiteY4" fmla="*/ 45494 h 883112"/>
                  <a:gd name="connsiteX5" fmla="*/ 495490 w 675530"/>
                  <a:gd name="connsiteY5" fmla="*/ 42863 h 883112"/>
                  <a:gd name="connsiteX6" fmla="*/ 21431 w 675530"/>
                  <a:gd name="connsiteY6" fmla="*/ 42863 h 883112"/>
                  <a:gd name="connsiteX7" fmla="*/ 0 w 675530"/>
                  <a:gd name="connsiteY7" fmla="*/ 21431 h 883112"/>
                  <a:gd name="connsiteX8" fmla="*/ 21431 w 675530"/>
                  <a:gd name="connsiteY8" fmla="*/ 0 h 883112"/>
                  <a:gd name="connsiteX9" fmla="*/ 495490 w 675530"/>
                  <a:gd name="connsiteY9" fmla="*/ 0 h 883112"/>
                  <a:gd name="connsiteX10" fmla="*/ 532146 w 675530"/>
                  <a:gd name="connsiteY10" fmla="*/ 15190 h 883112"/>
                  <a:gd name="connsiteX11" fmla="*/ 660339 w 675530"/>
                  <a:gd name="connsiteY11" fmla="*/ 143383 h 883112"/>
                  <a:gd name="connsiteX12" fmla="*/ 675530 w 675530"/>
                  <a:gd name="connsiteY12" fmla="*/ 180040 h 883112"/>
                  <a:gd name="connsiteX13" fmla="*/ 675530 w 675530"/>
                  <a:gd name="connsiteY13" fmla="*/ 861682 h 883112"/>
                  <a:gd name="connsiteX14" fmla="*/ 654107 w 675530"/>
                  <a:gd name="connsiteY14" fmla="*/ 883113 h 8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30" h="883112">
                    <a:moveTo>
                      <a:pt x="654107" y="883113"/>
                    </a:moveTo>
                    <a:cubicBezTo>
                      <a:pt x="642269" y="883113"/>
                      <a:pt x="632676" y="873521"/>
                      <a:pt x="632676" y="861682"/>
                    </a:cubicBezTo>
                    <a:lnTo>
                      <a:pt x="632676" y="180040"/>
                    </a:lnTo>
                    <a:cubicBezTo>
                      <a:pt x="632676" y="177682"/>
                      <a:pt x="631724" y="175368"/>
                      <a:pt x="630044" y="173705"/>
                    </a:cubicBezTo>
                    <a:lnTo>
                      <a:pt x="501842" y="45494"/>
                    </a:lnTo>
                    <a:cubicBezTo>
                      <a:pt x="500145" y="43805"/>
                      <a:pt x="497890" y="42863"/>
                      <a:pt x="495490" y="42863"/>
                    </a:cubicBezTo>
                    <a:lnTo>
                      <a:pt x="21431" y="42863"/>
                    </a:lnTo>
                    <a:cubicBezTo>
                      <a:pt x="9592" y="42863"/>
                      <a:pt x="0" y="33270"/>
                      <a:pt x="0" y="21431"/>
                    </a:cubicBezTo>
                    <a:cubicBezTo>
                      <a:pt x="0" y="9593"/>
                      <a:pt x="9592" y="0"/>
                      <a:pt x="21431" y="0"/>
                    </a:cubicBezTo>
                    <a:lnTo>
                      <a:pt x="495490" y="0"/>
                    </a:lnTo>
                    <a:cubicBezTo>
                      <a:pt x="509335" y="0"/>
                      <a:pt x="522365" y="5392"/>
                      <a:pt x="532146" y="15190"/>
                    </a:cubicBezTo>
                    <a:lnTo>
                      <a:pt x="660339" y="143383"/>
                    </a:lnTo>
                    <a:cubicBezTo>
                      <a:pt x="669992" y="153019"/>
                      <a:pt x="675530" y="166392"/>
                      <a:pt x="675530" y="180040"/>
                    </a:cubicBezTo>
                    <a:lnTo>
                      <a:pt x="675530" y="861682"/>
                    </a:lnTo>
                    <a:cubicBezTo>
                      <a:pt x="675539" y="873521"/>
                      <a:pt x="665946" y="883113"/>
                      <a:pt x="654107" y="883113"/>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2" name="任意多边形: 形状 141">
                <a:extLst>
                  <a:ext uri="{FF2B5EF4-FFF2-40B4-BE49-F238E27FC236}">
                    <a16:creationId xmlns:a16="http://schemas.microsoft.com/office/drawing/2014/main" id="{F7E999FD-8803-8ED8-65A9-C75549EB460D}"/>
                  </a:ext>
                </a:extLst>
              </p:cNvPr>
              <p:cNvSpPr/>
              <p:nvPr/>
            </p:nvSpPr>
            <p:spPr>
              <a:xfrm>
                <a:off x="451290" y="3727854"/>
                <a:ext cx="675519" cy="883112"/>
              </a:xfrm>
              <a:custGeom>
                <a:avLst/>
                <a:gdLst>
                  <a:gd name="connsiteX0" fmla="*/ 654099 w 675521"/>
                  <a:gd name="connsiteY0" fmla="*/ 883114 h 883113"/>
                  <a:gd name="connsiteX1" fmla="*/ 632668 w 675521"/>
                  <a:gd name="connsiteY1" fmla="*/ 861682 h 883113"/>
                  <a:gd name="connsiteX2" fmla="*/ 632668 w 675521"/>
                  <a:gd name="connsiteY2" fmla="*/ 180048 h 883113"/>
                  <a:gd name="connsiteX3" fmla="*/ 630019 w 675521"/>
                  <a:gd name="connsiteY3" fmla="*/ 173679 h 883113"/>
                  <a:gd name="connsiteX4" fmla="*/ 501842 w 675521"/>
                  <a:gd name="connsiteY4" fmla="*/ 45494 h 883113"/>
                  <a:gd name="connsiteX5" fmla="*/ 495490 w 675521"/>
                  <a:gd name="connsiteY5" fmla="*/ 42863 h 883113"/>
                  <a:gd name="connsiteX6" fmla="*/ 21431 w 675521"/>
                  <a:gd name="connsiteY6" fmla="*/ 42863 h 883113"/>
                  <a:gd name="connsiteX7" fmla="*/ 0 w 675521"/>
                  <a:gd name="connsiteY7" fmla="*/ 21431 h 883113"/>
                  <a:gd name="connsiteX8" fmla="*/ 21431 w 675521"/>
                  <a:gd name="connsiteY8" fmla="*/ 0 h 883113"/>
                  <a:gd name="connsiteX9" fmla="*/ 495490 w 675521"/>
                  <a:gd name="connsiteY9" fmla="*/ 0 h 883113"/>
                  <a:gd name="connsiteX10" fmla="*/ 532146 w 675521"/>
                  <a:gd name="connsiteY10" fmla="*/ 15182 h 883113"/>
                  <a:gd name="connsiteX11" fmla="*/ 660339 w 675521"/>
                  <a:gd name="connsiteY11" fmla="*/ 143375 h 883113"/>
                  <a:gd name="connsiteX12" fmla="*/ 675521 w 675521"/>
                  <a:gd name="connsiteY12" fmla="*/ 180040 h 883113"/>
                  <a:gd name="connsiteX13" fmla="*/ 675521 w 675521"/>
                  <a:gd name="connsiteY13" fmla="*/ 861673 h 883113"/>
                  <a:gd name="connsiteX14" fmla="*/ 654099 w 675521"/>
                  <a:gd name="connsiteY14" fmla="*/ 883114 h 88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521" h="883113">
                    <a:moveTo>
                      <a:pt x="654099" y="883114"/>
                    </a:moveTo>
                    <a:cubicBezTo>
                      <a:pt x="642260" y="883114"/>
                      <a:pt x="632668" y="873521"/>
                      <a:pt x="632668" y="861682"/>
                    </a:cubicBezTo>
                    <a:lnTo>
                      <a:pt x="632668" y="180048"/>
                    </a:lnTo>
                    <a:cubicBezTo>
                      <a:pt x="632668" y="177648"/>
                      <a:pt x="631733" y="175385"/>
                      <a:pt x="630019" y="173679"/>
                    </a:cubicBezTo>
                    <a:lnTo>
                      <a:pt x="501842" y="45494"/>
                    </a:lnTo>
                    <a:cubicBezTo>
                      <a:pt x="500171" y="43831"/>
                      <a:pt x="497856" y="42863"/>
                      <a:pt x="495490" y="42863"/>
                    </a:cubicBezTo>
                    <a:lnTo>
                      <a:pt x="21431" y="42863"/>
                    </a:lnTo>
                    <a:cubicBezTo>
                      <a:pt x="9592" y="42863"/>
                      <a:pt x="0" y="33270"/>
                      <a:pt x="0" y="21431"/>
                    </a:cubicBezTo>
                    <a:cubicBezTo>
                      <a:pt x="0" y="9593"/>
                      <a:pt x="9592" y="0"/>
                      <a:pt x="21431" y="0"/>
                    </a:cubicBezTo>
                    <a:lnTo>
                      <a:pt x="495490" y="0"/>
                    </a:lnTo>
                    <a:cubicBezTo>
                      <a:pt x="509138" y="0"/>
                      <a:pt x="522493" y="5538"/>
                      <a:pt x="532146" y="15182"/>
                    </a:cubicBezTo>
                    <a:lnTo>
                      <a:pt x="660339" y="143375"/>
                    </a:lnTo>
                    <a:cubicBezTo>
                      <a:pt x="670138" y="153191"/>
                      <a:pt x="675521" y="166204"/>
                      <a:pt x="675521" y="180040"/>
                    </a:cubicBezTo>
                    <a:lnTo>
                      <a:pt x="675521" y="861673"/>
                    </a:lnTo>
                    <a:cubicBezTo>
                      <a:pt x="675530" y="873521"/>
                      <a:pt x="665937" y="883114"/>
                      <a:pt x="654099" y="88311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3" name="任意多边形: 形状 142">
                <a:extLst>
                  <a:ext uri="{FF2B5EF4-FFF2-40B4-BE49-F238E27FC236}">
                    <a16:creationId xmlns:a16="http://schemas.microsoft.com/office/drawing/2014/main" id="{1CF08C5D-F305-E299-87C2-565F52D7B138}"/>
                  </a:ext>
                </a:extLst>
              </p:cNvPr>
              <p:cNvSpPr/>
              <p:nvPr/>
            </p:nvSpPr>
            <p:spPr>
              <a:xfrm>
                <a:off x="726816" y="3948484"/>
                <a:ext cx="179370" cy="179376"/>
              </a:xfrm>
              <a:custGeom>
                <a:avLst/>
                <a:gdLst>
                  <a:gd name="connsiteX0" fmla="*/ 167207 w 179371"/>
                  <a:gd name="connsiteY0" fmla="*/ 179379 h 179379"/>
                  <a:gd name="connsiteX1" fmla="*/ 42579 w 179371"/>
                  <a:gd name="connsiteY1" fmla="*/ 179379 h 179379"/>
                  <a:gd name="connsiteX2" fmla="*/ 0 w 179371"/>
                  <a:gd name="connsiteY2" fmla="*/ 136791 h 179379"/>
                  <a:gd name="connsiteX3" fmla="*/ 0 w 179371"/>
                  <a:gd name="connsiteY3" fmla="*/ 12164 h 179379"/>
                  <a:gd name="connsiteX4" fmla="*/ 12164 w 179371"/>
                  <a:gd name="connsiteY4" fmla="*/ 0 h 179379"/>
                  <a:gd name="connsiteX5" fmla="*/ 24328 w 179371"/>
                  <a:gd name="connsiteY5" fmla="*/ 12164 h 179379"/>
                  <a:gd name="connsiteX6" fmla="*/ 24328 w 179371"/>
                  <a:gd name="connsiteY6" fmla="*/ 136791 h 179379"/>
                  <a:gd name="connsiteX7" fmla="*/ 42579 w 179371"/>
                  <a:gd name="connsiteY7" fmla="*/ 155051 h 179379"/>
                  <a:gd name="connsiteX8" fmla="*/ 167207 w 179371"/>
                  <a:gd name="connsiteY8" fmla="*/ 155051 h 179379"/>
                  <a:gd name="connsiteX9" fmla="*/ 179371 w 179371"/>
                  <a:gd name="connsiteY9" fmla="*/ 167215 h 179379"/>
                  <a:gd name="connsiteX10" fmla="*/ 167207 w 179371"/>
                  <a:gd name="connsiteY10" fmla="*/ 179379 h 1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371" h="179379">
                    <a:moveTo>
                      <a:pt x="167207" y="179379"/>
                    </a:moveTo>
                    <a:lnTo>
                      <a:pt x="42579" y="179379"/>
                    </a:lnTo>
                    <a:cubicBezTo>
                      <a:pt x="19099" y="179379"/>
                      <a:pt x="0" y="160272"/>
                      <a:pt x="0" y="136791"/>
                    </a:cubicBezTo>
                    <a:lnTo>
                      <a:pt x="0" y="12164"/>
                    </a:lnTo>
                    <a:cubicBezTo>
                      <a:pt x="0" y="5444"/>
                      <a:pt x="5444" y="0"/>
                      <a:pt x="12164" y="0"/>
                    </a:cubicBezTo>
                    <a:cubicBezTo>
                      <a:pt x="18885" y="0"/>
                      <a:pt x="24328" y="5444"/>
                      <a:pt x="24328" y="12164"/>
                    </a:cubicBezTo>
                    <a:lnTo>
                      <a:pt x="24328" y="136791"/>
                    </a:lnTo>
                    <a:cubicBezTo>
                      <a:pt x="24328" y="146856"/>
                      <a:pt x="32515" y="155051"/>
                      <a:pt x="42579" y="155051"/>
                    </a:cubicBezTo>
                    <a:lnTo>
                      <a:pt x="167207" y="155051"/>
                    </a:lnTo>
                    <a:cubicBezTo>
                      <a:pt x="173927" y="155051"/>
                      <a:pt x="179371" y="160494"/>
                      <a:pt x="179371" y="167215"/>
                    </a:cubicBezTo>
                    <a:cubicBezTo>
                      <a:pt x="179371" y="173945"/>
                      <a:pt x="173927" y="179379"/>
                      <a:pt x="167207" y="179379"/>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144" name="图形 2">
                <a:extLst>
                  <a:ext uri="{FF2B5EF4-FFF2-40B4-BE49-F238E27FC236}">
                    <a16:creationId xmlns:a16="http://schemas.microsoft.com/office/drawing/2014/main" id="{BE21F5DD-971A-2D55-155B-7D3B2B405A11}"/>
                  </a:ext>
                </a:extLst>
              </p:cNvPr>
              <p:cNvGrpSpPr/>
              <p:nvPr/>
            </p:nvGrpSpPr>
            <p:grpSpPr>
              <a:xfrm>
                <a:off x="239058" y="3952550"/>
                <a:ext cx="663083" cy="870655"/>
                <a:chOff x="8234590" y="3952548"/>
                <a:chExt cx="663082" cy="870657"/>
              </a:xfrm>
              <a:gradFill>
                <a:gsLst>
                  <a:gs pos="0">
                    <a:schemeClr val="accent2"/>
                  </a:gs>
                  <a:gs pos="100000">
                    <a:schemeClr val="accent4"/>
                  </a:gs>
                </a:gsLst>
                <a:lin ang="5400000" scaled="1"/>
              </a:gradFill>
            </p:grpSpPr>
            <p:sp>
              <p:nvSpPr>
                <p:cNvPr id="145" name="任意多边形: 形状 144">
                  <a:extLst>
                    <a:ext uri="{FF2B5EF4-FFF2-40B4-BE49-F238E27FC236}">
                      <a16:creationId xmlns:a16="http://schemas.microsoft.com/office/drawing/2014/main" id="{4F8B3693-2BFF-8231-8AA9-F8BE44D5168B}"/>
                    </a:ext>
                  </a:extLst>
                </p:cNvPr>
                <p:cNvSpPr/>
                <p:nvPr/>
              </p:nvSpPr>
              <p:spPr>
                <a:xfrm>
                  <a:off x="8763411" y="3964303"/>
                  <a:ext cx="121658" cy="121660"/>
                </a:xfrm>
                <a:custGeom>
                  <a:avLst/>
                  <a:gdLst>
                    <a:gd name="connsiteX0" fmla="*/ 14522 w 121661"/>
                    <a:gd name="connsiteY0" fmla="*/ 121661 h 121660"/>
                    <a:gd name="connsiteX1" fmla="*/ 121661 w 121661"/>
                    <a:gd name="connsiteY1" fmla="*/ 121661 h 121660"/>
                    <a:gd name="connsiteX2" fmla="*/ 0 w 121661"/>
                    <a:gd name="connsiteY2" fmla="*/ 0 h 121660"/>
                    <a:gd name="connsiteX3" fmla="*/ 0 w 121661"/>
                    <a:gd name="connsiteY3" fmla="*/ 107148 h 121660"/>
                    <a:gd name="connsiteX4" fmla="*/ 14522 w 121661"/>
                    <a:gd name="connsiteY4" fmla="*/ 121661 h 1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1" h="121660">
                      <a:moveTo>
                        <a:pt x="14522" y="121661"/>
                      </a:moveTo>
                      <a:lnTo>
                        <a:pt x="121661" y="121661"/>
                      </a:lnTo>
                      <a:lnTo>
                        <a:pt x="0" y="0"/>
                      </a:lnTo>
                      <a:lnTo>
                        <a:pt x="0" y="107148"/>
                      </a:lnTo>
                      <a:cubicBezTo>
                        <a:pt x="0" y="115155"/>
                        <a:pt x="6515" y="121661"/>
                        <a:pt x="14522" y="121661"/>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46" name="任意多边形: 形状 145">
                  <a:extLst>
                    <a:ext uri="{FF2B5EF4-FFF2-40B4-BE49-F238E27FC236}">
                      <a16:creationId xmlns:a16="http://schemas.microsoft.com/office/drawing/2014/main" id="{02F3A1F0-119B-B460-06E9-AFC9A1F25245}"/>
                    </a:ext>
                  </a:extLst>
                </p:cNvPr>
                <p:cNvSpPr/>
                <p:nvPr/>
              </p:nvSpPr>
              <p:spPr>
                <a:xfrm>
                  <a:off x="8234590" y="3952548"/>
                  <a:ext cx="663082" cy="870657"/>
                </a:xfrm>
                <a:custGeom>
                  <a:avLst/>
                  <a:gdLst>
                    <a:gd name="connsiteX0" fmla="*/ 543342 w 663082"/>
                    <a:gd name="connsiteY0" fmla="*/ 167704 h 870657"/>
                    <a:gd name="connsiteX1" fmla="*/ 494539 w 663082"/>
                    <a:gd name="connsiteY1" fmla="*/ 118909 h 870657"/>
                    <a:gd name="connsiteX2" fmla="*/ 494539 w 663082"/>
                    <a:gd name="connsiteY2" fmla="*/ 0 h 870657"/>
                    <a:gd name="connsiteX3" fmla="*/ 30415 w 663082"/>
                    <a:gd name="connsiteY3" fmla="*/ 0 h 870657"/>
                    <a:gd name="connsiteX4" fmla="*/ 0 w 663082"/>
                    <a:gd name="connsiteY4" fmla="*/ 30415 h 870657"/>
                    <a:gd name="connsiteX5" fmla="*/ 0 w 663082"/>
                    <a:gd name="connsiteY5" fmla="*/ 840242 h 870657"/>
                    <a:gd name="connsiteX6" fmla="*/ 30415 w 663082"/>
                    <a:gd name="connsiteY6" fmla="*/ 870658 h 870657"/>
                    <a:gd name="connsiteX7" fmla="*/ 632668 w 663082"/>
                    <a:gd name="connsiteY7" fmla="*/ 870658 h 870657"/>
                    <a:gd name="connsiteX8" fmla="*/ 663083 w 663082"/>
                    <a:gd name="connsiteY8" fmla="*/ 840242 h 870657"/>
                    <a:gd name="connsiteX9" fmla="*/ 663083 w 663082"/>
                    <a:gd name="connsiteY9" fmla="*/ 167704 h 870657"/>
                    <a:gd name="connsiteX10" fmla="*/ 543342 w 663082"/>
                    <a:gd name="connsiteY10" fmla="*/ 167704 h 870657"/>
                    <a:gd name="connsiteX11" fmla="*/ 79047 w 663082"/>
                    <a:gd name="connsiteY11" fmla="*/ 111948 h 870657"/>
                    <a:gd name="connsiteX12" fmla="*/ 437995 w 663082"/>
                    <a:gd name="connsiteY12" fmla="*/ 111948 h 870657"/>
                    <a:gd name="connsiteX13" fmla="*/ 450854 w 663082"/>
                    <a:gd name="connsiteY13" fmla="*/ 124807 h 870657"/>
                    <a:gd name="connsiteX14" fmla="*/ 437995 w 663082"/>
                    <a:gd name="connsiteY14" fmla="*/ 137666 h 870657"/>
                    <a:gd name="connsiteX15" fmla="*/ 79047 w 663082"/>
                    <a:gd name="connsiteY15" fmla="*/ 137666 h 870657"/>
                    <a:gd name="connsiteX16" fmla="*/ 66188 w 663082"/>
                    <a:gd name="connsiteY16" fmla="*/ 124807 h 870657"/>
                    <a:gd name="connsiteX17" fmla="*/ 79047 w 663082"/>
                    <a:gd name="connsiteY17" fmla="*/ 111948 h 870657"/>
                    <a:gd name="connsiteX18" fmla="*/ 584010 w 663082"/>
                    <a:gd name="connsiteY18" fmla="*/ 718213 h 870657"/>
                    <a:gd name="connsiteX19" fmla="*/ 79055 w 663082"/>
                    <a:gd name="connsiteY19" fmla="*/ 718213 h 870657"/>
                    <a:gd name="connsiteX20" fmla="*/ 66197 w 663082"/>
                    <a:gd name="connsiteY20" fmla="*/ 705354 h 870657"/>
                    <a:gd name="connsiteX21" fmla="*/ 79055 w 663082"/>
                    <a:gd name="connsiteY21" fmla="*/ 692495 h 870657"/>
                    <a:gd name="connsiteX22" fmla="*/ 584010 w 663082"/>
                    <a:gd name="connsiteY22" fmla="*/ 692495 h 870657"/>
                    <a:gd name="connsiteX23" fmla="*/ 596869 w 663082"/>
                    <a:gd name="connsiteY23" fmla="*/ 705354 h 870657"/>
                    <a:gd name="connsiteX24" fmla="*/ 584010 w 663082"/>
                    <a:gd name="connsiteY24" fmla="*/ 718213 h 870657"/>
                    <a:gd name="connsiteX25" fmla="*/ 584010 w 663082"/>
                    <a:gd name="connsiteY25" fmla="*/ 621446 h 870657"/>
                    <a:gd name="connsiteX26" fmla="*/ 79055 w 663082"/>
                    <a:gd name="connsiteY26" fmla="*/ 621446 h 870657"/>
                    <a:gd name="connsiteX27" fmla="*/ 66197 w 663082"/>
                    <a:gd name="connsiteY27" fmla="*/ 608587 h 870657"/>
                    <a:gd name="connsiteX28" fmla="*/ 79055 w 663082"/>
                    <a:gd name="connsiteY28" fmla="*/ 595729 h 870657"/>
                    <a:gd name="connsiteX29" fmla="*/ 584010 w 663082"/>
                    <a:gd name="connsiteY29" fmla="*/ 595729 h 870657"/>
                    <a:gd name="connsiteX30" fmla="*/ 596869 w 663082"/>
                    <a:gd name="connsiteY30" fmla="*/ 608587 h 870657"/>
                    <a:gd name="connsiteX31" fmla="*/ 584010 w 663082"/>
                    <a:gd name="connsiteY31" fmla="*/ 621446 h 870657"/>
                    <a:gd name="connsiteX32" fmla="*/ 584010 w 663082"/>
                    <a:gd name="connsiteY32" fmla="*/ 524697 h 870657"/>
                    <a:gd name="connsiteX33" fmla="*/ 79055 w 663082"/>
                    <a:gd name="connsiteY33" fmla="*/ 524697 h 870657"/>
                    <a:gd name="connsiteX34" fmla="*/ 66197 w 663082"/>
                    <a:gd name="connsiteY34" fmla="*/ 511839 h 870657"/>
                    <a:gd name="connsiteX35" fmla="*/ 79055 w 663082"/>
                    <a:gd name="connsiteY35" fmla="*/ 498980 h 870657"/>
                    <a:gd name="connsiteX36" fmla="*/ 584010 w 663082"/>
                    <a:gd name="connsiteY36" fmla="*/ 498980 h 870657"/>
                    <a:gd name="connsiteX37" fmla="*/ 596869 w 663082"/>
                    <a:gd name="connsiteY37" fmla="*/ 511839 h 870657"/>
                    <a:gd name="connsiteX38" fmla="*/ 584010 w 663082"/>
                    <a:gd name="connsiteY38" fmla="*/ 524697 h 870657"/>
                    <a:gd name="connsiteX39" fmla="*/ 584010 w 663082"/>
                    <a:gd name="connsiteY39" fmla="*/ 427939 h 870657"/>
                    <a:gd name="connsiteX40" fmla="*/ 79055 w 663082"/>
                    <a:gd name="connsiteY40" fmla="*/ 427939 h 870657"/>
                    <a:gd name="connsiteX41" fmla="*/ 66197 w 663082"/>
                    <a:gd name="connsiteY41" fmla="*/ 415081 h 870657"/>
                    <a:gd name="connsiteX42" fmla="*/ 79055 w 663082"/>
                    <a:gd name="connsiteY42" fmla="*/ 402222 h 870657"/>
                    <a:gd name="connsiteX43" fmla="*/ 584010 w 663082"/>
                    <a:gd name="connsiteY43" fmla="*/ 402222 h 870657"/>
                    <a:gd name="connsiteX44" fmla="*/ 596869 w 663082"/>
                    <a:gd name="connsiteY44" fmla="*/ 415081 h 870657"/>
                    <a:gd name="connsiteX45" fmla="*/ 584010 w 663082"/>
                    <a:gd name="connsiteY45" fmla="*/ 427939 h 870657"/>
                    <a:gd name="connsiteX46" fmla="*/ 584010 w 663082"/>
                    <a:gd name="connsiteY46" fmla="*/ 331181 h 870657"/>
                    <a:gd name="connsiteX47" fmla="*/ 79055 w 663082"/>
                    <a:gd name="connsiteY47" fmla="*/ 331181 h 870657"/>
                    <a:gd name="connsiteX48" fmla="*/ 66197 w 663082"/>
                    <a:gd name="connsiteY48" fmla="*/ 318323 h 870657"/>
                    <a:gd name="connsiteX49" fmla="*/ 79055 w 663082"/>
                    <a:gd name="connsiteY49" fmla="*/ 305464 h 870657"/>
                    <a:gd name="connsiteX50" fmla="*/ 584010 w 663082"/>
                    <a:gd name="connsiteY50" fmla="*/ 305464 h 870657"/>
                    <a:gd name="connsiteX51" fmla="*/ 596869 w 663082"/>
                    <a:gd name="connsiteY51" fmla="*/ 318323 h 870657"/>
                    <a:gd name="connsiteX52" fmla="*/ 584010 w 663082"/>
                    <a:gd name="connsiteY52" fmla="*/ 331181 h 870657"/>
                    <a:gd name="connsiteX53" fmla="*/ 584010 w 663082"/>
                    <a:gd name="connsiteY53" fmla="*/ 234424 h 870657"/>
                    <a:gd name="connsiteX54" fmla="*/ 79055 w 663082"/>
                    <a:gd name="connsiteY54" fmla="*/ 234424 h 870657"/>
                    <a:gd name="connsiteX55" fmla="*/ 66197 w 663082"/>
                    <a:gd name="connsiteY55" fmla="*/ 221565 h 870657"/>
                    <a:gd name="connsiteX56" fmla="*/ 79055 w 663082"/>
                    <a:gd name="connsiteY56" fmla="*/ 208706 h 870657"/>
                    <a:gd name="connsiteX57" fmla="*/ 584010 w 663082"/>
                    <a:gd name="connsiteY57" fmla="*/ 208706 h 870657"/>
                    <a:gd name="connsiteX58" fmla="*/ 596869 w 663082"/>
                    <a:gd name="connsiteY58" fmla="*/ 221565 h 870657"/>
                    <a:gd name="connsiteX59" fmla="*/ 584010 w 663082"/>
                    <a:gd name="connsiteY59" fmla="*/ 234424 h 87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3082" h="870657">
                      <a:moveTo>
                        <a:pt x="543342" y="167704"/>
                      </a:moveTo>
                      <a:cubicBezTo>
                        <a:pt x="516425" y="167704"/>
                        <a:pt x="494539" y="145810"/>
                        <a:pt x="494539" y="118909"/>
                      </a:cubicBezTo>
                      <a:lnTo>
                        <a:pt x="494539" y="0"/>
                      </a:lnTo>
                      <a:lnTo>
                        <a:pt x="30415" y="0"/>
                      </a:lnTo>
                      <a:cubicBezTo>
                        <a:pt x="13613" y="0"/>
                        <a:pt x="0" y="13622"/>
                        <a:pt x="0" y="30415"/>
                      </a:cubicBezTo>
                      <a:lnTo>
                        <a:pt x="0" y="840242"/>
                      </a:lnTo>
                      <a:cubicBezTo>
                        <a:pt x="0" y="857044"/>
                        <a:pt x="13622" y="870658"/>
                        <a:pt x="30415" y="870658"/>
                      </a:cubicBezTo>
                      <a:lnTo>
                        <a:pt x="632668" y="870658"/>
                      </a:lnTo>
                      <a:cubicBezTo>
                        <a:pt x="649469" y="870658"/>
                        <a:pt x="663083" y="857036"/>
                        <a:pt x="663083" y="840242"/>
                      </a:cubicBezTo>
                      <a:lnTo>
                        <a:pt x="663083" y="167704"/>
                      </a:lnTo>
                      <a:lnTo>
                        <a:pt x="543342" y="167704"/>
                      </a:lnTo>
                      <a:close/>
                      <a:moveTo>
                        <a:pt x="79047" y="111948"/>
                      </a:moveTo>
                      <a:lnTo>
                        <a:pt x="437995" y="111948"/>
                      </a:lnTo>
                      <a:cubicBezTo>
                        <a:pt x="445093" y="111948"/>
                        <a:pt x="450854" y="117709"/>
                        <a:pt x="450854" y="124807"/>
                      </a:cubicBezTo>
                      <a:cubicBezTo>
                        <a:pt x="450854" y="131905"/>
                        <a:pt x="445093" y="137666"/>
                        <a:pt x="437995" y="137666"/>
                      </a:cubicBezTo>
                      <a:lnTo>
                        <a:pt x="79047" y="137666"/>
                      </a:lnTo>
                      <a:cubicBezTo>
                        <a:pt x="71949" y="137666"/>
                        <a:pt x="66188" y="131905"/>
                        <a:pt x="66188" y="124807"/>
                      </a:cubicBezTo>
                      <a:cubicBezTo>
                        <a:pt x="66188" y="117709"/>
                        <a:pt x="71949" y="111948"/>
                        <a:pt x="79047" y="111948"/>
                      </a:cubicBezTo>
                      <a:close/>
                      <a:moveTo>
                        <a:pt x="584010" y="718213"/>
                      </a:moveTo>
                      <a:lnTo>
                        <a:pt x="79055" y="718213"/>
                      </a:lnTo>
                      <a:cubicBezTo>
                        <a:pt x="71957" y="718213"/>
                        <a:pt x="66197" y="712452"/>
                        <a:pt x="66197" y="705354"/>
                      </a:cubicBezTo>
                      <a:cubicBezTo>
                        <a:pt x="66197" y="698256"/>
                        <a:pt x="71957" y="692495"/>
                        <a:pt x="79055" y="692495"/>
                      </a:cubicBezTo>
                      <a:lnTo>
                        <a:pt x="584010" y="692495"/>
                      </a:lnTo>
                      <a:cubicBezTo>
                        <a:pt x="591108" y="692495"/>
                        <a:pt x="596869" y="698256"/>
                        <a:pt x="596869" y="705354"/>
                      </a:cubicBezTo>
                      <a:cubicBezTo>
                        <a:pt x="596869" y="712452"/>
                        <a:pt x="591108" y="718213"/>
                        <a:pt x="584010" y="718213"/>
                      </a:cubicBezTo>
                      <a:close/>
                      <a:moveTo>
                        <a:pt x="584010" y="621446"/>
                      </a:moveTo>
                      <a:lnTo>
                        <a:pt x="79055" y="621446"/>
                      </a:lnTo>
                      <a:cubicBezTo>
                        <a:pt x="71957" y="621446"/>
                        <a:pt x="66197" y="615685"/>
                        <a:pt x="66197" y="608587"/>
                      </a:cubicBezTo>
                      <a:cubicBezTo>
                        <a:pt x="66197" y="601489"/>
                        <a:pt x="71957" y="595729"/>
                        <a:pt x="79055" y="595729"/>
                      </a:cubicBezTo>
                      <a:lnTo>
                        <a:pt x="584010" y="595729"/>
                      </a:lnTo>
                      <a:cubicBezTo>
                        <a:pt x="591108" y="595729"/>
                        <a:pt x="596869" y="601489"/>
                        <a:pt x="596869" y="608587"/>
                      </a:cubicBezTo>
                      <a:cubicBezTo>
                        <a:pt x="596869" y="615685"/>
                        <a:pt x="591108" y="621446"/>
                        <a:pt x="584010" y="621446"/>
                      </a:cubicBezTo>
                      <a:close/>
                      <a:moveTo>
                        <a:pt x="584010" y="524697"/>
                      </a:moveTo>
                      <a:lnTo>
                        <a:pt x="79055" y="524697"/>
                      </a:lnTo>
                      <a:cubicBezTo>
                        <a:pt x="71957" y="524697"/>
                        <a:pt x="66197" y="518936"/>
                        <a:pt x="66197" y="511839"/>
                      </a:cubicBezTo>
                      <a:cubicBezTo>
                        <a:pt x="66197" y="504740"/>
                        <a:pt x="71957" y="498980"/>
                        <a:pt x="79055" y="498980"/>
                      </a:cubicBezTo>
                      <a:lnTo>
                        <a:pt x="584010" y="498980"/>
                      </a:lnTo>
                      <a:cubicBezTo>
                        <a:pt x="591108" y="498980"/>
                        <a:pt x="596869" y="504740"/>
                        <a:pt x="596869" y="511839"/>
                      </a:cubicBezTo>
                      <a:cubicBezTo>
                        <a:pt x="596869" y="518936"/>
                        <a:pt x="591108" y="524697"/>
                        <a:pt x="584010" y="524697"/>
                      </a:cubicBezTo>
                      <a:close/>
                      <a:moveTo>
                        <a:pt x="584010" y="427939"/>
                      </a:moveTo>
                      <a:lnTo>
                        <a:pt x="79055" y="427939"/>
                      </a:lnTo>
                      <a:cubicBezTo>
                        <a:pt x="71957" y="427939"/>
                        <a:pt x="66197" y="422179"/>
                        <a:pt x="66197" y="415081"/>
                      </a:cubicBezTo>
                      <a:cubicBezTo>
                        <a:pt x="66197" y="407983"/>
                        <a:pt x="71957" y="402222"/>
                        <a:pt x="79055" y="402222"/>
                      </a:cubicBezTo>
                      <a:lnTo>
                        <a:pt x="584010" y="402222"/>
                      </a:lnTo>
                      <a:cubicBezTo>
                        <a:pt x="591108" y="402222"/>
                        <a:pt x="596869" y="407983"/>
                        <a:pt x="596869" y="415081"/>
                      </a:cubicBezTo>
                      <a:cubicBezTo>
                        <a:pt x="596869" y="422179"/>
                        <a:pt x="591108" y="427939"/>
                        <a:pt x="584010" y="427939"/>
                      </a:cubicBezTo>
                      <a:close/>
                      <a:moveTo>
                        <a:pt x="584010" y="331181"/>
                      </a:moveTo>
                      <a:lnTo>
                        <a:pt x="79055" y="331181"/>
                      </a:lnTo>
                      <a:cubicBezTo>
                        <a:pt x="71957" y="331181"/>
                        <a:pt x="66197" y="325421"/>
                        <a:pt x="66197" y="318323"/>
                      </a:cubicBezTo>
                      <a:cubicBezTo>
                        <a:pt x="66197" y="311225"/>
                        <a:pt x="71957" y="305464"/>
                        <a:pt x="79055" y="305464"/>
                      </a:cubicBezTo>
                      <a:lnTo>
                        <a:pt x="584010" y="305464"/>
                      </a:lnTo>
                      <a:cubicBezTo>
                        <a:pt x="591108" y="305464"/>
                        <a:pt x="596869" y="311225"/>
                        <a:pt x="596869" y="318323"/>
                      </a:cubicBezTo>
                      <a:cubicBezTo>
                        <a:pt x="596869" y="325421"/>
                        <a:pt x="591108" y="331181"/>
                        <a:pt x="584010" y="331181"/>
                      </a:cubicBezTo>
                      <a:close/>
                      <a:moveTo>
                        <a:pt x="584010" y="234424"/>
                      </a:moveTo>
                      <a:lnTo>
                        <a:pt x="79055" y="234424"/>
                      </a:lnTo>
                      <a:cubicBezTo>
                        <a:pt x="71957" y="234424"/>
                        <a:pt x="66197" y="228663"/>
                        <a:pt x="66197" y="221565"/>
                      </a:cubicBezTo>
                      <a:cubicBezTo>
                        <a:pt x="66197" y="214467"/>
                        <a:pt x="71957" y="208706"/>
                        <a:pt x="79055" y="208706"/>
                      </a:cubicBezTo>
                      <a:lnTo>
                        <a:pt x="584010" y="208706"/>
                      </a:lnTo>
                      <a:cubicBezTo>
                        <a:pt x="591108" y="208706"/>
                        <a:pt x="596869" y="214467"/>
                        <a:pt x="596869" y="221565"/>
                      </a:cubicBezTo>
                      <a:cubicBezTo>
                        <a:pt x="596869" y="228663"/>
                        <a:pt x="591108" y="234424"/>
                        <a:pt x="584010" y="234424"/>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grpSp>
      </p:grpSp>
      <p:sp>
        <p:nvSpPr>
          <p:cNvPr id="147" name="稿定-9">
            <a:extLst>
              <a:ext uri="{FF2B5EF4-FFF2-40B4-BE49-F238E27FC236}">
                <a16:creationId xmlns:a16="http://schemas.microsoft.com/office/drawing/2014/main" id="{B50E04FB-1287-837B-514D-CAF4B478DA8B}"/>
              </a:ext>
            </a:extLst>
          </p:cNvPr>
          <p:cNvSpPr/>
          <p:nvPr/>
        </p:nvSpPr>
        <p:spPr>
          <a:xfrm flipH="1">
            <a:off x="5386098" y="1654123"/>
            <a:ext cx="1315110" cy="324132"/>
          </a:xfrm>
          <a:prstGeom prst="round2Diag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名列前茅</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8" name="稿定-31">
            <a:extLst>
              <a:ext uri="{FF2B5EF4-FFF2-40B4-BE49-F238E27FC236}">
                <a16:creationId xmlns:a16="http://schemas.microsoft.com/office/drawing/2014/main" id="{BDE27679-7EFB-771C-07E5-215BDF3A9264}"/>
              </a:ext>
            </a:extLst>
          </p:cNvPr>
          <p:cNvSpPr/>
          <p:nvPr/>
        </p:nvSpPr>
        <p:spPr>
          <a:xfrm flipH="1">
            <a:off x="5386098" y="2029636"/>
            <a:ext cx="5796252"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a:t>
            </a:r>
            <a:r>
              <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稿定-9">
            <a:extLst>
              <a:ext uri="{FF2B5EF4-FFF2-40B4-BE49-F238E27FC236}">
                <a16:creationId xmlns:a16="http://schemas.microsoft.com/office/drawing/2014/main" id="{A2915005-FF0E-5DB2-946F-A5E1AACEFEAD}"/>
              </a:ext>
            </a:extLst>
          </p:cNvPr>
          <p:cNvSpPr/>
          <p:nvPr/>
        </p:nvSpPr>
        <p:spPr>
          <a:xfrm flipH="1">
            <a:off x="1627423" y="1669706"/>
            <a:ext cx="1287862" cy="292965"/>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功成名就</a:t>
            </a:r>
            <a:endParaRPr kumimoji="0" lang="en-US" altLang="zh-CN"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50" name="稿定-31">
            <a:extLst>
              <a:ext uri="{FF2B5EF4-FFF2-40B4-BE49-F238E27FC236}">
                <a16:creationId xmlns:a16="http://schemas.microsoft.com/office/drawing/2014/main" id="{ADB4489D-7347-429E-3389-923204C36D6C}"/>
              </a:ext>
            </a:extLst>
          </p:cNvPr>
          <p:cNvSpPr/>
          <p:nvPr/>
        </p:nvSpPr>
        <p:spPr>
          <a:xfrm flipH="1">
            <a:off x="1627420" y="2029636"/>
            <a:ext cx="2473365" cy="324512"/>
          </a:xfrm>
          <a:prstGeom prst="round2DiagRect">
            <a:avLst>
              <a:gd name="adj1" fmla="val 0"/>
              <a:gd name="adj2" fmla="val 0"/>
            </a:avLst>
          </a:prstGeom>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en-US" altLang="zh-CN" sz="9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gaoding-4">
            <a:extLst>
              <a:ext uri="{FF2B5EF4-FFF2-40B4-BE49-F238E27FC236}">
                <a16:creationId xmlns:a16="http://schemas.microsoft.com/office/drawing/2014/main" id="{3EE1A92A-E924-8C84-BC16-583D7414C9E7}"/>
              </a:ext>
            </a:extLst>
          </p:cNvPr>
          <p:cNvSpPr/>
          <p:nvPr/>
        </p:nvSpPr>
        <p:spPr>
          <a:xfrm>
            <a:off x="938161" y="4362154"/>
            <a:ext cx="3327663" cy="1839486"/>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gaoding-4">
            <a:extLst>
              <a:ext uri="{FF2B5EF4-FFF2-40B4-BE49-F238E27FC236}">
                <a16:creationId xmlns:a16="http://schemas.microsoft.com/office/drawing/2014/main" id="{2FD24B2B-FC65-F522-131C-EC21DFD47867}"/>
              </a:ext>
            </a:extLst>
          </p:cNvPr>
          <p:cNvSpPr/>
          <p:nvPr/>
        </p:nvSpPr>
        <p:spPr>
          <a:xfrm>
            <a:off x="4598514" y="4362154"/>
            <a:ext cx="6821670" cy="1839486"/>
          </a:xfrm>
          <a:prstGeom prst="roundRect">
            <a:avLst>
              <a:gd name="adj" fmla="val 12847"/>
            </a:avLst>
          </a:pr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任意多边形: 形状 152">
            <a:extLst>
              <a:ext uri="{FF2B5EF4-FFF2-40B4-BE49-F238E27FC236}">
                <a16:creationId xmlns:a16="http://schemas.microsoft.com/office/drawing/2014/main" id="{4D64499E-B07A-9366-1633-9FED98DB7F46}"/>
              </a:ext>
            </a:extLst>
          </p:cNvPr>
          <p:cNvSpPr/>
          <p:nvPr/>
        </p:nvSpPr>
        <p:spPr bwMode="auto">
          <a:xfrm rot="5400000" flipV="1">
            <a:off x="2483079" y="939502"/>
            <a:ext cx="237830" cy="3327660"/>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任意多边形: 形状 153">
            <a:extLst>
              <a:ext uri="{FF2B5EF4-FFF2-40B4-BE49-F238E27FC236}">
                <a16:creationId xmlns:a16="http://schemas.microsoft.com/office/drawing/2014/main" id="{6365F03B-AD67-86FF-77D0-40B187C74BAE}"/>
              </a:ext>
            </a:extLst>
          </p:cNvPr>
          <p:cNvSpPr/>
          <p:nvPr/>
        </p:nvSpPr>
        <p:spPr bwMode="auto">
          <a:xfrm rot="5400000" flipV="1">
            <a:off x="6143433" y="939500"/>
            <a:ext cx="237830" cy="332766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任意多边形: 形状 154">
            <a:extLst>
              <a:ext uri="{FF2B5EF4-FFF2-40B4-BE49-F238E27FC236}">
                <a16:creationId xmlns:a16="http://schemas.microsoft.com/office/drawing/2014/main" id="{C6A577B6-BAC9-D6F7-151F-F8560C4760D6}"/>
              </a:ext>
            </a:extLst>
          </p:cNvPr>
          <p:cNvSpPr/>
          <p:nvPr/>
        </p:nvSpPr>
        <p:spPr bwMode="auto">
          <a:xfrm rot="5400000" flipV="1">
            <a:off x="9637440" y="939501"/>
            <a:ext cx="237830" cy="3327664"/>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任意多边形: 形状 155">
            <a:extLst>
              <a:ext uri="{FF2B5EF4-FFF2-40B4-BE49-F238E27FC236}">
                <a16:creationId xmlns:a16="http://schemas.microsoft.com/office/drawing/2014/main" id="{D9EE7111-439C-C76C-7BB0-0FBDC29CBEC7}"/>
              </a:ext>
            </a:extLst>
          </p:cNvPr>
          <p:cNvSpPr/>
          <p:nvPr/>
        </p:nvSpPr>
        <p:spPr bwMode="auto">
          <a:xfrm rot="5400000" flipV="1">
            <a:off x="2483079" y="2579410"/>
            <a:ext cx="237830" cy="3327660"/>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任意多边形: 形状 157">
            <a:extLst>
              <a:ext uri="{FF2B5EF4-FFF2-40B4-BE49-F238E27FC236}">
                <a16:creationId xmlns:a16="http://schemas.microsoft.com/office/drawing/2014/main" id="{4378A8D7-C2DF-E924-CC40-52E0B9652EA8}"/>
              </a:ext>
            </a:extLst>
          </p:cNvPr>
          <p:cNvSpPr/>
          <p:nvPr/>
        </p:nvSpPr>
        <p:spPr bwMode="auto">
          <a:xfrm rot="5400000" flipV="1">
            <a:off x="7890435" y="832407"/>
            <a:ext cx="237831" cy="682167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6" name="组合 45">
            <a:extLst>
              <a:ext uri="{FF2B5EF4-FFF2-40B4-BE49-F238E27FC236}">
                <a16:creationId xmlns:a16="http://schemas.microsoft.com/office/drawing/2014/main" id="{8F058A9E-0E9C-F96D-A254-9CF69E595679}"/>
              </a:ext>
            </a:extLst>
          </p:cNvPr>
          <p:cNvGrpSpPr/>
          <p:nvPr/>
        </p:nvGrpSpPr>
        <p:grpSpPr>
          <a:xfrm>
            <a:off x="1103682" y="4633133"/>
            <a:ext cx="380536" cy="380536"/>
            <a:chOff x="9721622" y="2053900"/>
            <a:chExt cx="533868" cy="533868"/>
          </a:xfrm>
        </p:grpSpPr>
        <p:sp>
          <p:nvSpPr>
            <p:cNvPr id="47" name="矩形: 圆角 46">
              <a:extLst>
                <a:ext uri="{FF2B5EF4-FFF2-40B4-BE49-F238E27FC236}">
                  <a16:creationId xmlns:a16="http://schemas.microsoft.com/office/drawing/2014/main" id="{BC5BBF4B-D48E-59E5-5193-1A37579832AD}"/>
                </a:ext>
              </a:extLst>
            </p:cNvPr>
            <p:cNvSpPr/>
            <p:nvPr/>
          </p:nvSpPr>
          <p:spPr>
            <a:xfrm>
              <a:off x="9721622" y="2053900"/>
              <a:ext cx="533868" cy="53386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8" name="图形 2">
              <a:extLst>
                <a:ext uri="{FF2B5EF4-FFF2-40B4-BE49-F238E27FC236}">
                  <a16:creationId xmlns:a16="http://schemas.microsoft.com/office/drawing/2014/main" id="{A68B9123-4EC6-448F-148A-E44F1DA78ED1}"/>
                </a:ext>
              </a:extLst>
            </p:cNvPr>
            <p:cNvGrpSpPr/>
            <p:nvPr/>
          </p:nvGrpSpPr>
          <p:grpSpPr>
            <a:xfrm>
              <a:off x="9830645" y="2174885"/>
              <a:ext cx="315822" cy="309366"/>
              <a:chOff x="3032205" y="3825135"/>
              <a:chExt cx="962654" cy="942975"/>
            </a:xfrm>
            <a:solidFill>
              <a:schemeClr val="bg1"/>
            </a:solidFill>
          </p:grpSpPr>
          <p:sp>
            <p:nvSpPr>
              <p:cNvPr id="49" name="任意多边形: 形状 48">
                <a:extLst>
                  <a:ext uri="{FF2B5EF4-FFF2-40B4-BE49-F238E27FC236}">
                    <a16:creationId xmlns:a16="http://schemas.microsoft.com/office/drawing/2014/main" id="{BB7E3D85-1FA6-4CF3-DA00-1A85450131FA}"/>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50" name="图形 2">
                <a:extLst>
                  <a:ext uri="{FF2B5EF4-FFF2-40B4-BE49-F238E27FC236}">
                    <a16:creationId xmlns:a16="http://schemas.microsoft.com/office/drawing/2014/main" id="{2639F066-7B73-88E0-1DBF-9FACD262C79F}"/>
                  </a:ext>
                </a:extLst>
              </p:cNvPr>
              <p:cNvGrpSpPr/>
              <p:nvPr/>
            </p:nvGrpSpPr>
            <p:grpSpPr>
              <a:xfrm>
                <a:off x="3041583" y="3825822"/>
                <a:ext cx="953275" cy="561128"/>
                <a:chOff x="3041583" y="3825822"/>
                <a:chExt cx="953275" cy="561128"/>
              </a:xfrm>
              <a:grpFill/>
            </p:grpSpPr>
            <p:sp>
              <p:nvSpPr>
                <p:cNvPr id="55" name="任意多边形: 形状 54">
                  <a:extLst>
                    <a:ext uri="{FF2B5EF4-FFF2-40B4-BE49-F238E27FC236}">
                      <a16:creationId xmlns:a16="http://schemas.microsoft.com/office/drawing/2014/main" id="{2C5A4EEE-377A-D8E5-7680-344AC4E51065}"/>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56" name="任意多边形: 形状 55">
                  <a:extLst>
                    <a:ext uri="{FF2B5EF4-FFF2-40B4-BE49-F238E27FC236}">
                      <a16:creationId xmlns:a16="http://schemas.microsoft.com/office/drawing/2014/main" id="{FE40282D-4ACF-6CB6-038D-C331FE9C3CE1}"/>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51" name="任意多边形: 形状 50">
                <a:extLst>
                  <a:ext uri="{FF2B5EF4-FFF2-40B4-BE49-F238E27FC236}">
                    <a16:creationId xmlns:a16="http://schemas.microsoft.com/office/drawing/2014/main" id="{CE4D1D96-62AA-CAA2-8B8F-2F4FB16D08DF}"/>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52" name="任意多边形: 形状 51">
                <a:extLst>
                  <a:ext uri="{FF2B5EF4-FFF2-40B4-BE49-F238E27FC236}">
                    <a16:creationId xmlns:a16="http://schemas.microsoft.com/office/drawing/2014/main" id="{3313E3EE-3260-0B1D-A10F-0E9F4FDD9E9A}"/>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53" name="任意多边形: 形状 52">
                <a:extLst>
                  <a:ext uri="{FF2B5EF4-FFF2-40B4-BE49-F238E27FC236}">
                    <a16:creationId xmlns:a16="http://schemas.microsoft.com/office/drawing/2014/main" id="{D488A38E-4892-B2AC-DE67-A83CC7BC1204}"/>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54" name="任意多边形: 形状 53">
                <a:extLst>
                  <a:ext uri="{FF2B5EF4-FFF2-40B4-BE49-F238E27FC236}">
                    <a16:creationId xmlns:a16="http://schemas.microsoft.com/office/drawing/2014/main" id="{8DB640D6-90A1-2AC0-FAA7-60FFFBF270B2}"/>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grpSp>
        <p:nvGrpSpPr>
          <p:cNvPr id="57" name="组合 56">
            <a:extLst>
              <a:ext uri="{FF2B5EF4-FFF2-40B4-BE49-F238E27FC236}">
                <a16:creationId xmlns:a16="http://schemas.microsoft.com/office/drawing/2014/main" id="{84CCF173-301B-4166-7A5D-805F7605EE40}"/>
              </a:ext>
            </a:extLst>
          </p:cNvPr>
          <p:cNvGrpSpPr/>
          <p:nvPr/>
        </p:nvGrpSpPr>
        <p:grpSpPr>
          <a:xfrm>
            <a:off x="2672085" y="4633133"/>
            <a:ext cx="380536" cy="380536"/>
            <a:chOff x="10235354" y="3714787"/>
            <a:chExt cx="618176" cy="618176"/>
          </a:xfrm>
        </p:grpSpPr>
        <p:sp>
          <p:nvSpPr>
            <p:cNvPr id="59" name="矩形: 圆角 58">
              <a:extLst>
                <a:ext uri="{FF2B5EF4-FFF2-40B4-BE49-F238E27FC236}">
                  <a16:creationId xmlns:a16="http://schemas.microsoft.com/office/drawing/2014/main" id="{FBD6EE5C-64ED-1F0C-BE2E-2F4465E93E59}"/>
                </a:ext>
              </a:extLst>
            </p:cNvPr>
            <p:cNvSpPr/>
            <p:nvPr/>
          </p:nvSpPr>
          <p:spPr>
            <a:xfrm>
              <a:off x="10235354" y="3714787"/>
              <a:ext cx="618176" cy="618176"/>
            </a:xfrm>
            <a:prstGeom prst="roundRect">
              <a:avLst/>
            </a:prstGeom>
            <a:gradFill>
              <a:gsLst>
                <a:gs pos="0">
                  <a:schemeClr val="accent1">
                    <a:lumMod val="74000"/>
                    <a:lumOff val="26000"/>
                  </a:schemeClr>
                </a:gs>
                <a:gs pos="100000">
                  <a:schemeClr val="accent1">
                    <a:lumMod val="75000"/>
                  </a:schemeClr>
                </a:gs>
              </a:gsLst>
              <a:lin ang="2700000" scaled="1"/>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60" name="图形 2">
              <a:extLst>
                <a:ext uri="{FF2B5EF4-FFF2-40B4-BE49-F238E27FC236}">
                  <a16:creationId xmlns:a16="http://schemas.microsoft.com/office/drawing/2014/main" id="{015035DD-E073-6F70-84A0-3BA954D11861}"/>
                </a:ext>
              </a:extLst>
            </p:cNvPr>
            <p:cNvGrpSpPr/>
            <p:nvPr/>
          </p:nvGrpSpPr>
          <p:grpSpPr>
            <a:xfrm>
              <a:off x="10307315" y="3899840"/>
              <a:ext cx="468128" cy="261336"/>
              <a:chOff x="8040885" y="2227778"/>
              <a:chExt cx="1232296" cy="687943"/>
            </a:xfrm>
            <a:solidFill>
              <a:schemeClr val="bg1"/>
            </a:solidFill>
          </p:grpSpPr>
          <p:grpSp>
            <p:nvGrpSpPr>
              <p:cNvPr id="61" name="图形 2">
                <a:extLst>
                  <a:ext uri="{FF2B5EF4-FFF2-40B4-BE49-F238E27FC236}">
                    <a16:creationId xmlns:a16="http://schemas.microsoft.com/office/drawing/2014/main" id="{7EFBB034-1AED-FF29-6B16-30C637DC5B06}"/>
                  </a:ext>
                </a:extLst>
              </p:cNvPr>
              <p:cNvGrpSpPr/>
              <p:nvPr/>
            </p:nvGrpSpPr>
            <p:grpSpPr>
              <a:xfrm>
                <a:off x="8040885" y="2227778"/>
                <a:ext cx="850117" cy="687943"/>
                <a:chOff x="8040885" y="2227778"/>
                <a:chExt cx="850117" cy="687943"/>
              </a:xfrm>
              <a:grpFill/>
            </p:grpSpPr>
            <p:sp>
              <p:nvSpPr>
                <p:cNvPr id="63" name="任意多边形: 形状 62">
                  <a:extLst>
                    <a:ext uri="{FF2B5EF4-FFF2-40B4-BE49-F238E27FC236}">
                      <a16:creationId xmlns:a16="http://schemas.microsoft.com/office/drawing/2014/main" id="{C87276CE-EDDA-1730-E60E-2F70885E5781}"/>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2" name="图形 2">
                  <a:extLst>
                    <a:ext uri="{FF2B5EF4-FFF2-40B4-BE49-F238E27FC236}">
                      <a16:creationId xmlns:a16="http://schemas.microsoft.com/office/drawing/2014/main" id="{695A70EB-3B18-4E4B-A030-71B5056E5648}"/>
                    </a:ext>
                  </a:extLst>
                </p:cNvPr>
                <p:cNvGrpSpPr/>
                <p:nvPr/>
              </p:nvGrpSpPr>
              <p:grpSpPr>
                <a:xfrm>
                  <a:off x="8058228" y="2720817"/>
                  <a:ext cx="815424" cy="87465"/>
                  <a:chOff x="8058228" y="2720817"/>
                  <a:chExt cx="815424" cy="87465"/>
                </a:xfrm>
                <a:grpFill/>
              </p:grpSpPr>
              <p:sp>
                <p:nvSpPr>
                  <p:cNvPr id="77" name="任意多边形: 形状 76">
                    <a:extLst>
                      <a:ext uri="{FF2B5EF4-FFF2-40B4-BE49-F238E27FC236}">
                        <a16:creationId xmlns:a16="http://schemas.microsoft.com/office/drawing/2014/main" id="{C3F4C91D-23F6-9366-B9EE-182812132E04}"/>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2736CE89-9103-6C42-5720-A61BB44AE92F}"/>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73" name="图形 2">
                  <a:extLst>
                    <a:ext uri="{FF2B5EF4-FFF2-40B4-BE49-F238E27FC236}">
                      <a16:creationId xmlns:a16="http://schemas.microsoft.com/office/drawing/2014/main" id="{AD959115-8924-DC61-91CB-BC96EE080418}"/>
                    </a:ext>
                  </a:extLst>
                </p:cNvPr>
                <p:cNvGrpSpPr/>
                <p:nvPr/>
              </p:nvGrpSpPr>
              <p:grpSpPr>
                <a:xfrm>
                  <a:off x="8375359" y="2800112"/>
                  <a:ext cx="181153" cy="98266"/>
                  <a:chOff x="8375359" y="2800112"/>
                  <a:chExt cx="181153" cy="98266"/>
                </a:xfrm>
                <a:grpFill/>
              </p:grpSpPr>
              <p:sp>
                <p:nvSpPr>
                  <p:cNvPr id="75" name="任意多边形: 形状 74">
                    <a:extLst>
                      <a:ext uri="{FF2B5EF4-FFF2-40B4-BE49-F238E27FC236}">
                        <a16:creationId xmlns:a16="http://schemas.microsoft.com/office/drawing/2014/main" id="{7A079D3B-A073-B462-DC47-903C7AF35703}"/>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76" name="任意多边形: 形状 75">
                    <a:extLst>
                      <a:ext uri="{FF2B5EF4-FFF2-40B4-BE49-F238E27FC236}">
                        <a16:creationId xmlns:a16="http://schemas.microsoft.com/office/drawing/2014/main" id="{F1FD8F64-3165-EA94-86D3-7C4D9EB6D526}"/>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74" name="任意多边形: 形状 73">
                  <a:extLst>
                    <a:ext uri="{FF2B5EF4-FFF2-40B4-BE49-F238E27FC236}">
                      <a16:creationId xmlns:a16="http://schemas.microsoft.com/office/drawing/2014/main" id="{CC0A438F-68EA-8C6D-2BA8-5D3B03C7F644}"/>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62" name="任意多边形: 形状 61">
                <a:extLst>
                  <a:ext uri="{FF2B5EF4-FFF2-40B4-BE49-F238E27FC236}">
                    <a16:creationId xmlns:a16="http://schemas.microsoft.com/office/drawing/2014/main" id="{E355DC15-F5C3-2A19-FB79-6034C86F6485}"/>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79" name="稿定-31">
            <a:extLst>
              <a:ext uri="{FF2B5EF4-FFF2-40B4-BE49-F238E27FC236}">
                <a16:creationId xmlns:a16="http://schemas.microsoft.com/office/drawing/2014/main" id="{8AB6DC64-29ED-E139-14BA-11CD72A121F7}"/>
              </a:ext>
            </a:extLst>
          </p:cNvPr>
          <p:cNvSpPr/>
          <p:nvPr/>
        </p:nvSpPr>
        <p:spPr>
          <a:xfrm flipH="1">
            <a:off x="1558793" y="4600210"/>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数据对比</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31">
            <a:extLst>
              <a:ext uri="{FF2B5EF4-FFF2-40B4-BE49-F238E27FC236}">
                <a16:creationId xmlns:a16="http://schemas.microsoft.com/office/drawing/2014/main" id="{4AC2C121-C033-969E-0C5A-0E58A45994CE}"/>
              </a:ext>
            </a:extLst>
          </p:cNvPr>
          <p:cNvSpPr/>
          <p:nvPr/>
        </p:nvSpPr>
        <p:spPr>
          <a:xfrm flipH="1">
            <a:off x="3128134" y="4600210"/>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成交转化率</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稿定-31">
            <a:extLst>
              <a:ext uri="{FF2B5EF4-FFF2-40B4-BE49-F238E27FC236}">
                <a16:creationId xmlns:a16="http://schemas.microsoft.com/office/drawing/2014/main" id="{E9F73EEA-9FB7-E966-336D-17C46E77BFBE}"/>
              </a:ext>
            </a:extLst>
          </p:cNvPr>
          <p:cNvSpPr/>
          <p:nvPr/>
        </p:nvSpPr>
        <p:spPr>
          <a:xfrm flipH="1">
            <a:off x="1558792" y="4687519"/>
            <a:ext cx="1038719" cy="376642"/>
          </a:xfrm>
          <a:prstGeom prst="rect">
            <a:avLst/>
          </a:prstGeom>
        </p:spPr>
        <p:txBody>
          <a:bodyPr wrap="square" lIns="0" tIns="0" rIns="0" bIns="0" anchor="b">
            <a:spAutoFit/>
          </a:bodyPr>
          <a:lstStyle/>
          <a:p>
            <a:pPr>
              <a:lnSpc>
                <a:spcPct val="150000"/>
              </a:lnSpc>
            </a:pPr>
            <a:r>
              <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56</a:t>
            </a:r>
            <a:r>
              <a:rPr lang="zh-CN" altLang="en-US"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778</a:t>
            </a:r>
          </a:p>
        </p:txBody>
      </p:sp>
      <p:sp>
        <p:nvSpPr>
          <p:cNvPr id="82" name="稿定-31">
            <a:extLst>
              <a:ext uri="{FF2B5EF4-FFF2-40B4-BE49-F238E27FC236}">
                <a16:creationId xmlns:a16="http://schemas.microsoft.com/office/drawing/2014/main" id="{98745E31-BFEC-020E-AA8F-DE861385CA31}"/>
              </a:ext>
            </a:extLst>
          </p:cNvPr>
          <p:cNvSpPr/>
          <p:nvPr/>
        </p:nvSpPr>
        <p:spPr>
          <a:xfrm flipH="1">
            <a:off x="3128134" y="4687519"/>
            <a:ext cx="884524" cy="376642"/>
          </a:xfrm>
          <a:prstGeom prst="rect">
            <a:avLst/>
          </a:prstGeom>
        </p:spPr>
        <p:txBody>
          <a:bodyPr wrap="square" lIns="0" tIns="0" rIns="0" bIns="0" anchor="b">
            <a:spAutoFit/>
          </a:bodyPr>
          <a:lstStyle/>
          <a:p>
            <a:pPr>
              <a:lnSpc>
                <a:spcPct val="150000"/>
              </a:lnSpc>
            </a:pPr>
            <a:r>
              <a:rPr lang="en-US" altLang="zh-CN" dirty="0">
                <a:gradFill flip="none" rotWithShape="1">
                  <a:gsLst>
                    <a:gs pos="0">
                      <a:schemeClr val="accent1"/>
                    </a:gs>
                    <a:gs pos="100000">
                      <a:schemeClr val="accent1">
                        <a:lumMod val="50000"/>
                      </a:schemeClr>
                    </a:gs>
                  </a:gsLst>
                  <a:lin ang="27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92.5%</a:t>
            </a:r>
          </a:p>
        </p:txBody>
      </p:sp>
      <p:sp>
        <p:nvSpPr>
          <p:cNvPr id="86" name="矩形 85">
            <a:extLst>
              <a:ext uri="{FF2B5EF4-FFF2-40B4-BE49-F238E27FC236}">
                <a16:creationId xmlns:a16="http://schemas.microsoft.com/office/drawing/2014/main" id="{E87927ED-15C5-FB87-E753-BED6C9895BD7}"/>
              </a:ext>
            </a:extLst>
          </p:cNvPr>
          <p:cNvSpPr/>
          <p:nvPr/>
        </p:nvSpPr>
        <p:spPr>
          <a:xfrm>
            <a:off x="1103199" y="5373515"/>
            <a:ext cx="2727789" cy="12507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矩形 86">
            <a:extLst>
              <a:ext uri="{FF2B5EF4-FFF2-40B4-BE49-F238E27FC236}">
                <a16:creationId xmlns:a16="http://schemas.microsoft.com/office/drawing/2014/main" id="{6B874F3B-BC4F-6182-BE80-87FA112A6458}"/>
              </a:ext>
            </a:extLst>
          </p:cNvPr>
          <p:cNvSpPr/>
          <p:nvPr/>
        </p:nvSpPr>
        <p:spPr>
          <a:xfrm>
            <a:off x="1103199" y="5837466"/>
            <a:ext cx="2727789" cy="12507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稿定-31">
            <a:extLst>
              <a:ext uri="{FF2B5EF4-FFF2-40B4-BE49-F238E27FC236}">
                <a16:creationId xmlns:a16="http://schemas.microsoft.com/office/drawing/2014/main" id="{72DEF9EB-FA10-6C14-D251-F32A9F800E26}"/>
              </a:ext>
            </a:extLst>
          </p:cNvPr>
          <p:cNvSpPr/>
          <p:nvPr/>
        </p:nvSpPr>
        <p:spPr>
          <a:xfrm flipH="1">
            <a:off x="1103199" y="5154644"/>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商品利润率</a:t>
            </a:r>
            <a:endParaRPr kumimoji="0" lang="en-US" altLang="zh-CN" sz="800" b="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稿定-31">
            <a:extLst>
              <a:ext uri="{FF2B5EF4-FFF2-40B4-BE49-F238E27FC236}">
                <a16:creationId xmlns:a16="http://schemas.microsoft.com/office/drawing/2014/main" id="{723C1335-1DC9-838E-EF54-4BCA35B17F8D}"/>
              </a:ext>
            </a:extLst>
          </p:cNvPr>
          <p:cNvSpPr/>
          <p:nvPr/>
        </p:nvSpPr>
        <p:spPr>
          <a:xfrm flipH="1">
            <a:off x="1103199" y="5615348"/>
            <a:ext cx="702854" cy="168379"/>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8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商品毛利率</a:t>
            </a:r>
            <a:endParaRPr kumimoji="0" lang="en-US" altLang="zh-CN" sz="800" b="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矩形 89">
            <a:extLst>
              <a:ext uri="{FF2B5EF4-FFF2-40B4-BE49-F238E27FC236}">
                <a16:creationId xmlns:a16="http://schemas.microsoft.com/office/drawing/2014/main" id="{573CC110-64A8-A85C-95F6-84857B58D499}"/>
              </a:ext>
            </a:extLst>
          </p:cNvPr>
          <p:cNvSpPr/>
          <p:nvPr/>
        </p:nvSpPr>
        <p:spPr>
          <a:xfrm>
            <a:off x="1103200" y="5373515"/>
            <a:ext cx="1038719" cy="125074"/>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矩形 90">
            <a:extLst>
              <a:ext uri="{FF2B5EF4-FFF2-40B4-BE49-F238E27FC236}">
                <a16:creationId xmlns:a16="http://schemas.microsoft.com/office/drawing/2014/main" id="{C43912B8-48D4-6994-9187-0EDDE9CA33AA}"/>
              </a:ext>
            </a:extLst>
          </p:cNvPr>
          <p:cNvSpPr/>
          <p:nvPr/>
        </p:nvSpPr>
        <p:spPr>
          <a:xfrm>
            <a:off x="1103200" y="5837466"/>
            <a:ext cx="1732807" cy="125074"/>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稿定-31">
            <a:extLst>
              <a:ext uri="{FF2B5EF4-FFF2-40B4-BE49-F238E27FC236}">
                <a16:creationId xmlns:a16="http://schemas.microsoft.com/office/drawing/2014/main" id="{08089D32-0160-0CC1-8088-01FC3B4B4FD4}"/>
              </a:ext>
            </a:extLst>
          </p:cNvPr>
          <p:cNvSpPr/>
          <p:nvPr/>
        </p:nvSpPr>
        <p:spPr>
          <a:xfrm flipH="1">
            <a:off x="3098517" y="5154644"/>
            <a:ext cx="732470" cy="168379"/>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altLang="zh-CN" sz="800" b="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33%</a:t>
            </a:r>
          </a:p>
        </p:txBody>
      </p:sp>
      <p:sp>
        <p:nvSpPr>
          <p:cNvPr id="93" name="稿定-31">
            <a:extLst>
              <a:ext uri="{FF2B5EF4-FFF2-40B4-BE49-F238E27FC236}">
                <a16:creationId xmlns:a16="http://schemas.microsoft.com/office/drawing/2014/main" id="{375147BC-CA8B-7D01-6435-2B57A5C6FC4D}"/>
              </a:ext>
            </a:extLst>
          </p:cNvPr>
          <p:cNvSpPr/>
          <p:nvPr/>
        </p:nvSpPr>
        <p:spPr>
          <a:xfrm flipH="1">
            <a:off x="3098517" y="5615785"/>
            <a:ext cx="732470" cy="168379"/>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altLang="zh-CN" sz="800" b="0" i="0" u="none" strike="noStrike" kern="1200" cap="none" spc="0" normalizeH="0" baseline="0" noProof="0" dirty="0">
                <a:ln>
                  <a:noFill/>
                </a:ln>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33%</a:t>
            </a:r>
          </a:p>
        </p:txBody>
      </p:sp>
      <p:graphicFrame>
        <p:nvGraphicFramePr>
          <p:cNvPr id="96" name="图表 95">
            <a:extLst>
              <a:ext uri="{FF2B5EF4-FFF2-40B4-BE49-F238E27FC236}">
                <a16:creationId xmlns:a16="http://schemas.microsoft.com/office/drawing/2014/main" id="{B51BF769-2F11-7A64-E782-B2C0589B0CB5}"/>
              </a:ext>
            </a:extLst>
          </p:cNvPr>
          <p:cNvGraphicFramePr/>
          <p:nvPr/>
        </p:nvGraphicFramePr>
        <p:xfrm>
          <a:off x="5113457" y="4492722"/>
          <a:ext cx="6003331" cy="1660601"/>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8590343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任意多边形: 形状 68">
            <a:extLst>
              <a:ext uri="{FF2B5EF4-FFF2-40B4-BE49-F238E27FC236}">
                <a16:creationId xmlns:a16="http://schemas.microsoft.com/office/drawing/2014/main" id="{A552E037-F479-E258-B7A3-0B6D2BF6786A}"/>
              </a:ext>
            </a:extLst>
          </p:cNvPr>
          <p:cNvSpPr/>
          <p:nvPr/>
        </p:nvSpPr>
        <p:spPr>
          <a:xfrm>
            <a:off x="1306286" y="1623882"/>
            <a:ext cx="9665242" cy="5244305"/>
          </a:xfrm>
          <a:custGeom>
            <a:avLst/>
            <a:gdLst>
              <a:gd name="connsiteX0" fmla="*/ 4832622 w 9665242"/>
              <a:gd name="connsiteY0" fmla="*/ 0 h 5244305"/>
              <a:gd name="connsiteX1" fmla="*/ 6466443 w 9665242"/>
              <a:gd name="connsiteY1" fmla="*/ 283162 h 5244305"/>
              <a:gd name="connsiteX2" fmla="*/ 6719977 w 9665242"/>
              <a:gd name="connsiteY2" fmla="*/ 384021 h 5244305"/>
              <a:gd name="connsiteX3" fmla="*/ 6805053 w 9665242"/>
              <a:gd name="connsiteY3" fmla="*/ 211807 h 5244305"/>
              <a:gd name="connsiteX4" fmla="*/ 7008552 w 9665242"/>
              <a:gd name="connsiteY4" fmla="*/ 518140 h 5244305"/>
              <a:gd name="connsiteX5" fmla="*/ 7058683 w 9665242"/>
              <a:gd name="connsiteY5" fmla="*/ 542106 h 5244305"/>
              <a:gd name="connsiteX6" fmla="*/ 9081970 w 9665242"/>
              <a:gd name="connsiteY6" fmla="*/ 2529108 h 5244305"/>
              <a:gd name="connsiteX7" fmla="*/ 9103230 w 9665242"/>
              <a:gd name="connsiteY7" fmla="*/ 2573239 h 5244305"/>
              <a:gd name="connsiteX8" fmla="*/ 9262116 w 9665242"/>
              <a:gd name="connsiteY8" fmla="*/ 2494198 h 5244305"/>
              <a:gd name="connsiteX9" fmla="*/ 9239000 w 9665242"/>
              <a:gd name="connsiteY9" fmla="*/ 2855081 h 5244305"/>
              <a:gd name="connsiteX10" fmla="*/ 9285471 w 9665242"/>
              <a:gd name="connsiteY10" fmla="*/ 2951546 h 5244305"/>
              <a:gd name="connsiteX11" fmla="*/ 9665242 w 9665242"/>
              <a:gd name="connsiteY11" fmla="*/ 4832621 h 5244305"/>
              <a:gd name="connsiteX12" fmla="*/ 9658954 w 9665242"/>
              <a:gd name="connsiteY12" fmla="*/ 5081308 h 5244305"/>
              <a:gd name="connsiteX13" fmla="*/ 9646559 w 9665242"/>
              <a:gd name="connsiteY13" fmla="*/ 5244305 h 5244305"/>
              <a:gd name="connsiteX14" fmla="*/ 18683 w 9665242"/>
              <a:gd name="connsiteY14" fmla="*/ 5244305 h 5244305"/>
              <a:gd name="connsiteX15" fmla="*/ 6288 w 9665242"/>
              <a:gd name="connsiteY15" fmla="*/ 5081308 h 5244305"/>
              <a:gd name="connsiteX16" fmla="*/ 0 w 9665242"/>
              <a:gd name="connsiteY16" fmla="*/ 4832621 h 5244305"/>
              <a:gd name="connsiteX17" fmla="*/ 542106 w 9665242"/>
              <a:gd name="connsiteY17" fmla="*/ 2606561 h 5244305"/>
              <a:gd name="connsiteX18" fmla="*/ 664826 w 9665242"/>
              <a:gd name="connsiteY18" fmla="*/ 2388567 h 5244305"/>
              <a:gd name="connsiteX19" fmla="*/ 507672 w 9665242"/>
              <a:gd name="connsiteY19" fmla="*/ 2297834 h 5244305"/>
              <a:gd name="connsiteX20" fmla="*/ 840266 w 9665242"/>
              <a:gd name="connsiteY20" fmla="*/ 2106692 h 5244305"/>
              <a:gd name="connsiteX21" fmla="*/ 840275 w 9665242"/>
              <a:gd name="connsiteY21" fmla="*/ 2111646 h 5244305"/>
              <a:gd name="connsiteX22" fmla="*/ 874819 w 9665242"/>
              <a:gd name="connsiteY22" fmla="*/ 2058816 h 5244305"/>
              <a:gd name="connsiteX23" fmla="*/ 2529108 w 9665242"/>
              <a:gd name="connsiteY23" fmla="*/ 583272 h 5244305"/>
              <a:gd name="connsiteX24" fmla="*/ 2931726 w 9665242"/>
              <a:gd name="connsiteY24" fmla="*/ 389321 h 5244305"/>
              <a:gd name="connsiteX25" fmla="*/ 2846160 w 9665242"/>
              <a:gd name="connsiteY25" fmla="*/ 233670 h 5244305"/>
              <a:gd name="connsiteX26" fmla="*/ 3229665 w 9665242"/>
              <a:gd name="connsiteY26" fmla="*/ 242472 h 5244305"/>
              <a:gd name="connsiteX27" fmla="*/ 3202193 w 9665242"/>
              <a:gd name="connsiteY27" fmla="*/ 288034 h 5244305"/>
              <a:gd name="connsiteX28" fmla="*/ 3395548 w 9665242"/>
              <a:gd name="connsiteY28" fmla="*/ 217267 h 5244305"/>
              <a:gd name="connsiteX29" fmla="*/ 4832622 w 9665242"/>
              <a:gd name="connsiteY29" fmla="*/ 0 h 524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65242" h="5244305">
                <a:moveTo>
                  <a:pt x="4832622" y="0"/>
                </a:moveTo>
                <a:cubicBezTo>
                  <a:pt x="5406036" y="0"/>
                  <a:pt x="5956124" y="99870"/>
                  <a:pt x="6466443" y="283162"/>
                </a:cubicBezTo>
                <a:lnTo>
                  <a:pt x="6719977" y="384021"/>
                </a:lnTo>
                <a:lnTo>
                  <a:pt x="6805053" y="211807"/>
                </a:lnTo>
                <a:lnTo>
                  <a:pt x="7008552" y="518140"/>
                </a:lnTo>
                <a:lnTo>
                  <a:pt x="7058683" y="542106"/>
                </a:lnTo>
                <a:cubicBezTo>
                  <a:pt x="7915250" y="987426"/>
                  <a:pt x="8621648" y="1681730"/>
                  <a:pt x="9081970" y="2529108"/>
                </a:cubicBezTo>
                <a:lnTo>
                  <a:pt x="9103230" y="2573239"/>
                </a:lnTo>
                <a:lnTo>
                  <a:pt x="9262116" y="2494198"/>
                </a:lnTo>
                <a:lnTo>
                  <a:pt x="9239000" y="2855081"/>
                </a:lnTo>
                <a:lnTo>
                  <a:pt x="9285471" y="2951546"/>
                </a:lnTo>
                <a:cubicBezTo>
                  <a:pt x="9530015" y="3529713"/>
                  <a:pt x="9665242" y="4165376"/>
                  <a:pt x="9665242" y="4832621"/>
                </a:cubicBezTo>
                <a:cubicBezTo>
                  <a:pt x="9665242" y="4916027"/>
                  <a:pt x="9663129" y="4998939"/>
                  <a:pt x="9658954" y="5081308"/>
                </a:cubicBezTo>
                <a:lnTo>
                  <a:pt x="9646559" y="5244305"/>
                </a:lnTo>
                <a:lnTo>
                  <a:pt x="18683" y="5244305"/>
                </a:lnTo>
                <a:lnTo>
                  <a:pt x="6288" y="5081308"/>
                </a:lnTo>
                <a:cubicBezTo>
                  <a:pt x="2113" y="4998939"/>
                  <a:pt x="0" y="4916027"/>
                  <a:pt x="0" y="4832621"/>
                </a:cubicBezTo>
                <a:cubicBezTo>
                  <a:pt x="0" y="4029841"/>
                  <a:pt x="195744" y="3272780"/>
                  <a:pt x="542106" y="2606561"/>
                </a:cubicBezTo>
                <a:lnTo>
                  <a:pt x="664826" y="2388567"/>
                </a:lnTo>
                <a:lnTo>
                  <a:pt x="507672" y="2297834"/>
                </a:lnTo>
                <a:lnTo>
                  <a:pt x="840266" y="2106692"/>
                </a:lnTo>
                <a:lnTo>
                  <a:pt x="840275" y="2111646"/>
                </a:lnTo>
                <a:lnTo>
                  <a:pt x="874819" y="2058816"/>
                </a:lnTo>
                <a:cubicBezTo>
                  <a:pt x="1303564" y="1448191"/>
                  <a:pt x="1870036" y="941300"/>
                  <a:pt x="2529108" y="583272"/>
                </a:cubicBezTo>
                <a:lnTo>
                  <a:pt x="2931726" y="389321"/>
                </a:lnTo>
                <a:lnTo>
                  <a:pt x="2846160" y="233670"/>
                </a:lnTo>
                <a:lnTo>
                  <a:pt x="3229665" y="242472"/>
                </a:lnTo>
                <a:lnTo>
                  <a:pt x="3202193" y="288034"/>
                </a:lnTo>
                <a:lnTo>
                  <a:pt x="3395548" y="217267"/>
                </a:lnTo>
                <a:cubicBezTo>
                  <a:pt x="3849519" y="76066"/>
                  <a:pt x="4332188" y="0"/>
                  <a:pt x="4832622" y="0"/>
                </a:cubicBezTo>
                <a:close/>
              </a:path>
            </a:pathLst>
          </a:custGeom>
          <a:gradFill flip="none" rotWithShape="1">
            <a:gsLst>
              <a:gs pos="90000">
                <a:schemeClr val="accent1">
                  <a:alpha val="8000"/>
                </a:schemeClr>
              </a:gs>
              <a:gs pos="22000">
                <a:schemeClr val="accent1">
                  <a:lumMod val="40000"/>
                  <a:lumOff val="60000"/>
                  <a:alpha val="0"/>
                </a:schemeClr>
              </a:gs>
            </a:gsLst>
            <a:path path="shape">
              <a:fillToRect l="50000" t="50000" r="50000" b="50000"/>
            </a:path>
            <a:tileRect/>
          </a:gradFill>
          <a:ln w="63500">
            <a:gradFill flip="none" rotWithShape="1">
              <a:gsLst>
                <a:gs pos="0">
                  <a:schemeClr val="accent1">
                    <a:alpha val="50000"/>
                  </a:schemeClr>
                </a:gs>
                <a:gs pos="100000">
                  <a:schemeClr val="accent1">
                    <a:lumMod val="40000"/>
                    <a:lumOff val="60000"/>
                    <a:alpha val="50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任意多边形: 形状 4">
            <a:extLst>
              <a:ext uri="{FF2B5EF4-FFF2-40B4-BE49-F238E27FC236}">
                <a16:creationId xmlns:a16="http://schemas.microsoft.com/office/drawing/2014/main" id="{BAAAA652-620D-29B7-E475-A07007B59BBA}"/>
              </a:ext>
            </a:extLst>
          </p:cNvPr>
          <p:cNvSpPr/>
          <p:nvPr/>
        </p:nvSpPr>
        <p:spPr>
          <a:xfrm>
            <a:off x="3068018" y="2013971"/>
            <a:ext cx="2985077" cy="4221536"/>
          </a:xfrm>
          <a:custGeom>
            <a:avLst/>
            <a:gdLst>
              <a:gd name="connsiteX0" fmla="*/ 2985077 w 2985077"/>
              <a:gd name="connsiteY0" fmla="*/ 0 h 4221536"/>
              <a:gd name="connsiteX1" fmla="*/ 2985077 w 2985077"/>
              <a:gd name="connsiteY1" fmla="*/ 4221536 h 4221536"/>
              <a:gd name="connsiteX2" fmla="*/ 0 w 2985077"/>
              <a:gd name="connsiteY2" fmla="*/ 1236459 h 4221536"/>
              <a:gd name="connsiteX3" fmla="*/ 2985077 w 2985077"/>
              <a:gd name="connsiteY3" fmla="*/ 0 h 4221536"/>
            </a:gdLst>
            <a:ahLst/>
            <a:cxnLst>
              <a:cxn ang="0">
                <a:pos x="connsiteX0" y="connsiteY0"/>
              </a:cxn>
              <a:cxn ang="0">
                <a:pos x="connsiteX1" y="connsiteY1"/>
              </a:cxn>
              <a:cxn ang="0">
                <a:pos x="connsiteX2" y="connsiteY2"/>
              </a:cxn>
              <a:cxn ang="0">
                <a:pos x="connsiteX3" y="connsiteY3"/>
              </a:cxn>
            </a:cxnLst>
            <a:rect l="l" t="t" r="r" b="b"/>
            <a:pathLst>
              <a:path w="2985077" h="4221536">
                <a:moveTo>
                  <a:pt x="2985077" y="0"/>
                </a:moveTo>
                <a:lnTo>
                  <a:pt x="2985077" y="4221536"/>
                </a:lnTo>
                <a:lnTo>
                  <a:pt x="0" y="1236459"/>
                </a:lnTo>
                <a:cubicBezTo>
                  <a:pt x="791692" y="444768"/>
                  <a:pt x="1865456" y="0"/>
                  <a:pt x="2985077"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任意多边形: 形状 5">
            <a:extLst>
              <a:ext uri="{FF2B5EF4-FFF2-40B4-BE49-F238E27FC236}">
                <a16:creationId xmlns:a16="http://schemas.microsoft.com/office/drawing/2014/main" id="{8F30DC28-76D1-2B39-46C4-F6A7D1ED429F}"/>
              </a:ext>
            </a:extLst>
          </p:cNvPr>
          <p:cNvSpPr/>
          <p:nvPr/>
        </p:nvSpPr>
        <p:spPr>
          <a:xfrm rot="18900000">
            <a:off x="1871460" y="3865771"/>
            <a:ext cx="2985077" cy="4221536"/>
          </a:xfrm>
          <a:custGeom>
            <a:avLst/>
            <a:gdLst>
              <a:gd name="connsiteX0" fmla="*/ 2985077 w 2985077"/>
              <a:gd name="connsiteY0" fmla="*/ 0 h 4221536"/>
              <a:gd name="connsiteX1" fmla="*/ 2985077 w 2985077"/>
              <a:gd name="connsiteY1" fmla="*/ 4221536 h 4221536"/>
              <a:gd name="connsiteX2" fmla="*/ 0 w 2985077"/>
              <a:gd name="connsiteY2" fmla="*/ 1236459 h 4221536"/>
              <a:gd name="connsiteX3" fmla="*/ 2985077 w 2985077"/>
              <a:gd name="connsiteY3" fmla="*/ 0 h 4221536"/>
            </a:gdLst>
            <a:ahLst/>
            <a:cxnLst>
              <a:cxn ang="0">
                <a:pos x="connsiteX0" y="connsiteY0"/>
              </a:cxn>
              <a:cxn ang="0">
                <a:pos x="connsiteX1" y="connsiteY1"/>
              </a:cxn>
              <a:cxn ang="0">
                <a:pos x="connsiteX2" y="connsiteY2"/>
              </a:cxn>
              <a:cxn ang="0">
                <a:pos x="connsiteX3" y="connsiteY3"/>
              </a:cxn>
            </a:cxnLst>
            <a:rect l="l" t="t" r="r" b="b"/>
            <a:pathLst>
              <a:path w="2985077" h="4221536">
                <a:moveTo>
                  <a:pt x="2985077" y="0"/>
                </a:moveTo>
                <a:lnTo>
                  <a:pt x="2985077" y="4221536"/>
                </a:lnTo>
                <a:lnTo>
                  <a:pt x="0" y="1236459"/>
                </a:lnTo>
                <a:cubicBezTo>
                  <a:pt x="791692" y="444768"/>
                  <a:pt x="1865456" y="0"/>
                  <a:pt x="2985077" y="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a:extLst>
              <a:ext uri="{FF2B5EF4-FFF2-40B4-BE49-F238E27FC236}">
                <a16:creationId xmlns:a16="http://schemas.microsoft.com/office/drawing/2014/main" id="{287706A5-760D-70B7-AA5F-5AA30B0B069B}"/>
              </a:ext>
            </a:extLst>
          </p:cNvPr>
          <p:cNvSpPr/>
          <p:nvPr/>
        </p:nvSpPr>
        <p:spPr>
          <a:xfrm flipH="1">
            <a:off x="6252577" y="2013971"/>
            <a:ext cx="2985077" cy="4221536"/>
          </a:xfrm>
          <a:custGeom>
            <a:avLst/>
            <a:gdLst>
              <a:gd name="connsiteX0" fmla="*/ 2985077 w 2985077"/>
              <a:gd name="connsiteY0" fmla="*/ 0 h 4221536"/>
              <a:gd name="connsiteX1" fmla="*/ 0 w 2985077"/>
              <a:gd name="connsiteY1" fmla="*/ 1236459 h 4221536"/>
              <a:gd name="connsiteX2" fmla="*/ 2985077 w 2985077"/>
              <a:gd name="connsiteY2" fmla="*/ 4221536 h 4221536"/>
            </a:gdLst>
            <a:ahLst/>
            <a:cxnLst>
              <a:cxn ang="0">
                <a:pos x="connsiteX0" y="connsiteY0"/>
              </a:cxn>
              <a:cxn ang="0">
                <a:pos x="connsiteX1" y="connsiteY1"/>
              </a:cxn>
              <a:cxn ang="0">
                <a:pos x="connsiteX2" y="connsiteY2"/>
              </a:cxn>
            </a:cxnLst>
            <a:rect l="l" t="t" r="r" b="b"/>
            <a:pathLst>
              <a:path w="2985077" h="4221536">
                <a:moveTo>
                  <a:pt x="2985077" y="0"/>
                </a:moveTo>
                <a:cubicBezTo>
                  <a:pt x="1865456" y="0"/>
                  <a:pt x="791692" y="444768"/>
                  <a:pt x="0" y="1236459"/>
                </a:cubicBezTo>
                <a:lnTo>
                  <a:pt x="2985077" y="4221536"/>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7">
            <a:extLst>
              <a:ext uri="{FF2B5EF4-FFF2-40B4-BE49-F238E27FC236}">
                <a16:creationId xmlns:a16="http://schemas.microsoft.com/office/drawing/2014/main" id="{43647251-CCF4-1B6C-838A-12D803F4C007}"/>
              </a:ext>
            </a:extLst>
          </p:cNvPr>
          <p:cNvSpPr/>
          <p:nvPr/>
        </p:nvSpPr>
        <p:spPr>
          <a:xfrm rot="2700000" flipH="1">
            <a:off x="7449134" y="3865771"/>
            <a:ext cx="2985077" cy="4221536"/>
          </a:xfrm>
          <a:custGeom>
            <a:avLst/>
            <a:gdLst>
              <a:gd name="connsiteX0" fmla="*/ 2985077 w 2985077"/>
              <a:gd name="connsiteY0" fmla="*/ 0 h 4221536"/>
              <a:gd name="connsiteX1" fmla="*/ 0 w 2985077"/>
              <a:gd name="connsiteY1" fmla="*/ 1236459 h 4221536"/>
              <a:gd name="connsiteX2" fmla="*/ 2985077 w 2985077"/>
              <a:gd name="connsiteY2" fmla="*/ 4221536 h 4221536"/>
            </a:gdLst>
            <a:ahLst/>
            <a:cxnLst>
              <a:cxn ang="0">
                <a:pos x="connsiteX0" y="connsiteY0"/>
              </a:cxn>
              <a:cxn ang="0">
                <a:pos x="connsiteX1" y="connsiteY1"/>
              </a:cxn>
              <a:cxn ang="0">
                <a:pos x="connsiteX2" y="connsiteY2"/>
              </a:cxn>
            </a:cxnLst>
            <a:rect l="l" t="t" r="r" b="b"/>
            <a:pathLst>
              <a:path w="2985077" h="4221536">
                <a:moveTo>
                  <a:pt x="2985077" y="0"/>
                </a:moveTo>
                <a:cubicBezTo>
                  <a:pt x="1865456" y="0"/>
                  <a:pt x="791692" y="444768"/>
                  <a:pt x="0" y="1236459"/>
                </a:cubicBezTo>
                <a:lnTo>
                  <a:pt x="2985077" y="4221536"/>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不完整圆 8">
            <a:extLst>
              <a:ext uri="{FF2B5EF4-FFF2-40B4-BE49-F238E27FC236}">
                <a16:creationId xmlns:a16="http://schemas.microsoft.com/office/drawing/2014/main" id="{728EF375-569E-0448-22CE-F8F4CEA82A11}"/>
              </a:ext>
            </a:extLst>
          </p:cNvPr>
          <p:cNvSpPr/>
          <p:nvPr/>
        </p:nvSpPr>
        <p:spPr>
          <a:xfrm>
            <a:off x="4084786" y="4267200"/>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不完整圆 9">
            <a:extLst>
              <a:ext uri="{FF2B5EF4-FFF2-40B4-BE49-F238E27FC236}">
                <a16:creationId xmlns:a16="http://schemas.microsoft.com/office/drawing/2014/main" id="{A06B6286-C373-EF05-2593-BD297B0E270E}"/>
              </a:ext>
            </a:extLst>
          </p:cNvPr>
          <p:cNvSpPr/>
          <p:nvPr/>
        </p:nvSpPr>
        <p:spPr>
          <a:xfrm flipH="1">
            <a:off x="4284268" y="4267200"/>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不完整圆 10">
            <a:extLst>
              <a:ext uri="{FF2B5EF4-FFF2-40B4-BE49-F238E27FC236}">
                <a16:creationId xmlns:a16="http://schemas.microsoft.com/office/drawing/2014/main" id="{A5708E77-15C9-3BD9-0C74-8784F2416DDB}"/>
              </a:ext>
            </a:extLst>
          </p:cNvPr>
          <p:cNvSpPr/>
          <p:nvPr/>
        </p:nvSpPr>
        <p:spPr>
          <a:xfrm rot="2700000" flipH="1">
            <a:off x="4425442" y="4445386"/>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不完整圆 11">
            <a:extLst>
              <a:ext uri="{FF2B5EF4-FFF2-40B4-BE49-F238E27FC236}">
                <a16:creationId xmlns:a16="http://schemas.microsoft.com/office/drawing/2014/main" id="{32728BBD-6B8C-866A-B3CB-E91BCF56AECF}"/>
              </a:ext>
            </a:extLst>
          </p:cNvPr>
          <p:cNvSpPr/>
          <p:nvPr/>
        </p:nvSpPr>
        <p:spPr>
          <a:xfrm rot="18900000">
            <a:off x="3943612" y="4445386"/>
            <a:ext cx="3936616" cy="3936614"/>
          </a:xfrm>
          <a:prstGeom prst="pie">
            <a:avLst>
              <a:gd name="adj1" fmla="val 13500000"/>
              <a:gd name="adj2" fmla="val 1620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稿定-9">
            <a:extLst>
              <a:ext uri="{FF2B5EF4-FFF2-40B4-BE49-F238E27FC236}">
                <a16:creationId xmlns:a16="http://schemas.microsoft.com/office/drawing/2014/main" id="{06AAD213-49CE-A0ED-862C-FFD8F5EE0F1C}"/>
              </a:ext>
            </a:extLst>
          </p:cNvPr>
          <p:cNvSpPr/>
          <p:nvPr/>
        </p:nvSpPr>
        <p:spPr>
          <a:xfrm flipH="1">
            <a:off x="2254572" y="5067668"/>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稿定-31">
            <a:extLst>
              <a:ext uri="{FF2B5EF4-FFF2-40B4-BE49-F238E27FC236}">
                <a16:creationId xmlns:a16="http://schemas.microsoft.com/office/drawing/2014/main" id="{B86E10BB-748B-D20D-E50D-B12F83814C0D}"/>
              </a:ext>
            </a:extLst>
          </p:cNvPr>
          <p:cNvSpPr/>
          <p:nvPr/>
        </p:nvSpPr>
        <p:spPr>
          <a:xfrm flipH="1">
            <a:off x="2271003" y="5403762"/>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a:extLst>
              <a:ext uri="{FF2B5EF4-FFF2-40B4-BE49-F238E27FC236}">
                <a16:creationId xmlns:a16="http://schemas.microsoft.com/office/drawing/2014/main" id="{4FF31869-D062-DD19-4E40-35E960C961E8}"/>
              </a:ext>
            </a:extLst>
          </p:cNvPr>
          <p:cNvSpPr/>
          <p:nvPr/>
        </p:nvSpPr>
        <p:spPr>
          <a:xfrm flipH="1">
            <a:off x="4161439" y="3116525"/>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稿定-31">
            <a:extLst>
              <a:ext uri="{FF2B5EF4-FFF2-40B4-BE49-F238E27FC236}">
                <a16:creationId xmlns:a16="http://schemas.microsoft.com/office/drawing/2014/main" id="{9E1EF93B-8527-F794-9B2D-F11E7DB95258}"/>
              </a:ext>
            </a:extLst>
          </p:cNvPr>
          <p:cNvSpPr/>
          <p:nvPr/>
        </p:nvSpPr>
        <p:spPr>
          <a:xfrm flipH="1">
            <a:off x="4177870" y="3452619"/>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9">
            <a:extLst>
              <a:ext uri="{FF2B5EF4-FFF2-40B4-BE49-F238E27FC236}">
                <a16:creationId xmlns:a16="http://schemas.microsoft.com/office/drawing/2014/main" id="{B9093A8C-DF19-9886-0F92-592210960EAC}"/>
              </a:ext>
            </a:extLst>
          </p:cNvPr>
          <p:cNvSpPr/>
          <p:nvPr/>
        </p:nvSpPr>
        <p:spPr>
          <a:xfrm flipH="1">
            <a:off x="6589055" y="3116525"/>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9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稿定-31">
            <a:extLst>
              <a:ext uri="{FF2B5EF4-FFF2-40B4-BE49-F238E27FC236}">
                <a16:creationId xmlns:a16="http://schemas.microsoft.com/office/drawing/2014/main" id="{116CD7F1-CDFC-2914-AF7F-36B8792761E0}"/>
              </a:ext>
            </a:extLst>
          </p:cNvPr>
          <p:cNvSpPr/>
          <p:nvPr/>
        </p:nvSpPr>
        <p:spPr>
          <a:xfrm flipH="1">
            <a:off x="6605486" y="3452619"/>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9">
            <a:extLst>
              <a:ext uri="{FF2B5EF4-FFF2-40B4-BE49-F238E27FC236}">
                <a16:creationId xmlns:a16="http://schemas.microsoft.com/office/drawing/2014/main" id="{7BEC6DF9-64B2-F8F1-C2BB-E7DF2538C497}"/>
              </a:ext>
            </a:extLst>
          </p:cNvPr>
          <p:cNvSpPr/>
          <p:nvPr/>
        </p:nvSpPr>
        <p:spPr>
          <a:xfrm flipH="1">
            <a:off x="8585828" y="5067668"/>
            <a:ext cx="971857" cy="255389"/>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9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稿定-31">
            <a:extLst>
              <a:ext uri="{FF2B5EF4-FFF2-40B4-BE49-F238E27FC236}">
                <a16:creationId xmlns:a16="http://schemas.microsoft.com/office/drawing/2014/main" id="{8A0C032A-B83A-BD1D-EF56-9D045369A0F8}"/>
              </a:ext>
            </a:extLst>
          </p:cNvPr>
          <p:cNvSpPr/>
          <p:nvPr/>
        </p:nvSpPr>
        <p:spPr>
          <a:xfrm flipH="1">
            <a:off x="8602259" y="5403762"/>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文本框 12">
            <a:extLst>
              <a:ext uri="{FF2B5EF4-FFF2-40B4-BE49-F238E27FC236}">
                <a16:creationId xmlns:a16="http://schemas.microsoft.com/office/drawing/2014/main" id="{12721688-689C-E64A-331C-729E08C0A18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4" name="矩形 13">
            <a:extLst>
              <a:ext uri="{FF2B5EF4-FFF2-40B4-BE49-F238E27FC236}">
                <a16:creationId xmlns:a16="http://schemas.microsoft.com/office/drawing/2014/main" id="{0CF13F1B-5C69-B35C-26B9-A6C5F3C73CA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文本框 14">
            <a:extLst>
              <a:ext uri="{FF2B5EF4-FFF2-40B4-BE49-F238E27FC236}">
                <a16:creationId xmlns:a16="http://schemas.microsoft.com/office/drawing/2014/main" id="{85FF2C69-58C4-68F2-77A2-9059CC20D062}"/>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ADD968E8-CCF2-96B6-547F-712D5FE4F7FB}"/>
              </a:ext>
            </a:extLst>
          </p:cNvPr>
          <p:cNvSpPr/>
          <p:nvPr/>
        </p:nvSpPr>
        <p:spPr>
          <a:xfrm>
            <a:off x="4676551" y="5773287"/>
            <a:ext cx="184661" cy="406503"/>
          </a:xfrm>
          <a:custGeom>
            <a:avLst/>
            <a:gdLst>
              <a:gd name="connsiteX0" fmla="*/ 228989 w 457977"/>
              <a:gd name="connsiteY0" fmla="*/ 1008169 h 1008168"/>
              <a:gd name="connsiteX1" fmla="*/ 0 w 457977"/>
              <a:gd name="connsiteY1" fmla="*/ 779180 h 1008168"/>
              <a:gd name="connsiteX2" fmla="*/ 0 w 457977"/>
              <a:gd name="connsiteY2" fmla="*/ 90611 h 1008168"/>
              <a:gd name="connsiteX3" fmla="*/ 90620 w 457977"/>
              <a:gd name="connsiteY3" fmla="*/ 0 h 1008168"/>
              <a:gd name="connsiteX4" fmla="*/ 283844 w 457977"/>
              <a:gd name="connsiteY4" fmla="*/ 0 h 1008168"/>
              <a:gd name="connsiteX5" fmla="*/ 372321 w 457977"/>
              <a:gd name="connsiteY5" fmla="*/ 88477 h 1008168"/>
              <a:gd name="connsiteX6" fmla="*/ 372321 w 457977"/>
              <a:gd name="connsiteY6" fmla="*/ 678693 h 1008168"/>
              <a:gd name="connsiteX7" fmla="*/ 226520 w 457977"/>
              <a:gd name="connsiteY7" fmla="*/ 824494 h 1008168"/>
              <a:gd name="connsiteX8" fmla="*/ 80719 w 457977"/>
              <a:gd name="connsiteY8" fmla="*/ 678693 h 1008168"/>
              <a:gd name="connsiteX9" fmla="*/ 80719 w 457977"/>
              <a:gd name="connsiteY9" fmla="*/ 262756 h 1008168"/>
              <a:gd name="connsiteX10" fmla="*/ 102150 w 457977"/>
              <a:gd name="connsiteY10" fmla="*/ 241324 h 1008168"/>
              <a:gd name="connsiteX11" fmla="*/ 123581 w 457977"/>
              <a:gd name="connsiteY11" fmla="*/ 262756 h 1008168"/>
              <a:gd name="connsiteX12" fmla="*/ 123581 w 457977"/>
              <a:gd name="connsiteY12" fmla="*/ 678693 h 1008168"/>
              <a:gd name="connsiteX13" fmla="*/ 226520 w 457977"/>
              <a:gd name="connsiteY13" fmla="*/ 781632 h 1008168"/>
              <a:gd name="connsiteX14" fmla="*/ 329458 w 457977"/>
              <a:gd name="connsiteY14" fmla="*/ 678693 h 1008168"/>
              <a:gd name="connsiteX15" fmla="*/ 329458 w 457977"/>
              <a:gd name="connsiteY15" fmla="*/ 88477 h 1008168"/>
              <a:gd name="connsiteX16" fmla="*/ 283844 w 457977"/>
              <a:gd name="connsiteY16" fmla="*/ 42863 h 1008168"/>
              <a:gd name="connsiteX17" fmla="*/ 90620 w 457977"/>
              <a:gd name="connsiteY17" fmla="*/ 42863 h 1008168"/>
              <a:gd name="connsiteX18" fmla="*/ 42863 w 457977"/>
              <a:gd name="connsiteY18" fmla="*/ 90611 h 1008168"/>
              <a:gd name="connsiteX19" fmla="*/ 42863 w 457977"/>
              <a:gd name="connsiteY19" fmla="*/ 779180 h 1008168"/>
              <a:gd name="connsiteX20" fmla="*/ 228989 w 457977"/>
              <a:gd name="connsiteY20" fmla="*/ 965306 h 1008168"/>
              <a:gd name="connsiteX21" fmla="*/ 415115 w 457977"/>
              <a:gd name="connsiteY21" fmla="*/ 779180 h 1008168"/>
              <a:gd name="connsiteX22" fmla="*/ 415115 w 457977"/>
              <a:gd name="connsiteY22" fmla="*/ 252049 h 1008168"/>
              <a:gd name="connsiteX23" fmla="*/ 436546 w 457977"/>
              <a:gd name="connsiteY23" fmla="*/ 230617 h 1008168"/>
              <a:gd name="connsiteX24" fmla="*/ 457977 w 457977"/>
              <a:gd name="connsiteY24" fmla="*/ 252049 h 1008168"/>
              <a:gd name="connsiteX25" fmla="*/ 457977 w 457977"/>
              <a:gd name="connsiteY25" fmla="*/ 779180 h 1008168"/>
              <a:gd name="connsiteX26" fmla="*/ 228989 w 457977"/>
              <a:gd name="connsiteY26" fmla="*/ 1008169 h 100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7977" h="1008168">
                <a:moveTo>
                  <a:pt x="228989" y="1008169"/>
                </a:moveTo>
                <a:cubicBezTo>
                  <a:pt x="102724" y="1008169"/>
                  <a:pt x="0" y="905445"/>
                  <a:pt x="0" y="779180"/>
                </a:cubicBezTo>
                <a:lnTo>
                  <a:pt x="0" y="90611"/>
                </a:lnTo>
                <a:cubicBezTo>
                  <a:pt x="0" y="40642"/>
                  <a:pt x="40651" y="0"/>
                  <a:pt x="90620" y="0"/>
                </a:cubicBezTo>
                <a:lnTo>
                  <a:pt x="283844" y="0"/>
                </a:lnTo>
                <a:cubicBezTo>
                  <a:pt x="332630" y="0"/>
                  <a:pt x="372321" y="39691"/>
                  <a:pt x="372321" y="88477"/>
                </a:cubicBezTo>
                <a:lnTo>
                  <a:pt x="372321" y="678693"/>
                </a:lnTo>
                <a:cubicBezTo>
                  <a:pt x="372321" y="759086"/>
                  <a:pt x="306913" y="824494"/>
                  <a:pt x="226520" y="824494"/>
                </a:cubicBezTo>
                <a:cubicBezTo>
                  <a:pt x="146127" y="824494"/>
                  <a:pt x="80719" y="759086"/>
                  <a:pt x="80719" y="678693"/>
                </a:cubicBezTo>
                <a:lnTo>
                  <a:pt x="80719" y="262756"/>
                </a:lnTo>
                <a:cubicBezTo>
                  <a:pt x="80719" y="250917"/>
                  <a:pt x="90311" y="241324"/>
                  <a:pt x="102150" y="241324"/>
                </a:cubicBezTo>
                <a:cubicBezTo>
                  <a:pt x="113989" y="241324"/>
                  <a:pt x="123581" y="250917"/>
                  <a:pt x="123581" y="262756"/>
                </a:cubicBezTo>
                <a:lnTo>
                  <a:pt x="123581" y="678693"/>
                </a:lnTo>
                <a:cubicBezTo>
                  <a:pt x="123581" y="735452"/>
                  <a:pt x="169761" y="781632"/>
                  <a:pt x="226520" y="781632"/>
                </a:cubicBezTo>
                <a:cubicBezTo>
                  <a:pt x="283278" y="781632"/>
                  <a:pt x="329458" y="735452"/>
                  <a:pt x="329458" y="678693"/>
                </a:cubicBezTo>
                <a:lnTo>
                  <a:pt x="329458" y="88477"/>
                </a:lnTo>
                <a:cubicBezTo>
                  <a:pt x="329458" y="63325"/>
                  <a:pt x="308996" y="42863"/>
                  <a:pt x="283844" y="42863"/>
                </a:cubicBezTo>
                <a:lnTo>
                  <a:pt x="90620" y="42863"/>
                </a:lnTo>
                <a:cubicBezTo>
                  <a:pt x="64285" y="42863"/>
                  <a:pt x="42863" y="64285"/>
                  <a:pt x="42863" y="90611"/>
                </a:cubicBezTo>
                <a:lnTo>
                  <a:pt x="42863" y="779180"/>
                </a:lnTo>
                <a:cubicBezTo>
                  <a:pt x="42863" y="881810"/>
                  <a:pt x="126359" y="965306"/>
                  <a:pt x="228989" y="965306"/>
                </a:cubicBezTo>
                <a:cubicBezTo>
                  <a:pt x="331619" y="965306"/>
                  <a:pt x="415115" y="881810"/>
                  <a:pt x="415115" y="779180"/>
                </a:cubicBezTo>
                <a:lnTo>
                  <a:pt x="415115" y="252049"/>
                </a:lnTo>
                <a:cubicBezTo>
                  <a:pt x="415115" y="240210"/>
                  <a:pt x="424707" y="230617"/>
                  <a:pt x="436546" y="230617"/>
                </a:cubicBezTo>
                <a:cubicBezTo>
                  <a:pt x="448385" y="230617"/>
                  <a:pt x="457977" y="240210"/>
                  <a:pt x="457977" y="252049"/>
                </a:cubicBezTo>
                <a:lnTo>
                  <a:pt x="457977" y="779180"/>
                </a:lnTo>
                <a:cubicBezTo>
                  <a:pt x="457977" y="905445"/>
                  <a:pt x="355253" y="1008169"/>
                  <a:pt x="228989" y="1008169"/>
                </a:cubicBezTo>
                <a:close/>
              </a:path>
            </a:pathLst>
          </a:custGeom>
          <a:solidFill>
            <a:schemeClr val="bg1"/>
          </a:solidFill>
          <a:ln w="8572" cap="flat">
            <a:noFill/>
            <a:prstDash val="solid"/>
            <a:miter/>
          </a:ln>
        </p:spPr>
        <p:txBody>
          <a:bodyPr rtlCol="0" anchor="ctr"/>
          <a:lstStyle/>
          <a:p>
            <a:endParaRPr lang="zh-CN" altLang="en-US"/>
          </a:p>
        </p:txBody>
      </p:sp>
      <p:grpSp>
        <p:nvGrpSpPr>
          <p:cNvPr id="44" name="图形 2">
            <a:extLst>
              <a:ext uri="{FF2B5EF4-FFF2-40B4-BE49-F238E27FC236}">
                <a16:creationId xmlns:a16="http://schemas.microsoft.com/office/drawing/2014/main" id="{C5490C71-EDBE-5458-F40B-19A0D0878718}"/>
              </a:ext>
            </a:extLst>
          </p:cNvPr>
          <p:cNvGrpSpPr/>
          <p:nvPr/>
        </p:nvGrpSpPr>
        <p:grpSpPr>
          <a:xfrm>
            <a:off x="5413719" y="4788395"/>
            <a:ext cx="300965" cy="428749"/>
            <a:chOff x="3151037" y="2040075"/>
            <a:chExt cx="746424" cy="1063341"/>
          </a:xfrm>
          <a:solidFill>
            <a:schemeClr val="bg1"/>
          </a:solidFill>
        </p:grpSpPr>
        <p:sp>
          <p:nvSpPr>
            <p:cNvPr id="45" name="任意多边形: 形状 44">
              <a:extLst>
                <a:ext uri="{FF2B5EF4-FFF2-40B4-BE49-F238E27FC236}">
                  <a16:creationId xmlns:a16="http://schemas.microsoft.com/office/drawing/2014/main" id="{857D142C-AF29-7C24-FA2F-BC67412D456C}"/>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48" name="图形 2">
              <a:extLst>
                <a:ext uri="{FF2B5EF4-FFF2-40B4-BE49-F238E27FC236}">
                  <a16:creationId xmlns:a16="http://schemas.microsoft.com/office/drawing/2014/main" id="{E9F0EA00-B358-1ABB-2685-8C8A0BD6F42D}"/>
                </a:ext>
              </a:extLst>
            </p:cNvPr>
            <p:cNvGrpSpPr/>
            <p:nvPr/>
          </p:nvGrpSpPr>
          <p:grpSpPr>
            <a:xfrm>
              <a:off x="3451323" y="2167779"/>
              <a:ext cx="306389" cy="125535"/>
              <a:chOff x="3451323" y="2167779"/>
              <a:chExt cx="306389" cy="125535"/>
            </a:xfrm>
            <a:grpFill/>
          </p:grpSpPr>
          <p:sp>
            <p:nvSpPr>
              <p:cNvPr id="49" name="任意多边形: 形状 48">
                <a:extLst>
                  <a:ext uri="{FF2B5EF4-FFF2-40B4-BE49-F238E27FC236}">
                    <a16:creationId xmlns:a16="http://schemas.microsoft.com/office/drawing/2014/main" id="{BE516BF2-B113-0F74-5DFF-1C11603A9C93}"/>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B81C12C7-9893-C594-8CF3-3C1672CDDDA5}"/>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51" name="任意多边形: 形状 50">
                <a:extLst>
                  <a:ext uri="{FF2B5EF4-FFF2-40B4-BE49-F238E27FC236}">
                    <a16:creationId xmlns:a16="http://schemas.microsoft.com/office/drawing/2014/main" id="{D5C94C02-6F7B-FF3D-2AD4-72ED6B1FE39E}"/>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58" name="组合 57">
            <a:extLst>
              <a:ext uri="{FF2B5EF4-FFF2-40B4-BE49-F238E27FC236}">
                <a16:creationId xmlns:a16="http://schemas.microsoft.com/office/drawing/2014/main" id="{B2C5DE12-2797-3929-8C8A-035FBC0CB8DB}"/>
              </a:ext>
            </a:extLst>
          </p:cNvPr>
          <p:cNvGrpSpPr/>
          <p:nvPr/>
        </p:nvGrpSpPr>
        <p:grpSpPr>
          <a:xfrm>
            <a:off x="6520828" y="4804259"/>
            <a:ext cx="376216" cy="399980"/>
            <a:chOff x="698562" y="5515469"/>
            <a:chExt cx="933056" cy="991992"/>
          </a:xfrm>
          <a:solidFill>
            <a:schemeClr val="bg1"/>
          </a:solidFill>
        </p:grpSpPr>
        <p:sp>
          <p:nvSpPr>
            <p:cNvPr id="59" name="任意多边形: 形状 58">
              <a:extLst>
                <a:ext uri="{FF2B5EF4-FFF2-40B4-BE49-F238E27FC236}">
                  <a16:creationId xmlns:a16="http://schemas.microsoft.com/office/drawing/2014/main" id="{6609FB11-1B6D-4DD8-E840-0CFB2F6974A4}"/>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E9B2031F-80CC-9EB9-0A07-B3FB0BCF396B}"/>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61" name="任意多边形: 形状 60">
              <a:extLst>
                <a:ext uri="{FF2B5EF4-FFF2-40B4-BE49-F238E27FC236}">
                  <a16:creationId xmlns:a16="http://schemas.microsoft.com/office/drawing/2014/main" id="{8680F1E4-2BFF-F2FA-D172-29FF7EB8AACD}"/>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62" name="任意多边形: 形状 61">
              <a:extLst>
                <a:ext uri="{FF2B5EF4-FFF2-40B4-BE49-F238E27FC236}">
                  <a16:creationId xmlns:a16="http://schemas.microsoft.com/office/drawing/2014/main" id="{D93AFE2E-8598-CC6D-3647-FCB1E60A02B7}"/>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63" name="iconfont-10263-5041657">
            <a:extLst>
              <a:ext uri="{FF2B5EF4-FFF2-40B4-BE49-F238E27FC236}">
                <a16:creationId xmlns:a16="http://schemas.microsoft.com/office/drawing/2014/main" id="{B58538C4-CCE2-599F-161D-64CA266CF173}"/>
              </a:ext>
            </a:extLst>
          </p:cNvPr>
          <p:cNvSpPr/>
          <p:nvPr/>
        </p:nvSpPr>
        <p:spPr>
          <a:xfrm>
            <a:off x="7421910" y="5828322"/>
            <a:ext cx="395220" cy="296431"/>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文本框 69">
            <a:extLst>
              <a:ext uri="{FF2B5EF4-FFF2-40B4-BE49-F238E27FC236}">
                <a16:creationId xmlns:a16="http://schemas.microsoft.com/office/drawing/2014/main" id="{19633C96-109C-6E79-F377-358D3F51FA38}"/>
              </a:ext>
            </a:extLst>
          </p:cNvPr>
          <p:cNvSpPr txBox="1"/>
          <p:nvPr/>
        </p:nvSpPr>
        <p:spPr>
          <a:xfrm>
            <a:off x="2181199" y="424696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586AB6FA-82A7-CAB0-9B42-0EC059880B84}"/>
              </a:ext>
            </a:extLst>
          </p:cNvPr>
          <p:cNvSpPr txBox="1"/>
          <p:nvPr/>
        </p:nvSpPr>
        <p:spPr>
          <a:xfrm>
            <a:off x="3891511" y="242890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a:extLst>
              <a:ext uri="{FF2B5EF4-FFF2-40B4-BE49-F238E27FC236}">
                <a16:creationId xmlns:a16="http://schemas.microsoft.com/office/drawing/2014/main" id="{0033E05B-6A0D-8249-E4CE-DFC24DFAB0B1}"/>
              </a:ext>
            </a:extLst>
          </p:cNvPr>
          <p:cNvSpPr txBox="1"/>
          <p:nvPr/>
        </p:nvSpPr>
        <p:spPr>
          <a:xfrm>
            <a:off x="6323023" y="242890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a:extLst>
              <a:ext uri="{FF2B5EF4-FFF2-40B4-BE49-F238E27FC236}">
                <a16:creationId xmlns:a16="http://schemas.microsoft.com/office/drawing/2014/main" id="{56730EAC-2517-1F08-BAB9-F7F1AB489778}"/>
              </a:ext>
            </a:extLst>
          </p:cNvPr>
          <p:cNvSpPr txBox="1"/>
          <p:nvPr/>
        </p:nvSpPr>
        <p:spPr>
          <a:xfrm>
            <a:off x="8550546" y="4246966"/>
            <a:ext cx="1368648" cy="584775"/>
          </a:xfrm>
          <a:prstGeom prst="rect">
            <a:avLst/>
          </a:prstGeom>
          <a:noFill/>
        </p:spPr>
        <p:txBody>
          <a:bodyPr wrap="square" rtlCol="0" anchor="ctr">
            <a:spAutoFit/>
          </a:bodyPr>
          <a:lstStyle/>
          <a:p>
            <a:pPr algn="ctr">
              <a:defRPr/>
            </a:pPr>
            <a:r>
              <a:rPr lang="en-US" altLang="zh-CN"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lang="zh-CN" altLang="en-US" sz="3200" dirty="0">
              <a:gradFill flip="none" rotWithShape="1">
                <a:gsLst>
                  <a:gs pos="0">
                    <a:schemeClr val="accent1"/>
                  </a:gs>
                  <a:gs pos="100000">
                    <a:schemeClr val="accent1">
                      <a:lumMod val="50000"/>
                    </a:schemeClr>
                  </a:gs>
                </a:gsLst>
                <a:lin ang="2700000" scaled="1"/>
                <a:tileRect/>
              </a:gra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任意多边形: 形状 73">
            <a:extLst>
              <a:ext uri="{FF2B5EF4-FFF2-40B4-BE49-F238E27FC236}">
                <a16:creationId xmlns:a16="http://schemas.microsoft.com/office/drawing/2014/main" id="{E0DAA91F-CFB7-196E-2076-BCF3EA764FB3}"/>
              </a:ext>
            </a:extLst>
          </p:cNvPr>
          <p:cNvSpPr/>
          <p:nvPr/>
        </p:nvSpPr>
        <p:spPr>
          <a:xfrm>
            <a:off x="381947" y="1112155"/>
            <a:ext cx="11513920" cy="6247386"/>
          </a:xfrm>
          <a:custGeom>
            <a:avLst/>
            <a:gdLst>
              <a:gd name="connsiteX0" fmla="*/ 4832622 w 9665242"/>
              <a:gd name="connsiteY0" fmla="*/ 0 h 5244305"/>
              <a:gd name="connsiteX1" fmla="*/ 6466443 w 9665242"/>
              <a:gd name="connsiteY1" fmla="*/ 283162 h 5244305"/>
              <a:gd name="connsiteX2" fmla="*/ 6719977 w 9665242"/>
              <a:gd name="connsiteY2" fmla="*/ 384021 h 5244305"/>
              <a:gd name="connsiteX3" fmla="*/ 6805053 w 9665242"/>
              <a:gd name="connsiteY3" fmla="*/ 211807 h 5244305"/>
              <a:gd name="connsiteX4" fmla="*/ 7008552 w 9665242"/>
              <a:gd name="connsiteY4" fmla="*/ 518140 h 5244305"/>
              <a:gd name="connsiteX5" fmla="*/ 7058683 w 9665242"/>
              <a:gd name="connsiteY5" fmla="*/ 542106 h 5244305"/>
              <a:gd name="connsiteX6" fmla="*/ 9081970 w 9665242"/>
              <a:gd name="connsiteY6" fmla="*/ 2529108 h 5244305"/>
              <a:gd name="connsiteX7" fmla="*/ 9103230 w 9665242"/>
              <a:gd name="connsiteY7" fmla="*/ 2573239 h 5244305"/>
              <a:gd name="connsiteX8" fmla="*/ 9262116 w 9665242"/>
              <a:gd name="connsiteY8" fmla="*/ 2494198 h 5244305"/>
              <a:gd name="connsiteX9" fmla="*/ 9239000 w 9665242"/>
              <a:gd name="connsiteY9" fmla="*/ 2855081 h 5244305"/>
              <a:gd name="connsiteX10" fmla="*/ 9285471 w 9665242"/>
              <a:gd name="connsiteY10" fmla="*/ 2951546 h 5244305"/>
              <a:gd name="connsiteX11" fmla="*/ 9665242 w 9665242"/>
              <a:gd name="connsiteY11" fmla="*/ 4832621 h 5244305"/>
              <a:gd name="connsiteX12" fmla="*/ 9658954 w 9665242"/>
              <a:gd name="connsiteY12" fmla="*/ 5081308 h 5244305"/>
              <a:gd name="connsiteX13" fmla="*/ 9646559 w 9665242"/>
              <a:gd name="connsiteY13" fmla="*/ 5244305 h 5244305"/>
              <a:gd name="connsiteX14" fmla="*/ 18683 w 9665242"/>
              <a:gd name="connsiteY14" fmla="*/ 5244305 h 5244305"/>
              <a:gd name="connsiteX15" fmla="*/ 6288 w 9665242"/>
              <a:gd name="connsiteY15" fmla="*/ 5081308 h 5244305"/>
              <a:gd name="connsiteX16" fmla="*/ 0 w 9665242"/>
              <a:gd name="connsiteY16" fmla="*/ 4832621 h 5244305"/>
              <a:gd name="connsiteX17" fmla="*/ 542106 w 9665242"/>
              <a:gd name="connsiteY17" fmla="*/ 2606561 h 5244305"/>
              <a:gd name="connsiteX18" fmla="*/ 664826 w 9665242"/>
              <a:gd name="connsiteY18" fmla="*/ 2388567 h 5244305"/>
              <a:gd name="connsiteX19" fmla="*/ 507672 w 9665242"/>
              <a:gd name="connsiteY19" fmla="*/ 2297834 h 5244305"/>
              <a:gd name="connsiteX20" fmla="*/ 840266 w 9665242"/>
              <a:gd name="connsiteY20" fmla="*/ 2106692 h 5244305"/>
              <a:gd name="connsiteX21" fmla="*/ 840275 w 9665242"/>
              <a:gd name="connsiteY21" fmla="*/ 2111646 h 5244305"/>
              <a:gd name="connsiteX22" fmla="*/ 874819 w 9665242"/>
              <a:gd name="connsiteY22" fmla="*/ 2058816 h 5244305"/>
              <a:gd name="connsiteX23" fmla="*/ 2529108 w 9665242"/>
              <a:gd name="connsiteY23" fmla="*/ 583272 h 5244305"/>
              <a:gd name="connsiteX24" fmla="*/ 2931726 w 9665242"/>
              <a:gd name="connsiteY24" fmla="*/ 389321 h 5244305"/>
              <a:gd name="connsiteX25" fmla="*/ 2846160 w 9665242"/>
              <a:gd name="connsiteY25" fmla="*/ 233670 h 5244305"/>
              <a:gd name="connsiteX26" fmla="*/ 3229665 w 9665242"/>
              <a:gd name="connsiteY26" fmla="*/ 242472 h 5244305"/>
              <a:gd name="connsiteX27" fmla="*/ 3202193 w 9665242"/>
              <a:gd name="connsiteY27" fmla="*/ 288034 h 5244305"/>
              <a:gd name="connsiteX28" fmla="*/ 3395548 w 9665242"/>
              <a:gd name="connsiteY28" fmla="*/ 217267 h 5244305"/>
              <a:gd name="connsiteX29" fmla="*/ 4832622 w 9665242"/>
              <a:gd name="connsiteY29" fmla="*/ 0 h 524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65242" h="5244305">
                <a:moveTo>
                  <a:pt x="4832622" y="0"/>
                </a:moveTo>
                <a:cubicBezTo>
                  <a:pt x="5406036" y="0"/>
                  <a:pt x="5956124" y="99870"/>
                  <a:pt x="6466443" y="283162"/>
                </a:cubicBezTo>
                <a:lnTo>
                  <a:pt x="6719977" y="384021"/>
                </a:lnTo>
                <a:lnTo>
                  <a:pt x="6805053" y="211807"/>
                </a:lnTo>
                <a:lnTo>
                  <a:pt x="7008552" y="518140"/>
                </a:lnTo>
                <a:lnTo>
                  <a:pt x="7058683" y="542106"/>
                </a:lnTo>
                <a:cubicBezTo>
                  <a:pt x="7915250" y="987426"/>
                  <a:pt x="8621648" y="1681730"/>
                  <a:pt x="9081970" y="2529108"/>
                </a:cubicBezTo>
                <a:lnTo>
                  <a:pt x="9103230" y="2573239"/>
                </a:lnTo>
                <a:lnTo>
                  <a:pt x="9262116" y="2494198"/>
                </a:lnTo>
                <a:lnTo>
                  <a:pt x="9239000" y="2855081"/>
                </a:lnTo>
                <a:lnTo>
                  <a:pt x="9285471" y="2951546"/>
                </a:lnTo>
                <a:cubicBezTo>
                  <a:pt x="9530015" y="3529713"/>
                  <a:pt x="9665242" y="4165376"/>
                  <a:pt x="9665242" y="4832621"/>
                </a:cubicBezTo>
                <a:cubicBezTo>
                  <a:pt x="9665242" y="4916027"/>
                  <a:pt x="9663129" y="4998939"/>
                  <a:pt x="9658954" y="5081308"/>
                </a:cubicBezTo>
                <a:lnTo>
                  <a:pt x="9646559" y="5244305"/>
                </a:lnTo>
                <a:lnTo>
                  <a:pt x="18683" y="5244305"/>
                </a:lnTo>
                <a:lnTo>
                  <a:pt x="6288" y="5081308"/>
                </a:lnTo>
                <a:cubicBezTo>
                  <a:pt x="2113" y="4998939"/>
                  <a:pt x="0" y="4916027"/>
                  <a:pt x="0" y="4832621"/>
                </a:cubicBezTo>
                <a:cubicBezTo>
                  <a:pt x="0" y="4029841"/>
                  <a:pt x="195744" y="3272780"/>
                  <a:pt x="542106" y="2606561"/>
                </a:cubicBezTo>
                <a:lnTo>
                  <a:pt x="664826" y="2388567"/>
                </a:lnTo>
                <a:lnTo>
                  <a:pt x="507672" y="2297834"/>
                </a:lnTo>
                <a:lnTo>
                  <a:pt x="840266" y="2106692"/>
                </a:lnTo>
                <a:lnTo>
                  <a:pt x="840275" y="2111646"/>
                </a:lnTo>
                <a:lnTo>
                  <a:pt x="874819" y="2058816"/>
                </a:lnTo>
                <a:cubicBezTo>
                  <a:pt x="1303564" y="1448191"/>
                  <a:pt x="1870036" y="941300"/>
                  <a:pt x="2529108" y="583272"/>
                </a:cubicBezTo>
                <a:lnTo>
                  <a:pt x="2931726" y="389321"/>
                </a:lnTo>
                <a:lnTo>
                  <a:pt x="2846160" y="233670"/>
                </a:lnTo>
                <a:lnTo>
                  <a:pt x="3229665" y="242472"/>
                </a:lnTo>
                <a:lnTo>
                  <a:pt x="3202193" y="288034"/>
                </a:lnTo>
                <a:lnTo>
                  <a:pt x="3395548" y="217267"/>
                </a:lnTo>
                <a:cubicBezTo>
                  <a:pt x="3849519" y="76066"/>
                  <a:pt x="4332188" y="0"/>
                  <a:pt x="4832622" y="0"/>
                </a:cubicBezTo>
                <a:close/>
              </a:path>
            </a:pathLst>
          </a:custGeom>
          <a:noFill/>
          <a:ln w="63500">
            <a:gradFill flip="none" rotWithShape="1">
              <a:gsLst>
                <a:gs pos="0">
                  <a:schemeClr val="accent1">
                    <a:lumMod val="96000"/>
                    <a:alpha val="3000"/>
                  </a:schemeClr>
                </a:gs>
                <a:gs pos="100000">
                  <a:schemeClr val="accent1">
                    <a:lumMod val="40000"/>
                    <a:lumOff val="60000"/>
                    <a:alpha val="14000"/>
                  </a:schemeClr>
                </a:gs>
              </a:gsLst>
              <a:lin ang="10800000" scaled="1"/>
              <a:tileRect/>
            </a:gra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椭圆 74">
            <a:extLst>
              <a:ext uri="{FF2B5EF4-FFF2-40B4-BE49-F238E27FC236}">
                <a16:creationId xmlns:a16="http://schemas.microsoft.com/office/drawing/2014/main" id="{06FB7644-3B56-C2EE-1F64-54024EB4B55D}"/>
              </a:ext>
            </a:extLst>
          </p:cNvPr>
          <p:cNvSpPr/>
          <p:nvPr/>
        </p:nvSpPr>
        <p:spPr>
          <a:xfrm>
            <a:off x="5194537" y="5506134"/>
            <a:ext cx="1885770" cy="188577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 name="稿定-9">
            <a:extLst>
              <a:ext uri="{FF2B5EF4-FFF2-40B4-BE49-F238E27FC236}">
                <a16:creationId xmlns:a16="http://schemas.microsoft.com/office/drawing/2014/main" id="{8B29B65E-9F3D-05FE-5FDB-3037ECFDE5E0}"/>
              </a:ext>
            </a:extLst>
          </p:cNvPr>
          <p:cNvSpPr/>
          <p:nvPr/>
        </p:nvSpPr>
        <p:spPr>
          <a:xfrm flipH="1">
            <a:off x="5314196" y="5707037"/>
            <a:ext cx="1649168" cy="1014765"/>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lang="zh-CN" altLang="en-US" sz="60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飒</a:t>
            </a:r>
            <a:endParaRPr kumimoji="0" lang="en-US" sz="6000" i="0" u="none" strike="noStrike" kern="1200" cap="none" spc="0" normalizeH="0" baseline="0" noProof="0" dirty="0">
              <a:ln>
                <a:noFill/>
              </a:ln>
              <a:solidFill>
                <a:schemeClr val="accent1"/>
              </a:solidFill>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03677654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gaoding-8">
            <a:extLst>
              <a:ext uri="{FF2B5EF4-FFF2-40B4-BE49-F238E27FC236}">
                <a16:creationId xmlns:a16="http://schemas.microsoft.com/office/drawing/2014/main" id="{6F39BB6C-B9D6-281D-1811-B9BCD441F3D4}"/>
              </a:ext>
            </a:extLst>
          </p:cNvPr>
          <p:cNvSpPr/>
          <p:nvPr/>
        </p:nvSpPr>
        <p:spPr>
          <a:xfrm flipV="1">
            <a:off x="6096000" y="1988267"/>
            <a:ext cx="0" cy="1706116"/>
          </a:xfrm>
          <a:prstGeom prst="line">
            <a:avLst/>
          </a:pr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1">
            <a:extLst>
              <a:ext uri="{FF2B5EF4-FFF2-40B4-BE49-F238E27FC236}">
                <a16:creationId xmlns:a16="http://schemas.microsoft.com/office/drawing/2014/main" id="{6A30A6B7-8C19-496F-94AD-F908192B9EE5}"/>
              </a:ext>
            </a:extLst>
          </p:cNvPr>
          <p:cNvSpPr/>
          <p:nvPr/>
        </p:nvSpPr>
        <p:spPr>
          <a:xfrm>
            <a:off x="2224521" y="2376350"/>
            <a:ext cx="7753128" cy="1318033"/>
          </a:xfrm>
          <a:custGeom>
            <a:avLst/>
            <a:gdLst/>
            <a:ahLst/>
            <a:cxnLst>
              <a:cxn ang="0">
                <a:pos x="wd2" y="hd2"/>
              </a:cxn>
              <a:cxn ang="5400000">
                <a:pos x="wd2" y="hd2"/>
              </a:cxn>
              <a:cxn ang="10800000">
                <a:pos x="wd2" y="hd2"/>
              </a:cxn>
              <a:cxn ang="16200000">
                <a:pos x="wd2" y="hd2"/>
              </a:cxn>
            </a:cxnLst>
            <a:rect l="0" t="0" r="r" b="b"/>
            <a:pathLst>
              <a:path w="21600" h="21584" extrusionOk="0">
                <a:moveTo>
                  <a:pt x="0" y="21562"/>
                </a:moveTo>
                <a:lnTo>
                  <a:pt x="0" y="825"/>
                </a:lnTo>
                <a:cubicBezTo>
                  <a:pt x="1" y="602"/>
                  <a:pt x="41" y="389"/>
                  <a:pt x="111" y="234"/>
                </a:cubicBezTo>
                <a:cubicBezTo>
                  <a:pt x="186" y="68"/>
                  <a:pt x="289" y="-16"/>
                  <a:pt x="393" y="2"/>
                </a:cubicBezTo>
                <a:lnTo>
                  <a:pt x="21245" y="2"/>
                </a:lnTo>
                <a:cubicBezTo>
                  <a:pt x="21350" y="5"/>
                  <a:pt x="21448" y="111"/>
                  <a:pt x="21516" y="292"/>
                </a:cubicBezTo>
                <a:cubicBezTo>
                  <a:pt x="21570" y="437"/>
                  <a:pt x="21599" y="619"/>
                  <a:pt x="21600" y="808"/>
                </a:cubicBezTo>
                <a:lnTo>
                  <a:pt x="21600" y="21584"/>
                </a:lnTo>
              </a:path>
            </a:pathLst>
          </a:custGeom>
          <a:noFill/>
          <a:ln w="6350" cap="flat">
            <a:solidFill>
              <a:schemeClr val="accent1">
                <a:lumMod val="85000"/>
                <a:lumOff val="15000"/>
              </a:schemeClr>
            </a:solidFill>
            <a:prstDash val="solid"/>
            <a:miter lim="400000"/>
          </a:ln>
          <a:effectLst/>
        </p:spPr>
        <p:txBody>
          <a:bodyPr wrap="square" lIns="0" tIns="0" rIns="0" bIns="0" numCol="1" anchor="ctr">
            <a:noAutofit/>
          </a:bodyPr>
          <a:lstStyle/>
          <a:p>
            <a:endParaRPr sz="160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gaoding-4">
            <a:extLst>
              <a:ext uri="{FF2B5EF4-FFF2-40B4-BE49-F238E27FC236}">
                <a16:creationId xmlns:a16="http://schemas.microsoft.com/office/drawing/2014/main" id="{2FFD5F19-6C41-B1F2-ADBD-03B54094B4EE}"/>
              </a:ext>
            </a:extLst>
          </p:cNvPr>
          <p:cNvSpPr/>
          <p:nvPr/>
        </p:nvSpPr>
        <p:spPr>
          <a:xfrm>
            <a:off x="826518" y="1372781"/>
            <a:ext cx="10562220" cy="61548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6">
            <a:extLst>
              <a:ext uri="{FF2B5EF4-FFF2-40B4-BE49-F238E27FC236}">
                <a16:creationId xmlns:a16="http://schemas.microsoft.com/office/drawing/2014/main" id="{500B7D5C-0F2C-BC89-5EEA-DCC6C4F723BC}"/>
              </a:ext>
            </a:extLst>
          </p:cNvPr>
          <p:cNvSpPr/>
          <p:nvPr/>
        </p:nvSpPr>
        <p:spPr>
          <a:xfrm>
            <a:off x="826517" y="2713836"/>
            <a:ext cx="2789235" cy="61548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gaoding-8">
            <a:extLst>
              <a:ext uri="{FF2B5EF4-FFF2-40B4-BE49-F238E27FC236}">
                <a16:creationId xmlns:a16="http://schemas.microsoft.com/office/drawing/2014/main" id="{058C6599-BA81-E92C-1F0B-C3662EA4C708}"/>
              </a:ext>
            </a:extLst>
          </p:cNvPr>
          <p:cNvSpPr/>
          <p:nvPr/>
        </p:nvSpPr>
        <p:spPr>
          <a:xfrm>
            <a:off x="4712818" y="2713836"/>
            <a:ext cx="2789235" cy="61548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gaoding-10">
            <a:extLst>
              <a:ext uri="{FF2B5EF4-FFF2-40B4-BE49-F238E27FC236}">
                <a16:creationId xmlns:a16="http://schemas.microsoft.com/office/drawing/2014/main" id="{8D3DF717-5705-C95B-D430-8FFE487DFFE1}"/>
              </a:ext>
            </a:extLst>
          </p:cNvPr>
          <p:cNvSpPr/>
          <p:nvPr/>
        </p:nvSpPr>
        <p:spPr>
          <a:xfrm>
            <a:off x="8577852" y="2713836"/>
            <a:ext cx="2789235" cy="61548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0453A497-4C79-40DE-66D1-EF2B81861A9B}"/>
              </a:ext>
            </a:extLst>
          </p:cNvPr>
          <p:cNvSpPr/>
          <p:nvPr/>
        </p:nvSpPr>
        <p:spPr>
          <a:xfrm flipH="1">
            <a:off x="5171030" y="1399813"/>
            <a:ext cx="1849939"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输入一级标题</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8" name="稿定-9">
            <a:extLst>
              <a:ext uri="{FF2B5EF4-FFF2-40B4-BE49-F238E27FC236}">
                <a16:creationId xmlns:a16="http://schemas.microsoft.com/office/drawing/2014/main" id="{CAF39A7F-7438-85A9-3BA6-C56956D77643}"/>
              </a:ext>
            </a:extLst>
          </p:cNvPr>
          <p:cNvSpPr/>
          <p:nvPr/>
        </p:nvSpPr>
        <p:spPr>
          <a:xfrm flipH="1">
            <a:off x="1296842" y="2896867"/>
            <a:ext cx="1849939" cy="276999"/>
          </a:xfrm>
          <a:prstGeom prst="rect">
            <a:avLst/>
          </a:prstGeom>
        </p:spPr>
        <p:txBody>
          <a:bodyPr wrap="square" lIns="0" tIns="0" rIns="0" bIns="0" anchor="ctr">
            <a:spAutoFit/>
          </a:bodyPr>
          <a:lstStyle/>
          <a:p>
            <a:pPr algn="ctr"/>
            <a:r>
              <a:rPr lang="en-US" altLang="zh-CN"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r>
              <a:rPr kumimoji="0" lang="zh-CN" altLang="en-US"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二级标题</a:t>
            </a:r>
            <a:endParaRPr lang="en-US"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稿定-9">
            <a:extLst>
              <a:ext uri="{FF2B5EF4-FFF2-40B4-BE49-F238E27FC236}">
                <a16:creationId xmlns:a16="http://schemas.microsoft.com/office/drawing/2014/main" id="{8989BCB5-A993-BA09-FB99-DBFE456FCB7D}"/>
              </a:ext>
            </a:extLst>
          </p:cNvPr>
          <p:cNvSpPr/>
          <p:nvPr/>
        </p:nvSpPr>
        <p:spPr>
          <a:xfrm flipH="1">
            <a:off x="5173924" y="2896867"/>
            <a:ext cx="1849939" cy="276999"/>
          </a:xfrm>
          <a:prstGeom prst="rect">
            <a:avLst/>
          </a:prstGeom>
        </p:spPr>
        <p:txBody>
          <a:bodyPr wrap="square" lIns="0" tIns="0" rIns="0" bIns="0" anchor="ctr">
            <a:spAutoFit/>
          </a:bodyPr>
          <a:lstStyle/>
          <a:p>
            <a:pPr algn="ctr"/>
            <a:r>
              <a:rPr lang="en-US" altLang="zh-CN"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r>
              <a:rPr kumimoji="0" lang="zh-CN" altLang="en-US"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二级标题</a:t>
            </a:r>
            <a:endParaRPr lang="en-US"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稿定-9">
            <a:extLst>
              <a:ext uri="{FF2B5EF4-FFF2-40B4-BE49-F238E27FC236}">
                <a16:creationId xmlns:a16="http://schemas.microsoft.com/office/drawing/2014/main" id="{214EF696-D9A3-9F8A-9471-4FD8767ECE8D}"/>
              </a:ext>
            </a:extLst>
          </p:cNvPr>
          <p:cNvSpPr/>
          <p:nvPr/>
        </p:nvSpPr>
        <p:spPr>
          <a:xfrm flipH="1">
            <a:off x="9057221" y="2896867"/>
            <a:ext cx="1849939" cy="276999"/>
          </a:xfrm>
          <a:prstGeom prst="rect">
            <a:avLst/>
          </a:prstGeom>
        </p:spPr>
        <p:txBody>
          <a:bodyPr wrap="square" lIns="0" tIns="0" rIns="0" bIns="0" anchor="ctr">
            <a:spAutoFit/>
          </a:bodyPr>
          <a:lstStyle/>
          <a:p>
            <a:pPr algn="ctr"/>
            <a:r>
              <a:rPr lang="en-US" altLang="zh-CN"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r>
              <a:rPr kumimoji="0" lang="zh-CN" altLang="en-US"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二级标题</a:t>
            </a:r>
            <a:endParaRPr lang="en-US" dirty="0">
              <a:solidFill>
                <a:schemeClr val="bg1"/>
              </a:soli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F98C55C2-A540-964A-671B-259A20ED132D}"/>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64886067-4011-411C-37AF-C3D086B0E7C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文本框 11">
            <a:extLst>
              <a:ext uri="{FF2B5EF4-FFF2-40B4-BE49-F238E27FC236}">
                <a16:creationId xmlns:a16="http://schemas.microsoft.com/office/drawing/2014/main" id="{47D9E182-1F41-6EAC-12B5-C1E23D957769}"/>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gaoding-10">
            <a:extLst>
              <a:ext uri="{FF2B5EF4-FFF2-40B4-BE49-F238E27FC236}">
                <a16:creationId xmlns:a16="http://schemas.microsoft.com/office/drawing/2014/main" id="{D732C665-BC6A-6C0C-C2D5-C170D3821F8C}"/>
              </a:ext>
            </a:extLst>
          </p:cNvPr>
          <p:cNvSpPr/>
          <p:nvPr/>
        </p:nvSpPr>
        <p:spPr>
          <a:xfrm>
            <a:off x="824912" y="3694383"/>
            <a:ext cx="2789235"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稿定-9">
            <a:extLst>
              <a:ext uri="{FF2B5EF4-FFF2-40B4-BE49-F238E27FC236}">
                <a16:creationId xmlns:a16="http://schemas.microsoft.com/office/drawing/2014/main" id="{C540A580-C530-1CFF-8CD2-10E11A967104}"/>
              </a:ext>
            </a:extLst>
          </p:cNvPr>
          <p:cNvSpPr/>
          <p:nvPr/>
        </p:nvSpPr>
        <p:spPr>
          <a:xfrm flipH="1">
            <a:off x="1299235" y="4711623"/>
            <a:ext cx="1849939"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情投意合</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 name="稿定-31">
            <a:extLst>
              <a:ext uri="{FF2B5EF4-FFF2-40B4-BE49-F238E27FC236}">
                <a16:creationId xmlns:a16="http://schemas.microsoft.com/office/drawing/2014/main" id="{E5FABADE-5558-BDDC-9A3A-5DE605B0C8E3}"/>
              </a:ext>
            </a:extLst>
          </p:cNvPr>
          <p:cNvSpPr/>
          <p:nvPr/>
        </p:nvSpPr>
        <p:spPr>
          <a:xfrm flipH="1">
            <a:off x="1066800" y="5215650"/>
            <a:ext cx="2312952" cy="627159"/>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4" name="组合 13">
            <a:extLst>
              <a:ext uri="{FF2B5EF4-FFF2-40B4-BE49-F238E27FC236}">
                <a16:creationId xmlns:a16="http://schemas.microsoft.com/office/drawing/2014/main" id="{3C02F4CD-DF3E-9ABF-4024-F37F76552C97}"/>
              </a:ext>
            </a:extLst>
          </p:cNvPr>
          <p:cNvGrpSpPr/>
          <p:nvPr/>
        </p:nvGrpSpPr>
        <p:grpSpPr>
          <a:xfrm>
            <a:off x="1915432" y="3945401"/>
            <a:ext cx="618176" cy="618176"/>
            <a:chOff x="2750109" y="2372218"/>
            <a:chExt cx="533868" cy="533868"/>
          </a:xfrm>
        </p:grpSpPr>
        <p:sp>
          <p:nvSpPr>
            <p:cNvPr id="16" name="椭圆 15">
              <a:extLst>
                <a:ext uri="{FF2B5EF4-FFF2-40B4-BE49-F238E27FC236}">
                  <a16:creationId xmlns:a16="http://schemas.microsoft.com/office/drawing/2014/main" id="{B4BB5F91-3CA4-1FE2-2A4F-755B676629D4}"/>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8" name="图形 2">
              <a:extLst>
                <a:ext uri="{FF2B5EF4-FFF2-40B4-BE49-F238E27FC236}">
                  <a16:creationId xmlns:a16="http://schemas.microsoft.com/office/drawing/2014/main" id="{66259284-AE0A-8815-05B1-D1252C31D300}"/>
                </a:ext>
              </a:extLst>
            </p:cNvPr>
            <p:cNvGrpSpPr/>
            <p:nvPr/>
          </p:nvGrpSpPr>
          <p:grpSpPr>
            <a:xfrm>
              <a:off x="2833318" y="2518446"/>
              <a:ext cx="375840" cy="258880"/>
              <a:chOff x="4665944" y="2166485"/>
              <a:chExt cx="1145603" cy="789098"/>
            </a:xfrm>
            <a:solidFill>
              <a:schemeClr val="bg1"/>
            </a:solidFill>
          </p:grpSpPr>
          <p:sp>
            <p:nvSpPr>
              <p:cNvPr id="20" name="任意多边形: 形状 19">
                <a:extLst>
                  <a:ext uri="{FF2B5EF4-FFF2-40B4-BE49-F238E27FC236}">
                    <a16:creationId xmlns:a16="http://schemas.microsoft.com/office/drawing/2014/main" id="{9E9F1013-98EE-5823-0C2A-AE2BBC2AD4AE}"/>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67FD3BD5-C955-C710-F78C-832443456EE3}"/>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B67A300C-9790-6D81-68F9-FB9130DBD319}"/>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7" name="图形 2">
                <a:extLst>
                  <a:ext uri="{FF2B5EF4-FFF2-40B4-BE49-F238E27FC236}">
                    <a16:creationId xmlns:a16="http://schemas.microsoft.com/office/drawing/2014/main" id="{CD6959D3-238D-40B3-716E-3849A5FEC9AB}"/>
                  </a:ext>
                </a:extLst>
              </p:cNvPr>
              <p:cNvGrpSpPr/>
              <p:nvPr/>
            </p:nvGrpSpPr>
            <p:grpSpPr>
              <a:xfrm>
                <a:off x="5372739" y="2423233"/>
                <a:ext cx="133924" cy="191216"/>
                <a:chOff x="5372739" y="2423233"/>
                <a:chExt cx="133924" cy="191216"/>
              </a:xfrm>
              <a:grpFill/>
            </p:grpSpPr>
            <p:sp>
              <p:nvSpPr>
                <p:cNvPr id="30" name="任意多边形: 形状 29">
                  <a:extLst>
                    <a:ext uri="{FF2B5EF4-FFF2-40B4-BE49-F238E27FC236}">
                      <a16:creationId xmlns:a16="http://schemas.microsoft.com/office/drawing/2014/main" id="{E5709F18-ADB5-9538-0CEB-082F11D4EAE1}"/>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2C62E05C-5D99-9D8B-2B4E-9F02985BF273}"/>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36" name="直接连接符 35">
            <a:extLst>
              <a:ext uri="{FF2B5EF4-FFF2-40B4-BE49-F238E27FC236}">
                <a16:creationId xmlns:a16="http://schemas.microsoft.com/office/drawing/2014/main" id="{83DA0038-0948-5375-B3FF-A45EBEFA3C14}"/>
              </a:ext>
            </a:extLst>
          </p:cNvPr>
          <p:cNvCxnSpPr>
            <a:cxnSpLocks/>
          </p:cNvCxnSpPr>
          <p:nvPr/>
        </p:nvCxnSpPr>
        <p:spPr>
          <a:xfrm>
            <a:off x="1953759" y="5132716"/>
            <a:ext cx="531541" cy="0"/>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37" name="gaoding-10">
            <a:extLst>
              <a:ext uri="{FF2B5EF4-FFF2-40B4-BE49-F238E27FC236}">
                <a16:creationId xmlns:a16="http://schemas.microsoft.com/office/drawing/2014/main" id="{9B4D166A-C126-F0C5-644F-9360513DC0B9}"/>
              </a:ext>
            </a:extLst>
          </p:cNvPr>
          <p:cNvSpPr/>
          <p:nvPr/>
        </p:nvSpPr>
        <p:spPr>
          <a:xfrm>
            <a:off x="4712818" y="3694383"/>
            <a:ext cx="2789235"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稿定-9">
            <a:extLst>
              <a:ext uri="{FF2B5EF4-FFF2-40B4-BE49-F238E27FC236}">
                <a16:creationId xmlns:a16="http://schemas.microsoft.com/office/drawing/2014/main" id="{09041CEF-D124-F911-0E9D-CBA55B841BDE}"/>
              </a:ext>
            </a:extLst>
          </p:cNvPr>
          <p:cNvSpPr/>
          <p:nvPr/>
        </p:nvSpPr>
        <p:spPr>
          <a:xfrm flipH="1">
            <a:off x="5187141" y="4711623"/>
            <a:ext cx="1849939"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意气风发</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9" name="稿定-31">
            <a:extLst>
              <a:ext uri="{FF2B5EF4-FFF2-40B4-BE49-F238E27FC236}">
                <a16:creationId xmlns:a16="http://schemas.microsoft.com/office/drawing/2014/main" id="{AADF74C2-7EA2-DCAF-B74A-D33948C933B1}"/>
              </a:ext>
            </a:extLst>
          </p:cNvPr>
          <p:cNvSpPr/>
          <p:nvPr/>
        </p:nvSpPr>
        <p:spPr>
          <a:xfrm flipH="1">
            <a:off x="4954706" y="5215650"/>
            <a:ext cx="2312952" cy="627159"/>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0" name="组合 39">
            <a:extLst>
              <a:ext uri="{FF2B5EF4-FFF2-40B4-BE49-F238E27FC236}">
                <a16:creationId xmlns:a16="http://schemas.microsoft.com/office/drawing/2014/main" id="{DAB252F3-AD30-4A1F-E877-116785C8CD25}"/>
              </a:ext>
            </a:extLst>
          </p:cNvPr>
          <p:cNvGrpSpPr/>
          <p:nvPr/>
        </p:nvGrpSpPr>
        <p:grpSpPr>
          <a:xfrm>
            <a:off x="5803338" y="3945401"/>
            <a:ext cx="618176" cy="618176"/>
            <a:chOff x="2750109" y="2372218"/>
            <a:chExt cx="533868" cy="533868"/>
          </a:xfrm>
        </p:grpSpPr>
        <p:sp>
          <p:nvSpPr>
            <p:cNvPr id="41" name="椭圆 40">
              <a:extLst>
                <a:ext uri="{FF2B5EF4-FFF2-40B4-BE49-F238E27FC236}">
                  <a16:creationId xmlns:a16="http://schemas.microsoft.com/office/drawing/2014/main" id="{6BA21E4A-E42A-1DB4-77EA-F8793C19EAD4}"/>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2" name="图形 2">
              <a:extLst>
                <a:ext uri="{FF2B5EF4-FFF2-40B4-BE49-F238E27FC236}">
                  <a16:creationId xmlns:a16="http://schemas.microsoft.com/office/drawing/2014/main" id="{26807643-A271-09CE-B906-22FA5A77BB79}"/>
                </a:ext>
              </a:extLst>
            </p:cNvPr>
            <p:cNvGrpSpPr/>
            <p:nvPr/>
          </p:nvGrpSpPr>
          <p:grpSpPr>
            <a:xfrm>
              <a:off x="2833318" y="2518446"/>
              <a:ext cx="375840" cy="258880"/>
              <a:chOff x="4665944" y="2166485"/>
              <a:chExt cx="1145603" cy="789098"/>
            </a:xfrm>
            <a:solidFill>
              <a:schemeClr val="bg1"/>
            </a:solidFill>
          </p:grpSpPr>
          <p:sp>
            <p:nvSpPr>
              <p:cNvPr id="43" name="任意多边形: 形状 42">
                <a:extLst>
                  <a:ext uri="{FF2B5EF4-FFF2-40B4-BE49-F238E27FC236}">
                    <a16:creationId xmlns:a16="http://schemas.microsoft.com/office/drawing/2014/main" id="{ADCEC34C-26E1-24EA-DA70-CD3F75BBF83D}"/>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44" name="任意多边形: 形状 43">
                <a:extLst>
                  <a:ext uri="{FF2B5EF4-FFF2-40B4-BE49-F238E27FC236}">
                    <a16:creationId xmlns:a16="http://schemas.microsoft.com/office/drawing/2014/main" id="{3A440730-9EC0-B370-0CF4-E895D7765F2E}"/>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45" name="任意多边形: 形状 44">
                <a:extLst>
                  <a:ext uri="{FF2B5EF4-FFF2-40B4-BE49-F238E27FC236}">
                    <a16:creationId xmlns:a16="http://schemas.microsoft.com/office/drawing/2014/main" id="{F1EC0175-F43A-1685-7982-A367DAC0EF1D}"/>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46" name="图形 2">
                <a:extLst>
                  <a:ext uri="{FF2B5EF4-FFF2-40B4-BE49-F238E27FC236}">
                    <a16:creationId xmlns:a16="http://schemas.microsoft.com/office/drawing/2014/main" id="{19E69EF5-F55F-1470-7EE2-5A2C5B4B82D8}"/>
                  </a:ext>
                </a:extLst>
              </p:cNvPr>
              <p:cNvGrpSpPr/>
              <p:nvPr/>
            </p:nvGrpSpPr>
            <p:grpSpPr>
              <a:xfrm>
                <a:off x="5372739" y="2423233"/>
                <a:ext cx="133924" cy="191216"/>
                <a:chOff x="5372739" y="2423233"/>
                <a:chExt cx="133924" cy="191216"/>
              </a:xfrm>
              <a:grpFill/>
            </p:grpSpPr>
            <p:sp>
              <p:nvSpPr>
                <p:cNvPr id="47" name="任意多边形: 形状 46">
                  <a:extLst>
                    <a:ext uri="{FF2B5EF4-FFF2-40B4-BE49-F238E27FC236}">
                      <a16:creationId xmlns:a16="http://schemas.microsoft.com/office/drawing/2014/main" id="{C50621E0-D301-1C54-BEE5-0DA17B41DBA2}"/>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A7159993-1982-487D-75F1-329897A8D688}"/>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49" name="直接连接符 48">
            <a:extLst>
              <a:ext uri="{FF2B5EF4-FFF2-40B4-BE49-F238E27FC236}">
                <a16:creationId xmlns:a16="http://schemas.microsoft.com/office/drawing/2014/main" id="{D4038B93-917E-3862-D2E7-0DA73AF6ACB5}"/>
              </a:ext>
            </a:extLst>
          </p:cNvPr>
          <p:cNvCxnSpPr>
            <a:cxnSpLocks/>
          </p:cNvCxnSpPr>
          <p:nvPr/>
        </p:nvCxnSpPr>
        <p:spPr>
          <a:xfrm>
            <a:off x="5841665" y="5132716"/>
            <a:ext cx="531541" cy="0"/>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50" name="gaoding-10">
            <a:extLst>
              <a:ext uri="{FF2B5EF4-FFF2-40B4-BE49-F238E27FC236}">
                <a16:creationId xmlns:a16="http://schemas.microsoft.com/office/drawing/2014/main" id="{4C031568-2B63-0C5E-98F9-0DB8AFCE6D1F}"/>
              </a:ext>
            </a:extLst>
          </p:cNvPr>
          <p:cNvSpPr/>
          <p:nvPr/>
        </p:nvSpPr>
        <p:spPr>
          <a:xfrm>
            <a:off x="8571596" y="3694383"/>
            <a:ext cx="2789235" cy="2487151"/>
          </a:xfrm>
          <a:custGeom>
            <a:avLst/>
            <a:gdLst/>
            <a:ahLst/>
            <a:cxnLst>
              <a:cxn ang="0">
                <a:pos x="wd2" y="hd2"/>
              </a:cxn>
              <a:cxn ang="5400000">
                <a:pos x="wd2" y="hd2"/>
              </a:cxn>
              <a:cxn ang="10800000">
                <a:pos x="wd2" y="hd2"/>
              </a:cxn>
              <a:cxn ang="16200000">
                <a:pos x="wd2" y="hd2"/>
              </a:cxn>
            </a:cxnLst>
            <a:rect l="0" t="0" r="r" b="b"/>
            <a:pathLst>
              <a:path w="21600" h="21600" extrusionOk="0">
                <a:moveTo>
                  <a:pt x="1552" y="0"/>
                </a:moveTo>
                <a:lnTo>
                  <a:pt x="20048" y="0"/>
                </a:lnTo>
                <a:cubicBezTo>
                  <a:pt x="20270" y="0"/>
                  <a:pt x="20438" y="0"/>
                  <a:pt x="20580" y="6"/>
                </a:cubicBezTo>
                <a:cubicBezTo>
                  <a:pt x="20722" y="13"/>
                  <a:pt x="20839" y="25"/>
                  <a:pt x="20959" y="50"/>
                </a:cubicBezTo>
                <a:cubicBezTo>
                  <a:pt x="21090" y="82"/>
                  <a:pt x="21207" y="132"/>
                  <a:pt x="21304" y="196"/>
                </a:cubicBezTo>
                <a:cubicBezTo>
                  <a:pt x="21400" y="260"/>
                  <a:pt x="21476" y="338"/>
                  <a:pt x="21524" y="425"/>
                </a:cubicBezTo>
                <a:cubicBezTo>
                  <a:pt x="21562" y="504"/>
                  <a:pt x="21581" y="581"/>
                  <a:pt x="21590" y="676"/>
                </a:cubicBezTo>
                <a:cubicBezTo>
                  <a:pt x="21600" y="771"/>
                  <a:pt x="21600" y="883"/>
                  <a:pt x="21600" y="1033"/>
                </a:cubicBezTo>
                <a:lnTo>
                  <a:pt x="21600" y="20572"/>
                </a:lnTo>
                <a:cubicBezTo>
                  <a:pt x="21600" y="20719"/>
                  <a:pt x="21600" y="20830"/>
                  <a:pt x="21590" y="20924"/>
                </a:cubicBezTo>
                <a:cubicBezTo>
                  <a:pt x="21581" y="21019"/>
                  <a:pt x="21562" y="21096"/>
                  <a:pt x="21524" y="21175"/>
                </a:cubicBezTo>
                <a:cubicBezTo>
                  <a:pt x="21476" y="21262"/>
                  <a:pt x="21400" y="21340"/>
                  <a:pt x="21304" y="21404"/>
                </a:cubicBezTo>
                <a:cubicBezTo>
                  <a:pt x="21207" y="21468"/>
                  <a:pt x="21090" y="21518"/>
                  <a:pt x="20959" y="21550"/>
                </a:cubicBezTo>
                <a:cubicBezTo>
                  <a:pt x="20839" y="21575"/>
                  <a:pt x="20722" y="21587"/>
                  <a:pt x="20579" y="21594"/>
                </a:cubicBezTo>
                <a:cubicBezTo>
                  <a:pt x="20436" y="21600"/>
                  <a:pt x="20267" y="21600"/>
                  <a:pt x="20041" y="21600"/>
                </a:cubicBezTo>
                <a:lnTo>
                  <a:pt x="1552" y="21600"/>
                </a:lnTo>
                <a:cubicBezTo>
                  <a:pt x="1330" y="21600"/>
                  <a:pt x="1162" y="21600"/>
                  <a:pt x="1020" y="21594"/>
                </a:cubicBezTo>
                <a:cubicBezTo>
                  <a:pt x="878" y="21587"/>
                  <a:pt x="761" y="21575"/>
                  <a:pt x="641" y="21550"/>
                </a:cubicBezTo>
                <a:cubicBezTo>
                  <a:pt x="510" y="21518"/>
                  <a:pt x="393" y="21468"/>
                  <a:pt x="296" y="21404"/>
                </a:cubicBezTo>
                <a:cubicBezTo>
                  <a:pt x="200" y="21340"/>
                  <a:pt x="124" y="21262"/>
                  <a:pt x="76" y="21175"/>
                </a:cubicBezTo>
                <a:cubicBezTo>
                  <a:pt x="38" y="21096"/>
                  <a:pt x="19" y="21019"/>
                  <a:pt x="10" y="20924"/>
                </a:cubicBezTo>
                <a:cubicBezTo>
                  <a:pt x="0" y="20829"/>
                  <a:pt x="0" y="20717"/>
                  <a:pt x="0" y="20567"/>
                </a:cubicBezTo>
                <a:lnTo>
                  <a:pt x="0" y="1028"/>
                </a:lnTo>
                <a:cubicBezTo>
                  <a:pt x="0" y="881"/>
                  <a:pt x="0" y="770"/>
                  <a:pt x="10" y="676"/>
                </a:cubicBezTo>
                <a:cubicBezTo>
                  <a:pt x="19" y="581"/>
                  <a:pt x="38" y="504"/>
                  <a:pt x="76" y="425"/>
                </a:cubicBezTo>
                <a:cubicBezTo>
                  <a:pt x="124" y="338"/>
                  <a:pt x="200" y="260"/>
                  <a:pt x="296" y="196"/>
                </a:cubicBezTo>
                <a:cubicBezTo>
                  <a:pt x="393" y="132"/>
                  <a:pt x="510" y="82"/>
                  <a:pt x="641" y="50"/>
                </a:cubicBezTo>
                <a:cubicBezTo>
                  <a:pt x="761" y="25"/>
                  <a:pt x="878" y="13"/>
                  <a:pt x="1021" y="6"/>
                </a:cubicBezTo>
                <a:cubicBezTo>
                  <a:pt x="1164" y="0"/>
                  <a:pt x="1333" y="0"/>
                  <a:pt x="1559" y="0"/>
                </a:cubicBezTo>
                <a:lnTo>
                  <a:pt x="1552" y="0"/>
                </a:ln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稿定-9">
            <a:extLst>
              <a:ext uri="{FF2B5EF4-FFF2-40B4-BE49-F238E27FC236}">
                <a16:creationId xmlns:a16="http://schemas.microsoft.com/office/drawing/2014/main" id="{6B25B171-BB29-3913-6E4A-6573460E33B4}"/>
              </a:ext>
            </a:extLst>
          </p:cNvPr>
          <p:cNvSpPr/>
          <p:nvPr/>
        </p:nvSpPr>
        <p:spPr>
          <a:xfrm flipH="1">
            <a:off x="9045919" y="4711623"/>
            <a:ext cx="1849939"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日进斗金</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2" name="稿定-31">
            <a:extLst>
              <a:ext uri="{FF2B5EF4-FFF2-40B4-BE49-F238E27FC236}">
                <a16:creationId xmlns:a16="http://schemas.microsoft.com/office/drawing/2014/main" id="{44E7CC07-6A20-35BD-0B90-7F535EA6B10B}"/>
              </a:ext>
            </a:extLst>
          </p:cNvPr>
          <p:cNvSpPr/>
          <p:nvPr/>
        </p:nvSpPr>
        <p:spPr>
          <a:xfrm flipH="1">
            <a:off x="8813484" y="5215650"/>
            <a:ext cx="2312952" cy="627159"/>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请根据标题在此处输入正文内容，请根据标题在此处输入正文内容，请根据标题在此处输入正文内容</a:t>
            </a:r>
            <a:endParaRPr kumimoji="0" lang="en-US" sz="933" b="0" i="0" u="none" strike="noStrike" kern="1200" cap="none" spc="0" normalizeH="0" baseline="0" noProof="0" dirty="0">
              <a:ln>
                <a:noFill/>
              </a:ln>
              <a:solidFill>
                <a:schemeClr val="accent1">
                  <a:lumMod val="5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3" name="组合 52">
            <a:extLst>
              <a:ext uri="{FF2B5EF4-FFF2-40B4-BE49-F238E27FC236}">
                <a16:creationId xmlns:a16="http://schemas.microsoft.com/office/drawing/2014/main" id="{B4791BFD-B2DA-862C-CFDD-7C35C2833BBE}"/>
              </a:ext>
            </a:extLst>
          </p:cNvPr>
          <p:cNvGrpSpPr/>
          <p:nvPr/>
        </p:nvGrpSpPr>
        <p:grpSpPr>
          <a:xfrm>
            <a:off x="9662116" y="3945401"/>
            <a:ext cx="618176" cy="618176"/>
            <a:chOff x="2750109" y="2372218"/>
            <a:chExt cx="533868" cy="533868"/>
          </a:xfrm>
        </p:grpSpPr>
        <p:sp>
          <p:nvSpPr>
            <p:cNvPr id="54" name="椭圆 53">
              <a:extLst>
                <a:ext uri="{FF2B5EF4-FFF2-40B4-BE49-F238E27FC236}">
                  <a16:creationId xmlns:a16="http://schemas.microsoft.com/office/drawing/2014/main" id="{DBC1984A-371A-D448-63FC-A7D77651F43E}"/>
                </a:ext>
              </a:extLst>
            </p:cNvPr>
            <p:cNvSpPr/>
            <p:nvPr/>
          </p:nvSpPr>
          <p:spPr>
            <a:xfrm>
              <a:off x="2750109" y="2372218"/>
              <a:ext cx="533868" cy="533868"/>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5" name="图形 2">
              <a:extLst>
                <a:ext uri="{FF2B5EF4-FFF2-40B4-BE49-F238E27FC236}">
                  <a16:creationId xmlns:a16="http://schemas.microsoft.com/office/drawing/2014/main" id="{7F3BB0D5-5258-5828-6481-AD4439A7A192}"/>
                </a:ext>
              </a:extLst>
            </p:cNvPr>
            <p:cNvGrpSpPr/>
            <p:nvPr/>
          </p:nvGrpSpPr>
          <p:grpSpPr>
            <a:xfrm>
              <a:off x="2833318" y="2518446"/>
              <a:ext cx="375840" cy="258880"/>
              <a:chOff x="4665944" y="2166485"/>
              <a:chExt cx="1145603" cy="789098"/>
            </a:xfrm>
            <a:solidFill>
              <a:schemeClr val="bg1"/>
            </a:solidFill>
          </p:grpSpPr>
          <p:sp>
            <p:nvSpPr>
              <p:cNvPr id="56" name="任意多边形: 形状 55">
                <a:extLst>
                  <a:ext uri="{FF2B5EF4-FFF2-40B4-BE49-F238E27FC236}">
                    <a16:creationId xmlns:a16="http://schemas.microsoft.com/office/drawing/2014/main" id="{FFADC8A3-93CE-D346-45F0-F19148C04C84}"/>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57" name="任意多边形: 形状 56">
                <a:extLst>
                  <a:ext uri="{FF2B5EF4-FFF2-40B4-BE49-F238E27FC236}">
                    <a16:creationId xmlns:a16="http://schemas.microsoft.com/office/drawing/2014/main" id="{A68A85AF-5747-E58B-1E7B-5B1E5F926600}"/>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58" name="任意多边形: 形状 57">
                <a:extLst>
                  <a:ext uri="{FF2B5EF4-FFF2-40B4-BE49-F238E27FC236}">
                    <a16:creationId xmlns:a16="http://schemas.microsoft.com/office/drawing/2014/main" id="{CA718800-11FF-5B25-316A-8DF0D899BCB1}"/>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59" name="图形 2">
                <a:extLst>
                  <a:ext uri="{FF2B5EF4-FFF2-40B4-BE49-F238E27FC236}">
                    <a16:creationId xmlns:a16="http://schemas.microsoft.com/office/drawing/2014/main" id="{62AA2A99-E893-DAE6-633C-C31E5C862CB2}"/>
                  </a:ext>
                </a:extLst>
              </p:cNvPr>
              <p:cNvGrpSpPr/>
              <p:nvPr/>
            </p:nvGrpSpPr>
            <p:grpSpPr>
              <a:xfrm>
                <a:off x="5372739" y="2423233"/>
                <a:ext cx="133924" cy="191216"/>
                <a:chOff x="5372739" y="2423233"/>
                <a:chExt cx="133924" cy="191216"/>
              </a:xfrm>
              <a:grpFill/>
            </p:grpSpPr>
            <p:sp>
              <p:nvSpPr>
                <p:cNvPr id="60" name="任意多边形: 形状 59">
                  <a:extLst>
                    <a:ext uri="{FF2B5EF4-FFF2-40B4-BE49-F238E27FC236}">
                      <a16:creationId xmlns:a16="http://schemas.microsoft.com/office/drawing/2014/main" id="{40E38AED-6B96-65D5-A735-B53B6484D93B}"/>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61" name="任意多边形: 形状 60">
                  <a:extLst>
                    <a:ext uri="{FF2B5EF4-FFF2-40B4-BE49-F238E27FC236}">
                      <a16:creationId xmlns:a16="http://schemas.microsoft.com/office/drawing/2014/main" id="{3071A85C-5F68-A7F2-A3C4-2E7AACB55E7C}"/>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cxnSp>
        <p:nvCxnSpPr>
          <p:cNvPr id="62" name="直接连接符 61">
            <a:extLst>
              <a:ext uri="{FF2B5EF4-FFF2-40B4-BE49-F238E27FC236}">
                <a16:creationId xmlns:a16="http://schemas.microsoft.com/office/drawing/2014/main" id="{2B287785-7DFC-BEC7-E26B-F6EAB6F4D554}"/>
              </a:ext>
            </a:extLst>
          </p:cNvPr>
          <p:cNvCxnSpPr>
            <a:cxnSpLocks/>
          </p:cNvCxnSpPr>
          <p:nvPr/>
        </p:nvCxnSpPr>
        <p:spPr>
          <a:xfrm>
            <a:off x="9700443" y="5132716"/>
            <a:ext cx="531541" cy="0"/>
          </a:xfrm>
          <a:prstGeom prst="line">
            <a:avLst/>
          </a:prstGeom>
          <a:ln w="254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34708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a:extLst>
              <a:ext uri="{FF2B5EF4-FFF2-40B4-BE49-F238E27FC236}">
                <a16:creationId xmlns:a16="http://schemas.microsoft.com/office/drawing/2014/main" id="{F35840E9-C7B1-870F-5219-D57BD5380579}"/>
              </a:ext>
            </a:extLst>
          </p:cNvPr>
          <p:cNvSpPr/>
          <p:nvPr/>
        </p:nvSpPr>
        <p:spPr>
          <a:xfrm>
            <a:off x="3053326"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Line">
            <a:extLst>
              <a:ext uri="{FF2B5EF4-FFF2-40B4-BE49-F238E27FC236}">
                <a16:creationId xmlns:a16="http://schemas.microsoft.com/office/drawing/2014/main" id="{1136B608-3419-C1B1-E9F6-2D71B453D3E3}"/>
              </a:ext>
            </a:extLst>
          </p:cNvPr>
          <p:cNvSpPr/>
          <p:nvPr/>
        </p:nvSpPr>
        <p:spPr>
          <a:xfrm>
            <a:off x="4572679"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Line">
            <a:extLst>
              <a:ext uri="{FF2B5EF4-FFF2-40B4-BE49-F238E27FC236}">
                <a16:creationId xmlns:a16="http://schemas.microsoft.com/office/drawing/2014/main" id="{77C3FCF9-0923-8EB5-CA0C-C9D378268CEF}"/>
              </a:ext>
            </a:extLst>
          </p:cNvPr>
          <p:cNvSpPr/>
          <p:nvPr/>
        </p:nvSpPr>
        <p:spPr>
          <a:xfrm>
            <a:off x="7611386"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Line">
            <a:extLst>
              <a:ext uri="{FF2B5EF4-FFF2-40B4-BE49-F238E27FC236}">
                <a16:creationId xmlns:a16="http://schemas.microsoft.com/office/drawing/2014/main" id="{9D688CF1-A53D-C11B-408A-911AA48D6948}"/>
              </a:ext>
            </a:extLst>
          </p:cNvPr>
          <p:cNvSpPr/>
          <p:nvPr/>
        </p:nvSpPr>
        <p:spPr>
          <a:xfrm>
            <a:off x="9130740" y="19083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Line">
            <a:extLst>
              <a:ext uri="{FF2B5EF4-FFF2-40B4-BE49-F238E27FC236}">
                <a16:creationId xmlns:a16="http://schemas.microsoft.com/office/drawing/2014/main" id="{AFE1DEB8-03F3-F26A-0D39-164EE74BED22}"/>
              </a:ext>
            </a:extLst>
          </p:cNvPr>
          <p:cNvSpPr/>
          <p:nvPr/>
        </p:nvSpPr>
        <p:spPr>
          <a:xfrm>
            <a:off x="6092032" y="1919708"/>
            <a:ext cx="0" cy="3450384"/>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任意多边形: 形状 4">
            <a:extLst>
              <a:ext uri="{FF2B5EF4-FFF2-40B4-BE49-F238E27FC236}">
                <a16:creationId xmlns:a16="http://schemas.microsoft.com/office/drawing/2014/main" id="{7CD11392-75A8-E915-6687-FD11F2B84AD1}"/>
              </a:ext>
            </a:extLst>
          </p:cNvPr>
          <p:cNvSpPr/>
          <p:nvPr/>
        </p:nvSpPr>
        <p:spPr>
          <a:xfrm>
            <a:off x="1" y="2514174"/>
            <a:ext cx="10867647" cy="2283159"/>
          </a:xfrm>
          <a:custGeom>
            <a:avLst/>
            <a:gdLst>
              <a:gd name="connsiteX0" fmla="*/ 10414616 w 10867647"/>
              <a:gd name="connsiteY0" fmla="*/ 0 h 2283159"/>
              <a:gd name="connsiteX1" fmla="*/ 10867647 w 10867647"/>
              <a:gd name="connsiteY1" fmla="*/ 305235 h 2283159"/>
              <a:gd name="connsiteX2" fmla="*/ 10414616 w 10867647"/>
              <a:gd name="connsiteY2" fmla="*/ 610471 h 2283159"/>
              <a:gd name="connsiteX3" fmla="*/ 10414616 w 10867647"/>
              <a:gd name="connsiteY3" fmla="*/ 472570 h 2283159"/>
              <a:gd name="connsiteX4" fmla="*/ 2562768 w 10867647"/>
              <a:gd name="connsiteY4" fmla="*/ 472570 h 2283159"/>
              <a:gd name="connsiteX5" fmla="*/ 1880929 w 10867647"/>
              <a:gd name="connsiteY5" fmla="*/ 1156436 h 2283159"/>
              <a:gd name="connsiteX6" fmla="*/ 2552166 w 10867647"/>
              <a:gd name="connsiteY6" fmla="*/ 1824395 h 2283159"/>
              <a:gd name="connsiteX7" fmla="*/ 10414616 w 10867647"/>
              <a:gd name="connsiteY7" fmla="*/ 1824395 h 2283159"/>
              <a:gd name="connsiteX8" fmla="*/ 10414616 w 10867647"/>
              <a:gd name="connsiteY8" fmla="*/ 1672688 h 2283159"/>
              <a:gd name="connsiteX9" fmla="*/ 10867647 w 10867647"/>
              <a:gd name="connsiteY9" fmla="*/ 1977924 h 2283159"/>
              <a:gd name="connsiteX10" fmla="*/ 10414616 w 10867647"/>
              <a:gd name="connsiteY10" fmla="*/ 2283159 h 2283159"/>
              <a:gd name="connsiteX11" fmla="*/ 10414616 w 10867647"/>
              <a:gd name="connsiteY11" fmla="*/ 2135220 h 2283159"/>
              <a:gd name="connsiteX12" fmla="*/ 2417135 w 10867647"/>
              <a:gd name="connsiteY12" fmla="*/ 2135220 h 2283159"/>
              <a:gd name="connsiteX13" fmla="*/ 1732639 w 10867647"/>
              <a:gd name="connsiteY13" fmla="*/ 1452919 h 2283159"/>
              <a:gd name="connsiteX14" fmla="*/ 0 w 10867647"/>
              <a:gd name="connsiteY14" fmla="*/ 1452919 h 2283159"/>
              <a:gd name="connsiteX15" fmla="*/ 0 w 10867647"/>
              <a:gd name="connsiteY15" fmla="*/ 842449 h 2283159"/>
              <a:gd name="connsiteX16" fmla="*/ 1752210 w 10867647"/>
              <a:gd name="connsiteY16" fmla="*/ 842449 h 2283159"/>
              <a:gd name="connsiteX17" fmla="*/ 2432103 w 10867647"/>
              <a:gd name="connsiteY17" fmla="*/ 165298 h 2283159"/>
              <a:gd name="connsiteX18" fmla="*/ 10414616 w 10867647"/>
              <a:gd name="connsiteY18" fmla="*/ 165298 h 228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67647" h="2283159">
                <a:moveTo>
                  <a:pt x="10414616" y="0"/>
                </a:moveTo>
                <a:lnTo>
                  <a:pt x="10867647" y="305235"/>
                </a:lnTo>
                <a:lnTo>
                  <a:pt x="10414616" y="610471"/>
                </a:lnTo>
                <a:lnTo>
                  <a:pt x="10414616" y="472570"/>
                </a:lnTo>
                <a:lnTo>
                  <a:pt x="2562768" y="472570"/>
                </a:lnTo>
                <a:lnTo>
                  <a:pt x="1880929" y="1156436"/>
                </a:lnTo>
                <a:lnTo>
                  <a:pt x="2552166" y="1824395"/>
                </a:lnTo>
                <a:lnTo>
                  <a:pt x="10414616" y="1824395"/>
                </a:lnTo>
                <a:lnTo>
                  <a:pt x="10414616" y="1672688"/>
                </a:lnTo>
                <a:lnTo>
                  <a:pt x="10867647" y="1977924"/>
                </a:lnTo>
                <a:lnTo>
                  <a:pt x="10414616" y="2283159"/>
                </a:lnTo>
                <a:lnTo>
                  <a:pt x="10414616" y="2135220"/>
                </a:lnTo>
                <a:lnTo>
                  <a:pt x="2417135" y="2135220"/>
                </a:lnTo>
                <a:lnTo>
                  <a:pt x="1732639" y="1452919"/>
                </a:lnTo>
                <a:lnTo>
                  <a:pt x="0" y="1452919"/>
                </a:lnTo>
                <a:lnTo>
                  <a:pt x="0" y="842449"/>
                </a:lnTo>
                <a:lnTo>
                  <a:pt x="1752210" y="842449"/>
                </a:lnTo>
                <a:lnTo>
                  <a:pt x="2432103" y="165298"/>
                </a:lnTo>
                <a:lnTo>
                  <a:pt x="10414616" y="165298"/>
                </a:lnTo>
                <a:close/>
              </a:path>
            </a:pathLst>
          </a:custGeom>
          <a:gradFill flip="none" rotWithShape="1">
            <a:gsLst>
              <a:gs pos="0">
                <a:schemeClr val="accent1">
                  <a:lumMod val="74000"/>
                  <a:lumOff val="26000"/>
                  <a:alpha val="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稿定-9">
            <a:extLst>
              <a:ext uri="{FF2B5EF4-FFF2-40B4-BE49-F238E27FC236}">
                <a16:creationId xmlns:a16="http://schemas.microsoft.com/office/drawing/2014/main" id="{0EE9D5EE-1F62-4766-9C5C-0F69271E0573}"/>
              </a:ext>
            </a:extLst>
          </p:cNvPr>
          <p:cNvSpPr/>
          <p:nvPr/>
        </p:nvSpPr>
        <p:spPr>
          <a:xfrm flipH="1">
            <a:off x="3053325"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气宇轩昂</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 name="稿定-31">
            <a:extLst>
              <a:ext uri="{FF2B5EF4-FFF2-40B4-BE49-F238E27FC236}">
                <a16:creationId xmlns:a16="http://schemas.microsoft.com/office/drawing/2014/main" id="{9B2BD7F1-8F30-B416-0539-FA477EEB22C7}"/>
              </a:ext>
            </a:extLst>
          </p:cNvPr>
          <p:cNvSpPr/>
          <p:nvPr/>
        </p:nvSpPr>
        <p:spPr>
          <a:xfrm flipH="1">
            <a:off x="3129952"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稿定-9">
            <a:extLst>
              <a:ext uri="{FF2B5EF4-FFF2-40B4-BE49-F238E27FC236}">
                <a16:creationId xmlns:a16="http://schemas.microsoft.com/office/drawing/2014/main" id="{224D7595-41E7-4B3D-F770-442484C500F6}"/>
              </a:ext>
            </a:extLst>
          </p:cNvPr>
          <p:cNvSpPr/>
          <p:nvPr/>
        </p:nvSpPr>
        <p:spPr>
          <a:xfrm flipH="1">
            <a:off x="3053325"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诲人不倦</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 name="稿定-31">
            <a:extLst>
              <a:ext uri="{FF2B5EF4-FFF2-40B4-BE49-F238E27FC236}">
                <a16:creationId xmlns:a16="http://schemas.microsoft.com/office/drawing/2014/main" id="{029C36DE-1F43-EC6B-DE4F-040C284E2336}"/>
              </a:ext>
            </a:extLst>
          </p:cNvPr>
          <p:cNvSpPr/>
          <p:nvPr/>
        </p:nvSpPr>
        <p:spPr>
          <a:xfrm flipH="1">
            <a:off x="3129952"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稿定-9">
            <a:extLst>
              <a:ext uri="{FF2B5EF4-FFF2-40B4-BE49-F238E27FC236}">
                <a16:creationId xmlns:a16="http://schemas.microsoft.com/office/drawing/2014/main" id="{2C755C86-CEB6-CBD9-728E-530F69D93EA1}"/>
              </a:ext>
            </a:extLst>
          </p:cNvPr>
          <p:cNvSpPr/>
          <p:nvPr/>
        </p:nvSpPr>
        <p:spPr>
          <a:xfrm flipH="1">
            <a:off x="4563895"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相敬如宾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6" name="稿定-31">
            <a:extLst>
              <a:ext uri="{FF2B5EF4-FFF2-40B4-BE49-F238E27FC236}">
                <a16:creationId xmlns:a16="http://schemas.microsoft.com/office/drawing/2014/main" id="{5FEFB24A-365A-966E-3567-9CA5DC405C8F}"/>
              </a:ext>
            </a:extLst>
          </p:cNvPr>
          <p:cNvSpPr/>
          <p:nvPr/>
        </p:nvSpPr>
        <p:spPr>
          <a:xfrm flipH="1">
            <a:off x="4640522"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稿定-9">
            <a:extLst>
              <a:ext uri="{FF2B5EF4-FFF2-40B4-BE49-F238E27FC236}">
                <a16:creationId xmlns:a16="http://schemas.microsoft.com/office/drawing/2014/main" id="{B9714B43-4F34-2CF9-E716-F2C236FD9C28}"/>
              </a:ext>
            </a:extLst>
          </p:cNvPr>
          <p:cNvSpPr/>
          <p:nvPr/>
        </p:nvSpPr>
        <p:spPr>
          <a:xfrm flipH="1">
            <a:off x="4563895"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郎才女貌</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 name="稿定-31">
            <a:extLst>
              <a:ext uri="{FF2B5EF4-FFF2-40B4-BE49-F238E27FC236}">
                <a16:creationId xmlns:a16="http://schemas.microsoft.com/office/drawing/2014/main" id="{0BF40FEF-8775-E83F-E69F-3023183EF253}"/>
              </a:ext>
            </a:extLst>
          </p:cNvPr>
          <p:cNvSpPr/>
          <p:nvPr/>
        </p:nvSpPr>
        <p:spPr>
          <a:xfrm flipH="1">
            <a:off x="4640522"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稿定-9">
            <a:extLst>
              <a:ext uri="{FF2B5EF4-FFF2-40B4-BE49-F238E27FC236}">
                <a16:creationId xmlns:a16="http://schemas.microsoft.com/office/drawing/2014/main" id="{43C71474-D918-202B-742D-9CEAD11C309F}"/>
              </a:ext>
            </a:extLst>
          </p:cNvPr>
          <p:cNvSpPr/>
          <p:nvPr/>
        </p:nvSpPr>
        <p:spPr>
          <a:xfrm flipH="1">
            <a:off x="6088942"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相濡以沫</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0" name="稿定-31">
            <a:extLst>
              <a:ext uri="{FF2B5EF4-FFF2-40B4-BE49-F238E27FC236}">
                <a16:creationId xmlns:a16="http://schemas.microsoft.com/office/drawing/2014/main" id="{E3330499-DC8C-2E85-C1FB-753B48DCAD8B}"/>
              </a:ext>
            </a:extLst>
          </p:cNvPr>
          <p:cNvSpPr/>
          <p:nvPr/>
        </p:nvSpPr>
        <p:spPr>
          <a:xfrm flipH="1">
            <a:off x="6165569"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稿定-9">
            <a:extLst>
              <a:ext uri="{FF2B5EF4-FFF2-40B4-BE49-F238E27FC236}">
                <a16:creationId xmlns:a16="http://schemas.microsoft.com/office/drawing/2014/main" id="{E0D60449-A487-24B8-F6FD-9001E480BDDE}"/>
              </a:ext>
            </a:extLst>
          </p:cNvPr>
          <p:cNvSpPr/>
          <p:nvPr/>
        </p:nvSpPr>
        <p:spPr>
          <a:xfrm flipH="1">
            <a:off x="6088942"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金榜题名</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 name="稿定-31">
            <a:extLst>
              <a:ext uri="{FF2B5EF4-FFF2-40B4-BE49-F238E27FC236}">
                <a16:creationId xmlns:a16="http://schemas.microsoft.com/office/drawing/2014/main" id="{7607C5AF-D335-65B6-30EC-3AE396A5D455}"/>
              </a:ext>
            </a:extLst>
          </p:cNvPr>
          <p:cNvSpPr/>
          <p:nvPr/>
        </p:nvSpPr>
        <p:spPr>
          <a:xfrm flipH="1">
            <a:off x="6165569"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稿定-9">
            <a:extLst>
              <a:ext uri="{FF2B5EF4-FFF2-40B4-BE49-F238E27FC236}">
                <a16:creationId xmlns:a16="http://schemas.microsoft.com/office/drawing/2014/main" id="{FCC73DB3-224D-A1B0-F3CF-0A286352EDB6}"/>
              </a:ext>
            </a:extLst>
          </p:cNvPr>
          <p:cNvSpPr/>
          <p:nvPr/>
        </p:nvSpPr>
        <p:spPr>
          <a:xfrm flipH="1">
            <a:off x="7597142"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茁壮成长</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4" name="稿定-31">
            <a:extLst>
              <a:ext uri="{FF2B5EF4-FFF2-40B4-BE49-F238E27FC236}">
                <a16:creationId xmlns:a16="http://schemas.microsoft.com/office/drawing/2014/main" id="{A4E6E11E-5FA3-FE4B-ABCA-670D9AEA3B46}"/>
              </a:ext>
            </a:extLst>
          </p:cNvPr>
          <p:cNvSpPr/>
          <p:nvPr/>
        </p:nvSpPr>
        <p:spPr>
          <a:xfrm flipH="1">
            <a:off x="7673769"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稿定-9">
            <a:extLst>
              <a:ext uri="{FF2B5EF4-FFF2-40B4-BE49-F238E27FC236}">
                <a16:creationId xmlns:a16="http://schemas.microsoft.com/office/drawing/2014/main" id="{CCE38C26-AE51-4CDE-F5C4-8B3EFDB6C1B4}"/>
              </a:ext>
            </a:extLst>
          </p:cNvPr>
          <p:cNvSpPr/>
          <p:nvPr/>
        </p:nvSpPr>
        <p:spPr>
          <a:xfrm flipH="1">
            <a:off x="7597142"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飞黄腾达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6" name="稿定-31">
            <a:extLst>
              <a:ext uri="{FF2B5EF4-FFF2-40B4-BE49-F238E27FC236}">
                <a16:creationId xmlns:a16="http://schemas.microsoft.com/office/drawing/2014/main" id="{FFA55C5E-3CFE-6053-CF00-4BDDC8742872}"/>
              </a:ext>
            </a:extLst>
          </p:cNvPr>
          <p:cNvSpPr/>
          <p:nvPr/>
        </p:nvSpPr>
        <p:spPr>
          <a:xfrm flipH="1">
            <a:off x="7673769"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稿定-9">
            <a:extLst>
              <a:ext uri="{FF2B5EF4-FFF2-40B4-BE49-F238E27FC236}">
                <a16:creationId xmlns:a16="http://schemas.microsoft.com/office/drawing/2014/main" id="{DB7F40E4-94BD-1AB3-57ED-C31EF3CD4828}"/>
              </a:ext>
            </a:extLst>
          </p:cNvPr>
          <p:cNvSpPr/>
          <p:nvPr/>
        </p:nvSpPr>
        <p:spPr>
          <a:xfrm flipH="1">
            <a:off x="9105342" y="16311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蒸蒸日上</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稿定-31">
            <a:extLst>
              <a:ext uri="{FF2B5EF4-FFF2-40B4-BE49-F238E27FC236}">
                <a16:creationId xmlns:a16="http://schemas.microsoft.com/office/drawing/2014/main" id="{60DB7A70-99F5-C84E-247F-E876F1E028C3}"/>
              </a:ext>
            </a:extLst>
          </p:cNvPr>
          <p:cNvSpPr/>
          <p:nvPr/>
        </p:nvSpPr>
        <p:spPr>
          <a:xfrm flipH="1">
            <a:off x="9181969" y="1992309"/>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稿定-9">
            <a:extLst>
              <a:ext uri="{FF2B5EF4-FFF2-40B4-BE49-F238E27FC236}">
                <a16:creationId xmlns:a16="http://schemas.microsoft.com/office/drawing/2014/main" id="{90572D0B-BA0B-18A0-D148-794EECC99E80}"/>
              </a:ext>
            </a:extLst>
          </p:cNvPr>
          <p:cNvSpPr/>
          <p:nvPr/>
        </p:nvSpPr>
        <p:spPr>
          <a:xfrm flipH="1">
            <a:off x="9105342" y="5113706"/>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马到功成</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0" name="稿定-31">
            <a:extLst>
              <a:ext uri="{FF2B5EF4-FFF2-40B4-BE49-F238E27FC236}">
                <a16:creationId xmlns:a16="http://schemas.microsoft.com/office/drawing/2014/main" id="{E85D2085-D853-A901-10DA-6D7EDA3C801A}"/>
              </a:ext>
            </a:extLst>
          </p:cNvPr>
          <p:cNvSpPr/>
          <p:nvPr/>
        </p:nvSpPr>
        <p:spPr>
          <a:xfrm flipH="1">
            <a:off x="9181969" y="5474912"/>
            <a:ext cx="1301679" cy="35304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文本框 46">
            <a:extLst>
              <a:ext uri="{FF2B5EF4-FFF2-40B4-BE49-F238E27FC236}">
                <a16:creationId xmlns:a16="http://schemas.microsoft.com/office/drawing/2014/main" id="{B1439F19-F047-955C-4954-D42ED2B045A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8" name="矩形 47">
            <a:extLst>
              <a:ext uri="{FF2B5EF4-FFF2-40B4-BE49-F238E27FC236}">
                <a16:creationId xmlns:a16="http://schemas.microsoft.com/office/drawing/2014/main" id="{B8140D5B-65F8-6740-6E1D-1BC002663B5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文本框 48">
            <a:extLst>
              <a:ext uri="{FF2B5EF4-FFF2-40B4-BE49-F238E27FC236}">
                <a16:creationId xmlns:a16="http://schemas.microsoft.com/office/drawing/2014/main" id="{10825858-F245-2FA1-F3A1-AE8812CB09B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4B1FE62-FD10-663A-471C-F5E3FAA2566B}"/>
              </a:ext>
            </a:extLst>
          </p:cNvPr>
          <p:cNvSpPr txBox="1"/>
          <p:nvPr/>
        </p:nvSpPr>
        <p:spPr>
          <a:xfrm>
            <a:off x="3280537" y="3365811"/>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01</a:t>
            </a:r>
            <a:endParaRPr lang="zh-CN" altLang="en-US" i="1" dirty="0">
              <a:solidFill>
                <a:schemeClr val="accent1"/>
              </a:solidFill>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BADB4E89-1828-772D-DED5-4B3B2C7C9AE3}"/>
              </a:ext>
            </a:extLst>
          </p:cNvPr>
          <p:cNvSpPr txBox="1"/>
          <p:nvPr/>
        </p:nvSpPr>
        <p:spPr>
          <a:xfrm>
            <a:off x="4946312" y="3365811"/>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02</a:t>
            </a:r>
            <a:endParaRPr lang="zh-CN" altLang="en-US" i="1" dirty="0">
              <a:solidFill>
                <a:schemeClr val="accent1"/>
              </a:solidFill>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10E1EF22-AEEF-3EF4-F8BF-16845D6C8544}"/>
              </a:ext>
            </a:extLst>
          </p:cNvPr>
          <p:cNvSpPr txBox="1"/>
          <p:nvPr/>
        </p:nvSpPr>
        <p:spPr>
          <a:xfrm>
            <a:off x="6288025" y="3335033"/>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03</a:t>
            </a:r>
            <a:endParaRPr lang="zh-CN" altLang="en-US" i="1" dirty="0">
              <a:solidFill>
                <a:schemeClr val="accent1"/>
              </a:solidFill>
              <a:sym typeface="阿里巴巴普惠体 2 45 Light" panose="00020600040101010101" pitchFamily="18" charset="-122"/>
            </a:endParaRPr>
          </a:p>
        </p:txBody>
      </p:sp>
      <p:sp>
        <p:nvSpPr>
          <p:cNvPr id="31" name="文本框 30">
            <a:extLst>
              <a:ext uri="{FF2B5EF4-FFF2-40B4-BE49-F238E27FC236}">
                <a16:creationId xmlns:a16="http://schemas.microsoft.com/office/drawing/2014/main" id="{58132099-0096-E7A8-70BF-EE361040E8C2}"/>
              </a:ext>
            </a:extLst>
          </p:cNvPr>
          <p:cNvSpPr txBox="1"/>
          <p:nvPr/>
        </p:nvSpPr>
        <p:spPr>
          <a:xfrm>
            <a:off x="7953800" y="3365811"/>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04</a:t>
            </a:r>
            <a:endParaRPr lang="zh-CN" altLang="en-US" i="1" dirty="0">
              <a:solidFill>
                <a:schemeClr val="accent1"/>
              </a:solidFill>
              <a:sym typeface="阿里巴巴普惠体 2 45 Light" panose="00020600040101010101" pitchFamily="18" charset="-122"/>
            </a:endParaRPr>
          </a:p>
        </p:txBody>
      </p:sp>
      <p:sp>
        <p:nvSpPr>
          <p:cNvPr id="32" name="文本框 31">
            <a:extLst>
              <a:ext uri="{FF2B5EF4-FFF2-40B4-BE49-F238E27FC236}">
                <a16:creationId xmlns:a16="http://schemas.microsoft.com/office/drawing/2014/main" id="{99618059-8771-EB95-C4B1-EB7685FEA1A3}"/>
              </a:ext>
            </a:extLst>
          </p:cNvPr>
          <p:cNvSpPr txBox="1"/>
          <p:nvPr/>
        </p:nvSpPr>
        <p:spPr>
          <a:xfrm>
            <a:off x="9459949" y="3365811"/>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r>
              <a:rPr lang="en-US" altLang="zh-CN" i="1" dirty="0">
                <a:solidFill>
                  <a:schemeClr val="accent1"/>
                </a:solidFill>
                <a:sym typeface="阿里巴巴普惠体 2 45 Light" panose="00020600040101010101" pitchFamily="18" charset="-122"/>
              </a:rPr>
              <a:t>05</a:t>
            </a:r>
            <a:endParaRPr lang="zh-CN" altLang="en-US" i="1" dirty="0">
              <a:solidFill>
                <a:schemeClr val="accent1"/>
              </a:solidFill>
              <a:sym typeface="阿里巴巴普惠体 2 45 Light" panose="00020600040101010101" pitchFamily="18" charset="-122"/>
            </a:endParaRPr>
          </a:p>
        </p:txBody>
      </p:sp>
    </p:spTree>
    <p:extLst>
      <p:ext uri="{BB962C8B-B14F-4D97-AF65-F5344CB8AC3E}">
        <p14:creationId xmlns:p14="http://schemas.microsoft.com/office/powerpoint/2010/main" val="273284269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A619F61E-EC71-4F2B-43A8-07EC5D3A7F10}"/>
              </a:ext>
            </a:extLst>
          </p:cNvPr>
          <p:cNvSpPr/>
          <p:nvPr/>
        </p:nvSpPr>
        <p:spPr>
          <a:xfrm flipH="1" flipV="1">
            <a:off x="1199122" y="3934293"/>
            <a:ext cx="4922276" cy="2042093"/>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7" name="矩形 36">
            <a:extLst>
              <a:ext uri="{FF2B5EF4-FFF2-40B4-BE49-F238E27FC236}">
                <a16:creationId xmlns:a16="http://schemas.microsoft.com/office/drawing/2014/main" id="{1888A4EA-6E0E-DD31-3454-5AB9C2BA6EEB}"/>
              </a:ext>
            </a:extLst>
          </p:cNvPr>
          <p:cNvSpPr/>
          <p:nvPr/>
        </p:nvSpPr>
        <p:spPr>
          <a:xfrm flipV="1">
            <a:off x="6096000" y="3934294"/>
            <a:ext cx="3359553" cy="2042093"/>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 name="矩形 2">
            <a:extLst>
              <a:ext uri="{FF2B5EF4-FFF2-40B4-BE49-F238E27FC236}">
                <a16:creationId xmlns:a16="http://schemas.microsoft.com/office/drawing/2014/main" id="{D111C806-87A5-08DF-D722-48968A0CDF98}"/>
              </a:ext>
            </a:extLst>
          </p:cNvPr>
          <p:cNvSpPr/>
          <p:nvPr/>
        </p:nvSpPr>
        <p:spPr>
          <a:xfrm flipH="1">
            <a:off x="2770566" y="2004682"/>
            <a:ext cx="3350832" cy="1910348"/>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 name="矩形 1">
            <a:extLst>
              <a:ext uri="{FF2B5EF4-FFF2-40B4-BE49-F238E27FC236}">
                <a16:creationId xmlns:a16="http://schemas.microsoft.com/office/drawing/2014/main" id="{00CA8CE4-DAF6-AE50-746A-FA838D674E70}"/>
              </a:ext>
            </a:extLst>
          </p:cNvPr>
          <p:cNvSpPr/>
          <p:nvPr/>
        </p:nvSpPr>
        <p:spPr>
          <a:xfrm>
            <a:off x="6096000" y="2004682"/>
            <a:ext cx="5013960" cy="1910348"/>
          </a:xfrm>
          <a:prstGeom prst="rect">
            <a:avLst/>
          </a:prstGeom>
          <a:gradFill flip="none" rotWithShape="1">
            <a:gsLst>
              <a:gs pos="18000">
                <a:schemeClr val="accent1">
                  <a:lumMod val="74000"/>
                  <a:lumOff val="26000"/>
                  <a:alpha val="0"/>
                </a:schemeClr>
              </a:gs>
              <a:gs pos="100000">
                <a:schemeClr val="accent1">
                  <a:lumMod val="75000"/>
                  <a:alpha val="12000"/>
                </a:schemeClr>
              </a:gs>
            </a:gsLst>
            <a:lin ang="81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grpSp>
        <p:nvGrpSpPr>
          <p:cNvPr id="5" name="组合 4">
            <a:extLst>
              <a:ext uri="{FF2B5EF4-FFF2-40B4-BE49-F238E27FC236}">
                <a16:creationId xmlns:a16="http://schemas.microsoft.com/office/drawing/2014/main" id="{F66844BF-B356-60DC-2A52-4A6F89DDB421}"/>
              </a:ext>
            </a:extLst>
          </p:cNvPr>
          <p:cNvGrpSpPr>
            <a:grpSpLocks/>
          </p:cNvGrpSpPr>
          <p:nvPr/>
        </p:nvGrpSpPr>
        <p:grpSpPr>
          <a:xfrm>
            <a:off x="1221740" y="2004682"/>
            <a:ext cx="9888220" cy="3971706"/>
            <a:chOff x="2376487" y="1947862"/>
            <a:chExt cx="7438644" cy="2961513"/>
          </a:xfrm>
          <a:effectLst/>
        </p:grpSpPr>
        <p:sp>
          <p:nvSpPr>
            <p:cNvPr id="6" name="任意多边形: 形状 5">
              <a:extLst>
                <a:ext uri="{FF2B5EF4-FFF2-40B4-BE49-F238E27FC236}">
                  <a16:creationId xmlns:a16="http://schemas.microsoft.com/office/drawing/2014/main" id="{A045408F-0CA2-8E84-3144-59573CEEA627}"/>
                </a:ext>
              </a:extLst>
            </p:cNvPr>
            <p:cNvSpPr/>
            <p:nvPr/>
          </p:nvSpPr>
          <p:spPr>
            <a:xfrm>
              <a:off x="2376487" y="1947862"/>
              <a:ext cx="7438644" cy="2961513"/>
            </a:xfrm>
            <a:custGeom>
              <a:avLst/>
              <a:gdLst>
                <a:gd name="connsiteX0" fmla="*/ 0 w 7438644"/>
                <a:gd name="connsiteY0" fmla="*/ 526352 h 2961513"/>
                <a:gd name="connsiteX1" fmla="*/ 0 w 7438644"/>
                <a:gd name="connsiteY1" fmla="*/ 0 h 2961513"/>
                <a:gd name="connsiteX2" fmla="*/ 1170623 w 7438644"/>
                <a:gd name="connsiteY2" fmla="*/ 0 h 2961513"/>
                <a:gd name="connsiteX3" fmla="*/ 1170623 w 7438644"/>
                <a:gd name="connsiteY3" fmla="*/ 1421702 h 2961513"/>
                <a:gd name="connsiteX4" fmla="*/ 6212491 w 7438644"/>
                <a:gd name="connsiteY4" fmla="*/ 1421702 h 2961513"/>
                <a:gd name="connsiteX5" fmla="*/ 6212491 w 7438644"/>
                <a:gd name="connsiteY5" fmla="*/ 2961513 h 2961513"/>
                <a:gd name="connsiteX6" fmla="*/ 7438644 w 7438644"/>
                <a:gd name="connsiteY6" fmla="*/ 2961513 h 2961513"/>
                <a:gd name="connsiteX7" fmla="*/ 7438644 w 7438644"/>
                <a:gd name="connsiteY7" fmla="*/ 2082070 h 2961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8644" h="2961513">
                  <a:moveTo>
                    <a:pt x="0" y="526352"/>
                  </a:moveTo>
                  <a:lnTo>
                    <a:pt x="0" y="0"/>
                  </a:lnTo>
                  <a:lnTo>
                    <a:pt x="1170623" y="0"/>
                  </a:lnTo>
                  <a:lnTo>
                    <a:pt x="1170623" y="1421702"/>
                  </a:lnTo>
                  <a:lnTo>
                    <a:pt x="6212491" y="1421702"/>
                  </a:lnTo>
                  <a:lnTo>
                    <a:pt x="6212491" y="2961513"/>
                  </a:lnTo>
                  <a:lnTo>
                    <a:pt x="7438644" y="2961513"/>
                  </a:lnTo>
                  <a:lnTo>
                    <a:pt x="7438644" y="2082070"/>
                  </a:lnTo>
                </a:path>
              </a:pathLst>
            </a:cu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a:extLst>
                <a:ext uri="{FF2B5EF4-FFF2-40B4-BE49-F238E27FC236}">
                  <a16:creationId xmlns:a16="http://schemas.microsoft.com/office/drawing/2014/main" id="{FAAB3873-7DC7-F607-3F73-0D3A13941A55}"/>
                </a:ext>
              </a:extLst>
            </p:cNvPr>
            <p:cNvSpPr/>
            <p:nvPr/>
          </p:nvSpPr>
          <p:spPr>
            <a:xfrm>
              <a:off x="2376487" y="1947862"/>
              <a:ext cx="7438644" cy="2961513"/>
            </a:xfrm>
            <a:custGeom>
              <a:avLst/>
              <a:gdLst>
                <a:gd name="connsiteX0" fmla="*/ 7438644 w 7438644"/>
                <a:gd name="connsiteY0" fmla="*/ 526352 h 2961513"/>
                <a:gd name="connsiteX1" fmla="*/ 7438644 w 7438644"/>
                <a:gd name="connsiteY1" fmla="*/ 0 h 2961513"/>
                <a:gd name="connsiteX2" fmla="*/ 3672554 w 7438644"/>
                <a:gd name="connsiteY2" fmla="*/ 0 h 2961513"/>
                <a:gd name="connsiteX3" fmla="*/ 3672554 w 7438644"/>
                <a:gd name="connsiteY3" fmla="*/ 2961513 h 2961513"/>
                <a:gd name="connsiteX4" fmla="*/ 0 w 7438644"/>
                <a:gd name="connsiteY4" fmla="*/ 2961513 h 2961513"/>
                <a:gd name="connsiteX5" fmla="*/ 0 w 7438644"/>
                <a:gd name="connsiteY5" fmla="*/ 2082070 h 2961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38644" h="2961513">
                  <a:moveTo>
                    <a:pt x="7438644" y="526352"/>
                  </a:moveTo>
                  <a:lnTo>
                    <a:pt x="7438644" y="0"/>
                  </a:lnTo>
                  <a:lnTo>
                    <a:pt x="3672554" y="0"/>
                  </a:lnTo>
                  <a:lnTo>
                    <a:pt x="3672554" y="2961513"/>
                  </a:lnTo>
                  <a:lnTo>
                    <a:pt x="0" y="2961513"/>
                  </a:lnTo>
                  <a:lnTo>
                    <a:pt x="0" y="2082070"/>
                  </a:lnTo>
                </a:path>
              </a:pathLst>
            </a:custGeom>
            <a:noFill/>
            <a:ln w="6350">
              <a:solidFill>
                <a:schemeClr val="accent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8" name="矩形: 圆角 7">
            <a:extLst>
              <a:ext uri="{FF2B5EF4-FFF2-40B4-BE49-F238E27FC236}">
                <a16:creationId xmlns:a16="http://schemas.microsoft.com/office/drawing/2014/main" id="{CDBB0F2C-5AA7-5AC9-E866-FA7746B03D20}"/>
              </a:ext>
            </a:extLst>
          </p:cNvPr>
          <p:cNvSpPr>
            <a:spLocks/>
          </p:cNvSpPr>
          <p:nvPr/>
        </p:nvSpPr>
        <p:spPr>
          <a:xfrm>
            <a:off x="8952894" y="4552680"/>
            <a:ext cx="1021961" cy="336789"/>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矩形: 圆角 8">
            <a:extLst>
              <a:ext uri="{FF2B5EF4-FFF2-40B4-BE49-F238E27FC236}">
                <a16:creationId xmlns:a16="http://schemas.microsoft.com/office/drawing/2014/main" id="{1C69765C-8B21-111F-E530-17F7CEB476AD}"/>
              </a:ext>
            </a:extLst>
          </p:cNvPr>
          <p:cNvSpPr>
            <a:spLocks/>
          </p:cNvSpPr>
          <p:nvPr/>
        </p:nvSpPr>
        <p:spPr>
          <a:xfrm>
            <a:off x="5372546" y="4760874"/>
            <a:ext cx="1387829" cy="479438"/>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751950BB-AB68-5E8B-6853-BF4D06A26BD5}"/>
              </a:ext>
            </a:extLst>
          </p:cNvPr>
          <p:cNvSpPr>
            <a:spLocks/>
          </p:cNvSpPr>
          <p:nvPr/>
        </p:nvSpPr>
        <p:spPr>
          <a:xfrm>
            <a:off x="11068050" y="2666560"/>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352E966B-E6D8-3547-B8A2-F34007E8245D}"/>
              </a:ext>
            </a:extLst>
          </p:cNvPr>
          <p:cNvSpPr>
            <a:spLocks/>
          </p:cNvSpPr>
          <p:nvPr/>
        </p:nvSpPr>
        <p:spPr>
          <a:xfrm>
            <a:off x="1181100" y="2666560"/>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BBC3B397-4C62-ED76-360C-0CA522F0CB02}"/>
              </a:ext>
            </a:extLst>
          </p:cNvPr>
          <p:cNvSpPr>
            <a:spLocks/>
          </p:cNvSpPr>
          <p:nvPr/>
        </p:nvSpPr>
        <p:spPr>
          <a:xfrm>
            <a:off x="1174750" y="4762060"/>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椭圆 12">
            <a:extLst>
              <a:ext uri="{FF2B5EF4-FFF2-40B4-BE49-F238E27FC236}">
                <a16:creationId xmlns:a16="http://schemas.microsoft.com/office/drawing/2014/main" id="{914ABEBA-D0FC-216E-732C-31B4A14D253F}"/>
              </a:ext>
            </a:extLst>
          </p:cNvPr>
          <p:cNvSpPr>
            <a:spLocks/>
          </p:cNvSpPr>
          <p:nvPr/>
        </p:nvSpPr>
        <p:spPr>
          <a:xfrm>
            <a:off x="11068050" y="4733441"/>
            <a:ext cx="88900" cy="88900"/>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 1010">
            <a:extLst>
              <a:ext uri="{FF2B5EF4-FFF2-40B4-BE49-F238E27FC236}">
                <a16:creationId xmlns:a16="http://schemas.microsoft.com/office/drawing/2014/main" id="{5B3B0831-B0C7-393D-696C-91F5F691CEAE}"/>
              </a:ext>
            </a:extLst>
          </p:cNvPr>
          <p:cNvSpPr txBox="1"/>
          <p:nvPr/>
        </p:nvSpPr>
        <p:spPr>
          <a:xfrm>
            <a:off x="10158898" y="2576438"/>
            <a:ext cx="847992"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lgn="r">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意气风发</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情投意合</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日进斗金</a:t>
            </a:r>
          </a:p>
        </p:txBody>
      </p:sp>
      <p:sp>
        <p:nvSpPr>
          <p:cNvPr id="15" name="Object 1011">
            <a:extLst>
              <a:ext uri="{FF2B5EF4-FFF2-40B4-BE49-F238E27FC236}">
                <a16:creationId xmlns:a16="http://schemas.microsoft.com/office/drawing/2014/main" id="{0796FDA9-C52F-48E8-FE35-F0A8357EB8D6}"/>
              </a:ext>
            </a:extLst>
          </p:cNvPr>
          <p:cNvSpPr txBox="1"/>
          <p:nvPr/>
        </p:nvSpPr>
        <p:spPr>
          <a:xfrm>
            <a:off x="10162908" y="4033710"/>
            <a:ext cx="847992"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lgn="r">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无忧无虑</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春风得意</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lgn="r">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欣欣向荣</a:t>
            </a:r>
          </a:p>
        </p:txBody>
      </p:sp>
      <p:sp>
        <p:nvSpPr>
          <p:cNvPr id="16" name="Object 1012">
            <a:extLst>
              <a:ext uri="{FF2B5EF4-FFF2-40B4-BE49-F238E27FC236}">
                <a16:creationId xmlns:a16="http://schemas.microsoft.com/office/drawing/2014/main" id="{EBBEA844-17F1-B1C8-2C4B-ADEC8A09DC0A}"/>
              </a:ext>
            </a:extLst>
          </p:cNvPr>
          <p:cNvSpPr txBox="1"/>
          <p:nvPr/>
        </p:nvSpPr>
        <p:spPr>
          <a:xfrm>
            <a:off x="1251919" y="2700470"/>
            <a:ext cx="847991"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珠联璧合</a:t>
            </a:r>
          </a:p>
          <a:p>
            <a:pPr marL="171450" indent="-171450">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如虎添翼</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小巧玲珑</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 1013">
            <a:extLst>
              <a:ext uri="{FF2B5EF4-FFF2-40B4-BE49-F238E27FC236}">
                <a16:creationId xmlns:a16="http://schemas.microsoft.com/office/drawing/2014/main" id="{FB96B6BC-F31A-EC3B-837F-C8BBABC5E798}"/>
              </a:ext>
            </a:extLst>
          </p:cNvPr>
          <p:cNvSpPr txBox="1"/>
          <p:nvPr/>
        </p:nvSpPr>
        <p:spPr>
          <a:xfrm>
            <a:off x="1251919" y="4021186"/>
            <a:ext cx="847991" cy="739370"/>
          </a:xfrm>
          <a:prstGeom prst="rect">
            <a:avLst/>
          </a:prstGeom>
          <a:effectLst/>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marL="171450" indent="-171450">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大开眼界</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天真烂漫</a:t>
            </a:r>
            <a:endPar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a:buFont typeface="Arial" panose="020B0604020202020204" pitchFamily="34" charset="0"/>
              <a:buChar cha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夫唱妇随</a:t>
            </a:r>
          </a:p>
        </p:txBody>
      </p:sp>
      <p:sp>
        <p:nvSpPr>
          <p:cNvPr id="18" name="矩形: 圆角 17">
            <a:extLst>
              <a:ext uri="{FF2B5EF4-FFF2-40B4-BE49-F238E27FC236}">
                <a16:creationId xmlns:a16="http://schemas.microsoft.com/office/drawing/2014/main" id="{722FD758-7C57-8685-C505-61A46E3572E3}"/>
              </a:ext>
            </a:extLst>
          </p:cNvPr>
          <p:cNvSpPr>
            <a:spLocks/>
          </p:cNvSpPr>
          <p:nvPr/>
        </p:nvSpPr>
        <p:spPr>
          <a:xfrm>
            <a:off x="1778000" y="17013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Object 1017">
            <a:extLst>
              <a:ext uri="{FF2B5EF4-FFF2-40B4-BE49-F238E27FC236}">
                <a16:creationId xmlns:a16="http://schemas.microsoft.com/office/drawing/2014/main" id="{889DCE11-C089-968E-2B52-4C2071697487}"/>
              </a:ext>
            </a:extLst>
          </p:cNvPr>
          <p:cNvSpPr txBox="1"/>
          <p:nvPr/>
        </p:nvSpPr>
        <p:spPr>
          <a:xfrm>
            <a:off x="1863033" y="1820365"/>
            <a:ext cx="1760335" cy="403340"/>
          </a:xfrm>
          <a:prstGeom prst="rect">
            <a:avLst/>
          </a:prstGeom>
          <a:effectLst/>
        </p:spPr>
        <p:txBody>
          <a:bodyPr vert="horz" lIns="90000" tIns="46800" rIns="90000" bIns="46800" rtlCol="0" anchor="t" anchorCtr="0">
            <a:noAutofit/>
          </a:bodyPr>
          <a:lstStyle>
            <a:defPPr>
              <a:defRPr lang="zh-CN"/>
            </a:defPPr>
            <a:lvl1pPr marR="0" lvl="0" indent="0" algn="ctr" fontAlgn="auto">
              <a:lnSpc>
                <a:spcPct val="100000"/>
              </a:lnSpc>
              <a:spcBef>
                <a:spcPts val="0"/>
              </a:spcBef>
              <a:spcAft>
                <a:spcPts val="0"/>
              </a:spcAft>
              <a:buClrTx/>
              <a:buSzTx/>
              <a:buFontTx/>
              <a:buNone/>
              <a:tabLst/>
              <a:defRPr kumimoji="0" b="0" i="0" u="none" strike="noStrike" cap="none" spc="38" normalizeH="0" baseline="0">
                <a:ln>
                  <a:noFill/>
                </a:ln>
                <a:solidFill>
                  <a:srgbClr val="FFFFFF"/>
                </a:solidFill>
                <a:effectLst>
                  <a:outerShdw blurRad="152400" dist="38100" dir="5400000" algn="t" rotWithShape="0">
                    <a:prstClr val="black">
                      <a:alpha val="15000"/>
                    </a:prst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latin typeface="思源宋体 CN Heavy" panose="02020900000000000000" pitchFamily="18" charset="-122"/>
                <a:ea typeface="思源宋体 CN Heavy" panose="02020900000000000000" pitchFamily="18" charset="-122"/>
                <a:sym typeface="阿里巴巴普惠体 2 45 Light" panose="00020600040101010101" pitchFamily="18" charset="-122"/>
              </a:rPr>
              <a:t>人丁興旺</a:t>
            </a:r>
          </a:p>
        </p:txBody>
      </p:sp>
      <p:sp>
        <p:nvSpPr>
          <p:cNvPr id="20" name="矩形: 圆角 19">
            <a:extLst>
              <a:ext uri="{FF2B5EF4-FFF2-40B4-BE49-F238E27FC236}">
                <a16:creationId xmlns:a16="http://schemas.microsoft.com/office/drawing/2014/main" id="{8C1846C4-F493-49F2-EAE2-9E64384AC904}"/>
              </a:ext>
            </a:extLst>
          </p:cNvPr>
          <p:cNvSpPr>
            <a:spLocks/>
          </p:cNvSpPr>
          <p:nvPr/>
        </p:nvSpPr>
        <p:spPr>
          <a:xfrm>
            <a:off x="1778000" y="56510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Object 1025">
            <a:extLst>
              <a:ext uri="{FF2B5EF4-FFF2-40B4-BE49-F238E27FC236}">
                <a16:creationId xmlns:a16="http://schemas.microsoft.com/office/drawing/2014/main" id="{35767E9A-7DD6-0E8B-229F-AFB296B769FD}"/>
              </a:ext>
            </a:extLst>
          </p:cNvPr>
          <p:cNvSpPr txBox="1"/>
          <p:nvPr/>
        </p:nvSpPr>
        <p:spPr>
          <a:xfrm>
            <a:off x="1863033" y="5793758"/>
            <a:ext cx="1760335" cy="355955"/>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雙喜臨門</a:t>
            </a:r>
            <a:endParaRPr kumimoji="0" lang="zh-CN" altLang="en-US" sz="10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A9DAD0DF-A62F-FED4-31C5-539E9C8A9ED0}"/>
              </a:ext>
            </a:extLst>
          </p:cNvPr>
          <p:cNvSpPr>
            <a:spLocks/>
          </p:cNvSpPr>
          <p:nvPr/>
        </p:nvSpPr>
        <p:spPr>
          <a:xfrm>
            <a:off x="4660413" y="3426973"/>
            <a:ext cx="2871174" cy="860911"/>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Object 1033">
            <a:extLst>
              <a:ext uri="{FF2B5EF4-FFF2-40B4-BE49-F238E27FC236}">
                <a16:creationId xmlns:a16="http://schemas.microsoft.com/office/drawing/2014/main" id="{D61664F3-0B30-2955-71C4-AD0A56EF9D34}"/>
              </a:ext>
            </a:extLst>
          </p:cNvPr>
          <p:cNvSpPr txBox="1"/>
          <p:nvPr/>
        </p:nvSpPr>
        <p:spPr>
          <a:xfrm>
            <a:off x="4938868" y="3585965"/>
            <a:ext cx="2402190" cy="523876"/>
          </a:xfrm>
          <a:prstGeom prst="rect">
            <a:avLst/>
          </a:prstGeom>
          <a:effectLst/>
        </p:spPr>
        <p:txBody>
          <a:bodyPr vert="horz" lIns="90000" tIns="46800" rIns="90000" bIns="468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52"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PDCA</a:t>
            </a:r>
            <a:r>
              <a:rPr kumimoji="0" lang="zh-CN" altLang="en-US" sz="2400" b="0" i="0" u="none" strike="noStrike" kern="1200" cap="none" spc="52"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业务循环</a:t>
            </a:r>
            <a:endParaRPr kumimoji="0" lang="zh-CN" altLang="en-US" sz="9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4" name="Object 1037">
            <a:extLst>
              <a:ext uri="{FF2B5EF4-FFF2-40B4-BE49-F238E27FC236}">
                <a16:creationId xmlns:a16="http://schemas.microsoft.com/office/drawing/2014/main" id="{364020FA-498C-350D-ECBF-0372AD85BB99}"/>
              </a:ext>
            </a:extLst>
          </p:cNvPr>
          <p:cNvSpPr txBox="1"/>
          <p:nvPr/>
        </p:nvSpPr>
        <p:spPr>
          <a:xfrm>
            <a:off x="5354562" y="4819210"/>
            <a:ext cx="1436230" cy="292330"/>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执行</a:t>
            </a:r>
            <a:endParaRPr kumimoji="0" lang="zh-CN" altLang="en-US" sz="1000" b="0" i="0" u="none" strike="noStrike" kern="1200" cap="none" spc="0" normalizeH="0" baseline="0" noProof="0" dirty="0">
              <a:ln>
                <a:noFill/>
              </a:ln>
              <a:solidFill>
                <a:srgbClr val="000000"/>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655BB260-AD9C-0C7B-16F9-CED033E55102}"/>
              </a:ext>
            </a:extLst>
          </p:cNvPr>
          <p:cNvSpPr>
            <a:spLocks/>
          </p:cNvSpPr>
          <p:nvPr/>
        </p:nvSpPr>
        <p:spPr>
          <a:xfrm>
            <a:off x="8509000" y="17013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6" name="Object 1041">
            <a:extLst>
              <a:ext uri="{FF2B5EF4-FFF2-40B4-BE49-F238E27FC236}">
                <a16:creationId xmlns:a16="http://schemas.microsoft.com/office/drawing/2014/main" id="{FE0718AA-F81A-5515-5965-F53C9B820781}"/>
              </a:ext>
            </a:extLst>
          </p:cNvPr>
          <p:cNvSpPr txBox="1"/>
          <p:nvPr/>
        </p:nvSpPr>
        <p:spPr>
          <a:xfrm>
            <a:off x="8594033" y="1824196"/>
            <a:ext cx="1760335" cy="395678"/>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花開富貴</a:t>
            </a:r>
            <a:endParaRPr kumimoji="0" lang="zh-CN" altLang="en-US" sz="10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Object 1045">
            <a:extLst>
              <a:ext uri="{FF2B5EF4-FFF2-40B4-BE49-F238E27FC236}">
                <a16:creationId xmlns:a16="http://schemas.microsoft.com/office/drawing/2014/main" id="{E2287EF3-04D5-0A2F-F5EC-93251374B3C1}"/>
              </a:ext>
            </a:extLst>
          </p:cNvPr>
          <p:cNvSpPr txBox="1"/>
          <p:nvPr/>
        </p:nvSpPr>
        <p:spPr>
          <a:xfrm>
            <a:off x="9110980" y="4577911"/>
            <a:ext cx="726440" cy="266121"/>
          </a:xfrm>
          <a:prstGeom prst="rect">
            <a:avLst/>
          </a:prstGeom>
          <a:effectLst/>
        </p:spPr>
        <p:txBody>
          <a:bodyPr vert="horz" lIns="90000" tIns="46800" rIns="90000" bIns="46800" rtlCol="0" anchor="t" anchorCtr="0">
            <a:noAutofit/>
          </a:bodyPr>
          <a:lstStyle>
            <a:defPPr>
              <a:defRPr lang="zh-CN"/>
            </a:defPPr>
            <a:lvl1pPr algn="ctr">
              <a:lnSpc>
                <a:spcPct val="100000"/>
              </a:lnSpc>
              <a:defRPr sz="1400" b="0" i="0" spc="38">
                <a:solidFill>
                  <a:srgbClr val="FFFFFF"/>
                </a:solidFill>
                <a:effectLst>
                  <a:outerShdw blurRad="152400" dist="38100" dir="5400000" algn="t" rotWithShape="0">
                    <a:schemeClr val="tx1">
                      <a:lumMod val="95000"/>
                      <a:lumOff val="5000"/>
                      <a:alpha val="15000"/>
                    </a:schemeClr>
                  </a:outerShdw>
                </a:effectLst>
                <a:latin typeface="OPPOSans B" panose="00020600040101010101" pitchFamily="18" charset="-122"/>
                <a:ea typeface="OPPOSans B" panose="00020600040101010101" pitchFamily="18" charset="-122"/>
                <a:cs typeface="OPPOSans B" panose="00020600040101010101" pitchFamily="18"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处置</a:t>
            </a:r>
          </a:p>
        </p:txBody>
      </p:sp>
      <p:sp>
        <p:nvSpPr>
          <p:cNvPr id="28" name="矩形: 圆角 27">
            <a:extLst>
              <a:ext uri="{FF2B5EF4-FFF2-40B4-BE49-F238E27FC236}">
                <a16:creationId xmlns:a16="http://schemas.microsoft.com/office/drawing/2014/main" id="{06A7EF1D-5859-CDD3-E27E-9D197260AB7A}"/>
              </a:ext>
            </a:extLst>
          </p:cNvPr>
          <p:cNvSpPr>
            <a:spLocks/>
          </p:cNvSpPr>
          <p:nvPr/>
        </p:nvSpPr>
        <p:spPr>
          <a:xfrm>
            <a:off x="8509000" y="5651060"/>
            <a:ext cx="1930400" cy="641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Object 1049">
            <a:extLst>
              <a:ext uri="{FF2B5EF4-FFF2-40B4-BE49-F238E27FC236}">
                <a16:creationId xmlns:a16="http://schemas.microsoft.com/office/drawing/2014/main" id="{AF0AA322-D406-1D15-FFB1-789A19FD816E}"/>
              </a:ext>
            </a:extLst>
          </p:cNvPr>
          <p:cNvSpPr txBox="1"/>
          <p:nvPr/>
        </p:nvSpPr>
        <p:spPr>
          <a:xfrm>
            <a:off x="8594033" y="5793758"/>
            <a:ext cx="1760335" cy="355955"/>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pc="38" dirty="0">
                <a:solidFill>
                  <a:srgbClr val="FFFFFF"/>
                </a:solidFill>
                <a:effectLst>
                  <a:outerShdw blurRad="152400" dist="38100" dir="5400000" algn="t" rotWithShape="0">
                    <a:prstClr val="black">
                      <a:alpha val="15000"/>
                    </a:prst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東家有喜</a:t>
            </a:r>
            <a:endParaRPr kumimoji="0" lang="zh-CN" altLang="en-US" sz="1000" b="0" i="0" u="none" strike="noStrike" kern="1200" cap="none" spc="0" normalizeH="0" baseline="0" noProof="0" dirty="0">
              <a:ln>
                <a:noFill/>
              </a:ln>
              <a:solidFill>
                <a:srgbClr val="000000"/>
              </a:solidFill>
              <a:effectLst>
                <a:outerShdw blurRad="152400" dist="38100" dir="5400000" algn="t" rotWithShape="0">
                  <a:prstClr val="black">
                    <a:alpha val="15000"/>
                  </a:prstClr>
                </a:outerShdw>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5EE0EB41-AF10-6B7C-3C8F-C86874ECF0F7}"/>
              </a:ext>
            </a:extLst>
          </p:cNvPr>
          <p:cNvSpPr>
            <a:spLocks/>
          </p:cNvSpPr>
          <p:nvPr/>
        </p:nvSpPr>
        <p:spPr>
          <a:xfrm>
            <a:off x="2236090" y="2837093"/>
            <a:ext cx="1021961" cy="336789"/>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Object 1021">
            <a:extLst>
              <a:ext uri="{FF2B5EF4-FFF2-40B4-BE49-F238E27FC236}">
                <a16:creationId xmlns:a16="http://schemas.microsoft.com/office/drawing/2014/main" id="{495001FC-76B3-A5D9-E4C9-AD7334DAA887}"/>
              </a:ext>
            </a:extLst>
          </p:cNvPr>
          <p:cNvSpPr txBox="1"/>
          <p:nvPr/>
        </p:nvSpPr>
        <p:spPr>
          <a:xfrm>
            <a:off x="2291900" y="2863283"/>
            <a:ext cx="888962" cy="292330"/>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检查</a:t>
            </a:r>
            <a:endParaRPr kumimoji="0" lang="zh-CN" altLang="en-US" sz="800" b="0" i="0" u="none" strike="noStrike" kern="1200" cap="none" spc="0" normalizeH="0" baseline="0" noProof="0" dirty="0">
              <a:ln>
                <a:noFill/>
              </a:ln>
              <a:solidFill>
                <a:srgbClr val="000000"/>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7544E1EF-525B-5E80-2FE5-6F7C295C5E11}"/>
              </a:ext>
            </a:extLst>
          </p:cNvPr>
          <p:cNvSpPr>
            <a:spLocks/>
          </p:cNvSpPr>
          <p:nvPr/>
        </p:nvSpPr>
        <p:spPr>
          <a:xfrm>
            <a:off x="5372546" y="2488764"/>
            <a:ext cx="1387829" cy="479438"/>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w="63500">
            <a:solidFill>
              <a:schemeClr val="accent2">
                <a:lumMod val="20000"/>
                <a:lumOff val="80000"/>
              </a:schemeClr>
            </a:solid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Object 1029">
            <a:extLst>
              <a:ext uri="{FF2B5EF4-FFF2-40B4-BE49-F238E27FC236}">
                <a16:creationId xmlns:a16="http://schemas.microsoft.com/office/drawing/2014/main" id="{212B73F2-007C-B458-DB49-02B36A09AECE}"/>
              </a:ext>
            </a:extLst>
          </p:cNvPr>
          <p:cNvSpPr txBox="1"/>
          <p:nvPr/>
        </p:nvSpPr>
        <p:spPr>
          <a:xfrm>
            <a:off x="5354562" y="2548605"/>
            <a:ext cx="1436230" cy="369266"/>
          </a:xfrm>
          <a:prstGeom prst="rect">
            <a:avLst/>
          </a:prstGeom>
          <a:effectLst/>
        </p:spPr>
        <p:txBody>
          <a:bodyPr vert="horz" lIns="90000" tIns="46800" rIns="90000" bIns="46800" rtlCol="0" anchor="t"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38" normalizeH="0" baseline="0" noProof="0" dirty="0">
                <a:ln>
                  <a:noFill/>
                </a:ln>
                <a:solidFill>
                  <a:srgbClr val="FFFFFF"/>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计划</a:t>
            </a:r>
            <a:endParaRPr kumimoji="0" lang="zh-CN" altLang="en-US" sz="1000" b="0" i="0" u="none" strike="noStrike" kern="1200" cap="none" spc="0" normalizeH="0" baseline="0" noProof="0" dirty="0">
              <a:ln>
                <a:noFill/>
              </a:ln>
              <a:solidFill>
                <a:srgbClr val="000000"/>
              </a:solidFill>
              <a:effectLst>
                <a:outerShdw blurRad="152400" dist="38100" dir="5400000" algn="t" rotWithShape="0">
                  <a:srgbClr val="000000">
                    <a:lumMod val="95000"/>
                    <a:lumOff val="5000"/>
                    <a:alpha val="15000"/>
                  </a:srgbClr>
                </a:outerShdw>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文本框 33">
            <a:extLst>
              <a:ext uri="{FF2B5EF4-FFF2-40B4-BE49-F238E27FC236}">
                <a16:creationId xmlns:a16="http://schemas.microsoft.com/office/drawing/2014/main" id="{5F2CA2D9-314E-DF16-673C-0A15362124A5}"/>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5" name="矩形 34">
            <a:extLst>
              <a:ext uri="{FF2B5EF4-FFF2-40B4-BE49-F238E27FC236}">
                <a16:creationId xmlns:a16="http://schemas.microsoft.com/office/drawing/2014/main" id="{B6804779-D9BB-9C3F-DDCA-B025E3DAA1F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文本框 35">
            <a:extLst>
              <a:ext uri="{FF2B5EF4-FFF2-40B4-BE49-F238E27FC236}">
                <a16:creationId xmlns:a16="http://schemas.microsoft.com/office/drawing/2014/main" id="{12BDB63F-A0D1-7134-8625-1EC98ABB71E5}"/>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20559261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53D10597-A76D-923D-B1C9-8CAB189D42BC}"/>
              </a:ext>
            </a:extLst>
          </p:cNvPr>
          <p:cNvSpPr/>
          <p:nvPr/>
        </p:nvSpPr>
        <p:spPr>
          <a:xfrm>
            <a:off x="660400" y="2230718"/>
            <a:ext cx="2692395" cy="570773"/>
          </a:xfrm>
          <a:prstGeom prst="rect">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 name="矩形 2">
            <a:extLst>
              <a:ext uri="{FF2B5EF4-FFF2-40B4-BE49-F238E27FC236}">
                <a16:creationId xmlns:a16="http://schemas.microsoft.com/office/drawing/2014/main" id="{27CDF58F-50B8-A53F-953D-FF2A1C629B75}"/>
              </a:ext>
            </a:extLst>
          </p:cNvPr>
          <p:cNvSpPr/>
          <p:nvPr/>
        </p:nvSpPr>
        <p:spPr>
          <a:xfrm>
            <a:off x="3352798" y="2230718"/>
            <a:ext cx="2514599" cy="570773"/>
          </a:xfrm>
          <a:prstGeom prst="rect">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 name="矩形 1">
            <a:extLst>
              <a:ext uri="{FF2B5EF4-FFF2-40B4-BE49-F238E27FC236}">
                <a16:creationId xmlns:a16="http://schemas.microsoft.com/office/drawing/2014/main" id="{C96E8F58-6CAF-7B56-9B78-290F6A698B18}"/>
              </a:ext>
            </a:extLst>
          </p:cNvPr>
          <p:cNvSpPr/>
          <p:nvPr/>
        </p:nvSpPr>
        <p:spPr>
          <a:xfrm>
            <a:off x="5867399" y="2230718"/>
            <a:ext cx="2567941" cy="570773"/>
          </a:xfrm>
          <a:prstGeom prst="rect">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35" name="gaoding-1">
            <a:extLst>
              <a:ext uri="{FF2B5EF4-FFF2-40B4-BE49-F238E27FC236}">
                <a16:creationId xmlns:a16="http://schemas.microsoft.com/office/drawing/2014/main" id="{486633E9-A7C3-28A0-7154-632E77BCF473}"/>
              </a:ext>
            </a:extLst>
          </p:cNvPr>
          <p:cNvSpPr/>
          <p:nvPr/>
        </p:nvSpPr>
        <p:spPr>
          <a:xfrm>
            <a:off x="8497450" y="2849013"/>
            <a:ext cx="2381635"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gaoding-1">
            <a:extLst>
              <a:ext uri="{FF2B5EF4-FFF2-40B4-BE49-F238E27FC236}">
                <a16:creationId xmlns:a16="http://schemas.microsoft.com/office/drawing/2014/main" id="{884ACFD1-3D7B-23E3-9C59-BF439653A556}"/>
              </a:ext>
            </a:extLst>
          </p:cNvPr>
          <p:cNvSpPr/>
          <p:nvPr/>
        </p:nvSpPr>
        <p:spPr>
          <a:xfrm>
            <a:off x="3422886" y="2849013"/>
            <a:ext cx="2403318"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gaoding-1">
            <a:extLst>
              <a:ext uri="{FF2B5EF4-FFF2-40B4-BE49-F238E27FC236}">
                <a16:creationId xmlns:a16="http://schemas.microsoft.com/office/drawing/2014/main" id="{E74E6F4A-C675-7861-84E9-549DBCC27FCB}"/>
              </a:ext>
            </a:extLst>
          </p:cNvPr>
          <p:cNvSpPr/>
          <p:nvPr/>
        </p:nvSpPr>
        <p:spPr>
          <a:xfrm>
            <a:off x="5933029" y="2849013"/>
            <a:ext cx="2476912"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1">
            <a:extLst>
              <a:ext uri="{FF2B5EF4-FFF2-40B4-BE49-F238E27FC236}">
                <a16:creationId xmlns:a16="http://schemas.microsoft.com/office/drawing/2014/main" id="{EC8413C5-C5B0-9AF3-4063-12D7D06DDA7A}"/>
              </a:ext>
            </a:extLst>
          </p:cNvPr>
          <p:cNvSpPr/>
          <p:nvPr/>
        </p:nvSpPr>
        <p:spPr>
          <a:xfrm>
            <a:off x="660400" y="2849013"/>
            <a:ext cx="2641601" cy="3472180"/>
          </a:xfrm>
          <a:prstGeom prst="roundRect">
            <a:avLst>
              <a:gd name="adj" fmla="val 0"/>
            </a:avLst>
          </a:prstGeom>
          <a:solidFill>
            <a:schemeClr val="accent1">
              <a:alpha val="1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4">
            <a:extLst>
              <a:ext uri="{FF2B5EF4-FFF2-40B4-BE49-F238E27FC236}">
                <a16:creationId xmlns:a16="http://schemas.microsoft.com/office/drawing/2014/main" id="{4E51CF05-F4DB-F911-BB98-3C21C0363ECF}"/>
              </a:ext>
            </a:extLst>
          </p:cNvPr>
          <p:cNvSpPr/>
          <p:nvPr/>
        </p:nvSpPr>
        <p:spPr>
          <a:xfrm>
            <a:off x="8442960" y="1946555"/>
            <a:ext cx="3075940" cy="1143378"/>
          </a:xfrm>
          <a:prstGeom prst="rightArrow">
            <a:avLst/>
          </a:prstGeom>
          <a:gradFill flip="none" rotWithShape="1">
            <a:gsLst>
              <a:gs pos="0">
                <a:schemeClr val="accent1">
                  <a:lumMod val="74000"/>
                  <a:lumOff val="2600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gaoding-5">
            <a:extLst>
              <a:ext uri="{FF2B5EF4-FFF2-40B4-BE49-F238E27FC236}">
                <a16:creationId xmlns:a16="http://schemas.microsoft.com/office/drawing/2014/main" id="{790A3015-44F7-F84B-DE76-E29645B0EE38}"/>
              </a:ext>
            </a:extLst>
          </p:cNvPr>
          <p:cNvSpPr txBox="1"/>
          <p:nvPr/>
        </p:nvSpPr>
        <p:spPr>
          <a:xfrm>
            <a:off x="1227316"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策划</a:t>
            </a:r>
          </a:p>
        </p:txBody>
      </p:sp>
      <p:sp>
        <p:nvSpPr>
          <p:cNvPr id="7" name="gaoding-6">
            <a:extLst>
              <a:ext uri="{FF2B5EF4-FFF2-40B4-BE49-F238E27FC236}">
                <a16:creationId xmlns:a16="http://schemas.microsoft.com/office/drawing/2014/main" id="{4DB94FC2-E19B-8717-158C-3698F684883E}"/>
              </a:ext>
            </a:extLst>
          </p:cNvPr>
          <p:cNvSpPr txBox="1"/>
          <p:nvPr/>
        </p:nvSpPr>
        <p:spPr>
          <a:xfrm>
            <a:off x="3829430"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实施</a:t>
            </a:r>
          </a:p>
        </p:txBody>
      </p:sp>
      <p:sp>
        <p:nvSpPr>
          <p:cNvPr id="8" name="gaoding-7">
            <a:extLst>
              <a:ext uri="{FF2B5EF4-FFF2-40B4-BE49-F238E27FC236}">
                <a16:creationId xmlns:a16="http://schemas.microsoft.com/office/drawing/2014/main" id="{5275703C-9242-D2F5-CDC9-2C1CE364CFB6}"/>
              </a:ext>
            </a:extLst>
          </p:cNvPr>
          <p:cNvSpPr txBox="1"/>
          <p:nvPr/>
        </p:nvSpPr>
        <p:spPr>
          <a:xfrm>
            <a:off x="6344026"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检查</a:t>
            </a:r>
          </a:p>
        </p:txBody>
      </p:sp>
      <p:sp>
        <p:nvSpPr>
          <p:cNvPr id="9" name="gaoding-8">
            <a:extLst>
              <a:ext uri="{FF2B5EF4-FFF2-40B4-BE49-F238E27FC236}">
                <a16:creationId xmlns:a16="http://schemas.microsoft.com/office/drawing/2014/main" id="{559B19A1-3027-BA04-49E4-B091F3CEE413}"/>
              </a:ext>
            </a:extLst>
          </p:cNvPr>
          <p:cNvSpPr txBox="1"/>
          <p:nvPr/>
        </p:nvSpPr>
        <p:spPr>
          <a:xfrm>
            <a:off x="8911965" y="2326498"/>
            <a:ext cx="150776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处理</a:t>
            </a:r>
            <a:endParaRPr kumimoji="0" lang="en-US" altLang="zh-CN" sz="2000" b="0" i="0" u="none" strike="noStrike" kern="1200" cap="none" spc="0" normalizeH="0" baseline="0" noProof="0" dirty="0">
              <a:ln>
                <a:noFill/>
              </a:ln>
              <a:solidFill>
                <a:srgbClr val="FFFFFF"/>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42" name="组合 41">
            <a:extLst>
              <a:ext uri="{FF2B5EF4-FFF2-40B4-BE49-F238E27FC236}">
                <a16:creationId xmlns:a16="http://schemas.microsoft.com/office/drawing/2014/main" id="{4CC52657-28E7-D751-3219-39F409ABBB09}"/>
              </a:ext>
            </a:extLst>
          </p:cNvPr>
          <p:cNvGrpSpPr/>
          <p:nvPr/>
        </p:nvGrpSpPr>
        <p:grpSpPr>
          <a:xfrm>
            <a:off x="3352800" y="2956052"/>
            <a:ext cx="5086350" cy="3412664"/>
            <a:chOff x="3352800" y="2511272"/>
            <a:chExt cx="5086350" cy="3472180"/>
          </a:xfrm>
        </p:grpSpPr>
        <p:cxnSp>
          <p:nvCxnSpPr>
            <p:cNvPr id="10" name="gaoding-9">
              <a:extLst>
                <a:ext uri="{FF2B5EF4-FFF2-40B4-BE49-F238E27FC236}">
                  <a16:creationId xmlns:a16="http://schemas.microsoft.com/office/drawing/2014/main" id="{2A4CFB31-7D07-3490-2EC1-B70DD9059C9F}"/>
                </a:ext>
              </a:extLst>
            </p:cNvPr>
            <p:cNvCxnSpPr>
              <a:cxnSpLocks/>
            </p:cNvCxnSpPr>
            <p:nvPr/>
          </p:nvCxnSpPr>
          <p:spPr>
            <a:xfrm>
              <a:off x="3352800" y="2511272"/>
              <a:ext cx="0" cy="3472180"/>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1" name="gaoding-10">
              <a:extLst>
                <a:ext uri="{FF2B5EF4-FFF2-40B4-BE49-F238E27FC236}">
                  <a16:creationId xmlns:a16="http://schemas.microsoft.com/office/drawing/2014/main" id="{211E7AB4-2749-ECE2-BD92-4C7AC285310F}"/>
                </a:ext>
              </a:extLst>
            </p:cNvPr>
            <p:cNvCxnSpPr>
              <a:cxnSpLocks/>
            </p:cNvCxnSpPr>
            <p:nvPr/>
          </p:nvCxnSpPr>
          <p:spPr>
            <a:xfrm>
              <a:off x="5869940" y="2511272"/>
              <a:ext cx="0" cy="3472180"/>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2" name="gaoding-11">
              <a:extLst>
                <a:ext uri="{FF2B5EF4-FFF2-40B4-BE49-F238E27FC236}">
                  <a16:creationId xmlns:a16="http://schemas.microsoft.com/office/drawing/2014/main" id="{E70574BE-A880-6D2F-36BB-748081B38579}"/>
                </a:ext>
              </a:extLst>
            </p:cNvPr>
            <p:cNvCxnSpPr>
              <a:cxnSpLocks/>
            </p:cNvCxnSpPr>
            <p:nvPr/>
          </p:nvCxnSpPr>
          <p:spPr>
            <a:xfrm>
              <a:off x="8439150" y="2511272"/>
              <a:ext cx="0" cy="3472180"/>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grpSp>
      <p:sp>
        <p:nvSpPr>
          <p:cNvPr id="13" name="gaoding-12">
            <a:extLst>
              <a:ext uri="{FF2B5EF4-FFF2-40B4-BE49-F238E27FC236}">
                <a16:creationId xmlns:a16="http://schemas.microsoft.com/office/drawing/2014/main" id="{A5B3DB21-A6E5-A81A-3209-E05032A428DE}"/>
              </a:ext>
            </a:extLst>
          </p:cNvPr>
          <p:cNvSpPr txBox="1"/>
          <p:nvPr/>
        </p:nvSpPr>
        <p:spPr>
          <a:xfrm>
            <a:off x="846168"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 name="gaoding-20">
            <a:extLst>
              <a:ext uri="{FF2B5EF4-FFF2-40B4-BE49-F238E27FC236}">
                <a16:creationId xmlns:a16="http://schemas.microsoft.com/office/drawing/2014/main" id="{7CAD3775-9764-1A6D-8CB8-06A21BD50469}"/>
              </a:ext>
            </a:extLst>
          </p:cNvPr>
          <p:cNvCxnSpPr>
            <a:cxnSpLocks/>
          </p:cNvCxnSpPr>
          <p:nvPr/>
        </p:nvCxnSpPr>
        <p:spPr>
          <a:xfrm>
            <a:off x="3352800" y="2361509"/>
            <a:ext cx="0" cy="3178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gaoding-21">
            <a:extLst>
              <a:ext uri="{FF2B5EF4-FFF2-40B4-BE49-F238E27FC236}">
                <a16:creationId xmlns:a16="http://schemas.microsoft.com/office/drawing/2014/main" id="{86DA727F-73D0-D993-0C0F-D97F90C31166}"/>
              </a:ext>
            </a:extLst>
          </p:cNvPr>
          <p:cNvCxnSpPr>
            <a:cxnSpLocks/>
          </p:cNvCxnSpPr>
          <p:nvPr/>
        </p:nvCxnSpPr>
        <p:spPr>
          <a:xfrm>
            <a:off x="5869940" y="2361509"/>
            <a:ext cx="0" cy="3178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gaoding-22">
            <a:extLst>
              <a:ext uri="{FF2B5EF4-FFF2-40B4-BE49-F238E27FC236}">
                <a16:creationId xmlns:a16="http://schemas.microsoft.com/office/drawing/2014/main" id="{18EA3222-0995-CB51-1296-FEDEE15B3988}"/>
              </a:ext>
            </a:extLst>
          </p:cNvPr>
          <p:cNvCxnSpPr>
            <a:cxnSpLocks/>
          </p:cNvCxnSpPr>
          <p:nvPr/>
        </p:nvCxnSpPr>
        <p:spPr>
          <a:xfrm>
            <a:off x="8439150" y="2361509"/>
            <a:ext cx="0" cy="3178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矩形: 圆角 23">
            <a:extLst>
              <a:ext uri="{FF2B5EF4-FFF2-40B4-BE49-F238E27FC236}">
                <a16:creationId xmlns:a16="http://schemas.microsoft.com/office/drawing/2014/main" id="{0AF9E43D-3218-4066-D23B-7BF0DDA0AFBB}"/>
              </a:ext>
            </a:extLst>
          </p:cNvPr>
          <p:cNvSpPr/>
          <p:nvPr/>
        </p:nvSpPr>
        <p:spPr>
          <a:xfrm>
            <a:off x="846168" y="3146106"/>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产品定位</a:t>
            </a:r>
          </a:p>
        </p:txBody>
      </p:sp>
      <p:sp>
        <p:nvSpPr>
          <p:cNvPr id="17" name="文本框 16">
            <a:extLst>
              <a:ext uri="{FF2B5EF4-FFF2-40B4-BE49-F238E27FC236}">
                <a16:creationId xmlns:a16="http://schemas.microsoft.com/office/drawing/2014/main" id="{A11880AF-AE05-94B1-D146-C79D05C7213B}"/>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8" name="矩形 17">
            <a:extLst>
              <a:ext uri="{FF2B5EF4-FFF2-40B4-BE49-F238E27FC236}">
                <a16:creationId xmlns:a16="http://schemas.microsoft.com/office/drawing/2014/main" id="{ECAD09CF-DFEE-9DEE-0FEB-B31D46531D2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文本框 18">
            <a:extLst>
              <a:ext uri="{FF2B5EF4-FFF2-40B4-BE49-F238E27FC236}">
                <a16:creationId xmlns:a16="http://schemas.microsoft.com/office/drawing/2014/main" id="{89E1BA3B-E5F8-C487-6AA2-644A4EDDDE6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63B027ED-9D52-E42B-870F-BD04BD4A6DA1}"/>
              </a:ext>
            </a:extLst>
          </p:cNvPr>
          <p:cNvSpPr/>
          <p:nvPr/>
        </p:nvSpPr>
        <p:spPr>
          <a:xfrm>
            <a:off x="846168" y="4247918"/>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产品研发</a:t>
            </a:r>
          </a:p>
        </p:txBody>
      </p:sp>
      <p:sp>
        <p:nvSpPr>
          <p:cNvPr id="36" name="矩形: 圆角 35">
            <a:extLst>
              <a:ext uri="{FF2B5EF4-FFF2-40B4-BE49-F238E27FC236}">
                <a16:creationId xmlns:a16="http://schemas.microsoft.com/office/drawing/2014/main" id="{68296A74-419D-8FBD-A763-5727D1C411BA}"/>
              </a:ext>
            </a:extLst>
          </p:cNvPr>
          <p:cNvSpPr/>
          <p:nvPr/>
        </p:nvSpPr>
        <p:spPr>
          <a:xfrm>
            <a:off x="3557203" y="3146106"/>
            <a:ext cx="948889"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首页设计</a:t>
            </a:r>
          </a:p>
        </p:txBody>
      </p:sp>
      <p:sp>
        <p:nvSpPr>
          <p:cNvPr id="37" name="矩形: 圆角 36">
            <a:extLst>
              <a:ext uri="{FF2B5EF4-FFF2-40B4-BE49-F238E27FC236}">
                <a16:creationId xmlns:a16="http://schemas.microsoft.com/office/drawing/2014/main" id="{0461FD45-9CDA-3EBF-E564-477FB43161E6}"/>
              </a:ext>
            </a:extLst>
          </p:cNvPr>
          <p:cNvSpPr/>
          <p:nvPr/>
        </p:nvSpPr>
        <p:spPr>
          <a:xfrm>
            <a:off x="3557203" y="4247918"/>
            <a:ext cx="948889"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详情页设计</a:t>
            </a:r>
          </a:p>
        </p:txBody>
      </p:sp>
      <p:sp>
        <p:nvSpPr>
          <p:cNvPr id="38" name="矩形: 圆角 37">
            <a:extLst>
              <a:ext uri="{FF2B5EF4-FFF2-40B4-BE49-F238E27FC236}">
                <a16:creationId xmlns:a16="http://schemas.microsoft.com/office/drawing/2014/main" id="{C120DAE5-87ED-34F4-B316-083E2EB103FC}"/>
              </a:ext>
            </a:extLst>
          </p:cNvPr>
          <p:cNvSpPr/>
          <p:nvPr/>
        </p:nvSpPr>
        <p:spPr>
          <a:xfrm>
            <a:off x="6069473" y="3146106"/>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促销选品</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圆角 38">
            <a:extLst>
              <a:ext uri="{FF2B5EF4-FFF2-40B4-BE49-F238E27FC236}">
                <a16:creationId xmlns:a16="http://schemas.microsoft.com/office/drawing/2014/main" id="{7873CCB7-8027-AB87-382B-63669457BDBB}"/>
              </a:ext>
            </a:extLst>
          </p:cNvPr>
          <p:cNvSpPr/>
          <p:nvPr/>
        </p:nvSpPr>
        <p:spPr>
          <a:xfrm>
            <a:off x="6069473" y="4247918"/>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价格确定</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矩形: 圆角 39">
            <a:extLst>
              <a:ext uri="{FF2B5EF4-FFF2-40B4-BE49-F238E27FC236}">
                <a16:creationId xmlns:a16="http://schemas.microsoft.com/office/drawing/2014/main" id="{97349EE0-6A62-1F03-4B71-CD75D94E2CEE}"/>
              </a:ext>
            </a:extLst>
          </p:cNvPr>
          <p:cNvSpPr/>
          <p:nvPr/>
        </p:nvSpPr>
        <p:spPr>
          <a:xfrm>
            <a:off x="8650262" y="3146106"/>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广告投放</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矩形: 圆角 40">
            <a:extLst>
              <a:ext uri="{FF2B5EF4-FFF2-40B4-BE49-F238E27FC236}">
                <a16:creationId xmlns:a16="http://schemas.microsoft.com/office/drawing/2014/main" id="{9658785B-7EE2-A5FA-A8A9-33113E5C3185}"/>
              </a:ext>
            </a:extLst>
          </p:cNvPr>
          <p:cNvSpPr/>
          <p:nvPr/>
        </p:nvSpPr>
        <p:spPr>
          <a:xfrm>
            <a:off x="8650262" y="4247918"/>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SEO</a:t>
            </a:r>
            <a:r>
              <a:rPr lang="zh-CN" altLang="en-US"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优化</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gaoding-12">
            <a:extLst>
              <a:ext uri="{FF2B5EF4-FFF2-40B4-BE49-F238E27FC236}">
                <a16:creationId xmlns:a16="http://schemas.microsoft.com/office/drawing/2014/main" id="{5CBE056C-9769-D37F-0861-BA8C76B4978B}"/>
              </a:ext>
            </a:extLst>
          </p:cNvPr>
          <p:cNvSpPr txBox="1"/>
          <p:nvPr/>
        </p:nvSpPr>
        <p:spPr>
          <a:xfrm>
            <a:off x="846168"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46">
            <a:extLst>
              <a:ext uri="{FF2B5EF4-FFF2-40B4-BE49-F238E27FC236}">
                <a16:creationId xmlns:a16="http://schemas.microsoft.com/office/drawing/2014/main" id="{72F417C7-7DC7-549E-FB6A-A72CDAA7A1AA}"/>
              </a:ext>
            </a:extLst>
          </p:cNvPr>
          <p:cNvSpPr/>
          <p:nvPr/>
        </p:nvSpPr>
        <p:spPr>
          <a:xfrm>
            <a:off x="846168" y="5252439"/>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产品推广</a:t>
            </a:r>
          </a:p>
        </p:txBody>
      </p:sp>
      <p:sp>
        <p:nvSpPr>
          <p:cNvPr id="48" name="矩形: 圆角 47">
            <a:extLst>
              <a:ext uri="{FF2B5EF4-FFF2-40B4-BE49-F238E27FC236}">
                <a16:creationId xmlns:a16="http://schemas.microsoft.com/office/drawing/2014/main" id="{7A82B588-AF44-3505-E480-F92A9E672952}"/>
              </a:ext>
            </a:extLst>
          </p:cNvPr>
          <p:cNvSpPr/>
          <p:nvPr/>
        </p:nvSpPr>
        <p:spPr>
          <a:xfrm>
            <a:off x="3557203" y="5252439"/>
            <a:ext cx="948889"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店铺装修</a:t>
            </a:r>
          </a:p>
        </p:txBody>
      </p:sp>
      <p:sp>
        <p:nvSpPr>
          <p:cNvPr id="49" name="矩形: 圆角 48">
            <a:extLst>
              <a:ext uri="{FF2B5EF4-FFF2-40B4-BE49-F238E27FC236}">
                <a16:creationId xmlns:a16="http://schemas.microsoft.com/office/drawing/2014/main" id="{2FAF2A6E-81D9-2013-3D39-943569F3385B}"/>
              </a:ext>
            </a:extLst>
          </p:cNvPr>
          <p:cNvSpPr/>
          <p:nvPr/>
        </p:nvSpPr>
        <p:spPr>
          <a:xfrm>
            <a:off x="6069473" y="5252439"/>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让利促销</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F3B659A1-E43A-3C83-444D-99BB80CB2E11}"/>
              </a:ext>
            </a:extLst>
          </p:cNvPr>
          <p:cNvSpPr/>
          <p:nvPr/>
        </p:nvSpPr>
        <p:spPr>
          <a:xfrm>
            <a:off x="8650262" y="5252439"/>
            <a:ext cx="895331" cy="230832"/>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营销策略</a:t>
            </a:r>
            <a:endParaRPr lang="en-US" altLang="zh-CN"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gaoding-12">
            <a:extLst>
              <a:ext uri="{FF2B5EF4-FFF2-40B4-BE49-F238E27FC236}">
                <a16:creationId xmlns:a16="http://schemas.microsoft.com/office/drawing/2014/main" id="{0342376E-F9CA-858C-A17F-870BE6164D9F}"/>
              </a:ext>
            </a:extLst>
          </p:cNvPr>
          <p:cNvSpPr txBox="1"/>
          <p:nvPr/>
        </p:nvSpPr>
        <p:spPr>
          <a:xfrm>
            <a:off x="846168"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tabLst/>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gaoding-12">
            <a:extLst>
              <a:ext uri="{FF2B5EF4-FFF2-40B4-BE49-F238E27FC236}">
                <a16:creationId xmlns:a16="http://schemas.microsoft.com/office/drawing/2014/main" id="{57D31B00-8849-1FB0-6889-172CF0B00523}"/>
              </a:ext>
            </a:extLst>
          </p:cNvPr>
          <p:cNvSpPr txBox="1"/>
          <p:nvPr/>
        </p:nvSpPr>
        <p:spPr>
          <a:xfrm>
            <a:off x="3477768"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gaoding-12">
            <a:extLst>
              <a:ext uri="{FF2B5EF4-FFF2-40B4-BE49-F238E27FC236}">
                <a16:creationId xmlns:a16="http://schemas.microsoft.com/office/drawing/2014/main" id="{5740A9A6-7544-B9A0-C3E8-2C41076F9AE3}"/>
              </a:ext>
            </a:extLst>
          </p:cNvPr>
          <p:cNvSpPr txBox="1"/>
          <p:nvPr/>
        </p:nvSpPr>
        <p:spPr>
          <a:xfrm>
            <a:off x="3477768"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gaoding-12">
            <a:extLst>
              <a:ext uri="{FF2B5EF4-FFF2-40B4-BE49-F238E27FC236}">
                <a16:creationId xmlns:a16="http://schemas.microsoft.com/office/drawing/2014/main" id="{FB6C05EC-E838-77C7-8B09-2B834C35F448}"/>
              </a:ext>
            </a:extLst>
          </p:cNvPr>
          <p:cNvSpPr txBox="1"/>
          <p:nvPr/>
        </p:nvSpPr>
        <p:spPr>
          <a:xfrm>
            <a:off x="3477768"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tabLst/>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gaoding-12">
            <a:extLst>
              <a:ext uri="{FF2B5EF4-FFF2-40B4-BE49-F238E27FC236}">
                <a16:creationId xmlns:a16="http://schemas.microsoft.com/office/drawing/2014/main" id="{450163F1-1069-FE17-DDFD-B7BCD7984FB6}"/>
              </a:ext>
            </a:extLst>
          </p:cNvPr>
          <p:cNvSpPr txBox="1"/>
          <p:nvPr/>
        </p:nvSpPr>
        <p:spPr>
          <a:xfrm>
            <a:off x="5990540"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12">
            <a:extLst>
              <a:ext uri="{FF2B5EF4-FFF2-40B4-BE49-F238E27FC236}">
                <a16:creationId xmlns:a16="http://schemas.microsoft.com/office/drawing/2014/main" id="{96603907-BEA7-41E8-74FE-10A93CFE6BB3}"/>
              </a:ext>
            </a:extLst>
          </p:cNvPr>
          <p:cNvSpPr txBox="1"/>
          <p:nvPr/>
        </p:nvSpPr>
        <p:spPr>
          <a:xfrm>
            <a:off x="5990540"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gaoding-12">
            <a:extLst>
              <a:ext uri="{FF2B5EF4-FFF2-40B4-BE49-F238E27FC236}">
                <a16:creationId xmlns:a16="http://schemas.microsoft.com/office/drawing/2014/main" id="{C358DA31-E66E-8F8F-9805-3A31EE41DC6A}"/>
              </a:ext>
            </a:extLst>
          </p:cNvPr>
          <p:cNvSpPr txBox="1"/>
          <p:nvPr/>
        </p:nvSpPr>
        <p:spPr>
          <a:xfrm>
            <a:off x="5990540"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tabLst/>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gaoding-12">
            <a:extLst>
              <a:ext uri="{FF2B5EF4-FFF2-40B4-BE49-F238E27FC236}">
                <a16:creationId xmlns:a16="http://schemas.microsoft.com/office/drawing/2014/main" id="{62A52A44-AF89-82CB-22FE-9824A00304C9}"/>
              </a:ext>
            </a:extLst>
          </p:cNvPr>
          <p:cNvSpPr txBox="1"/>
          <p:nvPr/>
        </p:nvSpPr>
        <p:spPr>
          <a:xfrm>
            <a:off x="8546385" y="3417474"/>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12">
            <a:extLst>
              <a:ext uri="{FF2B5EF4-FFF2-40B4-BE49-F238E27FC236}">
                <a16:creationId xmlns:a16="http://schemas.microsoft.com/office/drawing/2014/main" id="{A92C9F3C-8917-87EE-E2B7-7CE988D8A34D}"/>
              </a:ext>
            </a:extLst>
          </p:cNvPr>
          <p:cNvSpPr txBox="1"/>
          <p:nvPr/>
        </p:nvSpPr>
        <p:spPr>
          <a:xfrm>
            <a:off x="8546385" y="4528598"/>
            <a:ext cx="2293135" cy="518540"/>
          </a:xfrm>
          <a:prstGeom prst="rect">
            <a:avLst/>
          </a:prstGeom>
          <a:noFill/>
        </p:spPr>
        <p:txBody>
          <a:bodyPr wrap="squar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gaoding-12">
            <a:extLst>
              <a:ext uri="{FF2B5EF4-FFF2-40B4-BE49-F238E27FC236}">
                <a16:creationId xmlns:a16="http://schemas.microsoft.com/office/drawing/2014/main" id="{BDCB9210-663C-58D4-6340-99237D71B42E}"/>
              </a:ext>
            </a:extLst>
          </p:cNvPr>
          <p:cNvSpPr txBox="1"/>
          <p:nvPr/>
        </p:nvSpPr>
        <p:spPr>
          <a:xfrm>
            <a:off x="8546385" y="5527546"/>
            <a:ext cx="2293135" cy="518540"/>
          </a:xfrm>
          <a:prstGeom prst="rect">
            <a:avLst/>
          </a:prstGeom>
          <a:noFill/>
        </p:spPr>
        <p:txBody>
          <a:bodyPr wrap="square" rtlCol="0">
            <a:spAutoFit/>
          </a:bodyPr>
          <a:lstStyle>
            <a:defPPr>
              <a:defRPr lang="zh-CN"/>
            </a:defPPr>
            <a:lvl1pPr marR="0" lvl="0" indent="0" fontAlgn="auto">
              <a:lnSpc>
                <a:spcPct val="130000"/>
              </a:lnSpc>
              <a:spcBef>
                <a:spcPts val="0"/>
              </a:spcBef>
              <a:spcAft>
                <a:spcPts val="0"/>
              </a:spcAft>
              <a:buClrTx/>
              <a:buSzTx/>
              <a:buFontTx/>
              <a:buNone/>
              <a:tabLst/>
              <a:defRPr kumimoji="0" sz="1100" b="0" i="0" u="none" strike="noStrike" cap="none" spc="0" normalizeH="0" baseline="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stStyle>
          <a:p>
            <a:pPr marL="0" marR="0" lvl="0" indent="0" algn="l" defTabSz="914400" rtl="0" eaLnBrk="1" fontAlgn="auto" latinLnBrk="0" hangingPunct="1">
              <a:lnSpc>
                <a:spcPct val="130000"/>
              </a:lnSpc>
              <a:spcBef>
                <a:spcPts val="0"/>
              </a:spcBef>
              <a:spcAft>
                <a:spcPts val="0"/>
              </a:spcAft>
              <a:buClrTx/>
              <a:buSzTx/>
              <a:buFontTx/>
              <a:buNone/>
              <a:tabLst/>
              <a:defRPr/>
            </a:pP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请根据标题在此处输入正文内容，请根据标题在此处输入正文内容</a:t>
            </a:r>
            <a:endParaRPr kumimoji="0" lang="zh-CN" altLang="en-US" sz="11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gaoding-4">
            <a:extLst>
              <a:ext uri="{FF2B5EF4-FFF2-40B4-BE49-F238E27FC236}">
                <a16:creationId xmlns:a16="http://schemas.microsoft.com/office/drawing/2014/main" id="{BCB43BC4-48EC-22BA-5B07-1C7546B3E15A}"/>
              </a:ext>
            </a:extLst>
          </p:cNvPr>
          <p:cNvSpPr/>
          <p:nvPr/>
        </p:nvSpPr>
        <p:spPr>
          <a:xfrm>
            <a:off x="660400" y="1372781"/>
            <a:ext cx="10218685" cy="61548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9">
            <a:extLst>
              <a:ext uri="{FF2B5EF4-FFF2-40B4-BE49-F238E27FC236}">
                <a16:creationId xmlns:a16="http://schemas.microsoft.com/office/drawing/2014/main" id="{1E252968-231C-2F09-BB27-8644CAC3EE76}"/>
              </a:ext>
            </a:extLst>
          </p:cNvPr>
          <p:cNvSpPr/>
          <p:nvPr/>
        </p:nvSpPr>
        <p:spPr>
          <a:xfrm flipH="1">
            <a:off x="4844773" y="1399813"/>
            <a:ext cx="1849939" cy="488980"/>
          </a:xfrm>
          <a:prstGeom prst="rect">
            <a:avLst/>
          </a:prstGeom>
        </p:spPr>
        <p:txBody>
          <a:bodyPr wrap="square" lIns="0" tIns="0" rIns="0" bIns="0" anchor="ctr">
            <a:spAutoFit/>
          </a:bodyPr>
          <a:lstStyle/>
          <a:p>
            <a:pPr algn="ctr">
              <a:lnSpc>
                <a:spcPct val="150000"/>
              </a:lnSpc>
            </a:pPr>
            <a:r>
              <a:rPr lang="zh-CN" alt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输入一级标题</a:t>
            </a:r>
            <a:endParaRPr lang="en-US" sz="2400" dirty="0">
              <a:gradFill flip="none" rotWithShape="1">
                <a:gsLst>
                  <a:gs pos="0">
                    <a:schemeClr val="accent1">
                      <a:lumMod val="50000"/>
                    </a:schemeClr>
                  </a:gs>
                  <a:gs pos="84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4771419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gaoding-8">
            <a:extLst>
              <a:ext uri="{FF2B5EF4-FFF2-40B4-BE49-F238E27FC236}">
                <a16:creationId xmlns:a16="http://schemas.microsoft.com/office/drawing/2014/main" id="{72CB4BF2-9AEC-D6AB-CE52-8BE7192F4E70}"/>
              </a:ext>
            </a:extLst>
          </p:cNvPr>
          <p:cNvSpPr/>
          <p:nvPr/>
        </p:nvSpPr>
        <p:spPr>
          <a:xfrm>
            <a:off x="3097454" y="2382414"/>
            <a:ext cx="2667133" cy="3651256"/>
          </a:xfrm>
          <a:custGeom>
            <a:avLst/>
            <a:gdLst>
              <a:gd name="connsiteX0" fmla="*/ 0 w 1897640"/>
              <a:gd name="connsiteY0" fmla="*/ 0 h 1729784"/>
              <a:gd name="connsiteX1" fmla="*/ 24304 w 1897640"/>
              <a:gd name="connsiteY1" fmla="*/ 12354 h 1729784"/>
              <a:gd name="connsiteX2" fmla="*/ 1746927 w 1897640"/>
              <a:gd name="connsiteY2" fmla="*/ 445483 h 1729784"/>
              <a:gd name="connsiteX3" fmla="*/ 1897640 w 1897640"/>
              <a:gd name="connsiteY3" fmla="*/ 449294 h 1729784"/>
              <a:gd name="connsiteX4" fmla="*/ 1897640 w 1897640"/>
              <a:gd name="connsiteY4" fmla="*/ 1285940 h 1729784"/>
              <a:gd name="connsiteX5" fmla="*/ 1746927 w 1897640"/>
              <a:gd name="connsiteY5" fmla="*/ 1289751 h 1729784"/>
              <a:gd name="connsiteX6" fmla="*/ 24304 w 1897640"/>
              <a:gd name="connsiteY6" fmla="*/ 1722881 h 1729784"/>
              <a:gd name="connsiteX7" fmla="*/ 10724 w 1897640"/>
              <a:gd name="connsiteY7" fmla="*/ 1729784 h 1729784"/>
              <a:gd name="connsiteX8" fmla="*/ 12256 w 1897640"/>
              <a:gd name="connsiteY8" fmla="*/ 1699432 h 1729784"/>
              <a:gd name="connsiteX9" fmla="*/ 12257 w 1897640"/>
              <a:gd name="connsiteY9" fmla="*/ 139147 h 1729784"/>
              <a:gd name="connsiteX10" fmla="*/ 7817 w 1897640"/>
              <a:gd name="connsiteY10" fmla="*/ 51220 h 172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0" h="1729784">
                <a:moveTo>
                  <a:pt x="0" y="0"/>
                </a:moveTo>
                <a:lnTo>
                  <a:pt x="24304" y="12354"/>
                </a:lnTo>
                <a:cubicBezTo>
                  <a:pt x="550979" y="262189"/>
                  <a:pt x="1132984" y="414363"/>
                  <a:pt x="1746927" y="445483"/>
                </a:cubicBezTo>
                <a:lnTo>
                  <a:pt x="1897640" y="449294"/>
                </a:lnTo>
                <a:lnTo>
                  <a:pt x="1897640" y="1285940"/>
                </a:lnTo>
                <a:lnTo>
                  <a:pt x="1746927" y="1289751"/>
                </a:lnTo>
                <a:cubicBezTo>
                  <a:pt x="1132984" y="1320872"/>
                  <a:pt x="550979" y="1473046"/>
                  <a:pt x="24304" y="1722881"/>
                </a:cubicBezTo>
                <a:lnTo>
                  <a:pt x="10724" y="1729784"/>
                </a:lnTo>
                <a:lnTo>
                  <a:pt x="12256" y="1699432"/>
                </a:lnTo>
                <a:cubicBezTo>
                  <a:pt x="12256" y="1179337"/>
                  <a:pt x="12257" y="659242"/>
                  <a:pt x="12257" y="139147"/>
                </a:cubicBezTo>
                <a:cubicBezTo>
                  <a:pt x="12257" y="109463"/>
                  <a:pt x="10753" y="80130"/>
                  <a:pt x="7817" y="51220"/>
                </a:cubicBezTo>
                <a:close/>
              </a:path>
            </a:pathLst>
          </a:custGeom>
          <a:gradFill flip="none" rotWithShape="1">
            <a:gsLst>
              <a:gs pos="57000">
                <a:schemeClr val="accent1">
                  <a:alpha val="10000"/>
                </a:schemeClr>
              </a:gs>
              <a:gs pos="0">
                <a:schemeClr val="accent1">
                  <a:alpha val="0"/>
                </a:schemeClr>
              </a:gs>
              <a:gs pos="100000">
                <a:schemeClr val="accent1">
                  <a:alpha val="0"/>
                </a:schemeClr>
              </a:gs>
            </a:gsLst>
            <a:lin ang="10800000" scaled="0"/>
            <a:tileRect/>
          </a:gradFill>
          <a:ln w="6350" cap="flat">
            <a:gradFill flip="none" rotWithShape="1">
              <a:gsLst>
                <a:gs pos="61000">
                  <a:schemeClr val="accent1">
                    <a:alpha val="46000"/>
                  </a:schemeClr>
                </a:gs>
                <a:gs pos="30000">
                  <a:schemeClr val="accent1">
                    <a:alpha val="0"/>
                  </a:schemeClr>
                </a:gs>
                <a:gs pos="90000">
                  <a:schemeClr val="accent1">
                    <a:lumMod val="75000"/>
                    <a:alpha val="0"/>
                  </a:schemeClr>
                </a:gs>
              </a:gsLst>
              <a:lin ang="0" scaled="1"/>
              <a:tileRect/>
            </a:grad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gaoding-8">
            <a:extLst>
              <a:ext uri="{FF2B5EF4-FFF2-40B4-BE49-F238E27FC236}">
                <a16:creationId xmlns:a16="http://schemas.microsoft.com/office/drawing/2014/main" id="{4900F322-C9ED-75DA-DBB5-619D2E6CEEDC}"/>
              </a:ext>
            </a:extLst>
          </p:cNvPr>
          <p:cNvSpPr/>
          <p:nvPr/>
        </p:nvSpPr>
        <p:spPr>
          <a:xfrm flipH="1">
            <a:off x="6636692" y="2382414"/>
            <a:ext cx="2667133" cy="3651256"/>
          </a:xfrm>
          <a:custGeom>
            <a:avLst/>
            <a:gdLst>
              <a:gd name="connsiteX0" fmla="*/ 0 w 1897640"/>
              <a:gd name="connsiteY0" fmla="*/ 0 h 1729784"/>
              <a:gd name="connsiteX1" fmla="*/ 24304 w 1897640"/>
              <a:gd name="connsiteY1" fmla="*/ 12354 h 1729784"/>
              <a:gd name="connsiteX2" fmla="*/ 1746927 w 1897640"/>
              <a:gd name="connsiteY2" fmla="*/ 445483 h 1729784"/>
              <a:gd name="connsiteX3" fmla="*/ 1897640 w 1897640"/>
              <a:gd name="connsiteY3" fmla="*/ 449294 h 1729784"/>
              <a:gd name="connsiteX4" fmla="*/ 1897640 w 1897640"/>
              <a:gd name="connsiteY4" fmla="*/ 1285940 h 1729784"/>
              <a:gd name="connsiteX5" fmla="*/ 1746927 w 1897640"/>
              <a:gd name="connsiteY5" fmla="*/ 1289751 h 1729784"/>
              <a:gd name="connsiteX6" fmla="*/ 24304 w 1897640"/>
              <a:gd name="connsiteY6" fmla="*/ 1722881 h 1729784"/>
              <a:gd name="connsiteX7" fmla="*/ 10724 w 1897640"/>
              <a:gd name="connsiteY7" fmla="*/ 1729784 h 1729784"/>
              <a:gd name="connsiteX8" fmla="*/ 12256 w 1897640"/>
              <a:gd name="connsiteY8" fmla="*/ 1699432 h 1729784"/>
              <a:gd name="connsiteX9" fmla="*/ 12257 w 1897640"/>
              <a:gd name="connsiteY9" fmla="*/ 139147 h 1729784"/>
              <a:gd name="connsiteX10" fmla="*/ 7817 w 1897640"/>
              <a:gd name="connsiteY10" fmla="*/ 51220 h 172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0" h="1729784">
                <a:moveTo>
                  <a:pt x="0" y="0"/>
                </a:moveTo>
                <a:lnTo>
                  <a:pt x="24304" y="12354"/>
                </a:lnTo>
                <a:cubicBezTo>
                  <a:pt x="550979" y="262189"/>
                  <a:pt x="1132984" y="414363"/>
                  <a:pt x="1746927" y="445483"/>
                </a:cubicBezTo>
                <a:lnTo>
                  <a:pt x="1897640" y="449294"/>
                </a:lnTo>
                <a:lnTo>
                  <a:pt x="1897640" y="1285940"/>
                </a:lnTo>
                <a:lnTo>
                  <a:pt x="1746927" y="1289751"/>
                </a:lnTo>
                <a:cubicBezTo>
                  <a:pt x="1132984" y="1320872"/>
                  <a:pt x="550979" y="1473046"/>
                  <a:pt x="24304" y="1722881"/>
                </a:cubicBezTo>
                <a:lnTo>
                  <a:pt x="10724" y="1729784"/>
                </a:lnTo>
                <a:lnTo>
                  <a:pt x="12256" y="1699432"/>
                </a:lnTo>
                <a:cubicBezTo>
                  <a:pt x="12256" y="1179337"/>
                  <a:pt x="12257" y="659242"/>
                  <a:pt x="12257" y="139147"/>
                </a:cubicBezTo>
                <a:cubicBezTo>
                  <a:pt x="12257" y="109463"/>
                  <a:pt x="10753" y="80130"/>
                  <a:pt x="7817" y="51220"/>
                </a:cubicBezTo>
                <a:close/>
              </a:path>
            </a:pathLst>
          </a:custGeom>
          <a:gradFill flip="none" rotWithShape="1">
            <a:gsLst>
              <a:gs pos="57000">
                <a:schemeClr val="accent1">
                  <a:alpha val="10000"/>
                </a:schemeClr>
              </a:gs>
              <a:gs pos="0">
                <a:schemeClr val="accent1">
                  <a:alpha val="0"/>
                </a:schemeClr>
              </a:gs>
              <a:gs pos="100000">
                <a:schemeClr val="accent1">
                  <a:alpha val="0"/>
                </a:schemeClr>
              </a:gs>
            </a:gsLst>
            <a:lin ang="10800000" scaled="0"/>
            <a:tileRect/>
          </a:gradFill>
          <a:ln w="6350" cap="flat">
            <a:gradFill flip="none" rotWithShape="1">
              <a:gsLst>
                <a:gs pos="61000">
                  <a:schemeClr val="accent1">
                    <a:alpha val="46000"/>
                  </a:schemeClr>
                </a:gs>
                <a:gs pos="30000">
                  <a:schemeClr val="accent1">
                    <a:alpha val="0"/>
                  </a:schemeClr>
                </a:gs>
                <a:gs pos="90000">
                  <a:schemeClr val="accent1">
                    <a:lumMod val="75000"/>
                    <a:alpha val="0"/>
                  </a:schemeClr>
                </a:gs>
              </a:gsLst>
              <a:lin ang="0" scaled="1"/>
              <a:tileRect/>
            </a:grad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gaoding-8">
            <a:extLst>
              <a:ext uri="{FF2B5EF4-FFF2-40B4-BE49-F238E27FC236}">
                <a16:creationId xmlns:a16="http://schemas.microsoft.com/office/drawing/2014/main" id="{6AE173FD-769F-60F5-2E1E-5BC195C60A04}"/>
              </a:ext>
            </a:extLst>
          </p:cNvPr>
          <p:cNvSpPr/>
          <p:nvPr/>
        </p:nvSpPr>
        <p:spPr>
          <a:xfrm>
            <a:off x="3099659" y="3364227"/>
            <a:ext cx="1897640" cy="1729784"/>
          </a:xfrm>
          <a:custGeom>
            <a:avLst/>
            <a:gdLst>
              <a:gd name="connsiteX0" fmla="*/ 0 w 1897640"/>
              <a:gd name="connsiteY0" fmla="*/ 0 h 1729784"/>
              <a:gd name="connsiteX1" fmla="*/ 24304 w 1897640"/>
              <a:gd name="connsiteY1" fmla="*/ 12354 h 1729784"/>
              <a:gd name="connsiteX2" fmla="*/ 1746927 w 1897640"/>
              <a:gd name="connsiteY2" fmla="*/ 445483 h 1729784"/>
              <a:gd name="connsiteX3" fmla="*/ 1897640 w 1897640"/>
              <a:gd name="connsiteY3" fmla="*/ 449294 h 1729784"/>
              <a:gd name="connsiteX4" fmla="*/ 1897640 w 1897640"/>
              <a:gd name="connsiteY4" fmla="*/ 1285940 h 1729784"/>
              <a:gd name="connsiteX5" fmla="*/ 1746927 w 1897640"/>
              <a:gd name="connsiteY5" fmla="*/ 1289751 h 1729784"/>
              <a:gd name="connsiteX6" fmla="*/ 24304 w 1897640"/>
              <a:gd name="connsiteY6" fmla="*/ 1722881 h 1729784"/>
              <a:gd name="connsiteX7" fmla="*/ 10724 w 1897640"/>
              <a:gd name="connsiteY7" fmla="*/ 1729784 h 1729784"/>
              <a:gd name="connsiteX8" fmla="*/ 12256 w 1897640"/>
              <a:gd name="connsiteY8" fmla="*/ 1699432 h 1729784"/>
              <a:gd name="connsiteX9" fmla="*/ 12257 w 1897640"/>
              <a:gd name="connsiteY9" fmla="*/ 139147 h 1729784"/>
              <a:gd name="connsiteX10" fmla="*/ 7817 w 1897640"/>
              <a:gd name="connsiteY10" fmla="*/ 51220 h 172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0" h="1729784">
                <a:moveTo>
                  <a:pt x="0" y="0"/>
                </a:moveTo>
                <a:lnTo>
                  <a:pt x="24304" y="12354"/>
                </a:lnTo>
                <a:cubicBezTo>
                  <a:pt x="550979" y="262189"/>
                  <a:pt x="1132984" y="414363"/>
                  <a:pt x="1746927" y="445483"/>
                </a:cubicBezTo>
                <a:lnTo>
                  <a:pt x="1897640" y="449294"/>
                </a:lnTo>
                <a:lnTo>
                  <a:pt x="1897640" y="1285940"/>
                </a:lnTo>
                <a:lnTo>
                  <a:pt x="1746927" y="1289751"/>
                </a:lnTo>
                <a:cubicBezTo>
                  <a:pt x="1132984" y="1320872"/>
                  <a:pt x="550979" y="1473046"/>
                  <a:pt x="24304" y="1722881"/>
                </a:cubicBezTo>
                <a:lnTo>
                  <a:pt x="10724" y="1729784"/>
                </a:lnTo>
                <a:lnTo>
                  <a:pt x="12256" y="1699432"/>
                </a:lnTo>
                <a:cubicBezTo>
                  <a:pt x="12256" y="1179337"/>
                  <a:pt x="12257" y="659242"/>
                  <a:pt x="12257" y="139147"/>
                </a:cubicBezTo>
                <a:cubicBezTo>
                  <a:pt x="12257" y="109463"/>
                  <a:pt x="10753" y="80130"/>
                  <a:pt x="7817" y="51220"/>
                </a:cubicBezTo>
                <a:close/>
              </a:path>
            </a:pathLst>
          </a:custGeom>
          <a:gradFill flip="none" rotWithShape="1">
            <a:gsLst>
              <a:gs pos="0">
                <a:schemeClr val="accent1">
                  <a:alpha val="34000"/>
                </a:schemeClr>
              </a:gs>
              <a:gs pos="100000">
                <a:schemeClr val="accent1">
                  <a:alpha val="0"/>
                </a:schemeClr>
              </a:gs>
            </a:gsLst>
            <a:lin ang="10800000" scaled="0"/>
            <a:tileRect/>
          </a:gradFill>
          <a:ln w="12700" cap="flat">
            <a:gradFill flip="none" rotWithShape="1">
              <a:gsLst>
                <a:gs pos="15000">
                  <a:schemeClr val="accent1">
                    <a:alpha val="0"/>
                  </a:schemeClr>
                </a:gs>
                <a:gs pos="100000">
                  <a:schemeClr val="accent1">
                    <a:lumMod val="75000"/>
                  </a:schemeClr>
                </a:gs>
              </a:gsLst>
              <a:lin ang="0" scaled="1"/>
              <a:tileRect/>
            </a:grad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gaoding-9">
            <a:extLst>
              <a:ext uri="{FF2B5EF4-FFF2-40B4-BE49-F238E27FC236}">
                <a16:creationId xmlns:a16="http://schemas.microsoft.com/office/drawing/2014/main" id="{0AFE5188-6BBB-CD2C-D029-969587ED1A46}"/>
              </a:ext>
            </a:extLst>
          </p:cNvPr>
          <p:cNvSpPr/>
          <p:nvPr/>
        </p:nvSpPr>
        <p:spPr>
          <a:xfrm flipH="1">
            <a:off x="7194701" y="3364227"/>
            <a:ext cx="1897642" cy="1729785"/>
          </a:xfrm>
          <a:custGeom>
            <a:avLst/>
            <a:gdLst>
              <a:gd name="connsiteX0" fmla="*/ 0 w 1897642"/>
              <a:gd name="connsiteY0" fmla="*/ 0 h 1729785"/>
              <a:gd name="connsiteX1" fmla="*/ 7817 w 1897642"/>
              <a:gd name="connsiteY1" fmla="*/ 51221 h 1729785"/>
              <a:gd name="connsiteX2" fmla="*/ 12257 w 1897642"/>
              <a:gd name="connsiteY2" fmla="*/ 139148 h 1729785"/>
              <a:gd name="connsiteX3" fmla="*/ 12257 w 1897642"/>
              <a:gd name="connsiteY3" fmla="*/ 1699432 h 1729785"/>
              <a:gd name="connsiteX4" fmla="*/ 10724 w 1897642"/>
              <a:gd name="connsiteY4" fmla="*/ 1729785 h 1729785"/>
              <a:gd name="connsiteX5" fmla="*/ 24306 w 1897642"/>
              <a:gd name="connsiteY5" fmla="*/ 1722882 h 1729785"/>
              <a:gd name="connsiteX6" fmla="*/ 1746929 w 1897642"/>
              <a:gd name="connsiteY6" fmla="*/ 1289752 h 1729785"/>
              <a:gd name="connsiteX7" fmla="*/ 1897642 w 1897642"/>
              <a:gd name="connsiteY7" fmla="*/ 1285941 h 1729785"/>
              <a:gd name="connsiteX8" fmla="*/ 1897642 w 1897642"/>
              <a:gd name="connsiteY8" fmla="*/ 449295 h 1729785"/>
              <a:gd name="connsiteX9" fmla="*/ 1746929 w 1897642"/>
              <a:gd name="connsiteY9" fmla="*/ 445484 h 1729785"/>
              <a:gd name="connsiteX10" fmla="*/ 24306 w 1897642"/>
              <a:gd name="connsiteY10" fmla="*/ 12355 h 1729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7642" h="1729785">
                <a:moveTo>
                  <a:pt x="0" y="0"/>
                </a:moveTo>
                <a:lnTo>
                  <a:pt x="7817" y="51221"/>
                </a:lnTo>
                <a:cubicBezTo>
                  <a:pt x="10753" y="80131"/>
                  <a:pt x="12257" y="109464"/>
                  <a:pt x="12257" y="139148"/>
                </a:cubicBezTo>
                <a:lnTo>
                  <a:pt x="12257" y="1699432"/>
                </a:lnTo>
                <a:lnTo>
                  <a:pt x="10724" y="1729785"/>
                </a:lnTo>
                <a:lnTo>
                  <a:pt x="24306" y="1722882"/>
                </a:lnTo>
                <a:cubicBezTo>
                  <a:pt x="550980" y="1473047"/>
                  <a:pt x="1132986" y="1320873"/>
                  <a:pt x="1746929" y="1289752"/>
                </a:cubicBezTo>
                <a:lnTo>
                  <a:pt x="1897642" y="1285941"/>
                </a:lnTo>
                <a:lnTo>
                  <a:pt x="1897642" y="449295"/>
                </a:lnTo>
                <a:lnTo>
                  <a:pt x="1746929" y="445484"/>
                </a:lnTo>
                <a:cubicBezTo>
                  <a:pt x="1132986" y="414364"/>
                  <a:pt x="550980" y="262190"/>
                  <a:pt x="24306" y="12355"/>
                </a:cubicBezTo>
                <a:close/>
              </a:path>
            </a:pathLst>
          </a:custGeom>
          <a:gradFill flip="none" rotWithShape="1">
            <a:gsLst>
              <a:gs pos="0">
                <a:schemeClr val="accent1">
                  <a:alpha val="34000"/>
                </a:schemeClr>
              </a:gs>
              <a:gs pos="100000">
                <a:schemeClr val="accent1">
                  <a:alpha val="0"/>
                </a:schemeClr>
              </a:gs>
            </a:gsLst>
            <a:lin ang="10800000" scaled="0"/>
            <a:tileRect/>
          </a:gradFill>
          <a:ln w="12700" cap="flat">
            <a:gradFill flip="none" rotWithShape="1">
              <a:gsLst>
                <a:gs pos="15000">
                  <a:schemeClr val="accent1">
                    <a:alpha val="0"/>
                  </a:schemeClr>
                </a:gs>
                <a:gs pos="100000">
                  <a:schemeClr val="accent1">
                    <a:lumMod val="75000"/>
                  </a:schemeClr>
                </a:gs>
              </a:gsLst>
              <a:lin ang="0" scaled="1"/>
              <a:tileRect/>
            </a:gradFill>
            <a:prstDash val="solid"/>
            <a:miter/>
          </a:ln>
        </p:spPr>
        <p:txBody>
          <a:bodyPr wrap="square" rtlCol="0" anchor="ctr">
            <a:noAutofit/>
          </a:bodyPr>
          <a:lstStyle/>
          <a:p>
            <a:endParaRPr lang="zh-CN" altLang="en-US">
              <a:solidFill>
                <a:srgbClr val="FFFFFF">
                  <a:lumMod val="75000"/>
                </a:srgb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gaoding-10">
            <a:extLst>
              <a:ext uri="{FF2B5EF4-FFF2-40B4-BE49-F238E27FC236}">
                <a16:creationId xmlns:a16="http://schemas.microsoft.com/office/drawing/2014/main" id="{A1C3D54B-9EA8-A37F-D936-6B9BE4ECA3D6}"/>
              </a:ext>
            </a:extLst>
          </p:cNvPr>
          <p:cNvSpPr/>
          <p:nvPr/>
        </p:nvSpPr>
        <p:spPr>
          <a:xfrm>
            <a:off x="4431393" y="3558709"/>
            <a:ext cx="1282700" cy="12827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gaoding-11">
            <a:extLst>
              <a:ext uri="{FF2B5EF4-FFF2-40B4-BE49-F238E27FC236}">
                <a16:creationId xmlns:a16="http://schemas.microsoft.com/office/drawing/2014/main" id="{E3CEE209-4951-1532-6906-B6230EDE5CF0}"/>
              </a:ext>
            </a:extLst>
          </p:cNvPr>
          <p:cNvSpPr/>
          <p:nvPr/>
        </p:nvSpPr>
        <p:spPr>
          <a:xfrm>
            <a:off x="6477907" y="3558709"/>
            <a:ext cx="1282700" cy="12827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gaoding-12">
            <a:extLst>
              <a:ext uri="{FF2B5EF4-FFF2-40B4-BE49-F238E27FC236}">
                <a16:creationId xmlns:a16="http://schemas.microsoft.com/office/drawing/2014/main" id="{1070F0A8-2B1B-48E8-BF03-D76F755C3666}"/>
              </a:ext>
            </a:extLst>
          </p:cNvPr>
          <p:cNvSpPr/>
          <p:nvPr/>
        </p:nvSpPr>
        <p:spPr>
          <a:xfrm>
            <a:off x="5364375" y="3468434"/>
            <a:ext cx="1463250" cy="146325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gaoding-17">
            <a:extLst>
              <a:ext uri="{FF2B5EF4-FFF2-40B4-BE49-F238E27FC236}">
                <a16:creationId xmlns:a16="http://schemas.microsoft.com/office/drawing/2014/main" id="{319DB2C0-45EE-E8EB-863E-0FB35414F0EC}"/>
              </a:ext>
            </a:extLst>
          </p:cNvPr>
          <p:cNvSpPr/>
          <p:nvPr/>
        </p:nvSpPr>
        <p:spPr>
          <a:xfrm>
            <a:off x="1391972" y="2643402"/>
            <a:ext cx="1719943" cy="3280228"/>
          </a:xfrm>
          <a:prstGeom prst="roundRect">
            <a:avLst>
              <a:gd name="adj" fmla="val 500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23">
            <a:extLst>
              <a:ext uri="{FF2B5EF4-FFF2-40B4-BE49-F238E27FC236}">
                <a16:creationId xmlns:a16="http://schemas.microsoft.com/office/drawing/2014/main" id="{01E66456-1E68-F395-DAD3-D80651A523C9}"/>
              </a:ext>
            </a:extLst>
          </p:cNvPr>
          <p:cNvSpPr/>
          <p:nvPr/>
        </p:nvSpPr>
        <p:spPr>
          <a:xfrm>
            <a:off x="9080086" y="2643402"/>
            <a:ext cx="1719943" cy="3280228"/>
          </a:xfrm>
          <a:prstGeom prst="roundRect">
            <a:avLst>
              <a:gd name="adj" fmla="val 5000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9">
            <a:extLst>
              <a:ext uri="{FF2B5EF4-FFF2-40B4-BE49-F238E27FC236}">
                <a16:creationId xmlns:a16="http://schemas.microsoft.com/office/drawing/2014/main" id="{FB422FFB-F7A5-F35B-BC0B-35C6BCC08782}"/>
              </a:ext>
            </a:extLst>
          </p:cNvPr>
          <p:cNvSpPr/>
          <p:nvPr/>
        </p:nvSpPr>
        <p:spPr>
          <a:xfrm flipH="1">
            <a:off x="4552879" y="4006511"/>
            <a:ext cx="843526" cy="431144"/>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kumimoji="0" lang="en-US" altLang="zh-CN"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kumimoji="0" 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B8F8069A-2875-D490-9173-B303C97D026A}"/>
              </a:ext>
            </a:extLst>
          </p:cNvPr>
          <p:cNvSpPr/>
          <p:nvPr/>
        </p:nvSpPr>
        <p:spPr>
          <a:xfrm flipH="1">
            <a:off x="6779288" y="4006511"/>
            <a:ext cx="843526" cy="431144"/>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a:t>
            </a:r>
            <a:endParaRPr kumimoji="0" lang="en-US" altLang="zh-CN"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题文字</a:t>
            </a:r>
            <a:endParaRPr kumimoji="0" lang="en-US" sz="1200" i="0" u="none" strike="noStrike" kern="120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9">
            <a:extLst>
              <a:ext uri="{FF2B5EF4-FFF2-40B4-BE49-F238E27FC236}">
                <a16:creationId xmlns:a16="http://schemas.microsoft.com/office/drawing/2014/main" id="{60E20C79-56A8-CA7C-6D14-AB218D093394}"/>
              </a:ext>
            </a:extLst>
          </p:cNvPr>
          <p:cNvSpPr/>
          <p:nvPr/>
        </p:nvSpPr>
        <p:spPr>
          <a:xfrm flipH="1">
            <a:off x="1760724" y="304000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31">
            <a:extLst>
              <a:ext uri="{FF2B5EF4-FFF2-40B4-BE49-F238E27FC236}">
                <a16:creationId xmlns:a16="http://schemas.microsoft.com/office/drawing/2014/main" id="{565ACF0A-BAF6-D095-709C-AA93EF2EE4BE}"/>
              </a:ext>
            </a:extLst>
          </p:cNvPr>
          <p:cNvSpPr/>
          <p:nvPr/>
        </p:nvSpPr>
        <p:spPr>
          <a:xfrm flipH="1">
            <a:off x="1563310" y="33262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9">
            <a:extLst>
              <a:ext uri="{FF2B5EF4-FFF2-40B4-BE49-F238E27FC236}">
                <a16:creationId xmlns:a16="http://schemas.microsoft.com/office/drawing/2014/main" id="{6B09327A-F254-A286-3C57-CA71A00B7783}"/>
              </a:ext>
            </a:extLst>
          </p:cNvPr>
          <p:cNvSpPr/>
          <p:nvPr/>
        </p:nvSpPr>
        <p:spPr>
          <a:xfrm flipH="1">
            <a:off x="1760724" y="390665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稿定-31">
            <a:extLst>
              <a:ext uri="{FF2B5EF4-FFF2-40B4-BE49-F238E27FC236}">
                <a16:creationId xmlns:a16="http://schemas.microsoft.com/office/drawing/2014/main" id="{2E722987-CCF0-5C85-8915-D0976718F8C3}"/>
              </a:ext>
            </a:extLst>
          </p:cNvPr>
          <p:cNvSpPr/>
          <p:nvPr/>
        </p:nvSpPr>
        <p:spPr>
          <a:xfrm flipH="1">
            <a:off x="1563310" y="419288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9">
            <a:extLst>
              <a:ext uri="{FF2B5EF4-FFF2-40B4-BE49-F238E27FC236}">
                <a16:creationId xmlns:a16="http://schemas.microsoft.com/office/drawing/2014/main" id="{3D35B924-2657-FBCA-0175-275E77A6D075}"/>
              </a:ext>
            </a:extLst>
          </p:cNvPr>
          <p:cNvSpPr/>
          <p:nvPr/>
        </p:nvSpPr>
        <p:spPr>
          <a:xfrm flipH="1">
            <a:off x="1760724" y="477330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稿定-31">
            <a:extLst>
              <a:ext uri="{FF2B5EF4-FFF2-40B4-BE49-F238E27FC236}">
                <a16:creationId xmlns:a16="http://schemas.microsoft.com/office/drawing/2014/main" id="{12849E14-BEE8-7F43-761B-DE8DD0A2D913}"/>
              </a:ext>
            </a:extLst>
          </p:cNvPr>
          <p:cNvSpPr/>
          <p:nvPr/>
        </p:nvSpPr>
        <p:spPr>
          <a:xfrm flipH="1">
            <a:off x="1563310" y="50595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稿定-9">
            <a:extLst>
              <a:ext uri="{FF2B5EF4-FFF2-40B4-BE49-F238E27FC236}">
                <a16:creationId xmlns:a16="http://schemas.microsoft.com/office/drawing/2014/main" id="{5452DABD-A083-53FA-09D0-992B75D70CB5}"/>
              </a:ext>
            </a:extLst>
          </p:cNvPr>
          <p:cNvSpPr/>
          <p:nvPr/>
        </p:nvSpPr>
        <p:spPr>
          <a:xfrm flipH="1">
            <a:off x="9459419" y="304000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5" name="稿定-31">
            <a:extLst>
              <a:ext uri="{FF2B5EF4-FFF2-40B4-BE49-F238E27FC236}">
                <a16:creationId xmlns:a16="http://schemas.microsoft.com/office/drawing/2014/main" id="{275906C8-7DF6-EF60-B595-5ECC010DBC67}"/>
              </a:ext>
            </a:extLst>
          </p:cNvPr>
          <p:cNvSpPr/>
          <p:nvPr/>
        </p:nvSpPr>
        <p:spPr>
          <a:xfrm flipH="1">
            <a:off x="9262005" y="33262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稿定-9">
            <a:extLst>
              <a:ext uri="{FF2B5EF4-FFF2-40B4-BE49-F238E27FC236}">
                <a16:creationId xmlns:a16="http://schemas.microsoft.com/office/drawing/2014/main" id="{34EBDA53-CD4D-2F9E-1CEC-AA13C058E233}"/>
              </a:ext>
            </a:extLst>
          </p:cNvPr>
          <p:cNvSpPr/>
          <p:nvPr/>
        </p:nvSpPr>
        <p:spPr>
          <a:xfrm flipH="1">
            <a:off x="9459419" y="390665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稿定-31">
            <a:extLst>
              <a:ext uri="{FF2B5EF4-FFF2-40B4-BE49-F238E27FC236}">
                <a16:creationId xmlns:a16="http://schemas.microsoft.com/office/drawing/2014/main" id="{AD2F04A2-2DB3-06E4-8B31-98CE93B15369}"/>
              </a:ext>
            </a:extLst>
          </p:cNvPr>
          <p:cNvSpPr/>
          <p:nvPr/>
        </p:nvSpPr>
        <p:spPr>
          <a:xfrm flipH="1">
            <a:off x="9262005" y="419288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稿定-9">
            <a:extLst>
              <a:ext uri="{FF2B5EF4-FFF2-40B4-BE49-F238E27FC236}">
                <a16:creationId xmlns:a16="http://schemas.microsoft.com/office/drawing/2014/main" id="{64244C67-C345-E789-EFE9-3EB0742E06FE}"/>
              </a:ext>
            </a:extLst>
          </p:cNvPr>
          <p:cNvSpPr/>
          <p:nvPr/>
        </p:nvSpPr>
        <p:spPr>
          <a:xfrm flipH="1">
            <a:off x="9459419" y="477330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稿定-31">
            <a:extLst>
              <a:ext uri="{FF2B5EF4-FFF2-40B4-BE49-F238E27FC236}">
                <a16:creationId xmlns:a16="http://schemas.microsoft.com/office/drawing/2014/main" id="{30A44373-41CE-A630-ADEE-6EA0B930B6AD}"/>
              </a:ext>
            </a:extLst>
          </p:cNvPr>
          <p:cNvSpPr/>
          <p:nvPr/>
        </p:nvSpPr>
        <p:spPr>
          <a:xfrm flipH="1">
            <a:off x="9262005" y="505953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2DDFFE1-04FB-1F2B-BC7E-11B6431200F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C50FACE2-3462-7449-EC38-34DE437DEEF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FFD20B6D-C9C3-611E-454C-701BB617FE5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稿定-9">
            <a:extLst>
              <a:ext uri="{FF2B5EF4-FFF2-40B4-BE49-F238E27FC236}">
                <a16:creationId xmlns:a16="http://schemas.microsoft.com/office/drawing/2014/main" id="{8FA57482-B488-9BAA-0CDB-BAA9DA4B3699}"/>
              </a:ext>
            </a:extLst>
          </p:cNvPr>
          <p:cNvSpPr/>
          <p:nvPr/>
        </p:nvSpPr>
        <p:spPr>
          <a:xfrm flipH="1">
            <a:off x="5445422" y="4343273"/>
            <a:ext cx="1301156" cy="244491"/>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2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6" name="图形 2">
            <a:extLst>
              <a:ext uri="{FF2B5EF4-FFF2-40B4-BE49-F238E27FC236}">
                <a16:creationId xmlns:a16="http://schemas.microsoft.com/office/drawing/2014/main" id="{73E5A7D5-D7DC-AC60-8896-F6E0524D32C9}"/>
              </a:ext>
            </a:extLst>
          </p:cNvPr>
          <p:cNvGrpSpPr/>
          <p:nvPr/>
        </p:nvGrpSpPr>
        <p:grpSpPr>
          <a:xfrm>
            <a:off x="5823369" y="3819134"/>
            <a:ext cx="545262" cy="490188"/>
            <a:chOff x="4705111" y="5521007"/>
            <a:chExt cx="1067276" cy="959476"/>
          </a:xfrm>
          <a:solidFill>
            <a:schemeClr val="bg1"/>
          </a:solidFill>
        </p:grpSpPr>
        <p:sp>
          <p:nvSpPr>
            <p:cNvPr id="7" name="任意多边形: 形状 6">
              <a:extLst>
                <a:ext uri="{FF2B5EF4-FFF2-40B4-BE49-F238E27FC236}">
                  <a16:creationId xmlns:a16="http://schemas.microsoft.com/office/drawing/2014/main" id="{86BE7C6F-33FE-6380-0FEA-B4A13CDC72AC}"/>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8" name="任意多边形: 形状 7">
              <a:extLst>
                <a:ext uri="{FF2B5EF4-FFF2-40B4-BE49-F238E27FC236}">
                  <a16:creationId xmlns:a16="http://schemas.microsoft.com/office/drawing/2014/main" id="{22A5D476-EC7D-FDEC-FC4D-7A5D50FD90B2}"/>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9" name="任意多边形: 形状 8">
              <a:extLst>
                <a:ext uri="{FF2B5EF4-FFF2-40B4-BE49-F238E27FC236}">
                  <a16:creationId xmlns:a16="http://schemas.microsoft.com/office/drawing/2014/main" id="{3E9BDD52-894D-342D-701B-3DD103990311}"/>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288C0130-9B70-5434-74F0-6C8896BDDD68}"/>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1" name="任意多边形: 形状 10">
              <a:extLst>
                <a:ext uri="{FF2B5EF4-FFF2-40B4-BE49-F238E27FC236}">
                  <a16:creationId xmlns:a16="http://schemas.microsoft.com/office/drawing/2014/main" id="{2B8542C7-2555-45D2-06B8-A91C89FA99CC}"/>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sp>
        <p:nvSpPr>
          <p:cNvPr id="12" name="矩形: 圆角 11">
            <a:extLst>
              <a:ext uri="{FF2B5EF4-FFF2-40B4-BE49-F238E27FC236}">
                <a16:creationId xmlns:a16="http://schemas.microsoft.com/office/drawing/2014/main" id="{58FC77EA-10C2-9C5B-ED10-32C7D96E514F}"/>
              </a:ext>
            </a:extLst>
          </p:cNvPr>
          <p:cNvSpPr/>
          <p:nvPr/>
        </p:nvSpPr>
        <p:spPr>
          <a:xfrm>
            <a:off x="1391973" y="1693411"/>
            <a:ext cx="9408056" cy="582404"/>
          </a:xfrm>
          <a:prstGeom prst="roundRect">
            <a:avLst>
              <a:gd name="adj" fmla="val 5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稿定-9">
            <a:extLst>
              <a:ext uri="{FF2B5EF4-FFF2-40B4-BE49-F238E27FC236}">
                <a16:creationId xmlns:a16="http://schemas.microsoft.com/office/drawing/2014/main" id="{253030BE-7788-5BB9-4DA8-270C4AA31018}"/>
              </a:ext>
            </a:extLst>
          </p:cNvPr>
          <p:cNvSpPr/>
          <p:nvPr/>
        </p:nvSpPr>
        <p:spPr>
          <a:xfrm flipH="1">
            <a:off x="4252611" y="1750673"/>
            <a:ext cx="3686778" cy="407484"/>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本年度第三季度</a:t>
            </a:r>
            <a:endParaRPr kumimoji="0" lang="en-US" sz="2000" i="0" u="none" strike="noStrike" kern="1200" cap="none" spc="0" normalizeH="0" baseline="0" noProof="0" dirty="0">
              <a:ln>
                <a:noFill/>
              </a:ln>
              <a:gradFill flip="none" rotWithShape="1">
                <a:gsLst>
                  <a:gs pos="0">
                    <a:schemeClr val="accent1">
                      <a:lumMod val="50000"/>
                    </a:schemeClr>
                  </a:gs>
                  <a:gs pos="84000">
                    <a:schemeClr val="accent1"/>
                  </a:gs>
                </a:gsLst>
                <a:lin ang="13500000" scaled="1"/>
                <a:tileRect/>
              </a:gra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 name="稿定-9">
            <a:extLst>
              <a:ext uri="{FF2B5EF4-FFF2-40B4-BE49-F238E27FC236}">
                <a16:creationId xmlns:a16="http://schemas.microsoft.com/office/drawing/2014/main" id="{5F09FE21-1E14-4AE7-F31B-348C787B58CC}"/>
              </a:ext>
            </a:extLst>
          </p:cNvPr>
          <p:cNvSpPr/>
          <p:nvPr/>
        </p:nvSpPr>
        <p:spPr>
          <a:xfrm flipH="1">
            <a:off x="3496395" y="4117310"/>
            <a:ext cx="843526" cy="209545"/>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推进</a:t>
            </a:r>
            <a:endParaRPr kumimoji="0" 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稿定-9">
            <a:extLst>
              <a:ext uri="{FF2B5EF4-FFF2-40B4-BE49-F238E27FC236}">
                <a16:creationId xmlns:a16="http://schemas.microsoft.com/office/drawing/2014/main" id="{439A53F1-B9D2-0BC1-4565-6F74043F7E00}"/>
              </a:ext>
            </a:extLst>
          </p:cNvPr>
          <p:cNvSpPr/>
          <p:nvPr/>
        </p:nvSpPr>
        <p:spPr>
          <a:xfrm flipH="1">
            <a:off x="7974819" y="4117310"/>
            <a:ext cx="843526" cy="209545"/>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升级</a:t>
            </a:r>
            <a:endParaRPr kumimoji="0" lang="en-US" sz="1200" i="0" u="none" strike="noStrike" kern="1200" cap="none" spc="0" normalizeH="0" baseline="0" noProof="0" dirty="0">
              <a:ln>
                <a:noFill/>
              </a:ln>
              <a:solidFill>
                <a:schemeClr val="accent1">
                  <a:lumMod val="5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89168552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13">
            <a:extLst>
              <a:ext uri="{FF2B5EF4-FFF2-40B4-BE49-F238E27FC236}">
                <a16:creationId xmlns:a16="http://schemas.microsoft.com/office/drawing/2014/main" id="{41F1AD3D-1D1C-3CCB-1466-E3E5D9E4F70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7" name="矩形 16">
            <a:extLst>
              <a:ext uri="{FF2B5EF4-FFF2-40B4-BE49-F238E27FC236}">
                <a16:creationId xmlns:a16="http://schemas.microsoft.com/office/drawing/2014/main" id="{5A342DB6-AEB0-96DC-7B42-A710D8488636}"/>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文本框 19">
            <a:extLst>
              <a:ext uri="{FF2B5EF4-FFF2-40B4-BE49-F238E27FC236}">
                <a16:creationId xmlns:a16="http://schemas.microsoft.com/office/drawing/2014/main" id="{C164D94C-4C16-DEF3-9C34-C98736FBD7EF}"/>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圆角 1">
            <a:extLst>
              <a:ext uri="{FF2B5EF4-FFF2-40B4-BE49-F238E27FC236}">
                <a16:creationId xmlns:a16="http://schemas.microsoft.com/office/drawing/2014/main" id="{214B6572-F357-B3A8-ABE9-1DCCF8777C50}"/>
              </a:ext>
            </a:extLst>
          </p:cNvPr>
          <p:cNvSpPr/>
          <p:nvPr/>
        </p:nvSpPr>
        <p:spPr>
          <a:xfrm>
            <a:off x="828540" y="1337958"/>
            <a:ext cx="10534921" cy="5139525"/>
          </a:xfrm>
          <a:prstGeom prst="roundRect">
            <a:avLst>
              <a:gd name="adj" fmla="val 50000"/>
            </a:avLst>
          </a:prstGeom>
          <a:solidFill>
            <a:schemeClr val="accent1">
              <a:lumMod val="20000"/>
              <a:lumOff val="80000"/>
              <a:alpha val="49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1">
            <a:extLst>
              <a:ext uri="{FF2B5EF4-FFF2-40B4-BE49-F238E27FC236}">
                <a16:creationId xmlns:a16="http://schemas.microsoft.com/office/drawing/2014/main" id="{A3228E2B-D4FF-5603-8809-153BCCE97674}"/>
              </a:ext>
            </a:extLst>
          </p:cNvPr>
          <p:cNvSpPr/>
          <p:nvPr/>
        </p:nvSpPr>
        <p:spPr>
          <a:xfrm>
            <a:off x="1158674" y="1591132"/>
            <a:ext cx="9874653" cy="4633176"/>
          </a:xfrm>
          <a:prstGeom prst="roundRect">
            <a:avLst>
              <a:gd name="adj" fmla="val 50000"/>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1">
            <a:extLst>
              <a:ext uri="{FF2B5EF4-FFF2-40B4-BE49-F238E27FC236}">
                <a16:creationId xmlns:a16="http://schemas.microsoft.com/office/drawing/2014/main" id="{ACCDCA1E-5F50-2C20-97DF-06D17540142E}"/>
              </a:ext>
            </a:extLst>
          </p:cNvPr>
          <p:cNvSpPr/>
          <p:nvPr/>
        </p:nvSpPr>
        <p:spPr>
          <a:xfrm>
            <a:off x="2922519" y="2757392"/>
            <a:ext cx="6276764" cy="2328080"/>
          </a:xfrm>
          <a:custGeom>
            <a:avLst/>
            <a:gdLst>
              <a:gd name="connsiteX0" fmla="*/ 0 w 8813801"/>
              <a:gd name="connsiteY0" fmla="*/ 1634538 h 3269078"/>
              <a:gd name="connsiteX1" fmla="*/ 0 w 8813801"/>
              <a:gd name="connsiteY1" fmla="*/ 1634539 h 3269078"/>
              <a:gd name="connsiteX2" fmla="*/ 0 w 8813801"/>
              <a:gd name="connsiteY2" fmla="*/ 1634539 h 3269078"/>
              <a:gd name="connsiteX3" fmla="*/ 1858950 w 8813801"/>
              <a:gd name="connsiteY3" fmla="*/ 588388 h 3269078"/>
              <a:gd name="connsiteX4" fmla="*/ 812800 w 8813801"/>
              <a:gd name="connsiteY4" fmla="*/ 1634538 h 3269078"/>
              <a:gd name="connsiteX5" fmla="*/ 1858950 w 8813801"/>
              <a:gd name="connsiteY5" fmla="*/ 2680688 h 3269078"/>
              <a:gd name="connsiteX6" fmla="*/ 6954850 w 8813801"/>
              <a:gd name="connsiteY6" fmla="*/ 2680688 h 3269078"/>
              <a:gd name="connsiteX7" fmla="*/ 8001000 w 8813801"/>
              <a:gd name="connsiteY7" fmla="*/ 1634538 h 3269078"/>
              <a:gd name="connsiteX8" fmla="*/ 6954850 w 8813801"/>
              <a:gd name="connsiteY8" fmla="*/ 588388 h 3269078"/>
              <a:gd name="connsiteX9" fmla="*/ 1634539 w 8813801"/>
              <a:gd name="connsiteY9" fmla="*/ 0 h 3269078"/>
              <a:gd name="connsiteX10" fmla="*/ 7179262 w 8813801"/>
              <a:gd name="connsiteY10" fmla="*/ 0 h 3269078"/>
              <a:gd name="connsiteX11" fmla="*/ 8813801 w 8813801"/>
              <a:gd name="connsiteY11" fmla="*/ 1634539 h 3269078"/>
              <a:gd name="connsiteX12" fmla="*/ 8813800 w 8813801"/>
              <a:gd name="connsiteY12" fmla="*/ 1634539 h 3269078"/>
              <a:gd name="connsiteX13" fmla="*/ 7179261 w 8813801"/>
              <a:gd name="connsiteY13" fmla="*/ 3269078 h 3269078"/>
              <a:gd name="connsiteX14" fmla="*/ 1634539 w 8813801"/>
              <a:gd name="connsiteY14" fmla="*/ 3269077 h 3269078"/>
              <a:gd name="connsiteX15" fmla="*/ 33208 w 8813801"/>
              <a:gd name="connsiteY15" fmla="*/ 1963955 h 3269078"/>
              <a:gd name="connsiteX16" fmla="*/ 0 w 8813801"/>
              <a:gd name="connsiteY16" fmla="*/ 1634539 h 3269078"/>
              <a:gd name="connsiteX17" fmla="*/ 33208 w 8813801"/>
              <a:gd name="connsiteY17" fmla="*/ 1305123 h 3269078"/>
              <a:gd name="connsiteX18" fmla="*/ 1634539 w 8813801"/>
              <a:gd name="connsiteY18" fmla="*/ 0 h 326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813801" h="3269078">
                <a:moveTo>
                  <a:pt x="0" y="1634538"/>
                </a:moveTo>
                <a:lnTo>
                  <a:pt x="0" y="1634539"/>
                </a:lnTo>
                <a:lnTo>
                  <a:pt x="0" y="1634539"/>
                </a:lnTo>
                <a:close/>
                <a:moveTo>
                  <a:pt x="1858950" y="588388"/>
                </a:moveTo>
                <a:cubicBezTo>
                  <a:pt x="1281177" y="588388"/>
                  <a:pt x="812800" y="1056765"/>
                  <a:pt x="812800" y="1634538"/>
                </a:cubicBezTo>
                <a:cubicBezTo>
                  <a:pt x="812800" y="2212311"/>
                  <a:pt x="1281177" y="2680688"/>
                  <a:pt x="1858950" y="2680688"/>
                </a:cubicBezTo>
                <a:lnTo>
                  <a:pt x="6954850" y="2680688"/>
                </a:lnTo>
                <a:cubicBezTo>
                  <a:pt x="7532623" y="2680688"/>
                  <a:pt x="8001000" y="2212311"/>
                  <a:pt x="8001000" y="1634538"/>
                </a:cubicBezTo>
                <a:cubicBezTo>
                  <a:pt x="8001000" y="1056765"/>
                  <a:pt x="7532623" y="588388"/>
                  <a:pt x="6954850" y="588388"/>
                </a:cubicBezTo>
                <a:close/>
                <a:moveTo>
                  <a:pt x="1634539" y="0"/>
                </a:moveTo>
                <a:lnTo>
                  <a:pt x="7179262" y="0"/>
                </a:lnTo>
                <a:cubicBezTo>
                  <a:pt x="8081993" y="0"/>
                  <a:pt x="8813801" y="731808"/>
                  <a:pt x="8813801" y="1634539"/>
                </a:cubicBezTo>
                <a:lnTo>
                  <a:pt x="8813800" y="1634539"/>
                </a:lnTo>
                <a:cubicBezTo>
                  <a:pt x="8813800" y="2537270"/>
                  <a:pt x="8081992" y="3269078"/>
                  <a:pt x="7179261" y="3269078"/>
                </a:cubicBezTo>
                <a:lnTo>
                  <a:pt x="1634539" y="3269077"/>
                </a:lnTo>
                <a:cubicBezTo>
                  <a:pt x="844650" y="3269077"/>
                  <a:pt x="185623" y="2708787"/>
                  <a:pt x="33208" y="1963955"/>
                </a:cubicBezTo>
                <a:lnTo>
                  <a:pt x="0" y="1634539"/>
                </a:lnTo>
                <a:lnTo>
                  <a:pt x="33208" y="1305123"/>
                </a:lnTo>
                <a:cubicBezTo>
                  <a:pt x="185623" y="560291"/>
                  <a:pt x="844650" y="0"/>
                  <a:pt x="1634539" y="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弧形 7">
            <a:extLst>
              <a:ext uri="{FF2B5EF4-FFF2-40B4-BE49-F238E27FC236}">
                <a16:creationId xmlns:a16="http://schemas.microsoft.com/office/drawing/2014/main" id="{839A2A44-A698-BF14-BB82-FA13E071002F}"/>
              </a:ext>
            </a:extLst>
          </p:cNvPr>
          <p:cNvSpPr/>
          <p:nvPr/>
        </p:nvSpPr>
        <p:spPr>
          <a:xfrm>
            <a:off x="7160582" y="2628629"/>
            <a:ext cx="2227038" cy="2530756"/>
          </a:xfrm>
          <a:prstGeom prst="arc">
            <a:avLst>
              <a:gd name="adj1" fmla="val 16464579"/>
              <a:gd name="adj2" fmla="val 20642116"/>
            </a:avLst>
          </a:prstGeom>
          <a:ln w="28575">
            <a:gradFill>
              <a:gsLst>
                <a:gs pos="0">
                  <a:schemeClr val="accent1">
                    <a:lumMod val="20000"/>
                    <a:lumOff val="80000"/>
                    <a:alpha val="0"/>
                  </a:schemeClr>
                </a:gs>
                <a:gs pos="74000">
                  <a:schemeClr val="accent1">
                    <a:lumMod val="60000"/>
                    <a:lumOff val="40000"/>
                  </a:schemeClr>
                </a:gs>
                <a:gs pos="100000">
                  <a:schemeClr val="accent1"/>
                </a:gs>
              </a:gsLst>
              <a:lin ang="5400000" scaled="1"/>
            </a:gradFill>
            <a:tailEnd type="triangl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algn="ctr"/>
            <a:endParaRPr lang="zh-CN" altLang="en-US" dirty="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弧形 8">
            <a:extLst>
              <a:ext uri="{FF2B5EF4-FFF2-40B4-BE49-F238E27FC236}">
                <a16:creationId xmlns:a16="http://schemas.microsoft.com/office/drawing/2014/main" id="{285AED1D-4507-774D-FE09-6A35449C5B06}"/>
              </a:ext>
            </a:extLst>
          </p:cNvPr>
          <p:cNvSpPr/>
          <p:nvPr/>
        </p:nvSpPr>
        <p:spPr>
          <a:xfrm rot="5400000">
            <a:off x="7008723" y="2835338"/>
            <a:ext cx="2227038" cy="2530756"/>
          </a:xfrm>
          <a:prstGeom prst="arc">
            <a:avLst>
              <a:gd name="adj1" fmla="val 16464579"/>
              <a:gd name="adj2" fmla="val 20642116"/>
            </a:avLst>
          </a:prstGeom>
          <a:ln w="28575">
            <a:gradFill>
              <a:gsLst>
                <a:gs pos="0">
                  <a:schemeClr val="accent1">
                    <a:lumMod val="20000"/>
                    <a:lumOff val="80000"/>
                    <a:alpha val="0"/>
                  </a:schemeClr>
                </a:gs>
                <a:gs pos="74000">
                  <a:schemeClr val="accent1">
                    <a:lumMod val="60000"/>
                    <a:lumOff val="40000"/>
                  </a:schemeClr>
                </a:gs>
                <a:gs pos="100000">
                  <a:schemeClr val="accent1"/>
                </a:gs>
              </a:gsLst>
              <a:lin ang="5400000" scaled="1"/>
            </a:gradFill>
            <a:tailEnd type="triangl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algn="ctr"/>
            <a:endParaRPr lang="zh-CN" altLang="en-US" dirty="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弧形 9">
            <a:extLst>
              <a:ext uri="{FF2B5EF4-FFF2-40B4-BE49-F238E27FC236}">
                <a16:creationId xmlns:a16="http://schemas.microsoft.com/office/drawing/2014/main" id="{A753510C-4B7B-1174-1A41-F9E52583EDB6}"/>
              </a:ext>
            </a:extLst>
          </p:cNvPr>
          <p:cNvSpPr/>
          <p:nvPr/>
        </p:nvSpPr>
        <p:spPr>
          <a:xfrm flipH="1">
            <a:off x="2734182" y="2628629"/>
            <a:ext cx="2227038" cy="2530756"/>
          </a:xfrm>
          <a:prstGeom prst="arc">
            <a:avLst>
              <a:gd name="adj1" fmla="val 16464579"/>
              <a:gd name="adj2" fmla="val 20642116"/>
            </a:avLst>
          </a:prstGeom>
          <a:ln w="28575">
            <a:gradFill flip="none" rotWithShape="1">
              <a:gsLst>
                <a:gs pos="0">
                  <a:schemeClr val="accent1">
                    <a:lumMod val="20000"/>
                    <a:lumOff val="80000"/>
                    <a:alpha val="0"/>
                  </a:schemeClr>
                </a:gs>
                <a:gs pos="74000">
                  <a:schemeClr val="accent1">
                    <a:lumMod val="60000"/>
                    <a:lumOff val="40000"/>
                  </a:schemeClr>
                </a:gs>
                <a:gs pos="100000">
                  <a:schemeClr val="accent1"/>
                </a:gs>
              </a:gsLst>
              <a:lin ang="10800000" scaled="1"/>
              <a:tileRect/>
            </a:gradFill>
            <a:headEnd type="triangle"/>
            <a:tailEnd type="non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弧形 10">
            <a:extLst>
              <a:ext uri="{FF2B5EF4-FFF2-40B4-BE49-F238E27FC236}">
                <a16:creationId xmlns:a16="http://schemas.microsoft.com/office/drawing/2014/main" id="{683F0426-6811-E19D-2EFD-1BA68A8A3D99}"/>
              </a:ext>
            </a:extLst>
          </p:cNvPr>
          <p:cNvSpPr/>
          <p:nvPr/>
        </p:nvSpPr>
        <p:spPr>
          <a:xfrm rot="16200000" flipH="1">
            <a:off x="2886041" y="2835338"/>
            <a:ext cx="2227038" cy="2530756"/>
          </a:xfrm>
          <a:prstGeom prst="arc">
            <a:avLst>
              <a:gd name="adj1" fmla="val 16464579"/>
              <a:gd name="adj2" fmla="val 20642116"/>
            </a:avLst>
          </a:prstGeom>
          <a:ln w="28575">
            <a:gradFill flip="none" rotWithShape="1">
              <a:gsLst>
                <a:gs pos="0">
                  <a:schemeClr val="accent1">
                    <a:lumMod val="20000"/>
                    <a:lumOff val="80000"/>
                    <a:alpha val="0"/>
                  </a:schemeClr>
                </a:gs>
                <a:gs pos="74000">
                  <a:schemeClr val="accent1">
                    <a:lumMod val="60000"/>
                    <a:lumOff val="40000"/>
                  </a:schemeClr>
                </a:gs>
                <a:gs pos="100000">
                  <a:schemeClr val="accent1"/>
                </a:gs>
              </a:gsLst>
              <a:lin ang="10800000" scaled="1"/>
              <a:tileRect/>
            </a:gradFill>
            <a:headEnd type="triangle"/>
            <a:tailEnd type="none"/>
          </a:ln>
        </p:spPr>
        <p:style>
          <a:lnRef idx="1">
            <a:schemeClr val="accent1"/>
          </a:lnRef>
          <a:fillRef idx="0">
            <a:schemeClr val="accent1"/>
          </a:fillRef>
          <a:effectRef idx="0">
            <a:schemeClr val="accent1"/>
          </a:effectRef>
          <a:fontRef idx="minor">
            <a:schemeClr val="tx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C1084B40-1F61-1CB6-C4B3-ED810806C82B}"/>
              </a:ext>
            </a:extLst>
          </p:cNvPr>
          <p:cNvSpPr/>
          <p:nvPr/>
        </p:nvSpPr>
        <p:spPr>
          <a:xfrm>
            <a:off x="8624794" y="3634188"/>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F6E91145-8F26-595E-C89C-323AF8A1776C}"/>
              </a:ext>
            </a:extLst>
          </p:cNvPr>
          <p:cNvSpPr/>
          <p:nvPr/>
        </p:nvSpPr>
        <p:spPr>
          <a:xfrm>
            <a:off x="2929615" y="3634188"/>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39737115-1757-7B90-49F0-42B2B621368B}"/>
              </a:ext>
            </a:extLst>
          </p:cNvPr>
          <p:cNvSpPr/>
          <p:nvPr/>
        </p:nvSpPr>
        <p:spPr>
          <a:xfrm>
            <a:off x="7625997" y="2683480"/>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70903C23-0ACA-6ACF-0E3B-D564212CD68C}"/>
              </a:ext>
            </a:extLst>
          </p:cNvPr>
          <p:cNvSpPr/>
          <p:nvPr/>
        </p:nvSpPr>
        <p:spPr>
          <a:xfrm>
            <a:off x="7625997" y="4583165"/>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椭圆 23">
            <a:extLst>
              <a:ext uri="{FF2B5EF4-FFF2-40B4-BE49-F238E27FC236}">
                <a16:creationId xmlns:a16="http://schemas.microsoft.com/office/drawing/2014/main" id="{E8395870-7256-C9AE-D3B0-640BFCA11025}"/>
              </a:ext>
            </a:extLst>
          </p:cNvPr>
          <p:cNvSpPr/>
          <p:nvPr/>
        </p:nvSpPr>
        <p:spPr>
          <a:xfrm>
            <a:off x="5808755" y="2683480"/>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BD17CEF2-29AE-69B6-577D-3C2A01B2852D}"/>
              </a:ext>
            </a:extLst>
          </p:cNvPr>
          <p:cNvSpPr/>
          <p:nvPr/>
        </p:nvSpPr>
        <p:spPr>
          <a:xfrm>
            <a:off x="5808755" y="4583165"/>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椭圆 29">
            <a:extLst>
              <a:ext uri="{FF2B5EF4-FFF2-40B4-BE49-F238E27FC236}">
                <a16:creationId xmlns:a16="http://schemas.microsoft.com/office/drawing/2014/main" id="{06ED9603-C69F-6EDD-8D62-1D389C4E1844}"/>
              </a:ext>
            </a:extLst>
          </p:cNvPr>
          <p:cNvSpPr/>
          <p:nvPr/>
        </p:nvSpPr>
        <p:spPr>
          <a:xfrm>
            <a:off x="3990086" y="2683480"/>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椭圆 32">
            <a:extLst>
              <a:ext uri="{FF2B5EF4-FFF2-40B4-BE49-F238E27FC236}">
                <a16:creationId xmlns:a16="http://schemas.microsoft.com/office/drawing/2014/main" id="{A05B3E50-A957-772C-F667-DDF1FB1A4F3E}"/>
              </a:ext>
            </a:extLst>
          </p:cNvPr>
          <p:cNvSpPr/>
          <p:nvPr/>
        </p:nvSpPr>
        <p:spPr>
          <a:xfrm>
            <a:off x="3990086" y="4583165"/>
            <a:ext cx="574489" cy="57448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8" name="gaoding-18">
            <a:extLst>
              <a:ext uri="{FF2B5EF4-FFF2-40B4-BE49-F238E27FC236}">
                <a16:creationId xmlns:a16="http://schemas.microsoft.com/office/drawing/2014/main" id="{2FD0115F-F4E0-F167-5E33-F5454E029B8A}"/>
              </a:ext>
            </a:extLst>
          </p:cNvPr>
          <p:cNvSpPr txBox="1"/>
          <p:nvPr/>
        </p:nvSpPr>
        <p:spPr>
          <a:xfrm>
            <a:off x="4118633" y="2832224"/>
            <a:ext cx="317395"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gaoding-18">
            <a:extLst>
              <a:ext uri="{FF2B5EF4-FFF2-40B4-BE49-F238E27FC236}">
                <a16:creationId xmlns:a16="http://schemas.microsoft.com/office/drawing/2014/main" id="{3F965DEF-64B0-2915-5288-B3F0F2FA6C40}"/>
              </a:ext>
            </a:extLst>
          </p:cNvPr>
          <p:cNvSpPr txBox="1"/>
          <p:nvPr/>
        </p:nvSpPr>
        <p:spPr>
          <a:xfrm>
            <a:off x="5952172" y="2832224"/>
            <a:ext cx="320602"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18">
            <a:extLst>
              <a:ext uri="{FF2B5EF4-FFF2-40B4-BE49-F238E27FC236}">
                <a16:creationId xmlns:a16="http://schemas.microsoft.com/office/drawing/2014/main" id="{8E15E9AC-5847-0266-A529-0B5B19DE06F6}"/>
              </a:ext>
            </a:extLst>
          </p:cNvPr>
          <p:cNvSpPr txBox="1"/>
          <p:nvPr/>
        </p:nvSpPr>
        <p:spPr>
          <a:xfrm>
            <a:off x="7753742" y="2832224"/>
            <a:ext cx="318998"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gaoding-18">
            <a:extLst>
              <a:ext uri="{FF2B5EF4-FFF2-40B4-BE49-F238E27FC236}">
                <a16:creationId xmlns:a16="http://schemas.microsoft.com/office/drawing/2014/main" id="{BE10985D-AB8F-3E31-C79A-A37C377AADD1}"/>
              </a:ext>
            </a:extLst>
          </p:cNvPr>
          <p:cNvSpPr txBox="1"/>
          <p:nvPr/>
        </p:nvSpPr>
        <p:spPr>
          <a:xfrm>
            <a:off x="4117831" y="4734355"/>
            <a:ext cx="318998"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08</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gaoding-18">
            <a:extLst>
              <a:ext uri="{FF2B5EF4-FFF2-40B4-BE49-F238E27FC236}">
                <a16:creationId xmlns:a16="http://schemas.microsoft.com/office/drawing/2014/main" id="{4C8C4C1D-2A7E-29DE-7A7D-A44C0B2B1ECD}"/>
              </a:ext>
            </a:extLst>
          </p:cNvPr>
          <p:cNvSpPr txBox="1"/>
          <p:nvPr/>
        </p:nvSpPr>
        <p:spPr>
          <a:xfrm>
            <a:off x="5952172" y="4734355"/>
            <a:ext cx="314190"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07</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18">
            <a:extLst>
              <a:ext uri="{FF2B5EF4-FFF2-40B4-BE49-F238E27FC236}">
                <a16:creationId xmlns:a16="http://schemas.microsoft.com/office/drawing/2014/main" id="{30AD559F-80A7-BB82-6E9F-1220A9FED543}"/>
              </a:ext>
            </a:extLst>
          </p:cNvPr>
          <p:cNvSpPr txBox="1"/>
          <p:nvPr/>
        </p:nvSpPr>
        <p:spPr>
          <a:xfrm>
            <a:off x="7754544" y="4734355"/>
            <a:ext cx="317395"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06</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gaoding-18">
            <a:extLst>
              <a:ext uri="{FF2B5EF4-FFF2-40B4-BE49-F238E27FC236}">
                <a16:creationId xmlns:a16="http://schemas.microsoft.com/office/drawing/2014/main" id="{24ABE574-4F99-16D1-275D-2A85E619C840}"/>
              </a:ext>
            </a:extLst>
          </p:cNvPr>
          <p:cNvSpPr txBox="1"/>
          <p:nvPr/>
        </p:nvSpPr>
        <p:spPr>
          <a:xfrm>
            <a:off x="3072588" y="3788351"/>
            <a:ext cx="288542"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gaoding-18">
            <a:extLst>
              <a:ext uri="{FF2B5EF4-FFF2-40B4-BE49-F238E27FC236}">
                <a16:creationId xmlns:a16="http://schemas.microsoft.com/office/drawing/2014/main" id="{F9BAF46E-43C4-D1CD-B33C-119F089E89FF}"/>
              </a:ext>
            </a:extLst>
          </p:cNvPr>
          <p:cNvSpPr txBox="1"/>
          <p:nvPr/>
        </p:nvSpPr>
        <p:spPr>
          <a:xfrm>
            <a:off x="8751948" y="3788351"/>
            <a:ext cx="314190"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zh-CN"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endParaRPr kumimoji="1" lang="zh-CN" altLang="en-US" b="0" i="0" u="none" strike="noStrike" kern="1200" cap="none" spc="0" normalizeH="0" baseline="0" noProof="0" dirty="0">
              <a:ln>
                <a:noFill/>
              </a:ln>
              <a:solidFill>
                <a:schemeClr val="bg1"/>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9">
            <a:extLst>
              <a:ext uri="{FF2B5EF4-FFF2-40B4-BE49-F238E27FC236}">
                <a16:creationId xmlns:a16="http://schemas.microsoft.com/office/drawing/2014/main" id="{CD499700-98C7-82ED-7E9E-42BD9DACEA46}"/>
              </a:ext>
            </a:extLst>
          </p:cNvPr>
          <p:cNvSpPr/>
          <p:nvPr/>
        </p:nvSpPr>
        <p:spPr>
          <a:xfrm flipH="1">
            <a:off x="3737713" y="179188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稿定-31">
            <a:extLst>
              <a:ext uri="{FF2B5EF4-FFF2-40B4-BE49-F238E27FC236}">
                <a16:creationId xmlns:a16="http://schemas.microsoft.com/office/drawing/2014/main" id="{70780944-FE19-E9DE-5AA3-65E66F23392C}"/>
              </a:ext>
            </a:extLst>
          </p:cNvPr>
          <p:cNvSpPr/>
          <p:nvPr/>
        </p:nvSpPr>
        <p:spPr>
          <a:xfrm flipH="1">
            <a:off x="3650398" y="208238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9">
            <a:extLst>
              <a:ext uri="{FF2B5EF4-FFF2-40B4-BE49-F238E27FC236}">
                <a16:creationId xmlns:a16="http://schemas.microsoft.com/office/drawing/2014/main" id="{414F1774-3603-1909-8FBA-58B73170A0F5}"/>
              </a:ext>
            </a:extLst>
          </p:cNvPr>
          <p:cNvSpPr/>
          <p:nvPr/>
        </p:nvSpPr>
        <p:spPr>
          <a:xfrm flipH="1">
            <a:off x="5463196" y="179188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稿定-31">
            <a:extLst>
              <a:ext uri="{FF2B5EF4-FFF2-40B4-BE49-F238E27FC236}">
                <a16:creationId xmlns:a16="http://schemas.microsoft.com/office/drawing/2014/main" id="{F2A003EE-C5A7-FDC7-6988-4A18A448E647}"/>
              </a:ext>
            </a:extLst>
          </p:cNvPr>
          <p:cNvSpPr/>
          <p:nvPr/>
        </p:nvSpPr>
        <p:spPr>
          <a:xfrm flipH="1">
            <a:off x="5375881" y="208238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稿定-9">
            <a:extLst>
              <a:ext uri="{FF2B5EF4-FFF2-40B4-BE49-F238E27FC236}">
                <a16:creationId xmlns:a16="http://schemas.microsoft.com/office/drawing/2014/main" id="{3307322B-7B65-C042-DBB9-60E585BDD7FA}"/>
              </a:ext>
            </a:extLst>
          </p:cNvPr>
          <p:cNvSpPr/>
          <p:nvPr/>
        </p:nvSpPr>
        <p:spPr>
          <a:xfrm flipH="1">
            <a:off x="7254094" y="179188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稿定-31">
            <a:extLst>
              <a:ext uri="{FF2B5EF4-FFF2-40B4-BE49-F238E27FC236}">
                <a16:creationId xmlns:a16="http://schemas.microsoft.com/office/drawing/2014/main" id="{76132043-3064-CAEB-C69A-5B2964C56081}"/>
              </a:ext>
            </a:extLst>
          </p:cNvPr>
          <p:cNvSpPr/>
          <p:nvPr/>
        </p:nvSpPr>
        <p:spPr>
          <a:xfrm flipH="1">
            <a:off x="7166779" y="208238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稿定-9">
            <a:extLst>
              <a:ext uri="{FF2B5EF4-FFF2-40B4-BE49-F238E27FC236}">
                <a16:creationId xmlns:a16="http://schemas.microsoft.com/office/drawing/2014/main" id="{E1A580DF-1F2C-BCB3-7F32-9708DBAFBE88}"/>
              </a:ext>
            </a:extLst>
          </p:cNvPr>
          <p:cNvSpPr/>
          <p:nvPr/>
        </p:nvSpPr>
        <p:spPr>
          <a:xfrm flipH="1">
            <a:off x="3737713" y="530301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31">
            <a:extLst>
              <a:ext uri="{FF2B5EF4-FFF2-40B4-BE49-F238E27FC236}">
                <a16:creationId xmlns:a16="http://schemas.microsoft.com/office/drawing/2014/main" id="{6368F255-E793-6023-851A-CB70E292E349}"/>
              </a:ext>
            </a:extLst>
          </p:cNvPr>
          <p:cNvSpPr/>
          <p:nvPr/>
        </p:nvSpPr>
        <p:spPr>
          <a:xfrm flipH="1">
            <a:off x="3650398" y="559351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稿定-9">
            <a:extLst>
              <a:ext uri="{FF2B5EF4-FFF2-40B4-BE49-F238E27FC236}">
                <a16:creationId xmlns:a16="http://schemas.microsoft.com/office/drawing/2014/main" id="{BC8364E1-69F3-E6A1-9BC5-229D80F3700C}"/>
              </a:ext>
            </a:extLst>
          </p:cNvPr>
          <p:cNvSpPr/>
          <p:nvPr/>
        </p:nvSpPr>
        <p:spPr>
          <a:xfrm flipH="1">
            <a:off x="5463196" y="530301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稿定-31">
            <a:extLst>
              <a:ext uri="{FF2B5EF4-FFF2-40B4-BE49-F238E27FC236}">
                <a16:creationId xmlns:a16="http://schemas.microsoft.com/office/drawing/2014/main" id="{DD4F3E20-D749-123E-8492-D3905048ECAE}"/>
              </a:ext>
            </a:extLst>
          </p:cNvPr>
          <p:cNvSpPr/>
          <p:nvPr/>
        </p:nvSpPr>
        <p:spPr>
          <a:xfrm flipH="1">
            <a:off x="5375881" y="559351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稿定-9">
            <a:extLst>
              <a:ext uri="{FF2B5EF4-FFF2-40B4-BE49-F238E27FC236}">
                <a16:creationId xmlns:a16="http://schemas.microsoft.com/office/drawing/2014/main" id="{D48ACD86-57D5-9D73-766B-169A4B26DA6B}"/>
              </a:ext>
            </a:extLst>
          </p:cNvPr>
          <p:cNvSpPr/>
          <p:nvPr/>
        </p:nvSpPr>
        <p:spPr>
          <a:xfrm flipH="1">
            <a:off x="7254094" y="530301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5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31">
            <a:extLst>
              <a:ext uri="{FF2B5EF4-FFF2-40B4-BE49-F238E27FC236}">
                <a16:creationId xmlns:a16="http://schemas.microsoft.com/office/drawing/2014/main" id="{4EEF610B-963B-3F99-0571-BC653D9490E0}"/>
              </a:ext>
            </a:extLst>
          </p:cNvPr>
          <p:cNvSpPr/>
          <p:nvPr/>
        </p:nvSpPr>
        <p:spPr>
          <a:xfrm flipH="1">
            <a:off x="7166779" y="5593511"/>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9">
            <a:extLst>
              <a:ext uri="{FF2B5EF4-FFF2-40B4-BE49-F238E27FC236}">
                <a16:creationId xmlns:a16="http://schemas.microsoft.com/office/drawing/2014/main" id="{5002A740-D5E3-90C7-F979-EE72499372FA}"/>
              </a:ext>
            </a:extLst>
          </p:cNvPr>
          <p:cNvSpPr/>
          <p:nvPr/>
        </p:nvSpPr>
        <p:spPr>
          <a:xfrm flipH="1">
            <a:off x="9529224" y="360666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稿定-31">
            <a:extLst>
              <a:ext uri="{FF2B5EF4-FFF2-40B4-BE49-F238E27FC236}">
                <a16:creationId xmlns:a16="http://schemas.microsoft.com/office/drawing/2014/main" id="{235126AA-5EFF-3215-197F-EECC7065AB1E}"/>
              </a:ext>
            </a:extLst>
          </p:cNvPr>
          <p:cNvSpPr/>
          <p:nvPr/>
        </p:nvSpPr>
        <p:spPr>
          <a:xfrm flipH="1">
            <a:off x="9541482" y="3897161"/>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9">
            <a:extLst>
              <a:ext uri="{FF2B5EF4-FFF2-40B4-BE49-F238E27FC236}">
                <a16:creationId xmlns:a16="http://schemas.microsoft.com/office/drawing/2014/main" id="{11383EEB-BD1F-0AB6-F467-27291DDCD8EE}"/>
              </a:ext>
            </a:extLst>
          </p:cNvPr>
          <p:cNvSpPr/>
          <p:nvPr/>
        </p:nvSpPr>
        <p:spPr>
          <a:xfrm flipH="1">
            <a:off x="1407427" y="3606667"/>
            <a:ext cx="1192054" cy="280928"/>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5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稿定-31">
            <a:extLst>
              <a:ext uri="{FF2B5EF4-FFF2-40B4-BE49-F238E27FC236}">
                <a16:creationId xmlns:a16="http://schemas.microsoft.com/office/drawing/2014/main" id="{8D0E7D7E-0C03-FD46-7814-9A00BFDA1FA8}"/>
              </a:ext>
            </a:extLst>
          </p:cNvPr>
          <p:cNvSpPr/>
          <p:nvPr/>
        </p:nvSpPr>
        <p:spPr>
          <a:xfrm flipH="1">
            <a:off x="1238676" y="3897161"/>
            <a:ext cx="1366685" cy="352917"/>
          </a:xfrm>
          <a:prstGeom prst="rect">
            <a:avLst/>
          </a:prstGeom>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稿定-9">
            <a:extLst>
              <a:ext uri="{FF2B5EF4-FFF2-40B4-BE49-F238E27FC236}">
                <a16:creationId xmlns:a16="http://schemas.microsoft.com/office/drawing/2014/main" id="{92B49617-B0F5-AFD3-49C9-E174179B9B67}"/>
              </a:ext>
            </a:extLst>
          </p:cNvPr>
          <p:cNvSpPr/>
          <p:nvPr/>
        </p:nvSpPr>
        <p:spPr>
          <a:xfrm flipH="1">
            <a:off x="4941900" y="3470418"/>
            <a:ext cx="2308200" cy="733471"/>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3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又美又飒</a:t>
            </a:r>
            <a:endParaRPr kumimoji="0" lang="en-US" sz="3600" i="0" u="none" strike="noStrike" kern="1200" cap="none" spc="0" normalizeH="0" baseline="0" noProof="0" dirty="0">
              <a:ln>
                <a:noFill/>
              </a:ln>
              <a:solidFill>
                <a:schemeClr val="accen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77291102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a:extLst>
              <a:ext uri="{FF2B5EF4-FFF2-40B4-BE49-F238E27FC236}">
                <a16:creationId xmlns:a16="http://schemas.microsoft.com/office/drawing/2014/main" id="{BCA1A616-BC2C-B0CE-3FBB-ADBDA5AFEC96}"/>
              </a:ext>
            </a:extLst>
          </p:cNvPr>
          <p:cNvSpPr/>
          <p:nvPr/>
        </p:nvSpPr>
        <p:spPr>
          <a:xfrm>
            <a:off x="676768" y="1690417"/>
            <a:ext cx="4374724" cy="421362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AA8226C4-ED79-9E86-E781-D96EC408EF7A}"/>
              </a:ext>
            </a:extLst>
          </p:cNvPr>
          <p:cNvSpPr/>
          <p:nvPr/>
        </p:nvSpPr>
        <p:spPr>
          <a:xfrm flipH="1">
            <a:off x="7140506" y="1690417"/>
            <a:ext cx="4374726" cy="421362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椭圆 22">
            <a:extLst>
              <a:ext uri="{FF2B5EF4-FFF2-40B4-BE49-F238E27FC236}">
                <a16:creationId xmlns:a16="http://schemas.microsoft.com/office/drawing/2014/main" id="{D741F8C6-15F4-13F4-2A4E-2FCECB9FBE8A}"/>
              </a:ext>
            </a:extLst>
          </p:cNvPr>
          <p:cNvSpPr/>
          <p:nvPr/>
        </p:nvSpPr>
        <p:spPr>
          <a:xfrm>
            <a:off x="3340625" y="2315637"/>
            <a:ext cx="2963182" cy="296318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椭圆 37">
            <a:extLst>
              <a:ext uri="{FF2B5EF4-FFF2-40B4-BE49-F238E27FC236}">
                <a16:creationId xmlns:a16="http://schemas.microsoft.com/office/drawing/2014/main" id="{F030F1E6-2F66-097F-264F-0E3BFCE6E899}"/>
              </a:ext>
            </a:extLst>
          </p:cNvPr>
          <p:cNvSpPr/>
          <p:nvPr/>
        </p:nvSpPr>
        <p:spPr>
          <a:xfrm>
            <a:off x="3683327" y="2508838"/>
            <a:ext cx="322216" cy="322216"/>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椭圆 38">
            <a:extLst>
              <a:ext uri="{FF2B5EF4-FFF2-40B4-BE49-F238E27FC236}">
                <a16:creationId xmlns:a16="http://schemas.microsoft.com/office/drawing/2014/main" id="{A32C7EC4-64AB-062B-3205-982D7D0299A9}"/>
              </a:ext>
            </a:extLst>
          </p:cNvPr>
          <p:cNvSpPr/>
          <p:nvPr/>
        </p:nvSpPr>
        <p:spPr>
          <a:xfrm>
            <a:off x="3176697" y="3636120"/>
            <a:ext cx="322216" cy="322216"/>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椭圆 39">
            <a:extLst>
              <a:ext uri="{FF2B5EF4-FFF2-40B4-BE49-F238E27FC236}">
                <a16:creationId xmlns:a16="http://schemas.microsoft.com/office/drawing/2014/main" id="{9810F990-9DB0-503D-C861-BDEBC3E13AB1}"/>
              </a:ext>
            </a:extLst>
          </p:cNvPr>
          <p:cNvSpPr/>
          <p:nvPr/>
        </p:nvSpPr>
        <p:spPr>
          <a:xfrm>
            <a:off x="3683327" y="4750630"/>
            <a:ext cx="322216" cy="322216"/>
          </a:xfrm>
          <a:prstGeom prst="ellipse">
            <a:avLst/>
          </a:prstGeom>
          <a:solidFill>
            <a:schemeClr val="accent1">
              <a:lumMod val="10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PPT实验室 出品-13-1">
            <a:extLst>
              <a:ext uri="{FF2B5EF4-FFF2-40B4-BE49-F238E27FC236}">
                <a16:creationId xmlns:a16="http://schemas.microsoft.com/office/drawing/2014/main" id="{7356DD92-947F-A649-0F26-F3B5E1DFAEE6}"/>
              </a:ext>
            </a:extLst>
          </p:cNvPr>
          <p:cNvSpPr txBox="1">
            <a:spLocks/>
          </p:cNvSpPr>
          <p:nvPr/>
        </p:nvSpPr>
        <p:spPr>
          <a:xfrm>
            <a:off x="3683327" y="2508837"/>
            <a:ext cx="322216" cy="321423"/>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1</a:t>
            </a:r>
            <a:endParaRPr lang="zh-CN" altLang="en-US" dirty="0">
              <a:sym typeface="阿里巴巴普惠体 2 45 Light" panose="00020600040101010101" pitchFamily="18" charset="-122"/>
            </a:endParaRPr>
          </a:p>
        </p:txBody>
      </p:sp>
      <p:sp>
        <p:nvSpPr>
          <p:cNvPr id="42" name="@稿定PPT实验室 出品-13-1">
            <a:extLst>
              <a:ext uri="{FF2B5EF4-FFF2-40B4-BE49-F238E27FC236}">
                <a16:creationId xmlns:a16="http://schemas.microsoft.com/office/drawing/2014/main" id="{21079356-9B5D-D48A-D868-D99404B40A58}"/>
              </a:ext>
            </a:extLst>
          </p:cNvPr>
          <p:cNvSpPr txBox="1">
            <a:spLocks/>
          </p:cNvSpPr>
          <p:nvPr/>
        </p:nvSpPr>
        <p:spPr>
          <a:xfrm>
            <a:off x="3176697" y="3634309"/>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3</a:t>
            </a:r>
            <a:endParaRPr lang="zh-CN" altLang="en-US" dirty="0">
              <a:sym typeface="阿里巴巴普惠体 2 45 Light" panose="00020600040101010101" pitchFamily="18" charset="-122"/>
            </a:endParaRPr>
          </a:p>
        </p:txBody>
      </p:sp>
      <p:sp>
        <p:nvSpPr>
          <p:cNvPr id="43" name="@稿定PPT实验室 出品-13-1">
            <a:extLst>
              <a:ext uri="{FF2B5EF4-FFF2-40B4-BE49-F238E27FC236}">
                <a16:creationId xmlns:a16="http://schemas.microsoft.com/office/drawing/2014/main" id="{6DA2AC1C-1256-FADF-C610-42E16CFB6BE4}"/>
              </a:ext>
            </a:extLst>
          </p:cNvPr>
          <p:cNvSpPr txBox="1">
            <a:spLocks/>
          </p:cNvSpPr>
          <p:nvPr/>
        </p:nvSpPr>
        <p:spPr>
          <a:xfrm>
            <a:off x="3683327" y="4750630"/>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5</a:t>
            </a:r>
            <a:endParaRPr lang="zh-CN" altLang="en-US" dirty="0">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1A62A381-D747-F7D8-26CD-FE304C164991}"/>
              </a:ext>
            </a:extLst>
          </p:cNvPr>
          <p:cNvSpPr/>
          <p:nvPr/>
        </p:nvSpPr>
        <p:spPr>
          <a:xfrm flipH="1">
            <a:off x="5888193" y="2315637"/>
            <a:ext cx="2963182" cy="2963182"/>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a:extLst>
              <a:ext uri="{FF2B5EF4-FFF2-40B4-BE49-F238E27FC236}">
                <a16:creationId xmlns:a16="http://schemas.microsoft.com/office/drawing/2014/main" id="{50D06905-B3FD-95D2-1937-B2D00FCB1F18}"/>
              </a:ext>
            </a:extLst>
          </p:cNvPr>
          <p:cNvSpPr/>
          <p:nvPr/>
        </p:nvSpPr>
        <p:spPr>
          <a:xfrm flipH="1">
            <a:off x="8186457" y="2508838"/>
            <a:ext cx="322216" cy="322216"/>
          </a:xfrm>
          <a:prstGeom prst="ellipse">
            <a:avLst/>
          </a:prstGeom>
          <a:solidFill>
            <a:schemeClr val="accent1">
              <a:lumMod val="10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34A5D7D4-F506-E075-D160-0D3F1A168D25}"/>
              </a:ext>
            </a:extLst>
          </p:cNvPr>
          <p:cNvSpPr/>
          <p:nvPr/>
        </p:nvSpPr>
        <p:spPr>
          <a:xfrm flipH="1">
            <a:off x="8690267" y="3636120"/>
            <a:ext cx="322216" cy="322216"/>
          </a:xfrm>
          <a:prstGeom prst="ellipse">
            <a:avLst/>
          </a:prstGeom>
          <a:solidFill>
            <a:schemeClr val="accent1">
              <a:lumMod val="10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a:extLst>
              <a:ext uri="{FF2B5EF4-FFF2-40B4-BE49-F238E27FC236}">
                <a16:creationId xmlns:a16="http://schemas.microsoft.com/office/drawing/2014/main" id="{A0EBB0BB-54EA-61CD-54D1-C8C2F3B1655D}"/>
              </a:ext>
            </a:extLst>
          </p:cNvPr>
          <p:cNvSpPr/>
          <p:nvPr/>
        </p:nvSpPr>
        <p:spPr>
          <a:xfrm flipH="1">
            <a:off x="8186457" y="4750630"/>
            <a:ext cx="322216" cy="322216"/>
          </a:xfrm>
          <a:prstGeom prst="ellipse">
            <a:avLst/>
          </a:prstGeom>
          <a:solidFill>
            <a:schemeClr val="accent1">
              <a:lumMod val="10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稿定PPT实验室 出品-13-1">
            <a:extLst>
              <a:ext uri="{FF2B5EF4-FFF2-40B4-BE49-F238E27FC236}">
                <a16:creationId xmlns:a16="http://schemas.microsoft.com/office/drawing/2014/main" id="{2C40BA48-AA34-1BAC-6E01-2A7AA61878F5}"/>
              </a:ext>
            </a:extLst>
          </p:cNvPr>
          <p:cNvSpPr txBox="1">
            <a:spLocks/>
          </p:cNvSpPr>
          <p:nvPr/>
        </p:nvSpPr>
        <p:spPr>
          <a:xfrm>
            <a:off x="8186457" y="2525340"/>
            <a:ext cx="322216" cy="289212"/>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2</a:t>
            </a:r>
            <a:endParaRPr lang="zh-CN" altLang="en-US" dirty="0">
              <a:sym typeface="阿里巴巴普惠体 2 45 Light" panose="00020600040101010101" pitchFamily="18" charset="-122"/>
            </a:endParaRPr>
          </a:p>
        </p:txBody>
      </p:sp>
      <p:sp>
        <p:nvSpPr>
          <p:cNvPr id="30" name="@稿定PPT实验室 出品-13-1">
            <a:extLst>
              <a:ext uri="{FF2B5EF4-FFF2-40B4-BE49-F238E27FC236}">
                <a16:creationId xmlns:a16="http://schemas.microsoft.com/office/drawing/2014/main" id="{DFEEA35C-DE0B-A672-7D01-C50FB4651B5C}"/>
              </a:ext>
            </a:extLst>
          </p:cNvPr>
          <p:cNvSpPr txBox="1">
            <a:spLocks/>
          </p:cNvSpPr>
          <p:nvPr/>
        </p:nvSpPr>
        <p:spPr>
          <a:xfrm>
            <a:off x="8690267" y="3634309"/>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4</a:t>
            </a:r>
            <a:endParaRPr lang="zh-CN" altLang="en-US" dirty="0">
              <a:sym typeface="阿里巴巴普惠体 2 45 Light" panose="00020600040101010101" pitchFamily="18" charset="-122"/>
            </a:endParaRPr>
          </a:p>
        </p:txBody>
      </p:sp>
      <p:sp>
        <p:nvSpPr>
          <p:cNvPr id="31" name="@稿定PPT实验室 出品-13-1">
            <a:extLst>
              <a:ext uri="{FF2B5EF4-FFF2-40B4-BE49-F238E27FC236}">
                <a16:creationId xmlns:a16="http://schemas.microsoft.com/office/drawing/2014/main" id="{077E64CA-6596-0FCD-C460-5E844D135FBB}"/>
              </a:ext>
            </a:extLst>
          </p:cNvPr>
          <p:cNvSpPr txBox="1">
            <a:spLocks/>
          </p:cNvSpPr>
          <p:nvPr/>
        </p:nvSpPr>
        <p:spPr>
          <a:xfrm>
            <a:off x="8186457" y="4750630"/>
            <a:ext cx="322216" cy="322216"/>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1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sym typeface="阿里巴巴普惠体 2 45 Light" panose="00020600040101010101" pitchFamily="18" charset="-122"/>
              </a:rPr>
              <a:t>6</a:t>
            </a:r>
            <a:endParaRPr lang="zh-CN" altLang="en-US" dirty="0">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05660D7D-895A-93C5-6376-F2A8700F608B}"/>
              </a:ext>
            </a:extLst>
          </p:cNvPr>
          <p:cNvSpPr>
            <a:spLocks/>
          </p:cNvSpPr>
          <p:nvPr/>
        </p:nvSpPr>
        <p:spPr>
          <a:xfrm>
            <a:off x="4067174" y="3042187"/>
            <a:ext cx="4057650" cy="1510082"/>
          </a:xfrm>
          <a:custGeom>
            <a:avLst/>
            <a:gdLst>
              <a:gd name="connsiteX0" fmla="*/ 755041 w 4057650"/>
              <a:gd name="connsiteY0" fmla="*/ 0 h 1510082"/>
              <a:gd name="connsiteX1" fmla="*/ 755311 w 4057650"/>
              <a:gd name="connsiteY1" fmla="*/ 14 h 1510082"/>
              <a:gd name="connsiteX2" fmla="*/ 755311 w 4057650"/>
              <a:gd name="connsiteY2" fmla="*/ 0 h 1510082"/>
              <a:gd name="connsiteX3" fmla="*/ 3302609 w 4057650"/>
              <a:gd name="connsiteY3" fmla="*/ 0 h 1510082"/>
              <a:gd name="connsiteX4" fmla="*/ 3307556 w 4057650"/>
              <a:gd name="connsiteY4" fmla="*/ 0 h 1510082"/>
              <a:gd name="connsiteX5" fmla="*/ 3307556 w 4057650"/>
              <a:gd name="connsiteY5" fmla="*/ 250 h 1510082"/>
              <a:gd name="connsiteX6" fmla="*/ 3379808 w 4057650"/>
              <a:gd name="connsiteY6" fmla="*/ 3898 h 1510082"/>
              <a:gd name="connsiteX7" fmla="*/ 4057650 w 4057650"/>
              <a:gd name="connsiteY7" fmla="*/ 755041 h 1510082"/>
              <a:gd name="connsiteX8" fmla="*/ 3379808 w 4057650"/>
              <a:gd name="connsiteY8" fmla="*/ 1506184 h 1510082"/>
              <a:gd name="connsiteX9" fmla="*/ 3307556 w 4057650"/>
              <a:gd name="connsiteY9" fmla="*/ 1509832 h 1510082"/>
              <a:gd name="connsiteX10" fmla="*/ 3307556 w 4057650"/>
              <a:gd name="connsiteY10" fmla="*/ 1510082 h 1510082"/>
              <a:gd name="connsiteX11" fmla="*/ 3302609 w 4057650"/>
              <a:gd name="connsiteY11" fmla="*/ 1510082 h 1510082"/>
              <a:gd name="connsiteX12" fmla="*/ 755311 w 4057650"/>
              <a:gd name="connsiteY12" fmla="*/ 1510082 h 1510082"/>
              <a:gd name="connsiteX13" fmla="*/ 755311 w 4057650"/>
              <a:gd name="connsiteY13" fmla="*/ 1510069 h 1510082"/>
              <a:gd name="connsiteX14" fmla="*/ 755041 w 4057650"/>
              <a:gd name="connsiteY14" fmla="*/ 1510082 h 1510082"/>
              <a:gd name="connsiteX15" fmla="*/ 0 w 4057650"/>
              <a:gd name="connsiteY15" fmla="*/ 755041 h 1510082"/>
              <a:gd name="connsiteX16" fmla="*/ 755041 w 4057650"/>
              <a:gd name="connsiteY16" fmla="*/ 0 h 151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7650" h="1510082">
                <a:moveTo>
                  <a:pt x="755041" y="0"/>
                </a:moveTo>
                <a:lnTo>
                  <a:pt x="755311" y="14"/>
                </a:lnTo>
                <a:lnTo>
                  <a:pt x="755311" y="0"/>
                </a:lnTo>
                <a:lnTo>
                  <a:pt x="3302609" y="0"/>
                </a:lnTo>
                <a:lnTo>
                  <a:pt x="3307556" y="0"/>
                </a:lnTo>
                <a:lnTo>
                  <a:pt x="3307556" y="250"/>
                </a:lnTo>
                <a:lnTo>
                  <a:pt x="3379808" y="3898"/>
                </a:lnTo>
                <a:cubicBezTo>
                  <a:pt x="3760542" y="42564"/>
                  <a:pt x="4057650" y="364106"/>
                  <a:pt x="4057650" y="755041"/>
                </a:cubicBezTo>
                <a:cubicBezTo>
                  <a:pt x="4057650" y="1145977"/>
                  <a:pt x="3760542" y="1467518"/>
                  <a:pt x="3379808" y="1506184"/>
                </a:cubicBezTo>
                <a:lnTo>
                  <a:pt x="3307556" y="1509832"/>
                </a:lnTo>
                <a:lnTo>
                  <a:pt x="3307556" y="1510082"/>
                </a:lnTo>
                <a:lnTo>
                  <a:pt x="3302609" y="1510082"/>
                </a:lnTo>
                <a:lnTo>
                  <a:pt x="755311" y="1510082"/>
                </a:lnTo>
                <a:lnTo>
                  <a:pt x="755311" y="1510069"/>
                </a:lnTo>
                <a:lnTo>
                  <a:pt x="755041" y="1510082"/>
                </a:lnTo>
                <a:cubicBezTo>
                  <a:pt x="338043" y="1510082"/>
                  <a:pt x="0" y="1172039"/>
                  <a:pt x="0" y="755041"/>
                </a:cubicBezTo>
                <a:cubicBezTo>
                  <a:pt x="0" y="338043"/>
                  <a:pt x="338043" y="0"/>
                  <a:pt x="755041" y="0"/>
                </a:cubicBezTo>
                <a:close/>
              </a:path>
            </a:pathLst>
          </a:cu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椭圆 21">
            <a:extLst>
              <a:ext uri="{FF2B5EF4-FFF2-40B4-BE49-F238E27FC236}">
                <a16:creationId xmlns:a16="http://schemas.microsoft.com/office/drawing/2014/main" id="{F5FCF4D7-EAA7-84D8-4399-24CFCFB5C1C4}"/>
              </a:ext>
            </a:extLst>
          </p:cNvPr>
          <p:cNvSpPr/>
          <p:nvPr/>
        </p:nvSpPr>
        <p:spPr>
          <a:xfrm flipH="1">
            <a:off x="6518812" y="2946256"/>
            <a:ext cx="1701944" cy="1701944"/>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椭圆 23">
            <a:extLst>
              <a:ext uri="{FF2B5EF4-FFF2-40B4-BE49-F238E27FC236}">
                <a16:creationId xmlns:a16="http://schemas.microsoft.com/office/drawing/2014/main" id="{9740FC25-7F04-BF1F-91C2-45C2B3D7665A}"/>
              </a:ext>
            </a:extLst>
          </p:cNvPr>
          <p:cNvSpPr/>
          <p:nvPr/>
        </p:nvSpPr>
        <p:spPr>
          <a:xfrm>
            <a:off x="3971244" y="2946256"/>
            <a:ext cx="1701944" cy="1701944"/>
          </a:xfrm>
          <a:prstGeom prst="ellipse">
            <a:avLst/>
          </a:prstGeom>
          <a:gradFill>
            <a:gsLst>
              <a:gs pos="0">
                <a:schemeClr val="accent1">
                  <a:alpha val="25000"/>
                </a:schemeClr>
              </a:gs>
              <a:gs pos="50000">
                <a:schemeClr val="accent1">
                  <a:alpha val="0"/>
                </a:schemeClr>
              </a:gs>
            </a:gsLst>
            <a:lin ang="0" scaled="1"/>
          </a:gradFill>
          <a:ln>
            <a:gradFill flip="none" rotWithShape="1">
              <a:gsLst>
                <a:gs pos="0">
                  <a:schemeClr val="accent1"/>
                </a:gs>
                <a:gs pos="50000">
                  <a:schemeClr val="accent1">
                    <a:alpha val="0"/>
                  </a:schemeClr>
                </a:gs>
              </a:gsLst>
              <a:lin ang="0" scaled="1"/>
              <a:tileRect/>
            </a:gra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稿定-9">
            <a:extLst>
              <a:ext uri="{FF2B5EF4-FFF2-40B4-BE49-F238E27FC236}">
                <a16:creationId xmlns:a16="http://schemas.microsoft.com/office/drawing/2014/main" id="{A31E652D-2F84-97BC-DF26-757485A5FA49}"/>
              </a:ext>
            </a:extLst>
          </p:cNvPr>
          <p:cNvSpPr/>
          <p:nvPr/>
        </p:nvSpPr>
        <p:spPr>
          <a:xfrm flipH="1">
            <a:off x="8698847" y="2404462"/>
            <a:ext cx="1252877" cy="285271"/>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1" name="稿定-31">
            <a:extLst>
              <a:ext uri="{FF2B5EF4-FFF2-40B4-BE49-F238E27FC236}">
                <a16:creationId xmlns:a16="http://schemas.microsoft.com/office/drawing/2014/main" id="{0D4F4969-3845-C4A1-DD9F-1754C5F3E5E1}"/>
              </a:ext>
            </a:extLst>
          </p:cNvPr>
          <p:cNvSpPr/>
          <p:nvPr/>
        </p:nvSpPr>
        <p:spPr>
          <a:xfrm flipH="1">
            <a:off x="8698848" y="2698594"/>
            <a:ext cx="2148728" cy="18947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稿定-9">
            <a:extLst>
              <a:ext uri="{FF2B5EF4-FFF2-40B4-BE49-F238E27FC236}">
                <a16:creationId xmlns:a16="http://schemas.microsoft.com/office/drawing/2014/main" id="{84CFB888-23E0-5D43-331B-4CAF69743159}"/>
              </a:ext>
            </a:extLst>
          </p:cNvPr>
          <p:cNvSpPr/>
          <p:nvPr/>
        </p:nvSpPr>
        <p:spPr>
          <a:xfrm flipH="1">
            <a:off x="9184775" y="3544219"/>
            <a:ext cx="1252877" cy="285271"/>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3" name="稿定-31">
            <a:extLst>
              <a:ext uri="{FF2B5EF4-FFF2-40B4-BE49-F238E27FC236}">
                <a16:creationId xmlns:a16="http://schemas.microsoft.com/office/drawing/2014/main" id="{F392A54B-336C-8CC6-5F47-3DE209039533}"/>
              </a:ext>
            </a:extLst>
          </p:cNvPr>
          <p:cNvSpPr/>
          <p:nvPr/>
        </p:nvSpPr>
        <p:spPr>
          <a:xfrm flipH="1">
            <a:off x="9184776" y="3838351"/>
            <a:ext cx="2148728" cy="18947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稿定-9">
            <a:extLst>
              <a:ext uri="{FF2B5EF4-FFF2-40B4-BE49-F238E27FC236}">
                <a16:creationId xmlns:a16="http://schemas.microsoft.com/office/drawing/2014/main" id="{0E601FAB-480A-354F-36CE-147EF8CD5F48}"/>
              </a:ext>
            </a:extLst>
          </p:cNvPr>
          <p:cNvSpPr/>
          <p:nvPr/>
        </p:nvSpPr>
        <p:spPr>
          <a:xfrm flipH="1">
            <a:off x="8698847" y="4683976"/>
            <a:ext cx="1252877" cy="285271"/>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5" name="稿定-31">
            <a:extLst>
              <a:ext uri="{FF2B5EF4-FFF2-40B4-BE49-F238E27FC236}">
                <a16:creationId xmlns:a16="http://schemas.microsoft.com/office/drawing/2014/main" id="{ABD51CCD-EDDF-B70C-1101-2D42B680F316}"/>
              </a:ext>
            </a:extLst>
          </p:cNvPr>
          <p:cNvSpPr/>
          <p:nvPr/>
        </p:nvSpPr>
        <p:spPr>
          <a:xfrm flipH="1">
            <a:off x="8698848" y="4978108"/>
            <a:ext cx="2148728" cy="189475"/>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9">
            <a:extLst>
              <a:ext uri="{FF2B5EF4-FFF2-40B4-BE49-F238E27FC236}">
                <a16:creationId xmlns:a16="http://schemas.microsoft.com/office/drawing/2014/main" id="{D41E045A-F297-7C14-5C41-0A1565BEF805}"/>
              </a:ext>
            </a:extLst>
          </p:cNvPr>
          <p:cNvSpPr/>
          <p:nvPr/>
        </p:nvSpPr>
        <p:spPr>
          <a:xfrm flipH="1">
            <a:off x="2330963" y="2404462"/>
            <a:ext cx="1138577" cy="285271"/>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7" name="稿定-31">
            <a:extLst>
              <a:ext uri="{FF2B5EF4-FFF2-40B4-BE49-F238E27FC236}">
                <a16:creationId xmlns:a16="http://schemas.microsoft.com/office/drawing/2014/main" id="{5675DB34-9BC0-E502-8C61-A3D88B27B7A4}"/>
              </a:ext>
            </a:extLst>
          </p:cNvPr>
          <p:cNvSpPr/>
          <p:nvPr/>
        </p:nvSpPr>
        <p:spPr>
          <a:xfrm flipH="1">
            <a:off x="1369589" y="2698594"/>
            <a:ext cx="2099952" cy="189475"/>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稿定-9">
            <a:extLst>
              <a:ext uri="{FF2B5EF4-FFF2-40B4-BE49-F238E27FC236}">
                <a16:creationId xmlns:a16="http://schemas.microsoft.com/office/drawing/2014/main" id="{4CE85D14-04BC-0EDE-12C5-89C36EB7A701}"/>
              </a:ext>
            </a:extLst>
          </p:cNvPr>
          <p:cNvSpPr/>
          <p:nvPr/>
        </p:nvSpPr>
        <p:spPr>
          <a:xfrm flipH="1">
            <a:off x="2330963" y="4620766"/>
            <a:ext cx="1138577" cy="285271"/>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59" name="稿定-31">
            <a:extLst>
              <a:ext uri="{FF2B5EF4-FFF2-40B4-BE49-F238E27FC236}">
                <a16:creationId xmlns:a16="http://schemas.microsoft.com/office/drawing/2014/main" id="{D96CCEAB-01DB-FA48-7446-F4E7754B8AB4}"/>
              </a:ext>
            </a:extLst>
          </p:cNvPr>
          <p:cNvSpPr/>
          <p:nvPr/>
        </p:nvSpPr>
        <p:spPr>
          <a:xfrm flipH="1">
            <a:off x="1369589" y="4914898"/>
            <a:ext cx="2099952" cy="189475"/>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稿定-9">
            <a:extLst>
              <a:ext uri="{FF2B5EF4-FFF2-40B4-BE49-F238E27FC236}">
                <a16:creationId xmlns:a16="http://schemas.microsoft.com/office/drawing/2014/main" id="{B2633F19-F945-0F81-FD0C-CFC2F6951758}"/>
              </a:ext>
            </a:extLst>
          </p:cNvPr>
          <p:cNvSpPr/>
          <p:nvPr/>
        </p:nvSpPr>
        <p:spPr>
          <a:xfrm flipH="1">
            <a:off x="1845035" y="3532661"/>
            <a:ext cx="1138577" cy="285271"/>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1" name="稿定-31">
            <a:extLst>
              <a:ext uri="{FF2B5EF4-FFF2-40B4-BE49-F238E27FC236}">
                <a16:creationId xmlns:a16="http://schemas.microsoft.com/office/drawing/2014/main" id="{F6948BB8-7329-324B-1B5A-E1D41D031A6E}"/>
              </a:ext>
            </a:extLst>
          </p:cNvPr>
          <p:cNvSpPr/>
          <p:nvPr/>
        </p:nvSpPr>
        <p:spPr>
          <a:xfrm flipH="1">
            <a:off x="883661" y="3826793"/>
            <a:ext cx="2099952" cy="189475"/>
          </a:xfrm>
          <a:prstGeom prst="rect">
            <a:avLst/>
          </a:prstGeom>
          <a:effectLst/>
        </p:spPr>
        <p:txBody>
          <a:bodyPr wrap="square" lIns="0" tIns="0" rIns="0" bIns="0" anchor="ctr">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在此处输入正文内容在此处输入正文内容</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BDDF6FF6-1090-3E42-A75E-12B64BB0C44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F1F07019-05B7-6F89-E998-F56FF2BEE9E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76EBF840-DA6B-0156-911C-816DD369837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4" name="图形 2">
            <a:extLst>
              <a:ext uri="{FF2B5EF4-FFF2-40B4-BE49-F238E27FC236}">
                <a16:creationId xmlns:a16="http://schemas.microsoft.com/office/drawing/2014/main" id="{4CE0EB7A-2FEC-C199-0C8D-358D5E61BCB6}"/>
              </a:ext>
            </a:extLst>
          </p:cNvPr>
          <p:cNvGrpSpPr/>
          <p:nvPr/>
        </p:nvGrpSpPr>
        <p:grpSpPr>
          <a:xfrm>
            <a:off x="4716618" y="3439763"/>
            <a:ext cx="460501" cy="625196"/>
            <a:chOff x="3154072" y="343971"/>
            <a:chExt cx="740346" cy="1005125"/>
          </a:xfrm>
          <a:solidFill>
            <a:schemeClr val="bg1"/>
          </a:solidFill>
        </p:grpSpPr>
        <p:sp>
          <p:nvSpPr>
            <p:cNvPr id="15" name="任意多边形: 形状 14">
              <a:extLst>
                <a:ext uri="{FF2B5EF4-FFF2-40B4-BE49-F238E27FC236}">
                  <a16:creationId xmlns:a16="http://schemas.microsoft.com/office/drawing/2014/main" id="{D1E6B41C-480F-0ACD-D95B-BC3D14207473}"/>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6" name="任意多边形: 形状 15">
              <a:extLst>
                <a:ext uri="{FF2B5EF4-FFF2-40B4-BE49-F238E27FC236}">
                  <a16:creationId xmlns:a16="http://schemas.microsoft.com/office/drawing/2014/main" id="{C1DCB17F-8367-6C63-56FA-498B6CF41720}"/>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7" name="任意多边形: 形状 16">
              <a:extLst>
                <a:ext uri="{FF2B5EF4-FFF2-40B4-BE49-F238E27FC236}">
                  <a16:creationId xmlns:a16="http://schemas.microsoft.com/office/drawing/2014/main" id="{42769A58-8735-C933-E5EB-D0478C5C23D9}"/>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8" name="图形 2">
              <a:extLst>
                <a:ext uri="{FF2B5EF4-FFF2-40B4-BE49-F238E27FC236}">
                  <a16:creationId xmlns:a16="http://schemas.microsoft.com/office/drawing/2014/main" id="{49819A40-4454-030C-1575-D97A9ABD96E6}"/>
                </a:ext>
              </a:extLst>
            </p:cNvPr>
            <p:cNvGrpSpPr/>
            <p:nvPr/>
          </p:nvGrpSpPr>
          <p:grpSpPr>
            <a:xfrm>
              <a:off x="3318475" y="356830"/>
              <a:ext cx="411548" cy="147447"/>
              <a:chOff x="3318475" y="356830"/>
              <a:chExt cx="411548" cy="147447"/>
            </a:xfrm>
            <a:grpFill/>
          </p:grpSpPr>
          <p:sp>
            <p:nvSpPr>
              <p:cNvPr id="19" name="任意多边形: 形状 18">
                <a:extLst>
                  <a:ext uri="{FF2B5EF4-FFF2-40B4-BE49-F238E27FC236}">
                    <a16:creationId xmlns:a16="http://schemas.microsoft.com/office/drawing/2014/main" id="{EEA83D52-6B43-A120-41D0-154714B44ED8}"/>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1613A602-DB1A-B543-ACD0-2725C47C62AA}"/>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25" name="图形 2">
            <a:extLst>
              <a:ext uri="{FF2B5EF4-FFF2-40B4-BE49-F238E27FC236}">
                <a16:creationId xmlns:a16="http://schemas.microsoft.com/office/drawing/2014/main" id="{4A9FEB24-E0C9-31C0-1864-18BBE49E9BC4}"/>
              </a:ext>
            </a:extLst>
          </p:cNvPr>
          <p:cNvGrpSpPr/>
          <p:nvPr/>
        </p:nvGrpSpPr>
        <p:grpSpPr>
          <a:xfrm>
            <a:off x="6963151" y="3498827"/>
            <a:ext cx="663854" cy="596802"/>
            <a:chOff x="4705111" y="5521007"/>
            <a:chExt cx="1067276" cy="959476"/>
          </a:xfrm>
          <a:solidFill>
            <a:schemeClr val="bg1"/>
          </a:solidFill>
        </p:grpSpPr>
        <p:sp>
          <p:nvSpPr>
            <p:cNvPr id="32" name="任意多边形: 形状 31">
              <a:extLst>
                <a:ext uri="{FF2B5EF4-FFF2-40B4-BE49-F238E27FC236}">
                  <a16:creationId xmlns:a16="http://schemas.microsoft.com/office/drawing/2014/main" id="{1C4D3D91-0372-1F13-5ECB-E159103C6752}"/>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067D2424-6B3B-08AC-B3E9-C492C0D95AAE}"/>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4" name="任意多边形: 形状 33">
              <a:extLst>
                <a:ext uri="{FF2B5EF4-FFF2-40B4-BE49-F238E27FC236}">
                  <a16:creationId xmlns:a16="http://schemas.microsoft.com/office/drawing/2014/main" id="{405EB235-6CBB-3182-A732-EAD793009569}"/>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5ADA9F0C-888A-43F6-8187-254568B8AA2B}"/>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986EFAD6-3D12-99D5-6192-CA152B8109D6}"/>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cxnSp>
        <p:nvCxnSpPr>
          <p:cNvPr id="70" name="gaoding-9">
            <a:extLst>
              <a:ext uri="{FF2B5EF4-FFF2-40B4-BE49-F238E27FC236}">
                <a16:creationId xmlns:a16="http://schemas.microsoft.com/office/drawing/2014/main" id="{BF0379AF-3FB6-E276-48F6-51E2758D3141}"/>
              </a:ext>
            </a:extLst>
          </p:cNvPr>
          <p:cNvCxnSpPr>
            <a:cxnSpLocks/>
          </p:cNvCxnSpPr>
          <p:nvPr/>
        </p:nvCxnSpPr>
        <p:spPr>
          <a:xfrm>
            <a:off x="6096000" y="4552269"/>
            <a:ext cx="0" cy="305481"/>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4" name="稿定-9">
            <a:extLst>
              <a:ext uri="{FF2B5EF4-FFF2-40B4-BE49-F238E27FC236}">
                <a16:creationId xmlns:a16="http://schemas.microsoft.com/office/drawing/2014/main" id="{48C1AC5F-3E18-9A76-D1F4-FC5C54210621}"/>
              </a:ext>
            </a:extLst>
          </p:cNvPr>
          <p:cNvSpPr/>
          <p:nvPr/>
        </p:nvSpPr>
        <p:spPr>
          <a:xfrm flipH="1">
            <a:off x="5526712" y="4942547"/>
            <a:ext cx="1138577" cy="407484"/>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财源广进</a:t>
            </a:r>
            <a:endParaRPr kumimoji="0" 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5" name="稿定-9">
            <a:extLst>
              <a:ext uri="{FF2B5EF4-FFF2-40B4-BE49-F238E27FC236}">
                <a16:creationId xmlns:a16="http://schemas.microsoft.com/office/drawing/2014/main" id="{27CD912C-D8AF-00C7-3C05-0C0C444A79F1}"/>
              </a:ext>
            </a:extLst>
          </p:cNvPr>
          <p:cNvSpPr/>
          <p:nvPr/>
        </p:nvSpPr>
        <p:spPr>
          <a:xfrm flipH="1">
            <a:off x="5526712" y="2200720"/>
            <a:ext cx="1138577" cy="407484"/>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恭喜发财</a:t>
            </a:r>
            <a:endParaRPr kumimoji="0" lang="en-US" sz="20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76" name="gaoding-9">
            <a:extLst>
              <a:ext uri="{FF2B5EF4-FFF2-40B4-BE49-F238E27FC236}">
                <a16:creationId xmlns:a16="http://schemas.microsoft.com/office/drawing/2014/main" id="{D0800F03-8D88-6497-BC37-1D6593399822}"/>
              </a:ext>
            </a:extLst>
          </p:cNvPr>
          <p:cNvCxnSpPr>
            <a:cxnSpLocks/>
          </p:cNvCxnSpPr>
          <p:nvPr/>
        </p:nvCxnSpPr>
        <p:spPr>
          <a:xfrm flipV="1">
            <a:off x="6096000" y="2742766"/>
            <a:ext cx="0" cy="305481"/>
          </a:xfrm>
          <a:prstGeom prst="straightConnector1">
            <a:avLst/>
          </a:prstGeom>
          <a:ln>
            <a:solidFill>
              <a:schemeClr val="accent1">
                <a:lumMod val="10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77" name="稿定-9">
            <a:extLst>
              <a:ext uri="{FF2B5EF4-FFF2-40B4-BE49-F238E27FC236}">
                <a16:creationId xmlns:a16="http://schemas.microsoft.com/office/drawing/2014/main" id="{7ED020A6-DE89-4E06-5633-E5B609069074}"/>
              </a:ext>
            </a:extLst>
          </p:cNvPr>
          <p:cNvSpPr/>
          <p:nvPr/>
        </p:nvSpPr>
        <p:spPr>
          <a:xfrm flipH="1">
            <a:off x="5526712" y="3255281"/>
            <a:ext cx="1138577" cy="990656"/>
          </a:xfrm>
          <a:prstGeom prst="rect">
            <a:avLst/>
          </a:prstGeom>
          <a:effectLst/>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lang="zh-CN" altLang="en-US" sz="28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壹本</a:t>
            </a:r>
            <a:endParaRPr lang="en-US" altLang="zh-CN" sz="28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20000"/>
              </a:lnSpc>
              <a:spcBef>
                <a:spcPts val="0"/>
              </a:spcBef>
              <a:spcAft>
                <a:spcPts val="0"/>
              </a:spcAft>
              <a:buClrTx/>
              <a:buSzTx/>
              <a:buFontTx/>
              <a:buNone/>
              <a:tabLst/>
              <a:defRPr/>
            </a:pPr>
            <a:r>
              <a:rPr lang="zh-CN" altLang="en-US" sz="28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萬利</a:t>
            </a:r>
            <a:endParaRPr kumimoji="0" lang="en-US" sz="28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8767052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Line">
            <a:extLst>
              <a:ext uri="{FF2B5EF4-FFF2-40B4-BE49-F238E27FC236}">
                <a16:creationId xmlns:a16="http://schemas.microsoft.com/office/drawing/2014/main" id="{99EEC764-728C-9190-9A58-435CE15D8CAA}"/>
              </a:ext>
            </a:extLst>
          </p:cNvPr>
          <p:cNvSpPr/>
          <p:nvPr/>
        </p:nvSpPr>
        <p:spPr>
          <a:xfrm>
            <a:off x="2168058"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Line">
            <a:extLst>
              <a:ext uri="{FF2B5EF4-FFF2-40B4-BE49-F238E27FC236}">
                <a16:creationId xmlns:a16="http://schemas.microsoft.com/office/drawing/2014/main" id="{BB3C034E-3F89-9249-4B24-282438261550}"/>
              </a:ext>
            </a:extLst>
          </p:cNvPr>
          <p:cNvSpPr/>
          <p:nvPr/>
        </p:nvSpPr>
        <p:spPr>
          <a:xfrm>
            <a:off x="3682623"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Line">
            <a:extLst>
              <a:ext uri="{FF2B5EF4-FFF2-40B4-BE49-F238E27FC236}">
                <a16:creationId xmlns:a16="http://schemas.microsoft.com/office/drawing/2014/main" id="{2D78E251-15EE-42BA-B653-E02C98EB3B31}"/>
              </a:ext>
            </a:extLst>
          </p:cNvPr>
          <p:cNvSpPr/>
          <p:nvPr/>
        </p:nvSpPr>
        <p:spPr>
          <a:xfrm>
            <a:off x="5155761"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Line">
            <a:extLst>
              <a:ext uri="{FF2B5EF4-FFF2-40B4-BE49-F238E27FC236}">
                <a16:creationId xmlns:a16="http://schemas.microsoft.com/office/drawing/2014/main" id="{E94E7873-4376-7B3B-A30B-2B3DB9707B7E}"/>
              </a:ext>
            </a:extLst>
          </p:cNvPr>
          <p:cNvSpPr/>
          <p:nvPr/>
        </p:nvSpPr>
        <p:spPr>
          <a:xfrm>
            <a:off x="6632960"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Line">
            <a:extLst>
              <a:ext uri="{FF2B5EF4-FFF2-40B4-BE49-F238E27FC236}">
                <a16:creationId xmlns:a16="http://schemas.microsoft.com/office/drawing/2014/main" id="{4F60E8B6-E793-1EA3-5653-CE5C7E1C59BD}"/>
              </a:ext>
            </a:extLst>
          </p:cNvPr>
          <p:cNvSpPr/>
          <p:nvPr/>
        </p:nvSpPr>
        <p:spPr>
          <a:xfrm>
            <a:off x="8129126"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Line">
            <a:extLst>
              <a:ext uri="{FF2B5EF4-FFF2-40B4-BE49-F238E27FC236}">
                <a16:creationId xmlns:a16="http://schemas.microsoft.com/office/drawing/2014/main" id="{071825BC-E859-4285-449D-CD6327B1CADF}"/>
              </a:ext>
            </a:extLst>
          </p:cNvPr>
          <p:cNvSpPr/>
          <p:nvPr/>
        </p:nvSpPr>
        <p:spPr>
          <a:xfrm>
            <a:off x="9588760" y="2462335"/>
            <a:ext cx="0" cy="2828679"/>
          </a:xfrm>
          <a:prstGeom prst="line">
            <a:avLst/>
          </a:prstGeom>
          <a:ln w="6350">
            <a:solidFill>
              <a:schemeClr val="accent1">
                <a:lumMod val="95000"/>
                <a:lumOff val="5000"/>
              </a:schemeClr>
            </a:solidFill>
            <a:custDash>
              <a:ds d="200000" sp="200000"/>
            </a:custDash>
            <a:miter lim="400000"/>
          </a:ln>
          <a:effectLst/>
        </p:spPr>
        <p:txBody>
          <a:bodyPr tIns="91439" bIns="91439"/>
          <a:lstStyle/>
          <a:p>
            <a:pPr marL="0" marR="0" lvl="0" indent="0" algn="l" defTabSz="914400" rtl="0" eaLnBrk="1" fontAlgn="auto" latinLnBrk="0" hangingPunct="1">
              <a:lnSpc>
                <a:spcPct val="100000"/>
              </a:lnSpc>
              <a:spcBef>
                <a:spcPts val="0"/>
              </a:spcBef>
              <a:spcAft>
                <a:spcPts val="0"/>
              </a:spcAft>
              <a:buClrTx/>
              <a:buSzTx/>
              <a:buFontTx/>
              <a:buNone/>
              <a:tabLst/>
              <a:defRPr sz="2800">
                <a:solidFill>
                  <a:srgbClr val="8C9097"/>
                </a:solidFill>
              </a:defRPr>
            </a:pPr>
            <a:endParaRPr kumimoji="0" sz="2800" b="0" i="0" u="none" strike="noStrike" kern="1200" cap="none" spc="0" normalizeH="0" baseline="0" noProof="0">
              <a:ln>
                <a:noFill/>
              </a:ln>
              <a:solidFill>
                <a:srgbClr val="8C9097"/>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2">
            <a:extLst>
              <a:ext uri="{FF2B5EF4-FFF2-40B4-BE49-F238E27FC236}">
                <a16:creationId xmlns:a16="http://schemas.microsoft.com/office/drawing/2014/main" id="{178D4583-3B47-73A5-C748-69297FFA6354}"/>
              </a:ext>
            </a:extLst>
          </p:cNvPr>
          <p:cNvSpPr/>
          <p:nvPr/>
        </p:nvSpPr>
        <p:spPr>
          <a:xfrm>
            <a:off x="3589632"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gaoding-3">
            <a:extLst>
              <a:ext uri="{FF2B5EF4-FFF2-40B4-BE49-F238E27FC236}">
                <a16:creationId xmlns:a16="http://schemas.microsoft.com/office/drawing/2014/main" id="{F7FFB08F-5DBB-1BD1-17C1-B5498051D3FA}"/>
              </a:ext>
            </a:extLst>
          </p:cNvPr>
          <p:cNvSpPr/>
          <p:nvPr/>
        </p:nvSpPr>
        <p:spPr>
          <a:xfrm>
            <a:off x="5067199"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gaoding-4">
            <a:extLst>
              <a:ext uri="{FF2B5EF4-FFF2-40B4-BE49-F238E27FC236}">
                <a16:creationId xmlns:a16="http://schemas.microsoft.com/office/drawing/2014/main" id="{770F1B63-E391-5616-375A-6EDDB5CB9C18}"/>
              </a:ext>
            </a:extLst>
          </p:cNvPr>
          <p:cNvSpPr/>
          <p:nvPr/>
        </p:nvSpPr>
        <p:spPr>
          <a:xfrm>
            <a:off x="6535035"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gaoding-5">
            <a:extLst>
              <a:ext uri="{FF2B5EF4-FFF2-40B4-BE49-F238E27FC236}">
                <a16:creationId xmlns:a16="http://schemas.microsoft.com/office/drawing/2014/main" id="{F2C09203-3F7C-DF9E-88C6-BFBFF4FD2962}"/>
              </a:ext>
            </a:extLst>
          </p:cNvPr>
          <p:cNvSpPr/>
          <p:nvPr/>
        </p:nvSpPr>
        <p:spPr>
          <a:xfrm>
            <a:off x="8043726"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gaoding-6">
            <a:extLst>
              <a:ext uri="{FF2B5EF4-FFF2-40B4-BE49-F238E27FC236}">
                <a16:creationId xmlns:a16="http://schemas.microsoft.com/office/drawing/2014/main" id="{58CA8DC6-A1CA-BF36-F467-B2FCEF0D1E11}"/>
              </a:ext>
            </a:extLst>
          </p:cNvPr>
          <p:cNvSpPr/>
          <p:nvPr/>
        </p:nvSpPr>
        <p:spPr>
          <a:xfrm>
            <a:off x="9493111"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gaoding-7">
            <a:extLst>
              <a:ext uri="{FF2B5EF4-FFF2-40B4-BE49-F238E27FC236}">
                <a16:creationId xmlns:a16="http://schemas.microsoft.com/office/drawing/2014/main" id="{A497E467-932E-7C31-FEAD-C84C63837B95}"/>
              </a:ext>
            </a:extLst>
          </p:cNvPr>
          <p:cNvSpPr/>
          <p:nvPr/>
        </p:nvSpPr>
        <p:spPr>
          <a:xfrm>
            <a:off x="2097004" y="3298773"/>
            <a:ext cx="957674" cy="95767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gaoding-8">
            <a:extLst>
              <a:ext uri="{FF2B5EF4-FFF2-40B4-BE49-F238E27FC236}">
                <a16:creationId xmlns:a16="http://schemas.microsoft.com/office/drawing/2014/main" id="{A3B34C05-6B2C-A214-16B3-6E58559C143B}"/>
              </a:ext>
            </a:extLst>
          </p:cNvPr>
          <p:cNvSpPr/>
          <p:nvPr/>
        </p:nvSpPr>
        <p:spPr>
          <a:xfrm>
            <a:off x="900497" y="3467524"/>
            <a:ext cx="10110403" cy="599854"/>
          </a:xfrm>
          <a:prstGeom prst="rect">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2" name="gaoding-10">
            <a:extLst>
              <a:ext uri="{FF2B5EF4-FFF2-40B4-BE49-F238E27FC236}">
                <a16:creationId xmlns:a16="http://schemas.microsoft.com/office/drawing/2014/main" id="{F1DA4CAB-6450-6E51-A3DC-8AB9073ED46E}"/>
              </a:ext>
            </a:extLst>
          </p:cNvPr>
          <p:cNvGrpSpPr/>
          <p:nvPr/>
        </p:nvGrpSpPr>
        <p:grpSpPr>
          <a:xfrm>
            <a:off x="996287" y="3467523"/>
            <a:ext cx="10154126" cy="599854"/>
            <a:chOff x="940203" y="3307173"/>
            <a:chExt cx="11251797" cy="599854"/>
          </a:xfrm>
          <a:effectLst/>
        </p:grpSpPr>
        <p:cxnSp>
          <p:nvCxnSpPr>
            <p:cNvPr id="13" name="gaoding-10-1">
              <a:extLst>
                <a:ext uri="{FF2B5EF4-FFF2-40B4-BE49-F238E27FC236}">
                  <a16:creationId xmlns:a16="http://schemas.microsoft.com/office/drawing/2014/main" id="{15A9080A-0CA3-5CBA-B9F7-25B3995F64B0}"/>
                </a:ext>
              </a:extLst>
            </p:cNvPr>
            <p:cNvCxnSpPr>
              <a:cxnSpLocks/>
            </p:cNvCxnSpPr>
            <p:nvPr/>
          </p:nvCxnSpPr>
          <p:spPr bwMode="auto">
            <a:xfrm>
              <a:off x="940203" y="3307173"/>
              <a:ext cx="11251797" cy="0"/>
            </a:xfrm>
            <a:prstGeom prst="line">
              <a:avLst/>
            </a:prstGeom>
            <a:solidFill>
              <a:schemeClr val="accent1"/>
            </a:solidFill>
            <a:ln w="6350" cap="flat" cmpd="sng" algn="ctr">
              <a:solidFill>
                <a:schemeClr val="accent1">
                  <a:lumMod val="100000"/>
                </a:schemeClr>
              </a:solidFill>
              <a:prstDash val="sysDash"/>
              <a:round/>
              <a:headEnd type="none" w="med" len="med"/>
              <a:tailEnd type="none" w="med" len="med"/>
            </a:ln>
          </p:spPr>
        </p:cxnSp>
        <p:cxnSp>
          <p:nvCxnSpPr>
            <p:cNvPr id="14" name="gaoding-10-2">
              <a:extLst>
                <a:ext uri="{FF2B5EF4-FFF2-40B4-BE49-F238E27FC236}">
                  <a16:creationId xmlns:a16="http://schemas.microsoft.com/office/drawing/2014/main" id="{3F686E3C-DE9B-4BC8-B31A-A421F86AF89B}"/>
                </a:ext>
              </a:extLst>
            </p:cNvPr>
            <p:cNvCxnSpPr>
              <a:cxnSpLocks/>
            </p:cNvCxnSpPr>
            <p:nvPr/>
          </p:nvCxnSpPr>
          <p:spPr bwMode="auto">
            <a:xfrm>
              <a:off x="940203" y="3907027"/>
              <a:ext cx="11251797" cy="0"/>
            </a:xfrm>
            <a:prstGeom prst="line">
              <a:avLst/>
            </a:prstGeom>
            <a:solidFill>
              <a:schemeClr val="accent1"/>
            </a:solidFill>
            <a:ln w="6350" cap="flat" cmpd="sng" algn="ctr">
              <a:solidFill>
                <a:schemeClr val="accent1">
                  <a:lumMod val="100000"/>
                </a:schemeClr>
              </a:solidFill>
              <a:prstDash val="sysDash"/>
              <a:round/>
              <a:headEnd type="none" w="med" len="med"/>
              <a:tailEnd type="none" w="med" len="med"/>
            </a:ln>
          </p:spPr>
        </p:cxnSp>
      </p:grpSp>
      <p:sp>
        <p:nvSpPr>
          <p:cNvPr id="63" name="gaoding-35">
            <a:extLst>
              <a:ext uri="{FF2B5EF4-FFF2-40B4-BE49-F238E27FC236}">
                <a16:creationId xmlns:a16="http://schemas.microsoft.com/office/drawing/2014/main" id="{795E24CF-6247-ABA5-0E6A-2E68BD03155B}"/>
              </a:ext>
            </a:extLst>
          </p:cNvPr>
          <p:cNvSpPr/>
          <p:nvPr/>
        </p:nvSpPr>
        <p:spPr>
          <a:xfrm>
            <a:off x="760985" y="3437697"/>
            <a:ext cx="659510" cy="65951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9">
            <a:extLst>
              <a:ext uri="{FF2B5EF4-FFF2-40B4-BE49-F238E27FC236}">
                <a16:creationId xmlns:a16="http://schemas.microsoft.com/office/drawing/2014/main" id="{0054FE72-B4DC-CC83-48A0-51590E36B904}"/>
              </a:ext>
            </a:extLst>
          </p:cNvPr>
          <p:cNvSpPr/>
          <p:nvPr/>
        </p:nvSpPr>
        <p:spPr>
          <a:xfrm flipH="1">
            <a:off x="2168057" y="2374092"/>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a:extLst>
              <a:ext uri="{FF2B5EF4-FFF2-40B4-BE49-F238E27FC236}">
                <a16:creationId xmlns:a16="http://schemas.microsoft.com/office/drawing/2014/main" id="{3BA99949-CCF9-0DA5-A713-B99267482B51}"/>
              </a:ext>
            </a:extLst>
          </p:cNvPr>
          <p:cNvSpPr/>
          <p:nvPr/>
        </p:nvSpPr>
        <p:spPr>
          <a:xfrm flipH="1">
            <a:off x="2244683"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C71B6202-85D3-66E2-8918-1D179AAB826E}"/>
              </a:ext>
            </a:extLst>
          </p:cNvPr>
          <p:cNvSpPr/>
          <p:nvPr/>
        </p:nvSpPr>
        <p:spPr>
          <a:xfrm flipH="1">
            <a:off x="2189711"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2017</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8" name="稿定-9">
            <a:extLst>
              <a:ext uri="{FF2B5EF4-FFF2-40B4-BE49-F238E27FC236}">
                <a16:creationId xmlns:a16="http://schemas.microsoft.com/office/drawing/2014/main" id="{F32B0799-8716-5011-E671-462EEB94BC32}"/>
              </a:ext>
            </a:extLst>
          </p:cNvPr>
          <p:cNvSpPr/>
          <p:nvPr/>
        </p:nvSpPr>
        <p:spPr>
          <a:xfrm flipH="1">
            <a:off x="2168057" y="465186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稿定-31">
            <a:extLst>
              <a:ext uri="{FF2B5EF4-FFF2-40B4-BE49-F238E27FC236}">
                <a16:creationId xmlns:a16="http://schemas.microsoft.com/office/drawing/2014/main" id="{B5AB5816-70FB-A35A-0068-2ACBD0EDCA82}"/>
              </a:ext>
            </a:extLst>
          </p:cNvPr>
          <p:cNvSpPr/>
          <p:nvPr/>
        </p:nvSpPr>
        <p:spPr>
          <a:xfrm flipH="1">
            <a:off x="2244683"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9">
            <a:extLst>
              <a:ext uri="{FF2B5EF4-FFF2-40B4-BE49-F238E27FC236}">
                <a16:creationId xmlns:a16="http://schemas.microsoft.com/office/drawing/2014/main" id="{44E81C87-D878-49B4-2084-96B609064E69}"/>
              </a:ext>
            </a:extLst>
          </p:cNvPr>
          <p:cNvSpPr/>
          <p:nvPr/>
        </p:nvSpPr>
        <p:spPr>
          <a:xfrm flipH="1">
            <a:off x="3682622"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稿定-31">
            <a:extLst>
              <a:ext uri="{FF2B5EF4-FFF2-40B4-BE49-F238E27FC236}">
                <a16:creationId xmlns:a16="http://schemas.microsoft.com/office/drawing/2014/main" id="{D0FB795D-7AC5-F6EB-6467-3BD110E6E92C}"/>
              </a:ext>
            </a:extLst>
          </p:cNvPr>
          <p:cNvSpPr/>
          <p:nvPr/>
        </p:nvSpPr>
        <p:spPr>
          <a:xfrm flipH="1">
            <a:off x="3759248"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稿定-9">
            <a:extLst>
              <a:ext uri="{FF2B5EF4-FFF2-40B4-BE49-F238E27FC236}">
                <a16:creationId xmlns:a16="http://schemas.microsoft.com/office/drawing/2014/main" id="{350EDB9B-92DD-B3DD-A79B-B58E9F117245}"/>
              </a:ext>
            </a:extLst>
          </p:cNvPr>
          <p:cNvSpPr/>
          <p:nvPr/>
        </p:nvSpPr>
        <p:spPr>
          <a:xfrm flipH="1">
            <a:off x="3704276"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2019</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5" name="稿定-9">
            <a:extLst>
              <a:ext uri="{FF2B5EF4-FFF2-40B4-BE49-F238E27FC236}">
                <a16:creationId xmlns:a16="http://schemas.microsoft.com/office/drawing/2014/main" id="{992B0741-0D6C-4CF8-DA7B-D22B206D7076}"/>
              </a:ext>
            </a:extLst>
          </p:cNvPr>
          <p:cNvSpPr/>
          <p:nvPr/>
        </p:nvSpPr>
        <p:spPr>
          <a:xfrm flipH="1">
            <a:off x="3682622"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稿定-31">
            <a:extLst>
              <a:ext uri="{FF2B5EF4-FFF2-40B4-BE49-F238E27FC236}">
                <a16:creationId xmlns:a16="http://schemas.microsoft.com/office/drawing/2014/main" id="{7EDDBD55-4570-796A-36C1-48B56D8370DF}"/>
              </a:ext>
            </a:extLst>
          </p:cNvPr>
          <p:cNvSpPr/>
          <p:nvPr/>
        </p:nvSpPr>
        <p:spPr>
          <a:xfrm flipH="1">
            <a:off x="3759248"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稿定-9">
            <a:extLst>
              <a:ext uri="{FF2B5EF4-FFF2-40B4-BE49-F238E27FC236}">
                <a16:creationId xmlns:a16="http://schemas.microsoft.com/office/drawing/2014/main" id="{5CD4F498-5978-E636-81D5-39C561994314}"/>
              </a:ext>
            </a:extLst>
          </p:cNvPr>
          <p:cNvSpPr/>
          <p:nvPr/>
        </p:nvSpPr>
        <p:spPr>
          <a:xfrm flipH="1">
            <a:off x="5155760"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稿定-31">
            <a:extLst>
              <a:ext uri="{FF2B5EF4-FFF2-40B4-BE49-F238E27FC236}">
                <a16:creationId xmlns:a16="http://schemas.microsoft.com/office/drawing/2014/main" id="{D4FC8485-C1AA-AD57-BE2F-CA6CEE8AC633}"/>
              </a:ext>
            </a:extLst>
          </p:cNvPr>
          <p:cNvSpPr/>
          <p:nvPr/>
        </p:nvSpPr>
        <p:spPr>
          <a:xfrm flipH="1">
            <a:off x="5232386"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稿定-9">
            <a:extLst>
              <a:ext uri="{FF2B5EF4-FFF2-40B4-BE49-F238E27FC236}">
                <a16:creationId xmlns:a16="http://schemas.microsoft.com/office/drawing/2014/main" id="{B5726BBF-C06B-295F-57A2-736FE8E35257}"/>
              </a:ext>
            </a:extLst>
          </p:cNvPr>
          <p:cNvSpPr/>
          <p:nvPr/>
        </p:nvSpPr>
        <p:spPr>
          <a:xfrm flipH="1">
            <a:off x="5177414"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2021</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1" name="稿定-9">
            <a:extLst>
              <a:ext uri="{FF2B5EF4-FFF2-40B4-BE49-F238E27FC236}">
                <a16:creationId xmlns:a16="http://schemas.microsoft.com/office/drawing/2014/main" id="{4791BCF2-95AF-668B-1E72-5A5800A84786}"/>
              </a:ext>
            </a:extLst>
          </p:cNvPr>
          <p:cNvSpPr/>
          <p:nvPr/>
        </p:nvSpPr>
        <p:spPr>
          <a:xfrm flipH="1">
            <a:off x="5155760"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稿定-31">
            <a:extLst>
              <a:ext uri="{FF2B5EF4-FFF2-40B4-BE49-F238E27FC236}">
                <a16:creationId xmlns:a16="http://schemas.microsoft.com/office/drawing/2014/main" id="{A84D46B7-E033-CA26-6FBD-4FF735822E6C}"/>
              </a:ext>
            </a:extLst>
          </p:cNvPr>
          <p:cNvSpPr/>
          <p:nvPr/>
        </p:nvSpPr>
        <p:spPr>
          <a:xfrm flipH="1">
            <a:off x="5232386"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稿定-9">
            <a:extLst>
              <a:ext uri="{FF2B5EF4-FFF2-40B4-BE49-F238E27FC236}">
                <a16:creationId xmlns:a16="http://schemas.microsoft.com/office/drawing/2014/main" id="{F36D4F06-5CF2-B4CF-4F3A-C20CCC6FF995}"/>
              </a:ext>
            </a:extLst>
          </p:cNvPr>
          <p:cNvSpPr/>
          <p:nvPr/>
        </p:nvSpPr>
        <p:spPr>
          <a:xfrm flipH="1">
            <a:off x="6632959"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稿定-31">
            <a:extLst>
              <a:ext uri="{FF2B5EF4-FFF2-40B4-BE49-F238E27FC236}">
                <a16:creationId xmlns:a16="http://schemas.microsoft.com/office/drawing/2014/main" id="{F012D965-0F9F-567B-D70A-DC2C01D7FAB9}"/>
              </a:ext>
            </a:extLst>
          </p:cNvPr>
          <p:cNvSpPr/>
          <p:nvPr/>
        </p:nvSpPr>
        <p:spPr>
          <a:xfrm flipH="1">
            <a:off x="6709585"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稿定-9">
            <a:extLst>
              <a:ext uri="{FF2B5EF4-FFF2-40B4-BE49-F238E27FC236}">
                <a16:creationId xmlns:a16="http://schemas.microsoft.com/office/drawing/2014/main" id="{0A7CCB3B-02D7-0187-4C39-DD982130DBE6}"/>
              </a:ext>
            </a:extLst>
          </p:cNvPr>
          <p:cNvSpPr/>
          <p:nvPr/>
        </p:nvSpPr>
        <p:spPr>
          <a:xfrm flipH="1">
            <a:off x="6654613"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2023</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稿定-9">
            <a:extLst>
              <a:ext uri="{FF2B5EF4-FFF2-40B4-BE49-F238E27FC236}">
                <a16:creationId xmlns:a16="http://schemas.microsoft.com/office/drawing/2014/main" id="{3B08DE7E-CA82-0AFB-882A-2077D3BF872F}"/>
              </a:ext>
            </a:extLst>
          </p:cNvPr>
          <p:cNvSpPr/>
          <p:nvPr/>
        </p:nvSpPr>
        <p:spPr>
          <a:xfrm flipH="1">
            <a:off x="6632959"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稿定-31">
            <a:extLst>
              <a:ext uri="{FF2B5EF4-FFF2-40B4-BE49-F238E27FC236}">
                <a16:creationId xmlns:a16="http://schemas.microsoft.com/office/drawing/2014/main" id="{73187076-E515-4DB8-6D58-57665DC128FB}"/>
              </a:ext>
            </a:extLst>
          </p:cNvPr>
          <p:cNvSpPr/>
          <p:nvPr/>
        </p:nvSpPr>
        <p:spPr>
          <a:xfrm flipH="1">
            <a:off x="6709585"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稿定-9">
            <a:extLst>
              <a:ext uri="{FF2B5EF4-FFF2-40B4-BE49-F238E27FC236}">
                <a16:creationId xmlns:a16="http://schemas.microsoft.com/office/drawing/2014/main" id="{09F51F5F-2660-9027-F1D7-15D6D40122DB}"/>
              </a:ext>
            </a:extLst>
          </p:cNvPr>
          <p:cNvSpPr/>
          <p:nvPr/>
        </p:nvSpPr>
        <p:spPr>
          <a:xfrm flipH="1">
            <a:off x="8129125"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1" name="稿定-31">
            <a:extLst>
              <a:ext uri="{FF2B5EF4-FFF2-40B4-BE49-F238E27FC236}">
                <a16:creationId xmlns:a16="http://schemas.microsoft.com/office/drawing/2014/main" id="{5643E763-612E-D083-8C10-E0334C9E5B84}"/>
              </a:ext>
            </a:extLst>
          </p:cNvPr>
          <p:cNvSpPr/>
          <p:nvPr/>
        </p:nvSpPr>
        <p:spPr>
          <a:xfrm flipH="1">
            <a:off x="8205751"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稿定-9">
            <a:extLst>
              <a:ext uri="{FF2B5EF4-FFF2-40B4-BE49-F238E27FC236}">
                <a16:creationId xmlns:a16="http://schemas.microsoft.com/office/drawing/2014/main" id="{3E0ACFCB-13BE-2841-548B-705170763E88}"/>
              </a:ext>
            </a:extLst>
          </p:cNvPr>
          <p:cNvSpPr/>
          <p:nvPr/>
        </p:nvSpPr>
        <p:spPr>
          <a:xfrm flipH="1">
            <a:off x="8150779"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2025</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3" name="稿定-9">
            <a:extLst>
              <a:ext uri="{FF2B5EF4-FFF2-40B4-BE49-F238E27FC236}">
                <a16:creationId xmlns:a16="http://schemas.microsoft.com/office/drawing/2014/main" id="{482531D0-DE8D-9510-FE25-E0FD0824B8AD}"/>
              </a:ext>
            </a:extLst>
          </p:cNvPr>
          <p:cNvSpPr/>
          <p:nvPr/>
        </p:nvSpPr>
        <p:spPr>
          <a:xfrm flipH="1">
            <a:off x="8129125"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稿定-31">
            <a:extLst>
              <a:ext uri="{FF2B5EF4-FFF2-40B4-BE49-F238E27FC236}">
                <a16:creationId xmlns:a16="http://schemas.microsoft.com/office/drawing/2014/main" id="{C7ABFCB2-D1DB-6844-DC28-17F0322A3DBE}"/>
              </a:ext>
            </a:extLst>
          </p:cNvPr>
          <p:cNvSpPr/>
          <p:nvPr/>
        </p:nvSpPr>
        <p:spPr>
          <a:xfrm flipH="1">
            <a:off x="8205751"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稿定-9">
            <a:extLst>
              <a:ext uri="{FF2B5EF4-FFF2-40B4-BE49-F238E27FC236}">
                <a16:creationId xmlns:a16="http://schemas.microsoft.com/office/drawing/2014/main" id="{8CD1C4F4-B859-3CB4-BDD8-5AC03DA3D5D5}"/>
              </a:ext>
            </a:extLst>
          </p:cNvPr>
          <p:cNvSpPr/>
          <p:nvPr/>
        </p:nvSpPr>
        <p:spPr>
          <a:xfrm flipH="1">
            <a:off x="9588759" y="2374093"/>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7" name="稿定-31">
            <a:extLst>
              <a:ext uri="{FF2B5EF4-FFF2-40B4-BE49-F238E27FC236}">
                <a16:creationId xmlns:a16="http://schemas.microsoft.com/office/drawing/2014/main" id="{6E6E6518-1926-0037-3683-AE958DC7CB4E}"/>
              </a:ext>
            </a:extLst>
          </p:cNvPr>
          <p:cNvSpPr/>
          <p:nvPr/>
        </p:nvSpPr>
        <p:spPr>
          <a:xfrm flipH="1">
            <a:off x="9665385" y="2660330"/>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稿定-9">
            <a:extLst>
              <a:ext uri="{FF2B5EF4-FFF2-40B4-BE49-F238E27FC236}">
                <a16:creationId xmlns:a16="http://schemas.microsoft.com/office/drawing/2014/main" id="{DDF77640-DE86-7EFE-AB00-5A5C352B3E00}"/>
              </a:ext>
            </a:extLst>
          </p:cNvPr>
          <p:cNvSpPr/>
          <p:nvPr/>
        </p:nvSpPr>
        <p:spPr>
          <a:xfrm flipH="1">
            <a:off x="9610413" y="3650195"/>
            <a:ext cx="800379" cy="246221"/>
          </a:xfrm>
          <a:prstGeom prst="rect">
            <a:avLst/>
          </a:prstGeom>
          <a:effectLst/>
        </p:spPr>
        <p:txBody>
          <a:bodyPr wrap="square" lIns="0" tIns="0" rIns="0" bIns="0" anchor="ctr">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altLang="zh-CN"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2027</a:t>
            </a:r>
            <a:endParaRPr kumimoji="0" lang="en-US" sz="1600" i="0" u="none" strike="noStrike" kern="120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9" name="稿定-9">
            <a:extLst>
              <a:ext uri="{FF2B5EF4-FFF2-40B4-BE49-F238E27FC236}">
                <a16:creationId xmlns:a16="http://schemas.microsoft.com/office/drawing/2014/main" id="{553D2B05-8A37-ED3B-A502-FFD03571CC4A}"/>
              </a:ext>
            </a:extLst>
          </p:cNvPr>
          <p:cNvSpPr/>
          <p:nvPr/>
        </p:nvSpPr>
        <p:spPr>
          <a:xfrm flipH="1">
            <a:off x="9588759" y="46518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稿定-31">
            <a:extLst>
              <a:ext uri="{FF2B5EF4-FFF2-40B4-BE49-F238E27FC236}">
                <a16:creationId xmlns:a16="http://schemas.microsoft.com/office/drawing/2014/main" id="{1CC42C5D-8D4C-00B5-076D-EF2EFB32FCF1}"/>
              </a:ext>
            </a:extLst>
          </p:cNvPr>
          <p:cNvSpPr/>
          <p:nvPr/>
        </p:nvSpPr>
        <p:spPr>
          <a:xfrm flipH="1">
            <a:off x="9665385" y="4938098"/>
            <a:ext cx="1366685" cy="352917"/>
          </a:xfrm>
          <a:prstGeom prst="rect">
            <a:avLst/>
          </a:prstGeom>
          <a:effectLst/>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任意多边形: 形状 113">
            <a:extLst>
              <a:ext uri="{FF2B5EF4-FFF2-40B4-BE49-F238E27FC236}">
                <a16:creationId xmlns:a16="http://schemas.microsoft.com/office/drawing/2014/main" id="{CBAD2BB4-5FE4-7D61-3902-8E7DF92AC9AC}"/>
              </a:ext>
            </a:extLst>
          </p:cNvPr>
          <p:cNvSpPr/>
          <p:nvPr/>
        </p:nvSpPr>
        <p:spPr bwMode="auto">
          <a:xfrm flipV="1">
            <a:off x="10022970" y="2608407"/>
            <a:ext cx="2262019" cy="2281808"/>
          </a:xfrm>
          <a:custGeom>
            <a:avLst/>
            <a:gdLst>
              <a:gd name="connsiteX0" fmla="*/ 0 w 2385058"/>
              <a:gd name="connsiteY0" fmla="*/ 3779520 h 3779520"/>
              <a:gd name="connsiteX1" fmla="*/ 1851658 w 2385058"/>
              <a:gd name="connsiteY1" fmla="*/ 2293620 h 3779520"/>
              <a:gd name="connsiteX2" fmla="*/ 1851658 w 2385058"/>
              <a:gd name="connsiteY2" fmla="*/ 2560320 h 3779520"/>
              <a:gd name="connsiteX3" fmla="*/ 2385058 w 2385058"/>
              <a:gd name="connsiteY3" fmla="*/ 1889760 h 3779520"/>
              <a:gd name="connsiteX4" fmla="*/ 1851658 w 2385058"/>
              <a:gd name="connsiteY4" fmla="*/ 1219200 h 3779520"/>
              <a:gd name="connsiteX5" fmla="*/ 1851658 w 2385058"/>
              <a:gd name="connsiteY5" fmla="*/ 1485900 h 3779520"/>
              <a:gd name="connsiteX6" fmla="*/ 0 w 2385058"/>
              <a:gd name="connsiteY6" fmla="*/ 0 h 3779520"/>
              <a:gd name="connsiteX7" fmla="*/ 0 w 2385058"/>
              <a:gd name="connsiteY7" fmla="*/ 188976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51658 w 2385058"/>
              <a:gd name="connsiteY4" fmla="*/ 1219200 h 3779520"/>
              <a:gd name="connsiteX5" fmla="*/ 1851658 w 2385058"/>
              <a:gd name="connsiteY5" fmla="*/ 1485900 h 3779520"/>
              <a:gd name="connsiteX6" fmla="*/ 0 w 2385058"/>
              <a:gd name="connsiteY6" fmla="*/ 0 h 3779520"/>
              <a:gd name="connsiteX7" fmla="*/ 0 w 2385058"/>
              <a:gd name="connsiteY7" fmla="*/ 1889760 h 3779520"/>
              <a:gd name="connsiteX8" fmla="*/ 0 w 2385058"/>
              <a:gd name="connsiteY8" fmla="*/ 377952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61219 w 2385058"/>
              <a:gd name="connsiteY4" fmla="*/ 435559 h 3779520"/>
              <a:gd name="connsiteX5" fmla="*/ 1851658 w 2385058"/>
              <a:gd name="connsiteY5" fmla="*/ 1485900 h 3779520"/>
              <a:gd name="connsiteX6" fmla="*/ 0 w 2385058"/>
              <a:gd name="connsiteY6" fmla="*/ 0 h 3779520"/>
              <a:gd name="connsiteX7" fmla="*/ 0 w 2385058"/>
              <a:gd name="connsiteY7" fmla="*/ 1889760 h 3779520"/>
              <a:gd name="connsiteX8" fmla="*/ 0 w 2385058"/>
              <a:gd name="connsiteY8" fmla="*/ 377952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38327 w 2385058"/>
              <a:gd name="connsiteY4" fmla="*/ 373002 h 3779520"/>
              <a:gd name="connsiteX5" fmla="*/ 1851658 w 2385058"/>
              <a:gd name="connsiteY5" fmla="*/ 1485900 h 3779520"/>
              <a:gd name="connsiteX6" fmla="*/ 0 w 2385058"/>
              <a:gd name="connsiteY6" fmla="*/ 0 h 3779520"/>
              <a:gd name="connsiteX7" fmla="*/ 0 w 2385058"/>
              <a:gd name="connsiteY7" fmla="*/ 1889760 h 3779520"/>
              <a:gd name="connsiteX8" fmla="*/ 0 w 2385058"/>
              <a:gd name="connsiteY8" fmla="*/ 377952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38327 w 2385058"/>
              <a:gd name="connsiteY4" fmla="*/ 373002 h 3779520"/>
              <a:gd name="connsiteX5" fmla="*/ 1851658 w 2385058"/>
              <a:gd name="connsiteY5" fmla="*/ 1485900 h 3779520"/>
              <a:gd name="connsiteX6" fmla="*/ 0 w 2385058"/>
              <a:gd name="connsiteY6" fmla="*/ 0 h 3779520"/>
              <a:gd name="connsiteX7" fmla="*/ 0 w 2385058"/>
              <a:gd name="connsiteY7" fmla="*/ 1889760 h 3779520"/>
              <a:gd name="connsiteX8" fmla="*/ 0 w 2385058"/>
              <a:gd name="connsiteY8" fmla="*/ 377952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45958 w 2385058"/>
              <a:gd name="connsiteY4" fmla="*/ 414709 h 3779520"/>
              <a:gd name="connsiteX5" fmla="*/ 1851658 w 2385058"/>
              <a:gd name="connsiteY5" fmla="*/ 1485900 h 3779520"/>
              <a:gd name="connsiteX6" fmla="*/ 0 w 2385058"/>
              <a:gd name="connsiteY6" fmla="*/ 0 h 3779520"/>
              <a:gd name="connsiteX7" fmla="*/ 0 w 2385058"/>
              <a:gd name="connsiteY7" fmla="*/ 1889760 h 3779520"/>
              <a:gd name="connsiteX8" fmla="*/ 0 w 2385058"/>
              <a:gd name="connsiteY8" fmla="*/ 377952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45958 w 2385058"/>
              <a:gd name="connsiteY4" fmla="*/ 414709 h 3779520"/>
              <a:gd name="connsiteX5" fmla="*/ 1851658 w 2385058"/>
              <a:gd name="connsiteY5" fmla="*/ 1485900 h 3779520"/>
              <a:gd name="connsiteX6" fmla="*/ 0 w 2385058"/>
              <a:gd name="connsiteY6" fmla="*/ 0 h 3779520"/>
              <a:gd name="connsiteX7" fmla="*/ 0 w 2385058"/>
              <a:gd name="connsiteY7" fmla="*/ 1889760 h 3779520"/>
              <a:gd name="connsiteX8" fmla="*/ 0 w 2385058"/>
              <a:gd name="connsiteY8" fmla="*/ 3779520 h 3779520"/>
              <a:gd name="connsiteX0" fmla="*/ 0 w 2385058"/>
              <a:gd name="connsiteY0" fmla="*/ 3779520 h 3779520"/>
              <a:gd name="connsiteX1" fmla="*/ 1851658 w 2385058"/>
              <a:gd name="connsiteY1" fmla="*/ 2293620 h 3779520"/>
              <a:gd name="connsiteX2" fmla="*/ 1837315 w 2385058"/>
              <a:gd name="connsiteY2" fmla="*/ 3264269 h 3779520"/>
              <a:gd name="connsiteX3" fmla="*/ 2385058 w 2385058"/>
              <a:gd name="connsiteY3" fmla="*/ 1889760 h 3779520"/>
              <a:gd name="connsiteX4" fmla="*/ 1845958 w 2385058"/>
              <a:gd name="connsiteY4" fmla="*/ 414709 h 3779520"/>
              <a:gd name="connsiteX5" fmla="*/ 1851657 w 2385058"/>
              <a:gd name="connsiteY5" fmla="*/ 1402484 h 3779520"/>
              <a:gd name="connsiteX6" fmla="*/ 0 w 2385058"/>
              <a:gd name="connsiteY6" fmla="*/ 0 h 3779520"/>
              <a:gd name="connsiteX7" fmla="*/ 0 w 2385058"/>
              <a:gd name="connsiteY7" fmla="*/ 1889760 h 3779520"/>
              <a:gd name="connsiteX8" fmla="*/ 0 w 2385058"/>
              <a:gd name="connsiteY8" fmla="*/ 3779520 h 3779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5058" h="3779520">
                <a:moveTo>
                  <a:pt x="0" y="3779520"/>
                </a:moveTo>
                <a:cubicBezTo>
                  <a:pt x="495300" y="2994660"/>
                  <a:pt x="929640" y="2369820"/>
                  <a:pt x="1851658" y="2293620"/>
                </a:cubicBezTo>
                <a:lnTo>
                  <a:pt x="1837315" y="3264269"/>
                </a:lnTo>
                <a:lnTo>
                  <a:pt x="2385058" y="1889760"/>
                </a:lnTo>
                <a:lnTo>
                  <a:pt x="1845958" y="414709"/>
                </a:lnTo>
                <a:cubicBezTo>
                  <a:pt x="1854217" y="785675"/>
                  <a:pt x="1854844" y="1052370"/>
                  <a:pt x="1851657" y="1402484"/>
                </a:cubicBezTo>
                <a:cubicBezTo>
                  <a:pt x="929639" y="1326284"/>
                  <a:pt x="495300" y="784860"/>
                  <a:pt x="0" y="0"/>
                </a:cubicBezTo>
                <a:lnTo>
                  <a:pt x="0" y="1889760"/>
                </a:lnTo>
                <a:lnTo>
                  <a:pt x="0" y="3779520"/>
                </a:lnTo>
                <a:close/>
              </a:path>
            </a:pathLst>
          </a:custGeom>
          <a:gradFill flip="none" rotWithShape="1">
            <a:gsLst>
              <a:gs pos="0">
                <a:schemeClr val="accent1">
                  <a:lumMod val="74000"/>
                  <a:lumOff val="26000"/>
                  <a:alpha val="0"/>
                </a:schemeClr>
              </a:gs>
              <a:gs pos="100000">
                <a:schemeClr val="accent1">
                  <a:lumMod val="75000"/>
                </a:schemeClr>
              </a:gs>
            </a:gsLst>
            <a:lin ang="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文本框 14">
            <a:extLst>
              <a:ext uri="{FF2B5EF4-FFF2-40B4-BE49-F238E27FC236}">
                <a16:creationId xmlns:a16="http://schemas.microsoft.com/office/drawing/2014/main" id="{1E5F6F3A-716C-CB3C-1747-05780C07D8E8}"/>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6" name="矩形 15">
            <a:extLst>
              <a:ext uri="{FF2B5EF4-FFF2-40B4-BE49-F238E27FC236}">
                <a16:creationId xmlns:a16="http://schemas.microsoft.com/office/drawing/2014/main" id="{3A6B2893-3EF2-A747-9BDA-7E24F717298B}"/>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文本框 16">
            <a:extLst>
              <a:ext uri="{FF2B5EF4-FFF2-40B4-BE49-F238E27FC236}">
                <a16:creationId xmlns:a16="http://schemas.microsoft.com/office/drawing/2014/main" id="{420B7F8E-6842-26DC-83A4-F138626828A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a:extLst>
              <a:ext uri="{FF2B5EF4-FFF2-40B4-BE49-F238E27FC236}">
                <a16:creationId xmlns:a16="http://schemas.microsoft.com/office/drawing/2014/main" id="{4F375FD9-7613-3FD0-FF2D-3BE7017D01DC}"/>
              </a:ext>
            </a:extLst>
          </p:cNvPr>
          <p:cNvGrpSpPr/>
          <p:nvPr/>
        </p:nvGrpSpPr>
        <p:grpSpPr>
          <a:xfrm>
            <a:off x="926632" y="3638054"/>
            <a:ext cx="328216" cy="258796"/>
            <a:chOff x="712421" y="2160270"/>
            <a:chExt cx="1043701" cy="822950"/>
          </a:xfrm>
          <a:solidFill>
            <a:schemeClr val="bg1"/>
          </a:solidFill>
        </p:grpSpPr>
        <p:grpSp>
          <p:nvGrpSpPr>
            <p:cNvPr id="3" name="图形 2">
              <a:extLst>
                <a:ext uri="{FF2B5EF4-FFF2-40B4-BE49-F238E27FC236}">
                  <a16:creationId xmlns:a16="http://schemas.microsoft.com/office/drawing/2014/main" id="{E16C48D7-608E-7A0D-E770-3EF1A3710E67}"/>
                </a:ext>
              </a:extLst>
            </p:cNvPr>
            <p:cNvGrpSpPr/>
            <p:nvPr/>
          </p:nvGrpSpPr>
          <p:grpSpPr>
            <a:xfrm>
              <a:off x="805287" y="2481747"/>
              <a:ext cx="100015" cy="100006"/>
              <a:chOff x="6524265" y="2481747"/>
              <a:chExt cx="100015" cy="100006"/>
            </a:xfrm>
            <a:grpFill/>
          </p:grpSpPr>
          <p:sp>
            <p:nvSpPr>
              <p:cNvPr id="69" name="任意多边形: 形状 68">
                <a:extLst>
                  <a:ext uri="{FF2B5EF4-FFF2-40B4-BE49-F238E27FC236}">
                    <a16:creationId xmlns:a16="http://schemas.microsoft.com/office/drawing/2014/main" id="{2E7817E5-C9B4-955A-E4EB-BC07B481A5FE}"/>
                  </a:ext>
                </a:extLst>
              </p:cNvPr>
              <p:cNvSpPr/>
              <p:nvPr/>
            </p:nvSpPr>
            <p:spPr>
              <a:xfrm>
                <a:off x="6537132"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70" name="任意多边形: 形状 69">
                <a:extLst>
                  <a:ext uri="{FF2B5EF4-FFF2-40B4-BE49-F238E27FC236}">
                    <a16:creationId xmlns:a16="http://schemas.microsoft.com/office/drawing/2014/main" id="{A216AD56-E924-94FE-3DF3-D6C65F3B9CB6}"/>
                  </a:ext>
                </a:extLst>
              </p:cNvPr>
              <p:cNvSpPr/>
              <p:nvPr/>
            </p:nvSpPr>
            <p:spPr>
              <a:xfrm>
                <a:off x="6524265"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4" name="图形 2">
              <a:extLst>
                <a:ext uri="{FF2B5EF4-FFF2-40B4-BE49-F238E27FC236}">
                  <a16:creationId xmlns:a16="http://schemas.microsoft.com/office/drawing/2014/main" id="{237959BE-9A43-754B-F7EA-DFB69F490EB8}"/>
                </a:ext>
              </a:extLst>
            </p:cNvPr>
            <p:cNvGrpSpPr/>
            <p:nvPr/>
          </p:nvGrpSpPr>
          <p:grpSpPr>
            <a:xfrm>
              <a:off x="955305" y="2481747"/>
              <a:ext cx="100015" cy="100006"/>
              <a:chOff x="6674283" y="2481747"/>
              <a:chExt cx="100015" cy="100006"/>
            </a:xfrm>
            <a:grpFill/>
          </p:grpSpPr>
          <p:sp>
            <p:nvSpPr>
              <p:cNvPr id="67" name="任意多边形: 形状 66">
                <a:extLst>
                  <a:ext uri="{FF2B5EF4-FFF2-40B4-BE49-F238E27FC236}">
                    <a16:creationId xmlns:a16="http://schemas.microsoft.com/office/drawing/2014/main" id="{3FFDF13A-63DF-C497-F507-8740ACF2001F}"/>
                  </a:ext>
                </a:extLst>
              </p:cNvPr>
              <p:cNvSpPr/>
              <p:nvPr/>
            </p:nvSpPr>
            <p:spPr>
              <a:xfrm>
                <a:off x="6687151"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68" name="任意多边形: 形状 67">
                <a:extLst>
                  <a:ext uri="{FF2B5EF4-FFF2-40B4-BE49-F238E27FC236}">
                    <a16:creationId xmlns:a16="http://schemas.microsoft.com/office/drawing/2014/main" id="{6A8AEB29-CA89-3CBC-540F-26B1E234FB93}"/>
                  </a:ext>
                </a:extLst>
              </p:cNvPr>
              <p:cNvSpPr/>
              <p:nvPr/>
            </p:nvSpPr>
            <p:spPr>
              <a:xfrm>
                <a:off x="6674283"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18" name="图形 2">
              <a:extLst>
                <a:ext uri="{FF2B5EF4-FFF2-40B4-BE49-F238E27FC236}">
                  <a16:creationId xmlns:a16="http://schemas.microsoft.com/office/drawing/2014/main" id="{B2DA81A1-0DF8-1AD6-9011-F0731D068707}"/>
                </a:ext>
              </a:extLst>
            </p:cNvPr>
            <p:cNvGrpSpPr/>
            <p:nvPr/>
          </p:nvGrpSpPr>
          <p:grpSpPr>
            <a:xfrm>
              <a:off x="1105324" y="2481747"/>
              <a:ext cx="100015" cy="100006"/>
              <a:chOff x="6824302" y="2481747"/>
              <a:chExt cx="100015" cy="100006"/>
            </a:xfrm>
            <a:grpFill/>
          </p:grpSpPr>
          <p:sp>
            <p:nvSpPr>
              <p:cNvPr id="65" name="任意多边形: 形状 64">
                <a:extLst>
                  <a:ext uri="{FF2B5EF4-FFF2-40B4-BE49-F238E27FC236}">
                    <a16:creationId xmlns:a16="http://schemas.microsoft.com/office/drawing/2014/main" id="{F791742E-A4E3-65E8-88CE-729990AF056F}"/>
                  </a:ext>
                </a:extLst>
              </p:cNvPr>
              <p:cNvSpPr/>
              <p:nvPr/>
            </p:nvSpPr>
            <p:spPr>
              <a:xfrm>
                <a:off x="6837161"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66" name="任意多边形: 形状 65">
                <a:extLst>
                  <a:ext uri="{FF2B5EF4-FFF2-40B4-BE49-F238E27FC236}">
                    <a16:creationId xmlns:a16="http://schemas.microsoft.com/office/drawing/2014/main" id="{115D439B-3236-E330-ABF4-2F7BE36B24D7}"/>
                  </a:ext>
                </a:extLst>
              </p:cNvPr>
              <p:cNvSpPr/>
              <p:nvPr/>
            </p:nvSpPr>
            <p:spPr>
              <a:xfrm>
                <a:off x="6824302"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19" name="图形 2">
              <a:extLst>
                <a:ext uri="{FF2B5EF4-FFF2-40B4-BE49-F238E27FC236}">
                  <a16:creationId xmlns:a16="http://schemas.microsoft.com/office/drawing/2014/main" id="{3E8707BE-DE51-1D6E-D176-E3FA4B77FF1B}"/>
                </a:ext>
              </a:extLst>
            </p:cNvPr>
            <p:cNvGrpSpPr/>
            <p:nvPr/>
          </p:nvGrpSpPr>
          <p:grpSpPr>
            <a:xfrm>
              <a:off x="1255343" y="2481747"/>
              <a:ext cx="100015" cy="100006"/>
              <a:chOff x="6974321" y="2481747"/>
              <a:chExt cx="100015" cy="100006"/>
            </a:xfrm>
            <a:grpFill/>
          </p:grpSpPr>
          <p:sp>
            <p:nvSpPr>
              <p:cNvPr id="62" name="任意多边形: 形状 61">
                <a:extLst>
                  <a:ext uri="{FF2B5EF4-FFF2-40B4-BE49-F238E27FC236}">
                    <a16:creationId xmlns:a16="http://schemas.microsoft.com/office/drawing/2014/main" id="{12763499-D4C6-491D-0A9C-27415DEA0C25}"/>
                  </a:ext>
                </a:extLst>
              </p:cNvPr>
              <p:cNvSpPr/>
              <p:nvPr/>
            </p:nvSpPr>
            <p:spPr>
              <a:xfrm>
                <a:off x="6987180"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64" name="任意多边形: 形状 63">
                <a:extLst>
                  <a:ext uri="{FF2B5EF4-FFF2-40B4-BE49-F238E27FC236}">
                    <a16:creationId xmlns:a16="http://schemas.microsoft.com/office/drawing/2014/main" id="{0CD9787D-5B77-941F-F7DF-0315ABE69D61}"/>
                  </a:ext>
                </a:extLst>
              </p:cNvPr>
              <p:cNvSpPr/>
              <p:nvPr/>
            </p:nvSpPr>
            <p:spPr>
              <a:xfrm>
                <a:off x="6974321"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0" name="图形 2">
              <a:extLst>
                <a:ext uri="{FF2B5EF4-FFF2-40B4-BE49-F238E27FC236}">
                  <a16:creationId xmlns:a16="http://schemas.microsoft.com/office/drawing/2014/main" id="{38B42C44-D042-C25C-4C26-6B1B1A66D53E}"/>
                </a:ext>
              </a:extLst>
            </p:cNvPr>
            <p:cNvGrpSpPr/>
            <p:nvPr/>
          </p:nvGrpSpPr>
          <p:grpSpPr>
            <a:xfrm>
              <a:off x="1405362" y="2481747"/>
              <a:ext cx="100015" cy="100006"/>
              <a:chOff x="7124340" y="2481747"/>
              <a:chExt cx="100015" cy="100006"/>
            </a:xfrm>
            <a:grpFill/>
          </p:grpSpPr>
          <p:sp>
            <p:nvSpPr>
              <p:cNvPr id="60" name="任意多边形: 形状 59">
                <a:extLst>
                  <a:ext uri="{FF2B5EF4-FFF2-40B4-BE49-F238E27FC236}">
                    <a16:creationId xmlns:a16="http://schemas.microsoft.com/office/drawing/2014/main" id="{3394B968-F7B7-BDCD-6AA5-F8BEDABF8188}"/>
                  </a:ext>
                </a:extLst>
              </p:cNvPr>
              <p:cNvSpPr/>
              <p:nvPr/>
            </p:nvSpPr>
            <p:spPr>
              <a:xfrm>
                <a:off x="7137198" y="2494606"/>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95"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61" name="任意多边形: 形状 60">
                <a:extLst>
                  <a:ext uri="{FF2B5EF4-FFF2-40B4-BE49-F238E27FC236}">
                    <a16:creationId xmlns:a16="http://schemas.microsoft.com/office/drawing/2014/main" id="{9A48C3DE-AD57-E8C4-8247-F7A27A6B6D5C}"/>
                  </a:ext>
                </a:extLst>
              </p:cNvPr>
              <p:cNvSpPr/>
              <p:nvPr/>
            </p:nvSpPr>
            <p:spPr>
              <a:xfrm>
                <a:off x="7124340"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sp>
          <p:nvSpPr>
            <p:cNvPr id="21" name="任意多边形: 形状 20">
              <a:extLst>
                <a:ext uri="{FF2B5EF4-FFF2-40B4-BE49-F238E27FC236}">
                  <a16:creationId xmlns:a16="http://schemas.microsoft.com/office/drawing/2014/main" id="{DCC705C6-5E42-6163-7669-F00EF7679E57}"/>
                </a:ext>
              </a:extLst>
            </p:cNvPr>
            <p:cNvSpPr/>
            <p:nvPr/>
          </p:nvSpPr>
          <p:spPr>
            <a:xfrm>
              <a:off x="1555380" y="2481747"/>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73"/>
                    <a:pt x="9773" y="0"/>
                    <a:pt x="21774" y="0"/>
                  </a:cubicBezTo>
                  <a:lnTo>
                    <a:pt x="78241" y="0"/>
                  </a:lnTo>
                  <a:cubicBezTo>
                    <a:pt x="90243" y="0"/>
                    <a:pt x="100015" y="9773"/>
                    <a:pt x="100015" y="21774"/>
                  </a:cubicBezTo>
                  <a:lnTo>
                    <a:pt x="100015" y="78233"/>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nvGrpSpPr>
            <p:cNvPr id="22" name="图形 2">
              <a:extLst>
                <a:ext uri="{FF2B5EF4-FFF2-40B4-BE49-F238E27FC236}">
                  <a16:creationId xmlns:a16="http://schemas.microsoft.com/office/drawing/2014/main" id="{DEA04C8B-1FE3-4986-98A9-63FAC735B0CE}"/>
                </a:ext>
              </a:extLst>
            </p:cNvPr>
            <p:cNvGrpSpPr/>
            <p:nvPr/>
          </p:nvGrpSpPr>
          <p:grpSpPr>
            <a:xfrm>
              <a:off x="805287" y="2616044"/>
              <a:ext cx="100015" cy="100006"/>
              <a:chOff x="6524265" y="2616044"/>
              <a:chExt cx="100015" cy="100006"/>
            </a:xfrm>
            <a:grpFill/>
          </p:grpSpPr>
          <p:sp>
            <p:nvSpPr>
              <p:cNvPr id="58" name="任意多边形: 形状 57">
                <a:extLst>
                  <a:ext uri="{FF2B5EF4-FFF2-40B4-BE49-F238E27FC236}">
                    <a16:creationId xmlns:a16="http://schemas.microsoft.com/office/drawing/2014/main" id="{EF2480B1-324D-2C11-586D-AD71E255FA46}"/>
                  </a:ext>
                </a:extLst>
              </p:cNvPr>
              <p:cNvSpPr/>
              <p:nvPr/>
            </p:nvSpPr>
            <p:spPr>
              <a:xfrm>
                <a:off x="6537132"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294" y="0"/>
                      <a:pt x="74289" y="3995"/>
                      <a:pt x="74289" y="8915"/>
                    </a:cubicBezTo>
                    <a:lnTo>
                      <a:pt x="74289" y="65374"/>
                    </a:lnTo>
                    <a:cubicBezTo>
                      <a:pt x="74289" y="70303"/>
                      <a:pt x="70294" y="74289"/>
                      <a:pt x="65374" y="74289"/>
                    </a:cubicBezTo>
                    <a:close/>
                  </a:path>
                </a:pathLst>
              </a:custGeom>
              <a:grpFill/>
              <a:ln w="8572" cap="flat">
                <a:noFill/>
                <a:prstDash val="solid"/>
                <a:miter/>
              </a:ln>
            </p:spPr>
            <p:txBody>
              <a:bodyPr rtlCol="0" anchor="ctr"/>
              <a:lstStyle/>
              <a:p>
                <a:endParaRPr lang="zh-CN" altLang="en-US"/>
              </a:p>
            </p:txBody>
          </p:sp>
          <p:sp>
            <p:nvSpPr>
              <p:cNvPr id="59" name="任意多边形: 形状 58">
                <a:extLst>
                  <a:ext uri="{FF2B5EF4-FFF2-40B4-BE49-F238E27FC236}">
                    <a16:creationId xmlns:a16="http://schemas.microsoft.com/office/drawing/2014/main" id="{53A39E8D-D28A-FE7E-CEF9-FDF7D1B180E9}"/>
                  </a:ext>
                </a:extLst>
              </p:cNvPr>
              <p:cNvSpPr/>
              <p:nvPr/>
            </p:nvSpPr>
            <p:spPr>
              <a:xfrm>
                <a:off x="6524265"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3" name="图形 2">
              <a:extLst>
                <a:ext uri="{FF2B5EF4-FFF2-40B4-BE49-F238E27FC236}">
                  <a16:creationId xmlns:a16="http://schemas.microsoft.com/office/drawing/2014/main" id="{776C53DB-F189-B618-79DD-EF2FB207DFC8}"/>
                </a:ext>
              </a:extLst>
            </p:cNvPr>
            <p:cNvGrpSpPr/>
            <p:nvPr/>
          </p:nvGrpSpPr>
          <p:grpSpPr>
            <a:xfrm>
              <a:off x="955305" y="2616044"/>
              <a:ext cx="100015" cy="100006"/>
              <a:chOff x="6674283" y="2616044"/>
              <a:chExt cx="100015" cy="100006"/>
            </a:xfrm>
            <a:grpFill/>
          </p:grpSpPr>
          <p:sp>
            <p:nvSpPr>
              <p:cNvPr id="56" name="任意多边形: 形状 55">
                <a:extLst>
                  <a:ext uri="{FF2B5EF4-FFF2-40B4-BE49-F238E27FC236}">
                    <a16:creationId xmlns:a16="http://schemas.microsoft.com/office/drawing/2014/main" id="{71837171-855B-BAED-AE72-7D476FCE4BB5}"/>
                  </a:ext>
                </a:extLst>
              </p:cNvPr>
              <p:cNvSpPr/>
              <p:nvPr/>
            </p:nvSpPr>
            <p:spPr>
              <a:xfrm>
                <a:off x="6687151"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294" y="0"/>
                      <a:pt x="74289" y="3995"/>
                      <a:pt x="74289" y="8915"/>
                    </a:cubicBezTo>
                    <a:lnTo>
                      <a:pt x="74289" y="65374"/>
                    </a:lnTo>
                    <a:cubicBezTo>
                      <a:pt x="74289" y="70303"/>
                      <a:pt x="70294" y="74289"/>
                      <a:pt x="65374" y="74289"/>
                    </a:cubicBezTo>
                    <a:close/>
                  </a:path>
                </a:pathLst>
              </a:custGeom>
              <a:grpFill/>
              <a:ln w="8572" cap="flat">
                <a:noFill/>
                <a:prstDash val="solid"/>
                <a:miter/>
              </a:ln>
            </p:spPr>
            <p:txBody>
              <a:bodyPr rtlCol="0" anchor="ctr"/>
              <a:lstStyle/>
              <a:p>
                <a:endParaRPr lang="zh-CN" altLang="en-US"/>
              </a:p>
            </p:txBody>
          </p:sp>
          <p:sp>
            <p:nvSpPr>
              <p:cNvPr id="57" name="任意多边形: 形状 56">
                <a:extLst>
                  <a:ext uri="{FF2B5EF4-FFF2-40B4-BE49-F238E27FC236}">
                    <a16:creationId xmlns:a16="http://schemas.microsoft.com/office/drawing/2014/main" id="{04E1A1D2-D3DE-9772-A92E-3A16A934BC54}"/>
                  </a:ext>
                </a:extLst>
              </p:cNvPr>
              <p:cNvSpPr/>
              <p:nvPr/>
            </p:nvSpPr>
            <p:spPr>
              <a:xfrm>
                <a:off x="6674283"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4" name="图形 2">
              <a:extLst>
                <a:ext uri="{FF2B5EF4-FFF2-40B4-BE49-F238E27FC236}">
                  <a16:creationId xmlns:a16="http://schemas.microsoft.com/office/drawing/2014/main" id="{08848CDD-67C9-DE76-D4F1-1CF7CA8F0CD0}"/>
                </a:ext>
              </a:extLst>
            </p:cNvPr>
            <p:cNvGrpSpPr/>
            <p:nvPr/>
          </p:nvGrpSpPr>
          <p:grpSpPr>
            <a:xfrm>
              <a:off x="1105324" y="2616044"/>
              <a:ext cx="100015" cy="100006"/>
              <a:chOff x="6824302" y="2616044"/>
              <a:chExt cx="100015" cy="100006"/>
            </a:xfrm>
            <a:grpFill/>
          </p:grpSpPr>
          <p:sp>
            <p:nvSpPr>
              <p:cNvPr id="54" name="任意多边形: 形状 53">
                <a:extLst>
                  <a:ext uri="{FF2B5EF4-FFF2-40B4-BE49-F238E27FC236}">
                    <a16:creationId xmlns:a16="http://schemas.microsoft.com/office/drawing/2014/main" id="{BAEF5B7C-A5A0-EFC1-CC57-541B5F2F63B3}"/>
                  </a:ext>
                </a:extLst>
              </p:cNvPr>
              <p:cNvSpPr/>
              <p:nvPr/>
            </p:nvSpPr>
            <p:spPr>
              <a:xfrm>
                <a:off x="6837161"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303" y="0"/>
                      <a:pt x="74289" y="3995"/>
                      <a:pt x="74289" y="8915"/>
                    </a:cubicBezTo>
                    <a:lnTo>
                      <a:pt x="74289" y="65374"/>
                    </a:lnTo>
                    <a:cubicBezTo>
                      <a:pt x="74298" y="70303"/>
                      <a:pt x="70303" y="74289"/>
                      <a:pt x="65374" y="74289"/>
                    </a:cubicBezTo>
                    <a:close/>
                  </a:path>
                </a:pathLst>
              </a:custGeom>
              <a:grpFill/>
              <a:ln w="8572" cap="flat">
                <a:noFill/>
                <a:prstDash val="solid"/>
                <a:miter/>
              </a:ln>
            </p:spPr>
            <p:txBody>
              <a:bodyPr rtlCol="0" anchor="ctr"/>
              <a:lstStyle/>
              <a:p>
                <a:endParaRPr lang="zh-CN" altLang="en-US"/>
              </a:p>
            </p:txBody>
          </p:sp>
          <p:sp>
            <p:nvSpPr>
              <p:cNvPr id="55" name="任意多边形: 形状 54">
                <a:extLst>
                  <a:ext uri="{FF2B5EF4-FFF2-40B4-BE49-F238E27FC236}">
                    <a16:creationId xmlns:a16="http://schemas.microsoft.com/office/drawing/2014/main" id="{6C7DC787-FD13-7758-C84A-9BDA695ACED6}"/>
                  </a:ext>
                </a:extLst>
              </p:cNvPr>
              <p:cNvSpPr/>
              <p:nvPr/>
            </p:nvSpPr>
            <p:spPr>
              <a:xfrm>
                <a:off x="6824302"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5" name="图形 2">
              <a:extLst>
                <a:ext uri="{FF2B5EF4-FFF2-40B4-BE49-F238E27FC236}">
                  <a16:creationId xmlns:a16="http://schemas.microsoft.com/office/drawing/2014/main" id="{43D7BABF-833E-6C48-147C-01D3FACE4DA9}"/>
                </a:ext>
              </a:extLst>
            </p:cNvPr>
            <p:cNvGrpSpPr/>
            <p:nvPr/>
          </p:nvGrpSpPr>
          <p:grpSpPr>
            <a:xfrm>
              <a:off x="1255343" y="2616044"/>
              <a:ext cx="100015" cy="100006"/>
              <a:chOff x="6974321" y="2616044"/>
              <a:chExt cx="100015" cy="100006"/>
            </a:xfrm>
            <a:grpFill/>
          </p:grpSpPr>
          <p:sp>
            <p:nvSpPr>
              <p:cNvPr id="52" name="任意多边形: 形状 51">
                <a:extLst>
                  <a:ext uri="{FF2B5EF4-FFF2-40B4-BE49-F238E27FC236}">
                    <a16:creationId xmlns:a16="http://schemas.microsoft.com/office/drawing/2014/main" id="{B6BD0ACA-598D-A171-B9ED-12600E839AF6}"/>
                  </a:ext>
                </a:extLst>
              </p:cNvPr>
              <p:cNvSpPr/>
              <p:nvPr/>
            </p:nvSpPr>
            <p:spPr>
              <a:xfrm>
                <a:off x="6987180"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5"/>
                      <a:pt x="0" y="65374"/>
                    </a:cubicBezTo>
                    <a:lnTo>
                      <a:pt x="0" y="8915"/>
                    </a:lnTo>
                    <a:cubicBezTo>
                      <a:pt x="0" y="3986"/>
                      <a:pt x="3995" y="0"/>
                      <a:pt x="8915" y="0"/>
                    </a:cubicBezTo>
                    <a:lnTo>
                      <a:pt x="65374" y="0"/>
                    </a:lnTo>
                    <a:cubicBezTo>
                      <a:pt x="70303" y="0"/>
                      <a:pt x="74289" y="3995"/>
                      <a:pt x="74289" y="8915"/>
                    </a:cubicBezTo>
                    <a:lnTo>
                      <a:pt x="74289" y="65374"/>
                    </a:lnTo>
                    <a:cubicBezTo>
                      <a:pt x="74298" y="70303"/>
                      <a:pt x="70303" y="74289"/>
                      <a:pt x="65374" y="74289"/>
                    </a:cubicBezTo>
                    <a:close/>
                  </a:path>
                </a:pathLst>
              </a:custGeom>
              <a:grpFill/>
              <a:ln w="8572" cap="flat">
                <a:noFill/>
                <a:prstDash val="solid"/>
                <a:miter/>
              </a:ln>
            </p:spPr>
            <p:txBody>
              <a:bodyPr rtlCol="0" anchor="ctr"/>
              <a:lstStyle/>
              <a:p>
                <a:endParaRPr lang="zh-CN" altLang="en-US"/>
              </a:p>
            </p:txBody>
          </p:sp>
          <p:sp>
            <p:nvSpPr>
              <p:cNvPr id="53" name="任意多边形: 形状 52">
                <a:extLst>
                  <a:ext uri="{FF2B5EF4-FFF2-40B4-BE49-F238E27FC236}">
                    <a16:creationId xmlns:a16="http://schemas.microsoft.com/office/drawing/2014/main" id="{847A5A65-8586-BA5B-CD84-C7C0A755C1CA}"/>
                  </a:ext>
                </a:extLst>
              </p:cNvPr>
              <p:cNvSpPr/>
              <p:nvPr/>
            </p:nvSpPr>
            <p:spPr>
              <a:xfrm>
                <a:off x="6974321"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6" name="图形 2">
              <a:extLst>
                <a:ext uri="{FF2B5EF4-FFF2-40B4-BE49-F238E27FC236}">
                  <a16:creationId xmlns:a16="http://schemas.microsoft.com/office/drawing/2014/main" id="{9F7F1D9E-17EF-07A4-FCA2-52DE86A71F27}"/>
                </a:ext>
              </a:extLst>
            </p:cNvPr>
            <p:cNvGrpSpPr/>
            <p:nvPr/>
          </p:nvGrpSpPr>
          <p:grpSpPr>
            <a:xfrm>
              <a:off x="1405362" y="2616044"/>
              <a:ext cx="100015" cy="100006"/>
              <a:chOff x="7124340" y="2616044"/>
              <a:chExt cx="100015" cy="100006"/>
            </a:xfrm>
            <a:grpFill/>
          </p:grpSpPr>
          <p:sp>
            <p:nvSpPr>
              <p:cNvPr id="50" name="任意多边形: 形状 49">
                <a:extLst>
                  <a:ext uri="{FF2B5EF4-FFF2-40B4-BE49-F238E27FC236}">
                    <a16:creationId xmlns:a16="http://schemas.microsoft.com/office/drawing/2014/main" id="{EB0883A2-D5C0-C8CA-C71B-AA94E3088EBA}"/>
                  </a:ext>
                </a:extLst>
              </p:cNvPr>
              <p:cNvSpPr/>
              <p:nvPr/>
            </p:nvSpPr>
            <p:spPr>
              <a:xfrm>
                <a:off x="7137198" y="2628902"/>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95" y="74289"/>
                      <a:pt x="0" y="70295"/>
                      <a:pt x="0" y="65374"/>
                    </a:cubicBezTo>
                    <a:lnTo>
                      <a:pt x="0" y="8915"/>
                    </a:lnTo>
                    <a:cubicBezTo>
                      <a:pt x="0" y="3986"/>
                      <a:pt x="3995" y="0"/>
                      <a:pt x="8915" y="0"/>
                    </a:cubicBezTo>
                    <a:lnTo>
                      <a:pt x="65374" y="0"/>
                    </a:lnTo>
                    <a:cubicBezTo>
                      <a:pt x="70303" y="0"/>
                      <a:pt x="74289" y="3995"/>
                      <a:pt x="74289" y="8915"/>
                    </a:cubicBezTo>
                    <a:lnTo>
                      <a:pt x="74289" y="65374"/>
                    </a:lnTo>
                    <a:cubicBezTo>
                      <a:pt x="74298" y="70303"/>
                      <a:pt x="70303" y="74289"/>
                      <a:pt x="65374" y="74289"/>
                    </a:cubicBezTo>
                    <a:close/>
                  </a:path>
                </a:pathLst>
              </a:custGeom>
              <a:grpFill/>
              <a:ln w="8572" cap="flat">
                <a:noFill/>
                <a:prstDash val="solid"/>
                <a:miter/>
              </a:ln>
            </p:spPr>
            <p:txBody>
              <a:bodyPr rtlCol="0" anchor="ctr"/>
              <a:lstStyle/>
              <a:p>
                <a:endParaRPr lang="zh-CN" altLang="en-US"/>
              </a:p>
            </p:txBody>
          </p:sp>
          <p:sp>
            <p:nvSpPr>
              <p:cNvPr id="51" name="任意多边形: 形状 50">
                <a:extLst>
                  <a:ext uri="{FF2B5EF4-FFF2-40B4-BE49-F238E27FC236}">
                    <a16:creationId xmlns:a16="http://schemas.microsoft.com/office/drawing/2014/main" id="{40AD23CE-87DA-6C57-CCF9-DD9E826F237B}"/>
                  </a:ext>
                </a:extLst>
              </p:cNvPr>
              <p:cNvSpPr/>
              <p:nvPr/>
            </p:nvSpPr>
            <p:spPr>
              <a:xfrm>
                <a:off x="7124340"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sp>
          <p:nvSpPr>
            <p:cNvPr id="27" name="任意多边形: 形状 26">
              <a:extLst>
                <a:ext uri="{FF2B5EF4-FFF2-40B4-BE49-F238E27FC236}">
                  <a16:creationId xmlns:a16="http://schemas.microsoft.com/office/drawing/2014/main" id="{7CA04CA0-BB77-3106-5DD4-B61674E8147A}"/>
                </a:ext>
              </a:extLst>
            </p:cNvPr>
            <p:cNvSpPr/>
            <p:nvPr/>
          </p:nvSpPr>
          <p:spPr>
            <a:xfrm>
              <a:off x="1555380" y="2616044"/>
              <a:ext cx="100015" cy="100006"/>
            </a:xfrm>
            <a:custGeom>
              <a:avLst/>
              <a:gdLst>
                <a:gd name="connsiteX0" fmla="*/ 78241 w 100015"/>
                <a:gd name="connsiteY0" fmla="*/ 100007 h 100006"/>
                <a:gd name="connsiteX1" fmla="*/ 21774 w 100015"/>
                <a:gd name="connsiteY1" fmla="*/ 100007 h 100006"/>
                <a:gd name="connsiteX2" fmla="*/ 0 w 100015"/>
                <a:gd name="connsiteY2" fmla="*/ 78233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3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3"/>
                  </a:cubicBezTo>
                  <a:lnTo>
                    <a:pt x="0" y="21774"/>
                  </a:lnTo>
                  <a:cubicBezTo>
                    <a:pt x="0" y="9764"/>
                    <a:pt x="9773" y="0"/>
                    <a:pt x="21774" y="0"/>
                  </a:cubicBezTo>
                  <a:lnTo>
                    <a:pt x="78241" y="0"/>
                  </a:lnTo>
                  <a:cubicBezTo>
                    <a:pt x="90243" y="0"/>
                    <a:pt x="100015" y="9773"/>
                    <a:pt x="100015" y="21774"/>
                  </a:cubicBezTo>
                  <a:lnTo>
                    <a:pt x="100015" y="78233"/>
                  </a:lnTo>
                  <a:cubicBezTo>
                    <a:pt x="100015" y="90243"/>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nvGrpSpPr>
            <p:cNvPr id="28" name="图形 2">
              <a:extLst>
                <a:ext uri="{FF2B5EF4-FFF2-40B4-BE49-F238E27FC236}">
                  <a16:creationId xmlns:a16="http://schemas.microsoft.com/office/drawing/2014/main" id="{3F01A5D4-ECFE-C3F1-22E8-482AAA158C2B}"/>
                </a:ext>
              </a:extLst>
            </p:cNvPr>
            <p:cNvGrpSpPr/>
            <p:nvPr/>
          </p:nvGrpSpPr>
          <p:grpSpPr>
            <a:xfrm>
              <a:off x="805287" y="2750349"/>
              <a:ext cx="100015" cy="100006"/>
              <a:chOff x="6524265" y="2750349"/>
              <a:chExt cx="100015" cy="100006"/>
            </a:xfrm>
            <a:grpFill/>
          </p:grpSpPr>
          <p:sp>
            <p:nvSpPr>
              <p:cNvPr id="48" name="任意多边形: 形状 47">
                <a:extLst>
                  <a:ext uri="{FF2B5EF4-FFF2-40B4-BE49-F238E27FC236}">
                    <a16:creationId xmlns:a16="http://schemas.microsoft.com/office/drawing/2014/main" id="{E7649387-EC12-452D-4827-8E7A94B4198F}"/>
                  </a:ext>
                </a:extLst>
              </p:cNvPr>
              <p:cNvSpPr/>
              <p:nvPr/>
            </p:nvSpPr>
            <p:spPr>
              <a:xfrm>
                <a:off x="6537132"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49" name="任意多边形: 形状 48">
                <a:extLst>
                  <a:ext uri="{FF2B5EF4-FFF2-40B4-BE49-F238E27FC236}">
                    <a16:creationId xmlns:a16="http://schemas.microsoft.com/office/drawing/2014/main" id="{2FEAAD16-1044-112E-7240-C831DD6668D9}"/>
                  </a:ext>
                </a:extLst>
              </p:cNvPr>
              <p:cNvSpPr/>
              <p:nvPr/>
            </p:nvSpPr>
            <p:spPr>
              <a:xfrm>
                <a:off x="6524265"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29" name="图形 2">
              <a:extLst>
                <a:ext uri="{FF2B5EF4-FFF2-40B4-BE49-F238E27FC236}">
                  <a16:creationId xmlns:a16="http://schemas.microsoft.com/office/drawing/2014/main" id="{D1ABBC25-BF6A-5458-EF98-A0CFE05D98C3}"/>
                </a:ext>
              </a:extLst>
            </p:cNvPr>
            <p:cNvGrpSpPr/>
            <p:nvPr/>
          </p:nvGrpSpPr>
          <p:grpSpPr>
            <a:xfrm>
              <a:off x="955305" y="2750349"/>
              <a:ext cx="100015" cy="100006"/>
              <a:chOff x="6674283" y="2750349"/>
              <a:chExt cx="100015" cy="100006"/>
            </a:xfrm>
            <a:grpFill/>
          </p:grpSpPr>
          <p:sp>
            <p:nvSpPr>
              <p:cNvPr id="46" name="任意多边形: 形状 45">
                <a:extLst>
                  <a:ext uri="{FF2B5EF4-FFF2-40B4-BE49-F238E27FC236}">
                    <a16:creationId xmlns:a16="http://schemas.microsoft.com/office/drawing/2014/main" id="{E5408432-67D7-9BA2-0FD8-8BAF7F8D501D}"/>
                  </a:ext>
                </a:extLst>
              </p:cNvPr>
              <p:cNvSpPr/>
              <p:nvPr/>
            </p:nvSpPr>
            <p:spPr>
              <a:xfrm>
                <a:off x="6687151"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294" y="0"/>
                      <a:pt x="74289" y="3995"/>
                      <a:pt x="74289" y="8915"/>
                    </a:cubicBezTo>
                    <a:lnTo>
                      <a:pt x="74289" y="65374"/>
                    </a:lnTo>
                    <a:cubicBezTo>
                      <a:pt x="74289" y="70294"/>
                      <a:pt x="70294" y="74289"/>
                      <a:pt x="65374" y="74289"/>
                    </a:cubicBezTo>
                    <a:close/>
                  </a:path>
                </a:pathLst>
              </a:custGeom>
              <a:grpFill/>
              <a:ln w="8572" cap="flat">
                <a:noFill/>
                <a:prstDash val="solid"/>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87AA3F53-557C-C564-9A2F-46A36C1A2B87}"/>
                  </a:ext>
                </a:extLst>
              </p:cNvPr>
              <p:cNvSpPr/>
              <p:nvPr/>
            </p:nvSpPr>
            <p:spPr>
              <a:xfrm>
                <a:off x="6674283"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30" name="图形 2">
              <a:extLst>
                <a:ext uri="{FF2B5EF4-FFF2-40B4-BE49-F238E27FC236}">
                  <a16:creationId xmlns:a16="http://schemas.microsoft.com/office/drawing/2014/main" id="{CDEC7D89-CB7F-1A71-9EE4-4C88E548DD24}"/>
                </a:ext>
              </a:extLst>
            </p:cNvPr>
            <p:cNvGrpSpPr/>
            <p:nvPr/>
          </p:nvGrpSpPr>
          <p:grpSpPr>
            <a:xfrm>
              <a:off x="1105324" y="2750349"/>
              <a:ext cx="100015" cy="100006"/>
              <a:chOff x="6824302" y="2750349"/>
              <a:chExt cx="100015" cy="100006"/>
            </a:xfrm>
            <a:grpFill/>
          </p:grpSpPr>
          <p:sp>
            <p:nvSpPr>
              <p:cNvPr id="44" name="任意多边形: 形状 43">
                <a:extLst>
                  <a:ext uri="{FF2B5EF4-FFF2-40B4-BE49-F238E27FC236}">
                    <a16:creationId xmlns:a16="http://schemas.microsoft.com/office/drawing/2014/main" id="{37449738-B194-59B2-F9B6-240F353AE31B}"/>
                  </a:ext>
                </a:extLst>
              </p:cNvPr>
              <p:cNvSpPr/>
              <p:nvPr/>
            </p:nvSpPr>
            <p:spPr>
              <a:xfrm>
                <a:off x="6837161"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45" name="任意多边形: 形状 44">
                <a:extLst>
                  <a:ext uri="{FF2B5EF4-FFF2-40B4-BE49-F238E27FC236}">
                    <a16:creationId xmlns:a16="http://schemas.microsoft.com/office/drawing/2014/main" id="{4A1735B4-8DB1-CCDC-26FC-30E37C6352E2}"/>
                  </a:ext>
                </a:extLst>
              </p:cNvPr>
              <p:cNvSpPr/>
              <p:nvPr/>
            </p:nvSpPr>
            <p:spPr>
              <a:xfrm>
                <a:off x="6824302"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31" name="图形 2">
              <a:extLst>
                <a:ext uri="{FF2B5EF4-FFF2-40B4-BE49-F238E27FC236}">
                  <a16:creationId xmlns:a16="http://schemas.microsoft.com/office/drawing/2014/main" id="{F8EB5C2D-4299-5DF8-E438-D7F4C2033986}"/>
                </a:ext>
              </a:extLst>
            </p:cNvPr>
            <p:cNvGrpSpPr/>
            <p:nvPr/>
          </p:nvGrpSpPr>
          <p:grpSpPr>
            <a:xfrm>
              <a:off x="1255343" y="2750349"/>
              <a:ext cx="100015" cy="100006"/>
              <a:chOff x="6974321" y="2750349"/>
              <a:chExt cx="100015" cy="100006"/>
            </a:xfrm>
            <a:grpFill/>
          </p:grpSpPr>
          <p:sp>
            <p:nvSpPr>
              <p:cNvPr id="42" name="任意多边形: 形状 41">
                <a:extLst>
                  <a:ext uri="{FF2B5EF4-FFF2-40B4-BE49-F238E27FC236}">
                    <a16:creationId xmlns:a16="http://schemas.microsoft.com/office/drawing/2014/main" id="{222032FE-B5B6-F64D-C8B0-300465320350}"/>
                  </a:ext>
                </a:extLst>
              </p:cNvPr>
              <p:cNvSpPr/>
              <p:nvPr/>
            </p:nvSpPr>
            <p:spPr>
              <a:xfrm>
                <a:off x="6987180"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86"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43" name="任意多边形: 形状 42">
                <a:extLst>
                  <a:ext uri="{FF2B5EF4-FFF2-40B4-BE49-F238E27FC236}">
                    <a16:creationId xmlns:a16="http://schemas.microsoft.com/office/drawing/2014/main" id="{31369FF1-F27A-4D67-BAF1-6006E478F3D5}"/>
                  </a:ext>
                </a:extLst>
              </p:cNvPr>
              <p:cNvSpPr/>
              <p:nvPr/>
            </p:nvSpPr>
            <p:spPr>
              <a:xfrm>
                <a:off x="6974321"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grpSp>
          <p:nvGrpSpPr>
            <p:cNvPr id="32" name="图形 2">
              <a:extLst>
                <a:ext uri="{FF2B5EF4-FFF2-40B4-BE49-F238E27FC236}">
                  <a16:creationId xmlns:a16="http://schemas.microsoft.com/office/drawing/2014/main" id="{4975D46F-1438-882B-28CE-BA63123825D1}"/>
                </a:ext>
              </a:extLst>
            </p:cNvPr>
            <p:cNvGrpSpPr/>
            <p:nvPr/>
          </p:nvGrpSpPr>
          <p:grpSpPr>
            <a:xfrm>
              <a:off x="1405362" y="2750349"/>
              <a:ext cx="100015" cy="100006"/>
              <a:chOff x="7124340" y="2750349"/>
              <a:chExt cx="100015" cy="100006"/>
            </a:xfrm>
            <a:grpFill/>
          </p:grpSpPr>
          <p:sp>
            <p:nvSpPr>
              <p:cNvPr id="40" name="任意多边形: 形状 39">
                <a:extLst>
                  <a:ext uri="{FF2B5EF4-FFF2-40B4-BE49-F238E27FC236}">
                    <a16:creationId xmlns:a16="http://schemas.microsoft.com/office/drawing/2014/main" id="{9811DA60-BE7B-77AF-8DA8-F9E4346151D4}"/>
                  </a:ext>
                </a:extLst>
              </p:cNvPr>
              <p:cNvSpPr/>
              <p:nvPr/>
            </p:nvSpPr>
            <p:spPr>
              <a:xfrm>
                <a:off x="7137198" y="2763208"/>
                <a:ext cx="74289" cy="74289"/>
              </a:xfrm>
              <a:custGeom>
                <a:avLst/>
                <a:gdLst>
                  <a:gd name="connsiteX0" fmla="*/ 65374 w 74289"/>
                  <a:gd name="connsiteY0" fmla="*/ 74289 h 74289"/>
                  <a:gd name="connsiteX1" fmla="*/ 8915 w 74289"/>
                  <a:gd name="connsiteY1" fmla="*/ 74289 h 74289"/>
                  <a:gd name="connsiteX2" fmla="*/ 0 w 74289"/>
                  <a:gd name="connsiteY2" fmla="*/ 65374 h 74289"/>
                  <a:gd name="connsiteX3" fmla="*/ 0 w 74289"/>
                  <a:gd name="connsiteY3" fmla="*/ 8915 h 74289"/>
                  <a:gd name="connsiteX4" fmla="*/ 8915 w 74289"/>
                  <a:gd name="connsiteY4" fmla="*/ 0 h 74289"/>
                  <a:gd name="connsiteX5" fmla="*/ 65374 w 74289"/>
                  <a:gd name="connsiteY5" fmla="*/ 0 h 74289"/>
                  <a:gd name="connsiteX6" fmla="*/ 74289 w 74289"/>
                  <a:gd name="connsiteY6" fmla="*/ 8915 h 74289"/>
                  <a:gd name="connsiteX7" fmla="*/ 74289 w 74289"/>
                  <a:gd name="connsiteY7" fmla="*/ 65374 h 74289"/>
                  <a:gd name="connsiteX8" fmla="*/ 65374 w 74289"/>
                  <a:gd name="connsiteY8" fmla="*/ 74289 h 7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89" h="74289">
                    <a:moveTo>
                      <a:pt x="65374" y="74289"/>
                    </a:moveTo>
                    <a:lnTo>
                      <a:pt x="8915" y="74289"/>
                    </a:lnTo>
                    <a:cubicBezTo>
                      <a:pt x="3995" y="74289"/>
                      <a:pt x="0" y="70294"/>
                      <a:pt x="0" y="65374"/>
                    </a:cubicBezTo>
                    <a:lnTo>
                      <a:pt x="0" y="8915"/>
                    </a:lnTo>
                    <a:cubicBezTo>
                      <a:pt x="0" y="3995"/>
                      <a:pt x="3995" y="0"/>
                      <a:pt x="8915" y="0"/>
                    </a:cubicBezTo>
                    <a:lnTo>
                      <a:pt x="65374" y="0"/>
                    </a:lnTo>
                    <a:cubicBezTo>
                      <a:pt x="70303" y="0"/>
                      <a:pt x="74289" y="3995"/>
                      <a:pt x="74289" y="8915"/>
                    </a:cubicBezTo>
                    <a:lnTo>
                      <a:pt x="74289" y="65374"/>
                    </a:lnTo>
                    <a:cubicBezTo>
                      <a:pt x="74298" y="70294"/>
                      <a:pt x="70303" y="74289"/>
                      <a:pt x="65374" y="74289"/>
                    </a:cubicBezTo>
                    <a:close/>
                  </a:path>
                </a:pathLst>
              </a:custGeom>
              <a:grpFill/>
              <a:ln w="8572" cap="flat">
                <a:noFill/>
                <a:prstDash val="solid"/>
                <a:miter/>
              </a:ln>
            </p:spPr>
            <p:txBody>
              <a:bodyPr rtlCol="0" anchor="ctr"/>
              <a:lstStyle/>
              <a:p>
                <a:endParaRPr lang="zh-CN" altLang="en-US"/>
              </a:p>
            </p:txBody>
          </p:sp>
          <p:sp>
            <p:nvSpPr>
              <p:cNvPr id="41" name="任意多边形: 形状 40">
                <a:extLst>
                  <a:ext uri="{FF2B5EF4-FFF2-40B4-BE49-F238E27FC236}">
                    <a16:creationId xmlns:a16="http://schemas.microsoft.com/office/drawing/2014/main" id="{AC89B179-D81E-46B7-B700-09FF5D68E7DC}"/>
                  </a:ext>
                </a:extLst>
              </p:cNvPr>
              <p:cNvSpPr/>
              <p:nvPr/>
            </p:nvSpPr>
            <p:spPr>
              <a:xfrm>
                <a:off x="7124340" y="2750349"/>
                <a:ext cx="100015" cy="100006"/>
              </a:xfrm>
              <a:custGeom>
                <a:avLst/>
                <a:gdLst>
                  <a:gd name="connsiteX0" fmla="*/ 78241 w 100015"/>
                  <a:gd name="connsiteY0" fmla="*/ 100007 h 100006"/>
                  <a:gd name="connsiteX1" fmla="*/ 21774 w 100015"/>
                  <a:gd name="connsiteY1" fmla="*/ 100007 h 100006"/>
                  <a:gd name="connsiteX2" fmla="*/ 0 w 100015"/>
                  <a:gd name="connsiteY2" fmla="*/ 78232 h 100006"/>
                  <a:gd name="connsiteX3" fmla="*/ 0 w 100015"/>
                  <a:gd name="connsiteY3" fmla="*/ 21774 h 100006"/>
                  <a:gd name="connsiteX4" fmla="*/ 21774 w 100015"/>
                  <a:gd name="connsiteY4" fmla="*/ 0 h 100006"/>
                  <a:gd name="connsiteX5" fmla="*/ 78241 w 100015"/>
                  <a:gd name="connsiteY5" fmla="*/ 0 h 100006"/>
                  <a:gd name="connsiteX6" fmla="*/ 100015 w 100015"/>
                  <a:gd name="connsiteY6" fmla="*/ 21774 h 100006"/>
                  <a:gd name="connsiteX7" fmla="*/ 100015 w 100015"/>
                  <a:gd name="connsiteY7" fmla="*/ 78232 h 100006"/>
                  <a:gd name="connsiteX8" fmla="*/ 78241 w 100015"/>
                  <a:gd name="connsiteY8" fmla="*/ 100007 h 100006"/>
                  <a:gd name="connsiteX9" fmla="*/ 25718 w 100015"/>
                  <a:gd name="connsiteY9" fmla="*/ 74289 h 100006"/>
                  <a:gd name="connsiteX10" fmla="*/ 74298 w 100015"/>
                  <a:gd name="connsiteY10" fmla="*/ 74289 h 100006"/>
                  <a:gd name="connsiteX11" fmla="*/ 74298 w 100015"/>
                  <a:gd name="connsiteY11" fmla="*/ 25709 h 100006"/>
                  <a:gd name="connsiteX12" fmla="*/ 25718 w 100015"/>
                  <a:gd name="connsiteY12" fmla="*/ 25709 h 100006"/>
                  <a:gd name="connsiteX13" fmla="*/ 25718 w 100015"/>
                  <a:gd name="connsiteY13" fmla="*/ 74289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015" h="100006">
                    <a:moveTo>
                      <a:pt x="78241" y="100007"/>
                    </a:moveTo>
                    <a:lnTo>
                      <a:pt x="21774" y="100007"/>
                    </a:lnTo>
                    <a:cubicBezTo>
                      <a:pt x="9773" y="100007"/>
                      <a:pt x="0" y="90234"/>
                      <a:pt x="0" y="78232"/>
                    </a:cubicBezTo>
                    <a:lnTo>
                      <a:pt x="0" y="21774"/>
                    </a:lnTo>
                    <a:cubicBezTo>
                      <a:pt x="0" y="9773"/>
                      <a:pt x="9773" y="0"/>
                      <a:pt x="21774" y="0"/>
                    </a:cubicBezTo>
                    <a:lnTo>
                      <a:pt x="78241" y="0"/>
                    </a:lnTo>
                    <a:cubicBezTo>
                      <a:pt x="90243" y="0"/>
                      <a:pt x="100015" y="9773"/>
                      <a:pt x="100015" y="21774"/>
                    </a:cubicBezTo>
                    <a:lnTo>
                      <a:pt x="100015" y="78232"/>
                    </a:lnTo>
                    <a:cubicBezTo>
                      <a:pt x="100015" y="90234"/>
                      <a:pt x="90243" y="100007"/>
                      <a:pt x="78241" y="100007"/>
                    </a:cubicBezTo>
                    <a:close/>
                    <a:moveTo>
                      <a:pt x="25718" y="74289"/>
                    </a:moveTo>
                    <a:lnTo>
                      <a:pt x="74298" y="74289"/>
                    </a:lnTo>
                    <a:lnTo>
                      <a:pt x="74298" y="25709"/>
                    </a:lnTo>
                    <a:lnTo>
                      <a:pt x="25718" y="25709"/>
                    </a:lnTo>
                    <a:lnTo>
                      <a:pt x="25718" y="74289"/>
                    </a:lnTo>
                    <a:close/>
                  </a:path>
                </a:pathLst>
              </a:custGeom>
              <a:grpFill/>
              <a:ln w="8572" cap="flat">
                <a:noFill/>
                <a:prstDash val="solid"/>
                <a:miter/>
              </a:ln>
            </p:spPr>
            <p:txBody>
              <a:bodyPr rtlCol="0" anchor="ctr"/>
              <a:lstStyle/>
              <a:p>
                <a:endParaRPr lang="zh-CN" altLang="en-US"/>
              </a:p>
            </p:txBody>
          </p:sp>
        </p:grpSp>
        <p:sp>
          <p:nvSpPr>
            <p:cNvPr id="33" name="任意多边形: 形状 32">
              <a:extLst>
                <a:ext uri="{FF2B5EF4-FFF2-40B4-BE49-F238E27FC236}">
                  <a16:creationId xmlns:a16="http://schemas.microsoft.com/office/drawing/2014/main" id="{D5413B13-F360-DA6B-C372-0046777558C2}"/>
                </a:ext>
              </a:extLst>
            </p:cNvPr>
            <p:cNvSpPr/>
            <p:nvPr/>
          </p:nvSpPr>
          <p:spPr>
            <a:xfrm>
              <a:off x="1528231" y="2750349"/>
              <a:ext cx="211457" cy="211449"/>
            </a:xfrm>
            <a:custGeom>
              <a:avLst/>
              <a:gdLst>
                <a:gd name="connsiteX0" fmla="*/ 21431 w 211457"/>
                <a:gd name="connsiteY0" fmla="*/ 211449 h 211449"/>
                <a:gd name="connsiteX1" fmla="*/ 0 w 211457"/>
                <a:gd name="connsiteY1" fmla="*/ 190018 h 211449"/>
                <a:gd name="connsiteX2" fmla="*/ 0 w 211457"/>
                <a:gd name="connsiteY2" fmla="*/ 35370 h 211449"/>
                <a:gd name="connsiteX3" fmla="*/ 35379 w 211457"/>
                <a:gd name="connsiteY3" fmla="*/ 0 h 211449"/>
                <a:gd name="connsiteX4" fmla="*/ 190027 w 211457"/>
                <a:gd name="connsiteY4" fmla="*/ 0 h 211449"/>
                <a:gd name="connsiteX5" fmla="*/ 211458 w 211457"/>
                <a:gd name="connsiteY5" fmla="*/ 21431 h 211449"/>
                <a:gd name="connsiteX6" fmla="*/ 190027 w 211457"/>
                <a:gd name="connsiteY6" fmla="*/ 42863 h 211449"/>
                <a:gd name="connsiteX7" fmla="*/ 42863 w 211457"/>
                <a:gd name="connsiteY7" fmla="*/ 42863 h 211449"/>
                <a:gd name="connsiteX8" fmla="*/ 42863 w 211457"/>
                <a:gd name="connsiteY8" fmla="*/ 190018 h 211449"/>
                <a:gd name="connsiteX9" fmla="*/ 21431 w 211457"/>
                <a:gd name="connsiteY9" fmla="*/ 211449 h 21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1457" h="211449">
                  <a:moveTo>
                    <a:pt x="21431" y="211449"/>
                  </a:moveTo>
                  <a:cubicBezTo>
                    <a:pt x="9592" y="211449"/>
                    <a:pt x="0" y="201857"/>
                    <a:pt x="0" y="190018"/>
                  </a:cubicBezTo>
                  <a:lnTo>
                    <a:pt x="0" y="35370"/>
                  </a:lnTo>
                  <a:cubicBezTo>
                    <a:pt x="0" y="15868"/>
                    <a:pt x="15876" y="0"/>
                    <a:pt x="35379" y="0"/>
                  </a:cubicBezTo>
                  <a:lnTo>
                    <a:pt x="190027" y="0"/>
                  </a:lnTo>
                  <a:cubicBezTo>
                    <a:pt x="201865" y="0"/>
                    <a:pt x="211458" y="9593"/>
                    <a:pt x="211458" y="21431"/>
                  </a:cubicBezTo>
                  <a:cubicBezTo>
                    <a:pt x="211458" y="33270"/>
                    <a:pt x="201865" y="42863"/>
                    <a:pt x="190027" y="42863"/>
                  </a:cubicBezTo>
                  <a:lnTo>
                    <a:pt x="42863" y="42863"/>
                  </a:lnTo>
                  <a:lnTo>
                    <a:pt x="42863" y="190018"/>
                  </a:lnTo>
                  <a:cubicBezTo>
                    <a:pt x="42863" y="201857"/>
                    <a:pt x="33270" y="211449"/>
                    <a:pt x="21431" y="211449"/>
                  </a:cubicBezTo>
                  <a:close/>
                </a:path>
              </a:pathLst>
            </a:custGeom>
            <a:grpFill/>
            <a:ln w="8572" cap="flat">
              <a:noFill/>
              <a:prstDash val="solid"/>
              <a:miter/>
            </a:ln>
          </p:spPr>
          <p:txBody>
            <a:bodyPr rtlCol="0" anchor="ctr"/>
            <a:lstStyle/>
            <a:p>
              <a:endParaRPr lang="zh-CN" altLang="en-US"/>
            </a:p>
          </p:txBody>
        </p:sp>
        <p:sp>
          <p:nvSpPr>
            <p:cNvPr id="34" name="任意多边形: 形状 33">
              <a:extLst>
                <a:ext uri="{FF2B5EF4-FFF2-40B4-BE49-F238E27FC236}">
                  <a16:creationId xmlns:a16="http://schemas.microsoft.com/office/drawing/2014/main" id="{16DB887C-9229-D5DF-B827-2B696DA29672}"/>
                </a:ext>
              </a:extLst>
            </p:cNvPr>
            <p:cNvSpPr/>
            <p:nvPr/>
          </p:nvSpPr>
          <p:spPr>
            <a:xfrm>
              <a:off x="927213" y="2160270"/>
              <a:ext cx="122363" cy="8572"/>
            </a:xfrm>
            <a:custGeom>
              <a:avLst/>
              <a:gdLst>
                <a:gd name="connsiteX0" fmla="*/ 0 w 122363"/>
                <a:gd name="connsiteY0" fmla="*/ 0 h 8572"/>
                <a:gd name="connsiteX1" fmla="*/ 122364 w 122363"/>
                <a:gd name="connsiteY1" fmla="*/ 0 h 8572"/>
              </a:gdLst>
              <a:ahLst/>
              <a:cxnLst>
                <a:cxn ang="0">
                  <a:pos x="connsiteX0" y="connsiteY0"/>
                </a:cxn>
                <a:cxn ang="0">
                  <a:pos x="connsiteX1" y="connsiteY1"/>
                </a:cxn>
              </a:cxnLst>
              <a:rect l="l" t="t" r="r" b="b"/>
              <a:pathLst>
                <a:path w="122363" h="8572">
                  <a:moveTo>
                    <a:pt x="0" y="0"/>
                  </a:moveTo>
                  <a:lnTo>
                    <a:pt x="122364" y="0"/>
                  </a:lnTo>
                </a:path>
              </a:pathLst>
            </a:custGeom>
            <a:grpFill/>
            <a:ln w="8572"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ED9566D2-A930-189E-F1BF-8EA37BC75961}"/>
                </a:ext>
              </a:extLst>
            </p:cNvPr>
            <p:cNvSpPr/>
            <p:nvPr/>
          </p:nvSpPr>
          <p:spPr>
            <a:xfrm>
              <a:off x="1423964" y="2160270"/>
              <a:ext cx="122355" cy="8572"/>
            </a:xfrm>
            <a:custGeom>
              <a:avLst/>
              <a:gdLst>
                <a:gd name="connsiteX0" fmla="*/ 0 w 122355"/>
                <a:gd name="connsiteY0" fmla="*/ 0 h 8572"/>
                <a:gd name="connsiteX1" fmla="*/ 122355 w 122355"/>
                <a:gd name="connsiteY1" fmla="*/ 0 h 8572"/>
              </a:gdLst>
              <a:ahLst/>
              <a:cxnLst>
                <a:cxn ang="0">
                  <a:pos x="connsiteX0" y="connsiteY0"/>
                </a:cxn>
                <a:cxn ang="0">
                  <a:pos x="connsiteX1" y="connsiteY1"/>
                </a:cxn>
              </a:cxnLst>
              <a:rect l="l" t="t" r="r" b="b"/>
              <a:pathLst>
                <a:path w="122355" h="8572">
                  <a:moveTo>
                    <a:pt x="0" y="0"/>
                  </a:moveTo>
                  <a:lnTo>
                    <a:pt x="122355" y="0"/>
                  </a:lnTo>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FFA41B95-83EB-2235-8F4E-A0F666491630}"/>
                </a:ext>
              </a:extLst>
            </p:cNvPr>
            <p:cNvSpPr/>
            <p:nvPr/>
          </p:nvSpPr>
          <p:spPr>
            <a:xfrm>
              <a:off x="927213" y="2160270"/>
              <a:ext cx="122363" cy="190026"/>
            </a:xfrm>
            <a:custGeom>
              <a:avLst/>
              <a:gdLst>
                <a:gd name="connsiteX0" fmla="*/ 0 w 122363"/>
                <a:gd name="connsiteY0" fmla="*/ 0 h 190026"/>
                <a:gd name="connsiteX1" fmla="*/ 0 w 122363"/>
                <a:gd name="connsiteY1" fmla="*/ 128845 h 190026"/>
                <a:gd name="connsiteX2" fmla="*/ 61182 w 122363"/>
                <a:gd name="connsiteY2" fmla="*/ 190027 h 190026"/>
                <a:gd name="connsiteX3" fmla="*/ 122364 w 122363"/>
                <a:gd name="connsiteY3" fmla="*/ 128845 h 190026"/>
                <a:gd name="connsiteX4" fmla="*/ 122364 w 122363"/>
                <a:gd name="connsiteY4" fmla="*/ 0 h 190026"/>
                <a:gd name="connsiteX5" fmla="*/ 0 w 122363"/>
                <a:gd name="connsiteY5" fmla="*/ 0 h 190026"/>
                <a:gd name="connsiteX6" fmla="*/ 61182 w 122363"/>
                <a:gd name="connsiteY6" fmla="*/ 137160 h 190026"/>
                <a:gd name="connsiteX7" fmla="*/ 36176 w 122363"/>
                <a:gd name="connsiteY7" fmla="*/ 112154 h 190026"/>
                <a:gd name="connsiteX8" fmla="*/ 61182 w 122363"/>
                <a:gd name="connsiteY8" fmla="*/ 87148 h 190026"/>
                <a:gd name="connsiteX9" fmla="*/ 86188 w 122363"/>
                <a:gd name="connsiteY9" fmla="*/ 112154 h 190026"/>
                <a:gd name="connsiteX10" fmla="*/ 61182 w 122363"/>
                <a:gd name="connsiteY10" fmla="*/ 137160 h 19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363" h="190026">
                  <a:moveTo>
                    <a:pt x="0" y="0"/>
                  </a:moveTo>
                  <a:lnTo>
                    <a:pt x="0" y="128845"/>
                  </a:lnTo>
                  <a:cubicBezTo>
                    <a:pt x="0" y="162637"/>
                    <a:pt x="27389" y="190027"/>
                    <a:pt x="61182" y="190027"/>
                  </a:cubicBezTo>
                  <a:cubicBezTo>
                    <a:pt x="94975" y="190027"/>
                    <a:pt x="122364" y="162637"/>
                    <a:pt x="122364" y="128845"/>
                  </a:cubicBezTo>
                  <a:lnTo>
                    <a:pt x="122364" y="0"/>
                  </a:lnTo>
                  <a:lnTo>
                    <a:pt x="0" y="0"/>
                  </a:lnTo>
                  <a:close/>
                  <a:moveTo>
                    <a:pt x="61182" y="137160"/>
                  </a:moveTo>
                  <a:cubicBezTo>
                    <a:pt x="47372" y="137160"/>
                    <a:pt x="36176" y="125964"/>
                    <a:pt x="36176" y="112154"/>
                  </a:cubicBezTo>
                  <a:cubicBezTo>
                    <a:pt x="36176" y="98344"/>
                    <a:pt x="47372" y="87148"/>
                    <a:pt x="61182" y="87148"/>
                  </a:cubicBezTo>
                  <a:cubicBezTo>
                    <a:pt x="74992" y="87148"/>
                    <a:pt x="86188" y="98344"/>
                    <a:pt x="86188" y="112154"/>
                  </a:cubicBezTo>
                  <a:cubicBezTo>
                    <a:pt x="86188" y="125964"/>
                    <a:pt x="74992" y="137160"/>
                    <a:pt x="61182" y="137160"/>
                  </a:cubicBez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1513F7C0-575D-2498-D5CB-F8DFDCEC65A3}"/>
                </a:ext>
              </a:extLst>
            </p:cNvPr>
            <p:cNvSpPr/>
            <p:nvPr/>
          </p:nvSpPr>
          <p:spPr>
            <a:xfrm>
              <a:off x="1423964" y="2160270"/>
              <a:ext cx="122363" cy="190026"/>
            </a:xfrm>
            <a:custGeom>
              <a:avLst/>
              <a:gdLst>
                <a:gd name="connsiteX0" fmla="*/ 0 w 122363"/>
                <a:gd name="connsiteY0" fmla="*/ 0 h 190026"/>
                <a:gd name="connsiteX1" fmla="*/ 0 w 122363"/>
                <a:gd name="connsiteY1" fmla="*/ 128845 h 190026"/>
                <a:gd name="connsiteX2" fmla="*/ 61182 w 122363"/>
                <a:gd name="connsiteY2" fmla="*/ 190027 h 190026"/>
                <a:gd name="connsiteX3" fmla="*/ 61182 w 122363"/>
                <a:gd name="connsiteY3" fmla="*/ 190027 h 190026"/>
                <a:gd name="connsiteX4" fmla="*/ 122364 w 122363"/>
                <a:gd name="connsiteY4" fmla="*/ 128845 h 190026"/>
                <a:gd name="connsiteX5" fmla="*/ 122364 w 122363"/>
                <a:gd name="connsiteY5" fmla="*/ 0 h 190026"/>
                <a:gd name="connsiteX6" fmla="*/ 0 w 122363"/>
                <a:gd name="connsiteY6" fmla="*/ 0 h 190026"/>
                <a:gd name="connsiteX7" fmla="*/ 61182 w 122363"/>
                <a:gd name="connsiteY7" fmla="*/ 137160 h 190026"/>
                <a:gd name="connsiteX8" fmla="*/ 36176 w 122363"/>
                <a:gd name="connsiteY8" fmla="*/ 112154 h 190026"/>
                <a:gd name="connsiteX9" fmla="*/ 61182 w 122363"/>
                <a:gd name="connsiteY9" fmla="*/ 87148 h 190026"/>
                <a:gd name="connsiteX10" fmla="*/ 86188 w 122363"/>
                <a:gd name="connsiteY10" fmla="*/ 112154 h 190026"/>
                <a:gd name="connsiteX11" fmla="*/ 61182 w 122363"/>
                <a:gd name="connsiteY11" fmla="*/ 137160 h 19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2363" h="190026">
                  <a:moveTo>
                    <a:pt x="0" y="0"/>
                  </a:moveTo>
                  <a:lnTo>
                    <a:pt x="0" y="128845"/>
                  </a:lnTo>
                  <a:cubicBezTo>
                    <a:pt x="0" y="162637"/>
                    <a:pt x="27389" y="190027"/>
                    <a:pt x="61182" y="190027"/>
                  </a:cubicBezTo>
                  <a:lnTo>
                    <a:pt x="61182" y="190027"/>
                  </a:lnTo>
                  <a:cubicBezTo>
                    <a:pt x="94975" y="190027"/>
                    <a:pt x="122364" y="162637"/>
                    <a:pt x="122364" y="128845"/>
                  </a:cubicBezTo>
                  <a:lnTo>
                    <a:pt x="122364" y="0"/>
                  </a:lnTo>
                  <a:lnTo>
                    <a:pt x="0" y="0"/>
                  </a:lnTo>
                  <a:close/>
                  <a:moveTo>
                    <a:pt x="61182" y="137160"/>
                  </a:moveTo>
                  <a:cubicBezTo>
                    <a:pt x="47372" y="137160"/>
                    <a:pt x="36176" y="125964"/>
                    <a:pt x="36176" y="112154"/>
                  </a:cubicBezTo>
                  <a:cubicBezTo>
                    <a:pt x="36176" y="98344"/>
                    <a:pt x="47372" y="87148"/>
                    <a:pt x="61182" y="87148"/>
                  </a:cubicBezTo>
                  <a:cubicBezTo>
                    <a:pt x="74992" y="87148"/>
                    <a:pt x="86188" y="98344"/>
                    <a:pt x="86188" y="112154"/>
                  </a:cubicBezTo>
                  <a:cubicBezTo>
                    <a:pt x="86180" y="125964"/>
                    <a:pt x="74984" y="137160"/>
                    <a:pt x="61182" y="137160"/>
                  </a:cubicBezTo>
                  <a:close/>
                </a:path>
              </a:pathLst>
            </a:custGeom>
            <a:grpFill/>
            <a:ln w="8572" cap="flat">
              <a:noFill/>
              <a:prstDash val="solid"/>
              <a:miter/>
            </a:ln>
          </p:spPr>
          <p:txBody>
            <a:bodyPr rtlCol="0" anchor="ctr"/>
            <a:lstStyle/>
            <a:p>
              <a:endParaRPr lang="zh-CN" altLang="en-US"/>
            </a:p>
          </p:txBody>
        </p:sp>
        <p:sp>
          <p:nvSpPr>
            <p:cNvPr id="38" name="任意多边形: 形状 37">
              <a:extLst>
                <a:ext uri="{FF2B5EF4-FFF2-40B4-BE49-F238E27FC236}">
                  <a16:creationId xmlns:a16="http://schemas.microsoft.com/office/drawing/2014/main" id="{55905106-D356-F729-2BB0-2CBF06C1805E}"/>
                </a:ext>
              </a:extLst>
            </p:cNvPr>
            <p:cNvSpPr/>
            <p:nvPr/>
          </p:nvSpPr>
          <p:spPr>
            <a:xfrm>
              <a:off x="733835" y="2247426"/>
              <a:ext cx="1005854" cy="155728"/>
            </a:xfrm>
            <a:custGeom>
              <a:avLst/>
              <a:gdLst>
                <a:gd name="connsiteX0" fmla="*/ 1005855 w 1005854"/>
                <a:gd name="connsiteY0" fmla="*/ 155728 h 155728"/>
                <a:gd name="connsiteX1" fmla="*/ 1005855 w 1005854"/>
                <a:gd name="connsiteY1" fmla="*/ 39656 h 155728"/>
                <a:gd name="connsiteX2" fmla="*/ 966198 w 1005854"/>
                <a:gd name="connsiteY2" fmla="*/ 0 h 155728"/>
                <a:gd name="connsiteX3" fmla="*/ 829630 w 1005854"/>
                <a:gd name="connsiteY3" fmla="*/ 0 h 155728"/>
                <a:gd name="connsiteX4" fmla="*/ 829630 w 1005854"/>
                <a:gd name="connsiteY4" fmla="*/ 41688 h 155728"/>
                <a:gd name="connsiteX5" fmla="*/ 751302 w 1005854"/>
                <a:gd name="connsiteY5" fmla="*/ 120015 h 155728"/>
                <a:gd name="connsiteX6" fmla="*/ 672976 w 1005854"/>
                <a:gd name="connsiteY6" fmla="*/ 41688 h 155728"/>
                <a:gd name="connsiteX7" fmla="*/ 672976 w 1005854"/>
                <a:gd name="connsiteY7" fmla="*/ 0 h 155728"/>
                <a:gd name="connsiteX8" fmla="*/ 332879 w 1005854"/>
                <a:gd name="connsiteY8" fmla="*/ 0 h 155728"/>
                <a:gd name="connsiteX9" fmla="*/ 332879 w 1005854"/>
                <a:gd name="connsiteY9" fmla="*/ 41688 h 155728"/>
                <a:gd name="connsiteX10" fmla="*/ 254552 w 1005854"/>
                <a:gd name="connsiteY10" fmla="*/ 120015 h 155728"/>
                <a:gd name="connsiteX11" fmla="*/ 176225 w 1005854"/>
                <a:gd name="connsiteY11" fmla="*/ 41688 h 155728"/>
                <a:gd name="connsiteX12" fmla="*/ 176225 w 1005854"/>
                <a:gd name="connsiteY12" fmla="*/ 0 h 155728"/>
                <a:gd name="connsiteX13" fmla="*/ 39656 w 1005854"/>
                <a:gd name="connsiteY13" fmla="*/ 0 h 155728"/>
                <a:gd name="connsiteX14" fmla="*/ 0 w 1005854"/>
                <a:gd name="connsiteY14" fmla="*/ 39656 h 155728"/>
                <a:gd name="connsiteX15" fmla="*/ 0 w 1005854"/>
                <a:gd name="connsiteY15" fmla="*/ 155728 h 155728"/>
                <a:gd name="connsiteX16" fmla="*/ 1005855 w 1005854"/>
                <a:gd name="connsiteY16" fmla="*/ 155728 h 15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5854" h="155728">
                  <a:moveTo>
                    <a:pt x="1005855" y="155728"/>
                  </a:moveTo>
                  <a:lnTo>
                    <a:pt x="1005855" y="39656"/>
                  </a:lnTo>
                  <a:cubicBezTo>
                    <a:pt x="1005855" y="17788"/>
                    <a:pt x="988066" y="0"/>
                    <a:pt x="966198" y="0"/>
                  </a:cubicBezTo>
                  <a:lnTo>
                    <a:pt x="829630" y="0"/>
                  </a:lnTo>
                  <a:lnTo>
                    <a:pt x="829630" y="41688"/>
                  </a:lnTo>
                  <a:cubicBezTo>
                    <a:pt x="829630" y="84876"/>
                    <a:pt x="794491" y="120015"/>
                    <a:pt x="751302" y="120015"/>
                  </a:cubicBezTo>
                  <a:cubicBezTo>
                    <a:pt x="708114" y="120015"/>
                    <a:pt x="672976" y="84876"/>
                    <a:pt x="672976" y="41688"/>
                  </a:cubicBezTo>
                  <a:lnTo>
                    <a:pt x="672976" y="0"/>
                  </a:lnTo>
                  <a:lnTo>
                    <a:pt x="332879" y="0"/>
                  </a:lnTo>
                  <a:lnTo>
                    <a:pt x="332879" y="41688"/>
                  </a:lnTo>
                  <a:cubicBezTo>
                    <a:pt x="332879" y="84876"/>
                    <a:pt x="297740" y="120015"/>
                    <a:pt x="254552" y="120015"/>
                  </a:cubicBezTo>
                  <a:cubicBezTo>
                    <a:pt x="211364" y="120015"/>
                    <a:pt x="176225" y="84876"/>
                    <a:pt x="176225" y="41688"/>
                  </a:cubicBezTo>
                  <a:lnTo>
                    <a:pt x="176225" y="0"/>
                  </a:lnTo>
                  <a:lnTo>
                    <a:pt x="39656" y="0"/>
                  </a:lnTo>
                  <a:cubicBezTo>
                    <a:pt x="17788" y="0"/>
                    <a:pt x="0" y="17788"/>
                    <a:pt x="0" y="39656"/>
                  </a:cubicBezTo>
                  <a:lnTo>
                    <a:pt x="0" y="155728"/>
                  </a:lnTo>
                  <a:lnTo>
                    <a:pt x="1005855" y="155728"/>
                  </a:lnTo>
                  <a:close/>
                </a:path>
              </a:pathLst>
            </a:custGeom>
            <a:grpFill/>
            <a:ln w="8572" cap="flat">
              <a:noFill/>
              <a:prstDash val="solid"/>
              <a:miter/>
            </a:ln>
          </p:spPr>
          <p:txBody>
            <a:bodyPr rtlCol="0" anchor="ctr"/>
            <a:lstStyle/>
            <a:p>
              <a:endParaRPr lang="zh-CN" altLang="en-US"/>
            </a:p>
          </p:txBody>
        </p:sp>
        <p:sp>
          <p:nvSpPr>
            <p:cNvPr id="39" name="任意多边形: 形状 38">
              <a:extLst>
                <a:ext uri="{FF2B5EF4-FFF2-40B4-BE49-F238E27FC236}">
                  <a16:creationId xmlns:a16="http://schemas.microsoft.com/office/drawing/2014/main" id="{1A03FD59-F6D0-118D-863D-E1E4B55DC258}"/>
                </a:ext>
              </a:extLst>
            </p:cNvPr>
            <p:cNvSpPr/>
            <p:nvPr/>
          </p:nvSpPr>
          <p:spPr>
            <a:xfrm>
              <a:off x="712421" y="2225986"/>
              <a:ext cx="1043701" cy="757234"/>
            </a:xfrm>
            <a:custGeom>
              <a:avLst/>
              <a:gdLst>
                <a:gd name="connsiteX0" fmla="*/ 974042 w 1043701"/>
                <a:gd name="connsiteY0" fmla="*/ 9 h 757234"/>
                <a:gd name="connsiteX1" fmla="*/ 852629 w 1043701"/>
                <a:gd name="connsiteY1" fmla="*/ 9 h 757234"/>
                <a:gd name="connsiteX2" fmla="*/ 851044 w 1043701"/>
                <a:gd name="connsiteY2" fmla="*/ 172 h 757234"/>
                <a:gd name="connsiteX3" fmla="*/ 851044 w 1043701"/>
                <a:gd name="connsiteY3" fmla="*/ 42717 h 757234"/>
                <a:gd name="connsiteX4" fmla="*/ 852629 w 1043701"/>
                <a:gd name="connsiteY4" fmla="*/ 42880 h 757234"/>
                <a:gd name="connsiteX5" fmla="*/ 974042 w 1043701"/>
                <a:gd name="connsiteY5" fmla="*/ 42880 h 757234"/>
                <a:gd name="connsiteX6" fmla="*/ 1000839 w 1043701"/>
                <a:gd name="connsiteY6" fmla="*/ 69677 h 757234"/>
                <a:gd name="connsiteX7" fmla="*/ 1000839 w 1043701"/>
                <a:gd name="connsiteY7" fmla="*/ 549386 h 757234"/>
                <a:gd name="connsiteX8" fmla="*/ 992996 w 1043701"/>
                <a:gd name="connsiteY8" fmla="*/ 568331 h 757234"/>
                <a:gd name="connsiteX9" fmla="*/ 854781 w 1043701"/>
                <a:gd name="connsiteY9" fmla="*/ 706537 h 757234"/>
                <a:gd name="connsiteX10" fmla="*/ 835844 w 1043701"/>
                <a:gd name="connsiteY10" fmla="*/ 714381 h 757234"/>
                <a:gd name="connsiteX11" fmla="*/ 69660 w 1043701"/>
                <a:gd name="connsiteY11" fmla="*/ 714381 h 757234"/>
                <a:gd name="connsiteX12" fmla="*/ 42863 w 1043701"/>
                <a:gd name="connsiteY12" fmla="*/ 687583 h 757234"/>
                <a:gd name="connsiteX13" fmla="*/ 42863 w 1043701"/>
                <a:gd name="connsiteY13" fmla="*/ 69669 h 757234"/>
                <a:gd name="connsiteX14" fmla="*/ 69660 w 1043701"/>
                <a:gd name="connsiteY14" fmla="*/ 42871 h 757234"/>
                <a:gd name="connsiteX15" fmla="*/ 188595 w 1043701"/>
                <a:gd name="connsiteY15" fmla="*/ 42871 h 757234"/>
                <a:gd name="connsiteX16" fmla="*/ 197656 w 1043701"/>
                <a:gd name="connsiteY16" fmla="*/ 40797 h 757234"/>
                <a:gd name="connsiteX17" fmla="*/ 197656 w 1043701"/>
                <a:gd name="connsiteY17" fmla="*/ 2075 h 757234"/>
                <a:gd name="connsiteX18" fmla="*/ 188595 w 1043701"/>
                <a:gd name="connsiteY18" fmla="*/ 0 h 757234"/>
                <a:gd name="connsiteX19" fmla="*/ 69660 w 1043701"/>
                <a:gd name="connsiteY19" fmla="*/ 0 h 757234"/>
                <a:gd name="connsiteX20" fmla="*/ 0 w 1043701"/>
                <a:gd name="connsiteY20" fmla="*/ 69660 h 757234"/>
                <a:gd name="connsiteX21" fmla="*/ 0 w 1043701"/>
                <a:gd name="connsiteY21" fmla="*/ 687575 h 757234"/>
                <a:gd name="connsiteX22" fmla="*/ 69660 w 1043701"/>
                <a:gd name="connsiteY22" fmla="*/ 757235 h 757234"/>
                <a:gd name="connsiteX23" fmla="*/ 835844 w 1043701"/>
                <a:gd name="connsiteY23" fmla="*/ 757235 h 757234"/>
                <a:gd name="connsiteX24" fmla="*/ 885093 w 1043701"/>
                <a:gd name="connsiteY24" fmla="*/ 736832 h 757234"/>
                <a:gd name="connsiteX25" fmla="*/ 1023299 w 1043701"/>
                <a:gd name="connsiteY25" fmla="*/ 598626 h 757234"/>
                <a:gd name="connsiteX26" fmla="*/ 1043702 w 1043701"/>
                <a:gd name="connsiteY26" fmla="*/ 549369 h 757234"/>
                <a:gd name="connsiteX27" fmla="*/ 1043702 w 1043701"/>
                <a:gd name="connsiteY27" fmla="*/ 69660 h 757234"/>
                <a:gd name="connsiteX28" fmla="*/ 974042 w 1043701"/>
                <a:gd name="connsiteY28" fmla="*/ 9 h 757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3701" h="757234">
                  <a:moveTo>
                    <a:pt x="974042" y="9"/>
                  </a:moveTo>
                  <a:lnTo>
                    <a:pt x="852629" y="9"/>
                  </a:lnTo>
                  <a:cubicBezTo>
                    <a:pt x="852089" y="9"/>
                    <a:pt x="851584" y="129"/>
                    <a:pt x="851044" y="172"/>
                  </a:cubicBezTo>
                  <a:lnTo>
                    <a:pt x="851044" y="42717"/>
                  </a:lnTo>
                  <a:cubicBezTo>
                    <a:pt x="851575" y="42760"/>
                    <a:pt x="852081" y="42880"/>
                    <a:pt x="852629" y="42880"/>
                  </a:cubicBezTo>
                  <a:lnTo>
                    <a:pt x="974042" y="42880"/>
                  </a:lnTo>
                  <a:cubicBezTo>
                    <a:pt x="988821" y="42880"/>
                    <a:pt x="1000839" y="54898"/>
                    <a:pt x="1000839" y="69677"/>
                  </a:cubicBezTo>
                  <a:lnTo>
                    <a:pt x="1000839" y="549386"/>
                  </a:lnTo>
                  <a:cubicBezTo>
                    <a:pt x="1000839" y="556441"/>
                    <a:pt x="997976" y="563342"/>
                    <a:pt x="992996" y="568331"/>
                  </a:cubicBezTo>
                  <a:lnTo>
                    <a:pt x="854781" y="706537"/>
                  </a:lnTo>
                  <a:cubicBezTo>
                    <a:pt x="849723" y="711595"/>
                    <a:pt x="843003" y="714381"/>
                    <a:pt x="835844" y="714381"/>
                  </a:cubicBezTo>
                  <a:lnTo>
                    <a:pt x="69660" y="714381"/>
                  </a:lnTo>
                  <a:cubicBezTo>
                    <a:pt x="54881" y="714381"/>
                    <a:pt x="42863" y="702362"/>
                    <a:pt x="42863" y="687583"/>
                  </a:cubicBezTo>
                  <a:lnTo>
                    <a:pt x="42863" y="69669"/>
                  </a:lnTo>
                  <a:cubicBezTo>
                    <a:pt x="42863" y="54890"/>
                    <a:pt x="54881" y="42871"/>
                    <a:pt x="69660" y="42871"/>
                  </a:cubicBezTo>
                  <a:lnTo>
                    <a:pt x="188595" y="42871"/>
                  </a:lnTo>
                  <a:cubicBezTo>
                    <a:pt x="191844" y="42871"/>
                    <a:pt x="194896" y="42091"/>
                    <a:pt x="197656" y="40797"/>
                  </a:cubicBezTo>
                  <a:lnTo>
                    <a:pt x="197656" y="2075"/>
                  </a:lnTo>
                  <a:cubicBezTo>
                    <a:pt x="194896" y="780"/>
                    <a:pt x="191853" y="0"/>
                    <a:pt x="188595" y="0"/>
                  </a:cubicBezTo>
                  <a:lnTo>
                    <a:pt x="69660" y="0"/>
                  </a:lnTo>
                  <a:cubicBezTo>
                    <a:pt x="31247" y="0"/>
                    <a:pt x="0" y="31256"/>
                    <a:pt x="0" y="69660"/>
                  </a:cubicBezTo>
                  <a:lnTo>
                    <a:pt x="0" y="687575"/>
                  </a:lnTo>
                  <a:cubicBezTo>
                    <a:pt x="0" y="725988"/>
                    <a:pt x="31247" y="757235"/>
                    <a:pt x="69660" y="757235"/>
                  </a:cubicBezTo>
                  <a:lnTo>
                    <a:pt x="835844" y="757235"/>
                  </a:lnTo>
                  <a:cubicBezTo>
                    <a:pt x="854455" y="757235"/>
                    <a:pt x="871943" y="749991"/>
                    <a:pt x="885093" y="736832"/>
                  </a:cubicBezTo>
                  <a:lnTo>
                    <a:pt x="1023299" y="598626"/>
                  </a:lnTo>
                  <a:cubicBezTo>
                    <a:pt x="1036458" y="585476"/>
                    <a:pt x="1043702" y="567980"/>
                    <a:pt x="1043702" y="549369"/>
                  </a:cubicBezTo>
                  <a:lnTo>
                    <a:pt x="1043702" y="69660"/>
                  </a:lnTo>
                  <a:cubicBezTo>
                    <a:pt x="1043702" y="31256"/>
                    <a:pt x="1012447" y="9"/>
                    <a:pt x="974042" y="9"/>
                  </a:cubicBezTo>
                  <a:close/>
                </a:path>
              </a:pathLst>
            </a:custGeom>
            <a:grpFill/>
            <a:ln w="8572" cap="flat">
              <a:noFill/>
              <a:prstDash val="solid"/>
              <a:miter/>
            </a:ln>
          </p:spPr>
          <p:txBody>
            <a:bodyPr rtlCol="0" anchor="ctr"/>
            <a:lstStyle/>
            <a:p>
              <a:endParaRPr lang="zh-CN" altLang="en-US"/>
            </a:p>
          </p:txBody>
        </p:sp>
      </p:grpSp>
    </p:spTree>
    <p:extLst>
      <p:ext uri="{BB962C8B-B14F-4D97-AF65-F5344CB8AC3E}">
        <p14:creationId xmlns:p14="http://schemas.microsoft.com/office/powerpoint/2010/main" val="254840828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aoding-6">
            <a:extLst>
              <a:ext uri="{FF2B5EF4-FFF2-40B4-BE49-F238E27FC236}">
                <a16:creationId xmlns:a16="http://schemas.microsoft.com/office/drawing/2014/main" id="{72614CC5-6718-9DF5-1E93-E3D8512AA314}"/>
              </a:ext>
            </a:extLst>
          </p:cNvPr>
          <p:cNvSpPr/>
          <p:nvPr/>
        </p:nvSpPr>
        <p:spPr>
          <a:xfrm>
            <a:off x="0" y="63500"/>
            <a:ext cx="12192000" cy="7614270"/>
          </a:xfrm>
          <a:custGeom>
            <a:avLst/>
            <a:gdLst>
              <a:gd name="connsiteX0" fmla="*/ 0 w 7128366"/>
              <a:gd name="connsiteY0" fmla="*/ 0 h 4125249"/>
              <a:gd name="connsiteX1" fmla="*/ 7128366 w 7128366"/>
              <a:gd name="connsiteY1" fmla="*/ 0 h 4125249"/>
              <a:gd name="connsiteX2" fmla="*/ 7128366 w 7128366"/>
              <a:gd name="connsiteY2" fmla="*/ 4125249 h 4125249"/>
              <a:gd name="connsiteX3" fmla="*/ 0 w 7128366"/>
              <a:gd name="connsiteY3" fmla="*/ 4125249 h 4125249"/>
              <a:gd name="connsiteX4" fmla="*/ 0 w 7128366"/>
              <a:gd name="connsiteY4" fmla="*/ 0 h 4125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8366" h="4125249">
                <a:moveTo>
                  <a:pt x="0" y="0"/>
                </a:moveTo>
                <a:cubicBezTo>
                  <a:pt x="2830074" y="1564963"/>
                  <a:pt x="4389677" y="1545895"/>
                  <a:pt x="7128366" y="0"/>
                </a:cubicBezTo>
                <a:lnTo>
                  <a:pt x="7128366" y="4125249"/>
                </a:lnTo>
                <a:cubicBezTo>
                  <a:pt x="4421492" y="2456332"/>
                  <a:pt x="2859242" y="2485071"/>
                  <a:pt x="0" y="4125249"/>
                </a:cubicBezTo>
                <a:lnTo>
                  <a:pt x="0" y="0"/>
                </a:lnTo>
                <a:close/>
              </a:path>
            </a:pathLst>
          </a:custGeom>
          <a:gradFill flip="none" rotWithShape="1">
            <a:gsLst>
              <a:gs pos="0">
                <a:schemeClr val="accent1">
                  <a:alpha val="0"/>
                </a:schemeClr>
              </a:gs>
              <a:gs pos="100000">
                <a:schemeClr val="accent1">
                  <a:alpha val="0"/>
                </a:schemeClr>
              </a:gs>
              <a:gs pos="50000">
                <a:schemeClr val="accent1">
                  <a:alpha val="13000"/>
                </a:schemeClr>
              </a:gs>
            </a:gsLst>
            <a:lin ang="10800000" scaled="0"/>
            <a:tileRect/>
          </a:gradFill>
          <a:ln w="8071" cap="flat">
            <a:gradFill flip="none" rotWithShape="1">
              <a:gsLst>
                <a:gs pos="50000">
                  <a:schemeClr val="accent1"/>
                </a:gs>
                <a:gs pos="23000">
                  <a:schemeClr val="accent1">
                    <a:alpha val="0"/>
                  </a:schemeClr>
                </a:gs>
                <a:gs pos="73000">
                  <a:schemeClr val="accent1">
                    <a:alpha val="0"/>
                  </a:schemeClr>
                </a:gs>
              </a:gsLst>
              <a:lin ang="0" scaled="1"/>
              <a:tileRect/>
            </a:gradFill>
            <a:prstDash val="solid"/>
            <a:miter/>
          </a:ln>
        </p:spPr>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gaoding-10">
            <a:extLst>
              <a:ext uri="{FF2B5EF4-FFF2-40B4-BE49-F238E27FC236}">
                <a16:creationId xmlns:a16="http://schemas.microsoft.com/office/drawing/2014/main" id="{A5AC00BE-C91B-70FC-7580-73F862F18F53}"/>
              </a:ext>
            </a:extLst>
          </p:cNvPr>
          <p:cNvSpPr/>
          <p:nvPr/>
        </p:nvSpPr>
        <p:spPr>
          <a:xfrm>
            <a:off x="3557393" y="1213675"/>
            <a:ext cx="5077214" cy="5077214"/>
          </a:xfrm>
          <a:prstGeom prst="ellipse">
            <a:avLst/>
          </a:prstGeom>
          <a:solidFill>
            <a:schemeClr val="accent1">
              <a:lumMod val="100000"/>
              <a:alpha val="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任意多边形: 形状 2">
            <a:extLst>
              <a:ext uri="{FF2B5EF4-FFF2-40B4-BE49-F238E27FC236}">
                <a16:creationId xmlns:a16="http://schemas.microsoft.com/office/drawing/2014/main" id="{DE72E161-AE2D-E73F-929E-2F59A7797A2D}"/>
              </a:ext>
            </a:extLst>
          </p:cNvPr>
          <p:cNvSpPr/>
          <p:nvPr/>
        </p:nvSpPr>
        <p:spPr>
          <a:xfrm>
            <a:off x="4203700" y="1902800"/>
            <a:ext cx="3784600" cy="3788820"/>
          </a:xfrm>
          <a:custGeom>
            <a:avLst/>
            <a:gdLst>
              <a:gd name="connsiteX0" fmla="*/ 1948158 w 3044273"/>
              <a:gd name="connsiteY0" fmla="*/ 3046415 h 3047670"/>
              <a:gd name="connsiteX1" fmla="*/ 1948787 w 3044273"/>
              <a:gd name="connsiteY1" fmla="*/ 3047043 h 3047670"/>
              <a:gd name="connsiteX2" fmla="*/ 1948158 w 3044273"/>
              <a:gd name="connsiteY2" fmla="*/ 3047670 h 3047670"/>
              <a:gd name="connsiteX3" fmla="*/ 1947530 w 3044273"/>
              <a:gd name="connsiteY3" fmla="*/ 3047043 h 3047670"/>
              <a:gd name="connsiteX4" fmla="*/ 1948158 w 3044273"/>
              <a:gd name="connsiteY4" fmla="*/ 3046415 h 3047670"/>
              <a:gd name="connsiteX5" fmla="*/ 2262811 w 3044273"/>
              <a:gd name="connsiteY5" fmla="*/ 3022973 h 3047670"/>
              <a:gd name="connsiteX6" fmla="*/ 2263440 w 3044273"/>
              <a:gd name="connsiteY6" fmla="*/ 3023601 h 3047670"/>
              <a:gd name="connsiteX7" fmla="*/ 2262811 w 3044273"/>
              <a:gd name="connsiteY7" fmla="*/ 3024229 h 3047670"/>
              <a:gd name="connsiteX8" fmla="*/ 2262183 w 3044273"/>
              <a:gd name="connsiteY8" fmla="*/ 3023601 h 3047670"/>
              <a:gd name="connsiteX9" fmla="*/ 2262811 w 3044273"/>
              <a:gd name="connsiteY9" fmla="*/ 3022973 h 3047670"/>
              <a:gd name="connsiteX10" fmla="*/ 2029306 w 3044273"/>
              <a:gd name="connsiteY10" fmla="*/ 3020035 h 3047670"/>
              <a:gd name="connsiteX11" fmla="*/ 2030185 w 3044273"/>
              <a:gd name="connsiteY11" fmla="*/ 3020915 h 3047670"/>
              <a:gd name="connsiteX12" fmla="*/ 2029306 w 3044273"/>
              <a:gd name="connsiteY12" fmla="*/ 3021794 h 3047670"/>
              <a:gd name="connsiteX13" fmla="*/ 2028426 w 3044273"/>
              <a:gd name="connsiteY13" fmla="*/ 3020915 h 3047670"/>
              <a:gd name="connsiteX14" fmla="*/ 2029306 w 3044273"/>
              <a:gd name="connsiteY14" fmla="*/ 3020035 h 3047670"/>
              <a:gd name="connsiteX15" fmla="*/ 1527099 w 3044273"/>
              <a:gd name="connsiteY15" fmla="*/ 3010364 h 3047670"/>
              <a:gd name="connsiteX16" fmla="*/ 1529736 w 3044273"/>
              <a:gd name="connsiteY16" fmla="*/ 3013001 h 3047670"/>
              <a:gd name="connsiteX17" fmla="*/ 1527099 w 3044273"/>
              <a:gd name="connsiteY17" fmla="*/ 3015640 h 3047670"/>
              <a:gd name="connsiteX18" fmla="*/ 1524462 w 3044273"/>
              <a:gd name="connsiteY18" fmla="*/ 3013001 h 3047670"/>
              <a:gd name="connsiteX19" fmla="*/ 1527099 w 3044273"/>
              <a:gd name="connsiteY19" fmla="*/ 3010364 h 3047670"/>
              <a:gd name="connsiteX20" fmla="*/ 1612392 w 3044273"/>
              <a:gd name="connsiteY20" fmla="*/ 3008101 h 3047670"/>
              <a:gd name="connsiteX21" fmla="*/ 1614401 w 3044273"/>
              <a:gd name="connsiteY21" fmla="*/ 3010111 h 3047670"/>
              <a:gd name="connsiteX22" fmla="*/ 1612392 w 3044273"/>
              <a:gd name="connsiteY22" fmla="*/ 3012122 h 3047670"/>
              <a:gd name="connsiteX23" fmla="*/ 1610382 w 3044273"/>
              <a:gd name="connsiteY23" fmla="*/ 3010111 h 3047670"/>
              <a:gd name="connsiteX24" fmla="*/ 1612392 w 3044273"/>
              <a:gd name="connsiteY24" fmla="*/ 3008101 h 3047670"/>
              <a:gd name="connsiteX25" fmla="*/ 1441807 w 3044273"/>
              <a:gd name="connsiteY25" fmla="*/ 3007221 h 3047670"/>
              <a:gd name="connsiteX26" fmla="*/ 1444949 w 3044273"/>
              <a:gd name="connsiteY26" fmla="*/ 3010361 h 3047670"/>
              <a:gd name="connsiteX27" fmla="*/ 1438667 w 3044273"/>
              <a:gd name="connsiteY27" fmla="*/ 3010361 h 3047670"/>
              <a:gd name="connsiteX28" fmla="*/ 1441807 w 3044273"/>
              <a:gd name="connsiteY28" fmla="*/ 3007221 h 3047670"/>
              <a:gd name="connsiteX29" fmla="*/ 1697183 w 3044273"/>
              <a:gd name="connsiteY29" fmla="*/ 3000691 h 3047670"/>
              <a:gd name="connsiteX30" fmla="*/ 1698816 w 3044273"/>
              <a:gd name="connsiteY30" fmla="*/ 3002198 h 3047670"/>
              <a:gd name="connsiteX31" fmla="*/ 1697309 w 3044273"/>
              <a:gd name="connsiteY31" fmla="*/ 3003706 h 3047670"/>
              <a:gd name="connsiteX32" fmla="*/ 1695801 w 3044273"/>
              <a:gd name="connsiteY32" fmla="*/ 3002198 h 3047670"/>
              <a:gd name="connsiteX33" fmla="*/ 1697183 w 3044273"/>
              <a:gd name="connsiteY33" fmla="*/ 3000691 h 3047670"/>
              <a:gd name="connsiteX34" fmla="*/ 2108820 w 3044273"/>
              <a:gd name="connsiteY34" fmla="*/ 2989510 h 3047670"/>
              <a:gd name="connsiteX35" fmla="*/ 2109447 w 3044273"/>
              <a:gd name="connsiteY35" fmla="*/ 2990138 h 3047670"/>
              <a:gd name="connsiteX36" fmla="*/ 2108820 w 3044273"/>
              <a:gd name="connsiteY36" fmla="*/ 2990765 h 3047670"/>
              <a:gd name="connsiteX37" fmla="*/ 2108192 w 3044273"/>
              <a:gd name="connsiteY37" fmla="*/ 2990138 h 3047670"/>
              <a:gd name="connsiteX38" fmla="*/ 2108820 w 3044273"/>
              <a:gd name="connsiteY38" fmla="*/ 2989510 h 3047670"/>
              <a:gd name="connsiteX39" fmla="*/ 1781596 w 3044273"/>
              <a:gd name="connsiteY39" fmla="*/ 2987877 h 3047670"/>
              <a:gd name="connsiteX40" fmla="*/ 1782979 w 3044273"/>
              <a:gd name="connsiteY40" fmla="*/ 2989135 h 3047670"/>
              <a:gd name="connsiteX41" fmla="*/ 1781596 w 3044273"/>
              <a:gd name="connsiteY41" fmla="*/ 2990516 h 3047670"/>
              <a:gd name="connsiteX42" fmla="*/ 1780214 w 3044273"/>
              <a:gd name="connsiteY42" fmla="*/ 2989135 h 3047670"/>
              <a:gd name="connsiteX43" fmla="*/ 1781596 w 3044273"/>
              <a:gd name="connsiteY43" fmla="*/ 2987877 h 3047670"/>
              <a:gd name="connsiteX44" fmla="*/ 2340852 w 3044273"/>
              <a:gd name="connsiteY44" fmla="*/ 2979519 h 3047670"/>
              <a:gd name="connsiteX45" fmla="*/ 2341607 w 3044273"/>
              <a:gd name="connsiteY45" fmla="*/ 2980147 h 3047670"/>
              <a:gd name="connsiteX46" fmla="*/ 2340852 w 3044273"/>
              <a:gd name="connsiteY46" fmla="*/ 2980774 h 3047670"/>
              <a:gd name="connsiteX47" fmla="*/ 2340223 w 3044273"/>
              <a:gd name="connsiteY47" fmla="*/ 2980147 h 3047670"/>
              <a:gd name="connsiteX48" fmla="*/ 2340852 w 3044273"/>
              <a:gd name="connsiteY48" fmla="*/ 2979519 h 3047670"/>
              <a:gd name="connsiteX49" fmla="*/ 1864879 w 3044273"/>
              <a:gd name="connsiteY49" fmla="*/ 2969789 h 3047670"/>
              <a:gd name="connsiteX50" fmla="*/ 1866259 w 3044273"/>
              <a:gd name="connsiteY50" fmla="*/ 2971171 h 3047670"/>
              <a:gd name="connsiteX51" fmla="*/ 1865005 w 3044273"/>
              <a:gd name="connsiteY51" fmla="*/ 2972554 h 3047670"/>
              <a:gd name="connsiteX52" fmla="*/ 1863623 w 3044273"/>
              <a:gd name="connsiteY52" fmla="*/ 2971171 h 3047670"/>
              <a:gd name="connsiteX53" fmla="*/ 1864879 w 3044273"/>
              <a:gd name="connsiteY53" fmla="*/ 2969789 h 3047670"/>
              <a:gd name="connsiteX54" fmla="*/ 2186577 w 3044273"/>
              <a:gd name="connsiteY54" fmla="*/ 2954463 h 3047670"/>
              <a:gd name="connsiteX55" fmla="*/ 2187204 w 3044273"/>
              <a:gd name="connsiteY55" fmla="*/ 2955091 h 3047670"/>
              <a:gd name="connsiteX56" fmla="*/ 2186577 w 3044273"/>
              <a:gd name="connsiteY56" fmla="*/ 2955720 h 3047670"/>
              <a:gd name="connsiteX57" fmla="*/ 2185949 w 3044273"/>
              <a:gd name="connsiteY57" fmla="*/ 2955091 h 3047670"/>
              <a:gd name="connsiteX58" fmla="*/ 2186577 w 3044273"/>
              <a:gd name="connsiteY58" fmla="*/ 2954463 h 3047670"/>
              <a:gd name="connsiteX59" fmla="*/ 1947029 w 3044273"/>
              <a:gd name="connsiteY59" fmla="*/ 2947053 h 3047670"/>
              <a:gd name="connsiteX60" fmla="*/ 1948159 w 3044273"/>
              <a:gd name="connsiteY60" fmla="*/ 2948183 h 3047670"/>
              <a:gd name="connsiteX61" fmla="*/ 1947029 w 3044273"/>
              <a:gd name="connsiteY61" fmla="*/ 2949313 h 3047670"/>
              <a:gd name="connsiteX62" fmla="*/ 1945899 w 3044273"/>
              <a:gd name="connsiteY62" fmla="*/ 2948183 h 3047670"/>
              <a:gd name="connsiteX63" fmla="*/ 1947029 w 3044273"/>
              <a:gd name="connsiteY63" fmla="*/ 2947053 h 3047670"/>
              <a:gd name="connsiteX64" fmla="*/ 2413200 w 3044273"/>
              <a:gd name="connsiteY64" fmla="*/ 2934380 h 3047670"/>
              <a:gd name="connsiteX65" fmla="*/ 2413830 w 3044273"/>
              <a:gd name="connsiteY65" fmla="*/ 2935008 h 3047670"/>
              <a:gd name="connsiteX66" fmla="*/ 2413200 w 3044273"/>
              <a:gd name="connsiteY66" fmla="*/ 2935635 h 3047670"/>
              <a:gd name="connsiteX67" fmla="*/ 2412446 w 3044273"/>
              <a:gd name="connsiteY67" fmla="*/ 2935008 h 3047670"/>
              <a:gd name="connsiteX68" fmla="*/ 2413200 w 3044273"/>
              <a:gd name="connsiteY68" fmla="*/ 2934380 h 3047670"/>
              <a:gd name="connsiteX69" fmla="*/ 2027550 w 3044273"/>
              <a:gd name="connsiteY69" fmla="*/ 2917782 h 3047670"/>
              <a:gd name="connsiteX70" fmla="*/ 2030062 w 3044273"/>
              <a:gd name="connsiteY70" fmla="*/ 2920169 h 3047670"/>
              <a:gd name="connsiteX71" fmla="*/ 2027675 w 3044273"/>
              <a:gd name="connsiteY71" fmla="*/ 2922682 h 3047670"/>
              <a:gd name="connsiteX72" fmla="*/ 2025163 w 3044273"/>
              <a:gd name="connsiteY72" fmla="*/ 2920295 h 3047670"/>
              <a:gd name="connsiteX73" fmla="*/ 2027550 w 3044273"/>
              <a:gd name="connsiteY73" fmla="*/ 2917782 h 3047670"/>
              <a:gd name="connsiteX74" fmla="*/ 2262194 w 3044273"/>
              <a:gd name="connsiteY74" fmla="*/ 2915021 h 3047670"/>
              <a:gd name="connsiteX75" fmla="*/ 2262823 w 3044273"/>
              <a:gd name="connsiteY75" fmla="*/ 2915649 h 3047670"/>
              <a:gd name="connsiteX76" fmla="*/ 2262194 w 3044273"/>
              <a:gd name="connsiteY76" fmla="*/ 2916278 h 3047670"/>
              <a:gd name="connsiteX77" fmla="*/ 2261566 w 3044273"/>
              <a:gd name="connsiteY77" fmla="*/ 2915649 h 3047670"/>
              <a:gd name="connsiteX78" fmla="*/ 2262194 w 3044273"/>
              <a:gd name="connsiteY78" fmla="*/ 2915021 h 3047670"/>
              <a:gd name="connsiteX79" fmla="*/ 1526850 w 3044273"/>
              <a:gd name="connsiteY79" fmla="*/ 2912005 h 3047670"/>
              <a:gd name="connsiteX80" fmla="*/ 1532880 w 3044273"/>
              <a:gd name="connsiteY80" fmla="*/ 2917909 h 3047670"/>
              <a:gd name="connsiteX81" fmla="*/ 1526850 w 3044273"/>
              <a:gd name="connsiteY81" fmla="*/ 2923938 h 3047670"/>
              <a:gd name="connsiteX82" fmla="*/ 1520820 w 3044273"/>
              <a:gd name="connsiteY82" fmla="*/ 2918034 h 3047670"/>
              <a:gd name="connsiteX83" fmla="*/ 1526850 w 3044273"/>
              <a:gd name="connsiteY83" fmla="*/ 2912005 h 3047670"/>
              <a:gd name="connsiteX84" fmla="*/ 1612017 w 3044273"/>
              <a:gd name="connsiteY84" fmla="*/ 2909746 h 3047670"/>
              <a:gd name="connsiteX85" fmla="*/ 1617166 w 3044273"/>
              <a:gd name="connsiteY85" fmla="*/ 2914770 h 3047670"/>
              <a:gd name="connsiteX86" fmla="*/ 1612142 w 3044273"/>
              <a:gd name="connsiteY86" fmla="*/ 2919919 h 3047670"/>
              <a:gd name="connsiteX87" fmla="*/ 1606992 w 3044273"/>
              <a:gd name="connsiteY87" fmla="*/ 2914895 h 3047670"/>
              <a:gd name="connsiteX88" fmla="*/ 1612017 w 3044273"/>
              <a:gd name="connsiteY88" fmla="*/ 2909746 h 3047670"/>
              <a:gd name="connsiteX89" fmla="*/ 1441556 w 3044273"/>
              <a:gd name="connsiteY89" fmla="*/ 2908739 h 3047670"/>
              <a:gd name="connsiteX90" fmla="*/ 1448465 w 3044273"/>
              <a:gd name="connsiteY90" fmla="*/ 2915523 h 3047670"/>
              <a:gd name="connsiteX91" fmla="*/ 1441681 w 3044273"/>
              <a:gd name="connsiteY91" fmla="*/ 2922430 h 3047670"/>
              <a:gd name="connsiteX92" fmla="*/ 1434773 w 3044273"/>
              <a:gd name="connsiteY92" fmla="*/ 2915648 h 3047670"/>
              <a:gd name="connsiteX93" fmla="*/ 1441556 w 3044273"/>
              <a:gd name="connsiteY93" fmla="*/ 2908739 h 3047670"/>
              <a:gd name="connsiteX94" fmla="*/ 1696805 w 3044273"/>
              <a:gd name="connsiteY94" fmla="*/ 2902207 h 3047670"/>
              <a:gd name="connsiteX95" fmla="*/ 1701077 w 3044273"/>
              <a:gd name="connsiteY95" fmla="*/ 2906352 h 3047670"/>
              <a:gd name="connsiteX96" fmla="*/ 1696930 w 3044273"/>
              <a:gd name="connsiteY96" fmla="*/ 2910624 h 3047670"/>
              <a:gd name="connsiteX97" fmla="*/ 1692660 w 3044273"/>
              <a:gd name="connsiteY97" fmla="*/ 2906479 h 3047670"/>
              <a:gd name="connsiteX98" fmla="*/ 1696805 w 3044273"/>
              <a:gd name="connsiteY98" fmla="*/ 2902207 h 3047670"/>
              <a:gd name="connsiteX99" fmla="*/ 1356767 w 3044273"/>
              <a:gd name="connsiteY99" fmla="*/ 2900575 h 3047670"/>
              <a:gd name="connsiteX100" fmla="*/ 1363801 w 3044273"/>
              <a:gd name="connsiteY100" fmla="*/ 2907610 h 3047670"/>
              <a:gd name="connsiteX101" fmla="*/ 1356767 w 3044273"/>
              <a:gd name="connsiteY101" fmla="*/ 2914769 h 3047670"/>
              <a:gd name="connsiteX102" fmla="*/ 1349607 w 3044273"/>
              <a:gd name="connsiteY102" fmla="*/ 2907735 h 3047670"/>
              <a:gd name="connsiteX103" fmla="*/ 1356767 w 3044273"/>
              <a:gd name="connsiteY103" fmla="*/ 2900575 h 3047670"/>
              <a:gd name="connsiteX104" fmla="*/ 1781094 w 3044273"/>
              <a:gd name="connsiteY104" fmla="*/ 2888766 h 3047670"/>
              <a:gd name="connsiteX105" fmla="*/ 1784863 w 3044273"/>
              <a:gd name="connsiteY105" fmla="*/ 2892535 h 3047670"/>
              <a:gd name="connsiteX106" fmla="*/ 1781094 w 3044273"/>
              <a:gd name="connsiteY106" fmla="*/ 2896303 h 3047670"/>
              <a:gd name="connsiteX107" fmla="*/ 1777326 w 3044273"/>
              <a:gd name="connsiteY107" fmla="*/ 2892535 h 3047670"/>
              <a:gd name="connsiteX108" fmla="*/ 1781094 w 3044273"/>
              <a:gd name="connsiteY108" fmla="*/ 2888766 h 3047670"/>
              <a:gd name="connsiteX109" fmla="*/ 1272353 w 3044273"/>
              <a:gd name="connsiteY109" fmla="*/ 2887510 h 3047670"/>
              <a:gd name="connsiteX110" fmla="*/ 1279261 w 3044273"/>
              <a:gd name="connsiteY110" fmla="*/ 2894292 h 3047670"/>
              <a:gd name="connsiteX111" fmla="*/ 1272479 w 3044273"/>
              <a:gd name="connsiteY111" fmla="*/ 2901201 h 3047670"/>
              <a:gd name="connsiteX112" fmla="*/ 1265569 w 3044273"/>
              <a:gd name="connsiteY112" fmla="*/ 2894419 h 3047670"/>
              <a:gd name="connsiteX113" fmla="*/ 1272353 w 3044273"/>
              <a:gd name="connsiteY113" fmla="*/ 2887510 h 3047670"/>
              <a:gd name="connsiteX114" fmla="*/ 2106435 w 3044273"/>
              <a:gd name="connsiteY114" fmla="*/ 2886128 h 3047670"/>
              <a:gd name="connsiteX115" fmla="*/ 2107942 w 3044273"/>
              <a:gd name="connsiteY115" fmla="*/ 2887636 h 3047670"/>
              <a:gd name="connsiteX116" fmla="*/ 2106435 w 3044273"/>
              <a:gd name="connsiteY116" fmla="*/ 2889143 h 3047670"/>
              <a:gd name="connsiteX117" fmla="*/ 2104802 w 3044273"/>
              <a:gd name="connsiteY117" fmla="*/ 2887636 h 3047670"/>
              <a:gd name="connsiteX118" fmla="*/ 2106435 w 3044273"/>
              <a:gd name="connsiteY118" fmla="*/ 2886128 h 3047670"/>
              <a:gd name="connsiteX119" fmla="*/ 2483053 w 3044273"/>
              <a:gd name="connsiteY119" fmla="*/ 2885373 h 3047670"/>
              <a:gd name="connsiteX120" fmla="*/ 2483682 w 3044273"/>
              <a:gd name="connsiteY120" fmla="*/ 2886001 h 3047670"/>
              <a:gd name="connsiteX121" fmla="*/ 2483053 w 3044273"/>
              <a:gd name="connsiteY121" fmla="*/ 2886630 h 3047670"/>
              <a:gd name="connsiteX122" fmla="*/ 2482425 w 3044273"/>
              <a:gd name="connsiteY122" fmla="*/ 2886001 h 3047670"/>
              <a:gd name="connsiteX123" fmla="*/ 2483053 w 3044273"/>
              <a:gd name="connsiteY123" fmla="*/ 2885373 h 3047670"/>
              <a:gd name="connsiteX124" fmla="*/ 2335429 w 3044273"/>
              <a:gd name="connsiteY124" fmla="*/ 2871432 h 3047670"/>
              <a:gd name="connsiteX125" fmla="*/ 2336058 w 3044273"/>
              <a:gd name="connsiteY125" fmla="*/ 2872060 h 3047670"/>
              <a:gd name="connsiteX126" fmla="*/ 2335429 w 3044273"/>
              <a:gd name="connsiteY126" fmla="*/ 2872689 h 3047670"/>
              <a:gd name="connsiteX127" fmla="*/ 2334801 w 3044273"/>
              <a:gd name="connsiteY127" fmla="*/ 2872060 h 3047670"/>
              <a:gd name="connsiteX128" fmla="*/ 2335429 w 3044273"/>
              <a:gd name="connsiteY128" fmla="*/ 2871432 h 3047670"/>
              <a:gd name="connsiteX129" fmla="*/ 1864125 w 3044273"/>
              <a:gd name="connsiteY129" fmla="*/ 2869549 h 3047670"/>
              <a:gd name="connsiteX130" fmla="*/ 1867895 w 3044273"/>
              <a:gd name="connsiteY130" fmla="*/ 2873319 h 3047670"/>
              <a:gd name="connsiteX131" fmla="*/ 1864125 w 3044273"/>
              <a:gd name="connsiteY131" fmla="*/ 2877087 h 3047670"/>
              <a:gd name="connsiteX132" fmla="*/ 1860356 w 3044273"/>
              <a:gd name="connsiteY132" fmla="*/ 2873319 h 3047670"/>
              <a:gd name="connsiteX133" fmla="*/ 1864125 w 3044273"/>
              <a:gd name="connsiteY133" fmla="*/ 2869549 h 3047670"/>
              <a:gd name="connsiteX134" fmla="*/ 1189323 w 3044273"/>
              <a:gd name="connsiteY134" fmla="*/ 2869549 h 3047670"/>
              <a:gd name="connsiteX135" fmla="*/ 1195478 w 3044273"/>
              <a:gd name="connsiteY135" fmla="*/ 2875704 h 3047670"/>
              <a:gd name="connsiteX136" fmla="*/ 1189323 w 3044273"/>
              <a:gd name="connsiteY136" fmla="*/ 2881859 h 3047670"/>
              <a:gd name="connsiteX137" fmla="*/ 1183041 w 3044273"/>
              <a:gd name="connsiteY137" fmla="*/ 2875704 h 3047670"/>
              <a:gd name="connsiteX138" fmla="*/ 1189323 w 3044273"/>
              <a:gd name="connsiteY138" fmla="*/ 2869549 h 3047670"/>
              <a:gd name="connsiteX139" fmla="*/ 2182937 w 3044273"/>
              <a:gd name="connsiteY139" fmla="*/ 2848067 h 3047670"/>
              <a:gd name="connsiteX140" fmla="*/ 2185449 w 3044273"/>
              <a:gd name="connsiteY140" fmla="*/ 2850455 h 3047670"/>
              <a:gd name="connsiteX141" fmla="*/ 2183063 w 3044273"/>
              <a:gd name="connsiteY141" fmla="*/ 2852842 h 3047670"/>
              <a:gd name="connsiteX142" fmla="*/ 2180676 w 3044273"/>
              <a:gd name="connsiteY142" fmla="*/ 2850455 h 3047670"/>
              <a:gd name="connsiteX143" fmla="*/ 2182937 w 3044273"/>
              <a:gd name="connsiteY143" fmla="*/ 2848067 h 3047670"/>
              <a:gd name="connsiteX144" fmla="*/ 1107422 w 3044273"/>
              <a:gd name="connsiteY144" fmla="*/ 2843796 h 3047670"/>
              <a:gd name="connsiteX145" fmla="*/ 1115210 w 3044273"/>
              <a:gd name="connsiteY145" fmla="*/ 2851584 h 3047670"/>
              <a:gd name="connsiteX146" fmla="*/ 1107547 w 3044273"/>
              <a:gd name="connsiteY146" fmla="*/ 2859373 h 3047670"/>
              <a:gd name="connsiteX147" fmla="*/ 1099758 w 3044273"/>
              <a:gd name="connsiteY147" fmla="*/ 2851710 h 3047670"/>
              <a:gd name="connsiteX148" fmla="*/ 1107422 w 3044273"/>
              <a:gd name="connsiteY148" fmla="*/ 2843796 h 3047670"/>
              <a:gd name="connsiteX149" fmla="*/ 1945774 w 3044273"/>
              <a:gd name="connsiteY149" fmla="*/ 2842288 h 3047670"/>
              <a:gd name="connsiteX150" fmla="*/ 1952181 w 3044273"/>
              <a:gd name="connsiteY150" fmla="*/ 2848694 h 3047670"/>
              <a:gd name="connsiteX151" fmla="*/ 1945774 w 3044273"/>
              <a:gd name="connsiteY151" fmla="*/ 2855099 h 3047670"/>
              <a:gd name="connsiteX152" fmla="*/ 1939367 w 3044273"/>
              <a:gd name="connsiteY152" fmla="*/ 2848694 h 3047670"/>
              <a:gd name="connsiteX153" fmla="*/ 1945774 w 3044273"/>
              <a:gd name="connsiteY153" fmla="*/ 2842288 h 3047670"/>
              <a:gd name="connsiteX154" fmla="*/ 2550112 w 3044273"/>
              <a:gd name="connsiteY154" fmla="*/ 2832866 h 3047670"/>
              <a:gd name="connsiteX155" fmla="*/ 2550739 w 3044273"/>
              <a:gd name="connsiteY155" fmla="*/ 2833494 h 3047670"/>
              <a:gd name="connsiteX156" fmla="*/ 2550112 w 3044273"/>
              <a:gd name="connsiteY156" fmla="*/ 2834121 h 3047670"/>
              <a:gd name="connsiteX157" fmla="*/ 2549484 w 3044273"/>
              <a:gd name="connsiteY157" fmla="*/ 2833494 h 3047670"/>
              <a:gd name="connsiteX158" fmla="*/ 2550112 w 3044273"/>
              <a:gd name="connsiteY158" fmla="*/ 2832866 h 3047670"/>
              <a:gd name="connsiteX159" fmla="*/ 2406151 w 3044273"/>
              <a:gd name="connsiteY159" fmla="*/ 2823573 h 3047670"/>
              <a:gd name="connsiteX160" fmla="*/ 2407030 w 3044273"/>
              <a:gd name="connsiteY160" fmla="*/ 2824453 h 3047670"/>
              <a:gd name="connsiteX161" fmla="*/ 2406151 w 3044273"/>
              <a:gd name="connsiteY161" fmla="*/ 2825332 h 3047670"/>
              <a:gd name="connsiteX162" fmla="*/ 2405271 w 3044273"/>
              <a:gd name="connsiteY162" fmla="*/ 2824453 h 3047670"/>
              <a:gd name="connsiteX163" fmla="*/ 2406151 w 3044273"/>
              <a:gd name="connsiteY163" fmla="*/ 2823573 h 3047670"/>
              <a:gd name="connsiteX164" fmla="*/ 1027151 w 3044273"/>
              <a:gd name="connsiteY164" fmla="*/ 2814905 h 3047670"/>
              <a:gd name="connsiteX165" fmla="*/ 1034940 w 3044273"/>
              <a:gd name="connsiteY165" fmla="*/ 2822569 h 3047670"/>
              <a:gd name="connsiteX166" fmla="*/ 1027276 w 3044273"/>
              <a:gd name="connsiteY166" fmla="*/ 2830356 h 3047670"/>
              <a:gd name="connsiteX167" fmla="*/ 1019489 w 3044273"/>
              <a:gd name="connsiteY167" fmla="*/ 2822694 h 3047670"/>
              <a:gd name="connsiteX168" fmla="*/ 1027151 w 3044273"/>
              <a:gd name="connsiteY168" fmla="*/ 2814905 h 3047670"/>
              <a:gd name="connsiteX169" fmla="*/ 1526472 w 3044273"/>
              <a:gd name="connsiteY169" fmla="*/ 2814026 h 3047670"/>
              <a:gd name="connsiteX170" fmla="*/ 1535389 w 3044273"/>
              <a:gd name="connsiteY170" fmla="*/ 2822819 h 3047670"/>
              <a:gd name="connsiteX171" fmla="*/ 1526597 w 3044273"/>
              <a:gd name="connsiteY171" fmla="*/ 2831737 h 3047670"/>
              <a:gd name="connsiteX172" fmla="*/ 1517678 w 3044273"/>
              <a:gd name="connsiteY172" fmla="*/ 2822945 h 3047670"/>
              <a:gd name="connsiteX173" fmla="*/ 1526472 w 3044273"/>
              <a:gd name="connsiteY173" fmla="*/ 2814026 h 3047670"/>
              <a:gd name="connsiteX174" fmla="*/ 2025790 w 3044273"/>
              <a:gd name="connsiteY174" fmla="*/ 2813776 h 3047670"/>
              <a:gd name="connsiteX175" fmla="*/ 2031065 w 3044273"/>
              <a:gd name="connsiteY175" fmla="*/ 2819050 h 3047670"/>
              <a:gd name="connsiteX176" fmla="*/ 2025790 w 3044273"/>
              <a:gd name="connsiteY176" fmla="*/ 2824327 h 3047670"/>
              <a:gd name="connsiteX177" fmla="*/ 2020388 w 3044273"/>
              <a:gd name="connsiteY177" fmla="*/ 2819050 h 3047670"/>
              <a:gd name="connsiteX178" fmla="*/ 2025790 w 3044273"/>
              <a:gd name="connsiteY178" fmla="*/ 2813776 h 3047670"/>
              <a:gd name="connsiteX179" fmla="*/ 1611639 w 3044273"/>
              <a:gd name="connsiteY179" fmla="*/ 2811640 h 3047670"/>
              <a:gd name="connsiteX180" fmla="*/ 1619804 w 3044273"/>
              <a:gd name="connsiteY180" fmla="*/ 2819806 h 3047670"/>
              <a:gd name="connsiteX181" fmla="*/ 1611639 w 3044273"/>
              <a:gd name="connsiteY181" fmla="*/ 2827972 h 3047670"/>
              <a:gd name="connsiteX182" fmla="*/ 1603474 w 3044273"/>
              <a:gd name="connsiteY182" fmla="*/ 2819806 h 3047670"/>
              <a:gd name="connsiteX183" fmla="*/ 1611639 w 3044273"/>
              <a:gd name="connsiteY183" fmla="*/ 2811640 h 3047670"/>
              <a:gd name="connsiteX184" fmla="*/ 1441179 w 3044273"/>
              <a:gd name="connsiteY184" fmla="*/ 2810760 h 3047670"/>
              <a:gd name="connsiteX185" fmla="*/ 1450726 w 3044273"/>
              <a:gd name="connsiteY185" fmla="*/ 2820181 h 3047670"/>
              <a:gd name="connsiteX186" fmla="*/ 1441305 w 3044273"/>
              <a:gd name="connsiteY186" fmla="*/ 2829728 h 3047670"/>
              <a:gd name="connsiteX187" fmla="*/ 1431758 w 3044273"/>
              <a:gd name="connsiteY187" fmla="*/ 2820307 h 3047670"/>
              <a:gd name="connsiteX188" fmla="*/ 1441179 w 3044273"/>
              <a:gd name="connsiteY188" fmla="*/ 2810760 h 3047670"/>
              <a:gd name="connsiteX189" fmla="*/ 2257423 w 3044273"/>
              <a:gd name="connsiteY189" fmla="*/ 2807494 h 3047670"/>
              <a:gd name="connsiteX190" fmla="*/ 2258555 w 3044273"/>
              <a:gd name="connsiteY190" fmla="*/ 2808624 h 3047670"/>
              <a:gd name="connsiteX191" fmla="*/ 2257423 w 3044273"/>
              <a:gd name="connsiteY191" fmla="*/ 2809754 h 3047670"/>
              <a:gd name="connsiteX192" fmla="*/ 2256293 w 3044273"/>
              <a:gd name="connsiteY192" fmla="*/ 2808624 h 3047670"/>
              <a:gd name="connsiteX193" fmla="*/ 2257423 w 3044273"/>
              <a:gd name="connsiteY193" fmla="*/ 2807494 h 3047670"/>
              <a:gd name="connsiteX194" fmla="*/ 1696430 w 3044273"/>
              <a:gd name="connsiteY194" fmla="*/ 2802847 h 3047670"/>
              <a:gd name="connsiteX195" fmla="*/ 1704219 w 3044273"/>
              <a:gd name="connsiteY195" fmla="*/ 2810511 h 3047670"/>
              <a:gd name="connsiteX196" fmla="*/ 1696555 w 3044273"/>
              <a:gd name="connsiteY196" fmla="*/ 2818299 h 3047670"/>
              <a:gd name="connsiteX197" fmla="*/ 1688767 w 3044273"/>
              <a:gd name="connsiteY197" fmla="*/ 2810636 h 3047670"/>
              <a:gd name="connsiteX198" fmla="*/ 1696430 w 3044273"/>
              <a:gd name="connsiteY198" fmla="*/ 2802847 h 3047670"/>
              <a:gd name="connsiteX199" fmla="*/ 1356389 w 3044273"/>
              <a:gd name="connsiteY199" fmla="*/ 2802092 h 3047670"/>
              <a:gd name="connsiteX200" fmla="*/ 1366187 w 3044273"/>
              <a:gd name="connsiteY200" fmla="*/ 2811764 h 3047670"/>
              <a:gd name="connsiteX201" fmla="*/ 1356514 w 3044273"/>
              <a:gd name="connsiteY201" fmla="*/ 2821563 h 3047670"/>
              <a:gd name="connsiteX202" fmla="*/ 1346717 w 3044273"/>
              <a:gd name="connsiteY202" fmla="*/ 2811890 h 3047670"/>
              <a:gd name="connsiteX203" fmla="*/ 1356389 w 3044273"/>
              <a:gd name="connsiteY203" fmla="*/ 2802092 h 3047670"/>
              <a:gd name="connsiteX204" fmla="*/ 1780465 w 3044273"/>
              <a:gd name="connsiteY204" fmla="*/ 2788150 h 3047670"/>
              <a:gd name="connsiteX205" fmla="*/ 1788002 w 3044273"/>
              <a:gd name="connsiteY205" fmla="*/ 2795686 h 3047670"/>
              <a:gd name="connsiteX206" fmla="*/ 1780465 w 3044273"/>
              <a:gd name="connsiteY206" fmla="*/ 2803223 h 3047670"/>
              <a:gd name="connsiteX207" fmla="*/ 1772928 w 3044273"/>
              <a:gd name="connsiteY207" fmla="*/ 2795686 h 3047670"/>
              <a:gd name="connsiteX208" fmla="*/ 1780465 w 3044273"/>
              <a:gd name="connsiteY208" fmla="*/ 2788150 h 3047670"/>
              <a:gd name="connsiteX209" fmla="*/ 1272353 w 3044273"/>
              <a:gd name="connsiteY209" fmla="*/ 2787649 h 3047670"/>
              <a:gd name="connsiteX210" fmla="*/ 1282403 w 3044273"/>
              <a:gd name="connsiteY210" fmla="*/ 2797572 h 3047670"/>
              <a:gd name="connsiteX211" fmla="*/ 1272479 w 3044273"/>
              <a:gd name="connsiteY211" fmla="*/ 2807494 h 3047670"/>
              <a:gd name="connsiteX212" fmla="*/ 1262429 w 3044273"/>
              <a:gd name="connsiteY212" fmla="*/ 2797572 h 3047670"/>
              <a:gd name="connsiteX213" fmla="*/ 1272353 w 3044273"/>
              <a:gd name="connsiteY213" fmla="*/ 2787649 h 3047670"/>
              <a:gd name="connsiteX214" fmla="*/ 949144 w 3044273"/>
              <a:gd name="connsiteY214" fmla="*/ 2782874 h 3047670"/>
              <a:gd name="connsiteX215" fmla="*/ 954671 w 3044273"/>
              <a:gd name="connsiteY215" fmla="*/ 2788401 h 3047670"/>
              <a:gd name="connsiteX216" fmla="*/ 949144 w 3044273"/>
              <a:gd name="connsiteY216" fmla="*/ 2793928 h 3047670"/>
              <a:gd name="connsiteX217" fmla="*/ 943618 w 3044273"/>
              <a:gd name="connsiteY217" fmla="*/ 2788401 h 3047670"/>
              <a:gd name="connsiteX218" fmla="*/ 949144 w 3044273"/>
              <a:gd name="connsiteY218" fmla="*/ 2782874 h 3047670"/>
              <a:gd name="connsiteX219" fmla="*/ 2103549 w 3044273"/>
              <a:gd name="connsiteY219" fmla="*/ 2780361 h 3047670"/>
              <a:gd name="connsiteX220" fmla="*/ 2107318 w 3044273"/>
              <a:gd name="connsiteY220" fmla="*/ 2784130 h 3047670"/>
              <a:gd name="connsiteX221" fmla="*/ 2103549 w 3044273"/>
              <a:gd name="connsiteY221" fmla="*/ 2787898 h 3047670"/>
              <a:gd name="connsiteX222" fmla="*/ 2099779 w 3044273"/>
              <a:gd name="connsiteY222" fmla="*/ 2784130 h 3047670"/>
              <a:gd name="connsiteX223" fmla="*/ 2103549 w 3044273"/>
              <a:gd name="connsiteY223" fmla="*/ 2780361 h 3047670"/>
              <a:gd name="connsiteX224" fmla="*/ 2474108 w 3044273"/>
              <a:gd name="connsiteY224" fmla="*/ 2772322 h 3047670"/>
              <a:gd name="connsiteX225" fmla="*/ 2474735 w 3044273"/>
              <a:gd name="connsiteY225" fmla="*/ 2772950 h 3047670"/>
              <a:gd name="connsiteX226" fmla="*/ 2474108 w 3044273"/>
              <a:gd name="connsiteY226" fmla="*/ 2773579 h 3047670"/>
              <a:gd name="connsiteX227" fmla="*/ 2473480 w 3044273"/>
              <a:gd name="connsiteY227" fmla="*/ 2772950 h 3047670"/>
              <a:gd name="connsiteX228" fmla="*/ 2474108 w 3044273"/>
              <a:gd name="connsiteY228" fmla="*/ 2772322 h 3047670"/>
              <a:gd name="connsiteX229" fmla="*/ 1189447 w 3044273"/>
              <a:gd name="connsiteY229" fmla="*/ 2768428 h 3047670"/>
              <a:gd name="connsiteX230" fmla="*/ 1198616 w 3044273"/>
              <a:gd name="connsiteY230" fmla="*/ 2777472 h 3047670"/>
              <a:gd name="connsiteX231" fmla="*/ 1189572 w 3044273"/>
              <a:gd name="connsiteY231" fmla="*/ 2786516 h 3047670"/>
              <a:gd name="connsiteX232" fmla="*/ 1180403 w 3044273"/>
              <a:gd name="connsiteY232" fmla="*/ 2777472 h 3047670"/>
              <a:gd name="connsiteX233" fmla="*/ 1189447 w 3044273"/>
              <a:gd name="connsiteY233" fmla="*/ 2768428 h 3047670"/>
              <a:gd name="connsiteX234" fmla="*/ 1863121 w 3044273"/>
              <a:gd name="connsiteY234" fmla="*/ 2767422 h 3047670"/>
              <a:gd name="connsiteX235" fmla="*/ 1870658 w 3044273"/>
              <a:gd name="connsiteY235" fmla="*/ 2774958 h 3047670"/>
              <a:gd name="connsiteX236" fmla="*/ 1863121 w 3044273"/>
              <a:gd name="connsiteY236" fmla="*/ 2782495 h 3047670"/>
              <a:gd name="connsiteX237" fmla="*/ 1855584 w 3044273"/>
              <a:gd name="connsiteY237" fmla="*/ 2774958 h 3047670"/>
              <a:gd name="connsiteX238" fmla="*/ 1863121 w 3044273"/>
              <a:gd name="connsiteY238" fmla="*/ 2767422 h 3047670"/>
              <a:gd name="connsiteX239" fmla="*/ 2329151 w 3044273"/>
              <a:gd name="connsiteY239" fmla="*/ 2761393 h 3047670"/>
              <a:gd name="connsiteX240" fmla="*/ 2330281 w 3044273"/>
              <a:gd name="connsiteY240" fmla="*/ 2762523 h 3047670"/>
              <a:gd name="connsiteX241" fmla="*/ 2329151 w 3044273"/>
              <a:gd name="connsiteY241" fmla="*/ 2763653 h 3047670"/>
              <a:gd name="connsiteX242" fmla="*/ 2328021 w 3044273"/>
              <a:gd name="connsiteY242" fmla="*/ 2762523 h 3047670"/>
              <a:gd name="connsiteX243" fmla="*/ 2329151 w 3044273"/>
              <a:gd name="connsiteY243" fmla="*/ 2761393 h 3047670"/>
              <a:gd name="connsiteX244" fmla="*/ 873401 w 3044273"/>
              <a:gd name="connsiteY244" fmla="*/ 2744309 h 3047670"/>
              <a:gd name="connsiteX245" fmla="*/ 878299 w 3044273"/>
              <a:gd name="connsiteY245" fmla="*/ 2749208 h 3047670"/>
              <a:gd name="connsiteX246" fmla="*/ 873401 w 3044273"/>
              <a:gd name="connsiteY246" fmla="*/ 2754106 h 3047670"/>
              <a:gd name="connsiteX247" fmla="*/ 868502 w 3044273"/>
              <a:gd name="connsiteY247" fmla="*/ 2749208 h 3047670"/>
              <a:gd name="connsiteX248" fmla="*/ 873401 w 3044273"/>
              <a:gd name="connsiteY248" fmla="*/ 2744309 h 3047670"/>
              <a:gd name="connsiteX249" fmla="*/ 1108300 w 3044273"/>
              <a:gd name="connsiteY249" fmla="*/ 2742802 h 3047670"/>
              <a:gd name="connsiteX250" fmla="*/ 1116967 w 3044273"/>
              <a:gd name="connsiteY250" fmla="*/ 2751469 h 3047670"/>
              <a:gd name="connsiteX251" fmla="*/ 1108300 w 3044273"/>
              <a:gd name="connsiteY251" fmla="*/ 2760137 h 3047670"/>
              <a:gd name="connsiteX252" fmla="*/ 1099631 w 3044273"/>
              <a:gd name="connsiteY252" fmla="*/ 2751595 h 3047670"/>
              <a:gd name="connsiteX253" fmla="*/ 1108300 w 3044273"/>
              <a:gd name="connsiteY253" fmla="*/ 2742802 h 3047670"/>
              <a:gd name="connsiteX254" fmla="*/ 2178915 w 3044273"/>
              <a:gd name="connsiteY254" fmla="*/ 2738908 h 3047670"/>
              <a:gd name="connsiteX255" fmla="*/ 2184442 w 3044273"/>
              <a:gd name="connsiteY255" fmla="*/ 2744435 h 3047670"/>
              <a:gd name="connsiteX256" fmla="*/ 2178915 w 3044273"/>
              <a:gd name="connsiteY256" fmla="*/ 2749962 h 3047670"/>
              <a:gd name="connsiteX257" fmla="*/ 2173388 w 3044273"/>
              <a:gd name="connsiteY257" fmla="*/ 2744435 h 3047670"/>
              <a:gd name="connsiteX258" fmla="*/ 2178915 w 3044273"/>
              <a:gd name="connsiteY258" fmla="*/ 2738908 h 3047670"/>
              <a:gd name="connsiteX259" fmla="*/ 1944140 w 3044273"/>
              <a:gd name="connsiteY259" fmla="*/ 2738029 h 3047670"/>
              <a:gd name="connsiteX260" fmla="*/ 1954566 w 3044273"/>
              <a:gd name="connsiteY260" fmla="*/ 2748456 h 3047670"/>
              <a:gd name="connsiteX261" fmla="*/ 1944266 w 3044273"/>
              <a:gd name="connsiteY261" fmla="*/ 2758882 h 3047670"/>
              <a:gd name="connsiteX262" fmla="*/ 1933839 w 3044273"/>
              <a:gd name="connsiteY262" fmla="*/ 2748581 h 3047670"/>
              <a:gd name="connsiteX263" fmla="*/ 1944140 w 3044273"/>
              <a:gd name="connsiteY263" fmla="*/ 2738029 h 3047670"/>
              <a:gd name="connsiteX264" fmla="*/ 2539052 w 3044273"/>
              <a:gd name="connsiteY264" fmla="*/ 2717051 h 3047670"/>
              <a:gd name="connsiteX265" fmla="*/ 2539679 w 3044273"/>
              <a:gd name="connsiteY265" fmla="*/ 2717679 h 3047670"/>
              <a:gd name="connsiteX266" fmla="*/ 2539052 w 3044273"/>
              <a:gd name="connsiteY266" fmla="*/ 2718306 h 3047670"/>
              <a:gd name="connsiteX267" fmla="*/ 2538424 w 3044273"/>
              <a:gd name="connsiteY267" fmla="*/ 2717679 h 3047670"/>
              <a:gd name="connsiteX268" fmla="*/ 2539052 w 3044273"/>
              <a:gd name="connsiteY268" fmla="*/ 2717051 h 3047670"/>
              <a:gd name="connsiteX269" fmla="*/ 1526096 w 3044273"/>
              <a:gd name="connsiteY269" fmla="*/ 2716423 h 3047670"/>
              <a:gd name="connsiteX270" fmla="*/ 1537653 w 3044273"/>
              <a:gd name="connsiteY270" fmla="*/ 2727855 h 3047670"/>
              <a:gd name="connsiteX271" fmla="*/ 1526221 w 3044273"/>
              <a:gd name="connsiteY271" fmla="*/ 2739412 h 3047670"/>
              <a:gd name="connsiteX272" fmla="*/ 1514664 w 3044273"/>
              <a:gd name="connsiteY272" fmla="*/ 2727980 h 3047670"/>
              <a:gd name="connsiteX273" fmla="*/ 1526096 w 3044273"/>
              <a:gd name="connsiteY273" fmla="*/ 2716423 h 3047670"/>
              <a:gd name="connsiteX274" fmla="*/ 1440929 w 3044273"/>
              <a:gd name="connsiteY274" fmla="*/ 2713284 h 3047670"/>
              <a:gd name="connsiteX275" fmla="*/ 1452738 w 3044273"/>
              <a:gd name="connsiteY275" fmla="*/ 2724967 h 3047670"/>
              <a:gd name="connsiteX276" fmla="*/ 1441056 w 3044273"/>
              <a:gd name="connsiteY276" fmla="*/ 2736776 h 3047670"/>
              <a:gd name="connsiteX277" fmla="*/ 1429247 w 3044273"/>
              <a:gd name="connsiteY277" fmla="*/ 2725093 h 3047670"/>
              <a:gd name="connsiteX278" fmla="*/ 1440929 w 3044273"/>
              <a:gd name="connsiteY278" fmla="*/ 2713284 h 3047670"/>
              <a:gd name="connsiteX279" fmla="*/ 1611261 w 3044273"/>
              <a:gd name="connsiteY279" fmla="*/ 2713284 h 3047670"/>
              <a:gd name="connsiteX280" fmla="*/ 1622566 w 3044273"/>
              <a:gd name="connsiteY280" fmla="*/ 2724463 h 3047670"/>
              <a:gd name="connsiteX281" fmla="*/ 1611386 w 3044273"/>
              <a:gd name="connsiteY281" fmla="*/ 2735768 h 3047670"/>
              <a:gd name="connsiteX282" fmla="*/ 1600082 w 3044273"/>
              <a:gd name="connsiteY282" fmla="*/ 2724463 h 3047670"/>
              <a:gd name="connsiteX283" fmla="*/ 1611261 w 3044273"/>
              <a:gd name="connsiteY283" fmla="*/ 2713284 h 3047670"/>
              <a:gd name="connsiteX284" fmla="*/ 1028784 w 3044273"/>
              <a:gd name="connsiteY284" fmla="*/ 2711651 h 3047670"/>
              <a:gd name="connsiteX285" fmla="*/ 1037451 w 3044273"/>
              <a:gd name="connsiteY285" fmla="*/ 2720193 h 3047670"/>
              <a:gd name="connsiteX286" fmla="*/ 1028910 w 3044273"/>
              <a:gd name="connsiteY286" fmla="*/ 2728861 h 3047670"/>
              <a:gd name="connsiteX287" fmla="*/ 1020243 w 3044273"/>
              <a:gd name="connsiteY287" fmla="*/ 2720319 h 3047670"/>
              <a:gd name="connsiteX288" fmla="*/ 1028784 w 3044273"/>
              <a:gd name="connsiteY288" fmla="*/ 2711651 h 3047670"/>
              <a:gd name="connsiteX289" fmla="*/ 2397988 w 3044273"/>
              <a:gd name="connsiteY289" fmla="*/ 2710268 h 3047670"/>
              <a:gd name="connsiteX290" fmla="*/ 2399746 w 3044273"/>
              <a:gd name="connsiteY290" fmla="*/ 2712026 h 3047670"/>
              <a:gd name="connsiteX291" fmla="*/ 2397988 w 3044273"/>
              <a:gd name="connsiteY291" fmla="*/ 2713786 h 3047670"/>
              <a:gd name="connsiteX292" fmla="*/ 2396229 w 3044273"/>
              <a:gd name="connsiteY292" fmla="*/ 2712026 h 3047670"/>
              <a:gd name="connsiteX293" fmla="*/ 2397988 w 3044273"/>
              <a:gd name="connsiteY293" fmla="*/ 2710268 h 3047670"/>
              <a:gd name="connsiteX294" fmla="*/ 2023280 w 3044273"/>
              <a:gd name="connsiteY294" fmla="*/ 2707378 h 3047670"/>
              <a:gd name="connsiteX295" fmla="*/ 2032575 w 3044273"/>
              <a:gd name="connsiteY295" fmla="*/ 2716675 h 3047670"/>
              <a:gd name="connsiteX296" fmla="*/ 2023280 w 3044273"/>
              <a:gd name="connsiteY296" fmla="*/ 2725970 h 3047670"/>
              <a:gd name="connsiteX297" fmla="*/ 2013983 w 3044273"/>
              <a:gd name="connsiteY297" fmla="*/ 2716675 h 3047670"/>
              <a:gd name="connsiteX298" fmla="*/ 2023280 w 3044273"/>
              <a:gd name="connsiteY298" fmla="*/ 2707378 h 3047670"/>
              <a:gd name="connsiteX299" fmla="*/ 1356140 w 3044273"/>
              <a:gd name="connsiteY299" fmla="*/ 2703863 h 3047670"/>
              <a:gd name="connsiteX300" fmla="*/ 1368199 w 3044273"/>
              <a:gd name="connsiteY300" fmla="*/ 2715797 h 3047670"/>
              <a:gd name="connsiteX301" fmla="*/ 1356265 w 3044273"/>
              <a:gd name="connsiteY301" fmla="*/ 2727856 h 3047670"/>
              <a:gd name="connsiteX302" fmla="*/ 1344206 w 3044273"/>
              <a:gd name="connsiteY302" fmla="*/ 2715922 h 3047670"/>
              <a:gd name="connsiteX303" fmla="*/ 1356140 w 3044273"/>
              <a:gd name="connsiteY303" fmla="*/ 2703863 h 3047670"/>
              <a:gd name="connsiteX304" fmla="*/ 1695926 w 3044273"/>
              <a:gd name="connsiteY304" fmla="*/ 2703360 h 3047670"/>
              <a:gd name="connsiteX305" fmla="*/ 1707232 w 3044273"/>
              <a:gd name="connsiteY305" fmla="*/ 2714664 h 3047670"/>
              <a:gd name="connsiteX306" fmla="*/ 1696052 w 3044273"/>
              <a:gd name="connsiteY306" fmla="*/ 2725970 h 3047670"/>
              <a:gd name="connsiteX307" fmla="*/ 1684746 w 3044273"/>
              <a:gd name="connsiteY307" fmla="*/ 2714664 h 3047670"/>
              <a:gd name="connsiteX308" fmla="*/ 1695926 w 3044273"/>
              <a:gd name="connsiteY308" fmla="*/ 2703360 h 3047670"/>
              <a:gd name="connsiteX309" fmla="*/ 800417 w 3044273"/>
              <a:gd name="connsiteY309" fmla="*/ 2701727 h 3047670"/>
              <a:gd name="connsiteX310" fmla="*/ 803934 w 3044273"/>
              <a:gd name="connsiteY310" fmla="*/ 2705244 h 3047670"/>
              <a:gd name="connsiteX311" fmla="*/ 800417 w 3044273"/>
              <a:gd name="connsiteY311" fmla="*/ 2708762 h 3047670"/>
              <a:gd name="connsiteX312" fmla="*/ 796899 w 3044273"/>
              <a:gd name="connsiteY312" fmla="*/ 2705244 h 3047670"/>
              <a:gd name="connsiteX313" fmla="*/ 800417 w 3044273"/>
              <a:gd name="connsiteY313" fmla="*/ 2701727 h 3047670"/>
              <a:gd name="connsiteX314" fmla="*/ 2251646 w 3044273"/>
              <a:gd name="connsiteY314" fmla="*/ 2696451 h 3047670"/>
              <a:gd name="connsiteX315" fmla="*/ 2255164 w 3044273"/>
              <a:gd name="connsiteY315" fmla="*/ 2699968 h 3047670"/>
              <a:gd name="connsiteX316" fmla="*/ 2251646 w 3044273"/>
              <a:gd name="connsiteY316" fmla="*/ 2703486 h 3047670"/>
              <a:gd name="connsiteX317" fmla="*/ 2248129 w 3044273"/>
              <a:gd name="connsiteY317" fmla="*/ 2699968 h 3047670"/>
              <a:gd name="connsiteX318" fmla="*/ 2251646 w 3044273"/>
              <a:gd name="connsiteY318" fmla="*/ 2696451 h 3047670"/>
              <a:gd name="connsiteX319" fmla="*/ 1272226 w 3044273"/>
              <a:gd name="connsiteY319" fmla="*/ 2688537 h 3047670"/>
              <a:gd name="connsiteX320" fmla="*/ 1284035 w 3044273"/>
              <a:gd name="connsiteY320" fmla="*/ 2700220 h 3047670"/>
              <a:gd name="connsiteX321" fmla="*/ 1272353 w 3044273"/>
              <a:gd name="connsiteY321" fmla="*/ 2712029 h 3047670"/>
              <a:gd name="connsiteX322" fmla="*/ 1260544 w 3044273"/>
              <a:gd name="connsiteY322" fmla="*/ 2700346 h 3047670"/>
              <a:gd name="connsiteX323" fmla="*/ 1272226 w 3044273"/>
              <a:gd name="connsiteY323" fmla="*/ 2688537 h 3047670"/>
              <a:gd name="connsiteX324" fmla="*/ 1779588 w 3044273"/>
              <a:gd name="connsiteY324" fmla="*/ 2687406 h 3047670"/>
              <a:gd name="connsiteX325" fmla="*/ 1790768 w 3044273"/>
              <a:gd name="connsiteY325" fmla="*/ 2698460 h 3047670"/>
              <a:gd name="connsiteX326" fmla="*/ 1779713 w 3044273"/>
              <a:gd name="connsiteY326" fmla="*/ 2709515 h 3047670"/>
              <a:gd name="connsiteX327" fmla="*/ 1768658 w 3044273"/>
              <a:gd name="connsiteY327" fmla="*/ 2698460 h 3047670"/>
              <a:gd name="connsiteX328" fmla="*/ 1779588 w 3044273"/>
              <a:gd name="connsiteY328" fmla="*/ 2687406 h 3047670"/>
              <a:gd name="connsiteX329" fmla="*/ 951909 w 3044273"/>
              <a:gd name="connsiteY329" fmla="*/ 2676729 h 3047670"/>
              <a:gd name="connsiteX330" fmla="*/ 958817 w 3044273"/>
              <a:gd name="connsiteY330" fmla="*/ 2683512 h 3047670"/>
              <a:gd name="connsiteX331" fmla="*/ 952034 w 3044273"/>
              <a:gd name="connsiteY331" fmla="*/ 2690421 h 3047670"/>
              <a:gd name="connsiteX332" fmla="*/ 945125 w 3044273"/>
              <a:gd name="connsiteY332" fmla="*/ 2683638 h 3047670"/>
              <a:gd name="connsiteX333" fmla="*/ 951909 w 3044273"/>
              <a:gd name="connsiteY333" fmla="*/ 2676729 h 3047670"/>
              <a:gd name="connsiteX334" fmla="*/ 2100027 w 3044273"/>
              <a:gd name="connsiteY334" fmla="*/ 2671828 h 3047670"/>
              <a:gd name="connsiteX335" fmla="*/ 2107815 w 3044273"/>
              <a:gd name="connsiteY335" fmla="*/ 2679492 h 3047670"/>
              <a:gd name="connsiteX336" fmla="*/ 2100027 w 3044273"/>
              <a:gd name="connsiteY336" fmla="*/ 2687279 h 3047670"/>
              <a:gd name="connsiteX337" fmla="*/ 2092240 w 3044273"/>
              <a:gd name="connsiteY337" fmla="*/ 2679492 h 3047670"/>
              <a:gd name="connsiteX338" fmla="*/ 2100027 w 3044273"/>
              <a:gd name="connsiteY338" fmla="*/ 2671828 h 3047670"/>
              <a:gd name="connsiteX339" fmla="*/ 1189824 w 3044273"/>
              <a:gd name="connsiteY339" fmla="*/ 2668313 h 3047670"/>
              <a:gd name="connsiteX340" fmla="*/ 1200251 w 3044273"/>
              <a:gd name="connsiteY340" fmla="*/ 2678612 h 3047670"/>
              <a:gd name="connsiteX341" fmla="*/ 1189824 w 3044273"/>
              <a:gd name="connsiteY341" fmla="*/ 2689038 h 3047670"/>
              <a:gd name="connsiteX342" fmla="*/ 1179398 w 3044273"/>
              <a:gd name="connsiteY342" fmla="*/ 2678612 h 3047670"/>
              <a:gd name="connsiteX343" fmla="*/ 1189824 w 3044273"/>
              <a:gd name="connsiteY343" fmla="*/ 2668313 h 3047670"/>
              <a:gd name="connsiteX344" fmla="*/ 1861864 w 3044273"/>
              <a:gd name="connsiteY344" fmla="*/ 2665047 h 3047670"/>
              <a:gd name="connsiteX345" fmla="*/ 1873044 w 3044273"/>
              <a:gd name="connsiteY345" fmla="*/ 2676101 h 3047670"/>
              <a:gd name="connsiteX346" fmla="*/ 1861989 w 3044273"/>
              <a:gd name="connsiteY346" fmla="*/ 2687156 h 3047670"/>
              <a:gd name="connsiteX347" fmla="*/ 1850934 w 3044273"/>
              <a:gd name="connsiteY347" fmla="*/ 2676101 h 3047670"/>
              <a:gd name="connsiteX348" fmla="*/ 1861864 w 3044273"/>
              <a:gd name="connsiteY348" fmla="*/ 2665047 h 3047670"/>
              <a:gd name="connsiteX349" fmla="*/ 588127 w 3044273"/>
              <a:gd name="connsiteY349" fmla="*/ 2662031 h 3047670"/>
              <a:gd name="connsiteX350" fmla="*/ 590513 w 3044273"/>
              <a:gd name="connsiteY350" fmla="*/ 2664418 h 3047670"/>
              <a:gd name="connsiteX351" fmla="*/ 588127 w 3044273"/>
              <a:gd name="connsiteY351" fmla="*/ 2666931 h 3047670"/>
              <a:gd name="connsiteX352" fmla="*/ 585741 w 3044273"/>
              <a:gd name="connsiteY352" fmla="*/ 2664544 h 3047670"/>
              <a:gd name="connsiteX353" fmla="*/ 588127 w 3044273"/>
              <a:gd name="connsiteY353" fmla="*/ 2662031 h 3047670"/>
              <a:gd name="connsiteX354" fmla="*/ 2600854 w 3044273"/>
              <a:gd name="connsiteY354" fmla="*/ 2657761 h 3047670"/>
              <a:gd name="connsiteX355" fmla="*/ 2601984 w 3044273"/>
              <a:gd name="connsiteY355" fmla="*/ 2658891 h 3047670"/>
              <a:gd name="connsiteX356" fmla="*/ 2600854 w 3044273"/>
              <a:gd name="connsiteY356" fmla="*/ 2660021 h 3047670"/>
              <a:gd name="connsiteX357" fmla="*/ 2599724 w 3044273"/>
              <a:gd name="connsiteY357" fmla="*/ 2658891 h 3047670"/>
              <a:gd name="connsiteX358" fmla="*/ 2600854 w 3044273"/>
              <a:gd name="connsiteY358" fmla="*/ 2657761 h 3047670"/>
              <a:gd name="connsiteX359" fmla="*/ 2463685 w 3044273"/>
              <a:gd name="connsiteY359" fmla="*/ 2655374 h 3047670"/>
              <a:gd name="connsiteX360" fmla="*/ 2465945 w 3044273"/>
              <a:gd name="connsiteY360" fmla="*/ 2657636 h 3047670"/>
              <a:gd name="connsiteX361" fmla="*/ 2463685 w 3044273"/>
              <a:gd name="connsiteY361" fmla="*/ 2659896 h 3047670"/>
              <a:gd name="connsiteX362" fmla="*/ 2461423 w 3044273"/>
              <a:gd name="connsiteY362" fmla="*/ 2657636 h 3047670"/>
              <a:gd name="connsiteX363" fmla="*/ 2463685 w 3044273"/>
              <a:gd name="connsiteY363" fmla="*/ 2655374 h 3047670"/>
              <a:gd name="connsiteX364" fmla="*/ 730198 w 3044273"/>
              <a:gd name="connsiteY364" fmla="*/ 2652360 h 3047670"/>
              <a:gd name="connsiteX365" fmla="*/ 734595 w 3044273"/>
              <a:gd name="connsiteY365" fmla="*/ 2656757 h 3047670"/>
              <a:gd name="connsiteX366" fmla="*/ 730198 w 3044273"/>
              <a:gd name="connsiteY366" fmla="*/ 2661154 h 3047670"/>
              <a:gd name="connsiteX367" fmla="*/ 725802 w 3044273"/>
              <a:gd name="connsiteY367" fmla="*/ 2656757 h 3047670"/>
              <a:gd name="connsiteX368" fmla="*/ 730198 w 3044273"/>
              <a:gd name="connsiteY368" fmla="*/ 2652360 h 3047670"/>
              <a:gd name="connsiteX369" fmla="*/ 2321490 w 3044273"/>
              <a:gd name="connsiteY369" fmla="*/ 2643819 h 3047670"/>
              <a:gd name="connsiteX370" fmla="*/ 2328526 w 3044273"/>
              <a:gd name="connsiteY370" fmla="*/ 2650854 h 3047670"/>
              <a:gd name="connsiteX371" fmla="*/ 2321490 w 3044273"/>
              <a:gd name="connsiteY371" fmla="*/ 2658013 h 3047670"/>
              <a:gd name="connsiteX372" fmla="*/ 2314455 w 3044273"/>
              <a:gd name="connsiteY372" fmla="*/ 2650979 h 3047670"/>
              <a:gd name="connsiteX373" fmla="*/ 2321490 w 3044273"/>
              <a:gd name="connsiteY373" fmla="*/ 2643819 h 3047670"/>
              <a:gd name="connsiteX374" fmla="*/ 1109179 w 3044273"/>
              <a:gd name="connsiteY374" fmla="*/ 2639421 h 3047670"/>
              <a:gd name="connsiteX375" fmla="*/ 1120485 w 3044273"/>
              <a:gd name="connsiteY375" fmla="*/ 2650727 h 3047670"/>
              <a:gd name="connsiteX376" fmla="*/ 1109305 w 3044273"/>
              <a:gd name="connsiteY376" fmla="*/ 2662032 h 3047670"/>
              <a:gd name="connsiteX377" fmla="*/ 1098000 w 3044273"/>
              <a:gd name="connsiteY377" fmla="*/ 2650727 h 3047670"/>
              <a:gd name="connsiteX378" fmla="*/ 1109179 w 3044273"/>
              <a:gd name="connsiteY378" fmla="*/ 2639421 h 3047670"/>
              <a:gd name="connsiteX379" fmla="*/ 877671 w 3044273"/>
              <a:gd name="connsiteY379" fmla="*/ 2635654 h 3047670"/>
              <a:gd name="connsiteX380" fmla="*/ 883700 w 3044273"/>
              <a:gd name="connsiteY380" fmla="*/ 2641558 h 3047670"/>
              <a:gd name="connsiteX381" fmla="*/ 877796 w 3044273"/>
              <a:gd name="connsiteY381" fmla="*/ 2647587 h 3047670"/>
              <a:gd name="connsiteX382" fmla="*/ 871767 w 3044273"/>
              <a:gd name="connsiteY382" fmla="*/ 2641683 h 3047670"/>
              <a:gd name="connsiteX383" fmla="*/ 877671 w 3044273"/>
              <a:gd name="connsiteY383" fmla="*/ 2635654 h 3047670"/>
              <a:gd name="connsiteX384" fmla="*/ 1942382 w 3044273"/>
              <a:gd name="connsiteY384" fmla="*/ 2634144 h 3047670"/>
              <a:gd name="connsiteX385" fmla="*/ 1955949 w 3044273"/>
              <a:gd name="connsiteY385" fmla="*/ 2647585 h 3047670"/>
              <a:gd name="connsiteX386" fmla="*/ 1942508 w 3044273"/>
              <a:gd name="connsiteY386" fmla="*/ 2661151 h 3047670"/>
              <a:gd name="connsiteX387" fmla="*/ 1928941 w 3044273"/>
              <a:gd name="connsiteY387" fmla="*/ 2647710 h 3047670"/>
              <a:gd name="connsiteX388" fmla="*/ 1942382 w 3044273"/>
              <a:gd name="connsiteY388" fmla="*/ 2634144 h 3047670"/>
              <a:gd name="connsiteX389" fmla="*/ 2173891 w 3044273"/>
              <a:gd name="connsiteY389" fmla="*/ 2627235 h 3047670"/>
              <a:gd name="connsiteX390" fmla="*/ 2183689 w 3044273"/>
              <a:gd name="connsiteY390" fmla="*/ 2636907 h 3047670"/>
              <a:gd name="connsiteX391" fmla="*/ 2174017 w 3044273"/>
              <a:gd name="connsiteY391" fmla="*/ 2646705 h 3047670"/>
              <a:gd name="connsiteX392" fmla="*/ 2164219 w 3044273"/>
              <a:gd name="connsiteY392" fmla="*/ 2637032 h 3047670"/>
              <a:gd name="connsiteX393" fmla="*/ 2173891 w 3044273"/>
              <a:gd name="connsiteY393" fmla="*/ 2627235 h 3047670"/>
              <a:gd name="connsiteX394" fmla="*/ 1525719 w 3044273"/>
              <a:gd name="connsiteY394" fmla="*/ 2618820 h 3047670"/>
              <a:gd name="connsiteX395" fmla="*/ 1539913 w 3044273"/>
              <a:gd name="connsiteY395" fmla="*/ 2632888 h 3047670"/>
              <a:gd name="connsiteX396" fmla="*/ 1525844 w 3044273"/>
              <a:gd name="connsiteY396" fmla="*/ 2647084 h 3047670"/>
              <a:gd name="connsiteX397" fmla="*/ 1511650 w 3044273"/>
              <a:gd name="connsiteY397" fmla="*/ 2633015 h 3047670"/>
              <a:gd name="connsiteX398" fmla="*/ 1525719 w 3044273"/>
              <a:gd name="connsiteY398" fmla="*/ 2618820 h 3047670"/>
              <a:gd name="connsiteX399" fmla="*/ 1440425 w 3044273"/>
              <a:gd name="connsiteY399" fmla="*/ 2615681 h 3047670"/>
              <a:gd name="connsiteX400" fmla="*/ 1454619 w 3044273"/>
              <a:gd name="connsiteY400" fmla="*/ 2629749 h 3047670"/>
              <a:gd name="connsiteX401" fmla="*/ 1440550 w 3044273"/>
              <a:gd name="connsiteY401" fmla="*/ 2643945 h 3047670"/>
              <a:gd name="connsiteX402" fmla="*/ 1426356 w 3044273"/>
              <a:gd name="connsiteY402" fmla="*/ 2629876 h 3047670"/>
              <a:gd name="connsiteX403" fmla="*/ 1440425 w 3044273"/>
              <a:gd name="connsiteY403" fmla="*/ 2615681 h 3047670"/>
              <a:gd name="connsiteX404" fmla="*/ 1610886 w 3044273"/>
              <a:gd name="connsiteY404" fmla="*/ 2615053 h 3047670"/>
              <a:gd name="connsiteX405" fmla="*/ 1625080 w 3044273"/>
              <a:gd name="connsiteY405" fmla="*/ 2629121 h 3047670"/>
              <a:gd name="connsiteX406" fmla="*/ 1611011 w 3044273"/>
              <a:gd name="connsiteY406" fmla="*/ 2643317 h 3047670"/>
              <a:gd name="connsiteX407" fmla="*/ 1596817 w 3044273"/>
              <a:gd name="connsiteY407" fmla="*/ 2629248 h 3047670"/>
              <a:gd name="connsiteX408" fmla="*/ 1610886 w 3044273"/>
              <a:gd name="connsiteY408" fmla="*/ 2615053 h 3047670"/>
              <a:gd name="connsiteX409" fmla="*/ 1031045 w 3044273"/>
              <a:gd name="connsiteY409" fmla="*/ 2607390 h 3047670"/>
              <a:gd name="connsiteX410" fmla="*/ 1040592 w 3044273"/>
              <a:gd name="connsiteY410" fmla="*/ 2616937 h 3047670"/>
              <a:gd name="connsiteX411" fmla="*/ 1031045 w 3044273"/>
              <a:gd name="connsiteY411" fmla="*/ 2626484 h 3047670"/>
              <a:gd name="connsiteX412" fmla="*/ 1021498 w 3044273"/>
              <a:gd name="connsiteY412" fmla="*/ 2616937 h 3047670"/>
              <a:gd name="connsiteX413" fmla="*/ 1031045 w 3044273"/>
              <a:gd name="connsiteY413" fmla="*/ 2607390 h 3047670"/>
              <a:gd name="connsiteX414" fmla="*/ 1355885 w 3044273"/>
              <a:gd name="connsiteY414" fmla="*/ 2606134 h 3047670"/>
              <a:gd name="connsiteX415" fmla="*/ 1369452 w 3044273"/>
              <a:gd name="connsiteY415" fmla="*/ 2619575 h 3047670"/>
              <a:gd name="connsiteX416" fmla="*/ 1356011 w 3044273"/>
              <a:gd name="connsiteY416" fmla="*/ 2633141 h 3047670"/>
              <a:gd name="connsiteX417" fmla="*/ 1342444 w 3044273"/>
              <a:gd name="connsiteY417" fmla="*/ 2619700 h 3047670"/>
              <a:gd name="connsiteX418" fmla="*/ 1355885 w 3044273"/>
              <a:gd name="connsiteY418" fmla="*/ 2606134 h 3047670"/>
              <a:gd name="connsiteX419" fmla="*/ 525447 w 3044273"/>
              <a:gd name="connsiteY419" fmla="*/ 2605003 h 3047670"/>
              <a:gd name="connsiteX420" fmla="*/ 527205 w 3044273"/>
              <a:gd name="connsiteY420" fmla="*/ 2606761 h 3047670"/>
              <a:gd name="connsiteX421" fmla="*/ 525447 w 3044273"/>
              <a:gd name="connsiteY421" fmla="*/ 2608521 h 3047670"/>
              <a:gd name="connsiteX422" fmla="*/ 523688 w 3044273"/>
              <a:gd name="connsiteY422" fmla="*/ 2606761 h 3047670"/>
              <a:gd name="connsiteX423" fmla="*/ 525447 w 3044273"/>
              <a:gd name="connsiteY423" fmla="*/ 2605003 h 3047670"/>
              <a:gd name="connsiteX424" fmla="*/ 1695423 w 3044273"/>
              <a:gd name="connsiteY424" fmla="*/ 2604374 h 3047670"/>
              <a:gd name="connsiteX425" fmla="*/ 1709617 w 3044273"/>
              <a:gd name="connsiteY425" fmla="*/ 2618442 h 3047670"/>
              <a:gd name="connsiteX426" fmla="*/ 1695548 w 3044273"/>
              <a:gd name="connsiteY426" fmla="*/ 2632638 h 3047670"/>
              <a:gd name="connsiteX427" fmla="*/ 1681354 w 3044273"/>
              <a:gd name="connsiteY427" fmla="*/ 2618569 h 3047670"/>
              <a:gd name="connsiteX428" fmla="*/ 1695423 w 3044273"/>
              <a:gd name="connsiteY428" fmla="*/ 2604374 h 3047670"/>
              <a:gd name="connsiteX429" fmla="*/ 2020390 w 3044273"/>
              <a:gd name="connsiteY429" fmla="*/ 2600230 h 3047670"/>
              <a:gd name="connsiteX430" fmla="*/ 2033454 w 3044273"/>
              <a:gd name="connsiteY430" fmla="*/ 2613294 h 3047670"/>
              <a:gd name="connsiteX431" fmla="*/ 2020390 w 3044273"/>
              <a:gd name="connsiteY431" fmla="*/ 2626358 h 3047670"/>
              <a:gd name="connsiteX432" fmla="*/ 2007326 w 3044273"/>
              <a:gd name="connsiteY432" fmla="*/ 2613294 h 3047670"/>
              <a:gd name="connsiteX433" fmla="*/ 2020390 w 3044273"/>
              <a:gd name="connsiteY433" fmla="*/ 2600230 h 3047670"/>
              <a:gd name="connsiteX434" fmla="*/ 663497 w 3044273"/>
              <a:gd name="connsiteY434" fmla="*/ 2600230 h 3047670"/>
              <a:gd name="connsiteX435" fmla="*/ 667015 w 3044273"/>
              <a:gd name="connsiteY435" fmla="*/ 2603747 h 3047670"/>
              <a:gd name="connsiteX436" fmla="*/ 663497 w 3044273"/>
              <a:gd name="connsiteY436" fmla="*/ 2607265 h 3047670"/>
              <a:gd name="connsiteX437" fmla="*/ 659855 w 3044273"/>
              <a:gd name="connsiteY437" fmla="*/ 2603747 h 3047670"/>
              <a:gd name="connsiteX438" fmla="*/ 663497 w 3044273"/>
              <a:gd name="connsiteY438" fmla="*/ 2600230 h 3047670"/>
              <a:gd name="connsiteX439" fmla="*/ 2525864 w 3044273"/>
              <a:gd name="connsiteY439" fmla="*/ 2597341 h 3047670"/>
              <a:gd name="connsiteX440" fmla="*/ 2528126 w 3044273"/>
              <a:gd name="connsiteY440" fmla="*/ 2599476 h 3047670"/>
              <a:gd name="connsiteX441" fmla="*/ 2525989 w 3044273"/>
              <a:gd name="connsiteY441" fmla="*/ 2601738 h 3047670"/>
              <a:gd name="connsiteX442" fmla="*/ 2523728 w 3044273"/>
              <a:gd name="connsiteY442" fmla="*/ 2599476 h 3047670"/>
              <a:gd name="connsiteX443" fmla="*/ 2525864 w 3044273"/>
              <a:gd name="connsiteY443" fmla="*/ 2597341 h 3047670"/>
              <a:gd name="connsiteX444" fmla="*/ 2659138 w 3044273"/>
              <a:gd name="connsiteY444" fmla="*/ 2596083 h 3047670"/>
              <a:gd name="connsiteX445" fmla="*/ 2659767 w 3044273"/>
              <a:gd name="connsiteY445" fmla="*/ 2596711 h 3047670"/>
              <a:gd name="connsiteX446" fmla="*/ 2659138 w 3044273"/>
              <a:gd name="connsiteY446" fmla="*/ 2597466 h 3047670"/>
              <a:gd name="connsiteX447" fmla="*/ 2658510 w 3044273"/>
              <a:gd name="connsiteY447" fmla="*/ 2596711 h 3047670"/>
              <a:gd name="connsiteX448" fmla="*/ 2659138 w 3044273"/>
              <a:gd name="connsiteY448" fmla="*/ 2596083 h 3047670"/>
              <a:gd name="connsiteX449" fmla="*/ 2388064 w 3044273"/>
              <a:gd name="connsiteY449" fmla="*/ 2593572 h 3047670"/>
              <a:gd name="connsiteX450" fmla="*/ 2392084 w 3044273"/>
              <a:gd name="connsiteY450" fmla="*/ 2597592 h 3047670"/>
              <a:gd name="connsiteX451" fmla="*/ 2388064 w 3044273"/>
              <a:gd name="connsiteY451" fmla="*/ 2601612 h 3047670"/>
              <a:gd name="connsiteX452" fmla="*/ 2384044 w 3044273"/>
              <a:gd name="connsiteY452" fmla="*/ 2597592 h 3047670"/>
              <a:gd name="connsiteX453" fmla="*/ 2388064 w 3044273"/>
              <a:gd name="connsiteY453" fmla="*/ 2593572 h 3047670"/>
              <a:gd name="connsiteX454" fmla="*/ 1272226 w 3044273"/>
              <a:gd name="connsiteY454" fmla="*/ 2590306 h 3047670"/>
              <a:gd name="connsiteX455" fmla="*/ 1284662 w 3044273"/>
              <a:gd name="connsiteY455" fmla="*/ 2602616 h 3047670"/>
              <a:gd name="connsiteX456" fmla="*/ 1272353 w 3044273"/>
              <a:gd name="connsiteY456" fmla="*/ 2615052 h 3047670"/>
              <a:gd name="connsiteX457" fmla="*/ 1259917 w 3044273"/>
              <a:gd name="connsiteY457" fmla="*/ 2602742 h 3047670"/>
              <a:gd name="connsiteX458" fmla="*/ 1272226 w 3044273"/>
              <a:gd name="connsiteY458" fmla="*/ 2590306 h 3047670"/>
              <a:gd name="connsiteX459" fmla="*/ 806573 w 3044273"/>
              <a:gd name="connsiteY459" fmla="*/ 2590306 h 3047670"/>
              <a:gd name="connsiteX460" fmla="*/ 810970 w 3044273"/>
              <a:gd name="connsiteY460" fmla="*/ 2594703 h 3047670"/>
              <a:gd name="connsiteX461" fmla="*/ 806573 w 3044273"/>
              <a:gd name="connsiteY461" fmla="*/ 2599098 h 3047670"/>
              <a:gd name="connsiteX462" fmla="*/ 802176 w 3044273"/>
              <a:gd name="connsiteY462" fmla="*/ 2594703 h 3047670"/>
              <a:gd name="connsiteX463" fmla="*/ 806573 w 3044273"/>
              <a:gd name="connsiteY463" fmla="*/ 2590306 h 3047670"/>
              <a:gd name="connsiteX464" fmla="*/ 1778958 w 3044273"/>
              <a:gd name="connsiteY464" fmla="*/ 2586914 h 3047670"/>
              <a:gd name="connsiteX465" fmla="*/ 1792902 w 3044273"/>
              <a:gd name="connsiteY465" fmla="*/ 2600857 h 3047670"/>
              <a:gd name="connsiteX466" fmla="*/ 1778958 w 3044273"/>
              <a:gd name="connsiteY466" fmla="*/ 2614801 h 3047670"/>
              <a:gd name="connsiteX467" fmla="*/ 1765014 w 3044273"/>
              <a:gd name="connsiteY467" fmla="*/ 2600857 h 3047670"/>
              <a:gd name="connsiteX468" fmla="*/ 1778958 w 3044273"/>
              <a:gd name="connsiteY468" fmla="*/ 2586914 h 3047670"/>
              <a:gd name="connsiteX469" fmla="*/ 2244737 w 3044273"/>
              <a:gd name="connsiteY469" fmla="*/ 2579629 h 3047670"/>
              <a:gd name="connsiteX470" fmla="*/ 2254536 w 3044273"/>
              <a:gd name="connsiteY470" fmla="*/ 2589301 h 3047670"/>
              <a:gd name="connsiteX471" fmla="*/ 2244864 w 3044273"/>
              <a:gd name="connsiteY471" fmla="*/ 2599100 h 3047670"/>
              <a:gd name="connsiteX472" fmla="*/ 2235065 w 3044273"/>
              <a:gd name="connsiteY472" fmla="*/ 2589427 h 3047670"/>
              <a:gd name="connsiteX473" fmla="*/ 2244737 w 3044273"/>
              <a:gd name="connsiteY473" fmla="*/ 2579629 h 3047670"/>
              <a:gd name="connsiteX474" fmla="*/ 955426 w 3044273"/>
              <a:gd name="connsiteY474" fmla="*/ 2569453 h 3047670"/>
              <a:gd name="connsiteX475" fmla="*/ 963215 w 3044273"/>
              <a:gd name="connsiteY475" fmla="*/ 2577241 h 3047670"/>
              <a:gd name="connsiteX476" fmla="*/ 955553 w 3044273"/>
              <a:gd name="connsiteY476" fmla="*/ 2585030 h 3047670"/>
              <a:gd name="connsiteX477" fmla="*/ 947764 w 3044273"/>
              <a:gd name="connsiteY477" fmla="*/ 2577367 h 3047670"/>
              <a:gd name="connsiteX478" fmla="*/ 955426 w 3044273"/>
              <a:gd name="connsiteY478" fmla="*/ 2569453 h 3047670"/>
              <a:gd name="connsiteX479" fmla="*/ 1190451 w 3044273"/>
              <a:gd name="connsiteY479" fmla="*/ 2567821 h 3047670"/>
              <a:gd name="connsiteX480" fmla="*/ 1201757 w 3044273"/>
              <a:gd name="connsiteY480" fmla="*/ 2579000 h 3047670"/>
              <a:gd name="connsiteX481" fmla="*/ 1190451 w 3044273"/>
              <a:gd name="connsiteY481" fmla="*/ 2590307 h 3047670"/>
              <a:gd name="connsiteX482" fmla="*/ 1179146 w 3044273"/>
              <a:gd name="connsiteY482" fmla="*/ 2579000 h 3047670"/>
              <a:gd name="connsiteX483" fmla="*/ 1190451 w 3044273"/>
              <a:gd name="connsiteY483" fmla="*/ 2567821 h 3047670"/>
              <a:gd name="connsiteX484" fmla="*/ 1860606 w 3044273"/>
              <a:gd name="connsiteY484" fmla="*/ 2562798 h 3047670"/>
              <a:gd name="connsiteX485" fmla="*/ 1874677 w 3044273"/>
              <a:gd name="connsiteY485" fmla="*/ 2576615 h 3047670"/>
              <a:gd name="connsiteX486" fmla="*/ 1860733 w 3044273"/>
              <a:gd name="connsiteY486" fmla="*/ 2590559 h 3047670"/>
              <a:gd name="connsiteX487" fmla="*/ 1846789 w 3044273"/>
              <a:gd name="connsiteY487" fmla="*/ 2576615 h 3047670"/>
              <a:gd name="connsiteX488" fmla="*/ 1860606 w 3044273"/>
              <a:gd name="connsiteY488" fmla="*/ 2562798 h 3047670"/>
              <a:gd name="connsiteX489" fmla="*/ 2095633 w 3044273"/>
              <a:gd name="connsiteY489" fmla="*/ 2561667 h 3047670"/>
              <a:gd name="connsiteX490" fmla="*/ 2107189 w 3044273"/>
              <a:gd name="connsiteY490" fmla="*/ 2573097 h 3047670"/>
              <a:gd name="connsiteX491" fmla="*/ 2095759 w 3044273"/>
              <a:gd name="connsiteY491" fmla="*/ 2584654 h 3047670"/>
              <a:gd name="connsiteX492" fmla="*/ 2084203 w 3044273"/>
              <a:gd name="connsiteY492" fmla="*/ 2573224 h 3047670"/>
              <a:gd name="connsiteX493" fmla="*/ 2095633 w 3044273"/>
              <a:gd name="connsiteY493" fmla="*/ 2561667 h 3047670"/>
              <a:gd name="connsiteX494" fmla="*/ 600060 w 3044273"/>
              <a:gd name="connsiteY494" fmla="*/ 2542950 h 3047670"/>
              <a:gd name="connsiteX495" fmla="*/ 603830 w 3044273"/>
              <a:gd name="connsiteY495" fmla="*/ 2546720 h 3047670"/>
              <a:gd name="connsiteX496" fmla="*/ 600060 w 3044273"/>
              <a:gd name="connsiteY496" fmla="*/ 2550488 h 3047670"/>
              <a:gd name="connsiteX497" fmla="*/ 596292 w 3044273"/>
              <a:gd name="connsiteY497" fmla="*/ 2546720 h 3047670"/>
              <a:gd name="connsiteX498" fmla="*/ 600060 w 3044273"/>
              <a:gd name="connsiteY498" fmla="*/ 2542950 h 3047670"/>
              <a:gd name="connsiteX499" fmla="*/ 466407 w 3044273"/>
              <a:gd name="connsiteY499" fmla="*/ 2542195 h 3047670"/>
              <a:gd name="connsiteX500" fmla="*/ 469548 w 3044273"/>
              <a:gd name="connsiteY500" fmla="*/ 2545335 h 3047670"/>
              <a:gd name="connsiteX501" fmla="*/ 466407 w 3044273"/>
              <a:gd name="connsiteY501" fmla="*/ 2548477 h 3047670"/>
              <a:gd name="connsiteX502" fmla="*/ 463267 w 3044273"/>
              <a:gd name="connsiteY502" fmla="*/ 2545335 h 3047670"/>
              <a:gd name="connsiteX503" fmla="*/ 466407 w 3044273"/>
              <a:gd name="connsiteY503" fmla="*/ 2542195 h 3047670"/>
              <a:gd name="connsiteX504" fmla="*/ 738740 w 3044273"/>
              <a:gd name="connsiteY504" fmla="*/ 2536667 h 3047670"/>
              <a:gd name="connsiteX505" fmla="*/ 745021 w 3044273"/>
              <a:gd name="connsiteY505" fmla="*/ 2542822 h 3047670"/>
              <a:gd name="connsiteX506" fmla="*/ 738866 w 3044273"/>
              <a:gd name="connsiteY506" fmla="*/ 2549104 h 3047670"/>
              <a:gd name="connsiteX507" fmla="*/ 732585 w 3044273"/>
              <a:gd name="connsiteY507" fmla="*/ 2542949 h 3047670"/>
              <a:gd name="connsiteX508" fmla="*/ 738740 w 3044273"/>
              <a:gd name="connsiteY508" fmla="*/ 2536667 h 3047670"/>
              <a:gd name="connsiteX509" fmla="*/ 2584650 w 3044273"/>
              <a:gd name="connsiteY509" fmla="*/ 2535035 h 3047670"/>
              <a:gd name="connsiteX510" fmla="*/ 2587287 w 3044273"/>
              <a:gd name="connsiteY510" fmla="*/ 2537673 h 3047670"/>
              <a:gd name="connsiteX511" fmla="*/ 2584650 w 3044273"/>
              <a:gd name="connsiteY511" fmla="*/ 2540310 h 3047670"/>
              <a:gd name="connsiteX512" fmla="*/ 2582013 w 3044273"/>
              <a:gd name="connsiteY512" fmla="*/ 2537673 h 3047670"/>
              <a:gd name="connsiteX513" fmla="*/ 2584650 w 3044273"/>
              <a:gd name="connsiteY513" fmla="*/ 2535035 h 3047670"/>
              <a:gd name="connsiteX514" fmla="*/ 2450873 w 3044273"/>
              <a:gd name="connsiteY514" fmla="*/ 2534910 h 3047670"/>
              <a:gd name="connsiteX515" fmla="*/ 2456022 w 3044273"/>
              <a:gd name="connsiteY515" fmla="*/ 2539935 h 3047670"/>
              <a:gd name="connsiteX516" fmla="*/ 2450998 w 3044273"/>
              <a:gd name="connsiteY516" fmla="*/ 2545084 h 3047670"/>
              <a:gd name="connsiteX517" fmla="*/ 2445848 w 3044273"/>
              <a:gd name="connsiteY517" fmla="*/ 2540060 h 3047670"/>
              <a:gd name="connsiteX518" fmla="*/ 2450873 w 3044273"/>
              <a:gd name="connsiteY518" fmla="*/ 2534910 h 3047670"/>
              <a:gd name="connsiteX519" fmla="*/ 1110686 w 3044273"/>
              <a:gd name="connsiteY519" fmla="*/ 2534532 h 3047670"/>
              <a:gd name="connsiteX520" fmla="*/ 1124880 w 3044273"/>
              <a:gd name="connsiteY520" fmla="*/ 2548600 h 3047670"/>
              <a:gd name="connsiteX521" fmla="*/ 1110811 w 3044273"/>
              <a:gd name="connsiteY521" fmla="*/ 2562796 h 3047670"/>
              <a:gd name="connsiteX522" fmla="*/ 1096617 w 3044273"/>
              <a:gd name="connsiteY522" fmla="*/ 2548727 h 3047670"/>
              <a:gd name="connsiteX523" fmla="*/ 1110686 w 3044273"/>
              <a:gd name="connsiteY523" fmla="*/ 2534532 h 3047670"/>
              <a:gd name="connsiteX524" fmla="*/ 2714032 w 3044273"/>
              <a:gd name="connsiteY524" fmla="*/ 2530136 h 3047670"/>
              <a:gd name="connsiteX525" fmla="*/ 2715415 w 3044273"/>
              <a:gd name="connsiteY525" fmla="*/ 2531393 h 3047670"/>
              <a:gd name="connsiteX526" fmla="*/ 2714032 w 3044273"/>
              <a:gd name="connsiteY526" fmla="*/ 2532773 h 3047670"/>
              <a:gd name="connsiteX527" fmla="*/ 2712650 w 3044273"/>
              <a:gd name="connsiteY527" fmla="*/ 2531393 h 3047670"/>
              <a:gd name="connsiteX528" fmla="*/ 2714032 w 3044273"/>
              <a:gd name="connsiteY528" fmla="*/ 2530136 h 3047670"/>
              <a:gd name="connsiteX529" fmla="*/ 1940121 w 3044273"/>
              <a:gd name="connsiteY529" fmla="*/ 2527876 h 3047670"/>
              <a:gd name="connsiteX530" fmla="*/ 1957835 w 3044273"/>
              <a:gd name="connsiteY530" fmla="*/ 2545588 h 3047670"/>
              <a:gd name="connsiteX531" fmla="*/ 1940121 w 3044273"/>
              <a:gd name="connsiteY531" fmla="*/ 2563299 h 3047670"/>
              <a:gd name="connsiteX532" fmla="*/ 1922409 w 3044273"/>
              <a:gd name="connsiteY532" fmla="*/ 2545713 h 3047670"/>
              <a:gd name="connsiteX533" fmla="*/ 1940121 w 3044273"/>
              <a:gd name="connsiteY533" fmla="*/ 2527876 h 3047670"/>
              <a:gd name="connsiteX534" fmla="*/ 2312067 w 3044273"/>
              <a:gd name="connsiteY534" fmla="*/ 2525489 h 3047670"/>
              <a:gd name="connsiteX535" fmla="*/ 2323876 w 3044273"/>
              <a:gd name="connsiteY535" fmla="*/ 2537172 h 3047670"/>
              <a:gd name="connsiteX536" fmla="*/ 2312194 w 3044273"/>
              <a:gd name="connsiteY536" fmla="*/ 2548981 h 3047670"/>
              <a:gd name="connsiteX537" fmla="*/ 2300385 w 3044273"/>
              <a:gd name="connsiteY537" fmla="*/ 2537298 h 3047670"/>
              <a:gd name="connsiteX538" fmla="*/ 2312067 w 3044273"/>
              <a:gd name="connsiteY538" fmla="*/ 2525489 h 3047670"/>
              <a:gd name="connsiteX539" fmla="*/ 883072 w 3044273"/>
              <a:gd name="connsiteY539" fmla="*/ 2524107 h 3047670"/>
              <a:gd name="connsiteX540" fmla="*/ 891237 w 3044273"/>
              <a:gd name="connsiteY540" fmla="*/ 2532273 h 3047670"/>
              <a:gd name="connsiteX541" fmla="*/ 883072 w 3044273"/>
              <a:gd name="connsiteY541" fmla="*/ 2540439 h 3047670"/>
              <a:gd name="connsiteX542" fmla="*/ 874907 w 3044273"/>
              <a:gd name="connsiteY542" fmla="*/ 2532273 h 3047670"/>
              <a:gd name="connsiteX543" fmla="*/ 883072 w 3044273"/>
              <a:gd name="connsiteY543" fmla="*/ 2524107 h 3047670"/>
              <a:gd name="connsiteX544" fmla="*/ 1525341 w 3044273"/>
              <a:gd name="connsiteY544" fmla="*/ 2519333 h 3047670"/>
              <a:gd name="connsiteX545" fmla="*/ 1544057 w 3044273"/>
              <a:gd name="connsiteY545" fmla="*/ 2537798 h 3047670"/>
              <a:gd name="connsiteX546" fmla="*/ 1525591 w 3044273"/>
              <a:gd name="connsiteY546" fmla="*/ 2556515 h 3047670"/>
              <a:gd name="connsiteX547" fmla="*/ 1506875 w 3044273"/>
              <a:gd name="connsiteY547" fmla="*/ 2538049 h 3047670"/>
              <a:gd name="connsiteX548" fmla="*/ 1525341 w 3044273"/>
              <a:gd name="connsiteY548" fmla="*/ 2519333 h 3047670"/>
              <a:gd name="connsiteX549" fmla="*/ 1440173 w 3044273"/>
              <a:gd name="connsiteY549" fmla="*/ 2516570 h 3047670"/>
              <a:gd name="connsiteX550" fmla="*/ 1458136 w 3044273"/>
              <a:gd name="connsiteY550" fmla="*/ 2534407 h 3047670"/>
              <a:gd name="connsiteX551" fmla="*/ 1440299 w 3044273"/>
              <a:gd name="connsiteY551" fmla="*/ 2552370 h 3047670"/>
              <a:gd name="connsiteX552" fmla="*/ 1422336 w 3044273"/>
              <a:gd name="connsiteY552" fmla="*/ 2534534 h 3047670"/>
              <a:gd name="connsiteX553" fmla="*/ 1440173 w 3044273"/>
              <a:gd name="connsiteY553" fmla="*/ 2516570 h 3047670"/>
              <a:gd name="connsiteX554" fmla="*/ 1610633 w 3044273"/>
              <a:gd name="connsiteY554" fmla="*/ 2515440 h 3047670"/>
              <a:gd name="connsiteX555" fmla="*/ 1629097 w 3044273"/>
              <a:gd name="connsiteY555" fmla="*/ 2533781 h 3047670"/>
              <a:gd name="connsiteX556" fmla="*/ 1610758 w 3044273"/>
              <a:gd name="connsiteY556" fmla="*/ 2552245 h 3047670"/>
              <a:gd name="connsiteX557" fmla="*/ 1592293 w 3044273"/>
              <a:gd name="connsiteY557" fmla="*/ 2533906 h 3047670"/>
              <a:gd name="connsiteX558" fmla="*/ 1610633 w 3044273"/>
              <a:gd name="connsiteY558" fmla="*/ 2515440 h 3047670"/>
              <a:gd name="connsiteX559" fmla="*/ 2167737 w 3044273"/>
              <a:gd name="connsiteY559" fmla="*/ 2513429 h 3047670"/>
              <a:gd name="connsiteX560" fmla="*/ 2181931 w 3044273"/>
              <a:gd name="connsiteY560" fmla="*/ 2527497 h 3047670"/>
              <a:gd name="connsiteX561" fmla="*/ 2167737 w 3044273"/>
              <a:gd name="connsiteY561" fmla="*/ 2541693 h 3047670"/>
              <a:gd name="connsiteX562" fmla="*/ 2153543 w 3044273"/>
              <a:gd name="connsiteY562" fmla="*/ 2527624 h 3047670"/>
              <a:gd name="connsiteX563" fmla="*/ 2167737 w 3044273"/>
              <a:gd name="connsiteY563" fmla="*/ 2513429 h 3047670"/>
              <a:gd name="connsiteX564" fmla="*/ 1355637 w 3044273"/>
              <a:gd name="connsiteY564" fmla="*/ 2506270 h 3047670"/>
              <a:gd name="connsiteX565" fmla="*/ 1372721 w 3044273"/>
              <a:gd name="connsiteY565" fmla="*/ 2523229 h 3047670"/>
              <a:gd name="connsiteX566" fmla="*/ 1355762 w 3044273"/>
              <a:gd name="connsiteY566" fmla="*/ 2540313 h 3047670"/>
              <a:gd name="connsiteX567" fmla="*/ 1338678 w 3044273"/>
              <a:gd name="connsiteY567" fmla="*/ 2523354 h 3047670"/>
              <a:gd name="connsiteX568" fmla="*/ 1355637 w 3044273"/>
              <a:gd name="connsiteY568" fmla="*/ 2506270 h 3047670"/>
              <a:gd name="connsiteX569" fmla="*/ 1695047 w 3044273"/>
              <a:gd name="connsiteY569" fmla="*/ 2503883 h 3047670"/>
              <a:gd name="connsiteX570" fmla="*/ 1713261 w 3044273"/>
              <a:gd name="connsiteY570" fmla="*/ 2521972 h 3047670"/>
              <a:gd name="connsiteX571" fmla="*/ 1695173 w 3044273"/>
              <a:gd name="connsiteY571" fmla="*/ 2540185 h 3047670"/>
              <a:gd name="connsiteX572" fmla="*/ 1676959 w 3044273"/>
              <a:gd name="connsiteY572" fmla="*/ 2522097 h 3047670"/>
              <a:gd name="connsiteX573" fmla="*/ 1695047 w 3044273"/>
              <a:gd name="connsiteY573" fmla="*/ 2503883 h 3047670"/>
              <a:gd name="connsiteX574" fmla="*/ 1033684 w 3044273"/>
              <a:gd name="connsiteY574" fmla="*/ 2499989 h 3047670"/>
              <a:gd name="connsiteX575" fmla="*/ 1045743 w 3044273"/>
              <a:gd name="connsiteY575" fmla="*/ 2511923 h 3047670"/>
              <a:gd name="connsiteX576" fmla="*/ 1033809 w 3044273"/>
              <a:gd name="connsiteY576" fmla="*/ 2523982 h 3047670"/>
              <a:gd name="connsiteX577" fmla="*/ 1021876 w 3044273"/>
              <a:gd name="connsiteY577" fmla="*/ 2512048 h 3047670"/>
              <a:gd name="connsiteX578" fmla="*/ 1033684 w 3044273"/>
              <a:gd name="connsiteY578" fmla="*/ 2499989 h 3047670"/>
              <a:gd name="connsiteX579" fmla="*/ 2016871 w 3044273"/>
              <a:gd name="connsiteY579" fmla="*/ 2491573 h 3047670"/>
              <a:gd name="connsiteX580" fmla="*/ 2033705 w 3044273"/>
              <a:gd name="connsiteY580" fmla="*/ 2508279 h 3047670"/>
              <a:gd name="connsiteX581" fmla="*/ 2016871 w 3044273"/>
              <a:gd name="connsiteY581" fmla="*/ 2525112 h 3047670"/>
              <a:gd name="connsiteX582" fmla="*/ 2000039 w 3044273"/>
              <a:gd name="connsiteY582" fmla="*/ 2508406 h 3047670"/>
              <a:gd name="connsiteX583" fmla="*/ 2016871 w 3044273"/>
              <a:gd name="connsiteY583" fmla="*/ 2491573 h 3047670"/>
              <a:gd name="connsiteX584" fmla="*/ 1272479 w 3044273"/>
              <a:gd name="connsiteY584" fmla="*/ 2488935 h 3047670"/>
              <a:gd name="connsiteX585" fmla="*/ 1288307 w 3044273"/>
              <a:gd name="connsiteY585" fmla="*/ 2504637 h 3047670"/>
              <a:gd name="connsiteX586" fmla="*/ 1272605 w 3044273"/>
              <a:gd name="connsiteY586" fmla="*/ 2520340 h 3047670"/>
              <a:gd name="connsiteX587" fmla="*/ 1256903 w 3044273"/>
              <a:gd name="connsiteY587" fmla="*/ 2504637 h 3047670"/>
              <a:gd name="connsiteX588" fmla="*/ 1272479 w 3044273"/>
              <a:gd name="connsiteY588" fmla="*/ 2488935 h 3047670"/>
              <a:gd name="connsiteX589" fmla="*/ 1778080 w 3044273"/>
              <a:gd name="connsiteY589" fmla="*/ 2484915 h 3047670"/>
              <a:gd name="connsiteX590" fmla="*/ 1796042 w 3044273"/>
              <a:gd name="connsiteY590" fmla="*/ 2502752 h 3047670"/>
              <a:gd name="connsiteX591" fmla="*/ 1778205 w 3044273"/>
              <a:gd name="connsiteY591" fmla="*/ 2520715 h 3047670"/>
              <a:gd name="connsiteX592" fmla="*/ 1760242 w 3044273"/>
              <a:gd name="connsiteY592" fmla="*/ 2502878 h 3047670"/>
              <a:gd name="connsiteX593" fmla="*/ 1778080 w 3044273"/>
              <a:gd name="connsiteY593" fmla="*/ 2484915 h 3047670"/>
              <a:gd name="connsiteX594" fmla="*/ 674801 w 3044273"/>
              <a:gd name="connsiteY594" fmla="*/ 2482024 h 3047670"/>
              <a:gd name="connsiteX595" fmla="*/ 679450 w 3044273"/>
              <a:gd name="connsiteY595" fmla="*/ 2486672 h 3047670"/>
              <a:gd name="connsiteX596" fmla="*/ 674801 w 3044273"/>
              <a:gd name="connsiteY596" fmla="*/ 2491322 h 3047670"/>
              <a:gd name="connsiteX597" fmla="*/ 670154 w 3044273"/>
              <a:gd name="connsiteY597" fmla="*/ 2486672 h 3047670"/>
              <a:gd name="connsiteX598" fmla="*/ 674801 w 3044273"/>
              <a:gd name="connsiteY598" fmla="*/ 2482024 h 3047670"/>
              <a:gd name="connsiteX599" fmla="*/ 540520 w 3044273"/>
              <a:gd name="connsiteY599" fmla="*/ 2481900 h 3047670"/>
              <a:gd name="connsiteX600" fmla="*/ 544289 w 3044273"/>
              <a:gd name="connsiteY600" fmla="*/ 2485670 h 3047670"/>
              <a:gd name="connsiteX601" fmla="*/ 540520 w 3044273"/>
              <a:gd name="connsiteY601" fmla="*/ 2489438 h 3047670"/>
              <a:gd name="connsiteX602" fmla="*/ 536752 w 3044273"/>
              <a:gd name="connsiteY602" fmla="*/ 2485670 h 3047670"/>
              <a:gd name="connsiteX603" fmla="*/ 540520 w 3044273"/>
              <a:gd name="connsiteY603" fmla="*/ 2481900 h 3047670"/>
              <a:gd name="connsiteX604" fmla="*/ 410885 w 3044273"/>
              <a:gd name="connsiteY604" fmla="*/ 2477881 h 3047670"/>
              <a:gd name="connsiteX605" fmla="*/ 413397 w 3044273"/>
              <a:gd name="connsiteY605" fmla="*/ 2480268 h 3047670"/>
              <a:gd name="connsiteX606" fmla="*/ 411011 w 3044273"/>
              <a:gd name="connsiteY606" fmla="*/ 2482781 h 3047670"/>
              <a:gd name="connsiteX607" fmla="*/ 408499 w 3044273"/>
              <a:gd name="connsiteY607" fmla="*/ 2480394 h 3047670"/>
              <a:gd name="connsiteX608" fmla="*/ 410885 w 3044273"/>
              <a:gd name="connsiteY608" fmla="*/ 2477881 h 3047670"/>
              <a:gd name="connsiteX609" fmla="*/ 814235 w 3044273"/>
              <a:gd name="connsiteY609" fmla="*/ 2475493 h 3047670"/>
              <a:gd name="connsiteX610" fmla="*/ 820517 w 3044273"/>
              <a:gd name="connsiteY610" fmla="*/ 2481648 h 3047670"/>
              <a:gd name="connsiteX611" fmla="*/ 814361 w 3044273"/>
              <a:gd name="connsiteY611" fmla="*/ 2487930 h 3047670"/>
              <a:gd name="connsiteX612" fmla="*/ 808206 w 3044273"/>
              <a:gd name="connsiteY612" fmla="*/ 2481775 h 3047670"/>
              <a:gd name="connsiteX613" fmla="*/ 814235 w 3044273"/>
              <a:gd name="connsiteY613" fmla="*/ 2475493 h 3047670"/>
              <a:gd name="connsiteX614" fmla="*/ 2509910 w 3044273"/>
              <a:gd name="connsiteY614" fmla="*/ 2473358 h 3047670"/>
              <a:gd name="connsiteX615" fmla="*/ 2515060 w 3044273"/>
              <a:gd name="connsiteY615" fmla="*/ 2478383 h 3047670"/>
              <a:gd name="connsiteX616" fmla="*/ 2510035 w 3044273"/>
              <a:gd name="connsiteY616" fmla="*/ 2483532 h 3047670"/>
              <a:gd name="connsiteX617" fmla="*/ 2504885 w 3044273"/>
              <a:gd name="connsiteY617" fmla="*/ 2478508 h 3047670"/>
              <a:gd name="connsiteX618" fmla="*/ 2509910 w 3044273"/>
              <a:gd name="connsiteY618" fmla="*/ 2473358 h 3047670"/>
              <a:gd name="connsiteX619" fmla="*/ 2375628 w 3044273"/>
              <a:gd name="connsiteY619" fmla="*/ 2472480 h 3047670"/>
              <a:gd name="connsiteX620" fmla="*/ 2383667 w 3044273"/>
              <a:gd name="connsiteY620" fmla="*/ 2480395 h 3047670"/>
              <a:gd name="connsiteX621" fmla="*/ 2375754 w 3044273"/>
              <a:gd name="connsiteY621" fmla="*/ 2488435 h 3047670"/>
              <a:gd name="connsiteX622" fmla="*/ 2367840 w 3044273"/>
              <a:gd name="connsiteY622" fmla="*/ 2480520 h 3047670"/>
              <a:gd name="connsiteX623" fmla="*/ 2375628 w 3044273"/>
              <a:gd name="connsiteY623" fmla="*/ 2472480 h 3047670"/>
              <a:gd name="connsiteX624" fmla="*/ 2639546 w 3044273"/>
              <a:gd name="connsiteY624" fmla="*/ 2470972 h 3047670"/>
              <a:gd name="connsiteX625" fmla="*/ 2640800 w 3044273"/>
              <a:gd name="connsiteY625" fmla="*/ 2472354 h 3047670"/>
              <a:gd name="connsiteX626" fmla="*/ 2639546 w 3044273"/>
              <a:gd name="connsiteY626" fmla="*/ 2473735 h 3047670"/>
              <a:gd name="connsiteX627" fmla="*/ 2638164 w 3044273"/>
              <a:gd name="connsiteY627" fmla="*/ 2472354 h 3047670"/>
              <a:gd name="connsiteX628" fmla="*/ 2639546 w 3044273"/>
              <a:gd name="connsiteY628" fmla="*/ 2470972 h 3047670"/>
              <a:gd name="connsiteX629" fmla="*/ 1191330 w 3044273"/>
              <a:gd name="connsiteY629" fmla="*/ 2464441 h 3047670"/>
              <a:gd name="connsiteX630" fmla="*/ 1205526 w 3044273"/>
              <a:gd name="connsiteY630" fmla="*/ 2478509 h 3047670"/>
              <a:gd name="connsiteX631" fmla="*/ 1191457 w 3044273"/>
              <a:gd name="connsiteY631" fmla="*/ 2492705 h 3047670"/>
              <a:gd name="connsiteX632" fmla="*/ 1177261 w 3044273"/>
              <a:gd name="connsiteY632" fmla="*/ 2478636 h 3047670"/>
              <a:gd name="connsiteX633" fmla="*/ 1191330 w 3044273"/>
              <a:gd name="connsiteY633" fmla="*/ 2464441 h 3047670"/>
              <a:gd name="connsiteX634" fmla="*/ 2236197 w 3044273"/>
              <a:gd name="connsiteY634" fmla="*/ 2462555 h 3047670"/>
              <a:gd name="connsiteX635" fmla="*/ 2250392 w 3044273"/>
              <a:gd name="connsiteY635" fmla="*/ 2476623 h 3047670"/>
              <a:gd name="connsiteX636" fmla="*/ 2236197 w 3044273"/>
              <a:gd name="connsiteY636" fmla="*/ 2490819 h 3047670"/>
              <a:gd name="connsiteX637" fmla="*/ 2222002 w 3044273"/>
              <a:gd name="connsiteY637" fmla="*/ 2476750 h 3047670"/>
              <a:gd name="connsiteX638" fmla="*/ 2236197 w 3044273"/>
              <a:gd name="connsiteY638" fmla="*/ 2462555 h 3047670"/>
              <a:gd name="connsiteX639" fmla="*/ 2765032 w 3044273"/>
              <a:gd name="connsiteY639" fmla="*/ 2461927 h 3047670"/>
              <a:gd name="connsiteX640" fmla="*/ 2766164 w 3044273"/>
              <a:gd name="connsiteY640" fmla="*/ 2463057 h 3047670"/>
              <a:gd name="connsiteX641" fmla="*/ 2765032 w 3044273"/>
              <a:gd name="connsiteY641" fmla="*/ 2464187 h 3047670"/>
              <a:gd name="connsiteX642" fmla="*/ 2763902 w 3044273"/>
              <a:gd name="connsiteY642" fmla="*/ 2463057 h 3047670"/>
              <a:gd name="connsiteX643" fmla="*/ 2765032 w 3044273"/>
              <a:gd name="connsiteY643" fmla="*/ 2461927 h 3047670"/>
              <a:gd name="connsiteX644" fmla="*/ 1858974 w 3044273"/>
              <a:gd name="connsiteY644" fmla="*/ 2458285 h 3047670"/>
              <a:gd name="connsiteX645" fmla="*/ 1876938 w 3044273"/>
              <a:gd name="connsiteY645" fmla="*/ 2476122 h 3047670"/>
              <a:gd name="connsiteX646" fmla="*/ 1859101 w 3044273"/>
              <a:gd name="connsiteY646" fmla="*/ 2494085 h 3047670"/>
              <a:gd name="connsiteX647" fmla="*/ 1841137 w 3044273"/>
              <a:gd name="connsiteY647" fmla="*/ 2476249 h 3047670"/>
              <a:gd name="connsiteX648" fmla="*/ 1858974 w 3044273"/>
              <a:gd name="connsiteY648" fmla="*/ 2458285 h 3047670"/>
              <a:gd name="connsiteX649" fmla="*/ 960073 w 3044273"/>
              <a:gd name="connsiteY649" fmla="*/ 2454893 h 3047670"/>
              <a:gd name="connsiteX650" fmla="*/ 974268 w 3044273"/>
              <a:gd name="connsiteY650" fmla="*/ 2468961 h 3047670"/>
              <a:gd name="connsiteX651" fmla="*/ 960200 w 3044273"/>
              <a:gd name="connsiteY651" fmla="*/ 2483157 h 3047670"/>
              <a:gd name="connsiteX652" fmla="*/ 946004 w 3044273"/>
              <a:gd name="connsiteY652" fmla="*/ 2469088 h 3047670"/>
              <a:gd name="connsiteX653" fmla="*/ 960073 w 3044273"/>
              <a:gd name="connsiteY653" fmla="*/ 2454893 h 3047670"/>
              <a:gd name="connsiteX654" fmla="*/ 2090106 w 3044273"/>
              <a:gd name="connsiteY654" fmla="*/ 2445975 h 3047670"/>
              <a:gd name="connsiteX655" fmla="*/ 2109200 w 3044273"/>
              <a:gd name="connsiteY655" fmla="*/ 2464943 h 3047670"/>
              <a:gd name="connsiteX656" fmla="*/ 2090232 w 3044273"/>
              <a:gd name="connsiteY656" fmla="*/ 2484037 h 3047670"/>
              <a:gd name="connsiteX657" fmla="*/ 2071138 w 3044273"/>
              <a:gd name="connsiteY657" fmla="*/ 2465069 h 3047670"/>
              <a:gd name="connsiteX658" fmla="*/ 2090106 w 3044273"/>
              <a:gd name="connsiteY658" fmla="*/ 2445975 h 3047670"/>
              <a:gd name="connsiteX659" fmla="*/ 1112696 w 3044273"/>
              <a:gd name="connsiteY659" fmla="*/ 2426756 h 3047670"/>
              <a:gd name="connsiteX660" fmla="*/ 1131412 w 3044273"/>
              <a:gd name="connsiteY660" fmla="*/ 2445221 h 3047670"/>
              <a:gd name="connsiteX661" fmla="*/ 1112947 w 3044273"/>
              <a:gd name="connsiteY661" fmla="*/ 2463812 h 3047670"/>
              <a:gd name="connsiteX662" fmla="*/ 1094231 w 3044273"/>
              <a:gd name="connsiteY662" fmla="*/ 2445347 h 3047670"/>
              <a:gd name="connsiteX663" fmla="*/ 1112696 w 3044273"/>
              <a:gd name="connsiteY663" fmla="*/ 2426756 h 3047670"/>
              <a:gd name="connsiteX664" fmla="*/ 1937232 w 3044273"/>
              <a:gd name="connsiteY664" fmla="*/ 2420979 h 3047670"/>
              <a:gd name="connsiteX665" fmla="*/ 1958713 w 3044273"/>
              <a:gd name="connsiteY665" fmla="*/ 2442332 h 3047670"/>
              <a:gd name="connsiteX666" fmla="*/ 1937359 w 3044273"/>
              <a:gd name="connsiteY666" fmla="*/ 2463813 h 3047670"/>
              <a:gd name="connsiteX667" fmla="*/ 1915878 w 3044273"/>
              <a:gd name="connsiteY667" fmla="*/ 2442459 h 3047670"/>
              <a:gd name="connsiteX668" fmla="*/ 1937232 w 3044273"/>
              <a:gd name="connsiteY668" fmla="*/ 2420979 h 3047670"/>
              <a:gd name="connsiteX669" fmla="*/ 1525089 w 3044273"/>
              <a:gd name="connsiteY669" fmla="*/ 2420977 h 3047670"/>
              <a:gd name="connsiteX670" fmla="*/ 1547072 w 3044273"/>
              <a:gd name="connsiteY670" fmla="*/ 2442835 h 3047670"/>
              <a:gd name="connsiteX671" fmla="*/ 1525216 w 3044273"/>
              <a:gd name="connsiteY671" fmla="*/ 2464816 h 3047670"/>
              <a:gd name="connsiteX672" fmla="*/ 1503233 w 3044273"/>
              <a:gd name="connsiteY672" fmla="*/ 2442960 h 3047670"/>
              <a:gd name="connsiteX673" fmla="*/ 1525089 w 3044273"/>
              <a:gd name="connsiteY673" fmla="*/ 2420977 h 3047670"/>
              <a:gd name="connsiteX674" fmla="*/ 614885 w 3044273"/>
              <a:gd name="connsiteY674" fmla="*/ 2420725 h 3047670"/>
              <a:gd name="connsiteX675" fmla="*/ 620160 w 3044273"/>
              <a:gd name="connsiteY675" fmla="*/ 2426000 h 3047670"/>
              <a:gd name="connsiteX676" fmla="*/ 614885 w 3044273"/>
              <a:gd name="connsiteY676" fmla="*/ 2431277 h 3047670"/>
              <a:gd name="connsiteX677" fmla="*/ 609483 w 3044273"/>
              <a:gd name="connsiteY677" fmla="*/ 2426000 h 3047670"/>
              <a:gd name="connsiteX678" fmla="*/ 614885 w 3044273"/>
              <a:gd name="connsiteY678" fmla="*/ 2420725 h 3047670"/>
              <a:gd name="connsiteX679" fmla="*/ 1439923 w 3044273"/>
              <a:gd name="connsiteY679" fmla="*/ 2417461 h 3047670"/>
              <a:gd name="connsiteX680" fmla="*/ 1461402 w 3044273"/>
              <a:gd name="connsiteY680" fmla="*/ 2438814 h 3047670"/>
              <a:gd name="connsiteX681" fmla="*/ 1440048 w 3044273"/>
              <a:gd name="connsiteY681" fmla="*/ 2460420 h 3047670"/>
              <a:gd name="connsiteX682" fmla="*/ 1418442 w 3044273"/>
              <a:gd name="connsiteY682" fmla="*/ 2439066 h 3047670"/>
              <a:gd name="connsiteX683" fmla="*/ 1439923 w 3044273"/>
              <a:gd name="connsiteY683" fmla="*/ 2417461 h 3047670"/>
              <a:gd name="connsiteX684" fmla="*/ 749417 w 3044273"/>
              <a:gd name="connsiteY684" fmla="*/ 2417460 h 3047670"/>
              <a:gd name="connsiteX685" fmla="*/ 758335 w 3044273"/>
              <a:gd name="connsiteY685" fmla="*/ 2426253 h 3047670"/>
              <a:gd name="connsiteX686" fmla="*/ 749543 w 3044273"/>
              <a:gd name="connsiteY686" fmla="*/ 2435171 h 3047670"/>
              <a:gd name="connsiteX687" fmla="*/ 740624 w 3044273"/>
              <a:gd name="connsiteY687" fmla="*/ 2426379 h 3047670"/>
              <a:gd name="connsiteX688" fmla="*/ 749417 w 3044273"/>
              <a:gd name="connsiteY688" fmla="*/ 2417460 h 3047670"/>
              <a:gd name="connsiteX689" fmla="*/ 1610257 w 3044273"/>
              <a:gd name="connsiteY689" fmla="*/ 2416455 h 3047670"/>
              <a:gd name="connsiteX690" fmla="*/ 1632240 w 3044273"/>
              <a:gd name="connsiteY690" fmla="*/ 2438313 h 3047670"/>
              <a:gd name="connsiteX691" fmla="*/ 1610384 w 3044273"/>
              <a:gd name="connsiteY691" fmla="*/ 2460294 h 3047670"/>
              <a:gd name="connsiteX692" fmla="*/ 1588401 w 3044273"/>
              <a:gd name="connsiteY692" fmla="*/ 2438438 h 3047670"/>
              <a:gd name="connsiteX693" fmla="*/ 1610257 w 3044273"/>
              <a:gd name="connsiteY693" fmla="*/ 2416455 h 3047670"/>
              <a:gd name="connsiteX694" fmla="*/ 484872 w 3044273"/>
              <a:gd name="connsiteY694" fmla="*/ 2416455 h 3047670"/>
              <a:gd name="connsiteX695" fmla="*/ 489394 w 3044273"/>
              <a:gd name="connsiteY695" fmla="*/ 2420852 h 3047670"/>
              <a:gd name="connsiteX696" fmla="*/ 484997 w 3044273"/>
              <a:gd name="connsiteY696" fmla="*/ 2425375 h 3047670"/>
              <a:gd name="connsiteX697" fmla="*/ 480601 w 3044273"/>
              <a:gd name="connsiteY697" fmla="*/ 2420978 h 3047670"/>
              <a:gd name="connsiteX698" fmla="*/ 484872 w 3044273"/>
              <a:gd name="connsiteY698" fmla="*/ 2416455 h 3047670"/>
              <a:gd name="connsiteX699" fmla="*/ 890108 w 3044273"/>
              <a:gd name="connsiteY699" fmla="*/ 2408541 h 3047670"/>
              <a:gd name="connsiteX700" fmla="*/ 901916 w 3044273"/>
              <a:gd name="connsiteY700" fmla="*/ 2420224 h 3047670"/>
              <a:gd name="connsiteX701" fmla="*/ 890234 w 3044273"/>
              <a:gd name="connsiteY701" fmla="*/ 2432033 h 3047670"/>
              <a:gd name="connsiteX702" fmla="*/ 878426 w 3044273"/>
              <a:gd name="connsiteY702" fmla="*/ 2420349 h 3047670"/>
              <a:gd name="connsiteX703" fmla="*/ 890108 w 3044273"/>
              <a:gd name="connsiteY703" fmla="*/ 2408541 h 3047670"/>
              <a:gd name="connsiteX704" fmla="*/ 2564930 w 3044273"/>
              <a:gd name="connsiteY704" fmla="*/ 2408290 h 3047670"/>
              <a:gd name="connsiteX705" fmla="*/ 2570079 w 3044273"/>
              <a:gd name="connsiteY705" fmla="*/ 2413315 h 3047670"/>
              <a:gd name="connsiteX706" fmla="*/ 2565055 w 3044273"/>
              <a:gd name="connsiteY706" fmla="*/ 2418464 h 3047670"/>
              <a:gd name="connsiteX707" fmla="*/ 2559905 w 3044273"/>
              <a:gd name="connsiteY707" fmla="*/ 2413440 h 3047670"/>
              <a:gd name="connsiteX708" fmla="*/ 2564930 w 3044273"/>
              <a:gd name="connsiteY708" fmla="*/ 2408290 h 3047670"/>
              <a:gd name="connsiteX709" fmla="*/ 359508 w 3044273"/>
              <a:gd name="connsiteY709" fmla="*/ 2408290 h 3047670"/>
              <a:gd name="connsiteX710" fmla="*/ 363528 w 3044273"/>
              <a:gd name="connsiteY710" fmla="*/ 2412310 h 3047670"/>
              <a:gd name="connsiteX711" fmla="*/ 359508 w 3044273"/>
              <a:gd name="connsiteY711" fmla="*/ 2416330 h 3047670"/>
              <a:gd name="connsiteX712" fmla="*/ 355489 w 3044273"/>
              <a:gd name="connsiteY712" fmla="*/ 2412435 h 3047670"/>
              <a:gd name="connsiteX713" fmla="*/ 359508 w 3044273"/>
              <a:gd name="connsiteY713" fmla="*/ 2408290 h 3047670"/>
              <a:gd name="connsiteX714" fmla="*/ 2435295 w 3044273"/>
              <a:gd name="connsiteY714" fmla="*/ 2407661 h 3047670"/>
              <a:gd name="connsiteX715" fmla="*/ 2447104 w 3044273"/>
              <a:gd name="connsiteY715" fmla="*/ 2419344 h 3047670"/>
              <a:gd name="connsiteX716" fmla="*/ 2435422 w 3044273"/>
              <a:gd name="connsiteY716" fmla="*/ 2431153 h 3047670"/>
              <a:gd name="connsiteX717" fmla="*/ 2423613 w 3044273"/>
              <a:gd name="connsiteY717" fmla="*/ 2419470 h 3047670"/>
              <a:gd name="connsiteX718" fmla="*/ 2435295 w 3044273"/>
              <a:gd name="connsiteY718" fmla="*/ 2407661 h 3047670"/>
              <a:gd name="connsiteX719" fmla="*/ 2300511 w 3044273"/>
              <a:gd name="connsiteY719" fmla="*/ 2405903 h 3047670"/>
              <a:gd name="connsiteX720" fmla="*/ 2315585 w 3044273"/>
              <a:gd name="connsiteY720" fmla="*/ 2420851 h 3047670"/>
              <a:gd name="connsiteX721" fmla="*/ 2300636 w 3044273"/>
              <a:gd name="connsiteY721" fmla="*/ 2435925 h 3047670"/>
              <a:gd name="connsiteX722" fmla="*/ 2285563 w 3044273"/>
              <a:gd name="connsiteY722" fmla="*/ 2420851 h 3047670"/>
              <a:gd name="connsiteX723" fmla="*/ 2300511 w 3044273"/>
              <a:gd name="connsiteY723" fmla="*/ 2405903 h 3047670"/>
              <a:gd name="connsiteX724" fmla="*/ 1355510 w 3044273"/>
              <a:gd name="connsiteY724" fmla="*/ 2405778 h 3047670"/>
              <a:gd name="connsiteX725" fmla="*/ 1376364 w 3044273"/>
              <a:gd name="connsiteY725" fmla="*/ 2426505 h 3047670"/>
              <a:gd name="connsiteX726" fmla="*/ 1355635 w 3044273"/>
              <a:gd name="connsiteY726" fmla="*/ 2447358 h 3047670"/>
              <a:gd name="connsiteX727" fmla="*/ 1334783 w 3044273"/>
              <a:gd name="connsiteY727" fmla="*/ 2426630 h 3047670"/>
              <a:gd name="connsiteX728" fmla="*/ 1355510 w 3044273"/>
              <a:gd name="connsiteY728" fmla="*/ 2405778 h 3047670"/>
              <a:gd name="connsiteX729" fmla="*/ 1694420 w 3044273"/>
              <a:gd name="connsiteY729" fmla="*/ 2403391 h 3047670"/>
              <a:gd name="connsiteX730" fmla="*/ 1716401 w 3044273"/>
              <a:gd name="connsiteY730" fmla="*/ 2425249 h 3047670"/>
              <a:gd name="connsiteX731" fmla="*/ 1694545 w 3044273"/>
              <a:gd name="connsiteY731" fmla="*/ 2447230 h 3047670"/>
              <a:gd name="connsiteX732" fmla="*/ 1672562 w 3044273"/>
              <a:gd name="connsiteY732" fmla="*/ 2425374 h 3047670"/>
              <a:gd name="connsiteX733" fmla="*/ 1694420 w 3044273"/>
              <a:gd name="connsiteY733" fmla="*/ 2403391 h 3047670"/>
              <a:gd name="connsiteX734" fmla="*/ 2690419 w 3044273"/>
              <a:gd name="connsiteY734" fmla="*/ 2400752 h 3047670"/>
              <a:gd name="connsiteX735" fmla="*/ 2693561 w 3044273"/>
              <a:gd name="connsiteY735" fmla="*/ 2403892 h 3047670"/>
              <a:gd name="connsiteX736" fmla="*/ 2690419 w 3044273"/>
              <a:gd name="connsiteY736" fmla="*/ 2407034 h 3047670"/>
              <a:gd name="connsiteX737" fmla="*/ 2687279 w 3044273"/>
              <a:gd name="connsiteY737" fmla="*/ 2404019 h 3047670"/>
              <a:gd name="connsiteX738" fmla="*/ 2690419 w 3044273"/>
              <a:gd name="connsiteY738" fmla="*/ 2400752 h 3047670"/>
              <a:gd name="connsiteX739" fmla="*/ 2159822 w 3044273"/>
              <a:gd name="connsiteY739" fmla="*/ 2398492 h 3047670"/>
              <a:gd name="connsiteX740" fmla="*/ 2177158 w 3044273"/>
              <a:gd name="connsiteY740" fmla="*/ 2415701 h 3047670"/>
              <a:gd name="connsiteX741" fmla="*/ 2159947 w 3044273"/>
              <a:gd name="connsiteY741" fmla="*/ 2433036 h 3047670"/>
              <a:gd name="connsiteX742" fmla="*/ 2142613 w 3044273"/>
              <a:gd name="connsiteY742" fmla="*/ 2415827 h 3047670"/>
              <a:gd name="connsiteX743" fmla="*/ 2159822 w 3044273"/>
              <a:gd name="connsiteY743" fmla="*/ 2398492 h 3047670"/>
              <a:gd name="connsiteX744" fmla="*/ 2812137 w 3044273"/>
              <a:gd name="connsiteY744" fmla="*/ 2390830 h 3047670"/>
              <a:gd name="connsiteX745" fmla="*/ 2813269 w 3044273"/>
              <a:gd name="connsiteY745" fmla="*/ 2391960 h 3047670"/>
              <a:gd name="connsiteX746" fmla="*/ 2812137 w 3044273"/>
              <a:gd name="connsiteY746" fmla="*/ 2393090 h 3047670"/>
              <a:gd name="connsiteX747" fmla="*/ 2811007 w 3044273"/>
              <a:gd name="connsiteY747" fmla="*/ 2391960 h 3047670"/>
              <a:gd name="connsiteX748" fmla="*/ 2812137 w 3044273"/>
              <a:gd name="connsiteY748" fmla="*/ 2390830 h 3047670"/>
              <a:gd name="connsiteX749" fmla="*/ 1037577 w 3044273"/>
              <a:gd name="connsiteY749" fmla="*/ 2389070 h 3047670"/>
              <a:gd name="connsiteX750" fmla="*/ 1053781 w 3044273"/>
              <a:gd name="connsiteY750" fmla="*/ 2405149 h 3047670"/>
              <a:gd name="connsiteX751" fmla="*/ 1037702 w 3044273"/>
              <a:gd name="connsiteY751" fmla="*/ 2421353 h 3047670"/>
              <a:gd name="connsiteX752" fmla="*/ 1021498 w 3044273"/>
              <a:gd name="connsiteY752" fmla="*/ 2405274 h 3047670"/>
              <a:gd name="connsiteX753" fmla="*/ 1037577 w 3044273"/>
              <a:gd name="connsiteY753" fmla="*/ 2389070 h 3047670"/>
              <a:gd name="connsiteX754" fmla="*/ 1272856 w 3044273"/>
              <a:gd name="connsiteY754" fmla="*/ 2385930 h 3047670"/>
              <a:gd name="connsiteX755" fmla="*/ 1292828 w 3044273"/>
              <a:gd name="connsiteY755" fmla="*/ 2405778 h 3047670"/>
              <a:gd name="connsiteX756" fmla="*/ 1272982 w 3044273"/>
              <a:gd name="connsiteY756" fmla="*/ 2425750 h 3047670"/>
              <a:gd name="connsiteX757" fmla="*/ 1253008 w 3044273"/>
              <a:gd name="connsiteY757" fmla="*/ 2405904 h 3047670"/>
              <a:gd name="connsiteX758" fmla="*/ 1272856 w 3044273"/>
              <a:gd name="connsiteY758" fmla="*/ 2385930 h 3047670"/>
              <a:gd name="connsiteX759" fmla="*/ 1776949 w 3044273"/>
              <a:gd name="connsiteY759" fmla="*/ 2382036 h 3047670"/>
              <a:gd name="connsiteX760" fmla="*/ 1798930 w 3044273"/>
              <a:gd name="connsiteY760" fmla="*/ 2403892 h 3047670"/>
              <a:gd name="connsiteX761" fmla="*/ 1777074 w 3044273"/>
              <a:gd name="connsiteY761" fmla="*/ 2425875 h 3047670"/>
              <a:gd name="connsiteX762" fmla="*/ 1755091 w 3044273"/>
              <a:gd name="connsiteY762" fmla="*/ 2404019 h 3047670"/>
              <a:gd name="connsiteX763" fmla="*/ 1776949 w 3044273"/>
              <a:gd name="connsiteY763" fmla="*/ 2382036 h 3047670"/>
              <a:gd name="connsiteX764" fmla="*/ 2012224 w 3044273"/>
              <a:gd name="connsiteY764" fmla="*/ 2381156 h 3047670"/>
              <a:gd name="connsiteX765" fmla="*/ 2032825 w 3044273"/>
              <a:gd name="connsiteY765" fmla="*/ 2401632 h 3047670"/>
              <a:gd name="connsiteX766" fmla="*/ 2012350 w 3044273"/>
              <a:gd name="connsiteY766" fmla="*/ 2422232 h 3047670"/>
              <a:gd name="connsiteX767" fmla="*/ 1991749 w 3044273"/>
              <a:gd name="connsiteY767" fmla="*/ 2401757 h 3047670"/>
              <a:gd name="connsiteX768" fmla="*/ 2012224 w 3044273"/>
              <a:gd name="connsiteY768" fmla="*/ 2381156 h 3047670"/>
              <a:gd name="connsiteX769" fmla="*/ 688998 w 3044273"/>
              <a:gd name="connsiteY769" fmla="*/ 2355907 h 3047670"/>
              <a:gd name="connsiteX770" fmla="*/ 699423 w 3044273"/>
              <a:gd name="connsiteY770" fmla="*/ 2366333 h 3047670"/>
              <a:gd name="connsiteX771" fmla="*/ 688998 w 3044273"/>
              <a:gd name="connsiteY771" fmla="*/ 2376760 h 3047670"/>
              <a:gd name="connsiteX772" fmla="*/ 678572 w 3044273"/>
              <a:gd name="connsiteY772" fmla="*/ 2366333 h 3047670"/>
              <a:gd name="connsiteX773" fmla="*/ 688998 w 3044273"/>
              <a:gd name="connsiteY773" fmla="*/ 2355907 h 3047670"/>
              <a:gd name="connsiteX774" fmla="*/ 1192713 w 3044273"/>
              <a:gd name="connsiteY774" fmla="*/ 2354777 h 3047670"/>
              <a:gd name="connsiteX775" fmla="*/ 1214946 w 3044273"/>
              <a:gd name="connsiteY775" fmla="*/ 2376760 h 3047670"/>
              <a:gd name="connsiteX776" fmla="*/ 1192838 w 3044273"/>
              <a:gd name="connsiteY776" fmla="*/ 2398993 h 3047670"/>
              <a:gd name="connsiteX777" fmla="*/ 1170604 w 3044273"/>
              <a:gd name="connsiteY777" fmla="*/ 2377010 h 3047670"/>
              <a:gd name="connsiteX778" fmla="*/ 1192713 w 3044273"/>
              <a:gd name="connsiteY778" fmla="*/ 2354777 h 3047670"/>
              <a:gd name="connsiteX779" fmla="*/ 558986 w 3044273"/>
              <a:gd name="connsiteY779" fmla="*/ 2353270 h 3047670"/>
              <a:gd name="connsiteX780" fmla="*/ 567277 w 3044273"/>
              <a:gd name="connsiteY780" fmla="*/ 2361435 h 3047670"/>
              <a:gd name="connsiteX781" fmla="*/ 559112 w 3044273"/>
              <a:gd name="connsiteY781" fmla="*/ 2369601 h 3047670"/>
              <a:gd name="connsiteX782" fmla="*/ 550946 w 3044273"/>
              <a:gd name="connsiteY782" fmla="*/ 2361435 h 3047670"/>
              <a:gd name="connsiteX783" fmla="*/ 558986 w 3044273"/>
              <a:gd name="connsiteY783" fmla="*/ 2353270 h 3047670"/>
              <a:gd name="connsiteX784" fmla="*/ 1856964 w 3044273"/>
              <a:gd name="connsiteY784" fmla="*/ 2352016 h 3047670"/>
              <a:gd name="connsiteX785" fmla="*/ 1879575 w 3044273"/>
              <a:gd name="connsiteY785" fmla="*/ 2374502 h 3047670"/>
              <a:gd name="connsiteX786" fmla="*/ 1857090 w 3044273"/>
              <a:gd name="connsiteY786" fmla="*/ 2397113 h 3047670"/>
              <a:gd name="connsiteX787" fmla="*/ 1834479 w 3044273"/>
              <a:gd name="connsiteY787" fmla="*/ 2374627 h 3047670"/>
              <a:gd name="connsiteX788" fmla="*/ 1856964 w 3044273"/>
              <a:gd name="connsiteY788" fmla="*/ 2352016 h 3047670"/>
              <a:gd name="connsiteX789" fmla="*/ 824409 w 3044273"/>
              <a:gd name="connsiteY789" fmla="*/ 2350381 h 3047670"/>
              <a:gd name="connsiteX790" fmla="*/ 840112 w 3044273"/>
              <a:gd name="connsiteY790" fmla="*/ 2366083 h 3047670"/>
              <a:gd name="connsiteX791" fmla="*/ 824409 w 3044273"/>
              <a:gd name="connsiteY791" fmla="*/ 2381786 h 3047670"/>
              <a:gd name="connsiteX792" fmla="*/ 808708 w 3044273"/>
              <a:gd name="connsiteY792" fmla="*/ 2366083 h 3047670"/>
              <a:gd name="connsiteX793" fmla="*/ 824409 w 3044273"/>
              <a:gd name="connsiteY793" fmla="*/ 2350381 h 3047670"/>
              <a:gd name="connsiteX794" fmla="*/ 433748 w 3044273"/>
              <a:gd name="connsiteY794" fmla="*/ 2346864 h 3047670"/>
              <a:gd name="connsiteX795" fmla="*/ 439777 w 3044273"/>
              <a:gd name="connsiteY795" fmla="*/ 2352768 h 3047670"/>
              <a:gd name="connsiteX796" fmla="*/ 433873 w 3044273"/>
              <a:gd name="connsiteY796" fmla="*/ 2358797 h 3047670"/>
              <a:gd name="connsiteX797" fmla="*/ 427844 w 3044273"/>
              <a:gd name="connsiteY797" fmla="*/ 2352768 h 3047670"/>
              <a:gd name="connsiteX798" fmla="*/ 433748 w 3044273"/>
              <a:gd name="connsiteY798" fmla="*/ 2346864 h 3047670"/>
              <a:gd name="connsiteX799" fmla="*/ 2360554 w 3044273"/>
              <a:gd name="connsiteY799" fmla="*/ 2345233 h 3047670"/>
              <a:gd name="connsiteX800" fmla="*/ 2375628 w 3044273"/>
              <a:gd name="connsiteY800" fmla="*/ 2360181 h 3047670"/>
              <a:gd name="connsiteX801" fmla="*/ 2360679 w 3044273"/>
              <a:gd name="connsiteY801" fmla="*/ 2375255 h 3047670"/>
              <a:gd name="connsiteX802" fmla="*/ 2345606 w 3044273"/>
              <a:gd name="connsiteY802" fmla="*/ 2360306 h 3047670"/>
              <a:gd name="connsiteX803" fmla="*/ 2360554 w 3044273"/>
              <a:gd name="connsiteY803" fmla="*/ 2345233 h 3047670"/>
              <a:gd name="connsiteX804" fmla="*/ 2490566 w 3044273"/>
              <a:gd name="connsiteY804" fmla="*/ 2342216 h 3047670"/>
              <a:gd name="connsiteX805" fmla="*/ 2502750 w 3044273"/>
              <a:gd name="connsiteY805" fmla="*/ 2354401 h 3047670"/>
              <a:gd name="connsiteX806" fmla="*/ 2490566 w 3044273"/>
              <a:gd name="connsiteY806" fmla="*/ 2366586 h 3047670"/>
              <a:gd name="connsiteX807" fmla="*/ 2478382 w 3044273"/>
              <a:gd name="connsiteY807" fmla="*/ 2354401 h 3047670"/>
              <a:gd name="connsiteX808" fmla="*/ 2490566 w 3044273"/>
              <a:gd name="connsiteY808" fmla="*/ 2342216 h 3047670"/>
              <a:gd name="connsiteX809" fmla="*/ 966229 w 3044273"/>
              <a:gd name="connsiteY809" fmla="*/ 2340081 h 3047670"/>
              <a:gd name="connsiteX810" fmla="*/ 984695 w 3044273"/>
              <a:gd name="connsiteY810" fmla="*/ 2358422 h 3047670"/>
              <a:gd name="connsiteX811" fmla="*/ 966356 w 3044273"/>
              <a:gd name="connsiteY811" fmla="*/ 2376886 h 3047670"/>
              <a:gd name="connsiteX812" fmla="*/ 947890 w 3044273"/>
              <a:gd name="connsiteY812" fmla="*/ 2358547 h 3047670"/>
              <a:gd name="connsiteX813" fmla="*/ 966229 w 3044273"/>
              <a:gd name="connsiteY813" fmla="*/ 2340081 h 3047670"/>
              <a:gd name="connsiteX814" fmla="*/ 2225143 w 3044273"/>
              <a:gd name="connsiteY814" fmla="*/ 2339955 h 3047670"/>
              <a:gd name="connsiteX815" fmla="*/ 2246247 w 3044273"/>
              <a:gd name="connsiteY815" fmla="*/ 2360933 h 3047670"/>
              <a:gd name="connsiteX816" fmla="*/ 2225269 w 3044273"/>
              <a:gd name="connsiteY816" fmla="*/ 2382036 h 3047670"/>
              <a:gd name="connsiteX817" fmla="*/ 2204165 w 3044273"/>
              <a:gd name="connsiteY817" fmla="*/ 2361058 h 3047670"/>
              <a:gd name="connsiteX818" fmla="*/ 2225143 w 3044273"/>
              <a:gd name="connsiteY818" fmla="*/ 2339955 h 3047670"/>
              <a:gd name="connsiteX819" fmla="*/ 312277 w 3044273"/>
              <a:gd name="connsiteY819" fmla="*/ 2337068 h 3047670"/>
              <a:gd name="connsiteX820" fmla="*/ 316799 w 3044273"/>
              <a:gd name="connsiteY820" fmla="*/ 2341465 h 3047670"/>
              <a:gd name="connsiteX821" fmla="*/ 312402 w 3044273"/>
              <a:gd name="connsiteY821" fmla="*/ 2345862 h 3047670"/>
              <a:gd name="connsiteX822" fmla="*/ 307880 w 3044273"/>
              <a:gd name="connsiteY822" fmla="*/ 2341465 h 3047670"/>
              <a:gd name="connsiteX823" fmla="*/ 312277 w 3044273"/>
              <a:gd name="connsiteY823" fmla="*/ 2337068 h 3047670"/>
              <a:gd name="connsiteX824" fmla="*/ 2615805 w 3044273"/>
              <a:gd name="connsiteY824" fmla="*/ 2335559 h 3047670"/>
              <a:gd name="connsiteX825" fmla="*/ 2625100 w 3044273"/>
              <a:gd name="connsiteY825" fmla="*/ 2344855 h 3047670"/>
              <a:gd name="connsiteX826" fmla="*/ 2615805 w 3044273"/>
              <a:gd name="connsiteY826" fmla="*/ 2354150 h 3047670"/>
              <a:gd name="connsiteX827" fmla="*/ 2606509 w 3044273"/>
              <a:gd name="connsiteY827" fmla="*/ 2344855 h 3047670"/>
              <a:gd name="connsiteX828" fmla="*/ 2615805 w 3044273"/>
              <a:gd name="connsiteY828" fmla="*/ 2335559 h 3047670"/>
              <a:gd name="connsiteX829" fmla="*/ 2083196 w 3044273"/>
              <a:gd name="connsiteY829" fmla="*/ 2331664 h 3047670"/>
              <a:gd name="connsiteX830" fmla="*/ 2106059 w 3044273"/>
              <a:gd name="connsiteY830" fmla="*/ 2354400 h 3047670"/>
              <a:gd name="connsiteX831" fmla="*/ 2083323 w 3044273"/>
              <a:gd name="connsiteY831" fmla="*/ 2377263 h 3047670"/>
              <a:gd name="connsiteX832" fmla="*/ 2060460 w 3044273"/>
              <a:gd name="connsiteY832" fmla="*/ 2354527 h 3047670"/>
              <a:gd name="connsiteX833" fmla="*/ 2083196 w 3044273"/>
              <a:gd name="connsiteY833" fmla="*/ 2331664 h 3047670"/>
              <a:gd name="connsiteX834" fmla="*/ 2737023 w 3044273"/>
              <a:gd name="connsiteY834" fmla="*/ 2329529 h 3047670"/>
              <a:gd name="connsiteX835" fmla="*/ 2740163 w 3044273"/>
              <a:gd name="connsiteY835" fmla="*/ 2332669 h 3047670"/>
              <a:gd name="connsiteX836" fmla="*/ 2737148 w 3044273"/>
              <a:gd name="connsiteY836" fmla="*/ 2335811 h 3047670"/>
              <a:gd name="connsiteX837" fmla="*/ 2734008 w 3044273"/>
              <a:gd name="connsiteY837" fmla="*/ 2332669 h 3047670"/>
              <a:gd name="connsiteX838" fmla="*/ 2737023 w 3044273"/>
              <a:gd name="connsiteY838" fmla="*/ 2329529 h 3047670"/>
              <a:gd name="connsiteX839" fmla="*/ 1524712 w 3044273"/>
              <a:gd name="connsiteY839" fmla="*/ 2328399 h 3047670"/>
              <a:gd name="connsiteX840" fmla="*/ 1544308 w 3044273"/>
              <a:gd name="connsiteY840" fmla="*/ 2347743 h 3047670"/>
              <a:gd name="connsiteX841" fmla="*/ 1524837 w 3044273"/>
              <a:gd name="connsiteY841" fmla="*/ 2367341 h 3047670"/>
              <a:gd name="connsiteX842" fmla="*/ 1505241 w 3044273"/>
              <a:gd name="connsiteY842" fmla="*/ 2347995 h 3047670"/>
              <a:gd name="connsiteX843" fmla="*/ 1524712 w 3044273"/>
              <a:gd name="connsiteY843" fmla="*/ 2328399 h 3047670"/>
              <a:gd name="connsiteX844" fmla="*/ 1439672 w 3044273"/>
              <a:gd name="connsiteY844" fmla="*/ 2323751 h 3047670"/>
              <a:gd name="connsiteX845" fmla="*/ 1459393 w 3044273"/>
              <a:gd name="connsiteY845" fmla="*/ 2343347 h 3047670"/>
              <a:gd name="connsiteX846" fmla="*/ 1439799 w 3044273"/>
              <a:gd name="connsiteY846" fmla="*/ 2363068 h 3047670"/>
              <a:gd name="connsiteX847" fmla="*/ 1419951 w 3044273"/>
              <a:gd name="connsiteY847" fmla="*/ 2343472 h 3047670"/>
              <a:gd name="connsiteX848" fmla="*/ 1439672 w 3044273"/>
              <a:gd name="connsiteY848" fmla="*/ 2323751 h 3047670"/>
              <a:gd name="connsiteX849" fmla="*/ 1609754 w 3044273"/>
              <a:gd name="connsiteY849" fmla="*/ 2322872 h 3047670"/>
              <a:gd name="connsiteX850" fmla="*/ 1629727 w 3044273"/>
              <a:gd name="connsiteY850" fmla="*/ 2342720 h 3047670"/>
              <a:gd name="connsiteX851" fmla="*/ 1609881 w 3044273"/>
              <a:gd name="connsiteY851" fmla="*/ 2362692 h 3047670"/>
              <a:gd name="connsiteX852" fmla="*/ 1589907 w 3044273"/>
              <a:gd name="connsiteY852" fmla="*/ 2342846 h 3047670"/>
              <a:gd name="connsiteX853" fmla="*/ 1609754 w 3044273"/>
              <a:gd name="connsiteY853" fmla="*/ 2322872 h 3047670"/>
              <a:gd name="connsiteX854" fmla="*/ 1115711 w 3044273"/>
              <a:gd name="connsiteY854" fmla="*/ 2318224 h 3047670"/>
              <a:gd name="connsiteX855" fmla="*/ 1137945 w 3044273"/>
              <a:gd name="connsiteY855" fmla="*/ 2340206 h 3047670"/>
              <a:gd name="connsiteX856" fmla="*/ 1115836 w 3044273"/>
              <a:gd name="connsiteY856" fmla="*/ 2362439 h 3047670"/>
              <a:gd name="connsiteX857" fmla="*/ 1093603 w 3044273"/>
              <a:gd name="connsiteY857" fmla="*/ 2340331 h 3047670"/>
              <a:gd name="connsiteX858" fmla="*/ 1115711 w 3044273"/>
              <a:gd name="connsiteY858" fmla="*/ 2318224 h 3047670"/>
              <a:gd name="connsiteX859" fmla="*/ 2855224 w 3044273"/>
              <a:gd name="connsiteY859" fmla="*/ 2317218 h 3047670"/>
              <a:gd name="connsiteX860" fmla="*/ 2856354 w 3044273"/>
              <a:gd name="connsiteY860" fmla="*/ 2318348 h 3047670"/>
              <a:gd name="connsiteX861" fmla="*/ 2855224 w 3044273"/>
              <a:gd name="connsiteY861" fmla="*/ 2319478 h 3047670"/>
              <a:gd name="connsiteX862" fmla="*/ 2854094 w 3044273"/>
              <a:gd name="connsiteY862" fmla="*/ 2318348 h 3047670"/>
              <a:gd name="connsiteX863" fmla="*/ 2855224 w 3044273"/>
              <a:gd name="connsiteY863" fmla="*/ 2317218 h 3047670"/>
              <a:gd name="connsiteX864" fmla="*/ 1933716 w 3044273"/>
              <a:gd name="connsiteY864" fmla="*/ 2313325 h 3047670"/>
              <a:gd name="connsiteX865" fmla="*/ 1957708 w 3044273"/>
              <a:gd name="connsiteY865" fmla="*/ 2337191 h 3047670"/>
              <a:gd name="connsiteX866" fmla="*/ 1933842 w 3044273"/>
              <a:gd name="connsiteY866" fmla="*/ 2361184 h 3047670"/>
              <a:gd name="connsiteX867" fmla="*/ 1909850 w 3044273"/>
              <a:gd name="connsiteY867" fmla="*/ 2337318 h 3047670"/>
              <a:gd name="connsiteX868" fmla="*/ 1933716 w 3044273"/>
              <a:gd name="connsiteY868" fmla="*/ 2313325 h 3047670"/>
              <a:gd name="connsiteX869" fmla="*/ 1355385 w 3044273"/>
              <a:gd name="connsiteY869" fmla="*/ 2308803 h 3047670"/>
              <a:gd name="connsiteX870" fmla="*/ 1376112 w 3044273"/>
              <a:gd name="connsiteY870" fmla="*/ 2329279 h 3047670"/>
              <a:gd name="connsiteX871" fmla="*/ 1355637 w 3044273"/>
              <a:gd name="connsiteY871" fmla="*/ 2350005 h 3047670"/>
              <a:gd name="connsiteX872" fmla="*/ 1335036 w 3044273"/>
              <a:gd name="connsiteY872" fmla="*/ 2329530 h 3047670"/>
              <a:gd name="connsiteX873" fmla="*/ 1355385 w 3044273"/>
              <a:gd name="connsiteY873" fmla="*/ 2308803 h 3047670"/>
              <a:gd name="connsiteX874" fmla="*/ 1693792 w 3044273"/>
              <a:gd name="connsiteY874" fmla="*/ 2306794 h 3047670"/>
              <a:gd name="connsiteX875" fmla="*/ 1715271 w 3044273"/>
              <a:gd name="connsiteY875" fmla="*/ 2328147 h 3047670"/>
              <a:gd name="connsiteX876" fmla="*/ 1693917 w 3044273"/>
              <a:gd name="connsiteY876" fmla="*/ 2349628 h 3047670"/>
              <a:gd name="connsiteX877" fmla="*/ 1672311 w 3044273"/>
              <a:gd name="connsiteY877" fmla="*/ 2328274 h 3047670"/>
              <a:gd name="connsiteX878" fmla="*/ 1693792 w 3044273"/>
              <a:gd name="connsiteY878" fmla="*/ 2306794 h 3047670"/>
              <a:gd name="connsiteX879" fmla="*/ 763235 w 3044273"/>
              <a:gd name="connsiteY879" fmla="*/ 2293730 h 3047670"/>
              <a:gd name="connsiteX880" fmla="*/ 776174 w 3044273"/>
              <a:gd name="connsiteY880" fmla="*/ 2306542 h 3047670"/>
              <a:gd name="connsiteX881" fmla="*/ 763362 w 3044273"/>
              <a:gd name="connsiteY881" fmla="*/ 2319481 h 3047670"/>
              <a:gd name="connsiteX882" fmla="*/ 750423 w 3044273"/>
              <a:gd name="connsiteY882" fmla="*/ 2306669 h 3047670"/>
              <a:gd name="connsiteX883" fmla="*/ 763235 w 3044273"/>
              <a:gd name="connsiteY883" fmla="*/ 2293730 h 3047670"/>
              <a:gd name="connsiteX884" fmla="*/ 633224 w 3044273"/>
              <a:gd name="connsiteY884" fmla="*/ 2291468 h 3047670"/>
              <a:gd name="connsiteX885" fmla="*/ 643649 w 3044273"/>
              <a:gd name="connsiteY885" fmla="*/ 2301894 h 3047670"/>
              <a:gd name="connsiteX886" fmla="*/ 633224 w 3044273"/>
              <a:gd name="connsiteY886" fmla="*/ 2312321 h 3047670"/>
              <a:gd name="connsiteX887" fmla="*/ 622798 w 3044273"/>
              <a:gd name="connsiteY887" fmla="*/ 2301894 h 3047670"/>
              <a:gd name="connsiteX888" fmla="*/ 633224 w 3044273"/>
              <a:gd name="connsiteY888" fmla="*/ 2291468 h 3047670"/>
              <a:gd name="connsiteX889" fmla="*/ 899401 w 3044273"/>
              <a:gd name="connsiteY889" fmla="*/ 2289962 h 3047670"/>
              <a:gd name="connsiteX890" fmla="*/ 915229 w 3044273"/>
              <a:gd name="connsiteY890" fmla="*/ 2305663 h 3047670"/>
              <a:gd name="connsiteX891" fmla="*/ 899528 w 3044273"/>
              <a:gd name="connsiteY891" fmla="*/ 2321366 h 3047670"/>
              <a:gd name="connsiteX892" fmla="*/ 883700 w 3044273"/>
              <a:gd name="connsiteY892" fmla="*/ 2305663 h 3047670"/>
              <a:gd name="connsiteX893" fmla="*/ 899401 w 3044273"/>
              <a:gd name="connsiteY893" fmla="*/ 2289962 h 3047670"/>
              <a:gd name="connsiteX894" fmla="*/ 507861 w 3044273"/>
              <a:gd name="connsiteY894" fmla="*/ 2285941 h 3047670"/>
              <a:gd name="connsiteX895" fmla="*/ 515020 w 3044273"/>
              <a:gd name="connsiteY895" fmla="*/ 2292976 h 3047670"/>
              <a:gd name="connsiteX896" fmla="*/ 507986 w 3044273"/>
              <a:gd name="connsiteY896" fmla="*/ 2300135 h 3047670"/>
              <a:gd name="connsiteX897" fmla="*/ 500952 w 3044273"/>
              <a:gd name="connsiteY897" fmla="*/ 2293101 h 3047670"/>
              <a:gd name="connsiteX898" fmla="*/ 507861 w 3044273"/>
              <a:gd name="connsiteY898" fmla="*/ 2285941 h 3047670"/>
              <a:gd name="connsiteX899" fmla="*/ 1273481 w 3044273"/>
              <a:gd name="connsiteY899" fmla="*/ 2284308 h 3047670"/>
              <a:gd name="connsiteX900" fmla="*/ 1295464 w 3044273"/>
              <a:gd name="connsiteY900" fmla="*/ 2306164 h 3047670"/>
              <a:gd name="connsiteX901" fmla="*/ 1273608 w 3044273"/>
              <a:gd name="connsiteY901" fmla="*/ 2328147 h 3047670"/>
              <a:gd name="connsiteX902" fmla="*/ 1251625 w 3044273"/>
              <a:gd name="connsiteY902" fmla="*/ 2306291 h 3047670"/>
              <a:gd name="connsiteX903" fmla="*/ 1273481 w 3044273"/>
              <a:gd name="connsiteY903" fmla="*/ 2284308 h 3047670"/>
              <a:gd name="connsiteX904" fmla="*/ 2285813 w 3044273"/>
              <a:gd name="connsiteY904" fmla="*/ 2282675 h 3047670"/>
              <a:gd name="connsiteX905" fmla="*/ 2304277 w 3044273"/>
              <a:gd name="connsiteY905" fmla="*/ 2301014 h 3047670"/>
              <a:gd name="connsiteX906" fmla="*/ 2285938 w 3044273"/>
              <a:gd name="connsiteY906" fmla="*/ 2319480 h 3047670"/>
              <a:gd name="connsiteX907" fmla="*/ 2267472 w 3044273"/>
              <a:gd name="connsiteY907" fmla="*/ 2301141 h 3047670"/>
              <a:gd name="connsiteX908" fmla="*/ 2285813 w 3044273"/>
              <a:gd name="connsiteY908" fmla="*/ 2282675 h 3047670"/>
              <a:gd name="connsiteX909" fmla="*/ 1775690 w 3044273"/>
              <a:gd name="connsiteY909" fmla="*/ 2281796 h 3047670"/>
              <a:gd name="connsiteX910" fmla="*/ 1798300 w 3044273"/>
              <a:gd name="connsiteY910" fmla="*/ 2304282 h 3047670"/>
              <a:gd name="connsiteX911" fmla="*/ 1775815 w 3044273"/>
              <a:gd name="connsiteY911" fmla="*/ 2326893 h 3047670"/>
              <a:gd name="connsiteX912" fmla="*/ 1753079 w 3044273"/>
              <a:gd name="connsiteY912" fmla="*/ 2304407 h 3047670"/>
              <a:gd name="connsiteX913" fmla="*/ 1775690 w 3044273"/>
              <a:gd name="connsiteY913" fmla="*/ 2281796 h 3047670"/>
              <a:gd name="connsiteX914" fmla="*/ 2415951 w 3044273"/>
              <a:gd name="connsiteY914" fmla="*/ 2280413 h 3047670"/>
              <a:gd name="connsiteX915" fmla="*/ 2431025 w 3044273"/>
              <a:gd name="connsiteY915" fmla="*/ 2295362 h 3047670"/>
              <a:gd name="connsiteX916" fmla="*/ 2416076 w 3044273"/>
              <a:gd name="connsiteY916" fmla="*/ 2310436 h 3047670"/>
              <a:gd name="connsiteX917" fmla="*/ 2400877 w 3044273"/>
              <a:gd name="connsiteY917" fmla="*/ 2295488 h 3047670"/>
              <a:gd name="connsiteX918" fmla="*/ 2415951 w 3044273"/>
              <a:gd name="connsiteY918" fmla="*/ 2280413 h 3047670"/>
              <a:gd name="connsiteX919" fmla="*/ 2149647 w 3044273"/>
              <a:gd name="connsiteY919" fmla="*/ 2278279 h 3047670"/>
              <a:gd name="connsiteX920" fmla="*/ 2172510 w 3044273"/>
              <a:gd name="connsiteY920" fmla="*/ 2301015 h 3047670"/>
              <a:gd name="connsiteX921" fmla="*/ 2149772 w 3044273"/>
              <a:gd name="connsiteY921" fmla="*/ 2323878 h 3047670"/>
              <a:gd name="connsiteX922" fmla="*/ 2126911 w 3044273"/>
              <a:gd name="connsiteY922" fmla="*/ 2301142 h 3047670"/>
              <a:gd name="connsiteX923" fmla="*/ 2149647 w 3044273"/>
              <a:gd name="connsiteY923" fmla="*/ 2278279 h 3047670"/>
              <a:gd name="connsiteX924" fmla="*/ 2541061 w 3044273"/>
              <a:gd name="connsiteY924" fmla="*/ 2276519 h 3047670"/>
              <a:gd name="connsiteX925" fmla="*/ 2550358 w 3044273"/>
              <a:gd name="connsiteY925" fmla="*/ 2285815 h 3047670"/>
              <a:gd name="connsiteX926" fmla="*/ 2541061 w 3044273"/>
              <a:gd name="connsiteY926" fmla="*/ 2295110 h 3047670"/>
              <a:gd name="connsiteX927" fmla="*/ 2531766 w 3044273"/>
              <a:gd name="connsiteY927" fmla="*/ 2285815 h 3047670"/>
              <a:gd name="connsiteX928" fmla="*/ 2541061 w 3044273"/>
              <a:gd name="connsiteY928" fmla="*/ 2276519 h 3047670"/>
              <a:gd name="connsiteX929" fmla="*/ 1042603 w 3044273"/>
              <a:gd name="connsiteY929" fmla="*/ 2275515 h 3047670"/>
              <a:gd name="connsiteX930" fmla="*/ 1063329 w 3044273"/>
              <a:gd name="connsiteY930" fmla="*/ 2295991 h 3047670"/>
              <a:gd name="connsiteX931" fmla="*/ 1042854 w 3044273"/>
              <a:gd name="connsiteY931" fmla="*/ 2316592 h 3047670"/>
              <a:gd name="connsiteX932" fmla="*/ 1022253 w 3044273"/>
              <a:gd name="connsiteY932" fmla="*/ 2296117 h 3047670"/>
              <a:gd name="connsiteX933" fmla="*/ 1042603 w 3044273"/>
              <a:gd name="connsiteY933" fmla="*/ 2275515 h 3047670"/>
              <a:gd name="connsiteX934" fmla="*/ 387019 w 3044273"/>
              <a:gd name="connsiteY934" fmla="*/ 2274887 h 3047670"/>
              <a:gd name="connsiteX935" fmla="*/ 393677 w 3044273"/>
              <a:gd name="connsiteY935" fmla="*/ 2281545 h 3047670"/>
              <a:gd name="connsiteX936" fmla="*/ 387019 w 3044273"/>
              <a:gd name="connsiteY936" fmla="*/ 2288202 h 3047670"/>
              <a:gd name="connsiteX937" fmla="*/ 380362 w 3044273"/>
              <a:gd name="connsiteY937" fmla="*/ 2281545 h 3047670"/>
              <a:gd name="connsiteX938" fmla="*/ 387019 w 3044273"/>
              <a:gd name="connsiteY938" fmla="*/ 2274887 h 3047670"/>
              <a:gd name="connsiteX939" fmla="*/ 2006196 w 3044273"/>
              <a:gd name="connsiteY939" fmla="*/ 2268480 h 3047670"/>
              <a:gd name="connsiteX940" fmla="*/ 2030439 w 3044273"/>
              <a:gd name="connsiteY940" fmla="*/ 2292473 h 3047670"/>
              <a:gd name="connsiteX941" fmla="*/ 2006447 w 3044273"/>
              <a:gd name="connsiteY941" fmla="*/ 2316716 h 3047670"/>
              <a:gd name="connsiteX942" fmla="*/ 1982204 w 3044273"/>
              <a:gd name="connsiteY942" fmla="*/ 2292724 h 3047670"/>
              <a:gd name="connsiteX943" fmla="*/ 2006196 w 3044273"/>
              <a:gd name="connsiteY943" fmla="*/ 2268480 h 3047670"/>
              <a:gd name="connsiteX944" fmla="*/ 2661904 w 3044273"/>
              <a:gd name="connsiteY944" fmla="*/ 2263455 h 3047670"/>
              <a:gd name="connsiteX945" fmla="*/ 2671702 w 3044273"/>
              <a:gd name="connsiteY945" fmla="*/ 2273126 h 3047670"/>
              <a:gd name="connsiteX946" fmla="*/ 2662029 w 3044273"/>
              <a:gd name="connsiteY946" fmla="*/ 2282924 h 3047670"/>
              <a:gd name="connsiteX947" fmla="*/ 2652232 w 3044273"/>
              <a:gd name="connsiteY947" fmla="*/ 2273252 h 3047670"/>
              <a:gd name="connsiteX948" fmla="*/ 2661904 w 3044273"/>
              <a:gd name="connsiteY948" fmla="*/ 2263455 h 3047670"/>
              <a:gd name="connsiteX949" fmla="*/ 269444 w 3044273"/>
              <a:gd name="connsiteY949" fmla="*/ 2263330 h 3047670"/>
              <a:gd name="connsiteX950" fmla="*/ 273841 w 3044273"/>
              <a:gd name="connsiteY950" fmla="*/ 2267727 h 3047670"/>
              <a:gd name="connsiteX951" fmla="*/ 269444 w 3044273"/>
              <a:gd name="connsiteY951" fmla="*/ 2272123 h 3047670"/>
              <a:gd name="connsiteX952" fmla="*/ 264922 w 3044273"/>
              <a:gd name="connsiteY952" fmla="*/ 2267727 h 3047670"/>
              <a:gd name="connsiteX953" fmla="*/ 269444 w 3044273"/>
              <a:gd name="connsiteY953" fmla="*/ 2263330 h 3047670"/>
              <a:gd name="connsiteX954" fmla="*/ 1854201 w 3044273"/>
              <a:gd name="connsiteY954" fmla="*/ 2254160 h 3047670"/>
              <a:gd name="connsiteX955" fmla="*/ 1871537 w 3044273"/>
              <a:gd name="connsiteY955" fmla="*/ 2271368 h 3047670"/>
              <a:gd name="connsiteX956" fmla="*/ 1854326 w 3044273"/>
              <a:gd name="connsiteY956" fmla="*/ 2288703 h 3047670"/>
              <a:gd name="connsiteX957" fmla="*/ 1836992 w 3044273"/>
              <a:gd name="connsiteY957" fmla="*/ 2271495 h 3047670"/>
              <a:gd name="connsiteX958" fmla="*/ 1854201 w 3044273"/>
              <a:gd name="connsiteY958" fmla="*/ 2254160 h 3047670"/>
              <a:gd name="connsiteX959" fmla="*/ 1194598 w 3044273"/>
              <a:gd name="connsiteY959" fmla="*/ 2253659 h 3047670"/>
              <a:gd name="connsiteX960" fmla="*/ 1214821 w 3044273"/>
              <a:gd name="connsiteY960" fmla="*/ 2273757 h 3047670"/>
              <a:gd name="connsiteX961" fmla="*/ 1194723 w 3044273"/>
              <a:gd name="connsiteY961" fmla="*/ 2293981 h 3047670"/>
              <a:gd name="connsiteX962" fmla="*/ 1174499 w 3044273"/>
              <a:gd name="connsiteY962" fmla="*/ 2273883 h 3047670"/>
              <a:gd name="connsiteX963" fmla="*/ 1194598 w 3044273"/>
              <a:gd name="connsiteY963" fmla="*/ 2253659 h 3047670"/>
              <a:gd name="connsiteX964" fmla="*/ 2779480 w 3044273"/>
              <a:gd name="connsiteY964" fmla="*/ 2253531 h 3047670"/>
              <a:gd name="connsiteX965" fmla="*/ 2784630 w 3044273"/>
              <a:gd name="connsiteY965" fmla="*/ 2258555 h 3047670"/>
              <a:gd name="connsiteX966" fmla="*/ 2779605 w 3044273"/>
              <a:gd name="connsiteY966" fmla="*/ 2263705 h 3047670"/>
              <a:gd name="connsiteX967" fmla="*/ 2774455 w 3044273"/>
              <a:gd name="connsiteY967" fmla="*/ 2258681 h 3047670"/>
              <a:gd name="connsiteX968" fmla="*/ 2779480 w 3044273"/>
              <a:gd name="connsiteY968" fmla="*/ 2253531 h 3047670"/>
              <a:gd name="connsiteX969" fmla="*/ 1524463 w 3044273"/>
              <a:gd name="connsiteY969" fmla="*/ 2241850 h 3047670"/>
              <a:gd name="connsiteX970" fmla="*/ 1535518 w 3044273"/>
              <a:gd name="connsiteY970" fmla="*/ 2252904 h 3047670"/>
              <a:gd name="connsiteX971" fmla="*/ 1524463 w 3044273"/>
              <a:gd name="connsiteY971" fmla="*/ 2263958 h 3047670"/>
              <a:gd name="connsiteX972" fmla="*/ 1513409 w 3044273"/>
              <a:gd name="connsiteY972" fmla="*/ 2252904 h 3047670"/>
              <a:gd name="connsiteX973" fmla="*/ 1524463 w 3044273"/>
              <a:gd name="connsiteY973" fmla="*/ 2241850 h 3047670"/>
              <a:gd name="connsiteX974" fmla="*/ 2894164 w 3044273"/>
              <a:gd name="connsiteY974" fmla="*/ 2240469 h 3047670"/>
              <a:gd name="connsiteX975" fmla="*/ 2896174 w 3044273"/>
              <a:gd name="connsiteY975" fmla="*/ 2242479 h 3047670"/>
              <a:gd name="connsiteX976" fmla="*/ 2894164 w 3044273"/>
              <a:gd name="connsiteY976" fmla="*/ 2244489 h 3047670"/>
              <a:gd name="connsiteX977" fmla="*/ 2892154 w 3044273"/>
              <a:gd name="connsiteY977" fmla="*/ 2242479 h 3047670"/>
              <a:gd name="connsiteX978" fmla="*/ 2894164 w 3044273"/>
              <a:gd name="connsiteY978" fmla="*/ 2240469 h 3047670"/>
              <a:gd name="connsiteX979" fmla="*/ 1439295 w 3044273"/>
              <a:gd name="connsiteY979" fmla="*/ 2235947 h 3047670"/>
              <a:gd name="connsiteX980" fmla="*/ 1451104 w 3044273"/>
              <a:gd name="connsiteY980" fmla="*/ 2247629 h 3047670"/>
              <a:gd name="connsiteX981" fmla="*/ 1439420 w 3044273"/>
              <a:gd name="connsiteY981" fmla="*/ 2259438 h 3047670"/>
              <a:gd name="connsiteX982" fmla="*/ 1427613 w 3044273"/>
              <a:gd name="connsiteY982" fmla="*/ 2247756 h 3047670"/>
              <a:gd name="connsiteX983" fmla="*/ 1439295 w 3044273"/>
              <a:gd name="connsiteY983" fmla="*/ 2235947 h 3047670"/>
              <a:gd name="connsiteX984" fmla="*/ 1609379 w 3044273"/>
              <a:gd name="connsiteY984" fmla="*/ 2235067 h 3047670"/>
              <a:gd name="connsiteX985" fmla="*/ 1621313 w 3044273"/>
              <a:gd name="connsiteY985" fmla="*/ 2247001 h 3047670"/>
              <a:gd name="connsiteX986" fmla="*/ 1609379 w 3044273"/>
              <a:gd name="connsiteY986" fmla="*/ 2259059 h 3047670"/>
              <a:gd name="connsiteX987" fmla="*/ 1597445 w 3044273"/>
              <a:gd name="connsiteY987" fmla="*/ 2247126 h 3047670"/>
              <a:gd name="connsiteX988" fmla="*/ 1609379 w 3044273"/>
              <a:gd name="connsiteY988" fmla="*/ 2235067 h 3047670"/>
              <a:gd name="connsiteX989" fmla="*/ 707085 w 3044273"/>
              <a:gd name="connsiteY989" fmla="*/ 2229413 h 3047670"/>
              <a:gd name="connsiteX990" fmla="*/ 720149 w 3044273"/>
              <a:gd name="connsiteY990" fmla="*/ 2242479 h 3047670"/>
              <a:gd name="connsiteX991" fmla="*/ 707211 w 3044273"/>
              <a:gd name="connsiteY991" fmla="*/ 2255542 h 3047670"/>
              <a:gd name="connsiteX992" fmla="*/ 694147 w 3044273"/>
              <a:gd name="connsiteY992" fmla="*/ 2242479 h 3047670"/>
              <a:gd name="connsiteX993" fmla="*/ 707085 w 3044273"/>
              <a:gd name="connsiteY993" fmla="*/ 2229413 h 3047670"/>
              <a:gd name="connsiteX994" fmla="*/ 837598 w 3044273"/>
              <a:gd name="connsiteY994" fmla="*/ 2229162 h 3047670"/>
              <a:gd name="connsiteX995" fmla="*/ 855309 w 3044273"/>
              <a:gd name="connsiteY995" fmla="*/ 2246748 h 3047670"/>
              <a:gd name="connsiteX996" fmla="*/ 837725 w 3044273"/>
              <a:gd name="connsiteY996" fmla="*/ 2264586 h 3047670"/>
              <a:gd name="connsiteX997" fmla="*/ 819887 w 3044273"/>
              <a:gd name="connsiteY997" fmla="*/ 2247000 h 3047670"/>
              <a:gd name="connsiteX998" fmla="*/ 837598 w 3044273"/>
              <a:gd name="connsiteY998" fmla="*/ 2229162 h 3047670"/>
              <a:gd name="connsiteX999" fmla="*/ 974645 w 3044273"/>
              <a:gd name="connsiteY999" fmla="*/ 2224641 h 3047670"/>
              <a:gd name="connsiteX1000" fmla="*/ 994869 w 3044273"/>
              <a:gd name="connsiteY1000" fmla="*/ 2244739 h 3047670"/>
              <a:gd name="connsiteX1001" fmla="*/ 974770 w 3044273"/>
              <a:gd name="connsiteY1001" fmla="*/ 2264963 h 3047670"/>
              <a:gd name="connsiteX1002" fmla="*/ 954547 w 3044273"/>
              <a:gd name="connsiteY1002" fmla="*/ 2244865 h 3047670"/>
              <a:gd name="connsiteX1003" fmla="*/ 974645 w 3044273"/>
              <a:gd name="connsiteY1003" fmla="*/ 2224641 h 3047670"/>
              <a:gd name="connsiteX1004" fmla="*/ 582224 w 3044273"/>
              <a:gd name="connsiteY1004" fmla="*/ 2222883 h 3047670"/>
              <a:gd name="connsiteX1005" fmla="*/ 592902 w 3044273"/>
              <a:gd name="connsiteY1005" fmla="*/ 2233434 h 3047670"/>
              <a:gd name="connsiteX1006" fmla="*/ 582349 w 3044273"/>
              <a:gd name="connsiteY1006" fmla="*/ 2244111 h 3047670"/>
              <a:gd name="connsiteX1007" fmla="*/ 571672 w 3044273"/>
              <a:gd name="connsiteY1007" fmla="*/ 2233560 h 3047670"/>
              <a:gd name="connsiteX1008" fmla="*/ 582224 w 3044273"/>
              <a:gd name="connsiteY1008" fmla="*/ 2222883 h 3047670"/>
              <a:gd name="connsiteX1009" fmla="*/ 2211073 w 3044273"/>
              <a:gd name="connsiteY1009" fmla="*/ 2217983 h 3047670"/>
              <a:gd name="connsiteX1010" fmla="*/ 2235064 w 3044273"/>
              <a:gd name="connsiteY1010" fmla="*/ 2241849 h 3047670"/>
              <a:gd name="connsiteX1011" fmla="*/ 2211198 w 3044273"/>
              <a:gd name="connsiteY1011" fmla="*/ 2265842 h 3047670"/>
              <a:gd name="connsiteX1012" fmla="*/ 2187205 w 3044273"/>
              <a:gd name="connsiteY1012" fmla="*/ 2241976 h 3047670"/>
              <a:gd name="connsiteX1013" fmla="*/ 2211073 w 3044273"/>
              <a:gd name="connsiteY1013" fmla="*/ 2217983 h 3047670"/>
              <a:gd name="connsiteX1014" fmla="*/ 1355636 w 3044273"/>
              <a:gd name="connsiteY1014" fmla="*/ 2217731 h 3047670"/>
              <a:gd name="connsiteX1015" fmla="*/ 1369579 w 3044273"/>
              <a:gd name="connsiteY1015" fmla="*/ 2231675 h 3047670"/>
              <a:gd name="connsiteX1016" fmla="*/ 1355761 w 3044273"/>
              <a:gd name="connsiteY1016" fmla="*/ 2245618 h 3047670"/>
              <a:gd name="connsiteX1017" fmla="*/ 1341692 w 3044273"/>
              <a:gd name="connsiteY1017" fmla="*/ 2231800 h 3047670"/>
              <a:gd name="connsiteX1018" fmla="*/ 1355636 w 3044273"/>
              <a:gd name="connsiteY1018" fmla="*/ 2217731 h 3047670"/>
              <a:gd name="connsiteX1019" fmla="*/ 1693038 w 3044273"/>
              <a:gd name="connsiteY1019" fmla="*/ 2215847 h 3047670"/>
              <a:gd name="connsiteX1020" fmla="*/ 1707734 w 3044273"/>
              <a:gd name="connsiteY1020" fmla="*/ 2230418 h 3047670"/>
              <a:gd name="connsiteX1021" fmla="*/ 1693163 w 3044273"/>
              <a:gd name="connsiteY1021" fmla="*/ 2245115 h 3047670"/>
              <a:gd name="connsiteX1022" fmla="*/ 1678466 w 3044273"/>
              <a:gd name="connsiteY1022" fmla="*/ 2230544 h 3047670"/>
              <a:gd name="connsiteX1023" fmla="*/ 1693038 w 3044273"/>
              <a:gd name="connsiteY1023" fmla="*/ 2215847 h 3047670"/>
              <a:gd name="connsiteX1024" fmla="*/ 2073901 w 3044273"/>
              <a:gd name="connsiteY1024" fmla="*/ 2215596 h 3047670"/>
              <a:gd name="connsiteX1025" fmla="*/ 2099275 w 3044273"/>
              <a:gd name="connsiteY1025" fmla="*/ 2240719 h 3047670"/>
              <a:gd name="connsiteX1026" fmla="*/ 2074152 w 3044273"/>
              <a:gd name="connsiteY1026" fmla="*/ 2266093 h 3047670"/>
              <a:gd name="connsiteX1027" fmla="*/ 2048904 w 3044273"/>
              <a:gd name="connsiteY1027" fmla="*/ 2240970 h 3047670"/>
              <a:gd name="connsiteX1028" fmla="*/ 2073901 w 3044273"/>
              <a:gd name="connsiteY1028" fmla="*/ 2215596 h 3047670"/>
              <a:gd name="connsiteX1029" fmla="*/ 2341462 w 3044273"/>
              <a:gd name="connsiteY1029" fmla="*/ 2215471 h 3047670"/>
              <a:gd name="connsiteX1030" fmla="*/ 2362566 w 3044273"/>
              <a:gd name="connsiteY1030" fmla="*/ 2236449 h 3047670"/>
              <a:gd name="connsiteX1031" fmla="*/ 2341588 w 3044273"/>
              <a:gd name="connsiteY1031" fmla="*/ 2257551 h 3047670"/>
              <a:gd name="connsiteX1032" fmla="*/ 2320484 w 3044273"/>
              <a:gd name="connsiteY1032" fmla="*/ 2236574 h 3047670"/>
              <a:gd name="connsiteX1033" fmla="*/ 2341462 w 3044273"/>
              <a:gd name="connsiteY1033" fmla="*/ 2215471 h 3047670"/>
              <a:gd name="connsiteX1034" fmla="*/ 461633 w 3044273"/>
              <a:gd name="connsiteY1034" fmla="*/ 2212832 h 3047670"/>
              <a:gd name="connsiteX1035" fmla="*/ 470300 w 3044273"/>
              <a:gd name="connsiteY1035" fmla="*/ 2221499 h 3047670"/>
              <a:gd name="connsiteX1036" fmla="*/ 461759 w 3044273"/>
              <a:gd name="connsiteY1036" fmla="*/ 2230166 h 3047670"/>
              <a:gd name="connsiteX1037" fmla="*/ 453092 w 3044273"/>
              <a:gd name="connsiteY1037" fmla="*/ 2221499 h 3047670"/>
              <a:gd name="connsiteX1038" fmla="*/ 461633 w 3044273"/>
              <a:gd name="connsiteY1038" fmla="*/ 2212832 h 3047670"/>
              <a:gd name="connsiteX1039" fmla="*/ 1119855 w 3044273"/>
              <a:gd name="connsiteY1039" fmla="*/ 2212707 h 3047670"/>
              <a:gd name="connsiteX1040" fmla="*/ 1140079 w 3044273"/>
              <a:gd name="connsiteY1040" fmla="*/ 2232805 h 3047670"/>
              <a:gd name="connsiteX1041" fmla="*/ 1119980 w 3044273"/>
              <a:gd name="connsiteY1041" fmla="*/ 2253029 h 3047670"/>
              <a:gd name="connsiteX1042" fmla="*/ 1099757 w 3044273"/>
              <a:gd name="connsiteY1042" fmla="*/ 2232931 h 3047670"/>
              <a:gd name="connsiteX1043" fmla="*/ 1119855 w 3044273"/>
              <a:gd name="connsiteY1043" fmla="*/ 2212707 h 3047670"/>
              <a:gd name="connsiteX1044" fmla="*/ 2466323 w 3044273"/>
              <a:gd name="connsiteY1044" fmla="*/ 2211701 h 3047670"/>
              <a:gd name="connsiteX1045" fmla="*/ 2481397 w 3044273"/>
              <a:gd name="connsiteY1045" fmla="*/ 2226650 h 3047670"/>
              <a:gd name="connsiteX1046" fmla="*/ 2466448 w 3044273"/>
              <a:gd name="connsiteY1046" fmla="*/ 2241849 h 3047670"/>
              <a:gd name="connsiteX1047" fmla="*/ 2451374 w 3044273"/>
              <a:gd name="connsiteY1047" fmla="*/ 2226775 h 3047670"/>
              <a:gd name="connsiteX1048" fmla="*/ 2466323 w 3044273"/>
              <a:gd name="connsiteY1048" fmla="*/ 2211701 h 3047670"/>
              <a:gd name="connsiteX1049" fmla="*/ 1928565 w 3044273"/>
              <a:gd name="connsiteY1049" fmla="*/ 2208687 h 3047670"/>
              <a:gd name="connsiteX1050" fmla="*/ 1949919 w 3044273"/>
              <a:gd name="connsiteY1050" fmla="*/ 2229915 h 3047670"/>
              <a:gd name="connsiteX1051" fmla="*/ 1928816 w 3044273"/>
              <a:gd name="connsiteY1051" fmla="*/ 2251270 h 3047670"/>
              <a:gd name="connsiteX1052" fmla="*/ 1907462 w 3044273"/>
              <a:gd name="connsiteY1052" fmla="*/ 2230041 h 3047670"/>
              <a:gd name="connsiteX1053" fmla="*/ 1928565 w 3044273"/>
              <a:gd name="connsiteY1053" fmla="*/ 2208687 h 3047670"/>
              <a:gd name="connsiteX1054" fmla="*/ 344812 w 3044273"/>
              <a:gd name="connsiteY1054" fmla="*/ 2202910 h 3047670"/>
              <a:gd name="connsiteX1055" fmla="*/ 349208 w 3044273"/>
              <a:gd name="connsiteY1055" fmla="*/ 2207307 h 3047670"/>
              <a:gd name="connsiteX1056" fmla="*/ 344812 w 3044273"/>
              <a:gd name="connsiteY1056" fmla="*/ 2211703 h 3047670"/>
              <a:gd name="connsiteX1057" fmla="*/ 340416 w 3044273"/>
              <a:gd name="connsiteY1057" fmla="*/ 2207307 h 3047670"/>
              <a:gd name="connsiteX1058" fmla="*/ 344812 w 3044273"/>
              <a:gd name="connsiteY1058" fmla="*/ 2202910 h 3047670"/>
              <a:gd name="connsiteX1059" fmla="*/ 2586788 w 3044273"/>
              <a:gd name="connsiteY1059" fmla="*/ 2201150 h 3047670"/>
              <a:gd name="connsiteX1060" fmla="*/ 2599474 w 3044273"/>
              <a:gd name="connsiteY1060" fmla="*/ 2213711 h 3047670"/>
              <a:gd name="connsiteX1061" fmla="*/ 2586913 w 3044273"/>
              <a:gd name="connsiteY1061" fmla="*/ 2226398 h 3047670"/>
              <a:gd name="connsiteX1062" fmla="*/ 2574226 w 3044273"/>
              <a:gd name="connsiteY1062" fmla="*/ 2213837 h 3047670"/>
              <a:gd name="connsiteX1063" fmla="*/ 2586788 w 3044273"/>
              <a:gd name="connsiteY1063" fmla="*/ 2201150 h 3047670"/>
              <a:gd name="connsiteX1064" fmla="*/ 231007 w 3044273"/>
              <a:gd name="connsiteY1064" fmla="*/ 2190348 h 3047670"/>
              <a:gd name="connsiteX1065" fmla="*/ 232388 w 3044273"/>
              <a:gd name="connsiteY1065" fmla="*/ 2191605 h 3047670"/>
              <a:gd name="connsiteX1066" fmla="*/ 231007 w 3044273"/>
              <a:gd name="connsiteY1066" fmla="*/ 2192985 h 3047670"/>
              <a:gd name="connsiteX1067" fmla="*/ 229625 w 3044273"/>
              <a:gd name="connsiteY1067" fmla="*/ 2191605 h 3047670"/>
              <a:gd name="connsiteX1068" fmla="*/ 231007 w 3044273"/>
              <a:gd name="connsiteY1068" fmla="*/ 2190348 h 3047670"/>
              <a:gd name="connsiteX1069" fmla="*/ 2703483 w 3044273"/>
              <a:gd name="connsiteY1069" fmla="*/ 2188965 h 3047670"/>
              <a:gd name="connsiteX1070" fmla="*/ 2713281 w 3044273"/>
              <a:gd name="connsiteY1070" fmla="*/ 2198636 h 3047670"/>
              <a:gd name="connsiteX1071" fmla="*/ 2703608 w 3044273"/>
              <a:gd name="connsiteY1071" fmla="*/ 2208434 h 3047670"/>
              <a:gd name="connsiteX1072" fmla="*/ 2693811 w 3044273"/>
              <a:gd name="connsiteY1072" fmla="*/ 2198762 h 3047670"/>
              <a:gd name="connsiteX1073" fmla="*/ 2703483 w 3044273"/>
              <a:gd name="connsiteY1073" fmla="*/ 2188965 h 3047670"/>
              <a:gd name="connsiteX1074" fmla="*/ 1274613 w 3044273"/>
              <a:gd name="connsiteY1074" fmla="*/ 2187962 h 3047670"/>
              <a:gd name="connsiteX1075" fmla="*/ 1291949 w 3044273"/>
              <a:gd name="connsiteY1075" fmla="*/ 2205170 h 3047670"/>
              <a:gd name="connsiteX1076" fmla="*/ 1274740 w 3044273"/>
              <a:gd name="connsiteY1076" fmla="*/ 2222505 h 3047670"/>
              <a:gd name="connsiteX1077" fmla="*/ 1257405 w 3044273"/>
              <a:gd name="connsiteY1077" fmla="*/ 2205297 h 3047670"/>
              <a:gd name="connsiteX1078" fmla="*/ 1274613 w 3044273"/>
              <a:gd name="connsiteY1078" fmla="*/ 2187962 h 3047670"/>
              <a:gd name="connsiteX1079" fmla="*/ 1773806 w 3044273"/>
              <a:gd name="connsiteY1079" fmla="*/ 2186078 h 3047670"/>
              <a:gd name="connsiteX1080" fmla="*/ 1791142 w 3044273"/>
              <a:gd name="connsiteY1080" fmla="*/ 2203286 h 3047670"/>
              <a:gd name="connsiteX1081" fmla="*/ 1773933 w 3044273"/>
              <a:gd name="connsiteY1081" fmla="*/ 2220621 h 3047670"/>
              <a:gd name="connsiteX1082" fmla="*/ 1756597 w 3044273"/>
              <a:gd name="connsiteY1082" fmla="*/ 2203413 h 3047670"/>
              <a:gd name="connsiteX1083" fmla="*/ 1773806 w 3044273"/>
              <a:gd name="connsiteY1083" fmla="*/ 2186078 h 3047670"/>
              <a:gd name="connsiteX1084" fmla="*/ 2817415 w 3044273"/>
              <a:gd name="connsiteY1084" fmla="*/ 2178414 h 3047670"/>
              <a:gd name="connsiteX1085" fmla="*/ 2821185 w 3044273"/>
              <a:gd name="connsiteY1085" fmla="*/ 2182183 h 3047670"/>
              <a:gd name="connsiteX1086" fmla="*/ 2817415 w 3044273"/>
              <a:gd name="connsiteY1086" fmla="*/ 2185951 h 3047670"/>
              <a:gd name="connsiteX1087" fmla="*/ 2813646 w 3044273"/>
              <a:gd name="connsiteY1087" fmla="*/ 2182183 h 3047670"/>
              <a:gd name="connsiteX1088" fmla="*/ 2817415 w 3044273"/>
              <a:gd name="connsiteY1088" fmla="*/ 2178414 h 3047670"/>
              <a:gd name="connsiteX1089" fmla="*/ 911963 w 3044273"/>
              <a:gd name="connsiteY1089" fmla="*/ 2168365 h 3047670"/>
              <a:gd name="connsiteX1090" fmla="*/ 930806 w 3044273"/>
              <a:gd name="connsiteY1090" fmla="*/ 2187082 h 3047670"/>
              <a:gd name="connsiteX1091" fmla="*/ 912090 w 3044273"/>
              <a:gd name="connsiteY1091" fmla="*/ 2205925 h 3047670"/>
              <a:gd name="connsiteX1092" fmla="*/ 893247 w 3044273"/>
              <a:gd name="connsiteY1092" fmla="*/ 2187208 h 3047670"/>
              <a:gd name="connsiteX1093" fmla="*/ 911963 w 3044273"/>
              <a:gd name="connsiteY1093" fmla="*/ 2168365 h 3047670"/>
              <a:gd name="connsiteX1094" fmla="*/ 1050140 w 3044273"/>
              <a:gd name="connsiteY1094" fmla="*/ 2166732 h 3047670"/>
              <a:gd name="connsiteX1095" fmla="*/ 1067224 w 3044273"/>
              <a:gd name="connsiteY1095" fmla="*/ 2183691 h 3047670"/>
              <a:gd name="connsiteX1096" fmla="*/ 1050266 w 3044273"/>
              <a:gd name="connsiteY1096" fmla="*/ 2200774 h 3047670"/>
              <a:gd name="connsiteX1097" fmla="*/ 1033182 w 3044273"/>
              <a:gd name="connsiteY1097" fmla="*/ 2183816 h 3047670"/>
              <a:gd name="connsiteX1098" fmla="*/ 1050140 w 3044273"/>
              <a:gd name="connsiteY1098" fmla="*/ 2166732 h 3047670"/>
              <a:gd name="connsiteX1099" fmla="*/ 781324 w 3044273"/>
              <a:gd name="connsiteY1099" fmla="*/ 2165476 h 3047670"/>
              <a:gd name="connsiteX1100" fmla="*/ 798910 w 3044273"/>
              <a:gd name="connsiteY1100" fmla="*/ 2182812 h 3047670"/>
              <a:gd name="connsiteX1101" fmla="*/ 781450 w 3044273"/>
              <a:gd name="connsiteY1101" fmla="*/ 2200398 h 3047670"/>
              <a:gd name="connsiteX1102" fmla="*/ 763864 w 3044273"/>
              <a:gd name="connsiteY1102" fmla="*/ 2182937 h 3047670"/>
              <a:gd name="connsiteX1103" fmla="*/ 781324 w 3044273"/>
              <a:gd name="connsiteY1103" fmla="*/ 2165476 h 3047670"/>
              <a:gd name="connsiteX1104" fmla="*/ 2928708 w 3044273"/>
              <a:gd name="connsiteY1104" fmla="*/ 2163341 h 3047670"/>
              <a:gd name="connsiteX1105" fmla="*/ 2929840 w 3044273"/>
              <a:gd name="connsiteY1105" fmla="*/ 2164471 h 3047670"/>
              <a:gd name="connsiteX1106" fmla="*/ 2928708 w 3044273"/>
              <a:gd name="connsiteY1106" fmla="*/ 2165601 h 3047670"/>
              <a:gd name="connsiteX1107" fmla="*/ 2927578 w 3044273"/>
              <a:gd name="connsiteY1107" fmla="*/ 2164471 h 3047670"/>
              <a:gd name="connsiteX1108" fmla="*/ 2928708 w 3044273"/>
              <a:gd name="connsiteY1108" fmla="*/ 2163341 h 3047670"/>
              <a:gd name="connsiteX1109" fmla="*/ 1998030 w 3044273"/>
              <a:gd name="connsiteY1109" fmla="*/ 2161331 h 3047670"/>
              <a:gd name="connsiteX1110" fmla="*/ 2017124 w 3044273"/>
              <a:gd name="connsiteY1110" fmla="*/ 2180299 h 3047670"/>
              <a:gd name="connsiteX1111" fmla="*/ 1998156 w 3044273"/>
              <a:gd name="connsiteY1111" fmla="*/ 2199392 h 3047670"/>
              <a:gd name="connsiteX1112" fmla="*/ 1979062 w 3044273"/>
              <a:gd name="connsiteY1112" fmla="*/ 2180424 h 3047670"/>
              <a:gd name="connsiteX1113" fmla="*/ 1998030 w 3044273"/>
              <a:gd name="connsiteY1113" fmla="*/ 2161331 h 3047670"/>
              <a:gd name="connsiteX1114" fmla="*/ 1850432 w 3044273"/>
              <a:gd name="connsiteY1114" fmla="*/ 2158567 h 3047670"/>
              <a:gd name="connsiteX1115" fmla="*/ 1857969 w 3044273"/>
              <a:gd name="connsiteY1115" fmla="*/ 2166103 h 3047670"/>
              <a:gd name="connsiteX1116" fmla="*/ 1850432 w 3044273"/>
              <a:gd name="connsiteY1116" fmla="*/ 2173639 h 3047670"/>
              <a:gd name="connsiteX1117" fmla="*/ 1842895 w 3044273"/>
              <a:gd name="connsiteY1117" fmla="*/ 2166103 h 3047670"/>
              <a:gd name="connsiteX1118" fmla="*/ 1850432 w 3044273"/>
              <a:gd name="connsiteY1118" fmla="*/ 2158567 h 3047670"/>
              <a:gd name="connsiteX1119" fmla="*/ 656463 w 3044273"/>
              <a:gd name="connsiteY1119" fmla="*/ 2158567 h 3047670"/>
              <a:gd name="connsiteX1120" fmla="*/ 671788 w 3044273"/>
              <a:gd name="connsiteY1120" fmla="*/ 2173766 h 3047670"/>
              <a:gd name="connsiteX1121" fmla="*/ 656589 w 3044273"/>
              <a:gd name="connsiteY1121" fmla="*/ 2189091 h 3047670"/>
              <a:gd name="connsiteX1122" fmla="*/ 641264 w 3044273"/>
              <a:gd name="connsiteY1122" fmla="*/ 2173893 h 3047670"/>
              <a:gd name="connsiteX1123" fmla="*/ 656463 w 3044273"/>
              <a:gd name="connsiteY1123" fmla="*/ 2158567 h 3047670"/>
              <a:gd name="connsiteX1124" fmla="*/ 2136081 w 3044273"/>
              <a:gd name="connsiteY1124" fmla="*/ 2158191 h 3047670"/>
              <a:gd name="connsiteX1125" fmla="*/ 2160576 w 3044273"/>
              <a:gd name="connsiteY1125" fmla="*/ 2182435 h 3047670"/>
              <a:gd name="connsiteX1126" fmla="*/ 2136333 w 3044273"/>
              <a:gd name="connsiteY1126" fmla="*/ 2206930 h 3047670"/>
              <a:gd name="connsiteX1127" fmla="*/ 2111963 w 3044273"/>
              <a:gd name="connsiteY1127" fmla="*/ 2182687 h 3047670"/>
              <a:gd name="connsiteX1128" fmla="*/ 2136081 w 3044273"/>
              <a:gd name="connsiteY1128" fmla="*/ 2158191 h 3047670"/>
              <a:gd name="connsiteX1129" fmla="*/ 1197738 w 3044273"/>
              <a:gd name="connsiteY1129" fmla="*/ 2156683 h 3047670"/>
              <a:gd name="connsiteX1130" fmla="*/ 1209545 w 3044273"/>
              <a:gd name="connsiteY1130" fmla="*/ 2168365 h 3047670"/>
              <a:gd name="connsiteX1131" fmla="*/ 1197863 w 3044273"/>
              <a:gd name="connsiteY1131" fmla="*/ 2180174 h 3047670"/>
              <a:gd name="connsiteX1132" fmla="*/ 1186056 w 3044273"/>
              <a:gd name="connsiteY1132" fmla="*/ 2168492 h 3047670"/>
              <a:gd name="connsiteX1133" fmla="*/ 1197738 w 3044273"/>
              <a:gd name="connsiteY1133" fmla="*/ 2156683 h 3047670"/>
              <a:gd name="connsiteX1134" fmla="*/ 1524086 w 3044273"/>
              <a:gd name="connsiteY1134" fmla="*/ 2155426 h 3047670"/>
              <a:gd name="connsiteX1135" fmla="*/ 1526473 w 3044273"/>
              <a:gd name="connsiteY1135" fmla="*/ 2157813 h 3047670"/>
              <a:gd name="connsiteX1136" fmla="*/ 1524086 w 3044273"/>
              <a:gd name="connsiteY1136" fmla="*/ 2160325 h 3047670"/>
              <a:gd name="connsiteX1137" fmla="*/ 1521699 w 3044273"/>
              <a:gd name="connsiteY1137" fmla="*/ 2157938 h 3047670"/>
              <a:gd name="connsiteX1138" fmla="*/ 1524086 w 3044273"/>
              <a:gd name="connsiteY1138" fmla="*/ 2155426 h 3047670"/>
              <a:gd name="connsiteX1139" fmla="*/ 2266973 w 3044273"/>
              <a:gd name="connsiteY1139" fmla="*/ 2153039 h 3047670"/>
              <a:gd name="connsiteX1140" fmla="*/ 2291592 w 3044273"/>
              <a:gd name="connsiteY1140" fmla="*/ 2177534 h 3047670"/>
              <a:gd name="connsiteX1141" fmla="*/ 2267098 w 3044273"/>
              <a:gd name="connsiteY1141" fmla="*/ 2202154 h 3047670"/>
              <a:gd name="connsiteX1142" fmla="*/ 2242478 w 3044273"/>
              <a:gd name="connsiteY1142" fmla="*/ 2177659 h 3047670"/>
              <a:gd name="connsiteX1143" fmla="*/ 2266973 w 3044273"/>
              <a:gd name="connsiteY1143" fmla="*/ 2153039 h 3047670"/>
              <a:gd name="connsiteX1144" fmla="*/ 536501 w 3044273"/>
              <a:gd name="connsiteY1144" fmla="*/ 2152286 h 3047670"/>
              <a:gd name="connsiteX1145" fmla="*/ 545670 w 3044273"/>
              <a:gd name="connsiteY1145" fmla="*/ 2161330 h 3047670"/>
              <a:gd name="connsiteX1146" fmla="*/ 536626 w 3044273"/>
              <a:gd name="connsiteY1146" fmla="*/ 2170500 h 3047670"/>
              <a:gd name="connsiteX1147" fmla="*/ 527582 w 3044273"/>
              <a:gd name="connsiteY1147" fmla="*/ 2161456 h 3047670"/>
              <a:gd name="connsiteX1148" fmla="*/ 536501 w 3044273"/>
              <a:gd name="connsiteY1148" fmla="*/ 2152286 h 3047670"/>
              <a:gd name="connsiteX1149" fmla="*/ 1439042 w 3044273"/>
              <a:gd name="connsiteY1149" fmla="*/ 2149146 h 3047670"/>
              <a:gd name="connsiteX1150" fmla="*/ 1441679 w 3044273"/>
              <a:gd name="connsiteY1150" fmla="*/ 2151783 h 3047670"/>
              <a:gd name="connsiteX1151" fmla="*/ 1439042 w 3044273"/>
              <a:gd name="connsiteY1151" fmla="*/ 2154420 h 3047670"/>
              <a:gd name="connsiteX1152" fmla="*/ 1436405 w 3044273"/>
              <a:gd name="connsiteY1152" fmla="*/ 2151783 h 3047670"/>
              <a:gd name="connsiteX1153" fmla="*/ 1439042 w 3044273"/>
              <a:gd name="connsiteY1153" fmla="*/ 2149146 h 3047670"/>
              <a:gd name="connsiteX1154" fmla="*/ 1609001 w 3044273"/>
              <a:gd name="connsiteY1154" fmla="*/ 2148267 h 3047670"/>
              <a:gd name="connsiteX1155" fmla="*/ 1611891 w 3044273"/>
              <a:gd name="connsiteY1155" fmla="*/ 2151157 h 3047670"/>
              <a:gd name="connsiteX1156" fmla="*/ 1609001 w 3044273"/>
              <a:gd name="connsiteY1156" fmla="*/ 2154045 h 3047670"/>
              <a:gd name="connsiteX1157" fmla="*/ 1606111 w 3044273"/>
              <a:gd name="connsiteY1157" fmla="*/ 2151157 h 3047670"/>
              <a:gd name="connsiteX1158" fmla="*/ 1609001 w 3044273"/>
              <a:gd name="connsiteY1158" fmla="*/ 2148267 h 3047670"/>
              <a:gd name="connsiteX1159" fmla="*/ 2391582 w 3044273"/>
              <a:gd name="connsiteY1159" fmla="*/ 2146509 h 3047670"/>
              <a:gd name="connsiteX1160" fmla="*/ 2412686 w 3044273"/>
              <a:gd name="connsiteY1160" fmla="*/ 2167487 h 3047670"/>
              <a:gd name="connsiteX1161" fmla="*/ 2391708 w 3044273"/>
              <a:gd name="connsiteY1161" fmla="*/ 2188589 h 3047670"/>
              <a:gd name="connsiteX1162" fmla="*/ 2370604 w 3044273"/>
              <a:gd name="connsiteY1162" fmla="*/ 2167612 h 3047670"/>
              <a:gd name="connsiteX1163" fmla="*/ 2391582 w 3044273"/>
              <a:gd name="connsiteY1163" fmla="*/ 2146509 h 3047670"/>
              <a:gd name="connsiteX1164" fmla="*/ 420557 w 3044273"/>
              <a:gd name="connsiteY1164" fmla="*/ 2141108 h 3047670"/>
              <a:gd name="connsiteX1165" fmla="*/ 426336 w 3044273"/>
              <a:gd name="connsiteY1165" fmla="*/ 2146887 h 3047670"/>
              <a:gd name="connsiteX1166" fmla="*/ 420557 w 3044273"/>
              <a:gd name="connsiteY1166" fmla="*/ 2152664 h 3047670"/>
              <a:gd name="connsiteX1167" fmla="*/ 414780 w 3044273"/>
              <a:gd name="connsiteY1167" fmla="*/ 2146887 h 3047670"/>
              <a:gd name="connsiteX1168" fmla="*/ 420557 w 3044273"/>
              <a:gd name="connsiteY1168" fmla="*/ 2141108 h 3047670"/>
              <a:gd name="connsiteX1169" fmla="*/ 2511417 w 3044273"/>
              <a:gd name="connsiteY1169" fmla="*/ 2135956 h 3047670"/>
              <a:gd name="connsiteX1170" fmla="*/ 2529883 w 3044273"/>
              <a:gd name="connsiteY1170" fmla="*/ 2154297 h 3047670"/>
              <a:gd name="connsiteX1171" fmla="*/ 2511544 w 3044273"/>
              <a:gd name="connsiteY1171" fmla="*/ 2172761 h 3047670"/>
              <a:gd name="connsiteX1172" fmla="*/ 2493078 w 3044273"/>
              <a:gd name="connsiteY1172" fmla="*/ 2154422 h 3047670"/>
              <a:gd name="connsiteX1173" fmla="*/ 2511417 w 3044273"/>
              <a:gd name="connsiteY1173" fmla="*/ 2135956 h 3047670"/>
              <a:gd name="connsiteX1174" fmla="*/ 1356013 w 3044273"/>
              <a:gd name="connsiteY1174" fmla="*/ 2129173 h 3047670"/>
              <a:gd name="connsiteX1175" fmla="*/ 1360033 w 3044273"/>
              <a:gd name="connsiteY1175" fmla="*/ 2133193 h 3047670"/>
              <a:gd name="connsiteX1176" fmla="*/ 1356013 w 3044273"/>
              <a:gd name="connsiteY1176" fmla="*/ 2137212 h 3047670"/>
              <a:gd name="connsiteX1177" fmla="*/ 1351993 w 3044273"/>
              <a:gd name="connsiteY1177" fmla="*/ 2133193 h 3047670"/>
              <a:gd name="connsiteX1178" fmla="*/ 1356013 w 3044273"/>
              <a:gd name="connsiteY1178" fmla="*/ 2129173 h 3047670"/>
              <a:gd name="connsiteX1179" fmla="*/ 1692032 w 3044273"/>
              <a:gd name="connsiteY1179" fmla="*/ 2127542 h 3047670"/>
              <a:gd name="connsiteX1180" fmla="*/ 1696427 w 3044273"/>
              <a:gd name="connsiteY1180" fmla="*/ 2131939 h 3047670"/>
              <a:gd name="connsiteX1181" fmla="*/ 1692032 w 3044273"/>
              <a:gd name="connsiteY1181" fmla="*/ 2136335 h 3047670"/>
              <a:gd name="connsiteX1182" fmla="*/ 1687635 w 3044273"/>
              <a:gd name="connsiteY1182" fmla="*/ 2131939 h 3047670"/>
              <a:gd name="connsiteX1183" fmla="*/ 1692032 w 3044273"/>
              <a:gd name="connsiteY1183" fmla="*/ 2127542 h 3047670"/>
              <a:gd name="connsiteX1184" fmla="*/ 307755 w 3044273"/>
              <a:gd name="connsiteY1184" fmla="*/ 2127163 h 3047670"/>
              <a:gd name="connsiteX1185" fmla="*/ 311273 w 3044273"/>
              <a:gd name="connsiteY1185" fmla="*/ 2130680 h 3047670"/>
              <a:gd name="connsiteX1186" fmla="*/ 307755 w 3044273"/>
              <a:gd name="connsiteY1186" fmla="*/ 2134197 h 3047670"/>
              <a:gd name="connsiteX1187" fmla="*/ 304113 w 3044273"/>
              <a:gd name="connsiteY1187" fmla="*/ 2130680 h 3047670"/>
              <a:gd name="connsiteX1188" fmla="*/ 307755 w 3044273"/>
              <a:gd name="connsiteY1188" fmla="*/ 2127163 h 3047670"/>
              <a:gd name="connsiteX1189" fmla="*/ 2627361 w 3044273"/>
              <a:gd name="connsiteY1189" fmla="*/ 2125279 h 3047670"/>
              <a:gd name="connsiteX1190" fmla="*/ 2640928 w 3044273"/>
              <a:gd name="connsiteY1190" fmla="*/ 2138720 h 3047670"/>
              <a:gd name="connsiteX1191" fmla="*/ 2627487 w 3044273"/>
              <a:gd name="connsiteY1191" fmla="*/ 2152285 h 3047670"/>
              <a:gd name="connsiteX1192" fmla="*/ 2613920 w 3044273"/>
              <a:gd name="connsiteY1192" fmla="*/ 2138845 h 3047670"/>
              <a:gd name="connsiteX1193" fmla="*/ 2627361 w 3044273"/>
              <a:gd name="connsiteY1193" fmla="*/ 2125279 h 3047670"/>
              <a:gd name="connsiteX1194" fmla="*/ 2740289 w 3044273"/>
              <a:gd name="connsiteY1194" fmla="*/ 2113220 h 3047670"/>
              <a:gd name="connsiteX1195" fmla="*/ 2748956 w 3044273"/>
              <a:gd name="connsiteY1195" fmla="*/ 2121761 h 3047670"/>
              <a:gd name="connsiteX1196" fmla="*/ 2740415 w 3044273"/>
              <a:gd name="connsiteY1196" fmla="*/ 2130430 h 3047670"/>
              <a:gd name="connsiteX1197" fmla="*/ 2731747 w 3044273"/>
              <a:gd name="connsiteY1197" fmla="*/ 2121888 h 3047670"/>
              <a:gd name="connsiteX1198" fmla="*/ 2740289 w 3044273"/>
              <a:gd name="connsiteY1198" fmla="*/ 2113220 h 3047670"/>
              <a:gd name="connsiteX1199" fmla="*/ 197215 w 3044273"/>
              <a:gd name="connsiteY1199" fmla="*/ 2111838 h 3047670"/>
              <a:gd name="connsiteX1200" fmla="*/ 198597 w 3044273"/>
              <a:gd name="connsiteY1200" fmla="*/ 2113220 h 3047670"/>
              <a:gd name="connsiteX1201" fmla="*/ 197215 w 3044273"/>
              <a:gd name="connsiteY1201" fmla="*/ 2114602 h 3047670"/>
              <a:gd name="connsiteX1202" fmla="*/ 195833 w 3044273"/>
              <a:gd name="connsiteY1202" fmla="*/ 2113220 h 3047670"/>
              <a:gd name="connsiteX1203" fmla="*/ 197215 w 3044273"/>
              <a:gd name="connsiteY1203" fmla="*/ 2111838 h 3047670"/>
              <a:gd name="connsiteX1204" fmla="*/ 1126137 w 3044273"/>
              <a:gd name="connsiteY1204" fmla="*/ 2110457 h 3047670"/>
              <a:gd name="connsiteX1205" fmla="*/ 1137945 w 3044273"/>
              <a:gd name="connsiteY1205" fmla="*/ 2122139 h 3047670"/>
              <a:gd name="connsiteX1206" fmla="*/ 1126263 w 3044273"/>
              <a:gd name="connsiteY1206" fmla="*/ 2133948 h 3047670"/>
              <a:gd name="connsiteX1207" fmla="*/ 1114455 w 3044273"/>
              <a:gd name="connsiteY1207" fmla="*/ 2122266 h 3047670"/>
              <a:gd name="connsiteX1208" fmla="*/ 1126137 w 3044273"/>
              <a:gd name="connsiteY1208" fmla="*/ 2110457 h 3047670"/>
              <a:gd name="connsiteX1209" fmla="*/ 986454 w 3044273"/>
              <a:gd name="connsiteY1209" fmla="*/ 2108194 h 3047670"/>
              <a:gd name="connsiteX1210" fmla="*/ 1005547 w 3044273"/>
              <a:gd name="connsiteY1210" fmla="*/ 2127162 h 3047670"/>
              <a:gd name="connsiteX1211" fmla="*/ 986579 w 3044273"/>
              <a:gd name="connsiteY1211" fmla="*/ 2146255 h 3047670"/>
              <a:gd name="connsiteX1212" fmla="*/ 967486 w 3044273"/>
              <a:gd name="connsiteY1212" fmla="*/ 2127287 h 3047670"/>
              <a:gd name="connsiteX1213" fmla="*/ 986454 w 3044273"/>
              <a:gd name="connsiteY1213" fmla="*/ 2108194 h 3047670"/>
              <a:gd name="connsiteX1214" fmla="*/ 1921781 w 3044273"/>
              <a:gd name="connsiteY1214" fmla="*/ 2106310 h 3047670"/>
              <a:gd name="connsiteX1215" fmla="*/ 1934845 w 3044273"/>
              <a:gd name="connsiteY1215" fmla="*/ 2119374 h 3047670"/>
              <a:gd name="connsiteX1216" fmla="*/ 1921781 w 3044273"/>
              <a:gd name="connsiteY1216" fmla="*/ 2132438 h 3047670"/>
              <a:gd name="connsiteX1217" fmla="*/ 1908717 w 3044273"/>
              <a:gd name="connsiteY1217" fmla="*/ 2119374 h 3047670"/>
              <a:gd name="connsiteX1218" fmla="*/ 1921781 w 3044273"/>
              <a:gd name="connsiteY1218" fmla="*/ 2106310 h 3047670"/>
              <a:gd name="connsiteX1219" fmla="*/ 855310 w 3044273"/>
              <a:gd name="connsiteY1219" fmla="*/ 2104553 h 3047670"/>
              <a:gd name="connsiteX1220" fmla="*/ 874153 w 3044273"/>
              <a:gd name="connsiteY1220" fmla="*/ 2123270 h 3047670"/>
              <a:gd name="connsiteX1221" fmla="*/ 855437 w 3044273"/>
              <a:gd name="connsiteY1221" fmla="*/ 2142113 h 3047670"/>
              <a:gd name="connsiteX1222" fmla="*/ 836594 w 3044273"/>
              <a:gd name="connsiteY1222" fmla="*/ 2123396 h 3047670"/>
              <a:gd name="connsiteX1223" fmla="*/ 855310 w 3044273"/>
              <a:gd name="connsiteY1223" fmla="*/ 2104553 h 3047670"/>
              <a:gd name="connsiteX1224" fmla="*/ 2850578 w 3044273"/>
              <a:gd name="connsiteY1224" fmla="*/ 2099905 h 3047670"/>
              <a:gd name="connsiteX1225" fmla="*/ 2854348 w 3044273"/>
              <a:gd name="connsiteY1225" fmla="*/ 2103674 h 3047670"/>
              <a:gd name="connsiteX1226" fmla="*/ 2850578 w 3044273"/>
              <a:gd name="connsiteY1226" fmla="*/ 2107442 h 3047670"/>
              <a:gd name="connsiteX1227" fmla="*/ 2846809 w 3044273"/>
              <a:gd name="connsiteY1227" fmla="*/ 2103674 h 3047670"/>
              <a:gd name="connsiteX1228" fmla="*/ 2850578 w 3044273"/>
              <a:gd name="connsiteY1228" fmla="*/ 2099905 h 3047670"/>
              <a:gd name="connsiteX1229" fmla="*/ 2061340 w 3044273"/>
              <a:gd name="connsiteY1229" fmla="*/ 2098900 h 3047670"/>
              <a:gd name="connsiteX1230" fmla="*/ 2085710 w 3044273"/>
              <a:gd name="connsiteY1230" fmla="*/ 2123144 h 3047670"/>
              <a:gd name="connsiteX1231" fmla="*/ 2061466 w 3044273"/>
              <a:gd name="connsiteY1231" fmla="*/ 2147639 h 3047670"/>
              <a:gd name="connsiteX1232" fmla="*/ 2037096 w 3044273"/>
              <a:gd name="connsiteY1232" fmla="*/ 2123396 h 3047670"/>
              <a:gd name="connsiteX1233" fmla="*/ 2061340 w 3044273"/>
              <a:gd name="connsiteY1233" fmla="*/ 2098900 h 3047670"/>
              <a:gd name="connsiteX1234" fmla="*/ 730827 w 3044273"/>
              <a:gd name="connsiteY1234" fmla="*/ 2096514 h 3047670"/>
              <a:gd name="connsiteX1235" fmla="*/ 748413 w 3044273"/>
              <a:gd name="connsiteY1235" fmla="*/ 2113975 h 3047670"/>
              <a:gd name="connsiteX1236" fmla="*/ 730952 w 3044273"/>
              <a:gd name="connsiteY1236" fmla="*/ 2131561 h 3047670"/>
              <a:gd name="connsiteX1237" fmla="*/ 713492 w 3044273"/>
              <a:gd name="connsiteY1237" fmla="*/ 2114100 h 3047670"/>
              <a:gd name="connsiteX1238" fmla="*/ 730827 w 3044273"/>
              <a:gd name="connsiteY1238" fmla="*/ 2096514 h 3047670"/>
              <a:gd name="connsiteX1239" fmla="*/ 1771169 w 3044273"/>
              <a:gd name="connsiteY1239" fmla="*/ 2096136 h 3047670"/>
              <a:gd name="connsiteX1240" fmla="*/ 1775566 w 3044273"/>
              <a:gd name="connsiteY1240" fmla="*/ 2100533 h 3047670"/>
              <a:gd name="connsiteX1241" fmla="*/ 1771169 w 3044273"/>
              <a:gd name="connsiteY1241" fmla="*/ 2104929 h 3047670"/>
              <a:gd name="connsiteX1242" fmla="*/ 1766772 w 3044273"/>
              <a:gd name="connsiteY1242" fmla="*/ 2100533 h 3047670"/>
              <a:gd name="connsiteX1243" fmla="*/ 1771169 w 3044273"/>
              <a:gd name="connsiteY1243" fmla="*/ 2096136 h 3047670"/>
              <a:gd name="connsiteX1244" fmla="*/ 1276499 w 3044273"/>
              <a:gd name="connsiteY1244" fmla="*/ 2094754 h 3047670"/>
              <a:gd name="connsiteX1245" fmla="*/ 1284036 w 3044273"/>
              <a:gd name="connsiteY1245" fmla="*/ 2102291 h 3047670"/>
              <a:gd name="connsiteX1246" fmla="*/ 1276499 w 3044273"/>
              <a:gd name="connsiteY1246" fmla="*/ 2109828 h 3047670"/>
              <a:gd name="connsiteX1247" fmla="*/ 1268961 w 3044273"/>
              <a:gd name="connsiteY1247" fmla="*/ 2102291 h 3047670"/>
              <a:gd name="connsiteX1248" fmla="*/ 1276499 w 3044273"/>
              <a:gd name="connsiteY1248" fmla="*/ 2094754 h 3047670"/>
              <a:gd name="connsiteX1249" fmla="*/ 2192357 w 3044273"/>
              <a:gd name="connsiteY1249" fmla="*/ 2092368 h 3047670"/>
              <a:gd name="connsiteX1250" fmla="*/ 2218610 w 3044273"/>
              <a:gd name="connsiteY1250" fmla="*/ 2118369 h 3047670"/>
              <a:gd name="connsiteX1251" fmla="*/ 2192607 w 3044273"/>
              <a:gd name="connsiteY1251" fmla="*/ 2144623 h 3047670"/>
              <a:gd name="connsiteX1252" fmla="*/ 2166354 w 3044273"/>
              <a:gd name="connsiteY1252" fmla="*/ 2118621 h 3047670"/>
              <a:gd name="connsiteX1253" fmla="*/ 2192357 w 3044273"/>
              <a:gd name="connsiteY1253" fmla="*/ 2092368 h 3047670"/>
              <a:gd name="connsiteX1254" fmla="*/ 611620 w 3044273"/>
              <a:gd name="connsiteY1254" fmla="*/ 2089480 h 3047670"/>
              <a:gd name="connsiteX1255" fmla="*/ 623679 w 3044273"/>
              <a:gd name="connsiteY1255" fmla="*/ 2101413 h 3047670"/>
              <a:gd name="connsiteX1256" fmla="*/ 611745 w 3044273"/>
              <a:gd name="connsiteY1256" fmla="*/ 2113347 h 3047670"/>
              <a:gd name="connsiteX1257" fmla="*/ 599812 w 3044273"/>
              <a:gd name="connsiteY1257" fmla="*/ 2101413 h 3047670"/>
              <a:gd name="connsiteX1258" fmla="*/ 611620 w 3044273"/>
              <a:gd name="connsiteY1258" fmla="*/ 2089480 h 3047670"/>
              <a:gd name="connsiteX1259" fmla="*/ 2316841 w 3044273"/>
              <a:gd name="connsiteY1259" fmla="*/ 2083827 h 3047670"/>
              <a:gd name="connsiteX1260" fmla="*/ 2341460 w 3044273"/>
              <a:gd name="connsiteY1260" fmla="*/ 2108322 h 3047670"/>
              <a:gd name="connsiteX1261" fmla="*/ 2316966 w 3044273"/>
              <a:gd name="connsiteY1261" fmla="*/ 2132942 h 3047670"/>
              <a:gd name="connsiteX1262" fmla="*/ 2292346 w 3044273"/>
              <a:gd name="connsiteY1262" fmla="*/ 2108447 h 3047670"/>
              <a:gd name="connsiteX1263" fmla="*/ 2316841 w 3044273"/>
              <a:gd name="connsiteY1263" fmla="*/ 2083827 h 3047670"/>
              <a:gd name="connsiteX1264" fmla="*/ 2958731 w 3044273"/>
              <a:gd name="connsiteY1264" fmla="*/ 2082444 h 3047670"/>
              <a:gd name="connsiteX1265" fmla="*/ 2960993 w 3044273"/>
              <a:gd name="connsiteY1265" fmla="*/ 2084706 h 3047670"/>
              <a:gd name="connsiteX1266" fmla="*/ 2958857 w 3044273"/>
              <a:gd name="connsiteY1266" fmla="*/ 2086966 h 3047670"/>
              <a:gd name="connsiteX1267" fmla="*/ 2956595 w 3044273"/>
              <a:gd name="connsiteY1267" fmla="*/ 2084706 h 3047670"/>
              <a:gd name="connsiteX1268" fmla="*/ 2958731 w 3044273"/>
              <a:gd name="connsiteY1268" fmla="*/ 2082444 h 3047670"/>
              <a:gd name="connsiteX1269" fmla="*/ 496556 w 3044273"/>
              <a:gd name="connsiteY1269" fmla="*/ 2076540 h 3047670"/>
              <a:gd name="connsiteX1270" fmla="*/ 506103 w 3044273"/>
              <a:gd name="connsiteY1270" fmla="*/ 2086087 h 3047670"/>
              <a:gd name="connsiteX1271" fmla="*/ 496556 w 3044273"/>
              <a:gd name="connsiteY1271" fmla="*/ 2095633 h 3047670"/>
              <a:gd name="connsiteX1272" fmla="*/ 487010 w 3044273"/>
              <a:gd name="connsiteY1272" fmla="*/ 2086212 h 3047670"/>
              <a:gd name="connsiteX1273" fmla="*/ 496556 w 3044273"/>
              <a:gd name="connsiteY1273" fmla="*/ 2076540 h 3047670"/>
              <a:gd name="connsiteX1274" fmla="*/ 2435924 w 3044273"/>
              <a:gd name="connsiteY1274" fmla="*/ 2073652 h 3047670"/>
              <a:gd name="connsiteX1275" fmla="*/ 2457028 w 3044273"/>
              <a:gd name="connsiteY1275" fmla="*/ 2094630 h 3047670"/>
              <a:gd name="connsiteX1276" fmla="*/ 2436050 w 3044273"/>
              <a:gd name="connsiteY1276" fmla="*/ 2115732 h 3047670"/>
              <a:gd name="connsiteX1277" fmla="*/ 2414946 w 3044273"/>
              <a:gd name="connsiteY1277" fmla="*/ 2094755 h 3047670"/>
              <a:gd name="connsiteX1278" fmla="*/ 2435924 w 3044273"/>
              <a:gd name="connsiteY1278" fmla="*/ 2073652 h 3047670"/>
              <a:gd name="connsiteX1279" fmla="*/ 384508 w 3044273"/>
              <a:gd name="connsiteY1279" fmla="*/ 2064231 h 3047670"/>
              <a:gd name="connsiteX1280" fmla="*/ 389910 w 3044273"/>
              <a:gd name="connsiteY1280" fmla="*/ 2069506 h 3047670"/>
              <a:gd name="connsiteX1281" fmla="*/ 384634 w 3044273"/>
              <a:gd name="connsiteY1281" fmla="*/ 2074782 h 3047670"/>
              <a:gd name="connsiteX1282" fmla="*/ 379358 w 3044273"/>
              <a:gd name="connsiteY1282" fmla="*/ 2069506 h 3047670"/>
              <a:gd name="connsiteX1283" fmla="*/ 384508 w 3044273"/>
              <a:gd name="connsiteY1283" fmla="*/ 2064231 h 3047670"/>
              <a:gd name="connsiteX1284" fmla="*/ 2550986 w 3044273"/>
              <a:gd name="connsiteY1284" fmla="*/ 2059959 h 3047670"/>
              <a:gd name="connsiteX1285" fmla="*/ 2569829 w 3044273"/>
              <a:gd name="connsiteY1285" fmla="*/ 2078675 h 3047670"/>
              <a:gd name="connsiteX1286" fmla="*/ 2551113 w 3044273"/>
              <a:gd name="connsiteY1286" fmla="*/ 2097518 h 3047670"/>
              <a:gd name="connsiteX1287" fmla="*/ 2532270 w 3044273"/>
              <a:gd name="connsiteY1287" fmla="*/ 2078802 h 3047670"/>
              <a:gd name="connsiteX1288" fmla="*/ 2550986 w 3044273"/>
              <a:gd name="connsiteY1288" fmla="*/ 2059959 h 3047670"/>
              <a:gd name="connsiteX1289" fmla="*/ 1202636 w 3044273"/>
              <a:gd name="connsiteY1289" fmla="*/ 2058705 h 3047670"/>
              <a:gd name="connsiteX1290" fmla="*/ 1204019 w 3044273"/>
              <a:gd name="connsiteY1290" fmla="*/ 2059963 h 3047670"/>
              <a:gd name="connsiteX1291" fmla="*/ 1202636 w 3044273"/>
              <a:gd name="connsiteY1291" fmla="*/ 2061344 h 3047670"/>
              <a:gd name="connsiteX1292" fmla="*/ 1201254 w 3044273"/>
              <a:gd name="connsiteY1292" fmla="*/ 2059963 h 3047670"/>
              <a:gd name="connsiteX1293" fmla="*/ 1202636 w 3044273"/>
              <a:gd name="connsiteY1293" fmla="*/ 2058705 h 3047670"/>
              <a:gd name="connsiteX1294" fmla="*/ 1060942 w 3044273"/>
              <a:gd name="connsiteY1294" fmla="*/ 2057446 h 3047670"/>
              <a:gd name="connsiteX1295" fmla="*/ 1070740 w 3044273"/>
              <a:gd name="connsiteY1295" fmla="*/ 2067118 h 3047670"/>
              <a:gd name="connsiteX1296" fmla="*/ 1061067 w 3044273"/>
              <a:gd name="connsiteY1296" fmla="*/ 2076916 h 3047670"/>
              <a:gd name="connsiteX1297" fmla="*/ 1051271 w 3044273"/>
              <a:gd name="connsiteY1297" fmla="*/ 2067244 h 3047670"/>
              <a:gd name="connsiteX1298" fmla="*/ 1060942 w 3044273"/>
              <a:gd name="connsiteY1298" fmla="*/ 2057446 h 3047670"/>
              <a:gd name="connsiteX1299" fmla="*/ 1844780 w 3044273"/>
              <a:gd name="connsiteY1299" fmla="*/ 2056190 h 3047670"/>
              <a:gd name="connsiteX1300" fmla="*/ 1846412 w 3044273"/>
              <a:gd name="connsiteY1300" fmla="*/ 2057698 h 3047670"/>
              <a:gd name="connsiteX1301" fmla="*/ 1844905 w 3044273"/>
              <a:gd name="connsiteY1301" fmla="*/ 2059205 h 3047670"/>
              <a:gd name="connsiteX1302" fmla="*/ 1843272 w 3044273"/>
              <a:gd name="connsiteY1302" fmla="*/ 2057698 h 3047670"/>
              <a:gd name="connsiteX1303" fmla="*/ 1844780 w 3044273"/>
              <a:gd name="connsiteY1303" fmla="*/ 2056190 h 3047670"/>
              <a:gd name="connsiteX1304" fmla="*/ 1438919 w 3044273"/>
              <a:gd name="connsiteY1304" fmla="*/ 2055311 h 3047670"/>
              <a:gd name="connsiteX1305" fmla="*/ 1439169 w 3044273"/>
              <a:gd name="connsiteY1305" fmla="*/ 2055563 h 3047670"/>
              <a:gd name="connsiteX1306" fmla="*/ 1438919 w 3044273"/>
              <a:gd name="connsiteY1306" fmla="*/ 2055814 h 3047670"/>
              <a:gd name="connsiteX1307" fmla="*/ 1438667 w 3044273"/>
              <a:gd name="connsiteY1307" fmla="*/ 2055563 h 3047670"/>
              <a:gd name="connsiteX1308" fmla="*/ 1438919 w 3044273"/>
              <a:gd name="connsiteY1308" fmla="*/ 2055311 h 3047670"/>
              <a:gd name="connsiteX1309" fmla="*/ 1608624 w 3044273"/>
              <a:gd name="connsiteY1309" fmla="*/ 2054683 h 3047670"/>
              <a:gd name="connsiteX1310" fmla="*/ 1608874 w 3044273"/>
              <a:gd name="connsiteY1310" fmla="*/ 2054934 h 3047670"/>
              <a:gd name="connsiteX1311" fmla="*/ 1608624 w 3044273"/>
              <a:gd name="connsiteY1311" fmla="*/ 2055185 h 3047670"/>
              <a:gd name="connsiteX1312" fmla="*/ 1608372 w 3044273"/>
              <a:gd name="connsiteY1312" fmla="*/ 2054934 h 3047670"/>
              <a:gd name="connsiteX1313" fmla="*/ 1608624 w 3044273"/>
              <a:gd name="connsiteY1313" fmla="*/ 2054683 h 3047670"/>
              <a:gd name="connsiteX1314" fmla="*/ 1986474 w 3044273"/>
              <a:gd name="connsiteY1314" fmla="*/ 2052925 h 3047670"/>
              <a:gd name="connsiteX1315" fmla="*/ 1997529 w 3044273"/>
              <a:gd name="connsiteY1315" fmla="*/ 2063979 h 3047670"/>
              <a:gd name="connsiteX1316" fmla="*/ 1986474 w 3044273"/>
              <a:gd name="connsiteY1316" fmla="*/ 2075033 h 3047670"/>
              <a:gd name="connsiteX1317" fmla="*/ 1975420 w 3044273"/>
              <a:gd name="connsiteY1317" fmla="*/ 2063979 h 3047670"/>
              <a:gd name="connsiteX1318" fmla="*/ 1986474 w 3044273"/>
              <a:gd name="connsiteY1318" fmla="*/ 2052925 h 3047670"/>
              <a:gd name="connsiteX1319" fmla="*/ 275346 w 3044273"/>
              <a:gd name="connsiteY1319" fmla="*/ 2048529 h 3047670"/>
              <a:gd name="connsiteX1320" fmla="*/ 278487 w 3044273"/>
              <a:gd name="connsiteY1320" fmla="*/ 2051669 h 3047670"/>
              <a:gd name="connsiteX1321" fmla="*/ 275346 w 3044273"/>
              <a:gd name="connsiteY1321" fmla="*/ 2054810 h 3047670"/>
              <a:gd name="connsiteX1322" fmla="*/ 272206 w 3044273"/>
              <a:gd name="connsiteY1322" fmla="*/ 2051669 h 3047670"/>
              <a:gd name="connsiteX1323" fmla="*/ 275346 w 3044273"/>
              <a:gd name="connsiteY1323" fmla="*/ 2048529 h 3047670"/>
              <a:gd name="connsiteX1324" fmla="*/ 929550 w 3044273"/>
              <a:gd name="connsiteY1324" fmla="*/ 2048152 h 3047670"/>
              <a:gd name="connsiteX1325" fmla="*/ 945251 w 3044273"/>
              <a:gd name="connsiteY1325" fmla="*/ 2063853 h 3047670"/>
              <a:gd name="connsiteX1326" fmla="*/ 929550 w 3044273"/>
              <a:gd name="connsiteY1326" fmla="*/ 2079681 h 3047670"/>
              <a:gd name="connsiteX1327" fmla="*/ 913722 w 3044273"/>
              <a:gd name="connsiteY1327" fmla="*/ 2063979 h 3047670"/>
              <a:gd name="connsiteX1328" fmla="*/ 929550 w 3044273"/>
              <a:gd name="connsiteY1328" fmla="*/ 2048152 h 3047670"/>
              <a:gd name="connsiteX1329" fmla="*/ 2662784 w 3044273"/>
              <a:gd name="connsiteY1329" fmla="*/ 2044007 h 3047670"/>
              <a:gd name="connsiteX1330" fmla="*/ 2680120 w 3044273"/>
              <a:gd name="connsiteY1330" fmla="*/ 2061215 h 3047670"/>
              <a:gd name="connsiteX1331" fmla="*/ 2662911 w 3044273"/>
              <a:gd name="connsiteY1331" fmla="*/ 2078550 h 3047670"/>
              <a:gd name="connsiteX1332" fmla="*/ 2645575 w 3044273"/>
              <a:gd name="connsiteY1332" fmla="*/ 2061342 h 3047670"/>
              <a:gd name="connsiteX1333" fmla="*/ 2662784 w 3044273"/>
              <a:gd name="connsiteY1333" fmla="*/ 2044007 h 3047670"/>
              <a:gd name="connsiteX1334" fmla="*/ 2117866 w 3044273"/>
              <a:gd name="connsiteY1334" fmla="*/ 2039860 h 3047670"/>
              <a:gd name="connsiteX1335" fmla="*/ 2137587 w 3044273"/>
              <a:gd name="connsiteY1335" fmla="*/ 2059456 h 3047670"/>
              <a:gd name="connsiteX1336" fmla="*/ 2117991 w 3044273"/>
              <a:gd name="connsiteY1336" fmla="*/ 2079178 h 3047670"/>
              <a:gd name="connsiteX1337" fmla="*/ 2098270 w 3044273"/>
              <a:gd name="connsiteY1337" fmla="*/ 2059582 h 3047670"/>
              <a:gd name="connsiteX1338" fmla="*/ 2117866 w 3044273"/>
              <a:gd name="connsiteY1338" fmla="*/ 2039860 h 3047670"/>
              <a:gd name="connsiteX1339" fmla="*/ 805316 w 3044273"/>
              <a:gd name="connsiteY1339" fmla="*/ 2034208 h 3047670"/>
              <a:gd name="connsiteX1340" fmla="*/ 825540 w 3044273"/>
              <a:gd name="connsiteY1340" fmla="*/ 2054306 h 3047670"/>
              <a:gd name="connsiteX1341" fmla="*/ 805441 w 3044273"/>
              <a:gd name="connsiteY1341" fmla="*/ 2074530 h 3047670"/>
              <a:gd name="connsiteX1342" fmla="*/ 785218 w 3044273"/>
              <a:gd name="connsiteY1342" fmla="*/ 2054432 h 3047670"/>
              <a:gd name="connsiteX1343" fmla="*/ 805316 w 3044273"/>
              <a:gd name="connsiteY1343" fmla="*/ 2034208 h 3047670"/>
              <a:gd name="connsiteX1344" fmla="*/ 1356767 w 3044273"/>
              <a:gd name="connsiteY1344" fmla="*/ 2032576 h 3047670"/>
              <a:gd name="connsiteX1345" fmla="*/ 1357269 w 3044273"/>
              <a:gd name="connsiteY1345" fmla="*/ 2033079 h 3047670"/>
              <a:gd name="connsiteX1346" fmla="*/ 1356767 w 3044273"/>
              <a:gd name="connsiteY1346" fmla="*/ 2033581 h 3047670"/>
              <a:gd name="connsiteX1347" fmla="*/ 1356264 w 3044273"/>
              <a:gd name="connsiteY1347" fmla="*/ 2033204 h 3047670"/>
              <a:gd name="connsiteX1348" fmla="*/ 1356767 w 3044273"/>
              <a:gd name="connsiteY1348" fmla="*/ 2032576 h 3047670"/>
              <a:gd name="connsiteX1349" fmla="*/ 168072 w 3044273"/>
              <a:gd name="connsiteY1349" fmla="*/ 2031696 h 3047670"/>
              <a:gd name="connsiteX1350" fmla="*/ 169453 w 3044273"/>
              <a:gd name="connsiteY1350" fmla="*/ 2032951 h 3047670"/>
              <a:gd name="connsiteX1351" fmla="*/ 168197 w 3044273"/>
              <a:gd name="connsiteY1351" fmla="*/ 2034333 h 3047670"/>
              <a:gd name="connsiteX1352" fmla="*/ 166815 w 3044273"/>
              <a:gd name="connsiteY1352" fmla="*/ 2033078 h 3047670"/>
              <a:gd name="connsiteX1353" fmla="*/ 168072 w 3044273"/>
              <a:gd name="connsiteY1353" fmla="*/ 2031696 h 3047670"/>
              <a:gd name="connsiteX1354" fmla="*/ 1690524 w 3044273"/>
              <a:gd name="connsiteY1354" fmla="*/ 2031571 h 3047670"/>
              <a:gd name="connsiteX1355" fmla="*/ 1691027 w 3044273"/>
              <a:gd name="connsiteY1355" fmla="*/ 2032074 h 3047670"/>
              <a:gd name="connsiteX1356" fmla="*/ 1690524 w 3044273"/>
              <a:gd name="connsiteY1356" fmla="*/ 2032451 h 3047670"/>
              <a:gd name="connsiteX1357" fmla="*/ 1690147 w 3044273"/>
              <a:gd name="connsiteY1357" fmla="*/ 2031949 h 3047670"/>
              <a:gd name="connsiteX1358" fmla="*/ 1690524 w 3044273"/>
              <a:gd name="connsiteY1358" fmla="*/ 2031571 h 3047670"/>
              <a:gd name="connsiteX1359" fmla="*/ 2772068 w 3044273"/>
              <a:gd name="connsiteY1359" fmla="*/ 2029686 h 3047670"/>
              <a:gd name="connsiteX1360" fmla="*/ 2785134 w 3044273"/>
              <a:gd name="connsiteY1360" fmla="*/ 2042750 h 3047670"/>
              <a:gd name="connsiteX1361" fmla="*/ 2772068 w 3044273"/>
              <a:gd name="connsiteY1361" fmla="*/ 2055814 h 3047670"/>
              <a:gd name="connsiteX1362" fmla="*/ 2759004 w 3044273"/>
              <a:gd name="connsiteY1362" fmla="*/ 2042750 h 3047670"/>
              <a:gd name="connsiteX1363" fmla="*/ 2772068 w 3044273"/>
              <a:gd name="connsiteY1363" fmla="*/ 2029686 h 3047670"/>
              <a:gd name="connsiteX1364" fmla="*/ 2241848 w 3044273"/>
              <a:gd name="connsiteY1364" fmla="*/ 2024034 h 3047670"/>
              <a:gd name="connsiteX1365" fmla="*/ 2266970 w 3044273"/>
              <a:gd name="connsiteY1365" fmla="*/ 2048905 h 3047670"/>
              <a:gd name="connsiteX1366" fmla="*/ 2242100 w 3044273"/>
              <a:gd name="connsiteY1366" fmla="*/ 2074028 h 3047670"/>
              <a:gd name="connsiteX1367" fmla="*/ 2216977 w 3044273"/>
              <a:gd name="connsiteY1367" fmla="*/ 2049157 h 3047670"/>
              <a:gd name="connsiteX1368" fmla="*/ 2241848 w 3044273"/>
              <a:gd name="connsiteY1368" fmla="*/ 2024034 h 3047670"/>
              <a:gd name="connsiteX1369" fmla="*/ 686863 w 3044273"/>
              <a:gd name="connsiteY1369" fmla="*/ 2023154 h 3047670"/>
              <a:gd name="connsiteX1370" fmla="*/ 704826 w 3044273"/>
              <a:gd name="connsiteY1370" fmla="*/ 2040992 h 3047670"/>
              <a:gd name="connsiteX1371" fmla="*/ 686989 w 3044273"/>
              <a:gd name="connsiteY1371" fmla="*/ 2058954 h 3047670"/>
              <a:gd name="connsiteX1372" fmla="*/ 669025 w 3044273"/>
              <a:gd name="connsiteY1372" fmla="*/ 2041118 h 3047670"/>
              <a:gd name="connsiteX1373" fmla="*/ 686863 w 3044273"/>
              <a:gd name="connsiteY1373" fmla="*/ 2023154 h 3047670"/>
              <a:gd name="connsiteX1374" fmla="*/ 2879092 w 3044273"/>
              <a:gd name="connsiteY1374" fmla="*/ 2015994 h 3047670"/>
              <a:gd name="connsiteX1375" fmla="*/ 2886377 w 3044273"/>
              <a:gd name="connsiteY1375" fmla="*/ 2023280 h 3047670"/>
              <a:gd name="connsiteX1376" fmla="*/ 2879092 w 3044273"/>
              <a:gd name="connsiteY1376" fmla="*/ 2030565 h 3047670"/>
              <a:gd name="connsiteX1377" fmla="*/ 2871806 w 3044273"/>
              <a:gd name="connsiteY1377" fmla="*/ 2023280 h 3047670"/>
              <a:gd name="connsiteX1378" fmla="*/ 2879092 w 3044273"/>
              <a:gd name="connsiteY1378" fmla="*/ 2015994 h 3047670"/>
              <a:gd name="connsiteX1379" fmla="*/ 572802 w 3044273"/>
              <a:gd name="connsiteY1379" fmla="*/ 2011597 h 3047670"/>
              <a:gd name="connsiteX1380" fmla="*/ 586620 w 3044273"/>
              <a:gd name="connsiteY1380" fmla="*/ 2025289 h 3047670"/>
              <a:gd name="connsiteX1381" fmla="*/ 572928 w 3044273"/>
              <a:gd name="connsiteY1381" fmla="*/ 2039107 h 3047670"/>
              <a:gd name="connsiteX1382" fmla="*/ 559110 w 3044273"/>
              <a:gd name="connsiteY1382" fmla="*/ 2025416 h 3047670"/>
              <a:gd name="connsiteX1383" fmla="*/ 572802 w 3044273"/>
              <a:gd name="connsiteY1383" fmla="*/ 2011597 h 3047670"/>
              <a:gd name="connsiteX1384" fmla="*/ 2360053 w 3044273"/>
              <a:gd name="connsiteY1384" fmla="*/ 2010592 h 3047670"/>
              <a:gd name="connsiteX1385" fmla="*/ 2384548 w 3044273"/>
              <a:gd name="connsiteY1385" fmla="*/ 2034836 h 3047670"/>
              <a:gd name="connsiteX1386" fmla="*/ 2360304 w 3044273"/>
              <a:gd name="connsiteY1386" fmla="*/ 2059331 h 3047670"/>
              <a:gd name="connsiteX1387" fmla="*/ 2335935 w 3044273"/>
              <a:gd name="connsiteY1387" fmla="*/ 2035088 h 3047670"/>
              <a:gd name="connsiteX1388" fmla="*/ 2360053 w 3044273"/>
              <a:gd name="connsiteY1388" fmla="*/ 2010592 h 3047670"/>
              <a:gd name="connsiteX1389" fmla="*/ 1135810 w 3044273"/>
              <a:gd name="connsiteY1389" fmla="*/ 2003306 h 3047670"/>
              <a:gd name="connsiteX1390" fmla="*/ 1139580 w 3044273"/>
              <a:gd name="connsiteY1390" fmla="*/ 2007075 h 3047670"/>
              <a:gd name="connsiteX1391" fmla="*/ 1135810 w 3044273"/>
              <a:gd name="connsiteY1391" fmla="*/ 2010843 h 3047670"/>
              <a:gd name="connsiteX1392" fmla="*/ 1132042 w 3044273"/>
              <a:gd name="connsiteY1392" fmla="*/ 2007075 h 3047670"/>
              <a:gd name="connsiteX1393" fmla="*/ 1135810 w 3044273"/>
              <a:gd name="connsiteY1393" fmla="*/ 2003306 h 3047670"/>
              <a:gd name="connsiteX1394" fmla="*/ 2984356 w 3044273"/>
              <a:gd name="connsiteY1394" fmla="*/ 2001171 h 3047670"/>
              <a:gd name="connsiteX1395" fmla="*/ 2986616 w 3044273"/>
              <a:gd name="connsiteY1395" fmla="*/ 2003306 h 3047670"/>
              <a:gd name="connsiteX1396" fmla="*/ 2984356 w 3044273"/>
              <a:gd name="connsiteY1396" fmla="*/ 2005568 h 3047670"/>
              <a:gd name="connsiteX1397" fmla="*/ 2982094 w 3044273"/>
              <a:gd name="connsiteY1397" fmla="*/ 2003306 h 3047670"/>
              <a:gd name="connsiteX1398" fmla="*/ 2984356 w 3044273"/>
              <a:gd name="connsiteY1398" fmla="*/ 2001171 h 3047670"/>
              <a:gd name="connsiteX1399" fmla="*/ 1911230 w 3044273"/>
              <a:gd name="connsiteY1399" fmla="*/ 1999413 h 3047670"/>
              <a:gd name="connsiteX1400" fmla="*/ 1916129 w 3044273"/>
              <a:gd name="connsiteY1400" fmla="*/ 2004312 h 3047670"/>
              <a:gd name="connsiteX1401" fmla="*/ 1911357 w 3044273"/>
              <a:gd name="connsiteY1401" fmla="*/ 2009210 h 3047670"/>
              <a:gd name="connsiteX1402" fmla="*/ 1906457 w 3044273"/>
              <a:gd name="connsiteY1402" fmla="*/ 2004312 h 3047670"/>
              <a:gd name="connsiteX1403" fmla="*/ 1911230 w 3044273"/>
              <a:gd name="connsiteY1403" fmla="*/ 1999413 h 3047670"/>
              <a:gd name="connsiteX1404" fmla="*/ 462010 w 3044273"/>
              <a:gd name="connsiteY1404" fmla="*/ 1998534 h 3047670"/>
              <a:gd name="connsiteX1405" fmla="*/ 471556 w 3044273"/>
              <a:gd name="connsiteY1405" fmla="*/ 2008081 h 3047670"/>
              <a:gd name="connsiteX1406" fmla="*/ 462135 w 3044273"/>
              <a:gd name="connsiteY1406" fmla="*/ 2017627 h 3047670"/>
              <a:gd name="connsiteX1407" fmla="*/ 452589 w 3044273"/>
              <a:gd name="connsiteY1407" fmla="*/ 2008206 h 3047670"/>
              <a:gd name="connsiteX1408" fmla="*/ 462010 w 3044273"/>
              <a:gd name="connsiteY1408" fmla="*/ 1998534 h 3047670"/>
              <a:gd name="connsiteX1409" fmla="*/ 2474235 w 3044273"/>
              <a:gd name="connsiteY1409" fmla="*/ 1997278 h 3047670"/>
              <a:gd name="connsiteX1410" fmla="*/ 2495590 w 3044273"/>
              <a:gd name="connsiteY1410" fmla="*/ 2018506 h 3047670"/>
              <a:gd name="connsiteX1411" fmla="*/ 2474360 w 3044273"/>
              <a:gd name="connsiteY1411" fmla="*/ 2039861 h 3047670"/>
              <a:gd name="connsiteX1412" fmla="*/ 2453006 w 3044273"/>
              <a:gd name="connsiteY1412" fmla="*/ 2018632 h 3047670"/>
              <a:gd name="connsiteX1413" fmla="*/ 2474235 w 3044273"/>
              <a:gd name="connsiteY1413" fmla="*/ 1997278 h 3047670"/>
              <a:gd name="connsiteX1414" fmla="*/ 1279889 w 3044273"/>
              <a:gd name="connsiteY1414" fmla="*/ 1996271 h 3047670"/>
              <a:gd name="connsiteX1415" fmla="*/ 1280140 w 3044273"/>
              <a:gd name="connsiteY1415" fmla="*/ 1996523 h 3047670"/>
              <a:gd name="connsiteX1416" fmla="*/ 1279889 w 3044273"/>
              <a:gd name="connsiteY1416" fmla="*/ 1996774 h 3047670"/>
              <a:gd name="connsiteX1417" fmla="*/ 1279638 w 3044273"/>
              <a:gd name="connsiteY1417" fmla="*/ 1996523 h 3047670"/>
              <a:gd name="connsiteX1418" fmla="*/ 1279889 w 3044273"/>
              <a:gd name="connsiteY1418" fmla="*/ 1996271 h 3047670"/>
              <a:gd name="connsiteX1419" fmla="*/ 2043504 w 3044273"/>
              <a:gd name="connsiteY1419" fmla="*/ 1989489 h 3047670"/>
              <a:gd name="connsiteX1420" fmla="*/ 2054559 w 3044273"/>
              <a:gd name="connsiteY1420" fmla="*/ 2000543 h 3047670"/>
              <a:gd name="connsiteX1421" fmla="*/ 2043504 w 3044273"/>
              <a:gd name="connsiteY1421" fmla="*/ 2011723 h 3047670"/>
              <a:gd name="connsiteX1422" fmla="*/ 2032449 w 3044273"/>
              <a:gd name="connsiteY1422" fmla="*/ 2000669 h 3047670"/>
              <a:gd name="connsiteX1423" fmla="*/ 2043504 w 3044273"/>
              <a:gd name="connsiteY1423" fmla="*/ 1989489 h 3047670"/>
              <a:gd name="connsiteX1424" fmla="*/ 1003535 w 3044273"/>
              <a:gd name="connsiteY1424" fmla="*/ 1988735 h 3047670"/>
              <a:gd name="connsiteX1425" fmla="*/ 1019363 w 3044273"/>
              <a:gd name="connsiteY1425" fmla="*/ 2004437 h 3047670"/>
              <a:gd name="connsiteX1426" fmla="*/ 1003662 w 3044273"/>
              <a:gd name="connsiteY1426" fmla="*/ 2020139 h 3047670"/>
              <a:gd name="connsiteX1427" fmla="*/ 987834 w 3044273"/>
              <a:gd name="connsiteY1427" fmla="*/ 2004437 h 3047670"/>
              <a:gd name="connsiteX1428" fmla="*/ 1003535 w 3044273"/>
              <a:gd name="connsiteY1428" fmla="*/ 1988735 h 3047670"/>
              <a:gd name="connsiteX1429" fmla="*/ 354234 w 3044273"/>
              <a:gd name="connsiteY1429" fmla="*/ 1983711 h 3047670"/>
              <a:gd name="connsiteX1430" fmla="*/ 360390 w 3044273"/>
              <a:gd name="connsiteY1430" fmla="*/ 1989866 h 3047670"/>
              <a:gd name="connsiteX1431" fmla="*/ 354234 w 3044273"/>
              <a:gd name="connsiteY1431" fmla="*/ 1996021 h 3047670"/>
              <a:gd name="connsiteX1432" fmla="*/ 347954 w 3044273"/>
              <a:gd name="connsiteY1432" fmla="*/ 1989866 h 3047670"/>
              <a:gd name="connsiteX1433" fmla="*/ 354234 w 3044273"/>
              <a:gd name="connsiteY1433" fmla="*/ 1983711 h 3047670"/>
              <a:gd name="connsiteX1434" fmla="*/ 2584776 w 3044273"/>
              <a:gd name="connsiteY1434" fmla="*/ 1981700 h 3047670"/>
              <a:gd name="connsiteX1435" fmla="*/ 2603619 w 3044273"/>
              <a:gd name="connsiteY1435" fmla="*/ 2000417 h 3047670"/>
              <a:gd name="connsiteX1436" fmla="*/ 2584903 w 3044273"/>
              <a:gd name="connsiteY1436" fmla="*/ 2019260 h 3047670"/>
              <a:gd name="connsiteX1437" fmla="*/ 2566060 w 3044273"/>
              <a:gd name="connsiteY1437" fmla="*/ 2000544 h 3047670"/>
              <a:gd name="connsiteX1438" fmla="*/ 2584776 w 3044273"/>
              <a:gd name="connsiteY1438" fmla="*/ 1981700 h 3047670"/>
              <a:gd name="connsiteX1439" fmla="*/ 879807 w 3044273"/>
              <a:gd name="connsiteY1439" fmla="*/ 1974666 h 3047670"/>
              <a:gd name="connsiteX1440" fmla="*/ 899779 w 3044273"/>
              <a:gd name="connsiteY1440" fmla="*/ 1994514 h 3047670"/>
              <a:gd name="connsiteX1441" fmla="*/ 879932 w 3044273"/>
              <a:gd name="connsiteY1441" fmla="*/ 2014486 h 3047670"/>
              <a:gd name="connsiteX1442" fmla="*/ 859959 w 3044273"/>
              <a:gd name="connsiteY1442" fmla="*/ 1994639 h 3047670"/>
              <a:gd name="connsiteX1443" fmla="*/ 879807 w 3044273"/>
              <a:gd name="connsiteY1443" fmla="*/ 1974666 h 3047670"/>
              <a:gd name="connsiteX1444" fmla="*/ 248214 w 3044273"/>
              <a:gd name="connsiteY1444" fmla="*/ 1968889 h 3047670"/>
              <a:gd name="connsiteX1445" fmla="*/ 250224 w 3044273"/>
              <a:gd name="connsiteY1445" fmla="*/ 1970899 h 3047670"/>
              <a:gd name="connsiteX1446" fmla="*/ 248214 w 3044273"/>
              <a:gd name="connsiteY1446" fmla="*/ 1972909 h 3047670"/>
              <a:gd name="connsiteX1447" fmla="*/ 246205 w 3044273"/>
              <a:gd name="connsiteY1447" fmla="*/ 1970899 h 3047670"/>
              <a:gd name="connsiteX1448" fmla="*/ 248214 w 3044273"/>
              <a:gd name="connsiteY1448" fmla="*/ 1968889 h 3047670"/>
              <a:gd name="connsiteX1449" fmla="*/ 2166982 w 3044273"/>
              <a:gd name="connsiteY1449" fmla="*/ 1968261 h 3047670"/>
              <a:gd name="connsiteX1450" fmla="*/ 2188713 w 3044273"/>
              <a:gd name="connsiteY1450" fmla="*/ 1989867 h 3047670"/>
              <a:gd name="connsiteX1451" fmla="*/ 2167107 w 3044273"/>
              <a:gd name="connsiteY1451" fmla="*/ 2011598 h 3047670"/>
              <a:gd name="connsiteX1452" fmla="*/ 2145376 w 3044273"/>
              <a:gd name="connsiteY1452" fmla="*/ 1989992 h 3047670"/>
              <a:gd name="connsiteX1453" fmla="*/ 2166982 w 3044273"/>
              <a:gd name="connsiteY1453" fmla="*/ 1968261 h 3047670"/>
              <a:gd name="connsiteX1454" fmla="*/ 2692808 w 3044273"/>
              <a:gd name="connsiteY1454" fmla="*/ 1961854 h 3047670"/>
              <a:gd name="connsiteX1455" fmla="*/ 2712404 w 3044273"/>
              <a:gd name="connsiteY1455" fmla="*/ 1981200 h 3047670"/>
              <a:gd name="connsiteX1456" fmla="*/ 2692933 w 3044273"/>
              <a:gd name="connsiteY1456" fmla="*/ 2000797 h 3047670"/>
              <a:gd name="connsiteX1457" fmla="*/ 2673337 w 3044273"/>
              <a:gd name="connsiteY1457" fmla="*/ 1981451 h 3047670"/>
              <a:gd name="connsiteX1458" fmla="*/ 2692808 w 3044273"/>
              <a:gd name="connsiteY1458" fmla="*/ 1961854 h 3047670"/>
              <a:gd name="connsiteX1459" fmla="*/ 762357 w 3044273"/>
              <a:gd name="connsiteY1459" fmla="*/ 1957834 h 3047670"/>
              <a:gd name="connsiteX1460" fmla="*/ 785219 w 3044273"/>
              <a:gd name="connsiteY1460" fmla="*/ 1980570 h 3047670"/>
              <a:gd name="connsiteX1461" fmla="*/ 762482 w 3044273"/>
              <a:gd name="connsiteY1461" fmla="*/ 2003432 h 3047670"/>
              <a:gd name="connsiteX1462" fmla="*/ 739621 w 3044273"/>
              <a:gd name="connsiteY1462" fmla="*/ 1980695 h 3047670"/>
              <a:gd name="connsiteX1463" fmla="*/ 762357 w 3044273"/>
              <a:gd name="connsiteY1463" fmla="*/ 1957834 h 3047670"/>
              <a:gd name="connsiteX1464" fmla="*/ 143954 w 3044273"/>
              <a:gd name="connsiteY1464" fmla="*/ 1950172 h 3047670"/>
              <a:gd name="connsiteX1465" fmla="*/ 145085 w 3044273"/>
              <a:gd name="connsiteY1465" fmla="*/ 1951302 h 3047670"/>
              <a:gd name="connsiteX1466" fmla="*/ 143954 w 3044273"/>
              <a:gd name="connsiteY1466" fmla="*/ 1952432 h 3047670"/>
              <a:gd name="connsiteX1467" fmla="*/ 142824 w 3044273"/>
              <a:gd name="connsiteY1467" fmla="*/ 1951302 h 3047670"/>
              <a:gd name="connsiteX1468" fmla="*/ 143954 w 3044273"/>
              <a:gd name="connsiteY1468" fmla="*/ 1950172 h 3047670"/>
              <a:gd name="connsiteX1469" fmla="*/ 2284306 w 3044273"/>
              <a:gd name="connsiteY1469" fmla="*/ 1948162 h 3047670"/>
              <a:gd name="connsiteX1470" fmla="*/ 2311439 w 3044273"/>
              <a:gd name="connsiteY1470" fmla="*/ 1975043 h 3047670"/>
              <a:gd name="connsiteX1471" fmla="*/ 2284558 w 3044273"/>
              <a:gd name="connsiteY1471" fmla="*/ 2002176 h 3047670"/>
              <a:gd name="connsiteX1472" fmla="*/ 2257426 w 3044273"/>
              <a:gd name="connsiteY1472" fmla="*/ 1975295 h 3047670"/>
              <a:gd name="connsiteX1473" fmla="*/ 2284306 w 3044273"/>
              <a:gd name="connsiteY1473" fmla="*/ 1948162 h 3047670"/>
              <a:gd name="connsiteX1474" fmla="*/ 1210801 w 3044273"/>
              <a:gd name="connsiteY1474" fmla="*/ 1946403 h 3047670"/>
              <a:gd name="connsiteX1475" fmla="*/ 1211052 w 3044273"/>
              <a:gd name="connsiteY1475" fmla="*/ 1946655 h 3047670"/>
              <a:gd name="connsiteX1476" fmla="*/ 1210801 w 3044273"/>
              <a:gd name="connsiteY1476" fmla="*/ 1946906 h 3047670"/>
              <a:gd name="connsiteX1477" fmla="*/ 1210550 w 3044273"/>
              <a:gd name="connsiteY1477" fmla="*/ 1946655 h 3047670"/>
              <a:gd name="connsiteX1478" fmla="*/ 1210801 w 3044273"/>
              <a:gd name="connsiteY1478" fmla="*/ 1946403 h 3047670"/>
              <a:gd name="connsiteX1479" fmla="*/ 2798574 w 3044273"/>
              <a:gd name="connsiteY1479" fmla="*/ 1945022 h 3047670"/>
              <a:gd name="connsiteX1480" fmla="*/ 2815280 w 3044273"/>
              <a:gd name="connsiteY1480" fmla="*/ 1961603 h 3047670"/>
              <a:gd name="connsiteX1481" fmla="*/ 2798699 w 3044273"/>
              <a:gd name="connsiteY1481" fmla="*/ 1978310 h 3047670"/>
              <a:gd name="connsiteX1482" fmla="*/ 2781992 w 3044273"/>
              <a:gd name="connsiteY1482" fmla="*/ 1961729 h 3047670"/>
              <a:gd name="connsiteX1483" fmla="*/ 2798574 w 3044273"/>
              <a:gd name="connsiteY1483" fmla="*/ 1945022 h 3047670"/>
              <a:gd name="connsiteX1484" fmla="*/ 1835861 w 3044273"/>
              <a:gd name="connsiteY1484" fmla="*/ 1944143 h 3047670"/>
              <a:gd name="connsiteX1485" fmla="*/ 1836113 w 3044273"/>
              <a:gd name="connsiteY1485" fmla="*/ 1944394 h 3047670"/>
              <a:gd name="connsiteX1486" fmla="*/ 1835861 w 3044273"/>
              <a:gd name="connsiteY1486" fmla="*/ 1944645 h 3047670"/>
              <a:gd name="connsiteX1487" fmla="*/ 1835610 w 3044273"/>
              <a:gd name="connsiteY1487" fmla="*/ 1944394 h 3047670"/>
              <a:gd name="connsiteX1488" fmla="*/ 1835861 w 3044273"/>
              <a:gd name="connsiteY1488" fmla="*/ 1944143 h 3047670"/>
              <a:gd name="connsiteX1489" fmla="*/ 649680 w 3044273"/>
              <a:gd name="connsiteY1489" fmla="*/ 1943388 h 3047670"/>
              <a:gd name="connsiteX1490" fmla="*/ 670783 w 3044273"/>
              <a:gd name="connsiteY1490" fmla="*/ 1964366 h 3047670"/>
              <a:gd name="connsiteX1491" fmla="*/ 649805 w 3044273"/>
              <a:gd name="connsiteY1491" fmla="*/ 1985468 h 3047670"/>
              <a:gd name="connsiteX1492" fmla="*/ 628702 w 3044273"/>
              <a:gd name="connsiteY1492" fmla="*/ 1964491 h 3047670"/>
              <a:gd name="connsiteX1493" fmla="*/ 649680 w 3044273"/>
              <a:gd name="connsiteY1493" fmla="*/ 1943388 h 3047670"/>
              <a:gd name="connsiteX1494" fmla="*/ 1077523 w 3044273"/>
              <a:gd name="connsiteY1494" fmla="*/ 1939871 h 3047670"/>
              <a:gd name="connsiteX1495" fmla="*/ 1082422 w 3044273"/>
              <a:gd name="connsiteY1495" fmla="*/ 1944771 h 3047670"/>
              <a:gd name="connsiteX1496" fmla="*/ 1077650 w 3044273"/>
              <a:gd name="connsiteY1496" fmla="*/ 1949671 h 3047670"/>
              <a:gd name="connsiteX1497" fmla="*/ 1072751 w 3044273"/>
              <a:gd name="connsiteY1497" fmla="*/ 1944896 h 3047670"/>
              <a:gd name="connsiteX1498" fmla="*/ 1077523 w 3044273"/>
              <a:gd name="connsiteY1498" fmla="*/ 1939871 h 3047670"/>
              <a:gd name="connsiteX1499" fmla="*/ 1969012 w 3044273"/>
              <a:gd name="connsiteY1499" fmla="*/ 1936229 h 3047670"/>
              <a:gd name="connsiteX1500" fmla="*/ 1974289 w 3044273"/>
              <a:gd name="connsiteY1500" fmla="*/ 1941504 h 3047670"/>
              <a:gd name="connsiteX1501" fmla="*/ 1969012 w 3044273"/>
              <a:gd name="connsiteY1501" fmla="*/ 1946906 h 3047670"/>
              <a:gd name="connsiteX1502" fmla="*/ 1963737 w 3044273"/>
              <a:gd name="connsiteY1502" fmla="*/ 1941631 h 3047670"/>
              <a:gd name="connsiteX1503" fmla="*/ 1969012 w 3044273"/>
              <a:gd name="connsiteY1503" fmla="*/ 1936229 h 3047670"/>
              <a:gd name="connsiteX1504" fmla="*/ 2396984 w 3044273"/>
              <a:gd name="connsiteY1504" fmla="*/ 1931456 h 3047670"/>
              <a:gd name="connsiteX1505" fmla="*/ 2423615 w 3044273"/>
              <a:gd name="connsiteY1505" fmla="*/ 1957961 h 3047670"/>
              <a:gd name="connsiteX1506" fmla="*/ 2397109 w 3044273"/>
              <a:gd name="connsiteY1506" fmla="*/ 1984591 h 3047670"/>
              <a:gd name="connsiteX1507" fmla="*/ 2370478 w 3044273"/>
              <a:gd name="connsiteY1507" fmla="*/ 1958086 h 3047670"/>
              <a:gd name="connsiteX1508" fmla="*/ 2396984 w 3044273"/>
              <a:gd name="connsiteY1508" fmla="*/ 1931456 h 3047670"/>
              <a:gd name="connsiteX1509" fmla="*/ 2902584 w 3044273"/>
              <a:gd name="connsiteY1509" fmla="*/ 1930953 h 3047670"/>
              <a:gd name="connsiteX1510" fmla="*/ 2913010 w 3044273"/>
              <a:gd name="connsiteY1510" fmla="*/ 1941379 h 3047670"/>
              <a:gd name="connsiteX1511" fmla="*/ 2902710 w 3044273"/>
              <a:gd name="connsiteY1511" fmla="*/ 1951805 h 3047670"/>
              <a:gd name="connsiteX1512" fmla="*/ 2892283 w 3044273"/>
              <a:gd name="connsiteY1512" fmla="*/ 1941379 h 3047670"/>
              <a:gd name="connsiteX1513" fmla="*/ 2902584 w 3044273"/>
              <a:gd name="connsiteY1513" fmla="*/ 1930953 h 3047670"/>
              <a:gd name="connsiteX1514" fmla="*/ 540395 w 3044273"/>
              <a:gd name="connsiteY1514" fmla="*/ 1930701 h 3047670"/>
              <a:gd name="connsiteX1515" fmla="*/ 556349 w 3044273"/>
              <a:gd name="connsiteY1515" fmla="*/ 1946530 h 3047670"/>
              <a:gd name="connsiteX1516" fmla="*/ 540395 w 3044273"/>
              <a:gd name="connsiteY1516" fmla="*/ 1962482 h 3047670"/>
              <a:gd name="connsiteX1517" fmla="*/ 524441 w 3044273"/>
              <a:gd name="connsiteY1517" fmla="*/ 1946655 h 3047670"/>
              <a:gd name="connsiteX1518" fmla="*/ 540395 w 3044273"/>
              <a:gd name="connsiteY1518" fmla="*/ 1930701 h 3047670"/>
              <a:gd name="connsiteX1519" fmla="*/ 954546 w 3044273"/>
              <a:gd name="connsiteY1519" fmla="*/ 1922661 h 3047670"/>
              <a:gd name="connsiteX1520" fmla="*/ 966731 w 3044273"/>
              <a:gd name="connsiteY1520" fmla="*/ 1934720 h 3047670"/>
              <a:gd name="connsiteX1521" fmla="*/ 954546 w 3044273"/>
              <a:gd name="connsiteY1521" fmla="*/ 1946905 h 3047670"/>
              <a:gd name="connsiteX1522" fmla="*/ 942362 w 3044273"/>
              <a:gd name="connsiteY1522" fmla="*/ 1934720 h 3047670"/>
              <a:gd name="connsiteX1523" fmla="*/ 954546 w 3044273"/>
              <a:gd name="connsiteY1523" fmla="*/ 1922661 h 3047670"/>
              <a:gd name="connsiteX1524" fmla="*/ 433747 w 3044273"/>
              <a:gd name="connsiteY1524" fmla="*/ 1921657 h 3047670"/>
              <a:gd name="connsiteX1525" fmla="*/ 439902 w 3044273"/>
              <a:gd name="connsiteY1525" fmla="*/ 1927812 h 3047670"/>
              <a:gd name="connsiteX1526" fmla="*/ 433747 w 3044273"/>
              <a:gd name="connsiteY1526" fmla="*/ 1933968 h 3047670"/>
              <a:gd name="connsiteX1527" fmla="*/ 427466 w 3044273"/>
              <a:gd name="connsiteY1527" fmla="*/ 1927812 h 3047670"/>
              <a:gd name="connsiteX1528" fmla="*/ 433747 w 3044273"/>
              <a:gd name="connsiteY1528" fmla="*/ 1921657 h 3047670"/>
              <a:gd name="connsiteX1529" fmla="*/ 3005208 w 3044273"/>
              <a:gd name="connsiteY1529" fmla="*/ 1917512 h 3047670"/>
              <a:gd name="connsiteX1530" fmla="*/ 3008601 w 3044273"/>
              <a:gd name="connsiteY1530" fmla="*/ 1920778 h 3047670"/>
              <a:gd name="connsiteX1531" fmla="*/ 3005334 w 3044273"/>
              <a:gd name="connsiteY1531" fmla="*/ 1924045 h 3047670"/>
              <a:gd name="connsiteX1532" fmla="*/ 3002068 w 3044273"/>
              <a:gd name="connsiteY1532" fmla="*/ 1920778 h 3047670"/>
              <a:gd name="connsiteX1533" fmla="*/ 3005208 w 3044273"/>
              <a:gd name="connsiteY1533" fmla="*/ 1917512 h 3047670"/>
              <a:gd name="connsiteX1534" fmla="*/ 2091990 w 3044273"/>
              <a:gd name="connsiteY1534" fmla="*/ 1916381 h 3047670"/>
              <a:gd name="connsiteX1535" fmla="*/ 2106186 w 3044273"/>
              <a:gd name="connsiteY1535" fmla="*/ 1930450 h 3047670"/>
              <a:gd name="connsiteX1536" fmla="*/ 2092117 w 3044273"/>
              <a:gd name="connsiteY1536" fmla="*/ 1944646 h 3047670"/>
              <a:gd name="connsiteX1537" fmla="*/ 2077922 w 3044273"/>
              <a:gd name="connsiteY1537" fmla="*/ 1930577 h 3047670"/>
              <a:gd name="connsiteX1538" fmla="*/ 2091990 w 3044273"/>
              <a:gd name="connsiteY1538" fmla="*/ 1916381 h 3047670"/>
              <a:gd name="connsiteX1539" fmla="*/ 2506142 w 3044273"/>
              <a:gd name="connsiteY1539" fmla="*/ 1915754 h 3047670"/>
              <a:gd name="connsiteX1540" fmla="*/ 2529883 w 3044273"/>
              <a:gd name="connsiteY1540" fmla="*/ 1939370 h 3047670"/>
              <a:gd name="connsiteX1541" fmla="*/ 2506267 w 3044273"/>
              <a:gd name="connsiteY1541" fmla="*/ 1963111 h 3047670"/>
              <a:gd name="connsiteX1542" fmla="*/ 2482526 w 3044273"/>
              <a:gd name="connsiteY1542" fmla="*/ 1939495 h 3047670"/>
              <a:gd name="connsiteX1543" fmla="*/ 2506142 w 3044273"/>
              <a:gd name="connsiteY1543" fmla="*/ 1915754 h 3047670"/>
              <a:gd name="connsiteX1544" fmla="*/ 329111 w 3044273"/>
              <a:gd name="connsiteY1544" fmla="*/ 1904574 h 3047670"/>
              <a:gd name="connsiteX1545" fmla="*/ 332879 w 3044273"/>
              <a:gd name="connsiteY1545" fmla="*/ 1908343 h 3047670"/>
              <a:gd name="connsiteX1546" fmla="*/ 329111 w 3044273"/>
              <a:gd name="connsiteY1546" fmla="*/ 1912111 h 3047670"/>
              <a:gd name="connsiteX1547" fmla="*/ 325342 w 3044273"/>
              <a:gd name="connsiteY1547" fmla="*/ 1908343 h 3047670"/>
              <a:gd name="connsiteX1548" fmla="*/ 329111 w 3044273"/>
              <a:gd name="connsiteY1548" fmla="*/ 1904574 h 3047670"/>
              <a:gd name="connsiteX1549" fmla="*/ 838352 w 3044273"/>
              <a:gd name="connsiteY1549" fmla="*/ 1900177 h 3047670"/>
              <a:gd name="connsiteX1550" fmla="*/ 858325 w 3044273"/>
              <a:gd name="connsiteY1550" fmla="*/ 1920025 h 3047670"/>
              <a:gd name="connsiteX1551" fmla="*/ 838478 w 3044273"/>
              <a:gd name="connsiteY1551" fmla="*/ 1939997 h 3047670"/>
              <a:gd name="connsiteX1552" fmla="*/ 818505 w 3044273"/>
              <a:gd name="connsiteY1552" fmla="*/ 1920150 h 3047670"/>
              <a:gd name="connsiteX1553" fmla="*/ 838352 w 3044273"/>
              <a:gd name="connsiteY1553" fmla="*/ 1900177 h 3047670"/>
              <a:gd name="connsiteX1554" fmla="*/ 2612664 w 3044273"/>
              <a:gd name="connsiteY1554" fmla="*/ 1899172 h 3047670"/>
              <a:gd name="connsiteX1555" fmla="*/ 2633518 w 3044273"/>
              <a:gd name="connsiteY1555" fmla="*/ 1919898 h 3047670"/>
              <a:gd name="connsiteX1556" fmla="*/ 2612791 w 3044273"/>
              <a:gd name="connsiteY1556" fmla="*/ 1940751 h 3047670"/>
              <a:gd name="connsiteX1557" fmla="*/ 2591937 w 3044273"/>
              <a:gd name="connsiteY1557" fmla="*/ 1920025 h 3047670"/>
              <a:gd name="connsiteX1558" fmla="*/ 2612664 w 3044273"/>
              <a:gd name="connsiteY1558" fmla="*/ 1899172 h 3047670"/>
              <a:gd name="connsiteX1559" fmla="*/ 2207933 w 3044273"/>
              <a:gd name="connsiteY1559" fmla="*/ 1893520 h 3047670"/>
              <a:gd name="connsiteX1560" fmla="*/ 2229664 w 3044273"/>
              <a:gd name="connsiteY1560" fmla="*/ 1915126 h 3047670"/>
              <a:gd name="connsiteX1561" fmla="*/ 2208058 w 3044273"/>
              <a:gd name="connsiteY1561" fmla="*/ 1936857 h 3047670"/>
              <a:gd name="connsiteX1562" fmla="*/ 2186327 w 3044273"/>
              <a:gd name="connsiteY1562" fmla="*/ 1915251 h 3047670"/>
              <a:gd name="connsiteX1563" fmla="*/ 2207933 w 3044273"/>
              <a:gd name="connsiteY1563" fmla="*/ 1893520 h 3047670"/>
              <a:gd name="connsiteX1564" fmla="*/ 1151635 w 3044273"/>
              <a:gd name="connsiteY1564" fmla="*/ 1885103 h 3047670"/>
              <a:gd name="connsiteX1565" fmla="*/ 1151887 w 3044273"/>
              <a:gd name="connsiteY1565" fmla="*/ 1885354 h 3047670"/>
              <a:gd name="connsiteX1566" fmla="*/ 1151635 w 3044273"/>
              <a:gd name="connsiteY1566" fmla="*/ 1885605 h 3047670"/>
              <a:gd name="connsiteX1567" fmla="*/ 1151385 w 3044273"/>
              <a:gd name="connsiteY1567" fmla="*/ 1885354 h 3047670"/>
              <a:gd name="connsiteX1568" fmla="*/ 1151635 w 3044273"/>
              <a:gd name="connsiteY1568" fmla="*/ 1885103 h 3047670"/>
              <a:gd name="connsiteX1569" fmla="*/ 226232 w 3044273"/>
              <a:gd name="connsiteY1569" fmla="*/ 1885103 h 3047670"/>
              <a:gd name="connsiteX1570" fmla="*/ 229497 w 3044273"/>
              <a:gd name="connsiteY1570" fmla="*/ 1888368 h 3047670"/>
              <a:gd name="connsiteX1571" fmla="*/ 226232 w 3044273"/>
              <a:gd name="connsiteY1571" fmla="*/ 1891760 h 3047670"/>
              <a:gd name="connsiteX1572" fmla="*/ 222965 w 3044273"/>
              <a:gd name="connsiteY1572" fmla="*/ 1888495 h 3047670"/>
              <a:gd name="connsiteX1573" fmla="*/ 226232 w 3044273"/>
              <a:gd name="connsiteY1573" fmla="*/ 1885103 h 3047670"/>
              <a:gd name="connsiteX1574" fmla="*/ 1894525 w 3044273"/>
              <a:gd name="connsiteY1574" fmla="*/ 1882340 h 3047670"/>
              <a:gd name="connsiteX1575" fmla="*/ 1894776 w 3044273"/>
              <a:gd name="connsiteY1575" fmla="*/ 1882591 h 3047670"/>
              <a:gd name="connsiteX1576" fmla="*/ 1894525 w 3044273"/>
              <a:gd name="connsiteY1576" fmla="*/ 1882842 h 3047670"/>
              <a:gd name="connsiteX1577" fmla="*/ 1894273 w 3044273"/>
              <a:gd name="connsiteY1577" fmla="*/ 1882591 h 3047670"/>
              <a:gd name="connsiteX1578" fmla="*/ 1894525 w 3044273"/>
              <a:gd name="connsiteY1578" fmla="*/ 1882340 h 3047670"/>
              <a:gd name="connsiteX1579" fmla="*/ 2717175 w 3044273"/>
              <a:gd name="connsiteY1579" fmla="*/ 1880330 h 3047670"/>
              <a:gd name="connsiteX1580" fmla="*/ 2736645 w 3044273"/>
              <a:gd name="connsiteY1580" fmla="*/ 1899674 h 3047670"/>
              <a:gd name="connsiteX1581" fmla="*/ 2717300 w 3044273"/>
              <a:gd name="connsiteY1581" fmla="*/ 1919270 h 3047670"/>
              <a:gd name="connsiteX1582" fmla="*/ 2697704 w 3044273"/>
              <a:gd name="connsiteY1582" fmla="*/ 1899801 h 3047670"/>
              <a:gd name="connsiteX1583" fmla="*/ 2717175 w 3044273"/>
              <a:gd name="connsiteY1583" fmla="*/ 1880330 h 3047670"/>
              <a:gd name="connsiteX1584" fmla="*/ 726931 w 3044273"/>
              <a:gd name="connsiteY1584" fmla="*/ 1878195 h 3047670"/>
              <a:gd name="connsiteX1585" fmla="*/ 752053 w 3044273"/>
              <a:gd name="connsiteY1585" fmla="*/ 1903066 h 3047670"/>
              <a:gd name="connsiteX1586" fmla="*/ 727183 w 3044273"/>
              <a:gd name="connsiteY1586" fmla="*/ 1928189 h 3047670"/>
              <a:gd name="connsiteX1587" fmla="*/ 702061 w 3044273"/>
              <a:gd name="connsiteY1587" fmla="*/ 1903192 h 3047670"/>
              <a:gd name="connsiteX1588" fmla="*/ 726931 w 3044273"/>
              <a:gd name="connsiteY1588" fmla="*/ 1878195 h 3047670"/>
              <a:gd name="connsiteX1589" fmla="*/ 2319226 w 3044273"/>
              <a:gd name="connsiteY1589" fmla="*/ 1872039 h 3047670"/>
              <a:gd name="connsiteX1590" fmla="*/ 2344474 w 3044273"/>
              <a:gd name="connsiteY1590" fmla="*/ 1897162 h 3047670"/>
              <a:gd name="connsiteX1591" fmla="*/ 2319351 w 3044273"/>
              <a:gd name="connsiteY1591" fmla="*/ 1922536 h 3047670"/>
              <a:gd name="connsiteX1592" fmla="*/ 2293978 w 3044273"/>
              <a:gd name="connsiteY1592" fmla="*/ 1897413 h 3047670"/>
              <a:gd name="connsiteX1593" fmla="*/ 2319226 w 3044273"/>
              <a:gd name="connsiteY1593" fmla="*/ 1872039 h 3047670"/>
              <a:gd name="connsiteX1594" fmla="*/ 1029413 w 3044273"/>
              <a:gd name="connsiteY1594" fmla="*/ 1871412 h 3047670"/>
              <a:gd name="connsiteX1595" fmla="*/ 1032554 w 3044273"/>
              <a:gd name="connsiteY1595" fmla="*/ 1874552 h 3047670"/>
              <a:gd name="connsiteX1596" fmla="*/ 1029413 w 3044273"/>
              <a:gd name="connsiteY1596" fmla="*/ 1877694 h 3047670"/>
              <a:gd name="connsiteX1597" fmla="*/ 1026273 w 3044273"/>
              <a:gd name="connsiteY1597" fmla="*/ 1874679 h 3047670"/>
              <a:gd name="connsiteX1598" fmla="*/ 1029413 w 3044273"/>
              <a:gd name="connsiteY1598" fmla="*/ 1871412 h 3047670"/>
              <a:gd name="connsiteX1599" fmla="*/ 2016745 w 3044273"/>
              <a:gd name="connsiteY1599" fmla="*/ 1869276 h 3047670"/>
              <a:gd name="connsiteX1600" fmla="*/ 2018505 w 3044273"/>
              <a:gd name="connsiteY1600" fmla="*/ 1871034 h 3047670"/>
              <a:gd name="connsiteX1601" fmla="*/ 2016745 w 3044273"/>
              <a:gd name="connsiteY1601" fmla="*/ 1872793 h 3047670"/>
              <a:gd name="connsiteX1602" fmla="*/ 2014987 w 3044273"/>
              <a:gd name="connsiteY1602" fmla="*/ 1871034 h 3047670"/>
              <a:gd name="connsiteX1603" fmla="*/ 2016745 w 3044273"/>
              <a:gd name="connsiteY1603" fmla="*/ 1869276 h 3047670"/>
              <a:gd name="connsiteX1604" fmla="*/ 124610 w 3044273"/>
              <a:gd name="connsiteY1604" fmla="*/ 1866512 h 3047670"/>
              <a:gd name="connsiteX1605" fmla="*/ 126368 w 3044273"/>
              <a:gd name="connsiteY1605" fmla="*/ 1868270 h 3047670"/>
              <a:gd name="connsiteX1606" fmla="*/ 124610 w 3044273"/>
              <a:gd name="connsiteY1606" fmla="*/ 1870029 h 3047670"/>
              <a:gd name="connsiteX1607" fmla="*/ 122851 w 3044273"/>
              <a:gd name="connsiteY1607" fmla="*/ 1868270 h 3047670"/>
              <a:gd name="connsiteX1608" fmla="*/ 124610 w 3044273"/>
              <a:gd name="connsiteY1608" fmla="*/ 1866512 h 3047670"/>
              <a:gd name="connsiteX1609" fmla="*/ 619406 w 3044273"/>
              <a:gd name="connsiteY1609" fmla="*/ 1865382 h 3047670"/>
              <a:gd name="connsiteX1610" fmla="*/ 638752 w 3044273"/>
              <a:gd name="connsiteY1610" fmla="*/ 1884601 h 3047670"/>
              <a:gd name="connsiteX1611" fmla="*/ 619533 w 3044273"/>
              <a:gd name="connsiteY1611" fmla="*/ 1903947 h 3047670"/>
              <a:gd name="connsiteX1612" fmla="*/ 600187 w 3044273"/>
              <a:gd name="connsiteY1612" fmla="*/ 1884727 h 3047670"/>
              <a:gd name="connsiteX1613" fmla="*/ 619406 w 3044273"/>
              <a:gd name="connsiteY1613" fmla="*/ 1865382 h 3047670"/>
              <a:gd name="connsiteX1614" fmla="*/ 2819803 w 3044273"/>
              <a:gd name="connsiteY1614" fmla="*/ 1865004 h 3047670"/>
              <a:gd name="connsiteX1615" fmla="*/ 2833997 w 3044273"/>
              <a:gd name="connsiteY1615" fmla="*/ 1879073 h 3047670"/>
              <a:gd name="connsiteX1616" fmla="*/ 2819928 w 3044273"/>
              <a:gd name="connsiteY1616" fmla="*/ 1893269 h 3047670"/>
              <a:gd name="connsiteX1617" fmla="*/ 2805734 w 3044273"/>
              <a:gd name="connsiteY1617" fmla="*/ 1879200 h 3047670"/>
              <a:gd name="connsiteX1618" fmla="*/ 2819803 w 3044273"/>
              <a:gd name="connsiteY1618" fmla="*/ 1865004 h 3047670"/>
              <a:gd name="connsiteX1619" fmla="*/ 2921300 w 3044273"/>
              <a:gd name="connsiteY1619" fmla="*/ 1853072 h 3047670"/>
              <a:gd name="connsiteX1620" fmla="*/ 2926449 w 3044273"/>
              <a:gd name="connsiteY1620" fmla="*/ 1858097 h 3047670"/>
              <a:gd name="connsiteX1621" fmla="*/ 2921300 w 3044273"/>
              <a:gd name="connsiteY1621" fmla="*/ 1863246 h 3047670"/>
              <a:gd name="connsiteX1622" fmla="*/ 2916275 w 3044273"/>
              <a:gd name="connsiteY1622" fmla="*/ 1858222 h 3047670"/>
              <a:gd name="connsiteX1623" fmla="*/ 2921300 w 3044273"/>
              <a:gd name="connsiteY1623" fmla="*/ 1853072 h 3047670"/>
              <a:gd name="connsiteX1624" fmla="*/ 514268 w 3044273"/>
              <a:gd name="connsiteY1624" fmla="*/ 1851815 h 3047670"/>
              <a:gd name="connsiteX1625" fmla="*/ 527834 w 3044273"/>
              <a:gd name="connsiteY1625" fmla="*/ 1865256 h 3047670"/>
              <a:gd name="connsiteX1626" fmla="*/ 514393 w 3044273"/>
              <a:gd name="connsiteY1626" fmla="*/ 1878821 h 3047670"/>
              <a:gd name="connsiteX1627" fmla="*/ 500827 w 3044273"/>
              <a:gd name="connsiteY1627" fmla="*/ 1865381 h 3047670"/>
              <a:gd name="connsiteX1628" fmla="*/ 514268 w 3044273"/>
              <a:gd name="connsiteY1628" fmla="*/ 1851815 h 3047670"/>
              <a:gd name="connsiteX1629" fmla="*/ 2426754 w 3044273"/>
              <a:gd name="connsiteY1629" fmla="*/ 1849931 h 3047670"/>
              <a:gd name="connsiteX1630" fmla="*/ 2454892 w 3044273"/>
              <a:gd name="connsiteY1630" fmla="*/ 1877944 h 3047670"/>
              <a:gd name="connsiteX1631" fmla="*/ 2426879 w 3044273"/>
              <a:gd name="connsiteY1631" fmla="*/ 1906206 h 3047670"/>
              <a:gd name="connsiteX1632" fmla="*/ 2398617 w 3044273"/>
              <a:gd name="connsiteY1632" fmla="*/ 1878194 h 3047670"/>
              <a:gd name="connsiteX1633" fmla="*/ 2426754 w 3044273"/>
              <a:gd name="connsiteY1633" fmla="*/ 1849931 h 3047670"/>
              <a:gd name="connsiteX1634" fmla="*/ 2131057 w 3044273"/>
              <a:gd name="connsiteY1634" fmla="*/ 1846917 h 3047670"/>
              <a:gd name="connsiteX1635" fmla="*/ 2138846 w 3044273"/>
              <a:gd name="connsiteY1635" fmla="*/ 1854705 h 3047670"/>
              <a:gd name="connsiteX1636" fmla="*/ 2131183 w 3044273"/>
              <a:gd name="connsiteY1636" fmla="*/ 1862493 h 3047670"/>
              <a:gd name="connsiteX1637" fmla="*/ 2123394 w 3044273"/>
              <a:gd name="connsiteY1637" fmla="*/ 1854831 h 3047670"/>
              <a:gd name="connsiteX1638" fmla="*/ 2131057 w 3044273"/>
              <a:gd name="connsiteY1638" fmla="*/ 1846917 h 3047670"/>
              <a:gd name="connsiteX1639" fmla="*/ 24117 w 3044273"/>
              <a:gd name="connsiteY1639" fmla="*/ 1846539 h 3047670"/>
              <a:gd name="connsiteX1640" fmla="*/ 25500 w 3044273"/>
              <a:gd name="connsiteY1640" fmla="*/ 1847921 h 3047670"/>
              <a:gd name="connsiteX1641" fmla="*/ 24117 w 3044273"/>
              <a:gd name="connsiteY1641" fmla="*/ 1849303 h 3047670"/>
              <a:gd name="connsiteX1642" fmla="*/ 22862 w 3044273"/>
              <a:gd name="connsiteY1642" fmla="*/ 1847921 h 3047670"/>
              <a:gd name="connsiteX1643" fmla="*/ 24117 w 3044273"/>
              <a:gd name="connsiteY1643" fmla="*/ 1846539 h 3047670"/>
              <a:gd name="connsiteX1644" fmla="*/ 914727 w 3044273"/>
              <a:gd name="connsiteY1644" fmla="*/ 1839254 h 3047670"/>
              <a:gd name="connsiteX1645" fmla="*/ 934699 w 3044273"/>
              <a:gd name="connsiteY1645" fmla="*/ 1859102 h 3047670"/>
              <a:gd name="connsiteX1646" fmla="*/ 914852 w 3044273"/>
              <a:gd name="connsiteY1646" fmla="*/ 1879074 h 3047670"/>
              <a:gd name="connsiteX1647" fmla="*/ 894879 w 3044273"/>
              <a:gd name="connsiteY1647" fmla="*/ 1859227 h 3047670"/>
              <a:gd name="connsiteX1648" fmla="*/ 914727 w 3044273"/>
              <a:gd name="connsiteY1648" fmla="*/ 1839254 h 3047670"/>
              <a:gd name="connsiteX1649" fmla="*/ 411263 w 3044273"/>
              <a:gd name="connsiteY1649" fmla="*/ 1837369 h 3047670"/>
              <a:gd name="connsiteX1650" fmla="*/ 419428 w 3044273"/>
              <a:gd name="connsiteY1650" fmla="*/ 1845534 h 3047670"/>
              <a:gd name="connsiteX1651" fmla="*/ 411263 w 3044273"/>
              <a:gd name="connsiteY1651" fmla="*/ 1853699 h 3047670"/>
              <a:gd name="connsiteX1652" fmla="*/ 403098 w 3044273"/>
              <a:gd name="connsiteY1652" fmla="*/ 1845534 h 3047670"/>
              <a:gd name="connsiteX1653" fmla="*/ 411263 w 3044273"/>
              <a:gd name="connsiteY1653" fmla="*/ 1837369 h 3047670"/>
              <a:gd name="connsiteX1654" fmla="*/ 3021790 w 3044273"/>
              <a:gd name="connsiteY1654" fmla="*/ 1835737 h 3047670"/>
              <a:gd name="connsiteX1655" fmla="*/ 3023173 w 3044273"/>
              <a:gd name="connsiteY1655" fmla="*/ 1836994 h 3047670"/>
              <a:gd name="connsiteX1656" fmla="*/ 3021790 w 3044273"/>
              <a:gd name="connsiteY1656" fmla="*/ 1838375 h 3047670"/>
              <a:gd name="connsiteX1657" fmla="*/ 3020408 w 3044273"/>
              <a:gd name="connsiteY1657" fmla="*/ 1836994 h 3047670"/>
              <a:gd name="connsiteX1658" fmla="*/ 3021790 w 3044273"/>
              <a:gd name="connsiteY1658" fmla="*/ 1835737 h 3047670"/>
              <a:gd name="connsiteX1659" fmla="*/ 2531517 w 3044273"/>
              <a:gd name="connsiteY1659" fmla="*/ 1835235 h 3047670"/>
              <a:gd name="connsiteX1660" fmla="*/ 2554380 w 3044273"/>
              <a:gd name="connsiteY1660" fmla="*/ 1857971 h 3047670"/>
              <a:gd name="connsiteX1661" fmla="*/ 2531642 w 3044273"/>
              <a:gd name="connsiteY1661" fmla="*/ 1880833 h 3047670"/>
              <a:gd name="connsiteX1662" fmla="*/ 2508781 w 3044273"/>
              <a:gd name="connsiteY1662" fmla="*/ 1858096 h 3047670"/>
              <a:gd name="connsiteX1663" fmla="*/ 2531517 w 3044273"/>
              <a:gd name="connsiteY1663" fmla="*/ 1835235 h 3047670"/>
              <a:gd name="connsiteX1664" fmla="*/ 309892 w 3044273"/>
              <a:gd name="connsiteY1664" fmla="*/ 1819783 h 3047670"/>
              <a:gd name="connsiteX1665" fmla="*/ 315419 w 3044273"/>
              <a:gd name="connsiteY1665" fmla="*/ 1825310 h 3047670"/>
              <a:gd name="connsiteX1666" fmla="*/ 309892 w 3044273"/>
              <a:gd name="connsiteY1666" fmla="*/ 1830837 h 3047670"/>
              <a:gd name="connsiteX1667" fmla="*/ 304365 w 3044273"/>
              <a:gd name="connsiteY1667" fmla="*/ 1825310 h 3047670"/>
              <a:gd name="connsiteX1668" fmla="*/ 309892 w 3044273"/>
              <a:gd name="connsiteY1668" fmla="*/ 1819783 h 3047670"/>
              <a:gd name="connsiteX1669" fmla="*/ 2240216 w 3044273"/>
              <a:gd name="connsiteY1669" fmla="*/ 1819532 h 3047670"/>
              <a:gd name="connsiteX1670" fmla="*/ 2257049 w 3044273"/>
              <a:gd name="connsiteY1670" fmla="*/ 1836239 h 3047670"/>
              <a:gd name="connsiteX1671" fmla="*/ 2240343 w 3044273"/>
              <a:gd name="connsiteY1671" fmla="*/ 1853072 h 3047670"/>
              <a:gd name="connsiteX1672" fmla="*/ 2223509 w 3044273"/>
              <a:gd name="connsiteY1672" fmla="*/ 1836365 h 3047670"/>
              <a:gd name="connsiteX1673" fmla="*/ 2240216 w 3044273"/>
              <a:gd name="connsiteY1673" fmla="*/ 1819532 h 3047670"/>
              <a:gd name="connsiteX1674" fmla="*/ 805316 w 3044273"/>
              <a:gd name="connsiteY1674" fmla="*/ 1816392 h 3047670"/>
              <a:gd name="connsiteX1675" fmla="*/ 830438 w 3044273"/>
              <a:gd name="connsiteY1675" fmla="*/ 1841263 h 3047670"/>
              <a:gd name="connsiteX1676" fmla="*/ 805568 w 3044273"/>
              <a:gd name="connsiteY1676" fmla="*/ 1866386 h 3047670"/>
              <a:gd name="connsiteX1677" fmla="*/ 780446 w 3044273"/>
              <a:gd name="connsiteY1677" fmla="*/ 1841515 h 3047670"/>
              <a:gd name="connsiteX1678" fmla="*/ 805316 w 3044273"/>
              <a:gd name="connsiteY1678" fmla="*/ 1816392 h 3047670"/>
              <a:gd name="connsiteX1679" fmla="*/ 2634397 w 3044273"/>
              <a:gd name="connsiteY1679" fmla="*/ 1815890 h 3047670"/>
              <a:gd name="connsiteX1680" fmla="*/ 2656128 w 3044273"/>
              <a:gd name="connsiteY1680" fmla="*/ 1837496 h 3047670"/>
              <a:gd name="connsiteX1681" fmla="*/ 2634522 w 3044273"/>
              <a:gd name="connsiteY1681" fmla="*/ 1859227 h 3047670"/>
              <a:gd name="connsiteX1682" fmla="*/ 2612791 w 3044273"/>
              <a:gd name="connsiteY1682" fmla="*/ 1837621 h 3047670"/>
              <a:gd name="connsiteX1683" fmla="*/ 2634397 w 3044273"/>
              <a:gd name="connsiteY1683" fmla="*/ 1815890 h 3047670"/>
              <a:gd name="connsiteX1684" fmla="*/ 1104532 w 3044273"/>
              <a:gd name="connsiteY1684" fmla="*/ 1811241 h 3047670"/>
              <a:gd name="connsiteX1685" fmla="*/ 1107673 w 3044273"/>
              <a:gd name="connsiteY1685" fmla="*/ 1814381 h 3047670"/>
              <a:gd name="connsiteX1686" fmla="*/ 1104532 w 3044273"/>
              <a:gd name="connsiteY1686" fmla="*/ 1817522 h 3047670"/>
              <a:gd name="connsiteX1687" fmla="*/ 1101392 w 3044273"/>
              <a:gd name="connsiteY1687" fmla="*/ 1814381 h 3047670"/>
              <a:gd name="connsiteX1688" fmla="*/ 1104532 w 3044273"/>
              <a:gd name="connsiteY1688" fmla="*/ 1811241 h 3047670"/>
              <a:gd name="connsiteX1689" fmla="*/ 1941253 w 3044273"/>
              <a:gd name="connsiteY1689" fmla="*/ 1811116 h 3047670"/>
              <a:gd name="connsiteX1690" fmla="*/ 1941505 w 3044273"/>
              <a:gd name="connsiteY1690" fmla="*/ 1811368 h 3047670"/>
              <a:gd name="connsiteX1691" fmla="*/ 1941253 w 3044273"/>
              <a:gd name="connsiteY1691" fmla="*/ 1811619 h 3047670"/>
              <a:gd name="connsiteX1692" fmla="*/ 1941002 w 3044273"/>
              <a:gd name="connsiteY1692" fmla="*/ 1811368 h 3047670"/>
              <a:gd name="connsiteX1693" fmla="*/ 1941253 w 3044273"/>
              <a:gd name="connsiteY1693" fmla="*/ 1811116 h 3047670"/>
              <a:gd name="connsiteX1694" fmla="*/ 209652 w 3044273"/>
              <a:gd name="connsiteY1694" fmla="*/ 1799937 h 3047670"/>
              <a:gd name="connsiteX1695" fmla="*/ 214551 w 3044273"/>
              <a:gd name="connsiteY1695" fmla="*/ 1804836 h 3047670"/>
              <a:gd name="connsiteX1696" fmla="*/ 209652 w 3044273"/>
              <a:gd name="connsiteY1696" fmla="*/ 1809735 h 3047670"/>
              <a:gd name="connsiteX1697" fmla="*/ 204753 w 3044273"/>
              <a:gd name="connsiteY1697" fmla="*/ 1804836 h 3047670"/>
              <a:gd name="connsiteX1698" fmla="*/ 209652 w 3044273"/>
              <a:gd name="connsiteY1698" fmla="*/ 1799937 h 3047670"/>
              <a:gd name="connsiteX1699" fmla="*/ 699547 w 3044273"/>
              <a:gd name="connsiteY1699" fmla="*/ 1798177 h 3047670"/>
              <a:gd name="connsiteX1700" fmla="*/ 723791 w 3044273"/>
              <a:gd name="connsiteY1700" fmla="*/ 1822170 h 3047670"/>
              <a:gd name="connsiteX1701" fmla="*/ 699798 w 3044273"/>
              <a:gd name="connsiteY1701" fmla="*/ 1846413 h 3047670"/>
              <a:gd name="connsiteX1702" fmla="*/ 675555 w 3044273"/>
              <a:gd name="connsiteY1702" fmla="*/ 1822421 h 3047670"/>
              <a:gd name="connsiteX1703" fmla="*/ 699547 w 3044273"/>
              <a:gd name="connsiteY1703" fmla="*/ 1798177 h 3047670"/>
              <a:gd name="connsiteX1704" fmla="*/ 2735641 w 3044273"/>
              <a:gd name="connsiteY1704" fmla="*/ 1796923 h 3047670"/>
              <a:gd name="connsiteX1705" fmla="*/ 2755487 w 3044273"/>
              <a:gd name="connsiteY1705" fmla="*/ 1816519 h 3047670"/>
              <a:gd name="connsiteX1706" fmla="*/ 2735892 w 3044273"/>
              <a:gd name="connsiteY1706" fmla="*/ 1836241 h 3047670"/>
              <a:gd name="connsiteX1707" fmla="*/ 2716171 w 3044273"/>
              <a:gd name="connsiteY1707" fmla="*/ 1816645 h 3047670"/>
              <a:gd name="connsiteX1708" fmla="*/ 2735641 w 3044273"/>
              <a:gd name="connsiteY1708" fmla="*/ 1796923 h 3047670"/>
              <a:gd name="connsiteX1709" fmla="*/ 2053553 w 3044273"/>
              <a:gd name="connsiteY1709" fmla="*/ 1793655 h 3047670"/>
              <a:gd name="connsiteX1710" fmla="*/ 2053930 w 3044273"/>
              <a:gd name="connsiteY1710" fmla="*/ 1794158 h 3047670"/>
              <a:gd name="connsiteX1711" fmla="*/ 2053553 w 3044273"/>
              <a:gd name="connsiteY1711" fmla="*/ 1794660 h 3047670"/>
              <a:gd name="connsiteX1712" fmla="*/ 2053050 w 3044273"/>
              <a:gd name="connsiteY1712" fmla="*/ 1794158 h 3047670"/>
              <a:gd name="connsiteX1713" fmla="*/ 2053553 w 3044273"/>
              <a:gd name="connsiteY1713" fmla="*/ 1793655 h 3047670"/>
              <a:gd name="connsiteX1714" fmla="*/ 2345982 w 3044273"/>
              <a:gd name="connsiteY1714" fmla="*/ 1788255 h 3047670"/>
              <a:gd name="connsiteX1715" fmla="*/ 2374247 w 3044273"/>
              <a:gd name="connsiteY1715" fmla="*/ 1816268 h 3047670"/>
              <a:gd name="connsiteX1716" fmla="*/ 2346234 w 3044273"/>
              <a:gd name="connsiteY1716" fmla="*/ 1844530 h 3047670"/>
              <a:gd name="connsiteX1717" fmla="*/ 2317972 w 3044273"/>
              <a:gd name="connsiteY1717" fmla="*/ 1816518 h 3047670"/>
              <a:gd name="connsiteX1718" fmla="*/ 2345982 w 3044273"/>
              <a:gd name="connsiteY1718" fmla="*/ 1788255 h 3047670"/>
              <a:gd name="connsiteX1719" fmla="*/ 991978 w 3044273"/>
              <a:gd name="connsiteY1719" fmla="*/ 1788255 h 3047670"/>
              <a:gd name="connsiteX1720" fmla="*/ 1001776 w 3044273"/>
              <a:gd name="connsiteY1720" fmla="*/ 1797927 h 3047670"/>
              <a:gd name="connsiteX1721" fmla="*/ 992105 w 3044273"/>
              <a:gd name="connsiteY1721" fmla="*/ 1807726 h 3047670"/>
              <a:gd name="connsiteX1722" fmla="*/ 982307 w 3044273"/>
              <a:gd name="connsiteY1722" fmla="*/ 1798052 h 3047670"/>
              <a:gd name="connsiteX1723" fmla="*/ 991978 w 3044273"/>
              <a:gd name="connsiteY1723" fmla="*/ 1788255 h 3047670"/>
              <a:gd name="connsiteX1724" fmla="*/ 110414 w 3044273"/>
              <a:gd name="connsiteY1724" fmla="*/ 1781596 h 3047670"/>
              <a:gd name="connsiteX1725" fmla="*/ 113052 w 3044273"/>
              <a:gd name="connsiteY1725" fmla="*/ 1784233 h 3047670"/>
              <a:gd name="connsiteX1726" fmla="*/ 110414 w 3044273"/>
              <a:gd name="connsiteY1726" fmla="*/ 1786870 h 3047670"/>
              <a:gd name="connsiteX1727" fmla="*/ 107777 w 3044273"/>
              <a:gd name="connsiteY1727" fmla="*/ 1784233 h 3047670"/>
              <a:gd name="connsiteX1728" fmla="*/ 110414 w 3044273"/>
              <a:gd name="connsiteY1728" fmla="*/ 1781596 h 3047670"/>
              <a:gd name="connsiteX1729" fmla="*/ 596293 w 3044273"/>
              <a:gd name="connsiteY1729" fmla="*/ 1780466 h 3047670"/>
              <a:gd name="connsiteX1730" fmla="*/ 618527 w 3044273"/>
              <a:gd name="connsiteY1730" fmla="*/ 1802449 h 3047670"/>
              <a:gd name="connsiteX1731" fmla="*/ 596544 w 3044273"/>
              <a:gd name="connsiteY1731" fmla="*/ 1824683 h 3047670"/>
              <a:gd name="connsiteX1732" fmla="*/ 574311 w 3044273"/>
              <a:gd name="connsiteY1732" fmla="*/ 1802700 h 3047670"/>
              <a:gd name="connsiteX1733" fmla="*/ 596293 w 3044273"/>
              <a:gd name="connsiteY1733" fmla="*/ 1780466 h 3047670"/>
              <a:gd name="connsiteX1734" fmla="*/ 2835757 w 3044273"/>
              <a:gd name="connsiteY1734" fmla="*/ 1778708 h 3047670"/>
              <a:gd name="connsiteX1735" fmla="*/ 2852464 w 3044273"/>
              <a:gd name="connsiteY1735" fmla="*/ 1795289 h 3047670"/>
              <a:gd name="connsiteX1736" fmla="*/ 2835882 w 3044273"/>
              <a:gd name="connsiteY1736" fmla="*/ 1811996 h 3047670"/>
              <a:gd name="connsiteX1737" fmla="*/ 2819301 w 3044273"/>
              <a:gd name="connsiteY1737" fmla="*/ 1795415 h 3047670"/>
              <a:gd name="connsiteX1738" fmla="*/ 2835757 w 3044273"/>
              <a:gd name="connsiteY1738" fmla="*/ 1778708 h 3047670"/>
              <a:gd name="connsiteX1739" fmla="*/ 2448988 w 3044273"/>
              <a:gd name="connsiteY1739" fmla="*/ 1767905 h 3047670"/>
              <a:gd name="connsiteX1740" fmla="*/ 2477000 w 3044273"/>
              <a:gd name="connsiteY1740" fmla="*/ 1795666 h 3047670"/>
              <a:gd name="connsiteX1741" fmla="*/ 2449239 w 3044273"/>
              <a:gd name="connsiteY1741" fmla="*/ 1823679 h 3047670"/>
              <a:gd name="connsiteX1742" fmla="*/ 2421228 w 3044273"/>
              <a:gd name="connsiteY1742" fmla="*/ 1795918 h 3047670"/>
              <a:gd name="connsiteX1743" fmla="*/ 2448988 w 3044273"/>
              <a:gd name="connsiteY1743" fmla="*/ 1767905 h 3047670"/>
              <a:gd name="connsiteX1744" fmla="*/ 2934991 w 3044273"/>
              <a:gd name="connsiteY1744" fmla="*/ 1767150 h 3047670"/>
              <a:gd name="connsiteX1745" fmla="*/ 2941900 w 3044273"/>
              <a:gd name="connsiteY1745" fmla="*/ 1773934 h 3047670"/>
              <a:gd name="connsiteX1746" fmla="*/ 2935118 w 3044273"/>
              <a:gd name="connsiteY1746" fmla="*/ 1780841 h 3047670"/>
              <a:gd name="connsiteX1747" fmla="*/ 2928208 w 3044273"/>
              <a:gd name="connsiteY1747" fmla="*/ 1774059 h 3047670"/>
              <a:gd name="connsiteX1748" fmla="*/ 2934991 w 3044273"/>
              <a:gd name="connsiteY1748" fmla="*/ 1767150 h 3047670"/>
              <a:gd name="connsiteX1749" fmla="*/ 495047 w 3044273"/>
              <a:gd name="connsiteY1749" fmla="*/ 1765517 h 3047670"/>
              <a:gd name="connsiteX1750" fmla="*/ 511880 w 3044273"/>
              <a:gd name="connsiteY1750" fmla="*/ 1782224 h 3047670"/>
              <a:gd name="connsiteX1751" fmla="*/ 495173 w 3044273"/>
              <a:gd name="connsiteY1751" fmla="*/ 1799057 h 3047670"/>
              <a:gd name="connsiteX1752" fmla="*/ 478340 w 3044273"/>
              <a:gd name="connsiteY1752" fmla="*/ 1782350 h 3047670"/>
              <a:gd name="connsiteX1753" fmla="*/ 495047 w 3044273"/>
              <a:gd name="connsiteY1753" fmla="*/ 1765517 h 3047670"/>
              <a:gd name="connsiteX1754" fmla="*/ 11932 w 3044273"/>
              <a:gd name="connsiteY1754" fmla="*/ 1762126 h 3047670"/>
              <a:gd name="connsiteX1755" fmla="*/ 13313 w 3044273"/>
              <a:gd name="connsiteY1755" fmla="*/ 1763508 h 3047670"/>
              <a:gd name="connsiteX1756" fmla="*/ 11932 w 3044273"/>
              <a:gd name="connsiteY1756" fmla="*/ 1764890 h 3047670"/>
              <a:gd name="connsiteX1757" fmla="*/ 10550 w 3044273"/>
              <a:gd name="connsiteY1757" fmla="*/ 1763508 h 3047670"/>
              <a:gd name="connsiteX1758" fmla="*/ 11932 w 3044273"/>
              <a:gd name="connsiteY1758" fmla="*/ 1762126 h 3047670"/>
              <a:gd name="connsiteX1759" fmla="*/ 2160324 w 3044273"/>
              <a:gd name="connsiteY1759" fmla="*/ 1761750 h 3047670"/>
              <a:gd name="connsiteX1760" fmla="*/ 2173388 w 3044273"/>
              <a:gd name="connsiteY1760" fmla="*/ 1774814 h 3047670"/>
              <a:gd name="connsiteX1761" fmla="*/ 2160324 w 3044273"/>
              <a:gd name="connsiteY1761" fmla="*/ 1787878 h 3047670"/>
              <a:gd name="connsiteX1762" fmla="*/ 2147260 w 3044273"/>
              <a:gd name="connsiteY1762" fmla="*/ 1774814 h 3047670"/>
              <a:gd name="connsiteX1763" fmla="*/ 2160324 w 3044273"/>
              <a:gd name="connsiteY1763" fmla="*/ 1761750 h 3047670"/>
              <a:gd name="connsiteX1764" fmla="*/ 884955 w 3044273"/>
              <a:gd name="connsiteY1764" fmla="*/ 1759866 h 3047670"/>
              <a:gd name="connsiteX1765" fmla="*/ 904550 w 3044273"/>
              <a:gd name="connsiteY1765" fmla="*/ 1779211 h 3047670"/>
              <a:gd name="connsiteX1766" fmla="*/ 885207 w 3044273"/>
              <a:gd name="connsiteY1766" fmla="*/ 1798808 h 3047670"/>
              <a:gd name="connsiteX1767" fmla="*/ 865611 w 3044273"/>
              <a:gd name="connsiteY1767" fmla="*/ 1779463 h 3047670"/>
              <a:gd name="connsiteX1768" fmla="*/ 884955 w 3044273"/>
              <a:gd name="connsiteY1768" fmla="*/ 1759866 h 3047670"/>
              <a:gd name="connsiteX1769" fmla="*/ 1180277 w 3044273"/>
              <a:gd name="connsiteY1769" fmla="*/ 1753710 h 3047670"/>
              <a:gd name="connsiteX1770" fmla="*/ 1180528 w 3044273"/>
              <a:gd name="connsiteY1770" fmla="*/ 1753962 h 3047670"/>
              <a:gd name="connsiteX1771" fmla="*/ 1180277 w 3044273"/>
              <a:gd name="connsiteY1771" fmla="*/ 1754212 h 3047670"/>
              <a:gd name="connsiteX1772" fmla="*/ 1180026 w 3044273"/>
              <a:gd name="connsiteY1772" fmla="*/ 1753962 h 3047670"/>
              <a:gd name="connsiteX1773" fmla="*/ 1180277 w 3044273"/>
              <a:gd name="connsiteY1773" fmla="*/ 1753710 h 3047670"/>
              <a:gd name="connsiteX1774" fmla="*/ 395184 w 3044273"/>
              <a:gd name="connsiteY1774" fmla="*/ 1750821 h 3047670"/>
              <a:gd name="connsiteX1775" fmla="*/ 406238 w 3044273"/>
              <a:gd name="connsiteY1775" fmla="*/ 1761875 h 3047670"/>
              <a:gd name="connsiteX1776" fmla="*/ 395184 w 3044273"/>
              <a:gd name="connsiteY1776" fmla="*/ 1772929 h 3047670"/>
              <a:gd name="connsiteX1777" fmla="*/ 384130 w 3044273"/>
              <a:gd name="connsiteY1777" fmla="*/ 1761875 h 3047670"/>
              <a:gd name="connsiteX1778" fmla="*/ 395184 w 3044273"/>
              <a:gd name="connsiteY1778" fmla="*/ 1750821 h 3047670"/>
              <a:gd name="connsiteX1779" fmla="*/ 2550108 w 3044273"/>
              <a:gd name="connsiteY1779" fmla="*/ 1750695 h 3047670"/>
              <a:gd name="connsiteX1780" fmla="*/ 2574351 w 3044273"/>
              <a:gd name="connsiteY1780" fmla="*/ 1774688 h 3047670"/>
              <a:gd name="connsiteX1781" fmla="*/ 2550359 w 3044273"/>
              <a:gd name="connsiteY1781" fmla="*/ 1798931 h 3047670"/>
              <a:gd name="connsiteX1782" fmla="*/ 2526115 w 3044273"/>
              <a:gd name="connsiteY1782" fmla="*/ 1774939 h 3047670"/>
              <a:gd name="connsiteX1783" fmla="*/ 2550108 w 3044273"/>
              <a:gd name="connsiteY1783" fmla="*/ 1750695 h 3047670"/>
              <a:gd name="connsiteX1784" fmla="*/ 3033348 w 3044273"/>
              <a:gd name="connsiteY1784" fmla="*/ 1750570 h 3047670"/>
              <a:gd name="connsiteX1785" fmla="*/ 3035358 w 3044273"/>
              <a:gd name="connsiteY1785" fmla="*/ 1752580 h 3047670"/>
              <a:gd name="connsiteX1786" fmla="*/ 3033348 w 3044273"/>
              <a:gd name="connsiteY1786" fmla="*/ 1754590 h 3047670"/>
              <a:gd name="connsiteX1787" fmla="*/ 3031338 w 3044273"/>
              <a:gd name="connsiteY1787" fmla="*/ 1752580 h 3047670"/>
              <a:gd name="connsiteX1788" fmla="*/ 3033348 w 3044273"/>
              <a:gd name="connsiteY1788" fmla="*/ 1750570 h 3047670"/>
              <a:gd name="connsiteX1789" fmla="*/ 781324 w 3044273"/>
              <a:gd name="connsiteY1789" fmla="*/ 1734366 h 3047670"/>
              <a:gd name="connsiteX1790" fmla="*/ 806697 w 3044273"/>
              <a:gd name="connsiteY1790" fmla="*/ 1759489 h 3047670"/>
              <a:gd name="connsiteX1791" fmla="*/ 781574 w 3044273"/>
              <a:gd name="connsiteY1791" fmla="*/ 1784862 h 3047670"/>
              <a:gd name="connsiteX1792" fmla="*/ 756326 w 3044273"/>
              <a:gd name="connsiteY1792" fmla="*/ 1759739 h 3047670"/>
              <a:gd name="connsiteX1793" fmla="*/ 781324 w 3044273"/>
              <a:gd name="connsiteY1793" fmla="*/ 1734366 h 3047670"/>
              <a:gd name="connsiteX1794" fmla="*/ 1070741 w 3044273"/>
              <a:gd name="connsiteY1794" fmla="*/ 1733360 h 3047670"/>
              <a:gd name="connsiteX1795" fmla="*/ 1073630 w 3044273"/>
              <a:gd name="connsiteY1795" fmla="*/ 1736250 h 3047670"/>
              <a:gd name="connsiteX1796" fmla="*/ 1070741 w 3044273"/>
              <a:gd name="connsiteY1796" fmla="*/ 1739138 h 3047670"/>
              <a:gd name="connsiteX1797" fmla="*/ 1067852 w 3044273"/>
              <a:gd name="connsiteY1797" fmla="*/ 1736250 h 3047670"/>
              <a:gd name="connsiteX1798" fmla="*/ 1070741 w 3044273"/>
              <a:gd name="connsiteY1798" fmla="*/ 1733360 h 3047670"/>
              <a:gd name="connsiteX1799" fmla="*/ 296325 w 3044273"/>
              <a:gd name="connsiteY1799" fmla="*/ 1733235 h 3047670"/>
              <a:gd name="connsiteX1800" fmla="*/ 304114 w 3044273"/>
              <a:gd name="connsiteY1800" fmla="*/ 1741024 h 3047670"/>
              <a:gd name="connsiteX1801" fmla="*/ 296452 w 3044273"/>
              <a:gd name="connsiteY1801" fmla="*/ 1748811 h 3047670"/>
              <a:gd name="connsiteX1802" fmla="*/ 288663 w 3044273"/>
              <a:gd name="connsiteY1802" fmla="*/ 1741149 h 3047670"/>
              <a:gd name="connsiteX1803" fmla="*/ 296325 w 3044273"/>
              <a:gd name="connsiteY1803" fmla="*/ 1733235 h 3047670"/>
              <a:gd name="connsiteX1804" fmla="*/ 1974415 w 3044273"/>
              <a:gd name="connsiteY1804" fmla="*/ 1732606 h 3047670"/>
              <a:gd name="connsiteX1805" fmla="*/ 1974917 w 3044273"/>
              <a:gd name="connsiteY1805" fmla="*/ 1732983 h 3047670"/>
              <a:gd name="connsiteX1806" fmla="*/ 1974415 w 3044273"/>
              <a:gd name="connsiteY1806" fmla="*/ 1733486 h 3047670"/>
              <a:gd name="connsiteX1807" fmla="*/ 1973912 w 3044273"/>
              <a:gd name="connsiteY1807" fmla="*/ 1732983 h 3047670"/>
              <a:gd name="connsiteX1808" fmla="*/ 1974415 w 3044273"/>
              <a:gd name="connsiteY1808" fmla="*/ 1732606 h 3047670"/>
              <a:gd name="connsiteX1809" fmla="*/ 2263580 w 3044273"/>
              <a:gd name="connsiteY1809" fmla="*/ 1730973 h 3047670"/>
              <a:gd name="connsiteX1810" fmla="*/ 2286944 w 3044273"/>
              <a:gd name="connsiteY1810" fmla="*/ 1754087 h 3047670"/>
              <a:gd name="connsiteX1811" fmla="*/ 2263831 w 3044273"/>
              <a:gd name="connsiteY1811" fmla="*/ 1777452 h 3047670"/>
              <a:gd name="connsiteX1812" fmla="*/ 2240468 w 3044273"/>
              <a:gd name="connsiteY1812" fmla="*/ 1754338 h 3047670"/>
              <a:gd name="connsiteX1813" fmla="*/ 2263580 w 3044273"/>
              <a:gd name="connsiteY1813" fmla="*/ 1730973 h 3047670"/>
              <a:gd name="connsiteX1814" fmla="*/ 2649971 w 3044273"/>
              <a:gd name="connsiteY1814" fmla="*/ 1730848 h 3047670"/>
              <a:gd name="connsiteX1815" fmla="*/ 2672834 w 3044273"/>
              <a:gd name="connsiteY1815" fmla="*/ 1753584 h 3047670"/>
              <a:gd name="connsiteX1816" fmla="*/ 2650098 w 3044273"/>
              <a:gd name="connsiteY1816" fmla="*/ 1776446 h 3047670"/>
              <a:gd name="connsiteX1817" fmla="*/ 2627235 w 3044273"/>
              <a:gd name="connsiteY1817" fmla="*/ 1753711 h 3047670"/>
              <a:gd name="connsiteX1818" fmla="*/ 2649971 w 3044273"/>
              <a:gd name="connsiteY1818" fmla="*/ 1730848 h 3047670"/>
              <a:gd name="connsiteX1819" fmla="*/ 198346 w 3044273"/>
              <a:gd name="connsiteY1819" fmla="*/ 1715397 h 3047670"/>
              <a:gd name="connsiteX1820" fmla="*/ 203244 w 3044273"/>
              <a:gd name="connsiteY1820" fmla="*/ 1720296 h 3047670"/>
              <a:gd name="connsiteX1821" fmla="*/ 198471 w 3044273"/>
              <a:gd name="connsiteY1821" fmla="*/ 1725194 h 3047670"/>
              <a:gd name="connsiteX1822" fmla="*/ 193572 w 3044273"/>
              <a:gd name="connsiteY1822" fmla="*/ 1720296 h 3047670"/>
              <a:gd name="connsiteX1823" fmla="*/ 198346 w 3044273"/>
              <a:gd name="connsiteY1823" fmla="*/ 1715397 h 3047670"/>
              <a:gd name="connsiteX1824" fmla="*/ 680330 w 3044273"/>
              <a:gd name="connsiteY1824" fmla="*/ 1713136 h 3047670"/>
              <a:gd name="connsiteX1825" fmla="*/ 706583 w 3044273"/>
              <a:gd name="connsiteY1825" fmla="*/ 1739137 h 3047670"/>
              <a:gd name="connsiteX1826" fmla="*/ 680580 w 3044273"/>
              <a:gd name="connsiteY1826" fmla="*/ 1765391 h 3047670"/>
              <a:gd name="connsiteX1827" fmla="*/ 654327 w 3044273"/>
              <a:gd name="connsiteY1827" fmla="*/ 1739389 h 3047670"/>
              <a:gd name="connsiteX1828" fmla="*/ 680330 w 3044273"/>
              <a:gd name="connsiteY1828" fmla="*/ 1713136 h 3047670"/>
              <a:gd name="connsiteX1829" fmla="*/ 2748578 w 3044273"/>
              <a:gd name="connsiteY1829" fmla="*/ 1710876 h 3047670"/>
              <a:gd name="connsiteX1830" fmla="*/ 2770184 w 3044273"/>
              <a:gd name="connsiteY1830" fmla="*/ 1732230 h 3047670"/>
              <a:gd name="connsiteX1831" fmla="*/ 2748830 w 3044273"/>
              <a:gd name="connsiteY1831" fmla="*/ 1753711 h 3047670"/>
              <a:gd name="connsiteX1832" fmla="*/ 2727224 w 3044273"/>
              <a:gd name="connsiteY1832" fmla="*/ 1732357 h 3047670"/>
              <a:gd name="connsiteX1833" fmla="*/ 2748578 w 3044273"/>
              <a:gd name="connsiteY1833" fmla="*/ 1710876 h 3047670"/>
              <a:gd name="connsiteX1834" fmla="*/ 2078046 w 3044273"/>
              <a:gd name="connsiteY1834" fmla="*/ 1708364 h 3047670"/>
              <a:gd name="connsiteX1835" fmla="*/ 2082318 w 3044273"/>
              <a:gd name="connsiteY1835" fmla="*/ 1712509 h 3047670"/>
              <a:gd name="connsiteX1836" fmla="*/ 2078172 w 3044273"/>
              <a:gd name="connsiteY1836" fmla="*/ 1716781 h 3047670"/>
              <a:gd name="connsiteX1837" fmla="*/ 2074027 w 3044273"/>
              <a:gd name="connsiteY1837" fmla="*/ 1712635 h 3047670"/>
              <a:gd name="connsiteX1838" fmla="*/ 2078046 w 3044273"/>
              <a:gd name="connsiteY1838" fmla="*/ 1708364 h 3047670"/>
              <a:gd name="connsiteX1839" fmla="*/ 966606 w 3044273"/>
              <a:gd name="connsiteY1839" fmla="*/ 1706856 h 3047670"/>
              <a:gd name="connsiteX1840" fmla="*/ 976404 w 3044273"/>
              <a:gd name="connsiteY1840" fmla="*/ 1716527 h 3047670"/>
              <a:gd name="connsiteX1841" fmla="*/ 966731 w 3044273"/>
              <a:gd name="connsiteY1841" fmla="*/ 1726325 h 3047670"/>
              <a:gd name="connsiteX1842" fmla="*/ 956934 w 3044273"/>
              <a:gd name="connsiteY1842" fmla="*/ 1716653 h 3047670"/>
              <a:gd name="connsiteX1843" fmla="*/ 966606 w 3044273"/>
              <a:gd name="connsiteY1843" fmla="*/ 1706856 h 3047670"/>
              <a:gd name="connsiteX1844" fmla="*/ 2364575 w 3044273"/>
              <a:gd name="connsiteY1844" fmla="*/ 1704469 h 3047670"/>
              <a:gd name="connsiteX1845" fmla="*/ 2393465 w 3044273"/>
              <a:gd name="connsiteY1845" fmla="*/ 1733109 h 3047670"/>
              <a:gd name="connsiteX1846" fmla="*/ 2364825 w 3044273"/>
              <a:gd name="connsiteY1846" fmla="*/ 1762000 h 3047670"/>
              <a:gd name="connsiteX1847" fmla="*/ 2335935 w 3044273"/>
              <a:gd name="connsiteY1847" fmla="*/ 1733360 h 3047670"/>
              <a:gd name="connsiteX1848" fmla="*/ 2364575 w 3044273"/>
              <a:gd name="connsiteY1848" fmla="*/ 1704469 h 3047670"/>
              <a:gd name="connsiteX1849" fmla="*/ 580843 w 3044273"/>
              <a:gd name="connsiteY1849" fmla="*/ 1696680 h 3047670"/>
              <a:gd name="connsiteX1850" fmla="*/ 603077 w 3044273"/>
              <a:gd name="connsiteY1850" fmla="*/ 1718662 h 3047670"/>
              <a:gd name="connsiteX1851" fmla="*/ 580968 w 3044273"/>
              <a:gd name="connsiteY1851" fmla="*/ 1740895 h 3047670"/>
              <a:gd name="connsiteX1852" fmla="*/ 558735 w 3044273"/>
              <a:gd name="connsiteY1852" fmla="*/ 1718788 h 3047670"/>
              <a:gd name="connsiteX1853" fmla="*/ 580843 w 3044273"/>
              <a:gd name="connsiteY1853" fmla="*/ 1696680 h 3047670"/>
              <a:gd name="connsiteX1854" fmla="*/ 101243 w 3044273"/>
              <a:gd name="connsiteY1854" fmla="*/ 1695425 h 3047670"/>
              <a:gd name="connsiteX1855" fmla="*/ 105263 w 3044273"/>
              <a:gd name="connsiteY1855" fmla="*/ 1699445 h 3047670"/>
              <a:gd name="connsiteX1856" fmla="*/ 101243 w 3044273"/>
              <a:gd name="connsiteY1856" fmla="*/ 1703464 h 3047670"/>
              <a:gd name="connsiteX1857" fmla="*/ 97224 w 3044273"/>
              <a:gd name="connsiteY1857" fmla="*/ 1699445 h 3047670"/>
              <a:gd name="connsiteX1858" fmla="*/ 101243 w 3044273"/>
              <a:gd name="connsiteY1858" fmla="*/ 1695425 h 3047670"/>
              <a:gd name="connsiteX1859" fmla="*/ 2846435 w 3044273"/>
              <a:gd name="connsiteY1859" fmla="*/ 1694043 h 3047670"/>
              <a:gd name="connsiteX1860" fmla="*/ 2863142 w 3044273"/>
              <a:gd name="connsiteY1860" fmla="*/ 1710624 h 3047670"/>
              <a:gd name="connsiteX1861" fmla="*/ 2846560 w 3044273"/>
              <a:gd name="connsiteY1861" fmla="*/ 1727331 h 3047670"/>
              <a:gd name="connsiteX1862" fmla="*/ 2829979 w 3044273"/>
              <a:gd name="connsiteY1862" fmla="*/ 1710750 h 3047670"/>
              <a:gd name="connsiteX1863" fmla="*/ 2846435 w 3044273"/>
              <a:gd name="connsiteY1863" fmla="*/ 1694043 h 3047670"/>
              <a:gd name="connsiteX1864" fmla="*/ 2463935 w 3044273"/>
              <a:gd name="connsiteY1864" fmla="*/ 1683993 h 3047670"/>
              <a:gd name="connsiteX1865" fmla="*/ 2491947 w 3044273"/>
              <a:gd name="connsiteY1865" fmla="*/ 1711754 h 3047670"/>
              <a:gd name="connsiteX1866" fmla="*/ 2464186 w 3044273"/>
              <a:gd name="connsiteY1866" fmla="*/ 1739766 h 3047670"/>
              <a:gd name="connsiteX1867" fmla="*/ 2436175 w 3044273"/>
              <a:gd name="connsiteY1867" fmla="*/ 1712004 h 3047670"/>
              <a:gd name="connsiteX1868" fmla="*/ 2463935 w 3044273"/>
              <a:gd name="connsiteY1868" fmla="*/ 1683993 h 3047670"/>
              <a:gd name="connsiteX1869" fmla="*/ 2178916 w 3044273"/>
              <a:gd name="connsiteY1869" fmla="*/ 1681482 h 3047670"/>
              <a:gd name="connsiteX1870" fmla="*/ 2189092 w 3044273"/>
              <a:gd name="connsiteY1870" fmla="*/ 1691656 h 3047670"/>
              <a:gd name="connsiteX1871" fmla="*/ 2178916 w 3044273"/>
              <a:gd name="connsiteY1871" fmla="*/ 1701831 h 3047670"/>
              <a:gd name="connsiteX1872" fmla="*/ 2168741 w 3044273"/>
              <a:gd name="connsiteY1872" fmla="*/ 1691656 h 3047670"/>
              <a:gd name="connsiteX1873" fmla="*/ 2178916 w 3044273"/>
              <a:gd name="connsiteY1873" fmla="*/ 1681482 h 3047670"/>
              <a:gd name="connsiteX1874" fmla="*/ 2943534 w 3044273"/>
              <a:gd name="connsiteY1874" fmla="*/ 1681356 h 3047670"/>
              <a:gd name="connsiteX1875" fmla="*/ 2951323 w 3044273"/>
              <a:gd name="connsiteY1875" fmla="*/ 1689143 h 3047670"/>
              <a:gd name="connsiteX1876" fmla="*/ 2943659 w 3044273"/>
              <a:gd name="connsiteY1876" fmla="*/ 1696932 h 3047670"/>
              <a:gd name="connsiteX1877" fmla="*/ 2935871 w 3044273"/>
              <a:gd name="connsiteY1877" fmla="*/ 1689143 h 3047670"/>
              <a:gd name="connsiteX1878" fmla="*/ 2943534 w 3044273"/>
              <a:gd name="connsiteY1878" fmla="*/ 1681356 h 3047670"/>
              <a:gd name="connsiteX1879" fmla="*/ 865736 w 3044273"/>
              <a:gd name="connsiteY1879" fmla="*/ 1677964 h 3047670"/>
              <a:gd name="connsiteX1880" fmla="*/ 884202 w 3044273"/>
              <a:gd name="connsiteY1880" fmla="*/ 1696303 h 3047670"/>
              <a:gd name="connsiteX1881" fmla="*/ 865863 w 3044273"/>
              <a:gd name="connsiteY1881" fmla="*/ 1714769 h 3047670"/>
              <a:gd name="connsiteX1882" fmla="*/ 847397 w 3044273"/>
              <a:gd name="connsiteY1882" fmla="*/ 1696430 h 3047670"/>
              <a:gd name="connsiteX1883" fmla="*/ 865736 w 3044273"/>
              <a:gd name="connsiteY1883" fmla="*/ 1677964 h 3047670"/>
              <a:gd name="connsiteX1884" fmla="*/ 482611 w 3044273"/>
              <a:gd name="connsiteY1884" fmla="*/ 1677839 h 3047670"/>
              <a:gd name="connsiteX1885" fmla="*/ 502835 w 3044273"/>
              <a:gd name="connsiteY1885" fmla="*/ 1697937 h 3047670"/>
              <a:gd name="connsiteX1886" fmla="*/ 482736 w 3044273"/>
              <a:gd name="connsiteY1886" fmla="*/ 1718161 h 3047670"/>
              <a:gd name="connsiteX1887" fmla="*/ 462513 w 3044273"/>
              <a:gd name="connsiteY1887" fmla="*/ 1698063 h 3047670"/>
              <a:gd name="connsiteX1888" fmla="*/ 482611 w 3044273"/>
              <a:gd name="connsiteY1888" fmla="*/ 1677839 h 3047670"/>
              <a:gd name="connsiteX1889" fmla="*/ 4520 w 3044273"/>
              <a:gd name="connsiteY1889" fmla="*/ 1677084 h 3047670"/>
              <a:gd name="connsiteX1890" fmla="*/ 6028 w 3044273"/>
              <a:gd name="connsiteY1890" fmla="*/ 1678593 h 3047670"/>
              <a:gd name="connsiteX1891" fmla="*/ 4395 w 3044273"/>
              <a:gd name="connsiteY1891" fmla="*/ 1680099 h 3047670"/>
              <a:gd name="connsiteX1892" fmla="*/ 2888 w 3044273"/>
              <a:gd name="connsiteY1892" fmla="*/ 1678593 h 3047670"/>
              <a:gd name="connsiteX1893" fmla="*/ 4520 w 3044273"/>
              <a:gd name="connsiteY1893" fmla="*/ 1677084 h 3047670"/>
              <a:gd name="connsiteX1894" fmla="*/ 1151762 w 3044273"/>
              <a:gd name="connsiteY1894" fmla="*/ 1673442 h 3047670"/>
              <a:gd name="connsiteX1895" fmla="*/ 1152013 w 3044273"/>
              <a:gd name="connsiteY1895" fmla="*/ 1673694 h 3047670"/>
              <a:gd name="connsiteX1896" fmla="*/ 1151762 w 3044273"/>
              <a:gd name="connsiteY1896" fmla="*/ 1673944 h 3047670"/>
              <a:gd name="connsiteX1897" fmla="*/ 1151511 w 3044273"/>
              <a:gd name="connsiteY1897" fmla="*/ 1673694 h 3047670"/>
              <a:gd name="connsiteX1898" fmla="*/ 1151762 w 3044273"/>
              <a:gd name="connsiteY1898" fmla="*/ 1673442 h 3047670"/>
              <a:gd name="connsiteX1899" fmla="*/ 3040131 w 3044273"/>
              <a:gd name="connsiteY1899" fmla="*/ 1665527 h 3047670"/>
              <a:gd name="connsiteX1900" fmla="*/ 3042141 w 3044273"/>
              <a:gd name="connsiteY1900" fmla="*/ 1667537 h 3047670"/>
              <a:gd name="connsiteX1901" fmla="*/ 3040131 w 3044273"/>
              <a:gd name="connsiteY1901" fmla="*/ 1669547 h 3047670"/>
              <a:gd name="connsiteX1902" fmla="*/ 3038121 w 3044273"/>
              <a:gd name="connsiteY1902" fmla="*/ 1667537 h 3047670"/>
              <a:gd name="connsiteX1903" fmla="*/ 3040131 w 3044273"/>
              <a:gd name="connsiteY1903" fmla="*/ 1665527 h 3047670"/>
              <a:gd name="connsiteX1904" fmla="*/ 2562042 w 3044273"/>
              <a:gd name="connsiteY1904" fmla="*/ 1665026 h 3047670"/>
              <a:gd name="connsiteX1905" fmla="*/ 2587541 w 3044273"/>
              <a:gd name="connsiteY1905" fmla="*/ 1690401 h 3047670"/>
              <a:gd name="connsiteX1906" fmla="*/ 2562168 w 3044273"/>
              <a:gd name="connsiteY1906" fmla="*/ 1715900 h 3047670"/>
              <a:gd name="connsiteX1907" fmla="*/ 2536667 w 3044273"/>
              <a:gd name="connsiteY1907" fmla="*/ 1690526 h 3047670"/>
              <a:gd name="connsiteX1908" fmla="*/ 2562042 w 3044273"/>
              <a:gd name="connsiteY1908" fmla="*/ 1665026 h 3047670"/>
              <a:gd name="connsiteX1909" fmla="*/ 385259 w 3044273"/>
              <a:gd name="connsiteY1909" fmla="*/ 1663015 h 3047670"/>
              <a:gd name="connsiteX1910" fmla="*/ 399453 w 3044273"/>
              <a:gd name="connsiteY1910" fmla="*/ 1677084 h 3047670"/>
              <a:gd name="connsiteX1911" fmla="*/ 385385 w 3044273"/>
              <a:gd name="connsiteY1911" fmla="*/ 1691280 h 3047670"/>
              <a:gd name="connsiteX1912" fmla="*/ 371191 w 3044273"/>
              <a:gd name="connsiteY1912" fmla="*/ 1677211 h 3047670"/>
              <a:gd name="connsiteX1913" fmla="*/ 385259 w 3044273"/>
              <a:gd name="connsiteY1913" fmla="*/ 1663015 h 3047670"/>
              <a:gd name="connsiteX1914" fmla="*/ 1051394 w 3044273"/>
              <a:gd name="connsiteY1914" fmla="*/ 1650831 h 3047670"/>
              <a:gd name="connsiteX1915" fmla="*/ 1053906 w 3044273"/>
              <a:gd name="connsiteY1915" fmla="*/ 1653218 h 3047670"/>
              <a:gd name="connsiteX1916" fmla="*/ 1051520 w 3044273"/>
              <a:gd name="connsiteY1916" fmla="*/ 1655605 h 3047670"/>
              <a:gd name="connsiteX1917" fmla="*/ 1049008 w 3044273"/>
              <a:gd name="connsiteY1917" fmla="*/ 1653218 h 3047670"/>
              <a:gd name="connsiteX1918" fmla="*/ 1051394 w 3044273"/>
              <a:gd name="connsiteY1918" fmla="*/ 1650831 h 3047670"/>
              <a:gd name="connsiteX1919" fmla="*/ 767002 w 3044273"/>
              <a:gd name="connsiteY1919" fmla="*/ 1650831 h 3047670"/>
              <a:gd name="connsiteX1920" fmla="*/ 791874 w 3044273"/>
              <a:gd name="connsiteY1920" fmla="*/ 1675576 h 3047670"/>
              <a:gd name="connsiteX1921" fmla="*/ 767128 w 3044273"/>
              <a:gd name="connsiteY1921" fmla="*/ 1700448 h 3047670"/>
              <a:gd name="connsiteX1922" fmla="*/ 742257 w 3044273"/>
              <a:gd name="connsiteY1922" fmla="*/ 1675702 h 3047670"/>
              <a:gd name="connsiteX1923" fmla="*/ 767002 w 3044273"/>
              <a:gd name="connsiteY1923" fmla="*/ 1650831 h 3047670"/>
              <a:gd name="connsiteX1924" fmla="*/ 1992878 w 3044273"/>
              <a:gd name="connsiteY1924" fmla="*/ 1649576 h 3047670"/>
              <a:gd name="connsiteX1925" fmla="*/ 1993130 w 3044273"/>
              <a:gd name="connsiteY1925" fmla="*/ 1649826 h 3047670"/>
              <a:gd name="connsiteX1926" fmla="*/ 1993005 w 3044273"/>
              <a:gd name="connsiteY1926" fmla="*/ 1650078 h 3047670"/>
              <a:gd name="connsiteX1927" fmla="*/ 1992753 w 3044273"/>
              <a:gd name="connsiteY1927" fmla="*/ 1649826 h 3047670"/>
              <a:gd name="connsiteX1928" fmla="*/ 1992878 w 3044273"/>
              <a:gd name="connsiteY1928" fmla="*/ 1649576 h 3047670"/>
              <a:gd name="connsiteX1929" fmla="*/ 2277398 w 3044273"/>
              <a:gd name="connsiteY1929" fmla="*/ 1648696 h 3047670"/>
              <a:gd name="connsiteX1930" fmla="*/ 2299004 w 3044273"/>
              <a:gd name="connsiteY1930" fmla="*/ 1670050 h 3047670"/>
              <a:gd name="connsiteX1931" fmla="*/ 2277650 w 3044273"/>
              <a:gd name="connsiteY1931" fmla="*/ 1691531 h 3047670"/>
              <a:gd name="connsiteX1932" fmla="*/ 2256169 w 3044273"/>
              <a:gd name="connsiteY1932" fmla="*/ 1670177 h 3047670"/>
              <a:gd name="connsiteX1933" fmla="*/ 2277398 w 3044273"/>
              <a:gd name="connsiteY1933" fmla="*/ 1648696 h 3047670"/>
              <a:gd name="connsiteX1934" fmla="*/ 288789 w 3044273"/>
              <a:gd name="connsiteY1934" fmla="*/ 1645807 h 3047670"/>
              <a:gd name="connsiteX1935" fmla="*/ 299214 w 3044273"/>
              <a:gd name="connsiteY1935" fmla="*/ 1656233 h 3047670"/>
              <a:gd name="connsiteX1936" fmla="*/ 288789 w 3044273"/>
              <a:gd name="connsiteY1936" fmla="*/ 1666658 h 3047670"/>
              <a:gd name="connsiteX1937" fmla="*/ 278362 w 3044273"/>
              <a:gd name="connsiteY1937" fmla="*/ 1656233 h 3047670"/>
              <a:gd name="connsiteX1938" fmla="*/ 288789 w 3044273"/>
              <a:gd name="connsiteY1938" fmla="*/ 1645807 h 3047670"/>
              <a:gd name="connsiteX1939" fmla="*/ 2659266 w 3044273"/>
              <a:gd name="connsiteY1939" fmla="*/ 1644927 h 3047670"/>
              <a:gd name="connsiteX1940" fmla="*/ 2683259 w 3044273"/>
              <a:gd name="connsiteY1940" fmla="*/ 1668794 h 3047670"/>
              <a:gd name="connsiteX1941" fmla="*/ 2659393 w 3044273"/>
              <a:gd name="connsiteY1941" fmla="*/ 1692786 h 3047670"/>
              <a:gd name="connsiteX1942" fmla="*/ 2635400 w 3044273"/>
              <a:gd name="connsiteY1942" fmla="*/ 1668920 h 3047670"/>
              <a:gd name="connsiteX1943" fmla="*/ 2659266 w 3044273"/>
              <a:gd name="connsiteY1943" fmla="*/ 1644927 h 3047670"/>
              <a:gd name="connsiteX1944" fmla="*/ 192694 w 3044273"/>
              <a:gd name="connsiteY1944" fmla="*/ 1627970 h 3047670"/>
              <a:gd name="connsiteX1945" fmla="*/ 199980 w 3044273"/>
              <a:gd name="connsiteY1945" fmla="*/ 1635255 h 3047670"/>
              <a:gd name="connsiteX1946" fmla="*/ 192694 w 3044273"/>
              <a:gd name="connsiteY1946" fmla="*/ 1642541 h 3047670"/>
              <a:gd name="connsiteX1947" fmla="*/ 185282 w 3044273"/>
              <a:gd name="connsiteY1947" fmla="*/ 1635255 h 3047670"/>
              <a:gd name="connsiteX1948" fmla="*/ 192694 w 3044273"/>
              <a:gd name="connsiteY1948" fmla="*/ 1627970 h 3047670"/>
              <a:gd name="connsiteX1949" fmla="*/ 669401 w 3044273"/>
              <a:gd name="connsiteY1949" fmla="*/ 1627718 h 3047670"/>
              <a:gd name="connsiteX1950" fmla="*/ 696534 w 3044273"/>
              <a:gd name="connsiteY1950" fmla="*/ 1654599 h 3047670"/>
              <a:gd name="connsiteX1951" fmla="*/ 669653 w 3044273"/>
              <a:gd name="connsiteY1951" fmla="*/ 1681732 h 3047670"/>
              <a:gd name="connsiteX1952" fmla="*/ 642520 w 3044273"/>
              <a:gd name="connsiteY1952" fmla="*/ 1654851 h 3047670"/>
              <a:gd name="connsiteX1953" fmla="*/ 669401 w 3044273"/>
              <a:gd name="connsiteY1953" fmla="*/ 1627718 h 3047670"/>
              <a:gd name="connsiteX1954" fmla="*/ 2090607 w 3044273"/>
              <a:gd name="connsiteY1954" fmla="*/ 1625708 h 3047670"/>
              <a:gd name="connsiteX1955" fmla="*/ 2093244 w 3044273"/>
              <a:gd name="connsiteY1955" fmla="*/ 1628345 h 3047670"/>
              <a:gd name="connsiteX1956" fmla="*/ 2090607 w 3044273"/>
              <a:gd name="connsiteY1956" fmla="*/ 1630982 h 3047670"/>
              <a:gd name="connsiteX1957" fmla="*/ 2087970 w 3044273"/>
              <a:gd name="connsiteY1957" fmla="*/ 1628345 h 3047670"/>
              <a:gd name="connsiteX1958" fmla="*/ 2090607 w 3044273"/>
              <a:gd name="connsiteY1958" fmla="*/ 1625708 h 3047670"/>
              <a:gd name="connsiteX1959" fmla="*/ 2755740 w 3044273"/>
              <a:gd name="connsiteY1959" fmla="*/ 1624453 h 3047670"/>
              <a:gd name="connsiteX1960" fmla="*/ 2778603 w 3044273"/>
              <a:gd name="connsiteY1960" fmla="*/ 1647189 h 3047670"/>
              <a:gd name="connsiteX1961" fmla="*/ 2755865 w 3044273"/>
              <a:gd name="connsiteY1961" fmla="*/ 1670051 h 3047670"/>
              <a:gd name="connsiteX1962" fmla="*/ 2733004 w 3044273"/>
              <a:gd name="connsiteY1962" fmla="*/ 1647314 h 3047670"/>
              <a:gd name="connsiteX1963" fmla="*/ 2755740 w 3044273"/>
              <a:gd name="connsiteY1963" fmla="*/ 1624453 h 3047670"/>
              <a:gd name="connsiteX1964" fmla="*/ 953541 w 3044273"/>
              <a:gd name="connsiteY1964" fmla="*/ 1623824 h 3047670"/>
              <a:gd name="connsiteX1965" fmla="*/ 962208 w 3044273"/>
              <a:gd name="connsiteY1965" fmla="*/ 1632365 h 3047670"/>
              <a:gd name="connsiteX1966" fmla="*/ 953667 w 3044273"/>
              <a:gd name="connsiteY1966" fmla="*/ 1641032 h 3047670"/>
              <a:gd name="connsiteX1967" fmla="*/ 945000 w 3044273"/>
              <a:gd name="connsiteY1967" fmla="*/ 1632492 h 3047670"/>
              <a:gd name="connsiteX1968" fmla="*/ 953541 w 3044273"/>
              <a:gd name="connsiteY1968" fmla="*/ 1623824 h 3047670"/>
              <a:gd name="connsiteX1969" fmla="*/ 2374875 w 3044273"/>
              <a:gd name="connsiteY1969" fmla="*/ 1619427 h 3047670"/>
              <a:gd name="connsiteX1970" fmla="*/ 2404142 w 3044273"/>
              <a:gd name="connsiteY1970" fmla="*/ 1648570 h 3047670"/>
              <a:gd name="connsiteX1971" fmla="*/ 2375000 w 3044273"/>
              <a:gd name="connsiteY1971" fmla="*/ 1677838 h 3047670"/>
              <a:gd name="connsiteX1972" fmla="*/ 2345732 w 3044273"/>
              <a:gd name="connsiteY1972" fmla="*/ 1648695 h 3047670"/>
              <a:gd name="connsiteX1973" fmla="*/ 2374875 w 3044273"/>
              <a:gd name="connsiteY1973" fmla="*/ 1619427 h 3047670"/>
              <a:gd name="connsiteX1974" fmla="*/ 96973 w 3044273"/>
              <a:gd name="connsiteY1974" fmla="*/ 1609630 h 3047670"/>
              <a:gd name="connsiteX1975" fmla="*/ 101622 w 3044273"/>
              <a:gd name="connsiteY1975" fmla="*/ 1614278 h 3047670"/>
              <a:gd name="connsiteX1976" fmla="*/ 96973 w 3044273"/>
              <a:gd name="connsiteY1976" fmla="*/ 1618927 h 3047670"/>
              <a:gd name="connsiteX1977" fmla="*/ 92326 w 3044273"/>
              <a:gd name="connsiteY1977" fmla="*/ 1614278 h 3047670"/>
              <a:gd name="connsiteX1978" fmla="*/ 96973 w 3044273"/>
              <a:gd name="connsiteY1978" fmla="*/ 1609630 h 3047670"/>
              <a:gd name="connsiteX1979" fmla="*/ 572928 w 3044273"/>
              <a:gd name="connsiteY1979" fmla="*/ 1609127 h 3047670"/>
              <a:gd name="connsiteX1980" fmla="*/ 597800 w 3044273"/>
              <a:gd name="connsiteY1980" fmla="*/ 1633872 h 3047670"/>
              <a:gd name="connsiteX1981" fmla="*/ 573053 w 3044273"/>
              <a:gd name="connsiteY1981" fmla="*/ 1658744 h 3047670"/>
              <a:gd name="connsiteX1982" fmla="*/ 548182 w 3044273"/>
              <a:gd name="connsiteY1982" fmla="*/ 1633998 h 3047670"/>
              <a:gd name="connsiteX1983" fmla="*/ 572928 w 3044273"/>
              <a:gd name="connsiteY1983" fmla="*/ 1609127 h 3047670"/>
              <a:gd name="connsiteX1984" fmla="*/ 2851582 w 3044273"/>
              <a:gd name="connsiteY1984" fmla="*/ 1607495 h 3047670"/>
              <a:gd name="connsiteX1985" fmla="*/ 2869795 w 3044273"/>
              <a:gd name="connsiteY1985" fmla="*/ 1625583 h 3047670"/>
              <a:gd name="connsiteX1986" fmla="*/ 2851707 w 3044273"/>
              <a:gd name="connsiteY1986" fmla="*/ 1643797 h 3047670"/>
              <a:gd name="connsiteX1987" fmla="*/ 2833494 w 3044273"/>
              <a:gd name="connsiteY1987" fmla="*/ 1625709 h 3047670"/>
              <a:gd name="connsiteX1988" fmla="*/ 2851582 w 3044273"/>
              <a:gd name="connsiteY1988" fmla="*/ 1607495 h 3047670"/>
              <a:gd name="connsiteX1989" fmla="*/ 2186829 w 3044273"/>
              <a:gd name="connsiteY1989" fmla="*/ 1597696 h 3047670"/>
              <a:gd name="connsiteX1990" fmla="*/ 2195998 w 3044273"/>
              <a:gd name="connsiteY1990" fmla="*/ 1606740 h 3047670"/>
              <a:gd name="connsiteX1991" fmla="*/ 2186954 w 3044273"/>
              <a:gd name="connsiteY1991" fmla="*/ 1615785 h 3047670"/>
              <a:gd name="connsiteX1992" fmla="*/ 2177785 w 3044273"/>
              <a:gd name="connsiteY1992" fmla="*/ 1606740 h 3047670"/>
              <a:gd name="connsiteX1993" fmla="*/ 2186829 w 3044273"/>
              <a:gd name="connsiteY1993" fmla="*/ 1597696 h 3047670"/>
              <a:gd name="connsiteX1994" fmla="*/ 2471347 w 3044273"/>
              <a:gd name="connsiteY1994" fmla="*/ 1597445 h 3047670"/>
              <a:gd name="connsiteX1995" fmla="*/ 2500867 w 3044273"/>
              <a:gd name="connsiteY1995" fmla="*/ 1626838 h 3047670"/>
              <a:gd name="connsiteX1996" fmla="*/ 2471472 w 3044273"/>
              <a:gd name="connsiteY1996" fmla="*/ 1656358 h 3047670"/>
              <a:gd name="connsiteX1997" fmla="*/ 2441954 w 3044273"/>
              <a:gd name="connsiteY1997" fmla="*/ 1627090 h 3047670"/>
              <a:gd name="connsiteX1998" fmla="*/ 2471347 w 3044273"/>
              <a:gd name="connsiteY1998" fmla="*/ 1597445 h 3047670"/>
              <a:gd name="connsiteX1999" fmla="*/ 2947175 w 3044273"/>
              <a:gd name="connsiteY1999" fmla="*/ 1596440 h 3047670"/>
              <a:gd name="connsiteX2000" fmla="*/ 2954712 w 3044273"/>
              <a:gd name="connsiteY2000" fmla="*/ 1603976 h 3047670"/>
              <a:gd name="connsiteX2001" fmla="*/ 2947175 w 3044273"/>
              <a:gd name="connsiteY2001" fmla="*/ 1611512 h 3047670"/>
              <a:gd name="connsiteX2002" fmla="*/ 2939638 w 3044273"/>
              <a:gd name="connsiteY2002" fmla="*/ 1603976 h 3047670"/>
              <a:gd name="connsiteX2003" fmla="*/ 2947175 w 3044273"/>
              <a:gd name="connsiteY2003" fmla="*/ 1596440 h 3047670"/>
              <a:gd name="connsiteX2004" fmla="*/ 857196 w 3044273"/>
              <a:gd name="connsiteY2004" fmla="*/ 1594556 h 3047670"/>
              <a:gd name="connsiteX2005" fmla="*/ 874280 w 3044273"/>
              <a:gd name="connsiteY2005" fmla="*/ 1611515 h 3047670"/>
              <a:gd name="connsiteX2006" fmla="*/ 857322 w 3044273"/>
              <a:gd name="connsiteY2006" fmla="*/ 1628598 h 3047670"/>
              <a:gd name="connsiteX2007" fmla="*/ 840238 w 3044273"/>
              <a:gd name="connsiteY2007" fmla="*/ 1611640 h 3047670"/>
              <a:gd name="connsiteX2008" fmla="*/ 857196 w 3044273"/>
              <a:gd name="connsiteY2008" fmla="*/ 1594556 h 3047670"/>
              <a:gd name="connsiteX2009" fmla="*/ 477084 w 3044273"/>
              <a:gd name="connsiteY2009" fmla="*/ 1591541 h 3047670"/>
              <a:gd name="connsiteX2010" fmla="*/ 498565 w 3044273"/>
              <a:gd name="connsiteY2010" fmla="*/ 1612895 h 3047670"/>
              <a:gd name="connsiteX2011" fmla="*/ 477211 w 3044273"/>
              <a:gd name="connsiteY2011" fmla="*/ 1634376 h 3047670"/>
              <a:gd name="connsiteX2012" fmla="*/ 455730 w 3044273"/>
              <a:gd name="connsiteY2012" fmla="*/ 1613022 h 3047670"/>
              <a:gd name="connsiteX2013" fmla="*/ 477084 w 3044273"/>
              <a:gd name="connsiteY2013" fmla="*/ 1591541 h 3047670"/>
              <a:gd name="connsiteX2014" fmla="*/ 1759 w 3044273"/>
              <a:gd name="connsiteY2014" fmla="*/ 1591541 h 3047670"/>
              <a:gd name="connsiteX2015" fmla="*/ 3517 w 3044273"/>
              <a:gd name="connsiteY2015" fmla="*/ 1593299 h 3047670"/>
              <a:gd name="connsiteX2016" fmla="*/ 1759 w 3044273"/>
              <a:gd name="connsiteY2016" fmla="*/ 1595058 h 3047670"/>
              <a:gd name="connsiteX2017" fmla="*/ 0 w 3044273"/>
              <a:gd name="connsiteY2017" fmla="*/ 1593299 h 3047670"/>
              <a:gd name="connsiteX2018" fmla="*/ 1759 w 3044273"/>
              <a:gd name="connsiteY2018" fmla="*/ 1591541 h 3047670"/>
              <a:gd name="connsiteX2019" fmla="*/ 3042264 w 3044273"/>
              <a:gd name="connsiteY2019" fmla="*/ 1580236 h 3047670"/>
              <a:gd name="connsiteX2020" fmla="*/ 3044273 w 3044273"/>
              <a:gd name="connsiteY2020" fmla="*/ 1582246 h 3047670"/>
              <a:gd name="connsiteX2021" fmla="*/ 3042264 w 3044273"/>
              <a:gd name="connsiteY2021" fmla="*/ 1584256 h 3047670"/>
              <a:gd name="connsiteX2022" fmla="*/ 3040254 w 3044273"/>
              <a:gd name="connsiteY2022" fmla="*/ 1582246 h 3047670"/>
              <a:gd name="connsiteX2023" fmla="*/ 3042264 w 3044273"/>
              <a:gd name="connsiteY2023" fmla="*/ 1580236 h 3047670"/>
              <a:gd name="connsiteX2024" fmla="*/ 2566942 w 3044273"/>
              <a:gd name="connsiteY2024" fmla="*/ 1578729 h 3047670"/>
              <a:gd name="connsiteX2025" fmla="*/ 2593573 w 3044273"/>
              <a:gd name="connsiteY2025" fmla="*/ 1605234 h 3047670"/>
              <a:gd name="connsiteX2026" fmla="*/ 2567067 w 3044273"/>
              <a:gd name="connsiteY2026" fmla="*/ 1631864 h 3047670"/>
              <a:gd name="connsiteX2027" fmla="*/ 2540436 w 3044273"/>
              <a:gd name="connsiteY2027" fmla="*/ 1605359 h 3047670"/>
              <a:gd name="connsiteX2028" fmla="*/ 2566942 w 3044273"/>
              <a:gd name="connsiteY2028" fmla="*/ 1578729 h 3047670"/>
              <a:gd name="connsiteX2029" fmla="*/ 381618 w 3044273"/>
              <a:gd name="connsiteY2029" fmla="*/ 1575964 h 3047670"/>
              <a:gd name="connsiteX2030" fmla="*/ 397696 w 3044273"/>
              <a:gd name="connsiteY2030" fmla="*/ 1591792 h 3047670"/>
              <a:gd name="connsiteX2031" fmla="*/ 381869 w 3044273"/>
              <a:gd name="connsiteY2031" fmla="*/ 1607745 h 3047670"/>
              <a:gd name="connsiteX2032" fmla="*/ 365916 w 3044273"/>
              <a:gd name="connsiteY2032" fmla="*/ 1591918 h 3047670"/>
              <a:gd name="connsiteX2033" fmla="*/ 381618 w 3044273"/>
              <a:gd name="connsiteY2033" fmla="*/ 1575964 h 3047670"/>
              <a:gd name="connsiteX2034" fmla="*/ 1047251 w 3044273"/>
              <a:gd name="connsiteY2034" fmla="*/ 1566670 h 3047670"/>
              <a:gd name="connsiteX2035" fmla="*/ 1048759 w 3044273"/>
              <a:gd name="connsiteY2035" fmla="*/ 1568177 h 3047670"/>
              <a:gd name="connsiteX2036" fmla="*/ 1047251 w 3044273"/>
              <a:gd name="connsiteY2036" fmla="*/ 1569684 h 3047670"/>
              <a:gd name="connsiteX2037" fmla="*/ 1045744 w 3044273"/>
              <a:gd name="connsiteY2037" fmla="*/ 1568177 h 3047670"/>
              <a:gd name="connsiteX2038" fmla="*/ 1047251 w 3044273"/>
              <a:gd name="connsiteY2038" fmla="*/ 1566670 h 3047670"/>
              <a:gd name="connsiteX2039" fmla="*/ 761728 w 3044273"/>
              <a:gd name="connsiteY2039" fmla="*/ 1566418 h 3047670"/>
              <a:gd name="connsiteX2040" fmla="*/ 785972 w 3044273"/>
              <a:gd name="connsiteY2040" fmla="*/ 1590411 h 3047670"/>
              <a:gd name="connsiteX2041" fmla="*/ 761979 w 3044273"/>
              <a:gd name="connsiteY2041" fmla="*/ 1614654 h 3047670"/>
              <a:gd name="connsiteX2042" fmla="*/ 737736 w 3044273"/>
              <a:gd name="connsiteY2042" fmla="*/ 1590661 h 3047670"/>
              <a:gd name="connsiteX2043" fmla="*/ 761728 w 3044273"/>
              <a:gd name="connsiteY2043" fmla="*/ 1566418 h 3047670"/>
              <a:gd name="connsiteX2044" fmla="*/ 2282046 w 3044273"/>
              <a:gd name="connsiteY2044" fmla="*/ 1564283 h 3047670"/>
              <a:gd name="connsiteX2045" fmla="*/ 2302900 w 3044273"/>
              <a:gd name="connsiteY2045" fmla="*/ 1585009 h 3047670"/>
              <a:gd name="connsiteX2046" fmla="*/ 2282171 w 3044273"/>
              <a:gd name="connsiteY2046" fmla="*/ 1605862 h 3047670"/>
              <a:gd name="connsiteX2047" fmla="*/ 2261319 w 3044273"/>
              <a:gd name="connsiteY2047" fmla="*/ 1585136 h 3047670"/>
              <a:gd name="connsiteX2048" fmla="*/ 2282046 w 3044273"/>
              <a:gd name="connsiteY2048" fmla="*/ 1564283 h 3047670"/>
              <a:gd name="connsiteX2049" fmla="*/ 286904 w 3044273"/>
              <a:gd name="connsiteY2049" fmla="*/ 1559007 h 3047670"/>
              <a:gd name="connsiteX2050" fmla="*/ 298838 w 3044273"/>
              <a:gd name="connsiteY2050" fmla="*/ 1570941 h 3047670"/>
              <a:gd name="connsiteX2051" fmla="*/ 286904 w 3044273"/>
              <a:gd name="connsiteY2051" fmla="*/ 1582874 h 3047670"/>
              <a:gd name="connsiteX2052" fmla="*/ 274971 w 3044273"/>
              <a:gd name="connsiteY2052" fmla="*/ 1570941 h 3047670"/>
              <a:gd name="connsiteX2053" fmla="*/ 286904 w 3044273"/>
              <a:gd name="connsiteY2053" fmla="*/ 1559007 h 3047670"/>
              <a:gd name="connsiteX2054" fmla="*/ 2662031 w 3044273"/>
              <a:gd name="connsiteY2054" fmla="*/ 1558881 h 3047670"/>
              <a:gd name="connsiteX2055" fmla="*/ 2686903 w 3044273"/>
              <a:gd name="connsiteY2055" fmla="*/ 1583626 h 3047670"/>
              <a:gd name="connsiteX2056" fmla="*/ 2662282 w 3044273"/>
              <a:gd name="connsiteY2056" fmla="*/ 1608498 h 3047670"/>
              <a:gd name="connsiteX2057" fmla="*/ 2637410 w 3044273"/>
              <a:gd name="connsiteY2057" fmla="*/ 1583753 h 3047670"/>
              <a:gd name="connsiteX2058" fmla="*/ 2662031 w 3044273"/>
              <a:gd name="connsiteY2058" fmla="*/ 1558881 h 3047670"/>
              <a:gd name="connsiteX2059" fmla="*/ 667014 w 3044273"/>
              <a:gd name="connsiteY2059" fmla="*/ 1542426 h 3047670"/>
              <a:gd name="connsiteX2060" fmla="*/ 694272 w 3044273"/>
              <a:gd name="connsiteY2060" fmla="*/ 1569559 h 3047670"/>
              <a:gd name="connsiteX2061" fmla="*/ 667139 w 3044273"/>
              <a:gd name="connsiteY2061" fmla="*/ 1596817 h 3047670"/>
              <a:gd name="connsiteX2062" fmla="*/ 639881 w 3044273"/>
              <a:gd name="connsiteY2062" fmla="*/ 1569684 h 3047670"/>
              <a:gd name="connsiteX2063" fmla="*/ 667014 w 3044273"/>
              <a:gd name="connsiteY2063" fmla="*/ 1542426 h 3047670"/>
              <a:gd name="connsiteX2064" fmla="*/ 192316 w 3044273"/>
              <a:gd name="connsiteY2064" fmla="*/ 1541672 h 3047670"/>
              <a:gd name="connsiteX2065" fmla="*/ 200482 w 3044273"/>
              <a:gd name="connsiteY2065" fmla="*/ 1549837 h 3047670"/>
              <a:gd name="connsiteX2066" fmla="*/ 192316 w 3044273"/>
              <a:gd name="connsiteY2066" fmla="*/ 1558128 h 3047670"/>
              <a:gd name="connsiteX2067" fmla="*/ 184151 w 3044273"/>
              <a:gd name="connsiteY2067" fmla="*/ 1549962 h 3047670"/>
              <a:gd name="connsiteX2068" fmla="*/ 192316 w 3044273"/>
              <a:gd name="connsiteY2068" fmla="*/ 1541672 h 3047670"/>
              <a:gd name="connsiteX2069" fmla="*/ 2090357 w 3044273"/>
              <a:gd name="connsiteY2069" fmla="*/ 1540918 h 3047670"/>
              <a:gd name="connsiteX2070" fmla="*/ 2092617 w 3044273"/>
              <a:gd name="connsiteY2070" fmla="*/ 1543180 h 3047670"/>
              <a:gd name="connsiteX2071" fmla="*/ 2090357 w 3044273"/>
              <a:gd name="connsiteY2071" fmla="*/ 1545440 h 3047670"/>
              <a:gd name="connsiteX2072" fmla="*/ 2088095 w 3044273"/>
              <a:gd name="connsiteY2072" fmla="*/ 1543180 h 3047670"/>
              <a:gd name="connsiteX2073" fmla="*/ 2090357 w 3044273"/>
              <a:gd name="connsiteY2073" fmla="*/ 1540918 h 3047670"/>
              <a:gd name="connsiteX2074" fmla="*/ 953292 w 3044273"/>
              <a:gd name="connsiteY2074" fmla="*/ 1540290 h 3047670"/>
              <a:gd name="connsiteX2075" fmla="*/ 960452 w 3044273"/>
              <a:gd name="connsiteY2075" fmla="*/ 1547324 h 3047670"/>
              <a:gd name="connsiteX2076" fmla="*/ 953417 w 3044273"/>
              <a:gd name="connsiteY2076" fmla="*/ 1554358 h 3047670"/>
              <a:gd name="connsiteX2077" fmla="*/ 946258 w 3044273"/>
              <a:gd name="connsiteY2077" fmla="*/ 1547324 h 3047670"/>
              <a:gd name="connsiteX2078" fmla="*/ 953292 w 3044273"/>
              <a:gd name="connsiteY2078" fmla="*/ 1540290 h 3047670"/>
              <a:gd name="connsiteX2079" fmla="*/ 2756996 w 3044273"/>
              <a:gd name="connsiteY2079" fmla="*/ 1538657 h 3047670"/>
              <a:gd name="connsiteX2080" fmla="*/ 2780485 w 3044273"/>
              <a:gd name="connsiteY2080" fmla="*/ 1562021 h 3047670"/>
              <a:gd name="connsiteX2081" fmla="*/ 2757121 w 3044273"/>
              <a:gd name="connsiteY2081" fmla="*/ 1585511 h 3047670"/>
              <a:gd name="connsiteX2082" fmla="*/ 2733506 w 3044273"/>
              <a:gd name="connsiteY2082" fmla="*/ 1562147 h 3047670"/>
              <a:gd name="connsiteX2083" fmla="*/ 2756996 w 3044273"/>
              <a:gd name="connsiteY2083" fmla="*/ 1538657 h 3047670"/>
              <a:gd name="connsiteX2084" fmla="*/ 2376632 w 3044273"/>
              <a:gd name="connsiteY2084" fmla="*/ 1534261 h 3047670"/>
              <a:gd name="connsiteX2085" fmla="*/ 2406027 w 3044273"/>
              <a:gd name="connsiteY2085" fmla="*/ 1563404 h 3047670"/>
              <a:gd name="connsiteX2086" fmla="*/ 2376884 w 3044273"/>
              <a:gd name="connsiteY2086" fmla="*/ 1592672 h 3047670"/>
              <a:gd name="connsiteX2087" fmla="*/ 2347617 w 3044273"/>
              <a:gd name="connsiteY2087" fmla="*/ 1563529 h 3047670"/>
              <a:gd name="connsiteX2088" fmla="*/ 2376632 w 3044273"/>
              <a:gd name="connsiteY2088" fmla="*/ 1534261 h 3047670"/>
              <a:gd name="connsiteX2089" fmla="*/ 97979 w 3044273"/>
              <a:gd name="connsiteY2089" fmla="*/ 1524338 h 3047670"/>
              <a:gd name="connsiteX2090" fmla="*/ 102628 w 3044273"/>
              <a:gd name="connsiteY2090" fmla="*/ 1528986 h 3047670"/>
              <a:gd name="connsiteX2091" fmla="*/ 97979 w 3044273"/>
              <a:gd name="connsiteY2091" fmla="*/ 1533634 h 3047670"/>
              <a:gd name="connsiteX2092" fmla="*/ 93332 w 3044273"/>
              <a:gd name="connsiteY2092" fmla="*/ 1528986 h 3047670"/>
              <a:gd name="connsiteX2093" fmla="*/ 97979 w 3044273"/>
              <a:gd name="connsiteY2093" fmla="*/ 1524338 h 3047670"/>
              <a:gd name="connsiteX2094" fmla="*/ 572677 w 3044273"/>
              <a:gd name="connsiteY2094" fmla="*/ 1522955 h 3047670"/>
              <a:gd name="connsiteX2095" fmla="*/ 598428 w 3044273"/>
              <a:gd name="connsiteY2095" fmla="*/ 1548580 h 3047670"/>
              <a:gd name="connsiteX2096" fmla="*/ 572803 w 3044273"/>
              <a:gd name="connsiteY2096" fmla="*/ 1574331 h 3047670"/>
              <a:gd name="connsiteX2097" fmla="*/ 547052 w 3044273"/>
              <a:gd name="connsiteY2097" fmla="*/ 1548706 h 3047670"/>
              <a:gd name="connsiteX2098" fmla="*/ 572677 w 3044273"/>
              <a:gd name="connsiteY2098" fmla="*/ 1522955 h 3047670"/>
              <a:gd name="connsiteX2099" fmla="*/ 2851331 w 3044273"/>
              <a:gd name="connsiteY2099" fmla="*/ 1522202 h 3047670"/>
              <a:gd name="connsiteX2100" fmla="*/ 2869544 w 3044273"/>
              <a:gd name="connsiteY2100" fmla="*/ 1540290 h 3047670"/>
              <a:gd name="connsiteX2101" fmla="*/ 2851456 w 3044273"/>
              <a:gd name="connsiteY2101" fmla="*/ 1558504 h 3047670"/>
              <a:gd name="connsiteX2102" fmla="*/ 2833243 w 3044273"/>
              <a:gd name="connsiteY2102" fmla="*/ 1540416 h 3047670"/>
              <a:gd name="connsiteX2103" fmla="*/ 2851331 w 3044273"/>
              <a:gd name="connsiteY2103" fmla="*/ 1522202 h 3047670"/>
              <a:gd name="connsiteX2104" fmla="*/ 2183939 w 3044273"/>
              <a:gd name="connsiteY2104" fmla="*/ 1512530 h 3047670"/>
              <a:gd name="connsiteX2105" fmla="*/ 2192983 w 3044273"/>
              <a:gd name="connsiteY2105" fmla="*/ 1521574 h 3047670"/>
              <a:gd name="connsiteX2106" fmla="*/ 2183939 w 3044273"/>
              <a:gd name="connsiteY2106" fmla="*/ 1530618 h 3047670"/>
              <a:gd name="connsiteX2107" fmla="*/ 2174770 w 3044273"/>
              <a:gd name="connsiteY2107" fmla="*/ 1521574 h 3047670"/>
              <a:gd name="connsiteX2108" fmla="*/ 2183939 w 3044273"/>
              <a:gd name="connsiteY2108" fmla="*/ 1512530 h 3047670"/>
              <a:gd name="connsiteX2109" fmla="*/ 2470970 w 3044273"/>
              <a:gd name="connsiteY2109" fmla="*/ 1511398 h 3047670"/>
              <a:gd name="connsiteX2110" fmla="*/ 2501370 w 3044273"/>
              <a:gd name="connsiteY2110" fmla="*/ 1541671 h 3047670"/>
              <a:gd name="connsiteX2111" fmla="*/ 2471095 w 3044273"/>
              <a:gd name="connsiteY2111" fmla="*/ 1572070 h 3047670"/>
              <a:gd name="connsiteX2112" fmla="*/ 2440697 w 3044273"/>
              <a:gd name="connsiteY2112" fmla="*/ 1541796 h 3047670"/>
              <a:gd name="connsiteX2113" fmla="*/ 2470970 w 3044273"/>
              <a:gd name="connsiteY2113" fmla="*/ 1511398 h 3047670"/>
              <a:gd name="connsiteX2114" fmla="*/ 2945543 w 3044273"/>
              <a:gd name="connsiteY2114" fmla="*/ 1511148 h 3047670"/>
              <a:gd name="connsiteX2115" fmla="*/ 2953080 w 3044273"/>
              <a:gd name="connsiteY2115" fmla="*/ 1518684 h 3047670"/>
              <a:gd name="connsiteX2116" fmla="*/ 2945543 w 3044273"/>
              <a:gd name="connsiteY2116" fmla="*/ 1526220 h 3047670"/>
              <a:gd name="connsiteX2117" fmla="*/ 2938006 w 3044273"/>
              <a:gd name="connsiteY2117" fmla="*/ 1518684 h 3047670"/>
              <a:gd name="connsiteX2118" fmla="*/ 2945543 w 3044273"/>
              <a:gd name="connsiteY2118" fmla="*/ 1511148 h 3047670"/>
              <a:gd name="connsiteX2119" fmla="*/ 859709 w 3044273"/>
              <a:gd name="connsiteY2119" fmla="*/ 1509263 h 3047670"/>
              <a:gd name="connsiteX2120" fmla="*/ 876792 w 3044273"/>
              <a:gd name="connsiteY2120" fmla="*/ 1526222 h 3047670"/>
              <a:gd name="connsiteX2121" fmla="*/ 859834 w 3044273"/>
              <a:gd name="connsiteY2121" fmla="*/ 1543305 h 3047670"/>
              <a:gd name="connsiteX2122" fmla="*/ 842750 w 3044273"/>
              <a:gd name="connsiteY2122" fmla="*/ 1526347 h 3047670"/>
              <a:gd name="connsiteX2123" fmla="*/ 859709 w 3044273"/>
              <a:gd name="connsiteY2123" fmla="*/ 1509263 h 3047670"/>
              <a:gd name="connsiteX2124" fmla="*/ 3895 w 3044273"/>
              <a:gd name="connsiteY2124" fmla="*/ 1506248 h 3047670"/>
              <a:gd name="connsiteX2125" fmla="*/ 5653 w 3044273"/>
              <a:gd name="connsiteY2125" fmla="*/ 1508006 h 3047670"/>
              <a:gd name="connsiteX2126" fmla="*/ 3895 w 3044273"/>
              <a:gd name="connsiteY2126" fmla="*/ 1509765 h 3047670"/>
              <a:gd name="connsiteX2127" fmla="*/ 2136 w 3044273"/>
              <a:gd name="connsiteY2127" fmla="*/ 1508006 h 3047670"/>
              <a:gd name="connsiteX2128" fmla="*/ 3895 w 3044273"/>
              <a:gd name="connsiteY2128" fmla="*/ 1506248 h 3047670"/>
              <a:gd name="connsiteX2129" fmla="*/ 478467 w 3044273"/>
              <a:gd name="connsiteY2129" fmla="*/ 1506247 h 3047670"/>
              <a:gd name="connsiteX2130" fmla="*/ 500073 w 3044273"/>
              <a:gd name="connsiteY2130" fmla="*/ 1527601 h 3047670"/>
              <a:gd name="connsiteX2131" fmla="*/ 478718 w 3044273"/>
              <a:gd name="connsiteY2131" fmla="*/ 1549082 h 3047670"/>
              <a:gd name="connsiteX2132" fmla="*/ 457112 w 3044273"/>
              <a:gd name="connsiteY2132" fmla="*/ 1527728 h 3047670"/>
              <a:gd name="connsiteX2133" fmla="*/ 478467 w 3044273"/>
              <a:gd name="connsiteY2133" fmla="*/ 1506247 h 3047670"/>
              <a:gd name="connsiteX2134" fmla="*/ 3039502 w 3044273"/>
              <a:gd name="connsiteY2134" fmla="*/ 1495322 h 3047670"/>
              <a:gd name="connsiteX2135" fmla="*/ 3041262 w 3044273"/>
              <a:gd name="connsiteY2135" fmla="*/ 1497080 h 3047670"/>
              <a:gd name="connsiteX2136" fmla="*/ 3039502 w 3044273"/>
              <a:gd name="connsiteY2136" fmla="*/ 1498839 h 3047670"/>
              <a:gd name="connsiteX2137" fmla="*/ 3037744 w 3044273"/>
              <a:gd name="connsiteY2137" fmla="*/ 1497080 h 3047670"/>
              <a:gd name="connsiteX2138" fmla="*/ 3039502 w 3044273"/>
              <a:gd name="connsiteY2138" fmla="*/ 1495322 h 3047670"/>
              <a:gd name="connsiteX2139" fmla="*/ 2564930 w 3044273"/>
              <a:gd name="connsiteY2139" fmla="*/ 1493560 h 3047670"/>
              <a:gd name="connsiteX2140" fmla="*/ 2591559 w 3044273"/>
              <a:gd name="connsiteY2140" fmla="*/ 1520065 h 3047670"/>
              <a:gd name="connsiteX2141" fmla="*/ 2565056 w 3044273"/>
              <a:gd name="connsiteY2141" fmla="*/ 1546695 h 3047670"/>
              <a:gd name="connsiteX2142" fmla="*/ 2538426 w 3044273"/>
              <a:gd name="connsiteY2142" fmla="*/ 1520190 h 3047670"/>
              <a:gd name="connsiteX2143" fmla="*/ 2564930 w 3044273"/>
              <a:gd name="connsiteY2143" fmla="*/ 1493560 h 3047670"/>
              <a:gd name="connsiteX2144" fmla="*/ 384632 w 3044273"/>
              <a:gd name="connsiteY2144" fmla="*/ 1490547 h 3047670"/>
              <a:gd name="connsiteX2145" fmla="*/ 400836 w 3044273"/>
              <a:gd name="connsiteY2145" fmla="*/ 1506626 h 3047670"/>
              <a:gd name="connsiteX2146" fmla="*/ 384757 w 3044273"/>
              <a:gd name="connsiteY2146" fmla="*/ 1522830 h 3047670"/>
              <a:gd name="connsiteX2147" fmla="*/ 368553 w 3044273"/>
              <a:gd name="connsiteY2147" fmla="*/ 1506751 h 3047670"/>
              <a:gd name="connsiteX2148" fmla="*/ 384632 w 3044273"/>
              <a:gd name="connsiteY2148" fmla="*/ 1490547 h 3047670"/>
              <a:gd name="connsiteX2149" fmla="*/ 1058430 w 3044273"/>
              <a:gd name="connsiteY2149" fmla="*/ 1482633 h 3047670"/>
              <a:gd name="connsiteX2150" fmla="*/ 1059561 w 3044273"/>
              <a:gd name="connsiteY2150" fmla="*/ 1483763 h 3047670"/>
              <a:gd name="connsiteX2151" fmla="*/ 1058430 w 3044273"/>
              <a:gd name="connsiteY2151" fmla="*/ 1484894 h 3047670"/>
              <a:gd name="connsiteX2152" fmla="*/ 1057300 w 3044273"/>
              <a:gd name="connsiteY2152" fmla="*/ 1483763 h 3047670"/>
              <a:gd name="connsiteX2153" fmla="*/ 1058430 w 3044273"/>
              <a:gd name="connsiteY2153" fmla="*/ 1482633 h 3047670"/>
              <a:gd name="connsiteX2154" fmla="*/ 766249 w 3044273"/>
              <a:gd name="connsiteY2154" fmla="*/ 1481001 h 3047670"/>
              <a:gd name="connsiteX2155" fmla="*/ 790745 w 3044273"/>
              <a:gd name="connsiteY2155" fmla="*/ 1505245 h 3047670"/>
              <a:gd name="connsiteX2156" fmla="*/ 766501 w 3044273"/>
              <a:gd name="connsiteY2156" fmla="*/ 1529740 h 3047670"/>
              <a:gd name="connsiteX2157" fmla="*/ 742006 w 3044273"/>
              <a:gd name="connsiteY2157" fmla="*/ 1505496 h 3047670"/>
              <a:gd name="connsiteX2158" fmla="*/ 766249 w 3044273"/>
              <a:gd name="connsiteY2158" fmla="*/ 1481001 h 3047670"/>
              <a:gd name="connsiteX2159" fmla="*/ 1984840 w 3044273"/>
              <a:gd name="connsiteY2159" fmla="*/ 1480120 h 3047670"/>
              <a:gd name="connsiteX2160" fmla="*/ 1985092 w 3044273"/>
              <a:gd name="connsiteY2160" fmla="*/ 1480371 h 3047670"/>
              <a:gd name="connsiteX2161" fmla="*/ 1984840 w 3044273"/>
              <a:gd name="connsiteY2161" fmla="*/ 1480623 h 3047670"/>
              <a:gd name="connsiteX2162" fmla="*/ 1984589 w 3044273"/>
              <a:gd name="connsiteY2162" fmla="*/ 1480371 h 3047670"/>
              <a:gd name="connsiteX2163" fmla="*/ 1984840 w 3044273"/>
              <a:gd name="connsiteY2163" fmla="*/ 1480120 h 3047670"/>
              <a:gd name="connsiteX2164" fmla="*/ 2277022 w 3044273"/>
              <a:gd name="connsiteY2164" fmla="*/ 1478487 h 3047670"/>
              <a:gd name="connsiteX2165" fmla="*/ 2298501 w 3044273"/>
              <a:gd name="connsiteY2165" fmla="*/ 1499841 h 3047670"/>
              <a:gd name="connsiteX2166" fmla="*/ 2277147 w 3044273"/>
              <a:gd name="connsiteY2166" fmla="*/ 1521322 h 3047670"/>
              <a:gd name="connsiteX2167" fmla="*/ 2255541 w 3044273"/>
              <a:gd name="connsiteY2167" fmla="*/ 1499968 h 3047670"/>
              <a:gd name="connsiteX2168" fmla="*/ 2277022 w 3044273"/>
              <a:gd name="connsiteY2168" fmla="*/ 1478487 h 3047670"/>
              <a:gd name="connsiteX2169" fmla="*/ 291049 w 3044273"/>
              <a:gd name="connsiteY2169" fmla="*/ 1473087 h 3047670"/>
              <a:gd name="connsiteX2170" fmla="*/ 303736 w 3044273"/>
              <a:gd name="connsiteY2170" fmla="*/ 1485648 h 3047670"/>
              <a:gd name="connsiteX2171" fmla="*/ 291174 w 3044273"/>
              <a:gd name="connsiteY2171" fmla="*/ 1498335 h 3047670"/>
              <a:gd name="connsiteX2172" fmla="*/ 278487 w 3044273"/>
              <a:gd name="connsiteY2172" fmla="*/ 1485774 h 3047670"/>
              <a:gd name="connsiteX2173" fmla="*/ 291049 w 3044273"/>
              <a:gd name="connsiteY2173" fmla="*/ 1473087 h 3047670"/>
              <a:gd name="connsiteX2174" fmla="*/ 2658514 w 3044273"/>
              <a:gd name="connsiteY2174" fmla="*/ 1472584 h 3047670"/>
              <a:gd name="connsiteX2175" fmla="*/ 2684516 w 3044273"/>
              <a:gd name="connsiteY2175" fmla="*/ 1498335 h 3047670"/>
              <a:gd name="connsiteX2176" fmla="*/ 2658766 w 3044273"/>
              <a:gd name="connsiteY2176" fmla="*/ 1524338 h 3047670"/>
              <a:gd name="connsiteX2177" fmla="*/ 2632763 w 3044273"/>
              <a:gd name="connsiteY2177" fmla="*/ 1498587 h 3047670"/>
              <a:gd name="connsiteX2178" fmla="*/ 2658514 w 3044273"/>
              <a:gd name="connsiteY2178" fmla="*/ 1472584 h 3047670"/>
              <a:gd name="connsiteX2179" fmla="*/ 673169 w 3044273"/>
              <a:gd name="connsiteY2179" fmla="*/ 1457259 h 3047670"/>
              <a:gd name="connsiteX2180" fmla="*/ 700427 w 3044273"/>
              <a:gd name="connsiteY2180" fmla="*/ 1484392 h 3047670"/>
              <a:gd name="connsiteX2181" fmla="*/ 673294 w 3044273"/>
              <a:gd name="connsiteY2181" fmla="*/ 1511775 h 3047670"/>
              <a:gd name="connsiteX2182" fmla="*/ 645911 w 3044273"/>
              <a:gd name="connsiteY2182" fmla="*/ 1484643 h 3047670"/>
              <a:gd name="connsiteX2183" fmla="*/ 673169 w 3044273"/>
              <a:gd name="connsiteY2183" fmla="*/ 1457259 h 3047670"/>
              <a:gd name="connsiteX2184" fmla="*/ 965600 w 3044273"/>
              <a:gd name="connsiteY2184" fmla="*/ 1456630 h 3047670"/>
              <a:gd name="connsiteX2185" fmla="*/ 971882 w 3044273"/>
              <a:gd name="connsiteY2185" fmla="*/ 1462785 h 3047670"/>
              <a:gd name="connsiteX2186" fmla="*/ 965726 w 3044273"/>
              <a:gd name="connsiteY2186" fmla="*/ 1469066 h 3047670"/>
              <a:gd name="connsiteX2187" fmla="*/ 959571 w 3044273"/>
              <a:gd name="connsiteY2187" fmla="*/ 1462911 h 3047670"/>
              <a:gd name="connsiteX2188" fmla="*/ 965600 w 3044273"/>
              <a:gd name="connsiteY2188" fmla="*/ 1456630 h 3047670"/>
              <a:gd name="connsiteX2189" fmla="*/ 2077293 w 3044273"/>
              <a:gd name="connsiteY2189" fmla="*/ 1456379 h 3047670"/>
              <a:gd name="connsiteX2190" fmla="*/ 2079805 w 3044273"/>
              <a:gd name="connsiteY2190" fmla="*/ 1458766 h 3047670"/>
              <a:gd name="connsiteX2191" fmla="*/ 2077418 w 3044273"/>
              <a:gd name="connsiteY2191" fmla="*/ 1461278 h 3047670"/>
              <a:gd name="connsiteX2192" fmla="*/ 2074906 w 3044273"/>
              <a:gd name="connsiteY2192" fmla="*/ 1458891 h 3047670"/>
              <a:gd name="connsiteX2193" fmla="*/ 2077293 w 3044273"/>
              <a:gd name="connsiteY2193" fmla="*/ 1456379 h 3047670"/>
              <a:gd name="connsiteX2194" fmla="*/ 197465 w 3044273"/>
              <a:gd name="connsiteY2194" fmla="*/ 1456254 h 3047670"/>
              <a:gd name="connsiteX2195" fmla="*/ 206132 w 3044273"/>
              <a:gd name="connsiteY2195" fmla="*/ 1464795 h 3047670"/>
              <a:gd name="connsiteX2196" fmla="*/ 197590 w 3044273"/>
              <a:gd name="connsiteY2196" fmla="*/ 1473464 h 3047670"/>
              <a:gd name="connsiteX2197" fmla="*/ 188923 w 3044273"/>
              <a:gd name="connsiteY2197" fmla="*/ 1464922 h 3047670"/>
              <a:gd name="connsiteX2198" fmla="*/ 197465 w 3044273"/>
              <a:gd name="connsiteY2198" fmla="*/ 1456254 h 3047670"/>
              <a:gd name="connsiteX2199" fmla="*/ 2752222 w 3044273"/>
              <a:gd name="connsiteY2199" fmla="*/ 1452987 h 3047670"/>
              <a:gd name="connsiteX2200" fmla="*/ 2776214 w 3044273"/>
              <a:gd name="connsiteY2200" fmla="*/ 1476854 h 3047670"/>
              <a:gd name="connsiteX2201" fmla="*/ 2752348 w 3044273"/>
              <a:gd name="connsiteY2201" fmla="*/ 1500846 h 3047670"/>
              <a:gd name="connsiteX2202" fmla="*/ 2728356 w 3044273"/>
              <a:gd name="connsiteY2202" fmla="*/ 1476980 h 3047670"/>
              <a:gd name="connsiteX2203" fmla="*/ 2752222 w 3044273"/>
              <a:gd name="connsiteY2203" fmla="*/ 1452987 h 3047670"/>
              <a:gd name="connsiteX2204" fmla="*/ 2369976 w 3044273"/>
              <a:gd name="connsiteY2204" fmla="*/ 1448717 h 3047670"/>
              <a:gd name="connsiteX2205" fmla="*/ 2399746 w 3044273"/>
              <a:gd name="connsiteY2205" fmla="*/ 1478236 h 3047670"/>
              <a:gd name="connsiteX2206" fmla="*/ 2370227 w 3044273"/>
              <a:gd name="connsiteY2206" fmla="*/ 1508008 h 3047670"/>
              <a:gd name="connsiteX2207" fmla="*/ 2340456 w 3044273"/>
              <a:gd name="connsiteY2207" fmla="*/ 1478488 h 3047670"/>
              <a:gd name="connsiteX2208" fmla="*/ 2369976 w 3044273"/>
              <a:gd name="connsiteY2208" fmla="*/ 1448717 h 3047670"/>
              <a:gd name="connsiteX2209" fmla="*/ 104134 w 3044273"/>
              <a:gd name="connsiteY2209" fmla="*/ 1439044 h 3047670"/>
              <a:gd name="connsiteX2210" fmla="*/ 109033 w 3044273"/>
              <a:gd name="connsiteY2210" fmla="*/ 1443943 h 3047670"/>
              <a:gd name="connsiteX2211" fmla="*/ 104134 w 3044273"/>
              <a:gd name="connsiteY2211" fmla="*/ 1448841 h 3047670"/>
              <a:gd name="connsiteX2212" fmla="*/ 99235 w 3044273"/>
              <a:gd name="connsiteY2212" fmla="*/ 1443943 h 3047670"/>
              <a:gd name="connsiteX2213" fmla="*/ 104134 w 3044273"/>
              <a:gd name="connsiteY2213" fmla="*/ 1439044 h 3047670"/>
              <a:gd name="connsiteX2214" fmla="*/ 579963 w 3044273"/>
              <a:gd name="connsiteY2214" fmla="*/ 1438040 h 3047670"/>
              <a:gd name="connsiteX2215" fmla="*/ 605714 w 3044273"/>
              <a:gd name="connsiteY2215" fmla="*/ 1463665 h 3047670"/>
              <a:gd name="connsiteX2216" fmla="*/ 580088 w 3044273"/>
              <a:gd name="connsiteY2216" fmla="*/ 1489416 h 3047670"/>
              <a:gd name="connsiteX2217" fmla="*/ 554338 w 3044273"/>
              <a:gd name="connsiteY2217" fmla="*/ 1463791 h 3047670"/>
              <a:gd name="connsiteX2218" fmla="*/ 579963 w 3044273"/>
              <a:gd name="connsiteY2218" fmla="*/ 1438040 h 3047670"/>
              <a:gd name="connsiteX2219" fmla="*/ 2845551 w 3044273"/>
              <a:gd name="connsiteY2219" fmla="*/ 1437663 h 3047670"/>
              <a:gd name="connsiteX2220" fmla="*/ 2863389 w 3044273"/>
              <a:gd name="connsiteY2220" fmla="*/ 1455249 h 3047670"/>
              <a:gd name="connsiteX2221" fmla="*/ 2845676 w 3044273"/>
              <a:gd name="connsiteY2221" fmla="*/ 1473087 h 3047670"/>
              <a:gd name="connsiteX2222" fmla="*/ 2827840 w 3044273"/>
              <a:gd name="connsiteY2222" fmla="*/ 1455375 h 3047670"/>
              <a:gd name="connsiteX2223" fmla="*/ 2845551 w 3044273"/>
              <a:gd name="connsiteY2223" fmla="*/ 1437663 h 3047670"/>
              <a:gd name="connsiteX2224" fmla="*/ 2169871 w 3044273"/>
              <a:gd name="connsiteY2224" fmla="*/ 1427614 h 3047670"/>
              <a:gd name="connsiteX2225" fmla="*/ 2179670 w 3044273"/>
              <a:gd name="connsiteY2225" fmla="*/ 1437285 h 3047670"/>
              <a:gd name="connsiteX2226" fmla="*/ 2169996 w 3044273"/>
              <a:gd name="connsiteY2226" fmla="*/ 1447083 h 3047670"/>
              <a:gd name="connsiteX2227" fmla="*/ 2160199 w 3044273"/>
              <a:gd name="connsiteY2227" fmla="*/ 1437411 h 3047670"/>
              <a:gd name="connsiteX2228" fmla="*/ 2169871 w 3044273"/>
              <a:gd name="connsiteY2228" fmla="*/ 1427614 h 3047670"/>
              <a:gd name="connsiteX2229" fmla="*/ 2938760 w 3044273"/>
              <a:gd name="connsiteY2229" fmla="*/ 1426861 h 3047670"/>
              <a:gd name="connsiteX2230" fmla="*/ 2945669 w 3044273"/>
              <a:gd name="connsiteY2230" fmla="*/ 1433644 h 3047670"/>
              <a:gd name="connsiteX2231" fmla="*/ 2938886 w 3044273"/>
              <a:gd name="connsiteY2231" fmla="*/ 1440552 h 3047670"/>
              <a:gd name="connsiteX2232" fmla="*/ 2931977 w 3044273"/>
              <a:gd name="connsiteY2232" fmla="*/ 1433770 h 3047670"/>
              <a:gd name="connsiteX2233" fmla="*/ 2938760 w 3044273"/>
              <a:gd name="connsiteY2233" fmla="*/ 1426861 h 3047670"/>
              <a:gd name="connsiteX2234" fmla="*/ 2462930 w 3044273"/>
              <a:gd name="connsiteY2234" fmla="*/ 1426106 h 3047670"/>
              <a:gd name="connsiteX2235" fmla="*/ 2493831 w 3044273"/>
              <a:gd name="connsiteY2235" fmla="*/ 1456756 h 3047670"/>
              <a:gd name="connsiteX2236" fmla="*/ 2463181 w 3044273"/>
              <a:gd name="connsiteY2236" fmla="*/ 1487657 h 3047670"/>
              <a:gd name="connsiteX2237" fmla="*/ 2432280 w 3044273"/>
              <a:gd name="connsiteY2237" fmla="*/ 1457007 h 3047670"/>
              <a:gd name="connsiteX2238" fmla="*/ 2462930 w 3044273"/>
              <a:gd name="connsiteY2238" fmla="*/ 1426106 h 3047670"/>
              <a:gd name="connsiteX2239" fmla="*/ 872898 w 3044273"/>
              <a:gd name="connsiteY2239" fmla="*/ 1425479 h 3047670"/>
              <a:gd name="connsiteX2240" fmla="*/ 889604 w 3044273"/>
              <a:gd name="connsiteY2240" fmla="*/ 1442060 h 3047670"/>
              <a:gd name="connsiteX2241" fmla="*/ 873023 w 3044273"/>
              <a:gd name="connsiteY2241" fmla="*/ 1458767 h 3047670"/>
              <a:gd name="connsiteX2242" fmla="*/ 856442 w 3044273"/>
              <a:gd name="connsiteY2242" fmla="*/ 1442186 h 3047670"/>
              <a:gd name="connsiteX2243" fmla="*/ 872898 w 3044273"/>
              <a:gd name="connsiteY2243" fmla="*/ 1425479 h 3047670"/>
              <a:gd name="connsiteX2244" fmla="*/ 486882 w 3044273"/>
              <a:gd name="connsiteY2244" fmla="*/ 1421333 h 3047670"/>
              <a:gd name="connsiteX2245" fmla="*/ 508363 w 3044273"/>
              <a:gd name="connsiteY2245" fmla="*/ 1442687 h 3047670"/>
              <a:gd name="connsiteX2246" fmla="*/ 487009 w 3044273"/>
              <a:gd name="connsiteY2246" fmla="*/ 1464168 h 3047670"/>
              <a:gd name="connsiteX2247" fmla="*/ 465528 w 3044273"/>
              <a:gd name="connsiteY2247" fmla="*/ 1442814 h 3047670"/>
              <a:gd name="connsiteX2248" fmla="*/ 486882 w 3044273"/>
              <a:gd name="connsiteY2248" fmla="*/ 1421333 h 3047670"/>
              <a:gd name="connsiteX2249" fmla="*/ 10677 w 3044273"/>
              <a:gd name="connsiteY2249" fmla="*/ 1421333 h 3047670"/>
              <a:gd name="connsiteX2250" fmla="*/ 12435 w 3044273"/>
              <a:gd name="connsiteY2250" fmla="*/ 1423092 h 3047670"/>
              <a:gd name="connsiteX2251" fmla="*/ 10677 w 3044273"/>
              <a:gd name="connsiteY2251" fmla="*/ 1424850 h 3047670"/>
              <a:gd name="connsiteX2252" fmla="*/ 8918 w 3044273"/>
              <a:gd name="connsiteY2252" fmla="*/ 1423092 h 3047670"/>
              <a:gd name="connsiteX2253" fmla="*/ 10677 w 3044273"/>
              <a:gd name="connsiteY2253" fmla="*/ 1421333 h 3047670"/>
              <a:gd name="connsiteX2254" fmla="*/ 3032090 w 3044273"/>
              <a:gd name="connsiteY2254" fmla="*/ 1410153 h 3047670"/>
              <a:gd name="connsiteX2255" fmla="*/ 3034100 w 3044273"/>
              <a:gd name="connsiteY2255" fmla="*/ 1412163 h 3047670"/>
              <a:gd name="connsiteX2256" fmla="*/ 3032090 w 3044273"/>
              <a:gd name="connsiteY2256" fmla="*/ 1414173 h 3047670"/>
              <a:gd name="connsiteX2257" fmla="*/ 3030080 w 3044273"/>
              <a:gd name="connsiteY2257" fmla="*/ 1412163 h 3047670"/>
              <a:gd name="connsiteX2258" fmla="*/ 3032090 w 3044273"/>
              <a:gd name="connsiteY2258" fmla="*/ 1410153 h 3047670"/>
              <a:gd name="connsiteX2259" fmla="*/ 2555760 w 3044273"/>
              <a:gd name="connsiteY2259" fmla="*/ 1408017 h 3047670"/>
              <a:gd name="connsiteX2260" fmla="*/ 2583143 w 3044273"/>
              <a:gd name="connsiteY2260" fmla="*/ 1435150 h 3047670"/>
              <a:gd name="connsiteX2261" fmla="*/ 2556010 w 3044273"/>
              <a:gd name="connsiteY2261" fmla="*/ 1462534 h 3047670"/>
              <a:gd name="connsiteX2262" fmla="*/ 2528752 w 3044273"/>
              <a:gd name="connsiteY2262" fmla="*/ 1435401 h 3047670"/>
              <a:gd name="connsiteX2263" fmla="*/ 2555760 w 3044273"/>
              <a:gd name="connsiteY2263" fmla="*/ 1408017 h 3047670"/>
              <a:gd name="connsiteX2264" fmla="*/ 393803 w 3044273"/>
              <a:gd name="connsiteY2264" fmla="*/ 1406008 h 3047670"/>
              <a:gd name="connsiteX2265" fmla="*/ 409755 w 3044273"/>
              <a:gd name="connsiteY2265" fmla="*/ 1421836 h 3047670"/>
              <a:gd name="connsiteX2266" fmla="*/ 393928 w 3044273"/>
              <a:gd name="connsiteY2266" fmla="*/ 1437789 h 3047670"/>
              <a:gd name="connsiteX2267" fmla="*/ 377975 w 3044273"/>
              <a:gd name="connsiteY2267" fmla="*/ 1421962 h 3047670"/>
              <a:gd name="connsiteX2268" fmla="*/ 393803 w 3044273"/>
              <a:gd name="connsiteY2268" fmla="*/ 1406008 h 3047670"/>
              <a:gd name="connsiteX2269" fmla="*/ 1084559 w 3044273"/>
              <a:gd name="connsiteY2269" fmla="*/ 1401486 h 3047670"/>
              <a:gd name="connsiteX2270" fmla="*/ 1085690 w 3044273"/>
              <a:gd name="connsiteY2270" fmla="*/ 1402616 h 3047670"/>
              <a:gd name="connsiteX2271" fmla="*/ 1084559 w 3044273"/>
              <a:gd name="connsiteY2271" fmla="*/ 1403747 h 3047670"/>
              <a:gd name="connsiteX2272" fmla="*/ 1083429 w 3044273"/>
              <a:gd name="connsiteY2272" fmla="*/ 1402616 h 3047670"/>
              <a:gd name="connsiteX2273" fmla="*/ 1084559 w 3044273"/>
              <a:gd name="connsiteY2273" fmla="*/ 1401486 h 3047670"/>
              <a:gd name="connsiteX2274" fmla="*/ 780192 w 3044273"/>
              <a:gd name="connsiteY2274" fmla="*/ 1396336 h 3047670"/>
              <a:gd name="connsiteX2275" fmla="*/ 805314 w 3044273"/>
              <a:gd name="connsiteY2275" fmla="*/ 1421207 h 3047670"/>
              <a:gd name="connsiteX2276" fmla="*/ 780444 w 3044273"/>
              <a:gd name="connsiteY2276" fmla="*/ 1446330 h 3047670"/>
              <a:gd name="connsiteX2277" fmla="*/ 755322 w 3044273"/>
              <a:gd name="connsiteY2277" fmla="*/ 1421459 h 3047670"/>
              <a:gd name="connsiteX2278" fmla="*/ 780192 w 3044273"/>
              <a:gd name="connsiteY2278" fmla="*/ 1396336 h 3047670"/>
              <a:gd name="connsiteX2279" fmla="*/ 2262323 w 3044273"/>
              <a:gd name="connsiteY2279" fmla="*/ 1392693 h 3047670"/>
              <a:gd name="connsiteX2280" fmla="*/ 2285689 w 3044273"/>
              <a:gd name="connsiteY2280" fmla="*/ 1415807 h 3047670"/>
              <a:gd name="connsiteX2281" fmla="*/ 2262449 w 3044273"/>
              <a:gd name="connsiteY2281" fmla="*/ 1439172 h 3047670"/>
              <a:gd name="connsiteX2282" fmla="*/ 2239210 w 3044273"/>
              <a:gd name="connsiteY2282" fmla="*/ 1416058 h 3047670"/>
              <a:gd name="connsiteX2283" fmla="*/ 2262323 w 3044273"/>
              <a:gd name="connsiteY2283" fmla="*/ 1392693 h 3047670"/>
              <a:gd name="connsiteX2284" fmla="*/ 300970 w 3044273"/>
              <a:gd name="connsiteY2284" fmla="*/ 1388422 h 3047670"/>
              <a:gd name="connsiteX2285" fmla="*/ 313657 w 3044273"/>
              <a:gd name="connsiteY2285" fmla="*/ 1400983 h 3047670"/>
              <a:gd name="connsiteX2286" fmla="*/ 301095 w 3044273"/>
              <a:gd name="connsiteY2286" fmla="*/ 1413670 h 3047670"/>
              <a:gd name="connsiteX2287" fmla="*/ 288409 w 3044273"/>
              <a:gd name="connsiteY2287" fmla="*/ 1401109 h 3047670"/>
              <a:gd name="connsiteX2288" fmla="*/ 300970 w 3044273"/>
              <a:gd name="connsiteY2288" fmla="*/ 1388422 h 3047670"/>
              <a:gd name="connsiteX2289" fmla="*/ 2648840 w 3044273"/>
              <a:gd name="connsiteY2289" fmla="*/ 1386914 h 3047670"/>
              <a:gd name="connsiteX2290" fmla="*/ 2675721 w 3044273"/>
              <a:gd name="connsiteY2290" fmla="*/ 1413670 h 3047670"/>
              <a:gd name="connsiteX2291" fmla="*/ 2648966 w 3044273"/>
              <a:gd name="connsiteY2291" fmla="*/ 1440552 h 3047670"/>
              <a:gd name="connsiteX2292" fmla="*/ 2622085 w 3044273"/>
              <a:gd name="connsiteY2292" fmla="*/ 1413921 h 3047670"/>
              <a:gd name="connsiteX2293" fmla="*/ 2648840 w 3044273"/>
              <a:gd name="connsiteY2293" fmla="*/ 1386914 h 3047670"/>
              <a:gd name="connsiteX2294" fmla="*/ 2052045 w 3044273"/>
              <a:gd name="connsiteY2294" fmla="*/ 1377116 h 3047670"/>
              <a:gd name="connsiteX2295" fmla="*/ 2052422 w 3044273"/>
              <a:gd name="connsiteY2295" fmla="*/ 1377618 h 3047670"/>
              <a:gd name="connsiteX2296" fmla="*/ 2052045 w 3044273"/>
              <a:gd name="connsiteY2296" fmla="*/ 1378121 h 3047670"/>
              <a:gd name="connsiteX2297" fmla="*/ 2051542 w 3044273"/>
              <a:gd name="connsiteY2297" fmla="*/ 1377618 h 3047670"/>
              <a:gd name="connsiteX2298" fmla="*/ 2052045 w 3044273"/>
              <a:gd name="connsiteY2298" fmla="*/ 1377116 h 3047670"/>
              <a:gd name="connsiteX2299" fmla="*/ 990598 w 3044273"/>
              <a:gd name="connsiteY2299" fmla="*/ 1375106 h 3047670"/>
              <a:gd name="connsiteX2300" fmla="*/ 997005 w 3044273"/>
              <a:gd name="connsiteY2300" fmla="*/ 1381512 h 3047670"/>
              <a:gd name="connsiteX2301" fmla="*/ 990598 w 3044273"/>
              <a:gd name="connsiteY2301" fmla="*/ 1387917 h 3047670"/>
              <a:gd name="connsiteX2302" fmla="*/ 984192 w 3044273"/>
              <a:gd name="connsiteY2302" fmla="*/ 1381512 h 3047670"/>
              <a:gd name="connsiteX2303" fmla="*/ 990598 w 3044273"/>
              <a:gd name="connsiteY2303" fmla="*/ 1375106 h 3047670"/>
              <a:gd name="connsiteX2304" fmla="*/ 687614 w 3044273"/>
              <a:gd name="connsiteY2304" fmla="*/ 1373096 h 3047670"/>
              <a:gd name="connsiteX2305" fmla="*/ 715124 w 3044273"/>
              <a:gd name="connsiteY2305" fmla="*/ 1400481 h 3047670"/>
              <a:gd name="connsiteX2306" fmla="*/ 687740 w 3044273"/>
              <a:gd name="connsiteY2306" fmla="*/ 1427990 h 3047670"/>
              <a:gd name="connsiteX2307" fmla="*/ 660231 w 3044273"/>
              <a:gd name="connsiteY2307" fmla="*/ 1400606 h 3047670"/>
              <a:gd name="connsiteX2308" fmla="*/ 687614 w 3044273"/>
              <a:gd name="connsiteY2308" fmla="*/ 1373096 h 3047670"/>
              <a:gd name="connsiteX2309" fmla="*/ 208017 w 3044273"/>
              <a:gd name="connsiteY2309" fmla="*/ 1371338 h 3047670"/>
              <a:gd name="connsiteX2310" fmla="*/ 216936 w 3044273"/>
              <a:gd name="connsiteY2310" fmla="*/ 1380131 h 3047670"/>
              <a:gd name="connsiteX2311" fmla="*/ 208144 w 3044273"/>
              <a:gd name="connsiteY2311" fmla="*/ 1389049 h 3047670"/>
              <a:gd name="connsiteX2312" fmla="*/ 199225 w 3044273"/>
              <a:gd name="connsiteY2312" fmla="*/ 1380257 h 3047670"/>
              <a:gd name="connsiteX2313" fmla="*/ 208017 w 3044273"/>
              <a:gd name="connsiteY2313" fmla="*/ 1371338 h 3047670"/>
              <a:gd name="connsiteX2314" fmla="*/ 2741544 w 3044273"/>
              <a:gd name="connsiteY2314" fmla="*/ 1367695 h 3047670"/>
              <a:gd name="connsiteX2315" fmla="*/ 2766165 w 3044273"/>
              <a:gd name="connsiteY2315" fmla="*/ 1392190 h 3047670"/>
              <a:gd name="connsiteX2316" fmla="*/ 2741670 w 3044273"/>
              <a:gd name="connsiteY2316" fmla="*/ 1416810 h 3047670"/>
              <a:gd name="connsiteX2317" fmla="*/ 2717049 w 3044273"/>
              <a:gd name="connsiteY2317" fmla="*/ 1392315 h 3047670"/>
              <a:gd name="connsiteX2318" fmla="*/ 2741544 w 3044273"/>
              <a:gd name="connsiteY2318" fmla="*/ 1367695 h 3047670"/>
              <a:gd name="connsiteX2319" fmla="*/ 2355028 w 3044273"/>
              <a:gd name="connsiteY2319" fmla="*/ 1364303 h 3047670"/>
              <a:gd name="connsiteX2320" fmla="*/ 2385176 w 3044273"/>
              <a:gd name="connsiteY2320" fmla="*/ 1394325 h 3047670"/>
              <a:gd name="connsiteX2321" fmla="*/ 2355154 w 3044273"/>
              <a:gd name="connsiteY2321" fmla="*/ 1424598 h 3047670"/>
              <a:gd name="connsiteX2322" fmla="*/ 2324880 w 3044273"/>
              <a:gd name="connsiteY2322" fmla="*/ 1394576 h 3047670"/>
              <a:gd name="connsiteX2323" fmla="*/ 2355028 w 3044273"/>
              <a:gd name="connsiteY2323" fmla="*/ 1364303 h 3047670"/>
              <a:gd name="connsiteX2324" fmla="*/ 594784 w 3044273"/>
              <a:gd name="connsiteY2324" fmla="*/ 1354632 h 3047670"/>
              <a:gd name="connsiteX2325" fmla="*/ 619906 w 3044273"/>
              <a:gd name="connsiteY2325" fmla="*/ 1379503 h 3047670"/>
              <a:gd name="connsiteX2326" fmla="*/ 595036 w 3044273"/>
              <a:gd name="connsiteY2326" fmla="*/ 1404626 h 3047670"/>
              <a:gd name="connsiteX2327" fmla="*/ 569914 w 3044273"/>
              <a:gd name="connsiteY2327" fmla="*/ 1379755 h 3047670"/>
              <a:gd name="connsiteX2328" fmla="*/ 594784 w 3044273"/>
              <a:gd name="connsiteY2328" fmla="*/ 1354632 h 3047670"/>
              <a:gd name="connsiteX2329" fmla="*/ 115188 w 3044273"/>
              <a:gd name="connsiteY2329" fmla="*/ 1354380 h 3047670"/>
              <a:gd name="connsiteX2330" fmla="*/ 120338 w 3044273"/>
              <a:gd name="connsiteY2330" fmla="*/ 1359404 h 3047670"/>
              <a:gd name="connsiteX2331" fmla="*/ 115188 w 3044273"/>
              <a:gd name="connsiteY2331" fmla="*/ 1364554 h 3047670"/>
              <a:gd name="connsiteX2332" fmla="*/ 110164 w 3044273"/>
              <a:gd name="connsiteY2332" fmla="*/ 1359404 h 3047670"/>
              <a:gd name="connsiteX2333" fmla="*/ 115188 w 3044273"/>
              <a:gd name="connsiteY2333" fmla="*/ 1354380 h 3047670"/>
              <a:gd name="connsiteX2334" fmla="*/ 2834248 w 3044273"/>
              <a:gd name="connsiteY2334" fmla="*/ 1352872 h 3047670"/>
              <a:gd name="connsiteX2335" fmla="*/ 2852211 w 3044273"/>
              <a:gd name="connsiteY2335" fmla="*/ 1370710 h 3047670"/>
              <a:gd name="connsiteX2336" fmla="*/ 2834374 w 3044273"/>
              <a:gd name="connsiteY2336" fmla="*/ 1388672 h 3047670"/>
              <a:gd name="connsiteX2337" fmla="*/ 2816411 w 3044273"/>
              <a:gd name="connsiteY2337" fmla="*/ 1370835 h 3047670"/>
              <a:gd name="connsiteX2338" fmla="*/ 2834248 w 3044273"/>
              <a:gd name="connsiteY2338" fmla="*/ 1352872 h 3047670"/>
              <a:gd name="connsiteX2339" fmla="*/ 2145377 w 3044273"/>
              <a:gd name="connsiteY2339" fmla="*/ 1352119 h 3047670"/>
              <a:gd name="connsiteX2340" fmla="*/ 2149147 w 3044273"/>
              <a:gd name="connsiteY2340" fmla="*/ 1355888 h 3047670"/>
              <a:gd name="connsiteX2341" fmla="*/ 2145377 w 3044273"/>
              <a:gd name="connsiteY2341" fmla="*/ 1359656 h 3047670"/>
              <a:gd name="connsiteX2342" fmla="*/ 2141608 w 3044273"/>
              <a:gd name="connsiteY2342" fmla="*/ 1355888 h 3047670"/>
              <a:gd name="connsiteX2343" fmla="*/ 2145377 w 3044273"/>
              <a:gd name="connsiteY2343" fmla="*/ 1352119 h 3047670"/>
              <a:gd name="connsiteX2344" fmla="*/ 897014 w 3044273"/>
              <a:gd name="connsiteY2344" fmla="*/ 1343074 h 3047670"/>
              <a:gd name="connsiteX2345" fmla="*/ 914349 w 3044273"/>
              <a:gd name="connsiteY2345" fmla="*/ 1360282 h 3047670"/>
              <a:gd name="connsiteX2346" fmla="*/ 897140 w 3044273"/>
              <a:gd name="connsiteY2346" fmla="*/ 1377617 h 3047670"/>
              <a:gd name="connsiteX2347" fmla="*/ 879805 w 3044273"/>
              <a:gd name="connsiteY2347" fmla="*/ 1360409 h 3047670"/>
              <a:gd name="connsiteX2348" fmla="*/ 897014 w 3044273"/>
              <a:gd name="connsiteY2348" fmla="*/ 1343074 h 3047670"/>
              <a:gd name="connsiteX2349" fmla="*/ 2447606 w 3044273"/>
              <a:gd name="connsiteY2349" fmla="*/ 1342948 h 3047670"/>
              <a:gd name="connsiteX2350" fmla="*/ 2477754 w 3044273"/>
              <a:gd name="connsiteY2350" fmla="*/ 1372970 h 3047670"/>
              <a:gd name="connsiteX2351" fmla="*/ 2447732 w 3044273"/>
              <a:gd name="connsiteY2351" fmla="*/ 1403118 h 3047670"/>
              <a:gd name="connsiteX2352" fmla="*/ 2417458 w 3044273"/>
              <a:gd name="connsiteY2352" fmla="*/ 1373096 h 3047670"/>
              <a:gd name="connsiteX2353" fmla="*/ 2447606 w 3044273"/>
              <a:gd name="connsiteY2353" fmla="*/ 1342948 h 3047670"/>
              <a:gd name="connsiteX2354" fmla="*/ 2927079 w 3044273"/>
              <a:gd name="connsiteY2354" fmla="*/ 1341944 h 3047670"/>
              <a:gd name="connsiteX2355" fmla="*/ 2934364 w 3044273"/>
              <a:gd name="connsiteY2355" fmla="*/ 1349230 h 3047670"/>
              <a:gd name="connsiteX2356" fmla="*/ 2927079 w 3044273"/>
              <a:gd name="connsiteY2356" fmla="*/ 1356515 h 3047670"/>
              <a:gd name="connsiteX2357" fmla="*/ 2919793 w 3044273"/>
              <a:gd name="connsiteY2357" fmla="*/ 1349230 h 3047670"/>
              <a:gd name="connsiteX2358" fmla="*/ 2927079 w 3044273"/>
              <a:gd name="connsiteY2358" fmla="*/ 1341944 h 3047670"/>
              <a:gd name="connsiteX2359" fmla="*/ 502083 w 3044273"/>
              <a:gd name="connsiteY2359" fmla="*/ 1338177 h 3047670"/>
              <a:gd name="connsiteX2360" fmla="*/ 522936 w 3044273"/>
              <a:gd name="connsiteY2360" fmla="*/ 1358903 h 3047670"/>
              <a:gd name="connsiteX2361" fmla="*/ 502208 w 3044273"/>
              <a:gd name="connsiteY2361" fmla="*/ 1379756 h 3047670"/>
              <a:gd name="connsiteX2362" fmla="*/ 481356 w 3044273"/>
              <a:gd name="connsiteY2362" fmla="*/ 1359030 h 3047670"/>
              <a:gd name="connsiteX2363" fmla="*/ 502083 w 3044273"/>
              <a:gd name="connsiteY2363" fmla="*/ 1338177 h 3047670"/>
              <a:gd name="connsiteX2364" fmla="*/ 22357 w 3044273"/>
              <a:gd name="connsiteY2364" fmla="*/ 1336794 h 3047670"/>
              <a:gd name="connsiteX2365" fmla="*/ 24116 w 3044273"/>
              <a:gd name="connsiteY2365" fmla="*/ 1338552 h 3047670"/>
              <a:gd name="connsiteX2366" fmla="*/ 22357 w 3044273"/>
              <a:gd name="connsiteY2366" fmla="*/ 1340311 h 3047670"/>
              <a:gd name="connsiteX2367" fmla="*/ 20599 w 3044273"/>
              <a:gd name="connsiteY2367" fmla="*/ 1338552 h 3047670"/>
              <a:gd name="connsiteX2368" fmla="*/ 22357 w 3044273"/>
              <a:gd name="connsiteY2368" fmla="*/ 1336794 h 3047670"/>
              <a:gd name="connsiteX2369" fmla="*/ 3019907 w 3044273"/>
              <a:gd name="connsiteY2369" fmla="*/ 1325740 h 3047670"/>
              <a:gd name="connsiteX2370" fmla="*/ 3021916 w 3044273"/>
              <a:gd name="connsiteY2370" fmla="*/ 1327750 h 3047670"/>
              <a:gd name="connsiteX2371" fmla="*/ 3019907 w 3044273"/>
              <a:gd name="connsiteY2371" fmla="*/ 1329760 h 3047670"/>
              <a:gd name="connsiteX2372" fmla="*/ 3017897 w 3044273"/>
              <a:gd name="connsiteY2372" fmla="*/ 1327750 h 3047670"/>
              <a:gd name="connsiteX2373" fmla="*/ 3019907 w 3044273"/>
              <a:gd name="connsiteY2373" fmla="*/ 1325740 h 3047670"/>
              <a:gd name="connsiteX2374" fmla="*/ 1917510 w 3044273"/>
              <a:gd name="connsiteY2374" fmla="*/ 1324359 h 3047670"/>
              <a:gd name="connsiteX2375" fmla="*/ 1917762 w 3044273"/>
              <a:gd name="connsiteY2375" fmla="*/ 1324610 h 3047670"/>
              <a:gd name="connsiteX2376" fmla="*/ 1917510 w 3044273"/>
              <a:gd name="connsiteY2376" fmla="*/ 1324862 h 3047670"/>
              <a:gd name="connsiteX2377" fmla="*/ 1917259 w 3044273"/>
              <a:gd name="connsiteY2377" fmla="*/ 1324610 h 3047670"/>
              <a:gd name="connsiteX2378" fmla="*/ 1917510 w 3044273"/>
              <a:gd name="connsiteY2378" fmla="*/ 1324359 h 3047670"/>
              <a:gd name="connsiteX2379" fmla="*/ 2540058 w 3044273"/>
              <a:gd name="connsiteY2379" fmla="*/ 1323731 h 3047670"/>
              <a:gd name="connsiteX2380" fmla="*/ 2567818 w 3044273"/>
              <a:gd name="connsiteY2380" fmla="*/ 1351367 h 3047670"/>
              <a:gd name="connsiteX2381" fmla="*/ 2540183 w 3044273"/>
              <a:gd name="connsiteY2381" fmla="*/ 1379128 h 3047670"/>
              <a:gd name="connsiteX2382" fmla="*/ 2512423 w 3044273"/>
              <a:gd name="connsiteY2382" fmla="*/ 1351618 h 3047670"/>
              <a:gd name="connsiteX2383" fmla="*/ 2540058 w 3044273"/>
              <a:gd name="connsiteY2383" fmla="*/ 1323731 h 3047670"/>
              <a:gd name="connsiteX2384" fmla="*/ 409379 w 3044273"/>
              <a:gd name="connsiteY2384" fmla="*/ 1322222 h 3047670"/>
              <a:gd name="connsiteX2385" fmla="*/ 425331 w 3044273"/>
              <a:gd name="connsiteY2385" fmla="*/ 1338050 h 3047670"/>
              <a:gd name="connsiteX2386" fmla="*/ 409504 w 3044273"/>
              <a:gd name="connsiteY2386" fmla="*/ 1354003 h 3047670"/>
              <a:gd name="connsiteX2387" fmla="*/ 393551 w 3044273"/>
              <a:gd name="connsiteY2387" fmla="*/ 1338176 h 3047670"/>
              <a:gd name="connsiteX2388" fmla="*/ 409379 w 3044273"/>
              <a:gd name="connsiteY2388" fmla="*/ 1322222 h 3047670"/>
              <a:gd name="connsiteX2389" fmla="*/ 2238458 w 3044273"/>
              <a:gd name="connsiteY2389" fmla="*/ 1322097 h 3047670"/>
              <a:gd name="connsiteX2390" fmla="*/ 2250517 w 3044273"/>
              <a:gd name="connsiteY2390" fmla="*/ 1334030 h 3047670"/>
              <a:gd name="connsiteX2391" fmla="*/ 2238583 w 3044273"/>
              <a:gd name="connsiteY2391" fmla="*/ 1346089 h 3047670"/>
              <a:gd name="connsiteX2392" fmla="*/ 2226649 w 3044273"/>
              <a:gd name="connsiteY2392" fmla="*/ 1334156 h 3047670"/>
              <a:gd name="connsiteX2393" fmla="*/ 2238458 w 3044273"/>
              <a:gd name="connsiteY2393" fmla="*/ 1322097 h 3047670"/>
              <a:gd name="connsiteX2394" fmla="*/ 803556 w 3044273"/>
              <a:gd name="connsiteY2394" fmla="*/ 1314308 h 3047670"/>
              <a:gd name="connsiteX2395" fmla="*/ 828679 w 3044273"/>
              <a:gd name="connsiteY2395" fmla="*/ 1339179 h 3047670"/>
              <a:gd name="connsiteX2396" fmla="*/ 803808 w 3044273"/>
              <a:gd name="connsiteY2396" fmla="*/ 1364302 h 3047670"/>
              <a:gd name="connsiteX2397" fmla="*/ 778685 w 3044273"/>
              <a:gd name="connsiteY2397" fmla="*/ 1339431 h 3047670"/>
              <a:gd name="connsiteX2398" fmla="*/ 803556 w 3044273"/>
              <a:gd name="connsiteY2398" fmla="*/ 1314308 h 3047670"/>
              <a:gd name="connsiteX2399" fmla="*/ 316674 w 3044273"/>
              <a:gd name="connsiteY2399" fmla="*/ 1304637 h 3047670"/>
              <a:gd name="connsiteX2400" fmla="*/ 329361 w 3044273"/>
              <a:gd name="connsiteY2400" fmla="*/ 1317198 h 3047670"/>
              <a:gd name="connsiteX2401" fmla="*/ 316799 w 3044273"/>
              <a:gd name="connsiteY2401" fmla="*/ 1329885 h 3047670"/>
              <a:gd name="connsiteX2402" fmla="*/ 304113 w 3044273"/>
              <a:gd name="connsiteY2402" fmla="*/ 1317324 h 3047670"/>
              <a:gd name="connsiteX2403" fmla="*/ 316674 w 3044273"/>
              <a:gd name="connsiteY2403" fmla="*/ 1304637 h 3047670"/>
              <a:gd name="connsiteX2404" fmla="*/ 2632638 w 3044273"/>
              <a:gd name="connsiteY2404" fmla="*/ 1303380 h 3047670"/>
              <a:gd name="connsiteX2405" fmla="*/ 2659521 w 3044273"/>
              <a:gd name="connsiteY2405" fmla="*/ 1330011 h 3047670"/>
              <a:gd name="connsiteX2406" fmla="*/ 2632763 w 3044273"/>
              <a:gd name="connsiteY2406" fmla="*/ 1356893 h 3047670"/>
              <a:gd name="connsiteX2407" fmla="*/ 2605882 w 3044273"/>
              <a:gd name="connsiteY2407" fmla="*/ 1330137 h 3047670"/>
              <a:gd name="connsiteX2408" fmla="*/ 2632638 w 3044273"/>
              <a:gd name="connsiteY2408" fmla="*/ 1303380 h 3047670"/>
              <a:gd name="connsiteX2409" fmla="*/ 1027277 w 3044273"/>
              <a:gd name="connsiteY2409" fmla="*/ 1302751 h 3047670"/>
              <a:gd name="connsiteX2410" fmla="*/ 1029036 w 3044273"/>
              <a:gd name="connsiteY2410" fmla="*/ 1304509 h 3047670"/>
              <a:gd name="connsiteX2411" fmla="*/ 1027277 w 3044273"/>
              <a:gd name="connsiteY2411" fmla="*/ 1306268 h 3047670"/>
              <a:gd name="connsiteX2412" fmla="*/ 1025519 w 3044273"/>
              <a:gd name="connsiteY2412" fmla="*/ 1304509 h 3047670"/>
              <a:gd name="connsiteX2413" fmla="*/ 1027277 w 3044273"/>
              <a:gd name="connsiteY2413" fmla="*/ 1302751 h 3047670"/>
              <a:gd name="connsiteX2414" fmla="*/ 2014486 w 3044273"/>
              <a:gd name="connsiteY2414" fmla="*/ 1299485 h 3047670"/>
              <a:gd name="connsiteX2415" fmla="*/ 2016119 w 3044273"/>
              <a:gd name="connsiteY2415" fmla="*/ 1300992 h 3047670"/>
              <a:gd name="connsiteX2416" fmla="*/ 2014612 w 3044273"/>
              <a:gd name="connsiteY2416" fmla="*/ 1302500 h 3047670"/>
              <a:gd name="connsiteX2417" fmla="*/ 2013104 w 3044273"/>
              <a:gd name="connsiteY2417" fmla="*/ 1300992 h 3047670"/>
              <a:gd name="connsiteX2418" fmla="*/ 2014486 w 3044273"/>
              <a:gd name="connsiteY2418" fmla="*/ 1299485 h 3047670"/>
              <a:gd name="connsiteX2419" fmla="*/ 710349 w 3044273"/>
              <a:gd name="connsiteY2419" fmla="*/ 1290442 h 3047670"/>
              <a:gd name="connsiteX2420" fmla="*/ 738362 w 3044273"/>
              <a:gd name="connsiteY2420" fmla="*/ 1318203 h 3047670"/>
              <a:gd name="connsiteX2421" fmla="*/ 710600 w 3044273"/>
              <a:gd name="connsiteY2421" fmla="*/ 1346216 h 3047670"/>
              <a:gd name="connsiteX2422" fmla="*/ 682589 w 3044273"/>
              <a:gd name="connsiteY2422" fmla="*/ 1318454 h 3047670"/>
              <a:gd name="connsiteX2423" fmla="*/ 710349 w 3044273"/>
              <a:gd name="connsiteY2423" fmla="*/ 1290442 h 3047670"/>
              <a:gd name="connsiteX2424" fmla="*/ 223971 w 3044273"/>
              <a:gd name="connsiteY2424" fmla="*/ 1287553 h 3047670"/>
              <a:gd name="connsiteX2425" fmla="*/ 232889 w 3044273"/>
              <a:gd name="connsiteY2425" fmla="*/ 1296346 h 3047670"/>
              <a:gd name="connsiteX2426" fmla="*/ 224097 w 3044273"/>
              <a:gd name="connsiteY2426" fmla="*/ 1305263 h 3047670"/>
              <a:gd name="connsiteX2427" fmla="*/ 215178 w 3044273"/>
              <a:gd name="connsiteY2427" fmla="*/ 1296471 h 3047670"/>
              <a:gd name="connsiteX2428" fmla="*/ 223971 w 3044273"/>
              <a:gd name="connsiteY2428" fmla="*/ 1287553 h 3047670"/>
              <a:gd name="connsiteX2429" fmla="*/ 2331539 w 3044273"/>
              <a:gd name="connsiteY2429" fmla="*/ 1286297 h 3047670"/>
              <a:gd name="connsiteX2430" fmla="*/ 2357793 w 3044273"/>
              <a:gd name="connsiteY2430" fmla="*/ 1312299 h 3047670"/>
              <a:gd name="connsiteX2431" fmla="*/ 2331789 w 3044273"/>
              <a:gd name="connsiteY2431" fmla="*/ 1338552 h 3047670"/>
              <a:gd name="connsiteX2432" fmla="*/ 2305536 w 3044273"/>
              <a:gd name="connsiteY2432" fmla="*/ 1312550 h 3047670"/>
              <a:gd name="connsiteX2433" fmla="*/ 2331539 w 3044273"/>
              <a:gd name="connsiteY2433" fmla="*/ 1286297 h 3047670"/>
              <a:gd name="connsiteX2434" fmla="*/ 2725090 w 3044273"/>
              <a:gd name="connsiteY2434" fmla="*/ 1285292 h 3047670"/>
              <a:gd name="connsiteX2435" fmla="*/ 2748454 w 3044273"/>
              <a:gd name="connsiteY2435" fmla="*/ 1308406 h 3047670"/>
              <a:gd name="connsiteX2436" fmla="*/ 2725342 w 3044273"/>
              <a:gd name="connsiteY2436" fmla="*/ 1331771 h 3047670"/>
              <a:gd name="connsiteX2437" fmla="*/ 2701976 w 3044273"/>
              <a:gd name="connsiteY2437" fmla="*/ 1308657 h 3047670"/>
              <a:gd name="connsiteX2438" fmla="*/ 2725090 w 3044273"/>
              <a:gd name="connsiteY2438" fmla="*/ 1285292 h 3047670"/>
              <a:gd name="connsiteX2439" fmla="*/ 931183 w 3044273"/>
              <a:gd name="connsiteY2439" fmla="*/ 1274489 h 3047670"/>
              <a:gd name="connsiteX2440" fmla="*/ 938970 w 3044273"/>
              <a:gd name="connsiteY2440" fmla="*/ 1282278 h 3047670"/>
              <a:gd name="connsiteX2441" fmla="*/ 931308 w 3044273"/>
              <a:gd name="connsiteY2441" fmla="*/ 1290065 h 3047670"/>
              <a:gd name="connsiteX2442" fmla="*/ 923519 w 3044273"/>
              <a:gd name="connsiteY2442" fmla="*/ 1282278 h 3047670"/>
              <a:gd name="connsiteX2443" fmla="*/ 931183 w 3044273"/>
              <a:gd name="connsiteY2443" fmla="*/ 1274489 h 3047670"/>
              <a:gd name="connsiteX2444" fmla="*/ 617271 w 3044273"/>
              <a:gd name="connsiteY2444" fmla="*/ 1273483 h 3047670"/>
              <a:gd name="connsiteX2445" fmla="*/ 641264 w 3044273"/>
              <a:gd name="connsiteY2445" fmla="*/ 1297350 h 3047670"/>
              <a:gd name="connsiteX2446" fmla="*/ 617398 w 3044273"/>
              <a:gd name="connsiteY2446" fmla="*/ 1321342 h 3047670"/>
              <a:gd name="connsiteX2447" fmla="*/ 593405 w 3044273"/>
              <a:gd name="connsiteY2447" fmla="*/ 1297476 h 3047670"/>
              <a:gd name="connsiteX2448" fmla="*/ 617271 w 3044273"/>
              <a:gd name="connsiteY2448" fmla="*/ 1273483 h 3047670"/>
              <a:gd name="connsiteX2449" fmla="*/ 131392 w 3044273"/>
              <a:gd name="connsiteY2449" fmla="*/ 1271097 h 3047670"/>
              <a:gd name="connsiteX2450" fmla="*/ 136040 w 3044273"/>
              <a:gd name="connsiteY2450" fmla="*/ 1275745 h 3047670"/>
              <a:gd name="connsiteX2451" fmla="*/ 131392 w 3044273"/>
              <a:gd name="connsiteY2451" fmla="*/ 1280393 h 3047670"/>
              <a:gd name="connsiteX2452" fmla="*/ 126745 w 3044273"/>
              <a:gd name="connsiteY2452" fmla="*/ 1275745 h 3047670"/>
              <a:gd name="connsiteX2453" fmla="*/ 131392 w 3044273"/>
              <a:gd name="connsiteY2453" fmla="*/ 1271097 h 3047670"/>
              <a:gd name="connsiteX2454" fmla="*/ 2110582 w 3044273"/>
              <a:gd name="connsiteY2454" fmla="*/ 1270469 h 3047670"/>
              <a:gd name="connsiteX2455" fmla="*/ 2118119 w 3044273"/>
              <a:gd name="connsiteY2455" fmla="*/ 1278005 h 3047670"/>
              <a:gd name="connsiteX2456" fmla="*/ 2110582 w 3044273"/>
              <a:gd name="connsiteY2456" fmla="*/ 1285541 h 3047670"/>
              <a:gd name="connsiteX2457" fmla="*/ 2103045 w 3044273"/>
              <a:gd name="connsiteY2457" fmla="*/ 1278005 h 3047670"/>
              <a:gd name="connsiteX2458" fmla="*/ 2110582 w 3044273"/>
              <a:gd name="connsiteY2458" fmla="*/ 1270469 h 3047670"/>
              <a:gd name="connsiteX2459" fmla="*/ 2817669 w 3044273"/>
              <a:gd name="connsiteY2459" fmla="*/ 1270092 h 3047670"/>
              <a:gd name="connsiteX2460" fmla="*/ 2834752 w 3044273"/>
              <a:gd name="connsiteY2460" fmla="*/ 1287050 h 3047670"/>
              <a:gd name="connsiteX2461" fmla="*/ 2817794 w 3044273"/>
              <a:gd name="connsiteY2461" fmla="*/ 1304134 h 3047670"/>
              <a:gd name="connsiteX2462" fmla="*/ 2800710 w 3044273"/>
              <a:gd name="connsiteY2462" fmla="*/ 1287176 h 3047670"/>
              <a:gd name="connsiteX2463" fmla="*/ 2817669 w 3044273"/>
              <a:gd name="connsiteY2463" fmla="*/ 1270092 h 3047670"/>
              <a:gd name="connsiteX2464" fmla="*/ 2424493 w 3044273"/>
              <a:gd name="connsiteY2464" fmla="*/ 1260169 h 3047670"/>
              <a:gd name="connsiteX2465" fmla="*/ 2455393 w 3044273"/>
              <a:gd name="connsiteY2465" fmla="*/ 1290819 h 3047670"/>
              <a:gd name="connsiteX2466" fmla="*/ 2424743 w 3044273"/>
              <a:gd name="connsiteY2466" fmla="*/ 1321720 h 3047670"/>
              <a:gd name="connsiteX2467" fmla="*/ 2393843 w 3044273"/>
              <a:gd name="connsiteY2467" fmla="*/ 1291070 h 3047670"/>
              <a:gd name="connsiteX2468" fmla="*/ 2424493 w 3044273"/>
              <a:gd name="connsiteY2468" fmla="*/ 1260169 h 3047670"/>
              <a:gd name="connsiteX2469" fmla="*/ 2910245 w 3044273"/>
              <a:gd name="connsiteY2469" fmla="*/ 1258285 h 3047670"/>
              <a:gd name="connsiteX2470" fmla="*/ 2917656 w 3044273"/>
              <a:gd name="connsiteY2470" fmla="*/ 1265571 h 3047670"/>
              <a:gd name="connsiteX2471" fmla="*/ 2910371 w 3044273"/>
              <a:gd name="connsiteY2471" fmla="*/ 1272856 h 3047670"/>
              <a:gd name="connsiteX2472" fmla="*/ 2903085 w 3044273"/>
              <a:gd name="connsiteY2472" fmla="*/ 1265571 h 3047670"/>
              <a:gd name="connsiteX2473" fmla="*/ 2910245 w 3044273"/>
              <a:gd name="connsiteY2473" fmla="*/ 1258285 h 3047670"/>
              <a:gd name="connsiteX2474" fmla="*/ 1864250 w 3044273"/>
              <a:gd name="connsiteY2474" fmla="*/ 1258033 h 3047670"/>
              <a:gd name="connsiteX2475" fmla="*/ 1864501 w 3044273"/>
              <a:gd name="connsiteY2475" fmla="*/ 1258284 h 3047670"/>
              <a:gd name="connsiteX2476" fmla="*/ 1864250 w 3044273"/>
              <a:gd name="connsiteY2476" fmla="*/ 1258536 h 3047670"/>
              <a:gd name="connsiteX2477" fmla="*/ 1863998 w 3044273"/>
              <a:gd name="connsiteY2477" fmla="*/ 1258284 h 3047670"/>
              <a:gd name="connsiteX2478" fmla="*/ 1864250 w 3044273"/>
              <a:gd name="connsiteY2478" fmla="*/ 1258033 h 3047670"/>
              <a:gd name="connsiteX2479" fmla="*/ 524189 w 3044273"/>
              <a:gd name="connsiteY2479" fmla="*/ 1257028 h 3047670"/>
              <a:gd name="connsiteX2480" fmla="*/ 543785 w 3044273"/>
              <a:gd name="connsiteY2480" fmla="*/ 1276498 h 3047670"/>
              <a:gd name="connsiteX2481" fmla="*/ 524315 w 3044273"/>
              <a:gd name="connsiteY2481" fmla="*/ 1295968 h 3047670"/>
              <a:gd name="connsiteX2482" fmla="*/ 504719 w 3044273"/>
              <a:gd name="connsiteY2482" fmla="*/ 1276624 h 3047670"/>
              <a:gd name="connsiteX2483" fmla="*/ 524189 w 3044273"/>
              <a:gd name="connsiteY2483" fmla="*/ 1257028 h 3047670"/>
              <a:gd name="connsiteX2484" fmla="*/ 38688 w 3044273"/>
              <a:gd name="connsiteY2484" fmla="*/ 1253386 h 3047670"/>
              <a:gd name="connsiteX2485" fmla="*/ 40196 w 3044273"/>
              <a:gd name="connsiteY2485" fmla="*/ 1254893 h 3047670"/>
              <a:gd name="connsiteX2486" fmla="*/ 38688 w 3044273"/>
              <a:gd name="connsiteY2486" fmla="*/ 1256400 h 3047670"/>
              <a:gd name="connsiteX2487" fmla="*/ 37181 w 3044273"/>
              <a:gd name="connsiteY2487" fmla="*/ 1254893 h 3047670"/>
              <a:gd name="connsiteX2488" fmla="*/ 38688 w 3044273"/>
              <a:gd name="connsiteY2488" fmla="*/ 1253386 h 3047670"/>
              <a:gd name="connsiteX2489" fmla="*/ 835966 w 3044273"/>
              <a:gd name="connsiteY2489" fmla="*/ 1242080 h 3047670"/>
              <a:gd name="connsiteX2490" fmla="*/ 854431 w 3044273"/>
              <a:gd name="connsiteY2490" fmla="*/ 1260419 h 3047670"/>
              <a:gd name="connsiteX2491" fmla="*/ 836092 w 3044273"/>
              <a:gd name="connsiteY2491" fmla="*/ 1278885 h 3047670"/>
              <a:gd name="connsiteX2492" fmla="*/ 817626 w 3044273"/>
              <a:gd name="connsiteY2492" fmla="*/ 1260546 h 3047670"/>
              <a:gd name="connsiteX2493" fmla="*/ 835966 w 3044273"/>
              <a:gd name="connsiteY2493" fmla="*/ 1242080 h 3047670"/>
              <a:gd name="connsiteX2494" fmla="*/ 431234 w 3044273"/>
              <a:gd name="connsiteY2494" fmla="*/ 1240322 h 3047670"/>
              <a:gd name="connsiteX2495" fmla="*/ 446559 w 3044273"/>
              <a:gd name="connsiteY2495" fmla="*/ 1255521 h 3047670"/>
              <a:gd name="connsiteX2496" fmla="*/ 431360 w 3044273"/>
              <a:gd name="connsiteY2496" fmla="*/ 1270846 h 3047670"/>
              <a:gd name="connsiteX2497" fmla="*/ 416035 w 3044273"/>
              <a:gd name="connsiteY2497" fmla="*/ 1255647 h 3047670"/>
              <a:gd name="connsiteX2498" fmla="*/ 431234 w 3044273"/>
              <a:gd name="connsiteY2498" fmla="*/ 1240322 h 3047670"/>
              <a:gd name="connsiteX2499" fmla="*/ 2517322 w 3044273"/>
              <a:gd name="connsiteY2499" fmla="*/ 1239443 h 3047670"/>
              <a:gd name="connsiteX2500" fmla="*/ 2547344 w 3044273"/>
              <a:gd name="connsiteY2500" fmla="*/ 1269214 h 3047670"/>
              <a:gd name="connsiteX2501" fmla="*/ 2517574 w 3044273"/>
              <a:gd name="connsiteY2501" fmla="*/ 1299236 h 3047670"/>
              <a:gd name="connsiteX2502" fmla="*/ 2487551 w 3044273"/>
              <a:gd name="connsiteY2502" fmla="*/ 1269464 h 3047670"/>
              <a:gd name="connsiteX2503" fmla="*/ 2517322 w 3044273"/>
              <a:gd name="connsiteY2503" fmla="*/ 1239443 h 3047670"/>
              <a:gd name="connsiteX2504" fmla="*/ 2205670 w 3044273"/>
              <a:gd name="connsiteY2504" fmla="*/ 1238814 h 3047670"/>
              <a:gd name="connsiteX2505" fmla="*/ 2222376 w 3044273"/>
              <a:gd name="connsiteY2505" fmla="*/ 1255395 h 3047670"/>
              <a:gd name="connsiteX2506" fmla="*/ 2205795 w 3044273"/>
              <a:gd name="connsiteY2506" fmla="*/ 1272102 h 3047670"/>
              <a:gd name="connsiteX2507" fmla="*/ 2189089 w 3044273"/>
              <a:gd name="connsiteY2507" fmla="*/ 1255521 h 3047670"/>
              <a:gd name="connsiteX2508" fmla="*/ 2205670 w 3044273"/>
              <a:gd name="connsiteY2508" fmla="*/ 1238814 h 3047670"/>
              <a:gd name="connsiteX2509" fmla="*/ 3002822 w 3044273"/>
              <a:gd name="connsiteY2509" fmla="*/ 1236930 h 3047670"/>
              <a:gd name="connsiteX2510" fmla="*/ 3010107 w 3044273"/>
              <a:gd name="connsiteY2510" fmla="*/ 1244215 h 3047670"/>
              <a:gd name="connsiteX2511" fmla="*/ 3002822 w 3044273"/>
              <a:gd name="connsiteY2511" fmla="*/ 1251501 h 3047670"/>
              <a:gd name="connsiteX2512" fmla="*/ 2995536 w 3044273"/>
              <a:gd name="connsiteY2512" fmla="*/ 1244215 h 3047670"/>
              <a:gd name="connsiteX2513" fmla="*/ 3002822 w 3044273"/>
              <a:gd name="connsiteY2513" fmla="*/ 1236930 h 3047670"/>
              <a:gd name="connsiteX2514" fmla="*/ 1075011 w 3044273"/>
              <a:gd name="connsiteY2514" fmla="*/ 1230397 h 3047670"/>
              <a:gd name="connsiteX2515" fmla="*/ 1078528 w 3044273"/>
              <a:gd name="connsiteY2515" fmla="*/ 1233914 h 3047670"/>
              <a:gd name="connsiteX2516" fmla="*/ 1075011 w 3044273"/>
              <a:gd name="connsiteY2516" fmla="*/ 1237431 h 3047670"/>
              <a:gd name="connsiteX2517" fmla="*/ 1071494 w 3044273"/>
              <a:gd name="connsiteY2517" fmla="*/ 1233914 h 3047670"/>
              <a:gd name="connsiteX2518" fmla="*/ 1075011 w 3044273"/>
              <a:gd name="connsiteY2518" fmla="*/ 1230397 h 3047670"/>
              <a:gd name="connsiteX2519" fmla="*/ 1966375 w 3044273"/>
              <a:gd name="connsiteY2519" fmla="*/ 1226629 h 3047670"/>
              <a:gd name="connsiteX2520" fmla="*/ 1970647 w 3044273"/>
              <a:gd name="connsiteY2520" fmla="*/ 1230775 h 3047670"/>
              <a:gd name="connsiteX2521" fmla="*/ 1966501 w 3044273"/>
              <a:gd name="connsiteY2521" fmla="*/ 1234920 h 3047670"/>
              <a:gd name="connsiteX2522" fmla="*/ 1962230 w 3044273"/>
              <a:gd name="connsiteY2522" fmla="*/ 1230775 h 3047670"/>
              <a:gd name="connsiteX2523" fmla="*/ 1966375 w 3044273"/>
              <a:gd name="connsiteY2523" fmla="*/ 1226629 h 3047670"/>
              <a:gd name="connsiteX2524" fmla="*/ 338280 w 3044273"/>
              <a:gd name="connsiteY2524" fmla="*/ 1222108 h 3047670"/>
              <a:gd name="connsiteX2525" fmla="*/ 350967 w 3044273"/>
              <a:gd name="connsiteY2525" fmla="*/ 1234669 h 3047670"/>
              <a:gd name="connsiteX2526" fmla="*/ 338405 w 3044273"/>
              <a:gd name="connsiteY2526" fmla="*/ 1247356 h 3047670"/>
              <a:gd name="connsiteX2527" fmla="*/ 325719 w 3044273"/>
              <a:gd name="connsiteY2527" fmla="*/ 1234795 h 3047670"/>
              <a:gd name="connsiteX2528" fmla="*/ 338280 w 3044273"/>
              <a:gd name="connsiteY2528" fmla="*/ 1222108 h 3047670"/>
              <a:gd name="connsiteX2529" fmla="*/ 2610278 w 3044273"/>
              <a:gd name="connsiteY2529" fmla="*/ 1219470 h 3047670"/>
              <a:gd name="connsiteX2530" fmla="*/ 2638666 w 3044273"/>
              <a:gd name="connsiteY2530" fmla="*/ 1247733 h 3047670"/>
              <a:gd name="connsiteX2531" fmla="*/ 2610403 w 3044273"/>
              <a:gd name="connsiteY2531" fmla="*/ 1276122 h 3047670"/>
              <a:gd name="connsiteX2532" fmla="*/ 2582015 w 3044273"/>
              <a:gd name="connsiteY2532" fmla="*/ 1247858 h 3047670"/>
              <a:gd name="connsiteX2533" fmla="*/ 2610278 w 3044273"/>
              <a:gd name="connsiteY2533" fmla="*/ 1219470 h 3047670"/>
              <a:gd name="connsiteX2534" fmla="*/ 741126 w 3044273"/>
              <a:gd name="connsiteY2534" fmla="*/ 1211053 h 3047670"/>
              <a:gd name="connsiteX2535" fmla="*/ 769138 w 3044273"/>
              <a:gd name="connsiteY2535" fmla="*/ 1238814 h 3047670"/>
              <a:gd name="connsiteX2536" fmla="*/ 741378 w 3044273"/>
              <a:gd name="connsiteY2536" fmla="*/ 1266827 h 3047670"/>
              <a:gd name="connsiteX2537" fmla="*/ 713366 w 3044273"/>
              <a:gd name="connsiteY2537" fmla="*/ 1239065 h 3047670"/>
              <a:gd name="connsiteX2538" fmla="*/ 741126 w 3044273"/>
              <a:gd name="connsiteY2538" fmla="*/ 1211053 h 3047670"/>
              <a:gd name="connsiteX2539" fmla="*/ 245199 w 3044273"/>
              <a:gd name="connsiteY2539" fmla="*/ 1205777 h 3047670"/>
              <a:gd name="connsiteX2540" fmla="*/ 253491 w 3044273"/>
              <a:gd name="connsiteY2540" fmla="*/ 1213941 h 3047670"/>
              <a:gd name="connsiteX2541" fmla="*/ 245325 w 3044273"/>
              <a:gd name="connsiteY2541" fmla="*/ 1222107 h 3047670"/>
              <a:gd name="connsiteX2542" fmla="*/ 237160 w 3044273"/>
              <a:gd name="connsiteY2542" fmla="*/ 1213941 h 3047670"/>
              <a:gd name="connsiteX2543" fmla="*/ 245199 w 3044273"/>
              <a:gd name="connsiteY2543" fmla="*/ 1205777 h 3047670"/>
              <a:gd name="connsiteX2544" fmla="*/ 2300134 w 3044273"/>
              <a:gd name="connsiteY2544" fmla="*/ 1204145 h 3047670"/>
              <a:gd name="connsiteX2545" fmla="*/ 2329401 w 3044273"/>
              <a:gd name="connsiteY2545" fmla="*/ 1233288 h 3047670"/>
              <a:gd name="connsiteX2546" fmla="*/ 2300259 w 3044273"/>
              <a:gd name="connsiteY2546" fmla="*/ 1262556 h 3047670"/>
              <a:gd name="connsiteX2547" fmla="*/ 2270991 w 3044273"/>
              <a:gd name="connsiteY2547" fmla="*/ 1233413 h 3047670"/>
              <a:gd name="connsiteX2548" fmla="*/ 2300134 w 3044273"/>
              <a:gd name="connsiteY2548" fmla="*/ 1204145 h 3047670"/>
              <a:gd name="connsiteX2549" fmla="*/ 1799936 w 3044273"/>
              <a:gd name="connsiteY2549" fmla="*/ 1202135 h 3047670"/>
              <a:gd name="connsiteX2550" fmla="*/ 1800188 w 3044273"/>
              <a:gd name="connsiteY2550" fmla="*/ 1202387 h 3047670"/>
              <a:gd name="connsiteX2551" fmla="*/ 1799936 w 3044273"/>
              <a:gd name="connsiteY2551" fmla="*/ 1202638 h 3047670"/>
              <a:gd name="connsiteX2552" fmla="*/ 1799685 w 3044273"/>
              <a:gd name="connsiteY2552" fmla="*/ 1202387 h 3047670"/>
              <a:gd name="connsiteX2553" fmla="*/ 1799936 w 3044273"/>
              <a:gd name="connsiteY2553" fmla="*/ 1202135 h 3047670"/>
              <a:gd name="connsiteX2554" fmla="*/ 2702978 w 3044273"/>
              <a:gd name="connsiteY2554" fmla="*/ 1201254 h 3047670"/>
              <a:gd name="connsiteX2555" fmla="*/ 2728100 w 3044273"/>
              <a:gd name="connsiteY2555" fmla="*/ 1226125 h 3047670"/>
              <a:gd name="connsiteX2556" fmla="*/ 2703230 w 3044273"/>
              <a:gd name="connsiteY2556" fmla="*/ 1251248 h 3047670"/>
              <a:gd name="connsiteX2557" fmla="*/ 2678107 w 3044273"/>
              <a:gd name="connsiteY2557" fmla="*/ 1226377 h 3047670"/>
              <a:gd name="connsiteX2558" fmla="*/ 2702978 w 3044273"/>
              <a:gd name="connsiteY2558" fmla="*/ 1201254 h 3047670"/>
              <a:gd name="connsiteX2559" fmla="*/ 975148 w 3044273"/>
              <a:gd name="connsiteY2559" fmla="*/ 1198367 h 3047670"/>
              <a:gd name="connsiteX2560" fmla="*/ 986077 w 3044273"/>
              <a:gd name="connsiteY2560" fmla="*/ 1209170 h 3047670"/>
              <a:gd name="connsiteX2561" fmla="*/ 975274 w 3044273"/>
              <a:gd name="connsiteY2561" fmla="*/ 1220098 h 3047670"/>
              <a:gd name="connsiteX2562" fmla="*/ 964345 w 3044273"/>
              <a:gd name="connsiteY2562" fmla="*/ 1209296 h 3047670"/>
              <a:gd name="connsiteX2563" fmla="*/ 975148 w 3044273"/>
              <a:gd name="connsiteY2563" fmla="*/ 1198367 h 3047670"/>
              <a:gd name="connsiteX2564" fmla="*/ 2066240 w 3044273"/>
              <a:gd name="connsiteY2564" fmla="*/ 1192587 h 3047670"/>
              <a:gd name="connsiteX2565" fmla="*/ 2079052 w 3044273"/>
              <a:gd name="connsiteY2565" fmla="*/ 1205399 h 3047670"/>
              <a:gd name="connsiteX2566" fmla="*/ 2066240 w 3044273"/>
              <a:gd name="connsiteY2566" fmla="*/ 1218212 h 3047670"/>
              <a:gd name="connsiteX2567" fmla="*/ 2053301 w 3044273"/>
              <a:gd name="connsiteY2567" fmla="*/ 1205399 h 3047670"/>
              <a:gd name="connsiteX2568" fmla="*/ 2066240 w 3044273"/>
              <a:gd name="connsiteY2568" fmla="*/ 1192587 h 3047670"/>
              <a:gd name="connsiteX2569" fmla="*/ 646915 w 3044273"/>
              <a:gd name="connsiteY2569" fmla="*/ 1190076 h 3047670"/>
              <a:gd name="connsiteX2570" fmla="*/ 674424 w 3044273"/>
              <a:gd name="connsiteY2570" fmla="*/ 1217461 h 3047670"/>
              <a:gd name="connsiteX2571" fmla="*/ 647041 w 3044273"/>
              <a:gd name="connsiteY2571" fmla="*/ 1244970 h 3047670"/>
              <a:gd name="connsiteX2572" fmla="*/ 619531 w 3044273"/>
              <a:gd name="connsiteY2572" fmla="*/ 1217586 h 3047670"/>
              <a:gd name="connsiteX2573" fmla="*/ 646915 w 3044273"/>
              <a:gd name="connsiteY2573" fmla="*/ 1190076 h 3047670"/>
              <a:gd name="connsiteX2574" fmla="*/ 152623 w 3044273"/>
              <a:gd name="connsiteY2574" fmla="*/ 1188945 h 3047670"/>
              <a:gd name="connsiteX2575" fmla="*/ 156643 w 3044273"/>
              <a:gd name="connsiteY2575" fmla="*/ 1192965 h 3047670"/>
              <a:gd name="connsiteX2576" fmla="*/ 152623 w 3044273"/>
              <a:gd name="connsiteY2576" fmla="*/ 1196985 h 3047670"/>
              <a:gd name="connsiteX2577" fmla="*/ 148603 w 3044273"/>
              <a:gd name="connsiteY2577" fmla="*/ 1193090 h 3047670"/>
              <a:gd name="connsiteX2578" fmla="*/ 152623 w 3044273"/>
              <a:gd name="connsiteY2578" fmla="*/ 1188945 h 3047670"/>
              <a:gd name="connsiteX2579" fmla="*/ 2795684 w 3044273"/>
              <a:gd name="connsiteY2579" fmla="*/ 1185176 h 3047670"/>
              <a:gd name="connsiteX2580" fmla="*/ 2815280 w 3044273"/>
              <a:gd name="connsiteY2580" fmla="*/ 1204522 h 3047670"/>
              <a:gd name="connsiteX2581" fmla="*/ 2795936 w 3044273"/>
              <a:gd name="connsiteY2581" fmla="*/ 1224119 h 3047670"/>
              <a:gd name="connsiteX2582" fmla="*/ 2776340 w 3044273"/>
              <a:gd name="connsiteY2582" fmla="*/ 1204773 h 3047670"/>
              <a:gd name="connsiteX2583" fmla="*/ 2795684 w 3044273"/>
              <a:gd name="connsiteY2583" fmla="*/ 1185176 h 3047670"/>
              <a:gd name="connsiteX2584" fmla="*/ 2394220 w 3044273"/>
              <a:gd name="connsiteY2584" fmla="*/ 1178645 h 3047670"/>
              <a:gd name="connsiteX2585" fmla="*/ 2426879 w 3044273"/>
              <a:gd name="connsiteY2585" fmla="*/ 1211053 h 3047670"/>
              <a:gd name="connsiteX2586" fmla="*/ 2394471 w 3044273"/>
              <a:gd name="connsiteY2586" fmla="*/ 1243713 h 3047670"/>
              <a:gd name="connsiteX2587" fmla="*/ 2361811 w 3044273"/>
              <a:gd name="connsiteY2587" fmla="*/ 1211305 h 3047670"/>
              <a:gd name="connsiteX2588" fmla="*/ 2394220 w 3044273"/>
              <a:gd name="connsiteY2588" fmla="*/ 1178645 h 3047670"/>
              <a:gd name="connsiteX2589" fmla="*/ 552830 w 3044273"/>
              <a:gd name="connsiteY2589" fmla="*/ 1173747 h 3047670"/>
              <a:gd name="connsiteX2590" fmla="*/ 575440 w 3044273"/>
              <a:gd name="connsiteY2590" fmla="*/ 1196232 h 3047670"/>
              <a:gd name="connsiteX2591" fmla="*/ 552955 w 3044273"/>
              <a:gd name="connsiteY2591" fmla="*/ 1218843 h 3047670"/>
              <a:gd name="connsiteX2592" fmla="*/ 530345 w 3044273"/>
              <a:gd name="connsiteY2592" fmla="*/ 1196358 h 3047670"/>
              <a:gd name="connsiteX2593" fmla="*/ 552830 w 3044273"/>
              <a:gd name="connsiteY2593" fmla="*/ 1173747 h 3047670"/>
              <a:gd name="connsiteX2594" fmla="*/ 1132794 w 3044273"/>
              <a:gd name="connsiteY2594" fmla="*/ 1170729 h 3047670"/>
              <a:gd name="connsiteX2595" fmla="*/ 1133297 w 3044273"/>
              <a:gd name="connsiteY2595" fmla="*/ 1171231 h 3047670"/>
              <a:gd name="connsiteX2596" fmla="*/ 1132794 w 3044273"/>
              <a:gd name="connsiteY2596" fmla="*/ 1171734 h 3047670"/>
              <a:gd name="connsiteX2597" fmla="*/ 1132292 w 3044273"/>
              <a:gd name="connsiteY2597" fmla="*/ 1171357 h 3047670"/>
              <a:gd name="connsiteX2598" fmla="*/ 1132794 w 3044273"/>
              <a:gd name="connsiteY2598" fmla="*/ 1170729 h 3047670"/>
              <a:gd name="connsiteX2599" fmla="*/ 2888514 w 3044273"/>
              <a:gd name="connsiteY2599" fmla="*/ 1169852 h 3047670"/>
              <a:gd name="connsiteX2600" fmla="*/ 2901830 w 3044273"/>
              <a:gd name="connsiteY2600" fmla="*/ 1183040 h 3047670"/>
              <a:gd name="connsiteX2601" fmla="*/ 2888640 w 3044273"/>
              <a:gd name="connsiteY2601" fmla="*/ 1196356 h 3047670"/>
              <a:gd name="connsiteX2602" fmla="*/ 2875324 w 3044273"/>
              <a:gd name="connsiteY2602" fmla="*/ 1183167 h 3047670"/>
              <a:gd name="connsiteX2603" fmla="*/ 2888514 w 3044273"/>
              <a:gd name="connsiteY2603" fmla="*/ 1169852 h 3047670"/>
              <a:gd name="connsiteX2604" fmla="*/ 59664 w 3044273"/>
              <a:gd name="connsiteY2604" fmla="*/ 1168219 h 3047670"/>
              <a:gd name="connsiteX2605" fmla="*/ 63684 w 3044273"/>
              <a:gd name="connsiteY2605" fmla="*/ 1172239 h 3047670"/>
              <a:gd name="connsiteX2606" fmla="*/ 59664 w 3044273"/>
              <a:gd name="connsiteY2606" fmla="*/ 1176258 h 3047670"/>
              <a:gd name="connsiteX2607" fmla="*/ 55645 w 3044273"/>
              <a:gd name="connsiteY2607" fmla="*/ 1172239 h 3047670"/>
              <a:gd name="connsiteX2608" fmla="*/ 59664 w 3044273"/>
              <a:gd name="connsiteY2608" fmla="*/ 1168219 h 3047670"/>
              <a:gd name="connsiteX2609" fmla="*/ 1908215 w 3044273"/>
              <a:gd name="connsiteY2609" fmla="*/ 1167340 h 3047670"/>
              <a:gd name="connsiteX2610" fmla="*/ 1909345 w 3044273"/>
              <a:gd name="connsiteY2610" fmla="*/ 1168470 h 3047670"/>
              <a:gd name="connsiteX2611" fmla="*/ 1908215 w 3044273"/>
              <a:gd name="connsiteY2611" fmla="*/ 1169601 h 3047670"/>
              <a:gd name="connsiteX2612" fmla="*/ 1907085 w 3044273"/>
              <a:gd name="connsiteY2612" fmla="*/ 1168470 h 3047670"/>
              <a:gd name="connsiteX2613" fmla="*/ 1908215 w 3044273"/>
              <a:gd name="connsiteY2613" fmla="*/ 1167340 h 3047670"/>
              <a:gd name="connsiteX2614" fmla="*/ 876666 w 3044273"/>
              <a:gd name="connsiteY2614" fmla="*/ 1164199 h 3047670"/>
              <a:gd name="connsiteX2615" fmla="*/ 898271 w 3044273"/>
              <a:gd name="connsiteY2615" fmla="*/ 1185553 h 3047670"/>
              <a:gd name="connsiteX2616" fmla="*/ 876917 w 3044273"/>
              <a:gd name="connsiteY2616" fmla="*/ 1207159 h 3047670"/>
              <a:gd name="connsiteX2617" fmla="*/ 855437 w 3044273"/>
              <a:gd name="connsiteY2617" fmla="*/ 1185805 h 3047670"/>
              <a:gd name="connsiteX2618" fmla="*/ 876666 w 3044273"/>
              <a:gd name="connsiteY2618" fmla="*/ 1164199 h 3047670"/>
              <a:gd name="connsiteX2619" fmla="*/ 2164093 w 3044273"/>
              <a:gd name="connsiteY2619" fmla="*/ 1160053 h 3047670"/>
              <a:gd name="connsiteX2620" fmla="*/ 2185197 w 3044273"/>
              <a:gd name="connsiteY2620" fmla="*/ 1181030 h 3047670"/>
              <a:gd name="connsiteX2621" fmla="*/ 2164219 w 3044273"/>
              <a:gd name="connsiteY2621" fmla="*/ 1202133 h 3047670"/>
              <a:gd name="connsiteX2622" fmla="*/ 2143115 w 3044273"/>
              <a:gd name="connsiteY2622" fmla="*/ 1181156 h 3047670"/>
              <a:gd name="connsiteX2623" fmla="*/ 2164093 w 3044273"/>
              <a:gd name="connsiteY2623" fmla="*/ 1160053 h 3047670"/>
              <a:gd name="connsiteX2624" fmla="*/ 2488179 w 3044273"/>
              <a:gd name="connsiteY2624" fmla="*/ 1158169 h 3047670"/>
              <a:gd name="connsiteX2625" fmla="*/ 2519207 w 3044273"/>
              <a:gd name="connsiteY2625" fmla="*/ 1189071 h 3047670"/>
              <a:gd name="connsiteX2626" fmla="*/ 2488305 w 3044273"/>
              <a:gd name="connsiteY2626" fmla="*/ 1220223 h 3047670"/>
              <a:gd name="connsiteX2627" fmla="*/ 2457279 w 3044273"/>
              <a:gd name="connsiteY2627" fmla="*/ 1189321 h 3047670"/>
              <a:gd name="connsiteX2628" fmla="*/ 2488179 w 3044273"/>
              <a:gd name="connsiteY2628" fmla="*/ 1158169 h 3047670"/>
              <a:gd name="connsiteX2629" fmla="*/ 459121 w 3044273"/>
              <a:gd name="connsiteY2629" fmla="*/ 1156663 h 3047670"/>
              <a:gd name="connsiteX2630" fmla="*/ 477587 w 3044273"/>
              <a:gd name="connsiteY2630" fmla="*/ 1175002 h 3047670"/>
              <a:gd name="connsiteX2631" fmla="*/ 459248 w 3044273"/>
              <a:gd name="connsiteY2631" fmla="*/ 1193468 h 3047670"/>
              <a:gd name="connsiteX2632" fmla="*/ 440782 w 3044273"/>
              <a:gd name="connsiteY2632" fmla="*/ 1175129 h 3047670"/>
              <a:gd name="connsiteX2633" fmla="*/ 459121 w 3044273"/>
              <a:gd name="connsiteY2633" fmla="*/ 1156663 h 3047670"/>
              <a:gd name="connsiteX2634" fmla="*/ 2981342 w 3044273"/>
              <a:gd name="connsiteY2634" fmla="*/ 1156161 h 3047670"/>
              <a:gd name="connsiteX2635" fmla="*/ 2986869 w 3044273"/>
              <a:gd name="connsiteY2635" fmla="*/ 1161688 h 3047670"/>
              <a:gd name="connsiteX2636" fmla="*/ 2981342 w 3044273"/>
              <a:gd name="connsiteY2636" fmla="*/ 1167215 h 3047670"/>
              <a:gd name="connsiteX2637" fmla="*/ 2975815 w 3044273"/>
              <a:gd name="connsiteY2637" fmla="*/ 1161688 h 3047670"/>
              <a:gd name="connsiteX2638" fmla="*/ 2981342 w 3044273"/>
              <a:gd name="connsiteY2638" fmla="*/ 1156161 h 3047670"/>
              <a:gd name="connsiteX2639" fmla="*/ 2581762 w 3044273"/>
              <a:gd name="connsiteY2639" fmla="*/ 1139201 h 3047670"/>
              <a:gd name="connsiteX2640" fmla="*/ 2610025 w 3044273"/>
              <a:gd name="connsiteY2640" fmla="*/ 1167213 h 3047670"/>
              <a:gd name="connsiteX2641" fmla="*/ 2582013 w 3044273"/>
              <a:gd name="connsiteY2641" fmla="*/ 1195476 h 3047670"/>
              <a:gd name="connsiteX2642" fmla="*/ 2553750 w 3044273"/>
              <a:gd name="connsiteY2642" fmla="*/ 1167464 h 3047670"/>
              <a:gd name="connsiteX2643" fmla="*/ 2581762 w 3044273"/>
              <a:gd name="connsiteY2643" fmla="*/ 1139201 h 3047670"/>
              <a:gd name="connsiteX2644" fmla="*/ 365413 w 3044273"/>
              <a:gd name="connsiteY2644" fmla="*/ 1139074 h 3047670"/>
              <a:gd name="connsiteX2645" fmla="*/ 380487 w 3044273"/>
              <a:gd name="connsiteY2645" fmla="*/ 1154023 h 3047670"/>
              <a:gd name="connsiteX2646" fmla="*/ 365539 w 3044273"/>
              <a:gd name="connsiteY2646" fmla="*/ 1169097 h 3047670"/>
              <a:gd name="connsiteX2647" fmla="*/ 350465 w 3044273"/>
              <a:gd name="connsiteY2647" fmla="*/ 1154023 h 3047670"/>
              <a:gd name="connsiteX2648" fmla="*/ 365413 w 3044273"/>
              <a:gd name="connsiteY2648" fmla="*/ 1139074 h 3047670"/>
              <a:gd name="connsiteX2649" fmla="*/ 779816 w 3044273"/>
              <a:gd name="connsiteY2649" fmla="*/ 1134930 h 3047670"/>
              <a:gd name="connsiteX2650" fmla="*/ 807829 w 3044273"/>
              <a:gd name="connsiteY2650" fmla="*/ 1162691 h 3047670"/>
              <a:gd name="connsiteX2651" fmla="*/ 780067 w 3044273"/>
              <a:gd name="connsiteY2651" fmla="*/ 1190704 h 3047670"/>
              <a:gd name="connsiteX2652" fmla="*/ 752056 w 3044273"/>
              <a:gd name="connsiteY2652" fmla="*/ 1162943 h 3047670"/>
              <a:gd name="connsiteX2653" fmla="*/ 779816 w 3044273"/>
              <a:gd name="connsiteY2653" fmla="*/ 1134930 h 3047670"/>
              <a:gd name="connsiteX2654" fmla="*/ 1028029 w 3044273"/>
              <a:gd name="connsiteY2654" fmla="*/ 1133172 h 3047670"/>
              <a:gd name="connsiteX2655" fmla="*/ 1037325 w 3044273"/>
              <a:gd name="connsiteY2655" fmla="*/ 1142467 h 3047670"/>
              <a:gd name="connsiteX2656" fmla="*/ 1028029 w 3044273"/>
              <a:gd name="connsiteY2656" fmla="*/ 1151763 h 3047670"/>
              <a:gd name="connsiteX2657" fmla="*/ 1018735 w 3044273"/>
              <a:gd name="connsiteY2657" fmla="*/ 1142467 h 3047670"/>
              <a:gd name="connsiteX2658" fmla="*/ 1028029 w 3044273"/>
              <a:gd name="connsiteY2658" fmla="*/ 1133172 h 3047670"/>
              <a:gd name="connsiteX2659" fmla="*/ 2261066 w 3044273"/>
              <a:gd name="connsiteY2659" fmla="*/ 1128398 h 3047670"/>
              <a:gd name="connsiteX2660" fmla="*/ 2290336 w 3044273"/>
              <a:gd name="connsiteY2660" fmla="*/ 1157541 h 3047670"/>
              <a:gd name="connsiteX2661" fmla="*/ 2261192 w 3044273"/>
              <a:gd name="connsiteY2661" fmla="*/ 1186809 h 3047670"/>
              <a:gd name="connsiteX2662" fmla="*/ 2231798 w 3044273"/>
              <a:gd name="connsiteY2662" fmla="*/ 1157666 h 3047670"/>
              <a:gd name="connsiteX2663" fmla="*/ 2261066 w 3044273"/>
              <a:gd name="connsiteY2663" fmla="*/ 1128398 h 3047670"/>
              <a:gd name="connsiteX2664" fmla="*/ 2012727 w 3044273"/>
              <a:gd name="connsiteY2664" fmla="*/ 1127396 h 3047670"/>
              <a:gd name="connsiteX2665" fmla="*/ 2024283 w 3044273"/>
              <a:gd name="connsiteY2665" fmla="*/ 1138826 h 3047670"/>
              <a:gd name="connsiteX2666" fmla="*/ 2012853 w 3044273"/>
              <a:gd name="connsiteY2666" fmla="*/ 1150383 h 3047670"/>
              <a:gd name="connsiteX2667" fmla="*/ 2001297 w 3044273"/>
              <a:gd name="connsiteY2667" fmla="*/ 1138952 h 3047670"/>
              <a:gd name="connsiteX2668" fmla="*/ 2012727 w 3044273"/>
              <a:gd name="connsiteY2668" fmla="*/ 1127396 h 3047670"/>
              <a:gd name="connsiteX2669" fmla="*/ 271955 w 3044273"/>
              <a:gd name="connsiteY2669" fmla="*/ 1121113 h 3047670"/>
              <a:gd name="connsiteX2670" fmla="*/ 283763 w 3044273"/>
              <a:gd name="connsiteY2670" fmla="*/ 1132795 h 3047670"/>
              <a:gd name="connsiteX2671" fmla="*/ 272081 w 3044273"/>
              <a:gd name="connsiteY2671" fmla="*/ 1144604 h 3047670"/>
              <a:gd name="connsiteX2672" fmla="*/ 260273 w 3044273"/>
              <a:gd name="connsiteY2672" fmla="*/ 1132922 h 3047670"/>
              <a:gd name="connsiteX2673" fmla="*/ 271955 w 3044273"/>
              <a:gd name="connsiteY2673" fmla="*/ 1121113 h 3047670"/>
              <a:gd name="connsiteX2674" fmla="*/ 2675219 w 3044273"/>
              <a:gd name="connsiteY2674" fmla="*/ 1120737 h 3047670"/>
              <a:gd name="connsiteX2675" fmla="*/ 2700341 w 3044273"/>
              <a:gd name="connsiteY2675" fmla="*/ 1145608 h 3047670"/>
              <a:gd name="connsiteX2676" fmla="*/ 2675471 w 3044273"/>
              <a:gd name="connsiteY2676" fmla="*/ 1170731 h 3047670"/>
              <a:gd name="connsiteX2677" fmla="*/ 2650348 w 3044273"/>
              <a:gd name="connsiteY2677" fmla="*/ 1145735 h 3047670"/>
              <a:gd name="connsiteX2678" fmla="*/ 2675219 w 3044273"/>
              <a:gd name="connsiteY2678" fmla="*/ 1120737 h 3047670"/>
              <a:gd name="connsiteX2679" fmla="*/ 1199119 w 3044273"/>
              <a:gd name="connsiteY2679" fmla="*/ 1117094 h 3047670"/>
              <a:gd name="connsiteX2680" fmla="*/ 1199998 w 3044273"/>
              <a:gd name="connsiteY2680" fmla="*/ 1117974 h 3047670"/>
              <a:gd name="connsiteX2681" fmla="*/ 1199119 w 3044273"/>
              <a:gd name="connsiteY2681" fmla="*/ 1118853 h 3047670"/>
              <a:gd name="connsiteX2682" fmla="*/ 1198239 w 3044273"/>
              <a:gd name="connsiteY2682" fmla="*/ 1117974 h 3047670"/>
              <a:gd name="connsiteX2683" fmla="*/ 1199119 w 3044273"/>
              <a:gd name="connsiteY2683" fmla="*/ 1117094 h 3047670"/>
              <a:gd name="connsiteX2684" fmla="*/ 683595 w 3044273"/>
              <a:gd name="connsiteY2684" fmla="*/ 1114204 h 3047670"/>
              <a:gd name="connsiteX2685" fmla="*/ 710101 w 3044273"/>
              <a:gd name="connsiteY2685" fmla="*/ 1140457 h 3047670"/>
              <a:gd name="connsiteX2686" fmla="*/ 683847 w 3044273"/>
              <a:gd name="connsiteY2686" fmla="*/ 1166962 h 3047670"/>
              <a:gd name="connsiteX2687" fmla="*/ 657342 w 3044273"/>
              <a:gd name="connsiteY2687" fmla="*/ 1140709 h 3047670"/>
              <a:gd name="connsiteX2688" fmla="*/ 683595 w 3044273"/>
              <a:gd name="connsiteY2688" fmla="*/ 1114204 h 3047670"/>
              <a:gd name="connsiteX2689" fmla="*/ 1841388 w 3044273"/>
              <a:gd name="connsiteY2689" fmla="*/ 1114079 h 3047670"/>
              <a:gd name="connsiteX2690" fmla="*/ 1843020 w 3044273"/>
              <a:gd name="connsiteY2690" fmla="*/ 1115586 h 3047670"/>
              <a:gd name="connsiteX2691" fmla="*/ 1841388 w 3044273"/>
              <a:gd name="connsiteY2691" fmla="*/ 1117093 h 3047670"/>
              <a:gd name="connsiteX2692" fmla="*/ 1839880 w 3044273"/>
              <a:gd name="connsiteY2692" fmla="*/ 1115586 h 3047670"/>
              <a:gd name="connsiteX2693" fmla="*/ 1841388 w 3044273"/>
              <a:gd name="connsiteY2693" fmla="*/ 1114079 h 3047670"/>
              <a:gd name="connsiteX2694" fmla="*/ 2768678 w 3044273"/>
              <a:gd name="connsiteY2694" fmla="*/ 1110812 h 3047670"/>
              <a:gd name="connsiteX2695" fmla="*/ 2781742 w 3044273"/>
              <a:gd name="connsiteY2695" fmla="*/ 1123876 h 3047670"/>
              <a:gd name="connsiteX2696" fmla="*/ 2768678 w 3044273"/>
              <a:gd name="connsiteY2696" fmla="*/ 1136940 h 3047670"/>
              <a:gd name="connsiteX2697" fmla="*/ 2755614 w 3044273"/>
              <a:gd name="connsiteY2697" fmla="*/ 1123876 h 3047670"/>
              <a:gd name="connsiteX2698" fmla="*/ 2768678 w 3044273"/>
              <a:gd name="connsiteY2698" fmla="*/ 1110812 h 3047670"/>
              <a:gd name="connsiteX2699" fmla="*/ 178497 w 3044273"/>
              <a:gd name="connsiteY2699" fmla="*/ 1104783 h 3047670"/>
              <a:gd name="connsiteX2700" fmla="*/ 185657 w 3044273"/>
              <a:gd name="connsiteY2700" fmla="*/ 1111817 h 3047670"/>
              <a:gd name="connsiteX2701" fmla="*/ 178622 w 3044273"/>
              <a:gd name="connsiteY2701" fmla="*/ 1118977 h 3047670"/>
              <a:gd name="connsiteX2702" fmla="*/ 171463 w 3044273"/>
              <a:gd name="connsiteY2702" fmla="*/ 1111943 h 3047670"/>
              <a:gd name="connsiteX2703" fmla="*/ 178497 w 3044273"/>
              <a:gd name="connsiteY2703" fmla="*/ 1104783 h 3047670"/>
              <a:gd name="connsiteX2704" fmla="*/ 2356911 w 3044273"/>
              <a:gd name="connsiteY2704" fmla="*/ 1099634 h 3047670"/>
              <a:gd name="connsiteX2705" fmla="*/ 2391957 w 3044273"/>
              <a:gd name="connsiteY2705" fmla="*/ 1134430 h 3047670"/>
              <a:gd name="connsiteX2706" fmla="*/ 2357162 w 3044273"/>
              <a:gd name="connsiteY2706" fmla="*/ 1169477 h 3047670"/>
              <a:gd name="connsiteX2707" fmla="*/ 2322117 w 3044273"/>
              <a:gd name="connsiteY2707" fmla="*/ 1134680 h 3047670"/>
              <a:gd name="connsiteX2708" fmla="*/ 2356911 w 3044273"/>
              <a:gd name="connsiteY2708" fmla="*/ 1099634 h 3047670"/>
              <a:gd name="connsiteX2709" fmla="*/ 926031 w 3044273"/>
              <a:gd name="connsiteY2709" fmla="*/ 1098251 h 3047670"/>
              <a:gd name="connsiteX2710" fmla="*/ 943742 w 3044273"/>
              <a:gd name="connsiteY2710" fmla="*/ 1115962 h 3047670"/>
              <a:gd name="connsiteX2711" fmla="*/ 926158 w 3044273"/>
              <a:gd name="connsiteY2711" fmla="*/ 1133674 h 3047670"/>
              <a:gd name="connsiteX2712" fmla="*/ 908320 w 3044273"/>
              <a:gd name="connsiteY2712" fmla="*/ 1116087 h 3047670"/>
              <a:gd name="connsiteX2713" fmla="*/ 926031 w 3044273"/>
              <a:gd name="connsiteY2713" fmla="*/ 1098251 h 3047670"/>
              <a:gd name="connsiteX2714" fmla="*/ 588003 w 3044273"/>
              <a:gd name="connsiteY2714" fmla="*/ 1097749 h 3047670"/>
              <a:gd name="connsiteX2715" fmla="*/ 608856 w 3044273"/>
              <a:gd name="connsiteY2715" fmla="*/ 1118475 h 3047670"/>
              <a:gd name="connsiteX2716" fmla="*/ 588128 w 3044273"/>
              <a:gd name="connsiteY2716" fmla="*/ 1139328 h 3047670"/>
              <a:gd name="connsiteX2717" fmla="*/ 567276 w 3044273"/>
              <a:gd name="connsiteY2717" fmla="*/ 1118602 h 3047670"/>
              <a:gd name="connsiteX2718" fmla="*/ 588003 w 3044273"/>
              <a:gd name="connsiteY2718" fmla="*/ 1097749 h 3047670"/>
              <a:gd name="connsiteX2719" fmla="*/ 2861884 w 3044273"/>
              <a:gd name="connsiteY2719" fmla="*/ 1094859 h 3047670"/>
              <a:gd name="connsiteX2720" fmla="*/ 2869169 w 3044273"/>
              <a:gd name="connsiteY2720" fmla="*/ 1102144 h 3047670"/>
              <a:gd name="connsiteX2721" fmla="*/ 2861884 w 3044273"/>
              <a:gd name="connsiteY2721" fmla="*/ 1109430 h 3047670"/>
              <a:gd name="connsiteX2722" fmla="*/ 2854598 w 3044273"/>
              <a:gd name="connsiteY2722" fmla="*/ 1102144 h 3047670"/>
              <a:gd name="connsiteX2723" fmla="*/ 2861884 w 3044273"/>
              <a:gd name="connsiteY2723" fmla="*/ 1094859 h 3047670"/>
              <a:gd name="connsiteX2724" fmla="*/ 2114601 w 3044273"/>
              <a:gd name="connsiteY2724" fmla="*/ 1091594 h 3047670"/>
              <a:gd name="connsiteX2725" fmla="*/ 2134825 w 3044273"/>
              <a:gd name="connsiteY2725" fmla="*/ 1111692 h 3047670"/>
              <a:gd name="connsiteX2726" fmla="*/ 2114727 w 3044273"/>
              <a:gd name="connsiteY2726" fmla="*/ 1131916 h 3047670"/>
              <a:gd name="connsiteX2727" fmla="*/ 2094503 w 3044273"/>
              <a:gd name="connsiteY2727" fmla="*/ 1111818 h 3047670"/>
              <a:gd name="connsiteX2728" fmla="*/ 2114601 w 3044273"/>
              <a:gd name="connsiteY2728" fmla="*/ 1091594 h 3047670"/>
              <a:gd name="connsiteX2729" fmla="*/ 85165 w 3044273"/>
              <a:gd name="connsiteY2729" fmla="*/ 1087574 h 3047670"/>
              <a:gd name="connsiteX2730" fmla="*/ 88556 w 3044273"/>
              <a:gd name="connsiteY2730" fmla="*/ 1090840 h 3047670"/>
              <a:gd name="connsiteX2731" fmla="*/ 85291 w 3044273"/>
              <a:gd name="connsiteY2731" fmla="*/ 1094107 h 3047670"/>
              <a:gd name="connsiteX2732" fmla="*/ 81899 w 3044273"/>
              <a:gd name="connsiteY2732" fmla="*/ 1090840 h 3047670"/>
              <a:gd name="connsiteX2733" fmla="*/ 85165 w 3044273"/>
              <a:gd name="connsiteY2733" fmla="*/ 1087574 h 3047670"/>
              <a:gd name="connsiteX2734" fmla="*/ 2452379 w 3044273"/>
              <a:gd name="connsiteY2734" fmla="*/ 1080791 h 3047670"/>
              <a:gd name="connsiteX2735" fmla="*/ 2483532 w 3044273"/>
              <a:gd name="connsiteY2735" fmla="*/ 1111691 h 3047670"/>
              <a:gd name="connsiteX2736" fmla="*/ 2452630 w 3044273"/>
              <a:gd name="connsiteY2736" fmla="*/ 1142845 h 3047670"/>
              <a:gd name="connsiteX2737" fmla="*/ 2421604 w 3044273"/>
              <a:gd name="connsiteY2737" fmla="*/ 1111943 h 3047670"/>
              <a:gd name="connsiteX2738" fmla="*/ 2452379 w 3044273"/>
              <a:gd name="connsiteY2738" fmla="*/ 1080791 h 3047670"/>
              <a:gd name="connsiteX2739" fmla="*/ 492912 w 3044273"/>
              <a:gd name="connsiteY2739" fmla="*/ 1079533 h 3047670"/>
              <a:gd name="connsiteX2740" fmla="*/ 510247 w 3044273"/>
              <a:gd name="connsiteY2740" fmla="*/ 1096741 h 3047670"/>
              <a:gd name="connsiteX2741" fmla="*/ 493038 w 3044273"/>
              <a:gd name="connsiteY2741" fmla="*/ 1114076 h 3047670"/>
              <a:gd name="connsiteX2742" fmla="*/ 475703 w 3044273"/>
              <a:gd name="connsiteY2742" fmla="*/ 1096867 h 3047670"/>
              <a:gd name="connsiteX2743" fmla="*/ 492912 w 3044273"/>
              <a:gd name="connsiteY2743" fmla="*/ 1079533 h 3047670"/>
              <a:gd name="connsiteX2744" fmla="*/ 2955090 w 3044273"/>
              <a:gd name="connsiteY2744" fmla="*/ 1077649 h 3047670"/>
              <a:gd name="connsiteX2745" fmla="*/ 2957978 w 3044273"/>
              <a:gd name="connsiteY2745" fmla="*/ 1080539 h 3047670"/>
              <a:gd name="connsiteX2746" fmla="*/ 2955090 w 3044273"/>
              <a:gd name="connsiteY2746" fmla="*/ 1083427 h 3047670"/>
              <a:gd name="connsiteX2747" fmla="*/ 2952200 w 3044273"/>
              <a:gd name="connsiteY2747" fmla="*/ 1080539 h 3047670"/>
              <a:gd name="connsiteX2748" fmla="*/ 2955090 w 3044273"/>
              <a:gd name="connsiteY2748" fmla="*/ 1077649 h 3047670"/>
              <a:gd name="connsiteX2749" fmla="*/ 1951427 w 3044273"/>
              <a:gd name="connsiteY2749" fmla="*/ 1074635 h 3047670"/>
              <a:gd name="connsiteX2750" fmla="*/ 1956577 w 3044273"/>
              <a:gd name="connsiteY2750" fmla="*/ 1079659 h 3047670"/>
              <a:gd name="connsiteX2751" fmla="*/ 1951427 w 3044273"/>
              <a:gd name="connsiteY2751" fmla="*/ 1084809 h 3047670"/>
              <a:gd name="connsiteX2752" fmla="*/ 1946277 w 3044273"/>
              <a:gd name="connsiteY2752" fmla="*/ 1079785 h 3047670"/>
              <a:gd name="connsiteX2753" fmla="*/ 1951427 w 3044273"/>
              <a:gd name="connsiteY2753" fmla="*/ 1074635 h 3047670"/>
              <a:gd name="connsiteX2754" fmla="*/ 1272730 w 3044273"/>
              <a:gd name="connsiteY2754" fmla="*/ 1074134 h 3047670"/>
              <a:gd name="connsiteX2755" fmla="*/ 1273609 w 3044273"/>
              <a:gd name="connsiteY2755" fmla="*/ 1075014 h 3047670"/>
              <a:gd name="connsiteX2756" fmla="*/ 1272730 w 3044273"/>
              <a:gd name="connsiteY2756" fmla="*/ 1075893 h 3047670"/>
              <a:gd name="connsiteX2757" fmla="*/ 1271850 w 3044273"/>
              <a:gd name="connsiteY2757" fmla="*/ 1075014 h 3047670"/>
              <a:gd name="connsiteX2758" fmla="*/ 1272730 w 3044273"/>
              <a:gd name="connsiteY2758" fmla="*/ 1074134 h 3047670"/>
              <a:gd name="connsiteX2759" fmla="*/ 1088953 w 3044273"/>
              <a:gd name="connsiteY2759" fmla="*/ 1073630 h 3047670"/>
              <a:gd name="connsiteX2760" fmla="*/ 1098374 w 3044273"/>
              <a:gd name="connsiteY2760" fmla="*/ 1082925 h 3047670"/>
              <a:gd name="connsiteX2761" fmla="*/ 1089078 w 3044273"/>
              <a:gd name="connsiteY2761" fmla="*/ 1092221 h 3047670"/>
              <a:gd name="connsiteX2762" fmla="*/ 1079784 w 3044273"/>
              <a:gd name="connsiteY2762" fmla="*/ 1082925 h 3047670"/>
              <a:gd name="connsiteX2763" fmla="*/ 1088953 w 3044273"/>
              <a:gd name="connsiteY2763" fmla="*/ 1073630 h 3047670"/>
              <a:gd name="connsiteX2764" fmla="*/ 1767401 w 3044273"/>
              <a:gd name="connsiteY2764" fmla="*/ 1072751 h 3047670"/>
              <a:gd name="connsiteX2765" fmla="*/ 1767904 w 3044273"/>
              <a:gd name="connsiteY2765" fmla="*/ 1073128 h 3047670"/>
              <a:gd name="connsiteX2766" fmla="*/ 1767527 w 3044273"/>
              <a:gd name="connsiteY2766" fmla="*/ 1073631 h 3047670"/>
              <a:gd name="connsiteX2767" fmla="*/ 1767024 w 3044273"/>
              <a:gd name="connsiteY2767" fmla="*/ 1073254 h 3047670"/>
              <a:gd name="connsiteX2768" fmla="*/ 1767401 w 3044273"/>
              <a:gd name="connsiteY2768" fmla="*/ 1072751 h 3047670"/>
              <a:gd name="connsiteX2769" fmla="*/ 825917 w 3044273"/>
              <a:gd name="connsiteY2769" fmla="*/ 1064838 h 3047670"/>
              <a:gd name="connsiteX2770" fmla="*/ 852297 w 3044273"/>
              <a:gd name="connsiteY2770" fmla="*/ 1091091 h 3047670"/>
              <a:gd name="connsiteX2771" fmla="*/ 826043 w 3044273"/>
              <a:gd name="connsiteY2771" fmla="*/ 1117471 h 3047670"/>
              <a:gd name="connsiteX2772" fmla="*/ 799538 w 3044273"/>
              <a:gd name="connsiteY2772" fmla="*/ 1091218 h 3047670"/>
              <a:gd name="connsiteX2773" fmla="*/ 825917 w 3044273"/>
              <a:gd name="connsiteY2773" fmla="*/ 1064838 h 3047670"/>
              <a:gd name="connsiteX2774" fmla="*/ 2547470 w 3044273"/>
              <a:gd name="connsiteY2774" fmla="*/ 1064335 h 3047670"/>
              <a:gd name="connsiteX2775" fmla="*/ 2572593 w 3044273"/>
              <a:gd name="connsiteY2775" fmla="*/ 1089206 h 3047670"/>
              <a:gd name="connsiteX2776" fmla="*/ 2547596 w 3044273"/>
              <a:gd name="connsiteY2776" fmla="*/ 1114329 h 3047670"/>
              <a:gd name="connsiteX2777" fmla="*/ 2522473 w 3044273"/>
              <a:gd name="connsiteY2777" fmla="*/ 1089458 h 3047670"/>
              <a:gd name="connsiteX2778" fmla="*/ 2547470 w 3044273"/>
              <a:gd name="connsiteY2778" fmla="*/ 1064335 h 3047670"/>
              <a:gd name="connsiteX2779" fmla="*/ 398073 w 3044273"/>
              <a:gd name="connsiteY2779" fmla="*/ 1060566 h 3047670"/>
              <a:gd name="connsiteX2780" fmla="*/ 412769 w 3044273"/>
              <a:gd name="connsiteY2780" fmla="*/ 1075137 h 3047670"/>
              <a:gd name="connsiteX2781" fmla="*/ 398198 w 3044273"/>
              <a:gd name="connsiteY2781" fmla="*/ 1089834 h 3047670"/>
              <a:gd name="connsiteX2782" fmla="*/ 383627 w 3044273"/>
              <a:gd name="connsiteY2782" fmla="*/ 1075263 h 3047670"/>
              <a:gd name="connsiteX2783" fmla="*/ 398073 w 3044273"/>
              <a:gd name="connsiteY2783" fmla="*/ 1060566 h 3047670"/>
              <a:gd name="connsiteX2784" fmla="*/ 2214465 w 3044273"/>
              <a:gd name="connsiteY2784" fmla="*/ 1059184 h 3047670"/>
              <a:gd name="connsiteX2785" fmla="*/ 2241348 w 3044273"/>
              <a:gd name="connsiteY2785" fmla="*/ 1085940 h 3047670"/>
              <a:gd name="connsiteX2786" fmla="*/ 2214590 w 3044273"/>
              <a:gd name="connsiteY2786" fmla="*/ 1112822 h 3047670"/>
              <a:gd name="connsiteX2787" fmla="*/ 2187709 w 3044273"/>
              <a:gd name="connsiteY2787" fmla="*/ 1086191 h 3047670"/>
              <a:gd name="connsiteX2788" fmla="*/ 2214465 w 3044273"/>
              <a:gd name="connsiteY2788" fmla="*/ 1059184 h 3047670"/>
              <a:gd name="connsiteX2789" fmla="*/ 2642057 w 3044273"/>
              <a:gd name="connsiteY2789" fmla="*/ 1047126 h 3047670"/>
              <a:gd name="connsiteX2790" fmla="*/ 2662029 w 3044273"/>
              <a:gd name="connsiteY2790" fmla="*/ 1066974 h 3047670"/>
              <a:gd name="connsiteX2791" fmla="*/ 2642183 w 3044273"/>
              <a:gd name="connsiteY2791" fmla="*/ 1086946 h 3047670"/>
              <a:gd name="connsiteX2792" fmla="*/ 2622210 w 3044273"/>
              <a:gd name="connsiteY2792" fmla="*/ 1067099 h 3047670"/>
              <a:gd name="connsiteX2793" fmla="*/ 2642057 w 3044273"/>
              <a:gd name="connsiteY2793" fmla="*/ 1047126 h 3047670"/>
              <a:gd name="connsiteX2794" fmla="*/ 303610 w 3044273"/>
              <a:gd name="connsiteY2794" fmla="*/ 1041975 h 3047670"/>
              <a:gd name="connsiteX2795" fmla="*/ 315418 w 3044273"/>
              <a:gd name="connsiteY2795" fmla="*/ 1053657 h 3047670"/>
              <a:gd name="connsiteX2796" fmla="*/ 303736 w 3044273"/>
              <a:gd name="connsiteY2796" fmla="*/ 1065466 h 3047670"/>
              <a:gd name="connsiteX2797" fmla="*/ 291928 w 3044273"/>
              <a:gd name="connsiteY2797" fmla="*/ 1053784 h 3047670"/>
              <a:gd name="connsiteX2798" fmla="*/ 303610 w 3044273"/>
              <a:gd name="connsiteY2798" fmla="*/ 1041975 h 3047670"/>
              <a:gd name="connsiteX2799" fmla="*/ 1351993 w 3044273"/>
              <a:gd name="connsiteY2799" fmla="*/ 1041348 h 3047670"/>
              <a:gd name="connsiteX2800" fmla="*/ 1354255 w 3044273"/>
              <a:gd name="connsiteY2800" fmla="*/ 1043610 h 3047670"/>
              <a:gd name="connsiteX2801" fmla="*/ 1352119 w 3044273"/>
              <a:gd name="connsiteY2801" fmla="*/ 1045870 h 3047670"/>
              <a:gd name="connsiteX2802" fmla="*/ 1349857 w 3044273"/>
              <a:gd name="connsiteY2802" fmla="*/ 1043610 h 3047670"/>
              <a:gd name="connsiteX2803" fmla="*/ 1351993 w 3044273"/>
              <a:gd name="connsiteY2803" fmla="*/ 1041348 h 3047670"/>
              <a:gd name="connsiteX2804" fmla="*/ 1688012 w 3044273"/>
              <a:gd name="connsiteY2804" fmla="*/ 1039840 h 3047670"/>
              <a:gd name="connsiteX2805" fmla="*/ 1690649 w 3044273"/>
              <a:gd name="connsiteY2805" fmla="*/ 1042477 h 3047670"/>
              <a:gd name="connsiteX2806" fmla="*/ 1688012 w 3044273"/>
              <a:gd name="connsiteY2806" fmla="*/ 1045115 h 3047670"/>
              <a:gd name="connsiteX2807" fmla="*/ 1685375 w 3044273"/>
              <a:gd name="connsiteY2807" fmla="*/ 1042477 h 3047670"/>
              <a:gd name="connsiteX2808" fmla="*/ 1688012 w 3044273"/>
              <a:gd name="connsiteY2808" fmla="*/ 1039840 h 3047670"/>
              <a:gd name="connsiteX2809" fmla="*/ 727058 w 3044273"/>
              <a:gd name="connsiteY2809" fmla="*/ 1037579 h 3047670"/>
              <a:gd name="connsiteX2810" fmla="*/ 756830 w 3044273"/>
              <a:gd name="connsiteY2810" fmla="*/ 1067098 h 3047670"/>
              <a:gd name="connsiteX2811" fmla="*/ 727310 w 3044273"/>
              <a:gd name="connsiteY2811" fmla="*/ 1096870 h 3047670"/>
              <a:gd name="connsiteX2812" fmla="*/ 697539 w 3044273"/>
              <a:gd name="connsiteY2812" fmla="*/ 1067350 h 3047670"/>
              <a:gd name="connsiteX2813" fmla="*/ 727058 w 3044273"/>
              <a:gd name="connsiteY2813" fmla="*/ 1037579 h 3047670"/>
              <a:gd name="connsiteX2814" fmla="*/ 982559 w 3044273"/>
              <a:gd name="connsiteY2814" fmla="*/ 1034565 h 3047670"/>
              <a:gd name="connsiteX2815" fmla="*/ 1000270 w 3044273"/>
              <a:gd name="connsiteY2815" fmla="*/ 1052276 h 3047670"/>
              <a:gd name="connsiteX2816" fmla="*/ 982686 w 3044273"/>
              <a:gd name="connsiteY2816" fmla="*/ 1069987 h 3047670"/>
              <a:gd name="connsiteX2817" fmla="*/ 964848 w 3044273"/>
              <a:gd name="connsiteY2817" fmla="*/ 1052276 h 3047670"/>
              <a:gd name="connsiteX2818" fmla="*/ 982559 w 3044273"/>
              <a:gd name="connsiteY2818" fmla="*/ 1034565 h 3047670"/>
              <a:gd name="connsiteX2819" fmla="*/ 2736395 w 3044273"/>
              <a:gd name="connsiteY2819" fmla="*/ 1031926 h 3047670"/>
              <a:gd name="connsiteX2820" fmla="*/ 2749459 w 3044273"/>
              <a:gd name="connsiteY2820" fmla="*/ 1044990 h 3047670"/>
              <a:gd name="connsiteX2821" fmla="*/ 2736395 w 3044273"/>
              <a:gd name="connsiteY2821" fmla="*/ 1058054 h 3047670"/>
              <a:gd name="connsiteX2822" fmla="*/ 2723331 w 3044273"/>
              <a:gd name="connsiteY2822" fmla="*/ 1044990 h 3047670"/>
              <a:gd name="connsiteX2823" fmla="*/ 2736395 w 3044273"/>
              <a:gd name="connsiteY2823" fmla="*/ 1031926 h 3047670"/>
              <a:gd name="connsiteX2824" fmla="*/ 2057571 w 3044273"/>
              <a:gd name="connsiteY2824" fmla="*/ 1028158 h 3047670"/>
              <a:gd name="connsiteX2825" fmla="*/ 2077795 w 3044273"/>
              <a:gd name="connsiteY2825" fmla="*/ 1048256 h 3047670"/>
              <a:gd name="connsiteX2826" fmla="*/ 2057697 w 3044273"/>
              <a:gd name="connsiteY2826" fmla="*/ 1068480 h 3047670"/>
              <a:gd name="connsiteX2827" fmla="*/ 2037473 w 3044273"/>
              <a:gd name="connsiteY2827" fmla="*/ 1048382 h 3047670"/>
              <a:gd name="connsiteX2828" fmla="*/ 2057571 w 3044273"/>
              <a:gd name="connsiteY2828" fmla="*/ 1028158 h 3047670"/>
              <a:gd name="connsiteX2829" fmla="*/ 2312948 w 3044273"/>
              <a:gd name="connsiteY2829" fmla="*/ 1028033 h 3047670"/>
              <a:gd name="connsiteX2830" fmla="*/ 2346487 w 3044273"/>
              <a:gd name="connsiteY2830" fmla="*/ 1061320 h 3047670"/>
              <a:gd name="connsiteX2831" fmla="*/ 2313199 w 3044273"/>
              <a:gd name="connsiteY2831" fmla="*/ 1094859 h 3047670"/>
              <a:gd name="connsiteX2832" fmla="*/ 2279661 w 3044273"/>
              <a:gd name="connsiteY2832" fmla="*/ 1061571 h 3047670"/>
              <a:gd name="connsiteX2833" fmla="*/ 2312948 w 3044273"/>
              <a:gd name="connsiteY2833" fmla="*/ 1028033 h 3047670"/>
              <a:gd name="connsiteX2834" fmla="*/ 209399 w 3044273"/>
              <a:gd name="connsiteY2834" fmla="*/ 1026901 h 3047670"/>
              <a:gd name="connsiteX2835" fmla="*/ 214926 w 3044273"/>
              <a:gd name="connsiteY2835" fmla="*/ 1032428 h 3047670"/>
              <a:gd name="connsiteX2836" fmla="*/ 209399 w 3044273"/>
              <a:gd name="connsiteY2836" fmla="*/ 1037955 h 3047670"/>
              <a:gd name="connsiteX2837" fmla="*/ 203872 w 3044273"/>
              <a:gd name="connsiteY2837" fmla="*/ 1032428 h 3047670"/>
              <a:gd name="connsiteX2838" fmla="*/ 209399 w 3044273"/>
              <a:gd name="connsiteY2838" fmla="*/ 1026901 h 3047670"/>
              <a:gd name="connsiteX2839" fmla="*/ 1435023 w 3044273"/>
              <a:gd name="connsiteY2839" fmla="*/ 1023259 h 3047670"/>
              <a:gd name="connsiteX2840" fmla="*/ 1436155 w 3044273"/>
              <a:gd name="connsiteY2840" fmla="*/ 1024389 h 3047670"/>
              <a:gd name="connsiteX2841" fmla="*/ 1435023 w 3044273"/>
              <a:gd name="connsiteY2841" fmla="*/ 1025520 h 3047670"/>
              <a:gd name="connsiteX2842" fmla="*/ 1433893 w 3044273"/>
              <a:gd name="connsiteY2842" fmla="*/ 1024389 h 3047670"/>
              <a:gd name="connsiteX2843" fmla="*/ 1435023 w 3044273"/>
              <a:gd name="connsiteY2843" fmla="*/ 1023259 h 3047670"/>
              <a:gd name="connsiteX2844" fmla="*/ 1604981 w 3044273"/>
              <a:gd name="connsiteY2844" fmla="*/ 1022631 h 3047670"/>
              <a:gd name="connsiteX2845" fmla="*/ 1606113 w 3044273"/>
              <a:gd name="connsiteY2845" fmla="*/ 1023761 h 3047670"/>
              <a:gd name="connsiteX2846" fmla="*/ 1604981 w 3044273"/>
              <a:gd name="connsiteY2846" fmla="*/ 1024891 h 3047670"/>
              <a:gd name="connsiteX2847" fmla="*/ 1603851 w 3044273"/>
              <a:gd name="connsiteY2847" fmla="*/ 1023761 h 3047670"/>
              <a:gd name="connsiteX2848" fmla="*/ 1604981 w 3044273"/>
              <a:gd name="connsiteY2848" fmla="*/ 1022631 h 3047670"/>
              <a:gd name="connsiteX2849" fmla="*/ 1157039 w 3044273"/>
              <a:gd name="connsiteY2849" fmla="*/ 1022003 h 3047670"/>
              <a:gd name="connsiteX2850" fmla="*/ 1166585 w 3044273"/>
              <a:gd name="connsiteY2850" fmla="*/ 1031550 h 3047670"/>
              <a:gd name="connsiteX2851" fmla="*/ 1157164 w 3044273"/>
              <a:gd name="connsiteY2851" fmla="*/ 1041096 h 3047670"/>
              <a:gd name="connsiteX2852" fmla="*/ 1147618 w 3044273"/>
              <a:gd name="connsiteY2852" fmla="*/ 1031675 h 3047670"/>
              <a:gd name="connsiteX2853" fmla="*/ 1157039 w 3044273"/>
              <a:gd name="connsiteY2853" fmla="*/ 1022003 h 3047670"/>
              <a:gd name="connsiteX2854" fmla="*/ 629330 w 3044273"/>
              <a:gd name="connsiteY2854" fmla="*/ 1019491 h 3047670"/>
              <a:gd name="connsiteX2855" fmla="*/ 653950 w 3044273"/>
              <a:gd name="connsiteY2855" fmla="*/ 1043986 h 3047670"/>
              <a:gd name="connsiteX2856" fmla="*/ 629455 w 3044273"/>
              <a:gd name="connsiteY2856" fmla="*/ 1068606 h 3047670"/>
              <a:gd name="connsiteX2857" fmla="*/ 604835 w 3044273"/>
              <a:gd name="connsiteY2857" fmla="*/ 1044111 h 3047670"/>
              <a:gd name="connsiteX2858" fmla="*/ 629330 w 3044273"/>
              <a:gd name="connsiteY2858" fmla="*/ 1019491 h 3047670"/>
              <a:gd name="connsiteX2859" fmla="*/ 2830480 w 3044273"/>
              <a:gd name="connsiteY2859" fmla="*/ 1019113 h 3047670"/>
              <a:gd name="connsiteX2860" fmla="*/ 2834248 w 3044273"/>
              <a:gd name="connsiteY2860" fmla="*/ 1022882 h 3047670"/>
              <a:gd name="connsiteX2861" fmla="*/ 2830480 w 3044273"/>
              <a:gd name="connsiteY2861" fmla="*/ 1026650 h 3047670"/>
              <a:gd name="connsiteX2862" fmla="*/ 2826711 w 3044273"/>
              <a:gd name="connsiteY2862" fmla="*/ 1022882 h 3047670"/>
              <a:gd name="connsiteX2863" fmla="*/ 2830480 w 3044273"/>
              <a:gd name="connsiteY2863" fmla="*/ 1019113 h 3047670"/>
              <a:gd name="connsiteX2864" fmla="*/ 1519941 w 3044273"/>
              <a:gd name="connsiteY2864" fmla="*/ 1016852 h 3047670"/>
              <a:gd name="connsiteX2865" fmla="*/ 1520820 w 3044273"/>
              <a:gd name="connsiteY2865" fmla="*/ 1017732 h 3047670"/>
              <a:gd name="connsiteX2866" fmla="*/ 1519941 w 3044273"/>
              <a:gd name="connsiteY2866" fmla="*/ 1018611 h 3047670"/>
              <a:gd name="connsiteX2867" fmla="*/ 1519061 w 3044273"/>
              <a:gd name="connsiteY2867" fmla="*/ 1017732 h 3047670"/>
              <a:gd name="connsiteX2868" fmla="*/ 1519941 w 3044273"/>
              <a:gd name="connsiteY2868" fmla="*/ 1016852 h 3047670"/>
              <a:gd name="connsiteX2869" fmla="*/ 1882967 w 3044273"/>
              <a:gd name="connsiteY2869" fmla="*/ 1016226 h 3047670"/>
              <a:gd name="connsiteX2870" fmla="*/ 1895779 w 3044273"/>
              <a:gd name="connsiteY2870" fmla="*/ 1029038 h 3047670"/>
              <a:gd name="connsiteX2871" fmla="*/ 1882967 w 3044273"/>
              <a:gd name="connsiteY2871" fmla="*/ 1041977 h 3047670"/>
              <a:gd name="connsiteX2872" fmla="*/ 1870028 w 3044273"/>
              <a:gd name="connsiteY2872" fmla="*/ 1029165 h 3047670"/>
              <a:gd name="connsiteX2873" fmla="*/ 1882967 w 3044273"/>
              <a:gd name="connsiteY2873" fmla="*/ 1016226 h 3047670"/>
              <a:gd name="connsiteX2874" fmla="*/ 115313 w 3044273"/>
              <a:gd name="connsiteY2874" fmla="*/ 1008562 h 3047670"/>
              <a:gd name="connsiteX2875" fmla="*/ 117825 w 3044273"/>
              <a:gd name="connsiteY2875" fmla="*/ 1010949 h 3047670"/>
              <a:gd name="connsiteX2876" fmla="*/ 115439 w 3044273"/>
              <a:gd name="connsiteY2876" fmla="*/ 1013461 h 3047670"/>
              <a:gd name="connsiteX2877" fmla="*/ 112927 w 3044273"/>
              <a:gd name="connsiteY2877" fmla="*/ 1011074 h 3047670"/>
              <a:gd name="connsiteX2878" fmla="*/ 115313 w 3044273"/>
              <a:gd name="connsiteY2878" fmla="*/ 1008562 h 3047670"/>
              <a:gd name="connsiteX2879" fmla="*/ 532479 w 3044273"/>
              <a:gd name="connsiteY2879" fmla="*/ 1004667 h 3047670"/>
              <a:gd name="connsiteX2880" fmla="*/ 549186 w 3044273"/>
              <a:gd name="connsiteY2880" fmla="*/ 1021248 h 3047670"/>
              <a:gd name="connsiteX2881" fmla="*/ 532604 w 3044273"/>
              <a:gd name="connsiteY2881" fmla="*/ 1037955 h 3047670"/>
              <a:gd name="connsiteX2882" fmla="*/ 515898 w 3044273"/>
              <a:gd name="connsiteY2882" fmla="*/ 1021374 h 3047670"/>
              <a:gd name="connsiteX2883" fmla="*/ 532479 w 3044273"/>
              <a:gd name="connsiteY2883" fmla="*/ 1004667 h 3047670"/>
              <a:gd name="connsiteX2884" fmla="*/ 2410549 w 3044273"/>
              <a:gd name="connsiteY2884" fmla="*/ 1004165 h 3047670"/>
              <a:gd name="connsiteX2885" fmla="*/ 2444088 w 3044273"/>
              <a:gd name="connsiteY2885" fmla="*/ 1037452 h 3047670"/>
              <a:gd name="connsiteX2886" fmla="*/ 2410800 w 3044273"/>
              <a:gd name="connsiteY2886" fmla="*/ 1070991 h 3047670"/>
              <a:gd name="connsiteX2887" fmla="*/ 2377262 w 3044273"/>
              <a:gd name="connsiteY2887" fmla="*/ 1037704 h 3047670"/>
              <a:gd name="connsiteX2888" fmla="*/ 2410549 w 3044273"/>
              <a:gd name="connsiteY2888" fmla="*/ 1004165 h 3047670"/>
              <a:gd name="connsiteX2889" fmla="*/ 2924439 w 3044273"/>
              <a:gd name="connsiteY2889" fmla="*/ 999644 h 3047670"/>
              <a:gd name="connsiteX2890" fmla="*/ 2925822 w 3044273"/>
              <a:gd name="connsiteY2890" fmla="*/ 1000900 h 3047670"/>
              <a:gd name="connsiteX2891" fmla="*/ 2924439 w 3044273"/>
              <a:gd name="connsiteY2891" fmla="*/ 1002156 h 3047670"/>
              <a:gd name="connsiteX2892" fmla="*/ 2923057 w 3044273"/>
              <a:gd name="connsiteY2892" fmla="*/ 1000900 h 3047670"/>
              <a:gd name="connsiteX2893" fmla="*/ 2924439 w 3044273"/>
              <a:gd name="connsiteY2893" fmla="*/ 999644 h 3047670"/>
              <a:gd name="connsiteX2894" fmla="*/ 878675 w 3044273"/>
              <a:gd name="connsiteY2894" fmla="*/ 993740 h 3047670"/>
              <a:gd name="connsiteX2895" fmla="*/ 909326 w 3044273"/>
              <a:gd name="connsiteY2895" fmla="*/ 1024139 h 3047670"/>
              <a:gd name="connsiteX2896" fmla="*/ 878927 w 3044273"/>
              <a:gd name="connsiteY2896" fmla="*/ 1054790 h 3047670"/>
              <a:gd name="connsiteX2897" fmla="*/ 848277 w 3044273"/>
              <a:gd name="connsiteY2897" fmla="*/ 1024391 h 3047670"/>
              <a:gd name="connsiteX2898" fmla="*/ 878675 w 3044273"/>
              <a:gd name="connsiteY2898" fmla="*/ 993740 h 3047670"/>
              <a:gd name="connsiteX2899" fmla="*/ 2160953 w 3044273"/>
              <a:gd name="connsiteY2899" fmla="*/ 989090 h 3047670"/>
              <a:gd name="connsiteX2900" fmla="*/ 2191604 w 3044273"/>
              <a:gd name="connsiteY2900" fmla="*/ 1019489 h 3047670"/>
              <a:gd name="connsiteX2901" fmla="*/ 2161205 w 3044273"/>
              <a:gd name="connsiteY2901" fmla="*/ 1050140 h 3047670"/>
              <a:gd name="connsiteX2902" fmla="*/ 2130554 w 3044273"/>
              <a:gd name="connsiteY2902" fmla="*/ 1019741 h 3047670"/>
              <a:gd name="connsiteX2903" fmla="*/ 2160953 w 3044273"/>
              <a:gd name="connsiteY2903" fmla="*/ 989090 h 3047670"/>
              <a:gd name="connsiteX2904" fmla="*/ 2507272 w 3044273"/>
              <a:gd name="connsiteY2904" fmla="*/ 985826 h 3047670"/>
              <a:gd name="connsiteX2905" fmla="*/ 2535661 w 3044273"/>
              <a:gd name="connsiteY2905" fmla="*/ 1014089 h 3047670"/>
              <a:gd name="connsiteX2906" fmla="*/ 2507397 w 3044273"/>
              <a:gd name="connsiteY2906" fmla="*/ 1042478 h 3047670"/>
              <a:gd name="connsiteX2907" fmla="*/ 2479009 w 3044273"/>
              <a:gd name="connsiteY2907" fmla="*/ 1014214 h 3047670"/>
              <a:gd name="connsiteX2908" fmla="*/ 2507272 w 3044273"/>
              <a:gd name="connsiteY2908" fmla="*/ 985826 h 3047670"/>
              <a:gd name="connsiteX2909" fmla="*/ 1231277 w 3044273"/>
              <a:gd name="connsiteY2909" fmla="*/ 984947 h 3047670"/>
              <a:gd name="connsiteX2910" fmla="*/ 1235924 w 3044273"/>
              <a:gd name="connsiteY2910" fmla="*/ 989595 h 3047670"/>
              <a:gd name="connsiteX2911" fmla="*/ 1231277 w 3044273"/>
              <a:gd name="connsiteY2911" fmla="*/ 994243 h 3047670"/>
              <a:gd name="connsiteX2912" fmla="*/ 1226629 w 3044273"/>
              <a:gd name="connsiteY2912" fmla="*/ 989595 h 3047670"/>
              <a:gd name="connsiteX2913" fmla="*/ 1231277 w 3044273"/>
              <a:gd name="connsiteY2913" fmla="*/ 984947 h 3047670"/>
              <a:gd name="connsiteX2914" fmla="*/ 436259 w 3044273"/>
              <a:gd name="connsiteY2914" fmla="*/ 984947 h 3047670"/>
              <a:gd name="connsiteX2915" fmla="*/ 450203 w 3044273"/>
              <a:gd name="connsiteY2915" fmla="*/ 998890 h 3047670"/>
              <a:gd name="connsiteX2916" fmla="*/ 436259 w 3044273"/>
              <a:gd name="connsiteY2916" fmla="*/ 1012959 h 3047670"/>
              <a:gd name="connsiteX2917" fmla="*/ 422316 w 3044273"/>
              <a:gd name="connsiteY2917" fmla="*/ 999016 h 3047670"/>
              <a:gd name="connsiteX2918" fmla="*/ 436259 w 3044273"/>
              <a:gd name="connsiteY2918" fmla="*/ 984947 h 3047670"/>
              <a:gd name="connsiteX2919" fmla="*/ 1808352 w 3044273"/>
              <a:gd name="connsiteY2919" fmla="*/ 981555 h 3047670"/>
              <a:gd name="connsiteX2920" fmla="*/ 1814382 w 3044273"/>
              <a:gd name="connsiteY2920" fmla="*/ 987458 h 3047670"/>
              <a:gd name="connsiteX2921" fmla="*/ 1808478 w 3044273"/>
              <a:gd name="connsiteY2921" fmla="*/ 993487 h 3047670"/>
              <a:gd name="connsiteX2922" fmla="*/ 1802448 w 3044273"/>
              <a:gd name="connsiteY2922" fmla="*/ 987584 h 3047670"/>
              <a:gd name="connsiteX2923" fmla="*/ 1808352 w 3044273"/>
              <a:gd name="connsiteY2923" fmla="*/ 981555 h 3047670"/>
              <a:gd name="connsiteX2924" fmla="*/ 1045869 w 3044273"/>
              <a:gd name="connsiteY2924" fmla="*/ 977661 h 3047670"/>
              <a:gd name="connsiteX2925" fmla="*/ 1063455 w 3044273"/>
              <a:gd name="connsiteY2925" fmla="*/ 995122 h 3047670"/>
              <a:gd name="connsiteX2926" fmla="*/ 1045994 w 3044273"/>
              <a:gd name="connsiteY2926" fmla="*/ 1012708 h 3047670"/>
              <a:gd name="connsiteX2927" fmla="*/ 1028408 w 3044273"/>
              <a:gd name="connsiteY2927" fmla="*/ 995247 h 3047670"/>
              <a:gd name="connsiteX2928" fmla="*/ 1045869 w 3044273"/>
              <a:gd name="connsiteY2928" fmla="*/ 977661 h 3047670"/>
              <a:gd name="connsiteX2929" fmla="*/ 1993759 w 3044273"/>
              <a:gd name="connsiteY2929" fmla="*/ 972762 h 3047670"/>
              <a:gd name="connsiteX2930" fmla="*/ 2012853 w 3044273"/>
              <a:gd name="connsiteY2930" fmla="*/ 991730 h 3047670"/>
              <a:gd name="connsiteX2931" fmla="*/ 1993885 w 3044273"/>
              <a:gd name="connsiteY2931" fmla="*/ 1010823 h 3047670"/>
              <a:gd name="connsiteX2932" fmla="*/ 1974792 w 3044273"/>
              <a:gd name="connsiteY2932" fmla="*/ 991855 h 3047670"/>
              <a:gd name="connsiteX2933" fmla="*/ 1993759 w 3044273"/>
              <a:gd name="connsiteY2933" fmla="*/ 972762 h 3047670"/>
              <a:gd name="connsiteX2934" fmla="*/ 2603370 w 3044273"/>
              <a:gd name="connsiteY2934" fmla="*/ 969370 h 3047670"/>
              <a:gd name="connsiteX2935" fmla="*/ 2625101 w 3044273"/>
              <a:gd name="connsiteY2935" fmla="*/ 990976 h 3047670"/>
              <a:gd name="connsiteX2936" fmla="*/ 2603495 w 3044273"/>
              <a:gd name="connsiteY2936" fmla="*/ 1012707 h 3047670"/>
              <a:gd name="connsiteX2937" fmla="*/ 2581764 w 3044273"/>
              <a:gd name="connsiteY2937" fmla="*/ 991101 h 3047670"/>
              <a:gd name="connsiteX2938" fmla="*/ 2603370 w 3044273"/>
              <a:gd name="connsiteY2938" fmla="*/ 969370 h 3047670"/>
              <a:gd name="connsiteX2939" fmla="*/ 776927 w 3044273"/>
              <a:gd name="connsiteY2939" fmla="*/ 968868 h 3047670"/>
              <a:gd name="connsiteX2940" fmla="*/ 806322 w 3044273"/>
              <a:gd name="connsiteY2940" fmla="*/ 998011 h 3047670"/>
              <a:gd name="connsiteX2941" fmla="*/ 777179 w 3044273"/>
              <a:gd name="connsiteY2941" fmla="*/ 1027279 h 3047670"/>
              <a:gd name="connsiteX2942" fmla="*/ 747785 w 3044273"/>
              <a:gd name="connsiteY2942" fmla="*/ 998136 h 3047670"/>
              <a:gd name="connsiteX2943" fmla="*/ 776927 w 3044273"/>
              <a:gd name="connsiteY2943" fmla="*/ 968868 h 3047670"/>
              <a:gd name="connsiteX2944" fmla="*/ 340291 w 3044273"/>
              <a:gd name="connsiteY2944" fmla="*/ 966104 h 3047670"/>
              <a:gd name="connsiteX2945" fmla="*/ 350969 w 3044273"/>
              <a:gd name="connsiteY2945" fmla="*/ 976655 h 3047670"/>
              <a:gd name="connsiteX2946" fmla="*/ 340416 w 3044273"/>
              <a:gd name="connsiteY2946" fmla="*/ 987332 h 3047670"/>
              <a:gd name="connsiteX2947" fmla="*/ 329739 w 3044273"/>
              <a:gd name="connsiteY2947" fmla="*/ 976781 h 3047670"/>
              <a:gd name="connsiteX2948" fmla="*/ 340291 w 3044273"/>
              <a:gd name="connsiteY2948" fmla="*/ 966104 h 3047670"/>
              <a:gd name="connsiteX2949" fmla="*/ 2262574 w 3044273"/>
              <a:gd name="connsiteY2949" fmla="*/ 958190 h 3047670"/>
              <a:gd name="connsiteX2950" fmla="*/ 2297246 w 3044273"/>
              <a:gd name="connsiteY2950" fmla="*/ 992608 h 3047670"/>
              <a:gd name="connsiteX2951" fmla="*/ 2262826 w 3044273"/>
              <a:gd name="connsiteY2951" fmla="*/ 1027278 h 3047670"/>
              <a:gd name="connsiteX2952" fmla="*/ 2228156 w 3044273"/>
              <a:gd name="connsiteY2952" fmla="*/ 992860 h 3047670"/>
              <a:gd name="connsiteX2953" fmla="*/ 2262574 w 3044273"/>
              <a:gd name="connsiteY2953" fmla="*/ 958190 h 3047670"/>
              <a:gd name="connsiteX2954" fmla="*/ 1310163 w 3044273"/>
              <a:gd name="connsiteY2954" fmla="*/ 954924 h 3047670"/>
              <a:gd name="connsiteX2955" fmla="*/ 1312423 w 3044273"/>
              <a:gd name="connsiteY2955" fmla="*/ 957186 h 3047670"/>
              <a:gd name="connsiteX2956" fmla="*/ 1310163 w 3044273"/>
              <a:gd name="connsiteY2956" fmla="*/ 959446 h 3047670"/>
              <a:gd name="connsiteX2957" fmla="*/ 1307901 w 3044273"/>
              <a:gd name="connsiteY2957" fmla="*/ 957311 h 3047670"/>
              <a:gd name="connsiteX2958" fmla="*/ 1310163 w 3044273"/>
              <a:gd name="connsiteY2958" fmla="*/ 954924 h 3047670"/>
              <a:gd name="connsiteX2959" fmla="*/ 1729339 w 3044273"/>
              <a:gd name="connsiteY2959" fmla="*/ 953164 h 3047670"/>
              <a:gd name="connsiteX2960" fmla="*/ 1731976 w 3044273"/>
              <a:gd name="connsiteY2960" fmla="*/ 955801 h 3047670"/>
              <a:gd name="connsiteX2961" fmla="*/ 1729339 w 3044273"/>
              <a:gd name="connsiteY2961" fmla="*/ 958439 h 3047670"/>
              <a:gd name="connsiteX2962" fmla="*/ 1726702 w 3044273"/>
              <a:gd name="connsiteY2962" fmla="*/ 955801 h 3047670"/>
              <a:gd name="connsiteX2963" fmla="*/ 1729339 w 3044273"/>
              <a:gd name="connsiteY2963" fmla="*/ 953164 h 3047670"/>
              <a:gd name="connsiteX2964" fmla="*/ 2699087 w 3044273"/>
              <a:gd name="connsiteY2964" fmla="*/ 951784 h 3047670"/>
              <a:gd name="connsiteX2965" fmla="*/ 2715543 w 3044273"/>
              <a:gd name="connsiteY2965" fmla="*/ 968114 h 3047670"/>
              <a:gd name="connsiteX2966" fmla="*/ 2699214 w 3044273"/>
              <a:gd name="connsiteY2966" fmla="*/ 984569 h 3047670"/>
              <a:gd name="connsiteX2967" fmla="*/ 2682757 w 3044273"/>
              <a:gd name="connsiteY2967" fmla="*/ 968240 h 3047670"/>
              <a:gd name="connsiteX2968" fmla="*/ 2699087 w 3044273"/>
              <a:gd name="connsiteY2968" fmla="*/ 951784 h 3047670"/>
              <a:gd name="connsiteX2969" fmla="*/ 244947 w 3044273"/>
              <a:gd name="connsiteY2969" fmla="*/ 950654 h 3047670"/>
              <a:gd name="connsiteX2970" fmla="*/ 249218 w 3044273"/>
              <a:gd name="connsiteY2970" fmla="*/ 954799 h 3047670"/>
              <a:gd name="connsiteX2971" fmla="*/ 245073 w 3044273"/>
              <a:gd name="connsiteY2971" fmla="*/ 959071 h 3047670"/>
              <a:gd name="connsiteX2972" fmla="*/ 240802 w 3044273"/>
              <a:gd name="connsiteY2972" fmla="*/ 954925 h 3047670"/>
              <a:gd name="connsiteX2973" fmla="*/ 244947 w 3044273"/>
              <a:gd name="connsiteY2973" fmla="*/ 950654 h 3047670"/>
              <a:gd name="connsiteX2974" fmla="*/ 676687 w 3044273"/>
              <a:gd name="connsiteY2974" fmla="*/ 948518 h 3047670"/>
              <a:gd name="connsiteX2975" fmla="*/ 701308 w 3044273"/>
              <a:gd name="connsiteY2975" fmla="*/ 973013 h 3047670"/>
              <a:gd name="connsiteX2976" fmla="*/ 676813 w 3044273"/>
              <a:gd name="connsiteY2976" fmla="*/ 997633 h 3047670"/>
              <a:gd name="connsiteX2977" fmla="*/ 652192 w 3044273"/>
              <a:gd name="connsiteY2977" fmla="*/ 973138 h 3047670"/>
              <a:gd name="connsiteX2978" fmla="*/ 676687 w 3044273"/>
              <a:gd name="connsiteY2978" fmla="*/ 948518 h 3047670"/>
              <a:gd name="connsiteX2979" fmla="*/ 2794429 w 3044273"/>
              <a:gd name="connsiteY2979" fmla="*/ 939224 h 3047670"/>
              <a:gd name="connsiteX2980" fmla="*/ 2800836 w 3044273"/>
              <a:gd name="connsiteY2980" fmla="*/ 945630 h 3047670"/>
              <a:gd name="connsiteX2981" fmla="*/ 2794429 w 3044273"/>
              <a:gd name="connsiteY2981" fmla="*/ 952036 h 3047670"/>
              <a:gd name="connsiteX2982" fmla="*/ 2788022 w 3044273"/>
              <a:gd name="connsiteY2982" fmla="*/ 945630 h 3047670"/>
              <a:gd name="connsiteX2983" fmla="*/ 2794429 w 3044273"/>
              <a:gd name="connsiteY2983" fmla="*/ 939224 h 3047670"/>
              <a:gd name="connsiteX2984" fmla="*/ 938092 w 3044273"/>
              <a:gd name="connsiteY2984" fmla="*/ 938720 h 3047670"/>
              <a:gd name="connsiteX2985" fmla="*/ 962461 w 3044273"/>
              <a:gd name="connsiteY2985" fmla="*/ 962964 h 3047670"/>
              <a:gd name="connsiteX2986" fmla="*/ 938217 w 3044273"/>
              <a:gd name="connsiteY2986" fmla="*/ 987334 h 3047670"/>
              <a:gd name="connsiteX2987" fmla="*/ 913722 w 3044273"/>
              <a:gd name="connsiteY2987" fmla="*/ 963089 h 3047670"/>
              <a:gd name="connsiteX2988" fmla="*/ 938092 w 3044273"/>
              <a:gd name="connsiteY2988" fmla="*/ 938720 h 3047670"/>
              <a:gd name="connsiteX2989" fmla="*/ 2362690 w 3044273"/>
              <a:gd name="connsiteY2989" fmla="*/ 933570 h 3047670"/>
              <a:gd name="connsiteX2990" fmla="*/ 2396229 w 3044273"/>
              <a:gd name="connsiteY2990" fmla="*/ 966858 h 3047670"/>
              <a:gd name="connsiteX2991" fmla="*/ 2362941 w 3044273"/>
              <a:gd name="connsiteY2991" fmla="*/ 1000397 h 3047670"/>
              <a:gd name="connsiteX2992" fmla="*/ 2329403 w 3044273"/>
              <a:gd name="connsiteY2992" fmla="*/ 967108 h 3047670"/>
              <a:gd name="connsiteX2993" fmla="*/ 2362690 w 3044273"/>
              <a:gd name="connsiteY2993" fmla="*/ 933570 h 3047670"/>
              <a:gd name="connsiteX2994" fmla="*/ 2101287 w 3044273"/>
              <a:gd name="connsiteY2994" fmla="*/ 933193 h 3047670"/>
              <a:gd name="connsiteX2995" fmla="*/ 2127037 w 3044273"/>
              <a:gd name="connsiteY2995" fmla="*/ 958818 h 3047670"/>
              <a:gd name="connsiteX2996" fmla="*/ 2101412 w 3044273"/>
              <a:gd name="connsiteY2996" fmla="*/ 984569 h 3047670"/>
              <a:gd name="connsiteX2997" fmla="*/ 2075661 w 3044273"/>
              <a:gd name="connsiteY2997" fmla="*/ 958944 h 3047670"/>
              <a:gd name="connsiteX2998" fmla="*/ 2101287 w 3044273"/>
              <a:gd name="connsiteY2998" fmla="*/ 933193 h 3047670"/>
              <a:gd name="connsiteX2999" fmla="*/ 149982 w 3044273"/>
              <a:gd name="connsiteY2999" fmla="*/ 931684 h 3047670"/>
              <a:gd name="connsiteX3000" fmla="*/ 151490 w 3044273"/>
              <a:gd name="connsiteY3000" fmla="*/ 933191 h 3047670"/>
              <a:gd name="connsiteX3001" fmla="*/ 149982 w 3044273"/>
              <a:gd name="connsiteY3001" fmla="*/ 934699 h 3047670"/>
              <a:gd name="connsiteX3002" fmla="*/ 148350 w 3044273"/>
              <a:gd name="connsiteY3002" fmla="*/ 933191 h 3047670"/>
              <a:gd name="connsiteX3003" fmla="*/ 149982 w 3044273"/>
              <a:gd name="connsiteY3003" fmla="*/ 931684 h 3047670"/>
              <a:gd name="connsiteX3004" fmla="*/ 577577 w 3044273"/>
              <a:gd name="connsiteY3004" fmla="*/ 929676 h 3047670"/>
              <a:gd name="connsiteX3005" fmla="*/ 596923 w 3044273"/>
              <a:gd name="connsiteY3005" fmla="*/ 948895 h 3047670"/>
              <a:gd name="connsiteX3006" fmla="*/ 577704 w 3044273"/>
              <a:gd name="connsiteY3006" fmla="*/ 968241 h 3047670"/>
              <a:gd name="connsiteX3007" fmla="*/ 558358 w 3044273"/>
              <a:gd name="connsiteY3007" fmla="*/ 949022 h 3047670"/>
              <a:gd name="connsiteX3008" fmla="*/ 577577 w 3044273"/>
              <a:gd name="connsiteY3008" fmla="*/ 929676 h 3047670"/>
              <a:gd name="connsiteX3009" fmla="*/ 1392439 w 3044273"/>
              <a:gd name="connsiteY3009" fmla="*/ 926535 h 3047670"/>
              <a:gd name="connsiteX3010" fmla="*/ 1401358 w 3044273"/>
              <a:gd name="connsiteY3010" fmla="*/ 935328 h 3047670"/>
              <a:gd name="connsiteX3011" fmla="*/ 1392566 w 3044273"/>
              <a:gd name="connsiteY3011" fmla="*/ 944246 h 3047670"/>
              <a:gd name="connsiteX3012" fmla="*/ 1383647 w 3044273"/>
              <a:gd name="connsiteY3012" fmla="*/ 935453 h 3047670"/>
              <a:gd name="connsiteX3013" fmla="*/ 1392439 w 3044273"/>
              <a:gd name="connsiteY3013" fmla="*/ 926535 h 3047670"/>
              <a:gd name="connsiteX3014" fmla="*/ 1646811 w 3044273"/>
              <a:gd name="connsiteY3014" fmla="*/ 925782 h 3047670"/>
              <a:gd name="connsiteX3015" fmla="*/ 1655478 w 3044273"/>
              <a:gd name="connsiteY3015" fmla="*/ 934449 h 3047670"/>
              <a:gd name="connsiteX3016" fmla="*/ 1646811 w 3044273"/>
              <a:gd name="connsiteY3016" fmla="*/ 943117 h 3047670"/>
              <a:gd name="connsiteX3017" fmla="*/ 1638144 w 3044273"/>
              <a:gd name="connsiteY3017" fmla="*/ 934575 h 3047670"/>
              <a:gd name="connsiteX3018" fmla="*/ 1646811 w 3044273"/>
              <a:gd name="connsiteY3018" fmla="*/ 925782 h 3047670"/>
              <a:gd name="connsiteX3019" fmla="*/ 1115209 w 3044273"/>
              <a:gd name="connsiteY3019" fmla="*/ 925155 h 3047670"/>
              <a:gd name="connsiteX3020" fmla="*/ 1135810 w 3044273"/>
              <a:gd name="connsiteY3020" fmla="*/ 945631 h 3047670"/>
              <a:gd name="connsiteX3021" fmla="*/ 1115334 w 3044273"/>
              <a:gd name="connsiteY3021" fmla="*/ 966232 h 3047670"/>
              <a:gd name="connsiteX3022" fmla="*/ 1094733 w 3044273"/>
              <a:gd name="connsiteY3022" fmla="*/ 945756 h 3047670"/>
              <a:gd name="connsiteX3023" fmla="*/ 1115209 w 3044273"/>
              <a:gd name="connsiteY3023" fmla="*/ 925155 h 3047670"/>
              <a:gd name="connsiteX3024" fmla="*/ 2889140 w 3044273"/>
              <a:gd name="connsiteY3024" fmla="*/ 920882 h 3047670"/>
              <a:gd name="connsiteX3025" fmla="*/ 2891652 w 3044273"/>
              <a:gd name="connsiteY3025" fmla="*/ 923269 h 3047670"/>
              <a:gd name="connsiteX3026" fmla="*/ 2889267 w 3044273"/>
              <a:gd name="connsiteY3026" fmla="*/ 925656 h 3047670"/>
              <a:gd name="connsiteX3027" fmla="*/ 2886880 w 3044273"/>
              <a:gd name="connsiteY3027" fmla="*/ 923269 h 3047670"/>
              <a:gd name="connsiteX3028" fmla="*/ 2889140 w 3044273"/>
              <a:gd name="connsiteY3028" fmla="*/ 920882 h 3047670"/>
              <a:gd name="connsiteX3029" fmla="*/ 1923917 w 3044273"/>
              <a:gd name="connsiteY3029" fmla="*/ 920253 h 3047670"/>
              <a:gd name="connsiteX3030" fmla="*/ 1946402 w 3044273"/>
              <a:gd name="connsiteY3030" fmla="*/ 942486 h 3047670"/>
              <a:gd name="connsiteX3031" fmla="*/ 1924169 w 3044273"/>
              <a:gd name="connsiteY3031" fmla="*/ 964971 h 3047670"/>
              <a:gd name="connsiteX3032" fmla="*/ 1901683 w 3044273"/>
              <a:gd name="connsiteY3032" fmla="*/ 942738 h 3047670"/>
              <a:gd name="connsiteX3033" fmla="*/ 1923917 w 3044273"/>
              <a:gd name="connsiteY3033" fmla="*/ 920253 h 3047670"/>
              <a:gd name="connsiteX3034" fmla="*/ 2461800 w 3044273"/>
              <a:gd name="connsiteY3034" fmla="*/ 918622 h 3047670"/>
              <a:gd name="connsiteX3035" fmla="*/ 2485289 w 3044273"/>
              <a:gd name="connsiteY3035" fmla="*/ 941986 h 3047670"/>
              <a:gd name="connsiteX3036" fmla="*/ 2461925 w 3044273"/>
              <a:gd name="connsiteY3036" fmla="*/ 965476 h 3047670"/>
              <a:gd name="connsiteX3037" fmla="*/ 2438310 w 3044273"/>
              <a:gd name="connsiteY3037" fmla="*/ 942112 h 3047670"/>
              <a:gd name="connsiteX3038" fmla="*/ 2461800 w 3044273"/>
              <a:gd name="connsiteY3038" fmla="*/ 918622 h 3047670"/>
              <a:gd name="connsiteX3039" fmla="*/ 1562272 w 3044273"/>
              <a:gd name="connsiteY3039" fmla="*/ 916234 h 3047670"/>
              <a:gd name="connsiteX3040" fmla="*/ 1570060 w 3044273"/>
              <a:gd name="connsiteY3040" fmla="*/ 923897 h 3047670"/>
              <a:gd name="connsiteX3041" fmla="*/ 1562272 w 3044273"/>
              <a:gd name="connsiteY3041" fmla="*/ 931685 h 3047670"/>
              <a:gd name="connsiteX3042" fmla="*/ 1554483 w 3044273"/>
              <a:gd name="connsiteY3042" fmla="*/ 923897 h 3047670"/>
              <a:gd name="connsiteX3043" fmla="*/ 1562272 w 3044273"/>
              <a:gd name="connsiteY3043" fmla="*/ 916234 h 3047670"/>
              <a:gd name="connsiteX3044" fmla="*/ 1476980 w 3044273"/>
              <a:gd name="connsiteY3044" fmla="*/ 915356 h 3047670"/>
              <a:gd name="connsiteX3045" fmla="*/ 1485897 w 3044273"/>
              <a:gd name="connsiteY3045" fmla="*/ 924149 h 3047670"/>
              <a:gd name="connsiteX3046" fmla="*/ 1477105 w 3044273"/>
              <a:gd name="connsiteY3046" fmla="*/ 933066 h 3047670"/>
              <a:gd name="connsiteX3047" fmla="*/ 1468186 w 3044273"/>
              <a:gd name="connsiteY3047" fmla="*/ 924274 h 3047670"/>
              <a:gd name="connsiteX3048" fmla="*/ 1476980 w 3044273"/>
              <a:gd name="connsiteY3048" fmla="*/ 915356 h 3047670"/>
              <a:gd name="connsiteX3049" fmla="*/ 55143 w 3044273"/>
              <a:gd name="connsiteY3049" fmla="*/ 910959 h 3047670"/>
              <a:gd name="connsiteX3050" fmla="*/ 55771 w 3044273"/>
              <a:gd name="connsiteY3050" fmla="*/ 911587 h 3047670"/>
              <a:gd name="connsiteX3051" fmla="*/ 55143 w 3044273"/>
              <a:gd name="connsiteY3051" fmla="*/ 912215 h 3047670"/>
              <a:gd name="connsiteX3052" fmla="*/ 54516 w 3044273"/>
              <a:gd name="connsiteY3052" fmla="*/ 911587 h 3047670"/>
              <a:gd name="connsiteX3053" fmla="*/ 55143 w 3044273"/>
              <a:gd name="connsiteY3053" fmla="*/ 910959 h 3047670"/>
              <a:gd name="connsiteX3054" fmla="*/ 479471 w 3044273"/>
              <a:gd name="connsiteY3054" fmla="*/ 908698 h 3047670"/>
              <a:gd name="connsiteX3055" fmla="*/ 496178 w 3044273"/>
              <a:gd name="connsiteY3055" fmla="*/ 925279 h 3047670"/>
              <a:gd name="connsiteX3056" fmla="*/ 479597 w 3044273"/>
              <a:gd name="connsiteY3056" fmla="*/ 941986 h 3047670"/>
              <a:gd name="connsiteX3057" fmla="*/ 462890 w 3044273"/>
              <a:gd name="connsiteY3057" fmla="*/ 925405 h 3047670"/>
              <a:gd name="connsiteX3058" fmla="*/ 479471 w 3044273"/>
              <a:gd name="connsiteY3058" fmla="*/ 908698 h 3047670"/>
              <a:gd name="connsiteX3059" fmla="*/ 832826 w 3044273"/>
              <a:gd name="connsiteY3059" fmla="*/ 902543 h 3047670"/>
              <a:gd name="connsiteX3060" fmla="*/ 864104 w 3044273"/>
              <a:gd name="connsiteY3060" fmla="*/ 933696 h 3047670"/>
              <a:gd name="connsiteX3061" fmla="*/ 832951 w 3044273"/>
              <a:gd name="connsiteY3061" fmla="*/ 964974 h 3047670"/>
              <a:gd name="connsiteX3062" fmla="*/ 801674 w 3044273"/>
              <a:gd name="connsiteY3062" fmla="*/ 933821 h 3047670"/>
              <a:gd name="connsiteX3063" fmla="*/ 832826 w 3044273"/>
              <a:gd name="connsiteY3063" fmla="*/ 902543 h 3047670"/>
              <a:gd name="connsiteX3064" fmla="*/ 2559654 w 3044273"/>
              <a:gd name="connsiteY3064" fmla="*/ 900533 h 3047670"/>
              <a:gd name="connsiteX3065" fmla="*/ 2576990 w 3044273"/>
              <a:gd name="connsiteY3065" fmla="*/ 917741 h 3047670"/>
              <a:gd name="connsiteX3066" fmla="*/ 2559781 w 3044273"/>
              <a:gd name="connsiteY3066" fmla="*/ 935076 h 3047670"/>
              <a:gd name="connsiteX3067" fmla="*/ 2542445 w 3044273"/>
              <a:gd name="connsiteY3067" fmla="*/ 917867 h 3047670"/>
              <a:gd name="connsiteX3068" fmla="*/ 2559654 w 3044273"/>
              <a:gd name="connsiteY3068" fmla="*/ 900533 h 3047670"/>
              <a:gd name="connsiteX3069" fmla="*/ 2206301 w 3044273"/>
              <a:gd name="connsiteY3069" fmla="*/ 897896 h 3047670"/>
              <a:gd name="connsiteX3070" fmla="*/ 2237201 w 3044273"/>
              <a:gd name="connsiteY3070" fmla="*/ 928546 h 3047670"/>
              <a:gd name="connsiteX3071" fmla="*/ 2206551 w 3044273"/>
              <a:gd name="connsiteY3071" fmla="*/ 959447 h 3047670"/>
              <a:gd name="connsiteX3072" fmla="*/ 2175651 w 3044273"/>
              <a:gd name="connsiteY3072" fmla="*/ 928797 h 3047670"/>
              <a:gd name="connsiteX3073" fmla="*/ 2206301 w 3044273"/>
              <a:gd name="connsiteY3073" fmla="*/ 897896 h 3047670"/>
              <a:gd name="connsiteX3074" fmla="*/ 381870 w 3044273"/>
              <a:gd name="connsiteY3074" fmla="*/ 889352 h 3047670"/>
              <a:gd name="connsiteX3075" fmla="*/ 395059 w 3044273"/>
              <a:gd name="connsiteY3075" fmla="*/ 902416 h 3047670"/>
              <a:gd name="connsiteX3076" fmla="*/ 381995 w 3044273"/>
              <a:gd name="connsiteY3076" fmla="*/ 915480 h 3047670"/>
              <a:gd name="connsiteX3077" fmla="*/ 368931 w 3044273"/>
              <a:gd name="connsiteY3077" fmla="*/ 902416 h 3047670"/>
              <a:gd name="connsiteX3078" fmla="*/ 381870 w 3044273"/>
              <a:gd name="connsiteY3078" fmla="*/ 889352 h 3047670"/>
              <a:gd name="connsiteX3079" fmla="*/ 1849303 w 3044273"/>
              <a:gd name="connsiteY3079" fmla="*/ 885082 h 3047670"/>
              <a:gd name="connsiteX3080" fmla="*/ 1866009 w 3044273"/>
              <a:gd name="connsiteY3080" fmla="*/ 901663 h 3047670"/>
              <a:gd name="connsiteX3081" fmla="*/ 1849428 w 3044273"/>
              <a:gd name="connsiteY3081" fmla="*/ 918370 h 3047670"/>
              <a:gd name="connsiteX3082" fmla="*/ 1832721 w 3044273"/>
              <a:gd name="connsiteY3082" fmla="*/ 901789 h 3047670"/>
              <a:gd name="connsiteX3083" fmla="*/ 1849303 w 3044273"/>
              <a:gd name="connsiteY3083" fmla="*/ 885082 h 3047670"/>
              <a:gd name="connsiteX3084" fmla="*/ 1189572 w 3044273"/>
              <a:gd name="connsiteY3084" fmla="*/ 883575 h 3047670"/>
              <a:gd name="connsiteX3085" fmla="*/ 1210300 w 3044273"/>
              <a:gd name="connsiteY3085" fmla="*/ 904051 h 3047670"/>
              <a:gd name="connsiteX3086" fmla="*/ 1189824 w 3044273"/>
              <a:gd name="connsiteY3086" fmla="*/ 924652 h 3047670"/>
              <a:gd name="connsiteX3087" fmla="*/ 1169223 w 3044273"/>
              <a:gd name="connsiteY3087" fmla="*/ 904176 h 3047670"/>
              <a:gd name="connsiteX3088" fmla="*/ 1189572 w 3044273"/>
              <a:gd name="connsiteY3088" fmla="*/ 883575 h 3047670"/>
              <a:gd name="connsiteX3089" fmla="*/ 2657007 w 3044273"/>
              <a:gd name="connsiteY3089" fmla="*/ 881440 h 3047670"/>
              <a:gd name="connsiteX3090" fmla="*/ 2669693 w 3044273"/>
              <a:gd name="connsiteY3090" fmla="*/ 894001 h 3047670"/>
              <a:gd name="connsiteX3091" fmla="*/ 2657132 w 3044273"/>
              <a:gd name="connsiteY3091" fmla="*/ 906688 h 3047670"/>
              <a:gd name="connsiteX3092" fmla="*/ 2644445 w 3044273"/>
              <a:gd name="connsiteY3092" fmla="*/ 894127 h 3047670"/>
              <a:gd name="connsiteX3093" fmla="*/ 2657007 w 3044273"/>
              <a:gd name="connsiteY3093" fmla="*/ 881440 h 3047670"/>
              <a:gd name="connsiteX3094" fmla="*/ 729570 w 3044273"/>
              <a:gd name="connsiteY3094" fmla="*/ 879178 h 3047670"/>
              <a:gd name="connsiteX3095" fmla="*/ 756703 w 3044273"/>
              <a:gd name="connsiteY3095" fmla="*/ 906059 h 3047670"/>
              <a:gd name="connsiteX3096" fmla="*/ 729822 w 3044273"/>
              <a:gd name="connsiteY3096" fmla="*/ 933192 h 3047670"/>
              <a:gd name="connsiteX3097" fmla="*/ 702689 w 3044273"/>
              <a:gd name="connsiteY3097" fmla="*/ 906311 h 3047670"/>
              <a:gd name="connsiteX3098" fmla="*/ 729570 w 3044273"/>
              <a:gd name="connsiteY3098" fmla="*/ 879178 h 3047670"/>
              <a:gd name="connsiteX3099" fmla="*/ 2035842 w 3044273"/>
              <a:gd name="connsiteY3099" fmla="*/ 877922 h 3047670"/>
              <a:gd name="connsiteX3100" fmla="*/ 2062221 w 3044273"/>
              <a:gd name="connsiteY3100" fmla="*/ 904175 h 3047670"/>
              <a:gd name="connsiteX3101" fmla="*/ 2035967 w 3044273"/>
              <a:gd name="connsiteY3101" fmla="*/ 930555 h 3047670"/>
              <a:gd name="connsiteX3102" fmla="*/ 2009461 w 3044273"/>
              <a:gd name="connsiteY3102" fmla="*/ 904301 h 3047670"/>
              <a:gd name="connsiteX3103" fmla="*/ 2035842 w 3044273"/>
              <a:gd name="connsiteY3103" fmla="*/ 877922 h 3047670"/>
              <a:gd name="connsiteX3104" fmla="*/ 1003160 w 3044273"/>
              <a:gd name="connsiteY3104" fmla="*/ 877168 h 3047670"/>
              <a:gd name="connsiteX3105" fmla="*/ 1034061 w 3044273"/>
              <a:gd name="connsiteY3105" fmla="*/ 907818 h 3047670"/>
              <a:gd name="connsiteX3106" fmla="*/ 1003411 w 3044273"/>
              <a:gd name="connsiteY3106" fmla="*/ 938720 h 3047670"/>
              <a:gd name="connsiteX3107" fmla="*/ 972510 w 3044273"/>
              <a:gd name="connsiteY3107" fmla="*/ 908068 h 3047670"/>
              <a:gd name="connsiteX3108" fmla="*/ 1003160 w 3044273"/>
              <a:gd name="connsiteY3108" fmla="*/ 877168 h 3047670"/>
              <a:gd name="connsiteX3109" fmla="*/ 285145 w 3044273"/>
              <a:gd name="connsiteY3109" fmla="*/ 870134 h 3047670"/>
              <a:gd name="connsiteX3110" fmla="*/ 294692 w 3044273"/>
              <a:gd name="connsiteY3110" fmla="*/ 879555 h 3047670"/>
              <a:gd name="connsiteX3111" fmla="*/ 285145 w 3044273"/>
              <a:gd name="connsiteY3111" fmla="*/ 889102 h 3047670"/>
              <a:gd name="connsiteX3112" fmla="*/ 275598 w 3044273"/>
              <a:gd name="connsiteY3112" fmla="*/ 879680 h 3047670"/>
              <a:gd name="connsiteX3113" fmla="*/ 285145 w 3044273"/>
              <a:gd name="connsiteY3113" fmla="*/ 870134 h 3047670"/>
              <a:gd name="connsiteX3114" fmla="*/ 2309304 w 3044273"/>
              <a:gd name="connsiteY3114" fmla="*/ 869130 h 3047670"/>
              <a:gd name="connsiteX3115" fmla="*/ 2340834 w 3044273"/>
              <a:gd name="connsiteY3115" fmla="*/ 900408 h 3047670"/>
              <a:gd name="connsiteX3116" fmla="*/ 2309555 w 3044273"/>
              <a:gd name="connsiteY3116" fmla="*/ 931938 h 3047670"/>
              <a:gd name="connsiteX3117" fmla="*/ 2278027 w 3044273"/>
              <a:gd name="connsiteY3117" fmla="*/ 900659 h 3047670"/>
              <a:gd name="connsiteX3118" fmla="*/ 2309304 w 3044273"/>
              <a:gd name="connsiteY3118" fmla="*/ 869130 h 3047670"/>
              <a:gd name="connsiteX3119" fmla="*/ 2753729 w 3044273"/>
              <a:gd name="connsiteY3119" fmla="*/ 864356 h 3047670"/>
              <a:gd name="connsiteX3120" fmla="*/ 2760134 w 3044273"/>
              <a:gd name="connsiteY3120" fmla="*/ 870762 h 3047670"/>
              <a:gd name="connsiteX3121" fmla="*/ 2753729 w 3044273"/>
              <a:gd name="connsiteY3121" fmla="*/ 877168 h 3047670"/>
              <a:gd name="connsiteX3122" fmla="*/ 2747322 w 3044273"/>
              <a:gd name="connsiteY3122" fmla="*/ 870762 h 3047670"/>
              <a:gd name="connsiteX3123" fmla="*/ 2753729 w 3044273"/>
              <a:gd name="connsiteY3123" fmla="*/ 864356 h 3047670"/>
              <a:gd name="connsiteX3124" fmla="*/ 627948 w 3044273"/>
              <a:gd name="connsiteY3124" fmla="*/ 857070 h 3047670"/>
              <a:gd name="connsiteX3125" fmla="*/ 651061 w 3044273"/>
              <a:gd name="connsiteY3125" fmla="*/ 880058 h 3047670"/>
              <a:gd name="connsiteX3126" fmla="*/ 628073 w 3044273"/>
              <a:gd name="connsiteY3126" fmla="*/ 903172 h 3047670"/>
              <a:gd name="connsiteX3127" fmla="*/ 604960 w 3044273"/>
              <a:gd name="connsiteY3127" fmla="*/ 880184 h 3047670"/>
              <a:gd name="connsiteX3128" fmla="*/ 627948 w 3044273"/>
              <a:gd name="connsiteY3128" fmla="*/ 857070 h 3047670"/>
              <a:gd name="connsiteX3129" fmla="*/ 1268208 w 3044273"/>
              <a:gd name="connsiteY3129" fmla="*/ 855310 h 3047670"/>
              <a:gd name="connsiteX3130" fmla="*/ 1284160 w 3044273"/>
              <a:gd name="connsiteY3130" fmla="*/ 871138 h 3047670"/>
              <a:gd name="connsiteX3131" fmla="*/ 1268333 w 3044273"/>
              <a:gd name="connsiteY3131" fmla="*/ 887092 h 3047670"/>
              <a:gd name="connsiteX3132" fmla="*/ 1252379 w 3044273"/>
              <a:gd name="connsiteY3132" fmla="*/ 871264 h 3047670"/>
              <a:gd name="connsiteX3133" fmla="*/ 1268208 w 3044273"/>
              <a:gd name="connsiteY3133" fmla="*/ 855310 h 3047670"/>
              <a:gd name="connsiteX3134" fmla="*/ 188798 w 3044273"/>
              <a:gd name="connsiteY3134" fmla="*/ 853427 h 3047670"/>
              <a:gd name="connsiteX3135" fmla="*/ 192566 w 3044273"/>
              <a:gd name="connsiteY3135" fmla="*/ 857195 h 3047670"/>
              <a:gd name="connsiteX3136" fmla="*/ 188798 w 3044273"/>
              <a:gd name="connsiteY3136" fmla="*/ 860964 h 3047670"/>
              <a:gd name="connsiteX3137" fmla="*/ 185029 w 3044273"/>
              <a:gd name="connsiteY3137" fmla="*/ 857195 h 3047670"/>
              <a:gd name="connsiteX3138" fmla="*/ 188798 w 3044273"/>
              <a:gd name="connsiteY3138" fmla="*/ 853427 h 3047670"/>
              <a:gd name="connsiteX3139" fmla="*/ 1770417 w 3044273"/>
              <a:gd name="connsiteY3139" fmla="*/ 852799 h 3047670"/>
              <a:gd name="connsiteX3140" fmla="*/ 1787123 w 3044273"/>
              <a:gd name="connsiteY3140" fmla="*/ 869380 h 3047670"/>
              <a:gd name="connsiteX3141" fmla="*/ 1770542 w 3044273"/>
              <a:gd name="connsiteY3141" fmla="*/ 886087 h 3047670"/>
              <a:gd name="connsiteX3142" fmla="*/ 1753835 w 3044273"/>
              <a:gd name="connsiteY3142" fmla="*/ 869506 h 3047670"/>
              <a:gd name="connsiteX3143" fmla="*/ 1770417 w 3044273"/>
              <a:gd name="connsiteY3143" fmla="*/ 852799 h 3047670"/>
              <a:gd name="connsiteX3144" fmla="*/ 2849949 w 3044273"/>
              <a:gd name="connsiteY3144" fmla="*/ 846141 h 3047670"/>
              <a:gd name="connsiteX3145" fmla="*/ 2851456 w 3044273"/>
              <a:gd name="connsiteY3145" fmla="*/ 847648 h 3047670"/>
              <a:gd name="connsiteX3146" fmla="*/ 2849949 w 3044273"/>
              <a:gd name="connsiteY3146" fmla="*/ 849156 h 3047670"/>
              <a:gd name="connsiteX3147" fmla="*/ 2848316 w 3044273"/>
              <a:gd name="connsiteY3147" fmla="*/ 847648 h 3047670"/>
              <a:gd name="connsiteX3148" fmla="*/ 2849949 w 3044273"/>
              <a:gd name="connsiteY3148" fmla="*/ 846141 h 3047670"/>
              <a:gd name="connsiteX3149" fmla="*/ 2410674 w 3044273"/>
              <a:gd name="connsiteY3149" fmla="*/ 844885 h 3047670"/>
              <a:gd name="connsiteX3150" fmla="*/ 2439566 w 3044273"/>
              <a:gd name="connsiteY3150" fmla="*/ 873525 h 3047670"/>
              <a:gd name="connsiteX3151" fmla="*/ 2410925 w 3044273"/>
              <a:gd name="connsiteY3151" fmla="*/ 902416 h 3047670"/>
              <a:gd name="connsiteX3152" fmla="*/ 2382034 w 3044273"/>
              <a:gd name="connsiteY3152" fmla="*/ 873776 h 3047670"/>
              <a:gd name="connsiteX3153" fmla="*/ 2410674 w 3044273"/>
              <a:gd name="connsiteY3153" fmla="*/ 844885 h 3047670"/>
              <a:gd name="connsiteX3154" fmla="*/ 894126 w 3044273"/>
              <a:gd name="connsiteY3154" fmla="*/ 843378 h 3047670"/>
              <a:gd name="connsiteX3155" fmla="*/ 925405 w 3044273"/>
              <a:gd name="connsiteY3155" fmla="*/ 874404 h 3047670"/>
              <a:gd name="connsiteX3156" fmla="*/ 894378 w 3044273"/>
              <a:gd name="connsiteY3156" fmla="*/ 905684 h 3047670"/>
              <a:gd name="connsiteX3157" fmla="*/ 863100 w 3044273"/>
              <a:gd name="connsiteY3157" fmla="*/ 874656 h 3047670"/>
              <a:gd name="connsiteX3158" fmla="*/ 894126 w 3044273"/>
              <a:gd name="connsiteY3158" fmla="*/ 843378 h 3047670"/>
              <a:gd name="connsiteX3159" fmla="*/ 2144497 w 3044273"/>
              <a:gd name="connsiteY3159" fmla="*/ 840867 h 3047670"/>
              <a:gd name="connsiteX3160" fmla="*/ 2173765 w 3044273"/>
              <a:gd name="connsiteY3160" fmla="*/ 870010 h 3047670"/>
              <a:gd name="connsiteX3161" fmla="*/ 2144623 w 3044273"/>
              <a:gd name="connsiteY3161" fmla="*/ 899278 h 3047670"/>
              <a:gd name="connsiteX3162" fmla="*/ 2115355 w 3044273"/>
              <a:gd name="connsiteY3162" fmla="*/ 870135 h 3047670"/>
              <a:gd name="connsiteX3163" fmla="*/ 2144497 w 3044273"/>
              <a:gd name="connsiteY3163" fmla="*/ 840867 h 3047670"/>
              <a:gd name="connsiteX3164" fmla="*/ 527582 w 3044273"/>
              <a:gd name="connsiteY3164" fmla="*/ 838353 h 3047670"/>
              <a:gd name="connsiteX3165" fmla="*/ 544289 w 3044273"/>
              <a:gd name="connsiteY3165" fmla="*/ 854934 h 3047670"/>
              <a:gd name="connsiteX3166" fmla="*/ 527707 w 3044273"/>
              <a:gd name="connsiteY3166" fmla="*/ 871641 h 3047670"/>
              <a:gd name="connsiteX3167" fmla="*/ 511001 w 3044273"/>
              <a:gd name="connsiteY3167" fmla="*/ 855060 h 3047670"/>
              <a:gd name="connsiteX3168" fmla="*/ 527582 w 3044273"/>
              <a:gd name="connsiteY3168" fmla="*/ 838353 h 3047670"/>
              <a:gd name="connsiteX3169" fmla="*/ 92827 w 3044273"/>
              <a:gd name="connsiteY3169" fmla="*/ 833706 h 3047670"/>
              <a:gd name="connsiteX3170" fmla="*/ 94210 w 3044273"/>
              <a:gd name="connsiteY3170" fmla="*/ 835088 h 3047670"/>
              <a:gd name="connsiteX3171" fmla="*/ 92954 w 3044273"/>
              <a:gd name="connsiteY3171" fmla="*/ 836343 h 3047670"/>
              <a:gd name="connsiteX3172" fmla="*/ 91572 w 3044273"/>
              <a:gd name="connsiteY3172" fmla="*/ 835088 h 3047670"/>
              <a:gd name="connsiteX3173" fmla="*/ 92827 w 3044273"/>
              <a:gd name="connsiteY3173" fmla="*/ 833706 h 3047670"/>
              <a:gd name="connsiteX3174" fmla="*/ 1073379 w 3044273"/>
              <a:gd name="connsiteY3174" fmla="*/ 833204 h 3047670"/>
              <a:gd name="connsiteX3175" fmla="*/ 1100010 w 3044273"/>
              <a:gd name="connsiteY3175" fmla="*/ 859709 h 3047670"/>
              <a:gd name="connsiteX3176" fmla="*/ 1073505 w 3044273"/>
              <a:gd name="connsiteY3176" fmla="*/ 886339 h 3047670"/>
              <a:gd name="connsiteX3177" fmla="*/ 1046874 w 3044273"/>
              <a:gd name="connsiteY3177" fmla="*/ 859834 h 3047670"/>
              <a:gd name="connsiteX3178" fmla="*/ 1073379 w 3044273"/>
              <a:gd name="connsiteY3178" fmla="*/ 833204 h 3047670"/>
              <a:gd name="connsiteX3179" fmla="*/ 1965119 w 3044273"/>
              <a:gd name="connsiteY3179" fmla="*/ 830064 h 3047670"/>
              <a:gd name="connsiteX3180" fmla="*/ 1991625 w 3044273"/>
              <a:gd name="connsiteY3180" fmla="*/ 856317 h 3047670"/>
              <a:gd name="connsiteX3181" fmla="*/ 1965371 w 3044273"/>
              <a:gd name="connsiteY3181" fmla="*/ 882821 h 3047670"/>
              <a:gd name="connsiteX3182" fmla="*/ 1938865 w 3044273"/>
              <a:gd name="connsiteY3182" fmla="*/ 856568 h 3047670"/>
              <a:gd name="connsiteX3183" fmla="*/ 1965119 w 3044273"/>
              <a:gd name="connsiteY3183" fmla="*/ 830064 h 3047670"/>
              <a:gd name="connsiteX3184" fmla="*/ 2510914 w 3044273"/>
              <a:gd name="connsiteY3184" fmla="*/ 829059 h 3047670"/>
              <a:gd name="connsiteX3185" fmla="*/ 2529757 w 3044273"/>
              <a:gd name="connsiteY3185" fmla="*/ 847776 h 3047670"/>
              <a:gd name="connsiteX3186" fmla="*/ 2511041 w 3044273"/>
              <a:gd name="connsiteY3186" fmla="*/ 866619 h 3047670"/>
              <a:gd name="connsiteX3187" fmla="*/ 2492198 w 3044273"/>
              <a:gd name="connsiteY3187" fmla="*/ 847902 h 3047670"/>
              <a:gd name="connsiteX3188" fmla="*/ 2510914 w 3044273"/>
              <a:gd name="connsiteY3188" fmla="*/ 829059 h 3047670"/>
              <a:gd name="connsiteX3189" fmla="*/ 1350108 w 3044273"/>
              <a:gd name="connsiteY3189" fmla="*/ 825415 h 3047670"/>
              <a:gd name="connsiteX3190" fmla="*/ 1372089 w 3044273"/>
              <a:gd name="connsiteY3190" fmla="*/ 847271 h 3047670"/>
              <a:gd name="connsiteX3191" fmla="*/ 1350233 w 3044273"/>
              <a:gd name="connsiteY3191" fmla="*/ 869254 h 3047670"/>
              <a:gd name="connsiteX3192" fmla="*/ 1328250 w 3044273"/>
              <a:gd name="connsiteY3192" fmla="*/ 847398 h 3047670"/>
              <a:gd name="connsiteX3193" fmla="*/ 1350108 w 3044273"/>
              <a:gd name="connsiteY3193" fmla="*/ 825415 h 3047670"/>
              <a:gd name="connsiteX3194" fmla="*/ 1688390 w 3044273"/>
              <a:gd name="connsiteY3194" fmla="*/ 823656 h 3047670"/>
              <a:gd name="connsiteX3195" fmla="*/ 1710875 w 3044273"/>
              <a:gd name="connsiteY3195" fmla="*/ 845889 h 3047670"/>
              <a:gd name="connsiteX3196" fmla="*/ 1688642 w 3044273"/>
              <a:gd name="connsiteY3196" fmla="*/ 868374 h 3047670"/>
              <a:gd name="connsiteX3197" fmla="*/ 1666157 w 3044273"/>
              <a:gd name="connsiteY3197" fmla="*/ 846141 h 3047670"/>
              <a:gd name="connsiteX3198" fmla="*/ 1688390 w 3044273"/>
              <a:gd name="connsiteY3198" fmla="*/ 823656 h 3047670"/>
              <a:gd name="connsiteX3199" fmla="*/ 787730 w 3044273"/>
              <a:gd name="connsiteY3199" fmla="*/ 818883 h 3047670"/>
              <a:gd name="connsiteX3200" fmla="*/ 812853 w 3044273"/>
              <a:gd name="connsiteY3200" fmla="*/ 843754 h 3047670"/>
              <a:gd name="connsiteX3201" fmla="*/ 787982 w 3044273"/>
              <a:gd name="connsiteY3201" fmla="*/ 868877 h 3047670"/>
              <a:gd name="connsiteX3202" fmla="*/ 762859 w 3044273"/>
              <a:gd name="connsiteY3202" fmla="*/ 844006 h 3047670"/>
              <a:gd name="connsiteX3203" fmla="*/ 787730 w 3044273"/>
              <a:gd name="connsiteY3203" fmla="*/ 818883 h 3047670"/>
              <a:gd name="connsiteX3204" fmla="*/ 428093 w 3044273"/>
              <a:gd name="connsiteY3204" fmla="*/ 817753 h 3047670"/>
              <a:gd name="connsiteX3205" fmla="*/ 441032 w 3044273"/>
              <a:gd name="connsiteY3205" fmla="*/ 830566 h 3047670"/>
              <a:gd name="connsiteX3206" fmla="*/ 428220 w 3044273"/>
              <a:gd name="connsiteY3206" fmla="*/ 843504 h 3047670"/>
              <a:gd name="connsiteX3207" fmla="*/ 415407 w 3044273"/>
              <a:gd name="connsiteY3207" fmla="*/ 830692 h 3047670"/>
              <a:gd name="connsiteX3208" fmla="*/ 428093 w 3044273"/>
              <a:gd name="connsiteY3208" fmla="*/ 817753 h 3047670"/>
              <a:gd name="connsiteX3209" fmla="*/ 1434145 w 3044273"/>
              <a:gd name="connsiteY3209" fmla="*/ 812855 h 3047670"/>
              <a:gd name="connsiteX3210" fmla="*/ 1454117 w 3044273"/>
              <a:gd name="connsiteY3210" fmla="*/ 832703 h 3047670"/>
              <a:gd name="connsiteX3211" fmla="*/ 1434271 w 3044273"/>
              <a:gd name="connsiteY3211" fmla="*/ 852675 h 3047670"/>
              <a:gd name="connsiteX3212" fmla="*/ 1414298 w 3044273"/>
              <a:gd name="connsiteY3212" fmla="*/ 832828 h 3047670"/>
              <a:gd name="connsiteX3213" fmla="*/ 1434145 w 3044273"/>
              <a:gd name="connsiteY3213" fmla="*/ 812855 h 3047670"/>
              <a:gd name="connsiteX3214" fmla="*/ 1604353 w 3044273"/>
              <a:gd name="connsiteY3214" fmla="*/ 812225 h 3047670"/>
              <a:gd name="connsiteX3215" fmla="*/ 1624325 w 3044273"/>
              <a:gd name="connsiteY3215" fmla="*/ 832072 h 3047670"/>
              <a:gd name="connsiteX3216" fmla="*/ 1604479 w 3044273"/>
              <a:gd name="connsiteY3216" fmla="*/ 852045 h 3047670"/>
              <a:gd name="connsiteX3217" fmla="*/ 1584506 w 3044273"/>
              <a:gd name="connsiteY3217" fmla="*/ 832198 h 3047670"/>
              <a:gd name="connsiteX3218" fmla="*/ 1604353 w 3044273"/>
              <a:gd name="connsiteY3218" fmla="*/ 812225 h 3047670"/>
              <a:gd name="connsiteX3219" fmla="*/ 2250768 w 3044273"/>
              <a:gd name="connsiteY3219" fmla="*/ 811221 h 3047670"/>
              <a:gd name="connsiteX3220" fmla="*/ 2278278 w 3044273"/>
              <a:gd name="connsiteY3220" fmla="*/ 838606 h 3047670"/>
              <a:gd name="connsiteX3221" fmla="*/ 2250894 w 3044273"/>
              <a:gd name="connsiteY3221" fmla="*/ 866115 h 3047670"/>
              <a:gd name="connsiteX3222" fmla="*/ 2223385 w 3044273"/>
              <a:gd name="connsiteY3222" fmla="*/ 838731 h 3047670"/>
              <a:gd name="connsiteX3223" fmla="*/ 2250768 w 3044273"/>
              <a:gd name="connsiteY3223" fmla="*/ 811221 h 3047670"/>
              <a:gd name="connsiteX3224" fmla="*/ 2610152 w 3044273"/>
              <a:gd name="connsiteY3224" fmla="*/ 810216 h 3047670"/>
              <a:gd name="connsiteX3225" fmla="*/ 2622838 w 3044273"/>
              <a:gd name="connsiteY3225" fmla="*/ 822777 h 3047670"/>
              <a:gd name="connsiteX3226" fmla="*/ 2610277 w 3044273"/>
              <a:gd name="connsiteY3226" fmla="*/ 835464 h 3047670"/>
              <a:gd name="connsiteX3227" fmla="*/ 2597590 w 3044273"/>
              <a:gd name="connsiteY3227" fmla="*/ 822903 h 3047670"/>
              <a:gd name="connsiteX3228" fmla="*/ 2610152 w 3044273"/>
              <a:gd name="connsiteY3228" fmla="*/ 810216 h 3047670"/>
              <a:gd name="connsiteX3229" fmla="*/ 1519186 w 3044273"/>
              <a:gd name="connsiteY3229" fmla="*/ 808958 h 3047670"/>
              <a:gd name="connsiteX3230" fmla="*/ 1538028 w 3044273"/>
              <a:gd name="connsiteY3230" fmla="*/ 827675 h 3047670"/>
              <a:gd name="connsiteX3231" fmla="*/ 1519312 w 3044273"/>
              <a:gd name="connsiteY3231" fmla="*/ 846518 h 3047670"/>
              <a:gd name="connsiteX3232" fmla="*/ 1500470 w 3044273"/>
              <a:gd name="connsiteY3232" fmla="*/ 827801 h 3047670"/>
              <a:gd name="connsiteX3233" fmla="*/ 1519186 w 3044273"/>
              <a:gd name="connsiteY3233" fmla="*/ 808958 h 3047670"/>
              <a:gd name="connsiteX3234" fmla="*/ 329611 w 3044273"/>
              <a:gd name="connsiteY3234" fmla="*/ 798157 h 3047670"/>
              <a:gd name="connsiteX3235" fmla="*/ 338278 w 3044273"/>
              <a:gd name="connsiteY3235" fmla="*/ 806824 h 3047670"/>
              <a:gd name="connsiteX3236" fmla="*/ 329737 w 3044273"/>
              <a:gd name="connsiteY3236" fmla="*/ 815491 h 3047670"/>
              <a:gd name="connsiteX3237" fmla="*/ 321070 w 3044273"/>
              <a:gd name="connsiteY3237" fmla="*/ 806949 h 3047670"/>
              <a:gd name="connsiteX3238" fmla="*/ 329611 w 3044273"/>
              <a:gd name="connsiteY3238" fmla="*/ 798157 h 3047670"/>
              <a:gd name="connsiteX3239" fmla="*/ 683343 w 3044273"/>
              <a:gd name="connsiteY3239" fmla="*/ 792505 h 3047670"/>
              <a:gd name="connsiteX3240" fmla="*/ 706205 w 3044273"/>
              <a:gd name="connsiteY3240" fmla="*/ 815241 h 3047670"/>
              <a:gd name="connsiteX3241" fmla="*/ 683468 w 3044273"/>
              <a:gd name="connsiteY3241" fmla="*/ 838103 h 3047670"/>
              <a:gd name="connsiteX3242" fmla="*/ 660607 w 3044273"/>
              <a:gd name="connsiteY3242" fmla="*/ 815367 h 3047670"/>
              <a:gd name="connsiteX3243" fmla="*/ 683343 w 3044273"/>
              <a:gd name="connsiteY3243" fmla="*/ 792505 h 3047670"/>
              <a:gd name="connsiteX3244" fmla="*/ 2708635 w 3044273"/>
              <a:gd name="connsiteY3244" fmla="*/ 789992 h 3047670"/>
              <a:gd name="connsiteX3245" fmla="*/ 2717050 w 3044273"/>
              <a:gd name="connsiteY3245" fmla="*/ 798409 h 3047670"/>
              <a:gd name="connsiteX3246" fmla="*/ 2708635 w 3044273"/>
              <a:gd name="connsiteY3246" fmla="*/ 806826 h 3047670"/>
              <a:gd name="connsiteX3247" fmla="*/ 2700218 w 3044273"/>
              <a:gd name="connsiteY3247" fmla="*/ 798409 h 3047670"/>
              <a:gd name="connsiteX3248" fmla="*/ 2708635 w 3044273"/>
              <a:gd name="connsiteY3248" fmla="*/ 789992 h 3047670"/>
              <a:gd name="connsiteX3249" fmla="*/ 960575 w 3044273"/>
              <a:gd name="connsiteY3249" fmla="*/ 789741 h 3047670"/>
              <a:gd name="connsiteX3250" fmla="*/ 992105 w 3044273"/>
              <a:gd name="connsiteY3250" fmla="*/ 821019 h 3047670"/>
              <a:gd name="connsiteX3251" fmla="*/ 960827 w 3044273"/>
              <a:gd name="connsiteY3251" fmla="*/ 852549 h 3047670"/>
              <a:gd name="connsiteX3252" fmla="*/ 929298 w 3044273"/>
              <a:gd name="connsiteY3252" fmla="*/ 821270 h 3047670"/>
              <a:gd name="connsiteX3253" fmla="*/ 960575 w 3044273"/>
              <a:gd name="connsiteY3253" fmla="*/ 789741 h 3047670"/>
              <a:gd name="connsiteX3254" fmla="*/ 1148119 w 3044273"/>
              <a:gd name="connsiteY3254" fmla="*/ 789490 h 3047670"/>
              <a:gd name="connsiteX3255" fmla="*/ 1177387 w 3044273"/>
              <a:gd name="connsiteY3255" fmla="*/ 818633 h 3047670"/>
              <a:gd name="connsiteX3256" fmla="*/ 1148244 w 3044273"/>
              <a:gd name="connsiteY3256" fmla="*/ 847901 h 3047670"/>
              <a:gd name="connsiteX3257" fmla="*/ 1118977 w 3044273"/>
              <a:gd name="connsiteY3257" fmla="*/ 818758 h 3047670"/>
              <a:gd name="connsiteX3258" fmla="*/ 1148119 w 3044273"/>
              <a:gd name="connsiteY3258" fmla="*/ 789490 h 3047670"/>
              <a:gd name="connsiteX3259" fmla="*/ 2077544 w 3044273"/>
              <a:gd name="connsiteY3259" fmla="*/ 788234 h 3047670"/>
              <a:gd name="connsiteX3260" fmla="*/ 2106436 w 3044273"/>
              <a:gd name="connsiteY3260" fmla="*/ 816874 h 3047670"/>
              <a:gd name="connsiteX3261" fmla="*/ 2077796 w 3044273"/>
              <a:gd name="connsiteY3261" fmla="*/ 845765 h 3047670"/>
              <a:gd name="connsiteX3262" fmla="*/ 2048904 w 3044273"/>
              <a:gd name="connsiteY3262" fmla="*/ 817125 h 3047670"/>
              <a:gd name="connsiteX3263" fmla="*/ 2077544 w 3044273"/>
              <a:gd name="connsiteY3263" fmla="*/ 788234 h 3047670"/>
              <a:gd name="connsiteX3264" fmla="*/ 1890126 w 3044273"/>
              <a:gd name="connsiteY3264" fmla="*/ 787730 h 3047670"/>
              <a:gd name="connsiteX3265" fmla="*/ 1918515 w 3044273"/>
              <a:gd name="connsiteY3265" fmla="*/ 815993 h 3047670"/>
              <a:gd name="connsiteX3266" fmla="*/ 1890251 w 3044273"/>
              <a:gd name="connsiteY3266" fmla="*/ 844382 h 3047670"/>
              <a:gd name="connsiteX3267" fmla="*/ 1861863 w 3044273"/>
              <a:gd name="connsiteY3267" fmla="*/ 816119 h 3047670"/>
              <a:gd name="connsiteX3268" fmla="*/ 1890126 w 3044273"/>
              <a:gd name="connsiteY3268" fmla="*/ 787730 h 3047670"/>
              <a:gd name="connsiteX3269" fmla="*/ 2355028 w 3044273"/>
              <a:gd name="connsiteY3269" fmla="*/ 784842 h 3047670"/>
              <a:gd name="connsiteX3270" fmla="*/ 2379397 w 3044273"/>
              <a:gd name="connsiteY3270" fmla="*/ 809086 h 3047670"/>
              <a:gd name="connsiteX3271" fmla="*/ 2355154 w 3044273"/>
              <a:gd name="connsiteY3271" fmla="*/ 833581 h 3047670"/>
              <a:gd name="connsiteX3272" fmla="*/ 2330658 w 3044273"/>
              <a:gd name="connsiteY3272" fmla="*/ 809337 h 3047670"/>
              <a:gd name="connsiteX3273" fmla="*/ 2355028 w 3044273"/>
              <a:gd name="connsiteY3273" fmla="*/ 784842 h 3047670"/>
              <a:gd name="connsiteX3274" fmla="*/ 231882 w 3044273"/>
              <a:gd name="connsiteY3274" fmla="*/ 779817 h 3047670"/>
              <a:gd name="connsiteX3275" fmla="*/ 235651 w 3044273"/>
              <a:gd name="connsiteY3275" fmla="*/ 783585 h 3047670"/>
              <a:gd name="connsiteX3276" fmla="*/ 231882 w 3044273"/>
              <a:gd name="connsiteY3276" fmla="*/ 787354 h 3047670"/>
              <a:gd name="connsiteX3277" fmla="*/ 228114 w 3044273"/>
              <a:gd name="connsiteY3277" fmla="*/ 783585 h 3047670"/>
              <a:gd name="connsiteX3278" fmla="*/ 231882 w 3044273"/>
              <a:gd name="connsiteY3278" fmla="*/ 779817 h 3047670"/>
              <a:gd name="connsiteX3279" fmla="*/ 2806361 w 3044273"/>
              <a:gd name="connsiteY3279" fmla="*/ 770270 h 3047670"/>
              <a:gd name="connsiteX3280" fmla="*/ 2810381 w 3044273"/>
              <a:gd name="connsiteY3280" fmla="*/ 774290 h 3047670"/>
              <a:gd name="connsiteX3281" fmla="*/ 2806361 w 3044273"/>
              <a:gd name="connsiteY3281" fmla="*/ 778309 h 3047670"/>
              <a:gd name="connsiteX3282" fmla="*/ 2802341 w 3044273"/>
              <a:gd name="connsiteY3282" fmla="*/ 774290 h 3047670"/>
              <a:gd name="connsiteX3283" fmla="*/ 2806361 w 3044273"/>
              <a:gd name="connsiteY3283" fmla="*/ 770270 h 3047670"/>
              <a:gd name="connsiteX3284" fmla="*/ 580466 w 3044273"/>
              <a:gd name="connsiteY3284" fmla="*/ 768511 h 3047670"/>
              <a:gd name="connsiteX3285" fmla="*/ 600187 w 3044273"/>
              <a:gd name="connsiteY3285" fmla="*/ 788107 h 3047670"/>
              <a:gd name="connsiteX3286" fmla="*/ 580591 w 3044273"/>
              <a:gd name="connsiteY3286" fmla="*/ 807829 h 3047670"/>
              <a:gd name="connsiteX3287" fmla="*/ 560870 w 3044273"/>
              <a:gd name="connsiteY3287" fmla="*/ 788233 h 3047670"/>
              <a:gd name="connsiteX3288" fmla="*/ 580466 w 3044273"/>
              <a:gd name="connsiteY3288" fmla="*/ 768511 h 3047670"/>
              <a:gd name="connsiteX3289" fmla="*/ 2457529 w 3044273"/>
              <a:gd name="connsiteY3289" fmla="*/ 762607 h 3047670"/>
              <a:gd name="connsiteX3290" fmla="*/ 2476372 w 3044273"/>
              <a:gd name="connsiteY3290" fmla="*/ 781323 h 3047670"/>
              <a:gd name="connsiteX3291" fmla="*/ 2457655 w 3044273"/>
              <a:gd name="connsiteY3291" fmla="*/ 800166 h 3047670"/>
              <a:gd name="connsiteX3292" fmla="*/ 2438812 w 3044273"/>
              <a:gd name="connsiteY3292" fmla="*/ 781450 h 3047670"/>
              <a:gd name="connsiteX3293" fmla="*/ 2457529 w 3044273"/>
              <a:gd name="connsiteY3293" fmla="*/ 762607 h 3047670"/>
              <a:gd name="connsiteX3294" fmla="*/ 1226629 w 3044273"/>
              <a:gd name="connsiteY3294" fmla="*/ 759593 h 3047670"/>
              <a:gd name="connsiteX3295" fmla="*/ 1252380 w 3044273"/>
              <a:gd name="connsiteY3295" fmla="*/ 785218 h 3047670"/>
              <a:gd name="connsiteX3296" fmla="*/ 1226754 w 3044273"/>
              <a:gd name="connsiteY3296" fmla="*/ 810969 h 3047670"/>
              <a:gd name="connsiteX3297" fmla="*/ 1201004 w 3044273"/>
              <a:gd name="connsiteY3297" fmla="*/ 785344 h 3047670"/>
              <a:gd name="connsiteX3298" fmla="*/ 1226629 w 3044273"/>
              <a:gd name="connsiteY3298" fmla="*/ 759593 h 3047670"/>
              <a:gd name="connsiteX3299" fmla="*/ 134531 w 3044273"/>
              <a:gd name="connsiteY3299" fmla="*/ 759468 h 3047670"/>
              <a:gd name="connsiteX3300" fmla="*/ 135912 w 3044273"/>
              <a:gd name="connsiteY3300" fmla="*/ 760724 h 3047670"/>
              <a:gd name="connsiteX3301" fmla="*/ 134531 w 3044273"/>
              <a:gd name="connsiteY3301" fmla="*/ 762105 h 3047670"/>
              <a:gd name="connsiteX3302" fmla="*/ 133274 w 3044273"/>
              <a:gd name="connsiteY3302" fmla="*/ 760724 h 3047670"/>
              <a:gd name="connsiteX3303" fmla="*/ 134531 w 3044273"/>
              <a:gd name="connsiteY3303" fmla="*/ 759468 h 3047670"/>
              <a:gd name="connsiteX3304" fmla="*/ 850789 w 3044273"/>
              <a:gd name="connsiteY3304" fmla="*/ 758337 h 3047670"/>
              <a:gd name="connsiteX3305" fmla="*/ 879052 w 3044273"/>
              <a:gd name="connsiteY3305" fmla="*/ 786349 h 3047670"/>
              <a:gd name="connsiteX3306" fmla="*/ 851040 w 3044273"/>
              <a:gd name="connsiteY3306" fmla="*/ 814612 h 3047670"/>
              <a:gd name="connsiteX3307" fmla="*/ 822777 w 3044273"/>
              <a:gd name="connsiteY3307" fmla="*/ 786600 h 3047670"/>
              <a:gd name="connsiteX3308" fmla="*/ 850789 w 3044273"/>
              <a:gd name="connsiteY3308" fmla="*/ 758337 h 3047670"/>
              <a:gd name="connsiteX3309" fmla="*/ 1811492 w 3044273"/>
              <a:gd name="connsiteY3309" fmla="*/ 757835 h 3047670"/>
              <a:gd name="connsiteX3310" fmla="*/ 1836866 w 3044273"/>
              <a:gd name="connsiteY3310" fmla="*/ 782958 h 3047670"/>
              <a:gd name="connsiteX3311" fmla="*/ 1811743 w 3044273"/>
              <a:gd name="connsiteY3311" fmla="*/ 808332 h 3047670"/>
              <a:gd name="connsiteX3312" fmla="*/ 1786369 w 3044273"/>
              <a:gd name="connsiteY3312" fmla="*/ 783209 h 3047670"/>
              <a:gd name="connsiteX3313" fmla="*/ 1811492 w 3044273"/>
              <a:gd name="connsiteY3313" fmla="*/ 757835 h 3047670"/>
              <a:gd name="connsiteX3314" fmla="*/ 2187332 w 3044273"/>
              <a:gd name="connsiteY3314" fmla="*/ 753563 h 3047670"/>
              <a:gd name="connsiteX3315" fmla="*/ 2215470 w 3044273"/>
              <a:gd name="connsiteY3315" fmla="*/ 781575 h 3047670"/>
              <a:gd name="connsiteX3316" fmla="*/ 2187457 w 3044273"/>
              <a:gd name="connsiteY3316" fmla="*/ 809838 h 3047670"/>
              <a:gd name="connsiteX3317" fmla="*/ 2159195 w 3044273"/>
              <a:gd name="connsiteY3317" fmla="*/ 781826 h 3047670"/>
              <a:gd name="connsiteX3318" fmla="*/ 2187332 w 3044273"/>
              <a:gd name="connsiteY3318" fmla="*/ 753563 h 3047670"/>
              <a:gd name="connsiteX3319" fmla="*/ 2903452 w 3044273"/>
              <a:gd name="connsiteY3319" fmla="*/ 749793 h 3047670"/>
              <a:gd name="connsiteX3320" fmla="*/ 2904331 w 3044273"/>
              <a:gd name="connsiteY3320" fmla="*/ 750673 h 3047670"/>
              <a:gd name="connsiteX3321" fmla="*/ 2903452 w 3044273"/>
              <a:gd name="connsiteY3321" fmla="*/ 751553 h 3047670"/>
              <a:gd name="connsiteX3322" fmla="*/ 2902572 w 3044273"/>
              <a:gd name="connsiteY3322" fmla="*/ 750673 h 3047670"/>
              <a:gd name="connsiteX3323" fmla="*/ 2903452 w 3044273"/>
              <a:gd name="connsiteY3323" fmla="*/ 749793 h 3047670"/>
              <a:gd name="connsiteX3324" fmla="*/ 2558900 w 3044273"/>
              <a:gd name="connsiteY3324" fmla="*/ 746781 h 3047670"/>
              <a:gd name="connsiteX3325" fmla="*/ 2566689 w 3044273"/>
              <a:gd name="connsiteY3325" fmla="*/ 754568 h 3047670"/>
              <a:gd name="connsiteX3326" fmla="*/ 2559025 w 3044273"/>
              <a:gd name="connsiteY3326" fmla="*/ 762357 h 3047670"/>
              <a:gd name="connsiteX3327" fmla="*/ 2551237 w 3044273"/>
              <a:gd name="connsiteY3327" fmla="*/ 754695 h 3047670"/>
              <a:gd name="connsiteX3328" fmla="*/ 2558900 w 3044273"/>
              <a:gd name="connsiteY3328" fmla="*/ 746781 h 3047670"/>
              <a:gd name="connsiteX3329" fmla="*/ 478969 w 3044273"/>
              <a:gd name="connsiteY3329" fmla="*/ 745524 h 3047670"/>
              <a:gd name="connsiteX3330" fmla="*/ 495676 w 3044273"/>
              <a:gd name="connsiteY3330" fmla="*/ 762105 h 3047670"/>
              <a:gd name="connsiteX3331" fmla="*/ 479094 w 3044273"/>
              <a:gd name="connsiteY3331" fmla="*/ 778812 h 3047670"/>
              <a:gd name="connsiteX3332" fmla="*/ 462388 w 3044273"/>
              <a:gd name="connsiteY3332" fmla="*/ 762231 h 3047670"/>
              <a:gd name="connsiteX3333" fmla="*/ 478969 w 3044273"/>
              <a:gd name="connsiteY3333" fmla="*/ 745524 h 3047670"/>
              <a:gd name="connsiteX3334" fmla="*/ 1031673 w 3044273"/>
              <a:gd name="connsiteY3334" fmla="*/ 742008 h 3047670"/>
              <a:gd name="connsiteX3335" fmla="*/ 1063831 w 3044273"/>
              <a:gd name="connsiteY3335" fmla="*/ 773914 h 3047670"/>
              <a:gd name="connsiteX3336" fmla="*/ 1031925 w 3044273"/>
              <a:gd name="connsiteY3336" fmla="*/ 806071 h 3047670"/>
              <a:gd name="connsiteX3337" fmla="*/ 999642 w 3044273"/>
              <a:gd name="connsiteY3337" fmla="*/ 774039 h 3047670"/>
              <a:gd name="connsiteX3338" fmla="*/ 1031673 w 3044273"/>
              <a:gd name="connsiteY3338" fmla="*/ 742008 h 3047670"/>
              <a:gd name="connsiteX3339" fmla="*/ 2006445 w 3044273"/>
              <a:gd name="connsiteY3339" fmla="*/ 741254 h 3047670"/>
              <a:gd name="connsiteX3340" fmla="*/ 2035715 w 3044273"/>
              <a:gd name="connsiteY3340" fmla="*/ 770397 h 3047670"/>
              <a:gd name="connsiteX3341" fmla="*/ 2006572 w 3044273"/>
              <a:gd name="connsiteY3341" fmla="*/ 799665 h 3047670"/>
              <a:gd name="connsiteX3342" fmla="*/ 1977177 w 3044273"/>
              <a:gd name="connsiteY3342" fmla="*/ 770522 h 3047670"/>
              <a:gd name="connsiteX3343" fmla="*/ 2006445 w 3044273"/>
              <a:gd name="connsiteY3343" fmla="*/ 741254 h 3047670"/>
              <a:gd name="connsiteX3344" fmla="*/ 743388 w 3044273"/>
              <a:gd name="connsiteY3344" fmla="*/ 731958 h 3047670"/>
              <a:gd name="connsiteX3345" fmla="*/ 766250 w 3044273"/>
              <a:gd name="connsiteY3345" fmla="*/ 754694 h 3047670"/>
              <a:gd name="connsiteX3346" fmla="*/ 743513 w 3044273"/>
              <a:gd name="connsiteY3346" fmla="*/ 777556 h 3047670"/>
              <a:gd name="connsiteX3347" fmla="*/ 720652 w 3044273"/>
              <a:gd name="connsiteY3347" fmla="*/ 754819 h 3047670"/>
              <a:gd name="connsiteX3348" fmla="*/ 743388 w 3044273"/>
              <a:gd name="connsiteY3348" fmla="*/ 731958 h 3047670"/>
              <a:gd name="connsiteX3349" fmla="*/ 1307903 w 3044273"/>
              <a:gd name="connsiteY3349" fmla="*/ 729069 h 3047670"/>
              <a:gd name="connsiteX3350" fmla="*/ 1338803 w 3044273"/>
              <a:gd name="connsiteY3350" fmla="*/ 759719 h 3047670"/>
              <a:gd name="connsiteX3351" fmla="*/ 1308153 w 3044273"/>
              <a:gd name="connsiteY3351" fmla="*/ 790620 h 3047670"/>
              <a:gd name="connsiteX3352" fmla="*/ 1277253 w 3044273"/>
              <a:gd name="connsiteY3352" fmla="*/ 759970 h 3047670"/>
              <a:gd name="connsiteX3353" fmla="*/ 1307903 w 3044273"/>
              <a:gd name="connsiteY3353" fmla="*/ 729069 h 3047670"/>
              <a:gd name="connsiteX3354" fmla="*/ 1729842 w 3044273"/>
              <a:gd name="connsiteY3354" fmla="*/ 728189 h 3047670"/>
              <a:gd name="connsiteX3355" fmla="*/ 1760241 w 3044273"/>
              <a:gd name="connsiteY3355" fmla="*/ 758337 h 3047670"/>
              <a:gd name="connsiteX3356" fmla="*/ 1730092 w 3044273"/>
              <a:gd name="connsiteY3356" fmla="*/ 788735 h 3047670"/>
              <a:gd name="connsiteX3357" fmla="*/ 1699694 w 3044273"/>
              <a:gd name="connsiteY3357" fmla="*/ 758462 h 3047670"/>
              <a:gd name="connsiteX3358" fmla="*/ 1729842 w 3044273"/>
              <a:gd name="connsiteY3358" fmla="*/ 728189 h 3047670"/>
              <a:gd name="connsiteX3359" fmla="*/ 2294355 w 3044273"/>
              <a:gd name="connsiteY3359" fmla="*/ 725300 h 3047670"/>
              <a:gd name="connsiteX3360" fmla="*/ 2318348 w 3044273"/>
              <a:gd name="connsiteY3360" fmla="*/ 749166 h 3047670"/>
              <a:gd name="connsiteX3361" fmla="*/ 2294607 w 3044273"/>
              <a:gd name="connsiteY3361" fmla="*/ 773159 h 3047670"/>
              <a:gd name="connsiteX3362" fmla="*/ 2270614 w 3044273"/>
              <a:gd name="connsiteY3362" fmla="*/ 749293 h 3047670"/>
              <a:gd name="connsiteX3363" fmla="*/ 2294355 w 3044273"/>
              <a:gd name="connsiteY3363" fmla="*/ 725300 h 3047670"/>
              <a:gd name="connsiteX3364" fmla="*/ 2659267 w 3044273"/>
              <a:gd name="connsiteY3364" fmla="*/ 725050 h 3047670"/>
              <a:gd name="connsiteX3365" fmla="*/ 2663035 w 3044273"/>
              <a:gd name="connsiteY3365" fmla="*/ 728818 h 3047670"/>
              <a:gd name="connsiteX3366" fmla="*/ 2659267 w 3044273"/>
              <a:gd name="connsiteY3366" fmla="*/ 732587 h 3047670"/>
              <a:gd name="connsiteX3367" fmla="*/ 2655498 w 3044273"/>
              <a:gd name="connsiteY3367" fmla="*/ 728818 h 3047670"/>
              <a:gd name="connsiteX3368" fmla="*/ 2659267 w 3044273"/>
              <a:gd name="connsiteY3368" fmla="*/ 725050 h 3047670"/>
              <a:gd name="connsiteX3369" fmla="*/ 378476 w 3044273"/>
              <a:gd name="connsiteY3369" fmla="*/ 724922 h 3047670"/>
              <a:gd name="connsiteX3370" fmla="*/ 390661 w 3044273"/>
              <a:gd name="connsiteY3370" fmla="*/ 737107 h 3047670"/>
              <a:gd name="connsiteX3371" fmla="*/ 378476 w 3044273"/>
              <a:gd name="connsiteY3371" fmla="*/ 749293 h 3047670"/>
              <a:gd name="connsiteX3372" fmla="*/ 366292 w 3044273"/>
              <a:gd name="connsiteY3372" fmla="*/ 737107 h 3047670"/>
              <a:gd name="connsiteX3373" fmla="*/ 378476 w 3044273"/>
              <a:gd name="connsiteY3373" fmla="*/ 724922 h 3047670"/>
              <a:gd name="connsiteX3374" fmla="*/ 1391436 w 3044273"/>
              <a:gd name="connsiteY3374" fmla="*/ 713492 h 3047670"/>
              <a:gd name="connsiteX3375" fmla="*/ 1420704 w 3044273"/>
              <a:gd name="connsiteY3375" fmla="*/ 742635 h 3047670"/>
              <a:gd name="connsiteX3376" fmla="*/ 1391561 w 3044273"/>
              <a:gd name="connsiteY3376" fmla="*/ 771903 h 3047670"/>
              <a:gd name="connsiteX3377" fmla="*/ 1362294 w 3044273"/>
              <a:gd name="connsiteY3377" fmla="*/ 742760 h 3047670"/>
              <a:gd name="connsiteX3378" fmla="*/ 1391436 w 3044273"/>
              <a:gd name="connsiteY3378" fmla="*/ 713492 h 3047670"/>
              <a:gd name="connsiteX3379" fmla="*/ 1646184 w 3044273"/>
              <a:gd name="connsiteY3379" fmla="*/ 712488 h 3047670"/>
              <a:gd name="connsiteX3380" fmla="*/ 1675703 w 3044273"/>
              <a:gd name="connsiteY3380" fmla="*/ 741756 h 3047670"/>
              <a:gd name="connsiteX3381" fmla="*/ 1646436 w 3044273"/>
              <a:gd name="connsiteY3381" fmla="*/ 771276 h 3047670"/>
              <a:gd name="connsiteX3382" fmla="*/ 1616916 w 3044273"/>
              <a:gd name="connsiteY3382" fmla="*/ 741882 h 3047670"/>
              <a:gd name="connsiteX3383" fmla="*/ 1646184 w 3044273"/>
              <a:gd name="connsiteY3383" fmla="*/ 712488 h 3047670"/>
              <a:gd name="connsiteX3384" fmla="*/ 918370 w 3044273"/>
              <a:gd name="connsiteY3384" fmla="*/ 706835 h 3047670"/>
              <a:gd name="connsiteX3385" fmla="*/ 946132 w 3044273"/>
              <a:gd name="connsiteY3385" fmla="*/ 734470 h 3047670"/>
              <a:gd name="connsiteX3386" fmla="*/ 918622 w 3044273"/>
              <a:gd name="connsiteY3386" fmla="*/ 762231 h 3047670"/>
              <a:gd name="connsiteX3387" fmla="*/ 890861 w 3044273"/>
              <a:gd name="connsiteY3387" fmla="*/ 734596 h 3047670"/>
              <a:gd name="connsiteX3388" fmla="*/ 918370 w 3044273"/>
              <a:gd name="connsiteY3388" fmla="*/ 706835 h 3047670"/>
              <a:gd name="connsiteX3389" fmla="*/ 278988 w 3044273"/>
              <a:gd name="connsiteY3389" fmla="*/ 704950 h 3047670"/>
              <a:gd name="connsiteX3390" fmla="*/ 286777 w 3044273"/>
              <a:gd name="connsiteY3390" fmla="*/ 712613 h 3047670"/>
              <a:gd name="connsiteX3391" fmla="*/ 278988 w 3044273"/>
              <a:gd name="connsiteY3391" fmla="*/ 720401 h 3047670"/>
              <a:gd name="connsiteX3392" fmla="*/ 271201 w 3044273"/>
              <a:gd name="connsiteY3392" fmla="*/ 712613 h 3047670"/>
              <a:gd name="connsiteX3393" fmla="*/ 278988 w 3044273"/>
              <a:gd name="connsiteY3393" fmla="*/ 704950 h 3047670"/>
              <a:gd name="connsiteX3394" fmla="*/ 1476225 w 3044273"/>
              <a:gd name="connsiteY3394" fmla="*/ 704699 h 3047670"/>
              <a:gd name="connsiteX3395" fmla="*/ 1505492 w 3044273"/>
              <a:gd name="connsiteY3395" fmla="*/ 733842 h 3047670"/>
              <a:gd name="connsiteX3396" fmla="*/ 1476350 w 3044273"/>
              <a:gd name="connsiteY3396" fmla="*/ 763110 h 3047670"/>
              <a:gd name="connsiteX3397" fmla="*/ 1447082 w 3044273"/>
              <a:gd name="connsiteY3397" fmla="*/ 733967 h 3047670"/>
              <a:gd name="connsiteX3398" fmla="*/ 1476225 w 3044273"/>
              <a:gd name="connsiteY3398" fmla="*/ 704699 h 3047670"/>
              <a:gd name="connsiteX3399" fmla="*/ 1561519 w 3044273"/>
              <a:gd name="connsiteY3399" fmla="*/ 704574 h 3047670"/>
              <a:gd name="connsiteX3400" fmla="*/ 1590537 w 3044273"/>
              <a:gd name="connsiteY3400" fmla="*/ 733464 h 3047670"/>
              <a:gd name="connsiteX3401" fmla="*/ 1561645 w 3044273"/>
              <a:gd name="connsiteY3401" fmla="*/ 762607 h 3047670"/>
              <a:gd name="connsiteX3402" fmla="*/ 1532502 w 3044273"/>
              <a:gd name="connsiteY3402" fmla="*/ 733716 h 3047670"/>
              <a:gd name="connsiteX3403" fmla="*/ 1561519 w 3044273"/>
              <a:gd name="connsiteY3403" fmla="*/ 704574 h 3047670"/>
              <a:gd name="connsiteX3404" fmla="*/ 2119248 w 3044273"/>
              <a:gd name="connsiteY3404" fmla="*/ 704449 h 3047670"/>
              <a:gd name="connsiteX3405" fmla="*/ 2144998 w 3044273"/>
              <a:gd name="connsiteY3405" fmla="*/ 730074 h 3047670"/>
              <a:gd name="connsiteX3406" fmla="*/ 2119373 w 3044273"/>
              <a:gd name="connsiteY3406" fmla="*/ 755825 h 3047670"/>
              <a:gd name="connsiteX3407" fmla="*/ 2093622 w 3044273"/>
              <a:gd name="connsiteY3407" fmla="*/ 730200 h 3047670"/>
              <a:gd name="connsiteX3408" fmla="*/ 2119248 w 3044273"/>
              <a:gd name="connsiteY3408" fmla="*/ 704449 h 3047670"/>
              <a:gd name="connsiteX3409" fmla="*/ 637872 w 3044273"/>
              <a:gd name="connsiteY3409" fmla="*/ 703443 h 3047670"/>
              <a:gd name="connsiteX3410" fmla="*/ 659603 w 3044273"/>
              <a:gd name="connsiteY3410" fmla="*/ 725049 h 3047670"/>
              <a:gd name="connsiteX3411" fmla="*/ 637997 w 3044273"/>
              <a:gd name="connsiteY3411" fmla="*/ 746780 h 3047670"/>
              <a:gd name="connsiteX3412" fmla="*/ 616266 w 3044273"/>
              <a:gd name="connsiteY3412" fmla="*/ 725174 h 3047670"/>
              <a:gd name="connsiteX3413" fmla="*/ 637872 w 3044273"/>
              <a:gd name="connsiteY3413" fmla="*/ 703443 h 3047670"/>
              <a:gd name="connsiteX3414" fmla="*/ 2758626 w 3044273"/>
              <a:gd name="connsiteY3414" fmla="*/ 701810 h 3047670"/>
              <a:gd name="connsiteX3415" fmla="*/ 2760386 w 3044273"/>
              <a:gd name="connsiteY3415" fmla="*/ 703568 h 3047670"/>
              <a:gd name="connsiteX3416" fmla="*/ 2758626 w 3044273"/>
              <a:gd name="connsiteY3416" fmla="*/ 705327 h 3047670"/>
              <a:gd name="connsiteX3417" fmla="*/ 2756868 w 3044273"/>
              <a:gd name="connsiteY3417" fmla="*/ 703568 h 3047670"/>
              <a:gd name="connsiteX3418" fmla="*/ 2758626 w 3044273"/>
              <a:gd name="connsiteY3418" fmla="*/ 701810 h 3047670"/>
              <a:gd name="connsiteX3419" fmla="*/ 1931076 w 3044273"/>
              <a:gd name="connsiteY3419" fmla="*/ 701182 h 3047670"/>
              <a:gd name="connsiteX3420" fmla="*/ 1960219 w 3044273"/>
              <a:gd name="connsiteY3420" fmla="*/ 730072 h 3047670"/>
              <a:gd name="connsiteX3421" fmla="*/ 1931328 w 3044273"/>
              <a:gd name="connsiteY3421" fmla="*/ 759215 h 3047670"/>
              <a:gd name="connsiteX3422" fmla="*/ 1902186 w 3044273"/>
              <a:gd name="connsiteY3422" fmla="*/ 730324 h 3047670"/>
              <a:gd name="connsiteX3423" fmla="*/ 1931076 w 3044273"/>
              <a:gd name="connsiteY3423" fmla="*/ 701182 h 3047670"/>
              <a:gd name="connsiteX3424" fmla="*/ 1106415 w 3044273"/>
              <a:gd name="connsiteY3424" fmla="*/ 700304 h 3047670"/>
              <a:gd name="connsiteX3425" fmla="*/ 1139452 w 3044273"/>
              <a:gd name="connsiteY3425" fmla="*/ 733215 h 3047670"/>
              <a:gd name="connsiteX3426" fmla="*/ 1106667 w 3044273"/>
              <a:gd name="connsiteY3426" fmla="*/ 766252 h 3047670"/>
              <a:gd name="connsiteX3427" fmla="*/ 1073630 w 3044273"/>
              <a:gd name="connsiteY3427" fmla="*/ 733341 h 3047670"/>
              <a:gd name="connsiteX3428" fmla="*/ 1106415 w 3044273"/>
              <a:gd name="connsiteY3428" fmla="*/ 700304 h 3047670"/>
              <a:gd name="connsiteX3429" fmla="*/ 2399747 w 3044273"/>
              <a:gd name="connsiteY3429" fmla="*/ 698291 h 3047670"/>
              <a:gd name="connsiteX3430" fmla="*/ 2420348 w 3044273"/>
              <a:gd name="connsiteY3430" fmla="*/ 718767 h 3047670"/>
              <a:gd name="connsiteX3431" fmla="*/ 2399873 w 3044273"/>
              <a:gd name="connsiteY3431" fmla="*/ 739368 h 3047670"/>
              <a:gd name="connsiteX3432" fmla="*/ 2379272 w 3044273"/>
              <a:gd name="connsiteY3432" fmla="*/ 718892 h 3047670"/>
              <a:gd name="connsiteX3433" fmla="*/ 2399747 w 3044273"/>
              <a:gd name="connsiteY3433" fmla="*/ 698291 h 3047670"/>
              <a:gd name="connsiteX3434" fmla="*/ 180252 w 3044273"/>
              <a:gd name="connsiteY3434" fmla="*/ 685230 h 3047670"/>
              <a:gd name="connsiteX3435" fmla="*/ 183643 w 3044273"/>
              <a:gd name="connsiteY3435" fmla="*/ 688496 h 3047670"/>
              <a:gd name="connsiteX3436" fmla="*/ 180252 w 3044273"/>
              <a:gd name="connsiteY3436" fmla="*/ 691887 h 3047670"/>
              <a:gd name="connsiteX3437" fmla="*/ 176860 w 3044273"/>
              <a:gd name="connsiteY3437" fmla="*/ 688622 h 3047670"/>
              <a:gd name="connsiteX3438" fmla="*/ 180252 w 3044273"/>
              <a:gd name="connsiteY3438" fmla="*/ 685230 h 3047670"/>
              <a:gd name="connsiteX3439" fmla="*/ 533862 w 3044273"/>
              <a:gd name="connsiteY3439" fmla="*/ 677567 h 3047670"/>
              <a:gd name="connsiteX3440" fmla="*/ 553458 w 3044273"/>
              <a:gd name="connsiteY3440" fmla="*/ 697037 h 3047670"/>
              <a:gd name="connsiteX3441" fmla="*/ 534113 w 3044273"/>
              <a:gd name="connsiteY3441" fmla="*/ 716508 h 3047670"/>
              <a:gd name="connsiteX3442" fmla="*/ 514517 w 3044273"/>
              <a:gd name="connsiteY3442" fmla="*/ 697163 h 3047670"/>
              <a:gd name="connsiteX3443" fmla="*/ 533862 w 3044273"/>
              <a:gd name="connsiteY3443" fmla="*/ 677567 h 3047670"/>
              <a:gd name="connsiteX3444" fmla="*/ 807829 w 3044273"/>
              <a:gd name="connsiteY3444" fmla="*/ 676185 h 3047670"/>
              <a:gd name="connsiteX3445" fmla="*/ 830691 w 3044273"/>
              <a:gd name="connsiteY3445" fmla="*/ 698921 h 3047670"/>
              <a:gd name="connsiteX3446" fmla="*/ 807954 w 3044273"/>
              <a:gd name="connsiteY3446" fmla="*/ 721783 h 3047670"/>
              <a:gd name="connsiteX3447" fmla="*/ 785093 w 3044273"/>
              <a:gd name="connsiteY3447" fmla="*/ 699046 h 3047670"/>
              <a:gd name="connsiteX3448" fmla="*/ 807829 w 3044273"/>
              <a:gd name="connsiteY3448" fmla="*/ 676185 h 3047670"/>
              <a:gd name="connsiteX3449" fmla="*/ 2503503 w 3044273"/>
              <a:gd name="connsiteY3449" fmla="*/ 674927 h 3047670"/>
              <a:gd name="connsiteX3450" fmla="*/ 2518577 w 3044273"/>
              <a:gd name="connsiteY3450" fmla="*/ 689876 h 3047670"/>
              <a:gd name="connsiteX3451" fmla="*/ 2503503 w 3044273"/>
              <a:gd name="connsiteY3451" fmla="*/ 705075 h 3047670"/>
              <a:gd name="connsiteX3452" fmla="*/ 2488429 w 3044273"/>
              <a:gd name="connsiteY3452" fmla="*/ 690001 h 3047670"/>
              <a:gd name="connsiteX3453" fmla="*/ 2503503 w 3044273"/>
              <a:gd name="connsiteY3453" fmla="*/ 674927 h 3047670"/>
              <a:gd name="connsiteX3454" fmla="*/ 2229538 w 3044273"/>
              <a:gd name="connsiteY3454" fmla="*/ 668774 h 3047670"/>
              <a:gd name="connsiteX3455" fmla="*/ 2254660 w 3044273"/>
              <a:gd name="connsiteY3455" fmla="*/ 693645 h 3047670"/>
              <a:gd name="connsiteX3456" fmla="*/ 2229789 w 3044273"/>
              <a:gd name="connsiteY3456" fmla="*/ 718768 h 3047670"/>
              <a:gd name="connsiteX3457" fmla="*/ 2204666 w 3044273"/>
              <a:gd name="connsiteY3457" fmla="*/ 693897 h 3047670"/>
              <a:gd name="connsiteX3458" fmla="*/ 2229538 w 3044273"/>
              <a:gd name="connsiteY3458" fmla="*/ 668774 h 3047670"/>
              <a:gd name="connsiteX3459" fmla="*/ 1852567 w 3044273"/>
              <a:gd name="connsiteY3459" fmla="*/ 666889 h 3047670"/>
              <a:gd name="connsiteX3460" fmla="*/ 1882967 w 3044273"/>
              <a:gd name="connsiteY3460" fmla="*/ 697037 h 3047670"/>
              <a:gd name="connsiteX3461" fmla="*/ 1852692 w 3044273"/>
              <a:gd name="connsiteY3461" fmla="*/ 727435 h 3047670"/>
              <a:gd name="connsiteX3462" fmla="*/ 1822294 w 3044273"/>
              <a:gd name="connsiteY3462" fmla="*/ 697162 h 3047670"/>
              <a:gd name="connsiteX3463" fmla="*/ 1852567 w 3044273"/>
              <a:gd name="connsiteY3463" fmla="*/ 666889 h 3047670"/>
              <a:gd name="connsiteX3464" fmla="*/ 1184925 w 3044273"/>
              <a:gd name="connsiteY3464" fmla="*/ 666386 h 3047670"/>
              <a:gd name="connsiteX3465" fmla="*/ 1217962 w 3044273"/>
              <a:gd name="connsiteY3465" fmla="*/ 699297 h 3047670"/>
              <a:gd name="connsiteX3466" fmla="*/ 1185050 w 3044273"/>
              <a:gd name="connsiteY3466" fmla="*/ 732334 h 3047670"/>
              <a:gd name="connsiteX3467" fmla="*/ 1152014 w 3044273"/>
              <a:gd name="connsiteY3467" fmla="*/ 699548 h 3047670"/>
              <a:gd name="connsiteX3468" fmla="*/ 1184925 w 3044273"/>
              <a:gd name="connsiteY3468" fmla="*/ 666386 h 3047670"/>
              <a:gd name="connsiteX3469" fmla="*/ 989970 w 3044273"/>
              <a:gd name="connsiteY3469" fmla="*/ 660482 h 3047670"/>
              <a:gd name="connsiteX3470" fmla="*/ 1017730 w 3044273"/>
              <a:gd name="connsiteY3470" fmla="*/ 687991 h 3047670"/>
              <a:gd name="connsiteX3471" fmla="*/ 990095 w 3044273"/>
              <a:gd name="connsiteY3471" fmla="*/ 715753 h 3047670"/>
              <a:gd name="connsiteX3472" fmla="*/ 962335 w 3044273"/>
              <a:gd name="connsiteY3472" fmla="*/ 688243 h 3047670"/>
              <a:gd name="connsiteX3473" fmla="*/ 989970 w 3044273"/>
              <a:gd name="connsiteY3473" fmla="*/ 660482 h 3047670"/>
              <a:gd name="connsiteX3474" fmla="*/ 431487 w 3044273"/>
              <a:gd name="connsiteY3474" fmla="*/ 659228 h 3047670"/>
              <a:gd name="connsiteX3475" fmla="*/ 442542 w 3044273"/>
              <a:gd name="connsiteY3475" fmla="*/ 670282 h 3047670"/>
              <a:gd name="connsiteX3476" fmla="*/ 431487 w 3044273"/>
              <a:gd name="connsiteY3476" fmla="*/ 681336 h 3047670"/>
              <a:gd name="connsiteX3477" fmla="*/ 420433 w 3044273"/>
              <a:gd name="connsiteY3477" fmla="*/ 670282 h 3047670"/>
              <a:gd name="connsiteX3478" fmla="*/ 431487 w 3044273"/>
              <a:gd name="connsiteY3478" fmla="*/ 659228 h 3047670"/>
              <a:gd name="connsiteX3479" fmla="*/ 2047397 w 3044273"/>
              <a:gd name="connsiteY3479" fmla="*/ 657217 h 3047670"/>
              <a:gd name="connsiteX3480" fmla="*/ 2074656 w 3044273"/>
              <a:gd name="connsiteY3480" fmla="*/ 684350 h 3047670"/>
              <a:gd name="connsiteX3481" fmla="*/ 2047523 w 3044273"/>
              <a:gd name="connsiteY3481" fmla="*/ 711608 h 3047670"/>
              <a:gd name="connsiteX3482" fmla="*/ 2020265 w 3044273"/>
              <a:gd name="connsiteY3482" fmla="*/ 684475 h 3047670"/>
              <a:gd name="connsiteX3483" fmla="*/ 2047397 w 3044273"/>
              <a:gd name="connsiteY3483" fmla="*/ 657217 h 3047670"/>
              <a:gd name="connsiteX3484" fmla="*/ 2605754 w 3044273"/>
              <a:gd name="connsiteY3484" fmla="*/ 656338 h 3047670"/>
              <a:gd name="connsiteX3485" fmla="*/ 2611784 w 3044273"/>
              <a:gd name="connsiteY3485" fmla="*/ 662241 h 3047670"/>
              <a:gd name="connsiteX3486" fmla="*/ 2605880 w 3044273"/>
              <a:gd name="connsiteY3486" fmla="*/ 668270 h 3047670"/>
              <a:gd name="connsiteX3487" fmla="*/ 2599850 w 3044273"/>
              <a:gd name="connsiteY3487" fmla="*/ 662367 h 3047670"/>
              <a:gd name="connsiteX3488" fmla="*/ 2605754 w 3044273"/>
              <a:gd name="connsiteY3488" fmla="*/ 656338 h 3047670"/>
              <a:gd name="connsiteX3489" fmla="*/ 699423 w 3044273"/>
              <a:gd name="connsiteY3489" fmla="*/ 646664 h 3047670"/>
              <a:gd name="connsiteX3490" fmla="*/ 719019 w 3044273"/>
              <a:gd name="connsiteY3490" fmla="*/ 666010 h 3047670"/>
              <a:gd name="connsiteX3491" fmla="*/ 699674 w 3044273"/>
              <a:gd name="connsiteY3491" fmla="*/ 685607 h 3047670"/>
              <a:gd name="connsiteX3492" fmla="*/ 680078 w 3044273"/>
              <a:gd name="connsiteY3492" fmla="*/ 666261 h 3047670"/>
              <a:gd name="connsiteX3493" fmla="*/ 699423 w 3044273"/>
              <a:gd name="connsiteY3493" fmla="*/ 646664 h 3047670"/>
              <a:gd name="connsiteX3494" fmla="*/ 2337693 w 3044273"/>
              <a:gd name="connsiteY3494" fmla="*/ 643022 h 3047670"/>
              <a:gd name="connsiteX3495" fmla="*/ 2355029 w 3044273"/>
              <a:gd name="connsiteY3495" fmla="*/ 660230 h 3047670"/>
              <a:gd name="connsiteX3496" fmla="*/ 2337820 w 3044273"/>
              <a:gd name="connsiteY3496" fmla="*/ 677565 h 3047670"/>
              <a:gd name="connsiteX3497" fmla="*/ 2320484 w 3044273"/>
              <a:gd name="connsiteY3497" fmla="*/ 660357 h 3047670"/>
              <a:gd name="connsiteX3498" fmla="*/ 2337693 w 3044273"/>
              <a:gd name="connsiteY3498" fmla="*/ 643022 h 3047670"/>
              <a:gd name="connsiteX3499" fmla="*/ 1771421 w 3044273"/>
              <a:gd name="connsiteY3499" fmla="*/ 640761 h 3047670"/>
              <a:gd name="connsiteX3500" fmla="*/ 1801821 w 3044273"/>
              <a:gd name="connsiteY3500" fmla="*/ 670909 h 3047670"/>
              <a:gd name="connsiteX3501" fmla="*/ 1771546 w 3044273"/>
              <a:gd name="connsiteY3501" fmla="*/ 701307 h 3047670"/>
              <a:gd name="connsiteX3502" fmla="*/ 1741148 w 3044273"/>
              <a:gd name="connsiteY3502" fmla="*/ 671034 h 3047670"/>
              <a:gd name="connsiteX3503" fmla="*/ 1771421 w 3044273"/>
              <a:gd name="connsiteY3503" fmla="*/ 640761 h 3047670"/>
              <a:gd name="connsiteX3504" fmla="*/ 1265821 w 3044273"/>
              <a:gd name="connsiteY3504" fmla="*/ 640259 h 3047670"/>
              <a:gd name="connsiteX3505" fmla="*/ 1298481 w 3044273"/>
              <a:gd name="connsiteY3505" fmla="*/ 672667 h 3047670"/>
              <a:gd name="connsiteX3506" fmla="*/ 1266073 w 3044273"/>
              <a:gd name="connsiteY3506" fmla="*/ 705327 h 3047670"/>
              <a:gd name="connsiteX3507" fmla="*/ 1233414 w 3044273"/>
              <a:gd name="connsiteY3507" fmla="*/ 672919 h 3047670"/>
              <a:gd name="connsiteX3508" fmla="*/ 1265821 w 3044273"/>
              <a:gd name="connsiteY3508" fmla="*/ 640259 h 3047670"/>
              <a:gd name="connsiteX3509" fmla="*/ 329990 w 3044273"/>
              <a:gd name="connsiteY3509" fmla="*/ 637872 h 3047670"/>
              <a:gd name="connsiteX3510" fmla="*/ 336397 w 3044273"/>
              <a:gd name="connsiteY3510" fmla="*/ 644278 h 3047670"/>
              <a:gd name="connsiteX3511" fmla="*/ 329990 w 3044273"/>
              <a:gd name="connsiteY3511" fmla="*/ 650684 h 3047670"/>
              <a:gd name="connsiteX3512" fmla="*/ 323584 w 3044273"/>
              <a:gd name="connsiteY3512" fmla="*/ 644278 h 3047670"/>
              <a:gd name="connsiteX3513" fmla="*/ 329990 w 3044273"/>
              <a:gd name="connsiteY3513" fmla="*/ 637872 h 3047670"/>
              <a:gd name="connsiteX3514" fmla="*/ 2707126 w 3044273"/>
              <a:gd name="connsiteY3514" fmla="*/ 633225 h 3047670"/>
              <a:gd name="connsiteX3515" fmla="*/ 2709387 w 3044273"/>
              <a:gd name="connsiteY3515" fmla="*/ 635487 h 3047670"/>
              <a:gd name="connsiteX3516" fmla="*/ 2707126 w 3044273"/>
              <a:gd name="connsiteY3516" fmla="*/ 637747 h 3047670"/>
              <a:gd name="connsiteX3517" fmla="*/ 2704865 w 3044273"/>
              <a:gd name="connsiteY3517" fmla="*/ 635612 h 3047670"/>
              <a:gd name="connsiteX3518" fmla="*/ 2707126 w 3044273"/>
              <a:gd name="connsiteY3518" fmla="*/ 633225 h 3047670"/>
              <a:gd name="connsiteX3519" fmla="*/ 876288 w 3044273"/>
              <a:gd name="connsiteY3519" fmla="*/ 627321 h 3047670"/>
              <a:gd name="connsiteX3520" fmla="*/ 897141 w 3044273"/>
              <a:gd name="connsiteY3520" fmla="*/ 648047 h 3047670"/>
              <a:gd name="connsiteX3521" fmla="*/ 876414 w 3044273"/>
              <a:gd name="connsiteY3521" fmla="*/ 668900 h 3047670"/>
              <a:gd name="connsiteX3522" fmla="*/ 855562 w 3044273"/>
              <a:gd name="connsiteY3522" fmla="*/ 648173 h 3047670"/>
              <a:gd name="connsiteX3523" fmla="*/ 876288 w 3044273"/>
              <a:gd name="connsiteY3523" fmla="*/ 627321 h 3047670"/>
              <a:gd name="connsiteX3524" fmla="*/ 1688265 w 3044273"/>
              <a:gd name="connsiteY3524" fmla="*/ 624055 h 3047670"/>
              <a:gd name="connsiteX3525" fmla="*/ 1716655 w 3044273"/>
              <a:gd name="connsiteY3525" fmla="*/ 652318 h 3047670"/>
              <a:gd name="connsiteX3526" fmla="*/ 1688390 w 3044273"/>
              <a:gd name="connsiteY3526" fmla="*/ 680707 h 3047670"/>
              <a:gd name="connsiteX3527" fmla="*/ 1660002 w 3044273"/>
              <a:gd name="connsiteY3527" fmla="*/ 652443 h 3047670"/>
              <a:gd name="connsiteX3528" fmla="*/ 1688265 w 3044273"/>
              <a:gd name="connsiteY3528" fmla="*/ 624055 h 3047670"/>
              <a:gd name="connsiteX3529" fmla="*/ 1348852 w 3044273"/>
              <a:gd name="connsiteY3529" fmla="*/ 624055 h 3047670"/>
              <a:gd name="connsiteX3530" fmla="*/ 1378372 w 3044273"/>
              <a:gd name="connsiteY3530" fmla="*/ 653449 h 3047670"/>
              <a:gd name="connsiteX3531" fmla="*/ 1349103 w 3044273"/>
              <a:gd name="connsiteY3531" fmla="*/ 682968 h 3047670"/>
              <a:gd name="connsiteX3532" fmla="*/ 1319585 w 3044273"/>
              <a:gd name="connsiteY3532" fmla="*/ 653700 h 3047670"/>
              <a:gd name="connsiteX3533" fmla="*/ 1348852 w 3044273"/>
              <a:gd name="connsiteY3533" fmla="*/ 624055 h 3047670"/>
              <a:gd name="connsiteX3534" fmla="*/ 1065086 w 3044273"/>
              <a:gd name="connsiteY3534" fmla="*/ 622548 h 3047670"/>
              <a:gd name="connsiteX3535" fmla="*/ 1090336 w 3044273"/>
              <a:gd name="connsiteY3535" fmla="*/ 647671 h 3047670"/>
              <a:gd name="connsiteX3536" fmla="*/ 1065213 w 3044273"/>
              <a:gd name="connsiteY3536" fmla="*/ 673045 h 3047670"/>
              <a:gd name="connsiteX3537" fmla="*/ 1039838 w 3044273"/>
              <a:gd name="connsiteY3537" fmla="*/ 647922 h 3047670"/>
              <a:gd name="connsiteX3538" fmla="*/ 1065086 w 3044273"/>
              <a:gd name="connsiteY3538" fmla="*/ 622548 h 3047670"/>
              <a:gd name="connsiteX3539" fmla="*/ 2160829 w 3044273"/>
              <a:gd name="connsiteY3539" fmla="*/ 622045 h 3047670"/>
              <a:gd name="connsiteX3540" fmla="*/ 2182310 w 3044273"/>
              <a:gd name="connsiteY3540" fmla="*/ 643399 h 3047670"/>
              <a:gd name="connsiteX3541" fmla="*/ 2160956 w 3044273"/>
              <a:gd name="connsiteY3541" fmla="*/ 665005 h 3047670"/>
              <a:gd name="connsiteX3542" fmla="*/ 2139475 w 3044273"/>
              <a:gd name="connsiteY3542" fmla="*/ 643526 h 3047670"/>
              <a:gd name="connsiteX3543" fmla="*/ 2160829 w 3044273"/>
              <a:gd name="connsiteY3543" fmla="*/ 622045 h 3047670"/>
              <a:gd name="connsiteX3544" fmla="*/ 1971902 w 3044273"/>
              <a:gd name="connsiteY3544" fmla="*/ 620914 h 3047670"/>
              <a:gd name="connsiteX3545" fmla="*/ 1995518 w 3044273"/>
              <a:gd name="connsiteY3545" fmla="*/ 644279 h 3047670"/>
              <a:gd name="connsiteX3546" fmla="*/ 1972154 w 3044273"/>
              <a:gd name="connsiteY3546" fmla="*/ 667894 h 3047670"/>
              <a:gd name="connsiteX3547" fmla="*/ 1948664 w 3044273"/>
              <a:gd name="connsiteY3547" fmla="*/ 644530 h 3047670"/>
              <a:gd name="connsiteX3548" fmla="*/ 1971902 w 3044273"/>
              <a:gd name="connsiteY3548" fmla="*/ 620914 h 3047670"/>
              <a:gd name="connsiteX3549" fmla="*/ 593153 w 3044273"/>
              <a:gd name="connsiteY3549" fmla="*/ 618026 h 3047670"/>
              <a:gd name="connsiteX3550" fmla="*/ 610739 w 3044273"/>
              <a:gd name="connsiteY3550" fmla="*/ 635487 h 3047670"/>
              <a:gd name="connsiteX3551" fmla="*/ 593278 w 3044273"/>
              <a:gd name="connsiteY3551" fmla="*/ 653073 h 3047670"/>
              <a:gd name="connsiteX3552" fmla="*/ 575692 w 3044273"/>
              <a:gd name="connsiteY3552" fmla="*/ 635612 h 3047670"/>
              <a:gd name="connsiteX3553" fmla="*/ 593153 w 3044273"/>
              <a:gd name="connsiteY3553" fmla="*/ 618026 h 3047670"/>
              <a:gd name="connsiteX3554" fmla="*/ 229493 w 3044273"/>
              <a:gd name="connsiteY3554" fmla="*/ 616645 h 3047670"/>
              <a:gd name="connsiteX3555" fmla="*/ 232005 w 3044273"/>
              <a:gd name="connsiteY3555" fmla="*/ 619032 h 3047670"/>
              <a:gd name="connsiteX3556" fmla="*/ 229493 w 3044273"/>
              <a:gd name="connsiteY3556" fmla="*/ 621419 h 3047670"/>
              <a:gd name="connsiteX3557" fmla="*/ 227107 w 3044273"/>
              <a:gd name="connsiteY3557" fmla="*/ 619032 h 3047670"/>
              <a:gd name="connsiteX3558" fmla="*/ 229493 w 3044273"/>
              <a:gd name="connsiteY3558" fmla="*/ 616645 h 3047670"/>
              <a:gd name="connsiteX3559" fmla="*/ 2443962 w 3044273"/>
              <a:gd name="connsiteY3559" fmla="*/ 616017 h 3047670"/>
              <a:gd name="connsiteX3560" fmla="*/ 2456902 w 3044273"/>
              <a:gd name="connsiteY3560" fmla="*/ 628830 h 3047670"/>
              <a:gd name="connsiteX3561" fmla="*/ 2444088 w 3044273"/>
              <a:gd name="connsiteY3561" fmla="*/ 641768 h 3047670"/>
              <a:gd name="connsiteX3562" fmla="*/ 2431150 w 3044273"/>
              <a:gd name="connsiteY3562" fmla="*/ 628956 h 3047670"/>
              <a:gd name="connsiteX3563" fmla="*/ 2443962 w 3044273"/>
              <a:gd name="connsiteY3563" fmla="*/ 616017 h 3047670"/>
              <a:gd name="connsiteX3564" fmla="*/ 1433517 w 3044273"/>
              <a:gd name="connsiteY3564" fmla="*/ 612623 h 3047670"/>
              <a:gd name="connsiteX3565" fmla="*/ 1462785 w 3044273"/>
              <a:gd name="connsiteY3565" fmla="*/ 641766 h 3047670"/>
              <a:gd name="connsiteX3566" fmla="*/ 1433643 w 3044273"/>
              <a:gd name="connsiteY3566" fmla="*/ 671034 h 3047670"/>
              <a:gd name="connsiteX3567" fmla="*/ 1404250 w 3044273"/>
              <a:gd name="connsiteY3567" fmla="*/ 641891 h 3047670"/>
              <a:gd name="connsiteX3568" fmla="*/ 1433517 w 3044273"/>
              <a:gd name="connsiteY3568" fmla="*/ 612623 h 3047670"/>
              <a:gd name="connsiteX3569" fmla="*/ 1603726 w 3044273"/>
              <a:gd name="connsiteY3569" fmla="*/ 611870 h 3047670"/>
              <a:gd name="connsiteX3570" fmla="*/ 1632994 w 3044273"/>
              <a:gd name="connsiteY3570" fmla="*/ 641013 h 3047670"/>
              <a:gd name="connsiteX3571" fmla="*/ 1603851 w 3044273"/>
              <a:gd name="connsiteY3571" fmla="*/ 670407 h 3047670"/>
              <a:gd name="connsiteX3572" fmla="*/ 1574584 w 3044273"/>
              <a:gd name="connsiteY3572" fmla="*/ 641264 h 3047670"/>
              <a:gd name="connsiteX3573" fmla="*/ 1603726 w 3044273"/>
              <a:gd name="connsiteY3573" fmla="*/ 611870 h 3047670"/>
              <a:gd name="connsiteX3574" fmla="*/ 1518558 w 3044273"/>
              <a:gd name="connsiteY3574" fmla="*/ 608478 h 3047670"/>
              <a:gd name="connsiteX3575" fmla="*/ 1547826 w 3044273"/>
              <a:gd name="connsiteY3575" fmla="*/ 637621 h 3047670"/>
              <a:gd name="connsiteX3576" fmla="*/ 1518683 w 3044273"/>
              <a:gd name="connsiteY3576" fmla="*/ 666889 h 3047670"/>
              <a:gd name="connsiteX3577" fmla="*/ 1489416 w 3044273"/>
              <a:gd name="connsiteY3577" fmla="*/ 637746 h 3047670"/>
              <a:gd name="connsiteX3578" fmla="*/ 1518558 w 3044273"/>
              <a:gd name="connsiteY3578" fmla="*/ 608478 h 3047670"/>
              <a:gd name="connsiteX3579" fmla="*/ 2548475 w 3044273"/>
              <a:gd name="connsiteY3579" fmla="*/ 593152 h 3047670"/>
              <a:gd name="connsiteX3580" fmla="*/ 2554505 w 3044273"/>
              <a:gd name="connsiteY3580" fmla="*/ 599055 h 3047670"/>
              <a:gd name="connsiteX3581" fmla="*/ 2548601 w 3044273"/>
              <a:gd name="connsiteY3581" fmla="*/ 605084 h 3047670"/>
              <a:gd name="connsiteX3582" fmla="*/ 2542571 w 3044273"/>
              <a:gd name="connsiteY3582" fmla="*/ 599181 h 3047670"/>
              <a:gd name="connsiteX3583" fmla="*/ 2548475 w 3044273"/>
              <a:gd name="connsiteY3583" fmla="*/ 593152 h 3047670"/>
              <a:gd name="connsiteX3584" fmla="*/ 764994 w 3044273"/>
              <a:gd name="connsiteY3584" fmla="*/ 591771 h 3047670"/>
              <a:gd name="connsiteX3585" fmla="*/ 784966 w 3044273"/>
              <a:gd name="connsiteY3585" fmla="*/ 611618 h 3047670"/>
              <a:gd name="connsiteX3586" fmla="*/ 765119 w 3044273"/>
              <a:gd name="connsiteY3586" fmla="*/ 631591 h 3047670"/>
              <a:gd name="connsiteX3587" fmla="*/ 745146 w 3044273"/>
              <a:gd name="connsiteY3587" fmla="*/ 611744 h 3047670"/>
              <a:gd name="connsiteX3588" fmla="*/ 764994 w 3044273"/>
              <a:gd name="connsiteY3588" fmla="*/ 591771 h 3047670"/>
              <a:gd name="connsiteX3589" fmla="*/ 488264 w 3044273"/>
              <a:gd name="connsiteY3589" fmla="*/ 591268 h 3047670"/>
              <a:gd name="connsiteX3590" fmla="*/ 503589 w 3044273"/>
              <a:gd name="connsiteY3590" fmla="*/ 606467 h 3047670"/>
              <a:gd name="connsiteX3591" fmla="*/ 488390 w 3044273"/>
              <a:gd name="connsiteY3591" fmla="*/ 621792 h 3047670"/>
              <a:gd name="connsiteX3592" fmla="*/ 473065 w 3044273"/>
              <a:gd name="connsiteY3592" fmla="*/ 606593 h 3047670"/>
              <a:gd name="connsiteX3593" fmla="*/ 488264 w 3044273"/>
              <a:gd name="connsiteY3593" fmla="*/ 591268 h 3047670"/>
              <a:gd name="connsiteX3594" fmla="*/ 2271745 w 3044273"/>
              <a:gd name="connsiteY3594" fmla="*/ 586245 h 3047670"/>
              <a:gd name="connsiteX3595" fmla="*/ 2291717 w 3044273"/>
              <a:gd name="connsiteY3595" fmla="*/ 606093 h 3047670"/>
              <a:gd name="connsiteX3596" fmla="*/ 2271871 w 3044273"/>
              <a:gd name="connsiteY3596" fmla="*/ 626065 h 3047670"/>
              <a:gd name="connsiteX3597" fmla="*/ 2251897 w 3044273"/>
              <a:gd name="connsiteY3597" fmla="*/ 606218 h 3047670"/>
              <a:gd name="connsiteX3598" fmla="*/ 2271745 w 3044273"/>
              <a:gd name="connsiteY3598" fmla="*/ 586245 h 3047670"/>
              <a:gd name="connsiteX3599" fmla="*/ 1893519 w 3044273"/>
              <a:gd name="connsiteY3599" fmla="*/ 586119 h 3047670"/>
              <a:gd name="connsiteX3600" fmla="*/ 1918392 w 3044273"/>
              <a:gd name="connsiteY3600" fmla="*/ 610864 h 3047670"/>
              <a:gd name="connsiteX3601" fmla="*/ 1893770 w 3044273"/>
              <a:gd name="connsiteY3601" fmla="*/ 635736 h 3047670"/>
              <a:gd name="connsiteX3602" fmla="*/ 1868898 w 3044273"/>
              <a:gd name="connsiteY3602" fmla="*/ 610990 h 3047670"/>
              <a:gd name="connsiteX3603" fmla="*/ 1893519 w 3044273"/>
              <a:gd name="connsiteY3603" fmla="*/ 586119 h 3047670"/>
              <a:gd name="connsiteX3604" fmla="*/ 1143221 w 3044273"/>
              <a:gd name="connsiteY3604" fmla="*/ 585363 h 3047670"/>
              <a:gd name="connsiteX3605" fmla="*/ 1171610 w 3044273"/>
              <a:gd name="connsiteY3605" fmla="*/ 613626 h 3047670"/>
              <a:gd name="connsiteX3606" fmla="*/ 1143347 w 3044273"/>
              <a:gd name="connsiteY3606" fmla="*/ 642015 h 3047670"/>
              <a:gd name="connsiteX3607" fmla="*/ 1114958 w 3044273"/>
              <a:gd name="connsiteY3607" fmla="*/ 613752 h 3047670"/>
              <a:gd name="connsiteX3608" fmla="*/ 1143221 w 3044273"/>
              <a:gd name="connsiteY3608" fmla="*/ 585363 h 3047670"/>
              <a:gd name="connsiteX3609" fmla="*/ 948267 w 3044273"/>
              <a:gd name="connsiteY3609" fmla="*/ 579965 h 3047670"/>
              <a:gd name="connsiteX3610" fmla="*/ 970753 w 3044273"/>
              <a:gd name="connsiteY3610" fmla="*/ 602198 h 3047670"/>
              <a:gd name="connsiteX3611" fmla="*/ 948519 w 3044273"/>
              <a:gd name="connsiteY3611" fmla="*/ 624683 h 3047670"/>
              <a:gd name="connsiteX3612" fmla="*/ 926034 w 3044273"/>
              <a:gd name="connsiteY3612" fmla="*/ 602450 h 3047670"/>
              <a:gd name="connsiteX3613" fmla="*/ 948267 w 3044273"/>
              <a:gd name="connsiteY3613" fmla="*/ 579965 h 3047670"/>
              <a:gd name="connsiteX3614" fmla="*/ 2088346 w 3044273"/>
              <a:gd name="connsiteY3614" fmla="*/ 575943 h 3047670"/>
              <a:gd name="connsiteX3615" fmla="*/ 2110831 w 3044273"/>
              <a:gd name="connsiteY3615" fmla="*/ 598176 h 3047670"/>
              <a:gd name="connsiteX3616" fmla="*/ 2088598 w 3044273"/>
              <a:gd name="connsiteY3616" fmla="*/ 620661 h 3047670"/>
              <a:gd name="connsiteX3617" fmla="*/ 2066112 w 3044273"/>
              <a:gd name="connsiteY3617" fmla="*/ 598428 h 3047670"/>
              <a:gd name="connsiteX3618" fmla="*/ 2088346 w 3044273"/>
              <a:gd name="connsiteY3618" fmla="*/ 575943 h 3047670"/>
              <a:gd name="connsiteX3619" fmla="*/ 2651981 w 3044273"/>
              <a:gd name="connsiteY3619" fmla="*/ 568407 h 3047670"/>
              <a:gd name="connsiteX3620" fmla="*/ 2654242 w 3044273"/>
              <a:gd name="connsiteY3620" fmla="*/ 570669 h 3047670"/>
              <a:gd name="connsiteX3621" fmla="*/ 2651981 w 3044273"/>
              <a:gd name="connsiteY3621" fmla="*/ 572929 h 3047670"/>
              <a:gd name="connsiteX3622" fmla="*/ 2649720 w 3044273"/>
              <a:gd name="connsiteY3622" fmla="*/ 570669 h 3047670"/>
              <a:gd name="connsiteX3623" fmla="*/ 2651981 w 3044273"/>
              <a:gd name="connsiteY3623" fmla="*/ 568407 h 3047670"/>
              <a:gd name="connsiteX3624" fmla="*/ 384756 w 3044273"/>
              <a:gd name="connsiteY3624" fmla="*/ 567904 h 3047670"/>
              <a:gd name="connsiteX3625" fmla="*/ 395810 w 3044273"/>
              <a:gd name="connsiteY3625" fmla="*/ 578958 h 3047670"/>
              <a:gd name="connsiteX3626" fmla="*/ 384756 w 3044273"/>
              <a:gd name="connsiteY3626" fmla="*/ 590012 h 3047670"/>
              <a:gd name="connsiteX3627" fmla="*/ 373702 w 3044273"/>
              <a:gd name="connsiteY3627" fmla="*/ 578958 h 3047670"/>
              <a:gd name="connsiteX3628" fmla="*/ 384756 w 3044273"/>
              <a:gd name="connsiteY3628" fmla="*/ 567904 h 3047670"/>
              <a:gd name="connsiteX3629" fmla="*/ 655960 w 3044273"/>
              <a:gd name="connsiteY3629" fmla="*/ 558483 h 3047670"/>
              <a:gd name="connsiteX3630" fmla="*/ 675554 w 3044273"/>
              <a:gd name="connsiteY3630" fmla="*/ 577829 h 3047670"/>
              <a:gd name="connsiteX3631" fmla="*/ 656210 w 3044273"/>
              <a:gd name="connsiteY3631" fmla="*/ 597426 h 3047670"/>
              <a:gd name="connsiteX3632" fmla="*/ 636614 w 3044273"/>
              <a:gd name="connsiteY3632" fmla="*/ 578080 h 3047670"/>
              <a:gd name="connsiteX3633" fmla="*/ 655960 w 3044273"/>
              <a:gd name="connsiteY3633" fmla="*/ 558483 h 3047670"/>
              <a:gd name="connsiteX3634" fmla="*/ 1812749 w 3044273"/>
              <a:gd name="connsiteY3634" fmla="*/ 557102 h 3047670"/>
              <a:gd name="connsiteX3635" fmla="*/ 1839630 w 3044273"/>
              <a:gd name="connsiteY3635" fmla="*/ 583733 h 3047670"/>
              <a:gd name="connsiteX3636" fmla="*/ 1813000 w 3044273"/>
              <a:gd name="connsiteY3636" fmla="*/ 610614 h 3047670"/>
              <a:gd name="connsiteX3637" fmla="*/ 1786119 w 3044273"/>
              <a:gd name="connsiteY3637" fmla="*/ 583983 h 3047670"/>
              <a:gd name="connsiteX3638" fmla="*/ 1812749 w 3044273"/>
              <a:gd name="connsiteY3638" fmla="*/ 557102 h 3047670"/>
              <a:gd name="connsiteX3639" fmla="*/ 1223740 w 3044273"/>
              <a:gd name="connsiteY3639" fmla="*/ 556348 h 3047670"/>
              <a:gd name="connsiteX3640" fmla="*/ 1253510 w 3044273"/>
              <a:gd name="connsiteY3640" fmla="*/ 585867 h 3047670"/>
              <a:gd name="connsiteX3641" fmla="*/ 1223991 w 3044273"/>
              <a:gd name="connsiteY3641" fmla="*/ 615639 h 3047670"/>
              <a:gd name="connsiteX3642" fmla="*/ 1194220 w 3044273"/>
              <a:gd name="connsiteY3642" fmla="*/ 586119 h 3047670"/>
              <a:gd name="connsiteX3643" fmla="*/ 1223740 w 3044273"/>
              <a:gd name="connsiteY3643" fmla="*/ 556348 h 3047670"/>
              <a:gd name="connsiteX3644" fmla="*/ 2380527 w 3044273"/>
              <a:gd name="connsiteY3644" fmla="*/ 554463 h 3047670"/>
              <a:gd name="connsiteX3645" fmla="*/ 2397863 w 3044273"/>
              <a:gd name="connsiteY3645" fmla="*/ 571671 h 3047670"/>
              <a:gd name="connsiteX3646" fmla="*/ 2380654 w 3044273"/>
              <a:gd name="connsiteY3646" fmla="*/ 589006 h 3047670"/>
              <a:gd name="connsiteX3647" fmla="*/ 2363318 w 3044273"/>
              <a:gd name="connsiteY3647" fmla="*/ 571798 h 3047670"/>
              <a:gd name="connsiteX3648" fmla="*/ 2380527 w 3044273"/>
              <a:gd name="connsiteY3648" fmla="*/ 554463 h 3047670"/>
              <a:gd name="connsiteX3649" fmla="*/ 282253 w 3044273"/>
              <a:gd name="connsiteY3649" fmla="*/ 547808 h 3047670"/>
              <a:gd name="connsiteX3650" fmla="*/ 286775 w 3044273"/>
              <a:gd name="connsiteY3650" fmla="*/ 552205 h 3047670"/>
              <a:gd name="connsiteX3651" fmla="*/ 282378 w 3044273"/>
              <a:gd name="connsiteY3651" fmla="*/ 556601 h 3047670"/>
              <a:gd name="connsiteX3652" fmla="*/ 277982 w 3044273"/>
              <a:gd name="connsiteY3652" fmla="*/ 552205 h 3047670"/>
              <a:gd name="connsiteX3653" fmla="*/ 282253 w 3044273"/>
              <a:gd name="connsiteY3653" fmla="*/ 547808 h 3047670"/>
              <a:gd name="connsiteX3654" fmla="*/ 834333 w 3044273"/>
              <a:gd name="connsiteY3654" fmla="*/ 545042 h 3047670"/>
              <a:gd name="connsiteX3655" fmla="*/ 851165 w 3044273"/>
              <a:gd name="connsiteY3655" fmla="*/ 561749 h 3047670"/>
              <a:gd name="connsiteX3656" fmla="*/ 834459 w 3044273"/>
              <a:gd name="connsiteY3656" fmla="*/ 578582 h 3047670"/>
              <a:gd name="connsiteX3657" fmla="*/ 817500 w 3044273"/>
              <a:gd name="connsiteY3657" fmla="*/ 561875 h 3047670"/>
              <a:gd name="connsiteX3658" fmla="*/ 834333 w 3044273"/>
              <a:gd name="connsiteY3658" fmla="*/ 545042 h 3047670"/>
              <a:gd name="connsiteX3659" fmla="*/ 1023634 w 3044273"/>
              <a:gd name="connsiteY3659" fmla="*/ 541777 h 3047670"/>
              <a:gd name="connsiteX3660" fmla="*/ 1044110 w 3044273"/>
              <a:gd name="connsiteY3660" fmla="*/ 562126 h 3047670"/>
              <a:gd name="connsiteX3661" fmla="*/ 1023761 w 3044273"/>
              <a:gd name="connsiteY3661" fmla="*/ 582602 h 3047670"/>
              <a:gd name="connsiteX3662" fmla="*/ 1003285 w 3044273"/>
              <a:gd name="connsiteY3662" fmla="*/ 562378 h 3047670"/>
              <a:gd name="connsiteX3663" fmla="*/ 1023634 w 3044273"/>
              <a:gd name="connsiteY3663" fmla="*/ 541777 h 3047670"/>
              <a:gd name="connsiteX3664" fmla="*/ 1306395 w 3044273"/>
              <a:gd name="connsiteY3664" fmla="*/ 540897 h 3047670"/>
              <a:gd name="connsiteX3665" fmla="*/ 1330638 w 3044273"/>
              <a:gd name="connsiteY3665" fmla="*/ 564890 h 3047670"/>
              <a:gd name="connsiteX3666" fmla="*/ 1306646 w 3044273"/>
              <a:gd name="connsiteY3666" fmla="*/ 589133 h 3047670"/>
              <a:gd name="connsiteX3667" fmla="*/ 1282402 w 3044273"/>
              <a:gd name="connsiteY3667" fmla="*/ 565140 h 3047670"/>
              <a:gd name="connsiteX3668" fmla="*/ 1306395 w 3044273"/>
              <a:gd name="connsiteY3668" fmla="*/ 540897 h 3047670"/>
              <a:gd name="connsiteX3669" fmla="*/ 1729967 w 3044273"/>
              <a:gd name="connsiteY3669" fmla="*/ 540772 h 3047670"/>
              <a:gd name="connsiteX3670" fmla="*/ 1752830 w 3044273"/>
              <a:gd name="connsiteY3670" fmla="*/ 563508 h 3047670"/>
              <a:gd name="connsiteX3671" fmla="*/ 1730092 w 3044273"/>
              <a:gd name="connsiteY3671" fmla="*/ 586370 h 3047670"/>
              <a:gd name="connsiteX3672" fmla="*/ 1707231 w 3044273"/>
              <a:gd name="connsiteY3672" fmla="*/ 563633 h 3047670"/>
              <a:gd name="connsiteX3673" fmla="*/ 1729967 w 3044273"/>
              <a:gd name="connsiteY3673" fmla="*/ 540772 h 3047670"/>
              <a:gd name="connsiteX3674" fmla="*/ 2202281 w 3044273"/>
              <a:gd name="connsiteY3674" fmla="*/ 540395 h 3047670"/>
              <a:gd name="connsiteX3675" fmla="*/ 2218736 w 3044273"/>
              <a:gd name="connsiteY3675" fmla="*/ 556724 h 3047670"/>
              <a:gd name="connsiteX3676" fmla="*/ 2202407 w 3044273"/>
              <a:gd name="connsiteY3676" fmla="*/ 573180 h 3047670"/>
              <a:gd name="connsiteX3677" fmla="*/ 2185950 w 3044273"/>
              <a:gd name="connsiteY3677" fmla="*/ 556851 h 3047670"/>
              <a:gd name="connsiteX3678" fmla="*/ 2202281 w 3044273"/>
              <a:gd name="connsiteY3678" fmla="*/ 540395 h 3047670"/>
              <a:gd name="connsiteX3679" fmla="*/ 2012853 w 3044273"/>
              <a:gd name="connsiteY3679" fmla="*/ 540142 h 3047670"/>
              <a:gd name="connsiteX3680" fmla="*/ 2031570 w 3044273"/>
              <a:gd name="connsiteY3680" fmla="*/ 558607 h 3047670"/>
              <a:gd name="connsiteX3681" fmla="*/ 2012978 w 3044273"/>
              <a:gd name="connsiteY3681" fmla="*/ 577323 h 3047670"/>
              <a:gd name="connsiteX3682" fmla="*/ 1994387 w 3044273"/>
              <a:gd name="connsiteY3682" fmla="*/ 558733 h 3047670"/>
              <a:gd name="connsiteX3683" fmla="*/ 2012853 w 3044273"/>
              <a:gd name="connsiteY3683" fmla="*/ 540142 h 3047670"/>
              <a:gd name="connsiteX3684" fmla="*/ 548559 w 3044273"/>
              <a:gd name="connsiteY3684" fmla="*/ 531476 h 3047670"/>
              <a:gd name="connsiteX3685" fmla="*/ 563759 w 3044273"/>
              <a:gd name="connsiteY3685" fmla="*/ 546425 h 3047670"/>
              <a:gd name="connsiteX3686" fmla="*/ 548811 w 3044273"/>
              <a:gd name="connsiteY3686" fmla="*/ 561499 h 3047670"/>
              <a:gd name="connsiteX3687" fmla="*/ 533737 w 3044273"/>
              <a:gd name="connsiteY3687" fmla="*/ 546550 h 3047670"/>
              <a:gd name="connsiteX3688" fmla="*/ 548559 w 3044273"/>
              <a:gd name="connsiteY3688" fmla="*/ 531476 h 3047670"/>
              <a:gd name="connsiteX3689" fmla="*/ 2487677 w 3044273"/>
              <a:gd name="connsiteY3689" fmla="*/ 530094 h 3047670"/>
              <a:gd name="connsiteX3690" fmla="*/ 2497223 w 3044273"/>
              <a:gd name="connsiteY3690" fmla="*/ 539515 h 3047670"/>
              <a:gd name="connsiteX3691" fmla="*/ 2487677 w 3044273"/>
              <a:gd name="connsiteY3691" fmla="*/ 549062 h 3047670"/>
              <a:gd name="connsiteX3692" fmla="*/ 2478130 w 3044273"/>
              <a:gd name="connsiteY3692" fmla="*/ 539515 h 3047670"/>
              <a:gd name="connsiteX3693" fmla="*/ 2487677 w 3044273"/>
              <a:gd name="connsiteY3693" fmla="*/ 530094 h 3047670"/>
              <a:gd name="connsiteX3694" fmla="*/ 1390557 w 3044273"/>
              <a:gd name="connsiteY3694" fmla="*/ 527331 h 3047670"/>
              <a:gd name="connsiteX3695" fmla="*/ 1414298 w 3044273"/>
              <a:gd name="connsiteY3695" fmla="*/ 550947 h 3047670"/>
              <a:gd name="connsiteX3696" fmla="*/ 1390682 w 3044273"/>
              <a:gd name="connsiteY3696" fmla="*/ 574688 h 3047670"/>
              <a:gd name="connsiteX3697" fmla="*/ 1366941 w 3044273"/>
              <a:gd name="connsiteY3697" fmla="*/ 551072 h 3047670"/>
              <a:gd name="connsiteX3698" fmla="*/ 1390557 w 3044273"/>
              <a:gd name="connsiteY3698" fmla="*/ 527331 h 3047670"/>
              <a:gd name="connsiteX3699" fmla="*/ 1645932 w 3044273"/>
              <a:gd name="connsiteY3699" fmla="*/ 526578 h 3047670"/>
              <a:gd name="connsiteX3700" fmla="*/ 1669421 w 3044273"/>
              <a:gd name="connsiteY3700" fmla="*/ 549942 h 3047670"/>
              <a:gd name="connsiteX3701" fmla="*/ 1646057 w 3044273"/>
              <a:gd name="connsiteY3701" fmla="*/ 573432 h 3047670"/>
              <a:gd name="connsiteX3702" fmla="*/ 1622442 w 3044273"/>
              <a:gd name="connsiteY3702" fmla="*/ 550068 h 3047670"/>
              <a:gd name="connsiteX3703" fmla="*/ 1645932 w 3044273"/>
              <a:gd name="connsiteY3703" fmla="*/ 526578 h 3047670"/>
              <a:gd name="connsiteX3704" fmla="*/ 1475597 w 3044273"/>
              <a:gd name="connsiteY3704" fmla="*/ 520046 h 3047670"/>
              <a:gd name="connsiteX3705" fmla="*/ 1499338 w 3044273"/>
              <a:gd name="connsiteY3705" fmla="*/ 543662 h 3047670"/>
              <a:gd name="connsiteX3706" fmla="*/ 1475723 w 3044273"/>
              <a:gd name="connsiteY3706" fmla="*/ 567403 h 3047670"/>
              <a:gd name="connsiteX3707" fmla="*/ 1451982 w 3044273"/>
              <a:gd name="connsiteY3707" fmla="*/ 543787 h 3047670"/>
              <a:gd name="connsiteX3708" fmla="*/ 1475597 w 3044273"/>
              <a:gd name="connsiteY3708" fmla="*/ 520046 h 3047670"/>
              <a:gd name="connsiteX3709" fmla="*/ 1560766 w 3044273"/>
              <a:gd name="connsiteY3709" fmla="*/ 519794 h 3047670"/>
              <a:gd name="connsiteX3710" fmla="*/ 1584255 w 3044273"/>
              <a:gd name="connsiteY3710" fmla="*/ 543159 h 3047670"/>
              <a:gd name="connsiteX3711" fmla="*/ 1560891 w 3044273"/>
              <a:gd name="connsiteY3711" fmla="*/ 566774 h 3047670"/>
              <a:gd name="connsiteX3712" fmla="*/ 1537400 w 3044273"/>
              <a:gd name="connsiteY3712" fmla="*/ 543410 h 3047670"/>
              <a:gd name="connsiteX3713" fmla="*/ 1560766 w 3044273"/>
              <a:gd name="connsiteY3713" fmla="*/ 519794 h 3047670"/>
              <a:gd name="connsiteX3714" fmla="*/ 722412 w 3044273"/>
              <a:gd name="connsiteY3714" fmla="*/ 507985 h 3047670"/>
              <a:gd name="connsiteX3715" fmla="*/ 739118 w 3044273"/>
              <a:gd name="connsiteY3715" fmla="*/ 524566 h 3047670"/>
              <a:gd name="connsiteX3716" fmla="*/ 722537 w 3044273"/>
              <a:gd name="connsiteY3716" fmla="*/ 541273 h 3047670"/>
              <a:gd name="connsiteX3717" fmla="*/ 705956 w 3044273"/>
              <a:gd name="connsiteY3717" fmla="*/ 524692 h 3047670"/>
              <a:gd name="connsiteX3718" fmla="*/ 722412 w 3044273"/>
              <a:gd name="connsiteY3718" fmla="*/ 507985 h 3047670"/>
              <a:gd name="connsiteX3719" fmla="*/ 1934593 w 3044273"/>
              <a:gd name="connsiteY3719" fmla="*/ 505473 h 3047670"/>
              <a:gd name="connsiteX3720" fmla="*/ 1954190 w 3044273"/>
              <a:gd name="connsiteY3720" fmla="*/ 524817 h 3047670"/>
              <a:gd name="connsiteX3721" fmla="*/ 1934845 w 3044273"/>
              <a:gd name="connsiteY3721" fmla="*/ 544288 h 3047670"/>
              <a:gd name="connsiteX3722" fmla="*/ 1915249 w 3044273"/>
              <a:gd name="connsiteY3722" fmla="*/ 524944 h 3047670"/>
              <a:gd name="connsiteX3723" fmla="*/ 1934593 w 3044273"/>
              <a:gd name="connsiteY3723" fmla="*/ 505473 h 3047670"/>
              <a:gd name="connsiteX3724" fmla="*/ 1101515 w 3044273"/>
              <a:gd name="connsiteY3724" fmla="*/ 505223 h 3047670"/>
              <a:gd name="connsiteX3725" fmla="*/ 1124377 w 3044273"/>
              <a:gd name="connsiteY3725" fmla="*/ 527959 h 3047670"/>
              <a:gd name="connsiteX3726" fmla="*/ 1101640 w 3044273"/>
              <a:gd name="connsiteY3726" fmla="*/ 550821 h 3047670"/>
              <a:gd name="connsiteX3727" fmla="*/ 1078779 w 3044273"/>
              <a:gd name="connsiteY3727" fmla="*/ 528084 h 3047670"/>
              <a:gd name="connsiteX3728" fmla="*/ 1101515 w 3044273"/>
              <a:gd name="connsiteY3728" fmla="*/ 505223 h 3047670"/>
              <a:gd name="connsiteX3729" fmla="*/ 2593068 w 3044273"/>
              <a:gd name="connsiteY3729" fmla="*/ 504343 h 3047670"/>
              <a:gd name="connsiteX3730" fmla="*/ 2597717 w 3044273"/>
              <a:gd name="connsiteY3730" fmla="*/ 508991 h 3047670"/>
              <a:gd name="connsiteX3731" fmla="*/ 2593068 w 3044273"/>
              <a:gd name="connsiteY3731" fmla="*/ 513639 h 3047670"/>
              <a:gd name="connsiteX3732" fmla="*/ 2588420 w 3044273"/>
              <a:gd name="connsiteY3732" fmla="*/ 508991 h 3047670"/>
              <a:gd name="connsiteX3733" fmla="*/ 2593068 w 3044273"/>
              <a:gd name="connsiteY3733" fmla="*/ 504343 h 3047670"/>
              <a:gd name="connsiteX3734" fmla="*/ 2313826 w 3044273"/>
              <a:gd name="connsiteY3734" fmla="*/ 504094 h 3047670"/>
              <a:gd name="connsiteX3735" fmla="*/ 2328647 w 3044273"/>
              <a:gd name="connsiteY3735" fmla="*/ 518917 h 3047670"/>
              <a:gd name="connsiteX3736" fmla="*/ 2313826 w 3044273"/>
              <a:gd name="connsiteY3736" fmla="*/ 533739 h 3047670"/>
              <a:gd name="connsiteX3737" fmla="*/ 2298878 w 3044273"/>
              <a:gd name="connsiteY3737" fmla="*/ 518917 h 3047670"/>
              <a:gd name="connsiteX3738" fmla="*/ 2313826 w 3044273"/>
              <a:gd name="connsiteY3738" fmla="*/ 504094 h 3047670"/>
              <a:gd name="connsiteX3739" fmla="*/ 443169 w 3044273"/>
              <a:gd name="connsiteY3739" fmla="*/ 503715 h 3047670"/>
              <a:gd name="connsiteX3740" fmla="*/ 456233 w 3044273"/>
              <a:gd name="connsiteY3740" fmla="*/ 516779 h 3047670"/>
              <a:gd name="connsiteX3741" fmla="*/ 443169 w 3044273"/>
              <a:gd name="connsiteY3741" fmla="*/ 529843 h 3047670"/>
              <a:gd name="connsiteX3742" fmla="*/ 430105 w 3044273"/>
              <a:gd name="connsiteY3742" fmla="*/ 516779 h 3047670"/>
              <a:gd name="connsiteX3743" fmla="*/ 443169 w 3044273"/>
              <a:gd name="connsiteY3743" fmla="*/ 503715 h 3047670"/>
              <a:gd name="connsiteX3744" fmla="*/ 906561 w 3044273"/>
              <a:gd name="connsiteY3744" fmla="*/ 499945 h 3047670"/>
              <a:gd name="connsiteX3745" fmla="*/ 923395 w 3044273"/>
              <a:gd name="connsiteY3745" fmla="*/ 516652 h 3047670"/>
              <a:gd name="connsiteX3746" fmla="*/ 906688 w 3044273"/>
              <a:gd name="connsiteY3746" fmla="*/ 533485 h 3047670"/>
              <a:gd name="connsiteX3747" fmla="*/ 889855 w 3044273"/>
              <a:gd name="connsiteY3747" fmla="*/ 516778 h 3047670"/>
              <a:gd name="connsiteX3748" fmla="*/ 906561 w 3044273"/>
              <a:gd name="connsiteY3748" fmla="*/ 499945 h 3047670"/>
              <a:gd name="connsiteX3749" fmla="*/ 2129547 w 3044273"/>
              <a:gd name="connsiteY3749" fmla="*/ 495047 h 3047670"/>
              <a:gd name="connsiteX3750" fmla="*/ 2146883 w 3044273"/>
              <a:gd name="connsiteY3750" fmla="*/ 512255 h 3047670"/>
              <a:gd name="connsiteX3751" fmla="*/ 2129674 w 3044273"/>
              <a:gd name="connsiteY3751" fmla="*/ 529590 h 3047670"/>
              <a:gd name="connsiteX3752" fmla="*/ 2112339 w 3044273"/>
              <a:gd name="connsiteY3752" fmla="*/ 512382 h 3047670"/>
              <a:gd name="connsiteX3753" fmla="*/ 2129547 w 3044273"/>
              <a:gd name="connsiteY3753" fmla="*/ 495047 h 3047670"/>
              <a:gd name="connsiteX3754" fmla="*/ 338778 w 3044273"/>
              <a:gd name="connsiteY3754" fmla="*/ 483868 h 3047670"/>
              <a:gd name="connsiteX3755" fmla="*/ 343174 w 3044273"/>
              <a:gd name="connsiteY3755" fmla="*/ 488265 h 3047670"/>
              <a:gd name="connsiteX3756" fmla="*/ 338778 w 3044273"/>
              <a:gd name="connsiteY3756" fmla="*/ 492662 h 3047670"/>
              <a:gd name="connsiteX3757" fmla="*/ 334382 w 3044273"/>
              <a:gd name="connsiteY3757" fmla="*/ 488265 h 3047670"/>
              <a:gd name="connsiteX3758" fmla="*/ 338778 w 3044273"/>
              <a:gd name="connsiteY3758" fmla="*/ 483868 h 3047670"/>
              <a:gd name="connsiteX3759" fmla="*/ 1181909 w 3044273"/>
              <a:gd name="connsiteY3759" fmla="*/ 476708 h 3047670"/>
              <a:gd name="connsiteX3760" fmla="*/ 1204772 w 3044273"/>
              <a:gd name="connsiteY3760" fmla="*/ 499444 h 3047670"/>
              <a:gd name="connsiteX3761" fmla="*/ 1182034 w 3044273"/>
              <a:gd name="connsiteY3761" fmla="*/ 522306 h 3047670"/>
              <a:gd name="connsiteX3762" fmla="*/ 1159173 w 3044273"/>
              <a:gd name="connsiteY3762" fmla="*/ 499569 h 3047670"/>
              <a:gd name="connsiteX3763" fmla="*/ 1181909 w 3044273"/>
              <a:gd name="connsiteY3763" fmla="*/ 476708 h 3047670"/>
              <a:gd name="connsiteX3764" fmla="*/ 1853949 w 3044273"/>
              <a:gd name="connsiteY3764" fmla="*/ 475703 h 3047670"/>
              <a:gd name="connsiteX3765" fmla="*/ 1875555 w 3044273"/>
              <a:gd name="connsiteY3765" fmla="*/ 497057 h 3047670"/>
              <a:gd name="connsiteX3766" fmla="*/ 1854201 w 3044273"/>
              <a:gd name="connsiteY3766" fmla="*/ 518538 h 3047670"/>
              <a:gd name="connsiteX3767" fmla="*/ 1832595 w 3044273"/>
              <a:gd name="connsiteY3767" fmla="*/ 497184 h 3047670"/>
              <a:gd name="connsiteX3768" fmla="*/ 1853949 w 3044273"/>
              <a:gd name="connsiteY3768" fmla="*/ 475703 h 3047670"/>
              <a:gd name="connsiteX3769" fmla="*/ 612749 w 3044273"/>
              <a:gd name="connsiteY3769" fmla="*/ 475200 h 3047670"/>
              <a:gd name="connsiteX3770" fmla="*/ 627823 w 3044273"/>
              <a:gd name="connsiteY3770" fmla="*/ 490149 h 3047670"/>
              <a:gd name="connsiteX3771" fmla="*/ 612875 w 3044273"/>
              <a:gd name="connsiteY3771" fmla="*/ 505223 h 3047670"/>
              <a:gd name="connsiteX3772" fmla="*/ 597801 w 3044273"/>
              <a:gd name="connsiteY3772" fmla="*/ 490274 h 3047670"/>
              <a:gd name="connsiteX3773" fmla="*/ 612749 w 3044273"/>
              <a:gd name="connsiteY3773" fmla="*/ 475200 h 3047670"/>
              <a:gd name="connsiteX3774" fmla="*/ 2423111 w 3044273"/>
              <a:gd name="connsiteY3774" fmla="*/ 471056 h 3047670"/>
              <a:gd name="connsiteX3775" fmla="*/ 2435797 w 3044273"/>
              <a:gd name="connsiteY3775" fmla="*/ 483617 h 3047670"/>
              <a:gd name="connsiteX3776" fmla="*/ 2423236 w 3044273"/>
              <a:gd name="connsiteY3776" fmla="*/ 496304 h 3047670"/>
              <a:gd name="connsiteX3777" fmla="*/ 2410549 w 3044273"/>
              <a:gd name="connsiteY3777" fmla="*/ 483743 h 3047670"/>
              <a:gd name="connsiteX3778" fmla="*/ 2423111 w 3044273"/>
              <a:gd name="connsiteY3778" fmla="*/ 471056 h 3047670"/>
              <a:gd name="connsiteX3779" fmla="*/ 792251 w 3044273"/>
              <a:gd name="connsiteY3779" fmla="*/ 465781 h 3047670"/>
              <a:gd name="connsiteX3780" fmla="*/ 802049 w 3044273"/>
              <a:gd name="connsiteY3780" fmla="*/ 475453 h 3047670"/>
              <a:gd name="connsiteX3781" fmla="*/ 792378 w 3044273"/>
              <a:gd name="connsiteY3781" fmla="*/ 485252 h 3047670"/>
              <a:gd name="connsiteX3782" fmla="*/ 782580 w 3044273"/>
              <a:gd name="connsiteY3782" fmla="*/ 475578 h 3047670"/>
              <a:gd name="connsiteX3783" fmla="*/ 792251 w 3044273"/>
              <a:gd name="connsiteY3783" fmla="*/ 465781 h 3047670"/>
              <a:gd name="connsiteX3784" fmla="*/ 981929 w 3044273"/>
              <a:gd name="connsiteY3784" fmla="*/ 464524 h 3047670"/>
              <a:gd name="connsiteX3785" fmla="*/ 994365 w 3044273"/>
              <a:gd name="connsiteY3785" fmla="*/ 476833 h 3047670"/>
              <a:gd name="connsiteX3786" fmla="*/ 982056 w 3044273"/>
              <a:gd name="connsiteY3786" fmla="*/ 489269 h 3047670"/>
              <a:gd name="connsiteX3787" fmla="*/ 969620 w 3044273"/>
              <a:gd name="connsiteY3787" fmla="*/ 476958 h 3047670"/>
              <a:gd name="connsiteX3788" fmla="*/ 981929 w 3044273"/>
              <a:gd name="connsiteY3788" fmla="*/ 464524 h 3047670"/>
              <a:gd name="connsiteX3789" fmla="*/ 2053802 w 3044273"/>
              <a:gd name="connsiteY3789" fmla="*/ 464146 h 3047670"/>
              <a:gd name="connsiteX3790" fmla="*/ 2062721 w 3044273"/>
              <a:gd name="connsiteY3790" fmla="*/ 472939 h 3047670"/>
              <a:gd name="connsiteX3791" fmla="*/ 2053929 w 3044273"/>
              <a:gd name="connsiteY3791" fmla="*/ 481857 h 3047670"/>
              <a:gd name="connsiteX3792" fmla="*/ 2045010 w 3044273"/>
              <a:gd name="connsiteY3792" fmla="*/ 473065 h 3047670"/>
              <a:gd name="connsiteX3793" fmla="*/ 2053802 w 3044273"/>
              <a:gd name="connsiteY3793" fmla="*/ 464146 h 3047670"/>
              <a:gd name="connsiteX3794" fmla="*/ 2243608 w 3044273"/>
              <a:gd name="connsiteY3794" fmla="*/ 463141 h 3047670"/>
              <a:gd name="connsiteX3795" fmla="*/ 2250767 w 3044273"/>
              <a:gd name="connsiteY3795" fmla="*/ 470175 h 3047670"/>
              <a:gd name="connsiteX3796" fmla="*/ 2243733 w 3044273"/>
              <a:gd name="connsiteY3796" fmla="*/ 477335 h 3047670"/>
              <a:gd name="connsiteX3797" fmla="*/ 2236573 w 3044273"/>
              <a:gd name="connsiteY3797" fmla="*/ 470301 h 3047670"/>
              <a:gd name="connsiteX3798" fmla="*/ 2243608 w 3044273"/>
              <a:gd name="connsiteY3798" fmla="*/ 463141 h 3047670"/>
              <a:gd name="connsiteX3799" fmla="*/ 1771671 w 3044273"/>
              <a:gd name="connsiteY3799" fmla="*/ 462011 h 3047670"/>
              <a:gd name="connsiteX3800" fmla="*/ 1784985 w 3044273"/>
              <a:gd name="connsiteY3800" fmla="*/ 475202 h 3047670"/>
              <a:gd name="connsiteX3801" fmla="*/ 1771797 w 3044273"/>
              <a:gd name="connsiteY3801" fmla="*/ 488517 h 3047670"/>
              <a:gd name="connsiteX3802" fmla="*/ 1758482 w 3044273"/>
              <a:gd name="connsiteY3802" fmla="*/ 475327 h 3047670"/>
              <a:gd name="connsiteX3803" fmla="*/ 1771671 w 3044273"/>
              <a:gd name="connsiteY3803" fmla="*/ 462011 h 3047670"/>
              <a:gd name="connsiteX3804" fmla="*/ 1264063 w 3044273"/>
              <a:gd name="connsiteY3804" fmla="*/ 458494 h 3047670"/>
              <a:gd name="connsiteX3805" fmla="*/ 1282779 w 3044273"/>
              <a:gd name="connsiteY3805" fmla="*/ 476960 h 3047670"/>
              <a:gd name="connsiteX3806" fmla="*/ 1264314 w 3044273"/>
              <a:gd name="connsiteY3806" fmla="*/ 495677 h 3047670"/>
              <a:gd name="connsiteX3807" fmla="*/ 1245723 w 3044273"/>
              <a:gd name="connsiteY3807" fmla="*/ 477211 h 3047670"/>
              <a:gd name="connsiteX3808" fmla="*/ 1264063 w 3044273"/>
              <a:gd name="connsiteY3808" fmla="*/ 458494 h 3047670"/>
              <a:gd name="connsiteX3809" fmla="*/ 504846 w 3044273"/>
              <a:gd name="connsiteY3809" fmla="*/ 449952 h 3047670"/>
              <a:gd name="connsiteX3810" fmla="*/ 512886 w 3044273"/>
              <a:gd name="connsiteY3810" fmla="*/ 457866 h 3047670"/>
              <a:gd name="connsiteX3811" fmla="*/ 504972 w 3044273"/>
              <a:gd name="connsiteY3811" fmla="*/ 465906 h 3047670"/>
              <a:gd name="connsiteX3812" fmla="*/ 496932 w 3044273"/>
              <a:gd name="connsiteY3812" fmla="*/ 457992 h 3047670"/>
              <a:gd name="connsiteX3813" fmla="*/ 504846 w 3044273"/>
              <a:gd name="connsiteY3813" fmla="*/ 449952 h 3047670"/>
              <a:gd name="connsiteX3814" fmla="*/ 2530763 w 3044273"/>
              <a:gd name="connsiteY3814" fmla="*/ 448068 h 3047670"/>
              <a:gd name="connsiteX3815" fmla="*/ 2533276 w 3044273"/>
              <a:gd name="connsiteY3815" fmla="*/ 450455 h 3047670"/>
              <a:gd name="connsiteX3816" fmla="*/ 2530888 w 3044273"/>
              <a:gd name="connsiteY3816" fmla="*/ 452967 h 3047670"/>
              <a:gd name="connsiteX3817" fmla="*/ 2528501 w 3044273"/>
              <a:gd name="connsiteY3817" fmla="*/ 450580 h 3047670"/>
              <a:gd name="connsiteX3818" fmla="*/ 2530763 w 3044273"/>
              <a:gd name="connsiteY3818" fmla="*/ 448068 h 3047670"/>
              <a:gd name="connsiteX3819" fmla="*/ 1687761 w 3044273"/>
              <a:gd name="connsiteY3819" fmla="*/ 445054 h 3047670"/>
              <a:gd name="connsiteX3820" fmla="*/ 1702458 w 3044273"/>
              <a:gd name="connsiteY3820" fmla="*/ 459625 h 3047670"/>
              <a:gd name="connsiteX3821" fmla="*/ 1687886 w 3044273"/>
              <a:gd name="connsiteY3821" fmla="*/ 474322 h 3047670"/>
              <a:gd name="connsiteX3822" fmla="*/ 1673315 w 3044273"/>
              <a:gd name="connsiteY3822" fmla="*/ 459751 h 3047670"/>
              <a:gd name="connsiteX3823" fmla="*/ 1687761 w 3044273"/>
              <a:gd name="connsiteY3823" fmla="*/ 445054 h 3047670"/>
              <a:gd name="connsiteX3824" fmla="*/ 1347848 w 3044273"/>
              <a:gd name="connsiteY3824" fmla="*/ 443043 h 3047670"/>
              <a:gd name="connsiteX3825" fmla="*/ 1365810 w 3044273"/>
              <a:gd name="connsiteY3825" fmla="*/ 460880 h 3047670"/>
              <a:gd name="connsiteX3826" fmla="*/ 1347973 w 3044273"/>
              <a:gd name="connsiteY3826" fmla="*/ 478843 h 3047670"/>
              <a:gd name="connsiteX3827" fmla="*/ 1330009 w 3044273"/>
              <a:gd name="connsiteY3827" fmla="*/ 461006 h 3047670"/>
              <a:gd name="connsiteX3828" fmla="*/ 1347848 w 3044273"/>
              <a:gd name="connsiteY3828" fmla="*/ 443043 h 3047670"/>
              <a:gd name="connsiteX3829" fmla="*/ 1602972 w 3044273"/>
              <a:gd name="connsiteY3829" fmla="*/ 435506 h 3047670"/>
              <a:gd name="connsiteX3830" fmla="*/ 1618046 w 3044273"/>
              <a:gd name="connsiteY3830" fmla="*/ 450455 h 3047670"/>
              <a:gd name="connsiteX3831" fmla="*/ 1603097 w 3044273"/>
              <a:gd name="connsiteY3831" fmla="*/ 465529 h 3047670"/>
              <a:gd name="connsiteX3832" fmla="*/ 1588023 w 3044273"/>
              <a:gd name="connsiteY3832" fmla="*/ 450580 h 3047670"/>
              <a:gd name="connsiteX3833" fmla="*/ 1602972 w 3044273"/>
              <a:gd name="connsiteY3833" fmla="*/ 435506 h 3047670"/>
              <a:gd name="connsiteX3834" fmla="*/ 1432511 w 3044273"/>
              <a:gd name="connsiteY3834" fmla="*/ 434376 h 3047670"/>
              <a:gd name="connsiteX3835" fmla="*/ 1449344 w 3044273"/>
              <a:gd name="connsiteY3835" fmla="*/ 451083 h 3047670"/>
              <a:gd name="connsiteX3836" fmla="*/ 1432638 w 3044273"/>
              <a:gd name="connsiteY3836" fmla="*/ 467916 h 3047670"/>
              <a:gd name="connsiteX3837" fmla="*/ 1415804 w 3044273"/>
              <a:gd name="connsiteY3837" fmla="*/ 451209 h 3047670"/>
              <a:gd name="connsiteX3838" fmla="*/ 1432511 w 3044273"/>
              <a:gd name="connsiteY3838" fmla="*/ 434376 h 3047670"/>
              <a:gd name="connsiteX3839" fmla="*/ 1517805 w 3044273"/>
              <a:gd name="connsiteY3839" fmla="*/ 431863 h 3047670"/>
              <a:gd name="connsiteX3840" fmla="*/ 1533633 w 3044273"/>
              <a:gd name="connsiteY3840" fmla="*/ 447564 h 3047670"/>
              <a:gd name="connsiteX3841" fmla="*/ 1517931 w 3044273"/>
              <a:gd name="connsiteY3841" fmla="*/ 463392 h 3047670"/>
              <a:gd name="connsiteX3842" fmla="*/ 1502229 w 3044273"/>
              <a:gd name="connsiteY3842" fmla="*/ 447690 h 3047670"/>
              <a:gd name="connsiteX3843" fmla="*/ 1517805 w 3044273"/>
              <a:gd name="connsiteY3843" fmla="*/ 431863 h 3047670"/>
              <a:gd name="connsiteX3844" fmla="*/ 1975671 w 3044273"/>
              <a:gd name="connsiteY3844" fmla="*/ 429101 h 3047670"/>
              <a:gd name="connsiteX3845" fmla="*/ 1985721 w 3044273"/>
              <a:gd name="connsiteY3845" fmla="*/ 439024 h 3047670"/>
              <a:gd name="connsiteX3846" fmla="*/ 1975797 w 3044273"/>
              <a:gd name="connsiteY3846" fmla="*/ 448946 h 3047670"/>
              <a:gd name="connsiteX3847" fmla="*/ 1965747 w 3044273"/>
              <a:gd name="connsiteY3847" fmla="*/ 439024 h 3047670"/>
              <a:gd name="connsiteX3848" fmla="*/ 1975671 w 3044273"/>
              <a:gd name="connsiteY3848" fmla="*/ 429101 h 3047670"/>
              <a:gd name="connsiteX3849" fmla="*/ 679952 w 3044273"/>
              <a:gd name="connsiteY3849" fmla="*/ 427844 h 3047670"/>
              <a:gd name="connsiteX3850" fmla="*/ 690000 w 3044273"/>
              <a:gd name="connsiteY3850" fmla="*/ 437768 h 3047670"/>
              <a:gd name="connsiteX3851" fmla="*/ 680077 w 3044273"/>
              <a:gd name="connsiteY3851" fmla="*/ 447691 h 3047670"/>
              <a:gd name="connsiteX3852" fmla="*/ 670154 w 3044273"/>
              <a:gd name="connsiteY3852" fmla="*/ 437768 h 3047670"/>
              <a:gd name="connsiteX3853" fmla="*/ 679952 w 3044273"/>
              <a:gd name="connsiteY3853" fmla="*/ 427844 h 3047670"/>
              <a:gd name="connsiteX3854" fmla="*/ 1059938 w 3044273"/>
              <a:gd name="connsiteY3854" fmla="*/ 426714 h 3047670"/>
              <a:gd name="connsiteX3855" fmla="*/ 1075514 w 3044273"/>
              <a:gd name="connsiteY3855" fmla="*/ 442165 h 3047670"/>
              <a:gd name="connsiteX3856" fmla="*/ 1060063 w 3044273"/>
              <a:gd name="connsiteY3856" fmla="*/ 457742 h 3047670"/>
              <a:gd name="connsiteX3857" fmla="*/ 1044487 w 3044273"/>
              <a:gd name="connsiteY3857" fmla="*/ 442291 h 3047670"/>
              <a:gd name="connsiteX3858" fmla="*/ 1059938 w 3044273"/>
              <a:gd name="connsiteY3858" fmla="*/ 426714 h 3047670"/>
              <a:gd name="connsiteX3859" fmla="*/ 2355655 w 3044273"/>
              <a:gd name="connsiteY3859" fmla="*/ 425958 h 3047670"/>
              <a:gd name="connsiteX3860" fmla="*/ 2361434 w 3044273"/>
              <a:gd name="connsiteY3860" fmla="*/ 431736 h 3047670"/>
              <a:gd name="connsiteX3861" fmla="*/ 2355655 w 3044273"/>
              <a:gd name="connsiteY3861" fmla="*/ 437515 h 3047670"/>
              <a:gd name="connsiteX3862" fmla="*/ 2349877 w 3044273"/>
              <a:gd name="connsiteY3862" fmla="*/ 431736 h 3047670"/>
              <a:gd name="connsiteX3863" fmla="*/ 2355655 w 3044273"/>
              <a:gd name="connsiteY3863" fmla="*/ 425958 h 3047670"/>
              <a:gd name="connsiteX3864" fmla="*/ 398445 w 3044273"/>
              <a:gd name="connsiteY3864" fmla="*/ 422695 h 3047670"/>
              <a:gd name="connsiteX3865" fmla="*/ 403093 w 3044273"/>
              <a:gd name="connsiteY3865" fmla="*/ 427343 h 3047670"/>
              <a:gd name="connsiteX3866" fmla="*/ 398445 w 3044273"/>
              <a:gd name="connsiteY3866" fmla="*/ 431991 h 3047670"/>
              <a:gd name="connsiteX3867" fmla="*/ 393798 w 3044273"/>
              <a:gd name="connsiteY3867" fmla="*/ 427343 h 3047670"/>
              <a:gd name="connsiteX3868" fmla="*/ 398445 w 3044273"/>
              <a:gd name="connsiteY3868" fmla="*/ 422695 h 3047670"/>
              <a:gd name="connsiteX3869" fmla="*/ 865108 w 3044273"/>
              <a:gd name="connsiteY3869" fmla="*/ 420935 h 3047670"/>
              <a:gd name="connsiteX3870" fmla="*/ 875284 w 3044273"/>
              <a:gd name="connsiteY3870" fmla="*/ 431109 h 3047670"/>
              <a:gd name="connsiteX3871" fmla="*/ 865108 w 3044273"/>
              <a:gd name="connsiteY3871" fmla="*/ 441284 h 3047670"/>
              <a:gd name="connsiteX3872" fmla="*/ 854934 w 3044273"/>
              <a:gd name="connsiteY3872" fmla="*/ 431109 h 3047670"/>
              <a:gd name="connsiteX3873" fmla="*/ 865108 w 3044273"/>
              <a:gd name="connsiteY3873" fmla="*/ 420935 h 3047670"/>
              <a:gd name="connsiteX3874" fmla="*/ 2170501 w 3044273"/>
              <a:gd name="connsiteY3874" fmla="*/ 418423 h 3047670"/>
              <a:gd name="connsiteX3875" fmla="*/ 2178541 w 3044273"/>
              <a:gd name="connsiteY3875" fmla="*/ 426337 h 3047670"/>
              <a:gd name="connsiteX3876" fmla="*/ 2170626 w 3044273"/>
              <a:gd name="connsiteY3876" fmla="*/ 434377 h 3047670"/>
              <a:gd name="connsiteX3877" fmla="*/ 2162586 w 3044273"/>
              <a:gd name="connsiteY3877" fmla="*/ 426463 h 3047670"/>
              <a:gd name="connsiteX3878" fmla="*/ 2170501 w 3044273"/>
              <a:gd name="connsiteY3878" fmla="*/ 418423 h 3047670"/>
              <a:gd name="connsiteX3879" fmla="*/ 1895278 w 3044273"/>
              <a:gd name="connsiteY3879" fmla="*/ 398828 h 3047670"/>
              <a:gd name="connsiteX3880" fmla="*/ 1906835 w 3044273"/>
              <a:gd name="connsiteY3880" fmla="*/ 410258 h 3047670"/>
              <a:gd name="connsiteX3881" fmla="*/ 1895403 w 3044273"/>
              <a:gd name="connsiteY3881" fmla="*/ 421815 h 3047670"/>
              <a:gd name="connsiteX3882" fmla="*/ 1883846 w 3044273"/>
              <a:gd name="connsiteY3882" fmla="*/ 410384 h 3047670"/>
              <a:gd name="connsiteX3883" fmla="*/ 1895278 w 3044273"/>
              <a:gd name="connsiteY3883" fmla="*/ 398828 h 3047670"/>
              <a:gd name="connsiteX3884" fmla="*/ 1140080 w 3044273"/>
              <a:gd name="connsiteY3884" fmla="*/ 395184 h 3047670"/>
              <a:gd name="connsiteX3885" fmla="*/ 1158042 w 3044273"/>
              <a:gd name="connsiteY3885" fmla="*/ 413022 h 3047670"/>
              <a:gd name="connsiteX3886" fmla="*/ 1140205 w 3044273"/>
              <a:gd name="connsiteY3886" fmla="*/ 430984 h 3047670"/>
              <a:gd name="connsiteX3887" fmla="*/ 1122242 w 3044273"/>
              <a:gd name="connsiteY3887" fmla="*/ 413147 h 3047670"/>
              <a:gd name="connsiteX3888" fmla="*/ 1140080 w 3044273"/>
              <a:gd name="connsiteY3888" fmla="*/ 395184 h 3047670"/>
              <a:gd name="connsiteX3889" fmla="*/ 569786 w 3044273"/>
              <a:gd name="connsiteY3889" fmla="*/ 392924 h 3047670"/>
              <a:gd name="connsiteX3890" fmla="*/ 579584 w 3044273"/>
              <a:gd name="connsiteY3890" fmla="*/ 402595 h 3047670"/>
              <a:gd name="connsiteX3891" fmla="*/ 569911 w 3044273"/>
              <a:gd name="connsiteY3891" fmla="*/ 412393 h 3047670"/>
              <a:gd name="connsiteX3892" fmla="*/ 560115 w 3044273"/>
              <a:gd name="connsiteY3892" fmla="*/ 402722 h 3047670"/>
              <a:gd name="connsiteX3893" fmla="*/ 569786 w 3044273"/>
              <a:gd name="connsiteY3893" fmla="*/ 392924 h 3047670"/>
              <a:gd name="connsiteX3894" fmla="*/ 2465442 w 3044273"/>
              <a:gd name="connsiteY3894" fmla="*/ 391543 h 3047670"/>
              <a:gd name="connsiteX3895" fmla="*/ 2469713 w 3044273"/>
              <a:gd name="connsiteY3895" fmla="*/ 395688 h 3047670"/>
              <a:gd name="connsiteX3896" fmla="*/ 2465567 w 3044273"/>
              <a:gd name="connsiteY3896" fmla="*/ 399960 h 3047670"/>
              <a:gd name="connsiteX3897" fmla="*/ 2461297 w 3044273"/>
              <a:gd name="connsiteY3897" fmla="*/ 395815 h 3047670"/>
              <a:gd name="connsiteX3898" fmla="*/ 2465442 w 3044273"/>
              <a:gd name="connsiteY3898" fmla="*/ 391543 h 3047670"/>
              <a:gd name="connsiteX3899" fmla="*/ 750296 w 3044273"/>
              <a:gd name="connsiteY3899" fmla="*/ 379732 h 3047670"/>
              <a:gd name="connsiteX3900" fmla="*/ 760094 w 3044273"/>
              <a:gd name="connsiteY3900" fmla="*/ 389404 h 3047670"/>
              <a:gd name="connsiteX3901" fmla="*/ 750422 w 3044273"/>
              <a:gd name="connsiteY3901" fmla="*/ 399203 h 3047670"/>
              <a:gd name="connsiteX3902" fmla="*/ 740624 w 3044273"/>
              <a:gd name="connsiteY3902" fmla="*/ 389531 h 3047670"/>
              <a:gd name="connsiteX3903" fmla="*/ 750296 w 3044273"/>
              <a:gd name="connsiteY3903" fmla="*/ 379732 h 3047670"/>
              <a:gd name="connsiteX3904" fmla="*/ 940353 w 3044273"/>
              <a:gd name="connsiteY3904" fmla="*/ 378980 h 3047670"/>
              <a:gd name="connsiteX3905" fmla="*/ 952787 w 3044273"/>
              <a:gd name="connsiteY3905" fmla="*/ 391289 h 3047670"/>
              <a:gd name="connsiteX3906" fmla="*/ 940478 w 3044273"/>
              <a:gd name="connsiteY3906" fmla="*/ 403726 h 3047670"/>
              <a:gd name="connsiteX3907" fmla="*/ 928042 w 3044273"/>
              <a:gd name="connsiteY3907" fmla="*/ 391415 h 3047670"/>
              <a:gd name="connsiteX3908" fmla="*/ 940353 w 3044273"/>
              <a:gd name="connsiteY3908" fmla="*/ 378980 h 3047670"/>
              <a:gd name="connsiteX3909" fmla="*/ 2094752 w 3044273"/>
              <a:gd name="connsiteY3909" fmla="*/ 378353 h 3047670"/>
              <a:gd name="connsiteX3910" fmla="*/ 2103671 w 3044273"/>
              <a:gd name="connsiteY3910" fmla="*/ 387145 h 3047670"/>
              <a:gd name="connsiteX3911" fmla="*/ 2094879 w 3044273"/>
              <a:gd name="connsiteY3911" fmla="*/ 396064 h 3047670"/>
              <a:gd name="connsiteX3912" fmla="*/ 2085960 w 3044273"/>
              <a:gd name="connsiteY3912" fmla="*/ 387272 h 3047670"/>
              <a:gd name="connsiteX3913" fmla="*/ 2094752 w 3044273"/>
              <a:gd name="connsiteY3913" fmla="*/ 378353 h 3047670"/>
              <a:gd name="connsiteX3914" fmla="*/ 2284935 w 3044273"/>
              <a:gd name="connsiteY3914" fmla="*/ 376845 h 3047670"/>
              <a:gd name="connsiteX3915" fmla="*/ 2291971 w 3044273"/>
              <a:gd name="connsiteY3915" fmla="*/ 383879 h 3047670"/>
              <a:gd name="connsiteX3916" fmla="*/ 2284935 w 3044273"/>
              <a:gd name="connsiteY3916" fmla="*/ 391039 h 3047670"/>
              <a:gd name="connsiteX3917" fmla="*/ 2277900 w 3044273"/>
              <a:gd name="connsiteY3917" fmla="*/ 384005 h 3047670"/>
              <a:gd name="connsiteX3918" fmla="*/ 2284935 w 3044273"/>
              <a:gd name="connsiteY3918" fmla="*/ 376845 h 3047670"/>
              <a:gd name="connsiteX3919" fmla="*/ 1813126 w 3044273"/>
              <a:gd name="connsiteY3919" fmla="*/ 374206 h 3047670"/>
              <a:gd name="connsiteX3920" fmla="*/ 1826442 w 3044273"/>
              <a:gd name="connsiteY3920" fmla="*/ 387397 h 3047670"/>
              <a:gd name="connsiteX3921" fmla="*/ 1813252 w 3044273"/>
              <a:gd name="connsiteY3921" fmla="*/ 400712 h 3047670"/>
              <a:gd name="connsiteX3922" fmla="*/ 1799936 w 3044273"/>
              <a:gd name="connsiteY3922" fmla="*/ 387522 h 3047670"/>
              <a:gd name="connsiteX3923" fmla="*/ 1813126 w 3044273"/>
              <a:gd name="connsiteY3923" fmla="*/ 374206 h 3047670"/>
              <a:gd name="connsiteX3924" fmla="*/ 1222108 w 3044273"/>
              <a:gd name="connsiteY3924" fmla="*/ 370941 h 3047670"/>
              <a:gd name="connsiteX3925" fmla="*/ 1240824 w 3044273"/>
              <a:gd name="connsiteY3925" fmla="*/ 389407 h 3047670"/>
              <a:gd name="connsiteX3926" fmla="*/ 1222233 w 3044273"/>
              <a:gd name="connsiteY3926" fmla="*/ 408124 h 3047670"/>
              <a:gd name="connsiteX3927" fmla="*/ 1203517 w 3044273"/>
              <a:gd name="connsiteY3927" fmla="*/ 389658 h 3047670"/>
              <a:gd name="connsiteX3928" fmla="*/ 1222108 w 3044273"/>
              <a:gd name="connsiteY3928" fmla="*/ 370941 h 3047670"/>
              <a:gd name="connsiteX3929" fmla="*/ 461253 w 3044273"/>
              <a:gd name="connsiteY3929" fmla="*/ 366166 h 3047670"/>
              <a:gd name="connsiteX3930" fmla="*/ 464770 w 3044273"/>
              <a:gd name="connsiteY3930" fmla="*/ 369684 h 3047670"/>
              <a:gd name="connsiteX3931" fmla="*/ 461253 w 3044273"/>
              <a:gd name="connsiteY3931" fmla="*/ 373201 h 3047670"/>
              <a:gd name="connsiteX3932" fmla="*/ 457736 w 3044273"/>
              <a:gd name="connsiteY3932" fmla="*/ 369684 h 3047670"/>
              <a:gd name="connsiteX3933" fmla="*/ 461253 w 3044273"/>
              <a:gd name="connsiteY3933" fmla="*/ 366166 h 3047670"/>
              <a:gd name="connsiteX3934" fmla="*/ 1729715 w 3044273"/>
              <a:gd name="connsiteY3934" fmla="*/ 362901 h 3047670"/>
              <a:gd name="connsiteX3935" fmla="*/ 1737000 w 3044273"/>
              <a:gd name="connsiteY3935" fmla="*/ 370186 h 3047670"/>
              <a:gd name="connsiteX3936" fmla="*/ 1729715 w 3044273"/>
              <a:gd name="connsiteY3936" fmla="*/ 377472 h 3047670"/>
              <a:gd name="connsiteX3937" fmla="*/ 1722429 w 3044273"/>
              <a:gd name="connsiteY3937" fmla="*/ 370186 h 3047670"/>
              <a:gd name="connsiteX3938" fmla="*/ 1729715 w 3044273"/>
              <a:gd name="connsiteY3938" fmla="*/ 362901 h 3047670"/>
              <a:gd name="connsiteX3939" fmla="*/ 1305389 w 3044273"/>
              <a:gd name="connsiteY3939" fmla="*/ 357373 h 3047670"/>
              <a:gd name="connsiteX3940" fmla="*/ 1319835 w 3044273"/>
              <a:gd name="connsiteY3940" fmla="*/ 371692 h 3047670"/>
              <a:gd name="connsiteX3941" fmla="*/ 1305516 w 3044273"/>
              <a:gd name="connsiteY3941" fmla="*/ 386138 h 3047670"/>
              <a:gd name="connsiteX3942" fmla="*/ 1291070 w 3044273"/>
              <a:gd name="connsiteY3942" fmla="*/ 371819 h 3047670"/>
              <a:gd name="connsiteX3943" fmla="*/ 1305389 w 3044273"/>
              <a:gd name="connsiteY3943" fmla="*/ 357373 h 3047670"/>
              <a:gd name="connsiteX3944" fmla="*/ 1645303 w 3044273"/>
              <a:gd name="connsiteY3944" fmla="*/ 350464 h 3047670"/>
              <a:gd name="connsiteX3945" fmla="*/ 1653470 w 3044273"/>
              <a:gd name="connsiteY3945" fmla="*/ 358629 h 3047670"/>
              <a:gd name="connsiteX3946" fmla="*/ 1645303 w 3044273"/>
              <a:gd name="connsiteY3946" fmla="*/ 366920 h 3047670"/>
              <a:gd name="connsiteX3947" fmla="*/ 1637013 w 3044273"/>
              <a:gd name="connsiteY3947" fmla="*/ 358754 h 3047670"/>
              <a:gd name="connsiteX3948" fmla="*/ 1645303 w 3044273"/>
              <a:gd name="connsiteY3948" fmla="*/ 350464 h 3047670"/>
              <a:gd name="connsiteX3949" fmla="*/ 2016747 w 3044273"/>
              <a:gd name="connsiteY3949" fmla="*/ 349209 h 3047670"/>
              <a:gd name="connsiteX3950" fmla="*/ 2020515 w 3044273"/>
              <a:gd name="connsiteY3950" fmla="*/ 352978 h 3047670"/>
              <a:gd name="connsiteX3951" fmla="*/ 2016747 w 3044273"/>
              <a:gd name="connsiteY3951" fmla="*/ 356746 h 3047670"/>
              <a:gd name="connsiteX3952" fmla="*/ 2012978 w 3044273"/>
              <a:gd name="connsiteY3952" fmla="*/ 352978 h 3047670"/>
              <a:gd name="connsiteX3953" fmla="*/ 2016747 w 3044273"/>
              <a:gd name="connsiteY3953" fmla="*/ 349209 h 3047670"/>
              <a:gd name="connsiteX3954" fmla="*/ 1389802 w 3044273"/>
              <a:gd name="connsiteY3954" fmla="*/ 347325 h 3047670"/>
              <a:gd name="connsiteX3955" fmla="*/ 1402238 w 3044273"/>
              <a:gd name="connsiteY3955" fmla="*/ 359635 h 3047670"/>
              <a:gd name="connsiteX3956" fmla="*/ 1389928 w 3044273"/>
              <a:gd name="connsiteY3956" fmla="*/ 372071 h 3047670"/>
              <a:gd name="connsiteX3957" fmla="*/ 1377492 w 3044273"/>
              <a:gd name="connsiteY3957" fmla="*/ 359761 h 3047670"/>
              <a:gd name="connsiteX3958" fmla="*/ 1389802 w 3044273"/>
              <a:gd name="connsiteY3958" fmla="*/ 347325 h 3047670"/>
              <a:gd name="connsiteX3959" fmla="*/ 637745 w 3044273"/>
              <a:gd name="connsiteY3959" fmla="*/ 346949 h 3047670"/>
              <a:gd name="connsiteX3960" fmla="*/ 642016 w 3044273"/>
              <a:gd name="connsiteY3960" fmla="*/ 351094 h 3047670"/>
              <a:gd name="connsiteX3961" fmla="*/ 637871 w 3044273"/>
              <a:gd name="connsiteY3961" fmla="*/ 355366 h 3047670"/>
              <a:gd name="connsiteX3962" fmla="*/ 633600 w 3044273"/>
              <a:gd name="connsiteY3962" fmla="*/ 351220 h 3047670"/>
              <a:gd name="connsiteX3963" fmla="*/ 637745 w 3044273"/>
              <a:gd name="connsiteY3963" fmla="*/ 346949 h 3047670"/>
              <a:gd name="connsiteX3964" fmla="*/ 1018359 w 3044273"/>
              <a:gd name="connsiteY3964" fmla="*/ 345441 h 3047670"/>
              <a:gd name="connsiteX3965" fmla="*/ 1029414 w 3044273"/>
              <a:gd name="connsiteY3965" fmla="*/ 356495 h 3047670"/>
              <a:gd name="connsiteX3966" fmla="*/ 1018359 w 3044273"/>
              <a:gd name="connsiteY3966" fmla="*/ 367675 h 3047670"/>
              <a:gd name="connsiteX3967" fmla="*/ 1007305 w 3044273"/>
              <a:gd name="connsiteY3967" fmla="*/ 356621 h 3047670"/>
              <a:gd name="connsiteX3968" fmla="*/ 1018359 w 3044273"/>
              <a:gd name="connsiteY3968" fmla="*/ 345441 h 3047670"/>
              <a:gd name="connsiteX3969" fmla="*/ 1560137 w 3044273"/>
              <a:gd name="connsiteY3969" fmla="*/ 343179 h 3047670"/>
              <a:gd name="connsiteX3970" fmla="*/ 1570187 w 3044273"/>
              <a:gd name="connsiteY3970" fmla="*/ 353103 h 3047670"/>
              <a:gd name="connsiteX3971" fmla="*/ 1560263 w 3044273"/>
              <a:gd name="connsiteY3971" fmla="*/ 363152 h 3047670"/>
              <a:gd name="connsiteX3972" fmla="*/ 1550213 w 3044273"/>
              <a:gd name="connsiteY3972" fmla="*/ 353228 h 3047670"/>
              <a:gd name="connsiteX3973" fmla="*/ 1560137 w 3044273"/>
              <a:gd name="connsiteY3973" fmla="*/ 343179 h 3047670"/>
              <a:gd name="connsiteX3974" fmla="*/ 2397233 w 3044273"/>
              <a:gd name="connsiteY3974" fmla="*/ 342803 h 3047670"/>
              <a:gd name="connsiteX3975" fmla="*/ 2399242 w 3044273"/>
              <a:gd name="connsiteY3975" fmla="*/ 344813 h 3047670"/>
              <a:gd name="connsiteX3976" fmla="*/ 2397233 w 3044273"/>
              <a:gd name="connsiteY3976" fmla="*/ 346823 h 3047670"/>
              <a:gd name="connsiteX3977" fmla="*/ 2395223 w 3044273"/>
              <a:gd name="connsiteY3977" fmla="*/ 344813 h 3047670"/>
              <a:gd name="connsiteX3978" fmla="*/ 2397233 w 3044273"/>
              <a:gd name="connsiteY3978" fmla="*/ 342803 h 3047670"/>
              <a:gd name="connsiteX3979" fmla="*/ 823405 w 3044273"/>
              <a:gd name="connsiteY3979" fmla="*/ 341422 h 3047670"/>
              <a:gd name="connsiteX3980" fmla="*/ 827676 w 3044273"/>
              <a:gd name="connsiteY3980" fmla="*/ 345568 h 3047670"/>
              <a:gd name="connsiteX3981" fmla="*/ 823530 w 3044273"/>
              <a:gd name="connsiteY3981" fmla="*/ 349713 h 3047670"/>
              <a:gd name="connsiteX3982" fmla="*/ 819260 w 3044273"/>
              <a:gd name="connsiteY3982" fmla="*/ 345568 h 3047670"/>
              <a:gd name="connsiteX3983" fmla="*/ 823405 w 3044273"/>
              <a:gd name="connsiteY3983" fmla="*/ 341422 h 3047670"/>
              <a:gd name="connsiteX3984" fmla="*/ 1474844 w 3044273"/>
              <a:gd name="connsiteY3984" fmla="*/ 341044 h 3047670"/>
              <a:gd name="connsiteX3985" fmla="*/ 1487278 w 3044273"/>
              <a:gd name="connsiteY3985" fmla="*/ 353354 h 3047670"/>
              <a:gd name="connsiteX3986" fmla="*/ 1474969 w 3044273"/>
              <a:gd name="connsiteY3986" fmla="*/ 365790 h 3047670"/>
              <a:gd name="connsiteX3987" fmla="*/ 1462533 w 3044273"/>
              <a:gd name="connsiteY3987" fmla="*/ 353480 h 3047670"/>
              <a:gd name="connsiteX3988" fmla="*/ 1474844 w 3044273"/>
              <a:gd name="connsiteY3988" fmla="*/ 341044 h 3047670"/>
              <a:gd name="connsiteX3989" fmla="*/ 2211576 w 3044273"/>
              <a:gd name="connsiteY3989" fmla="*/ 337652 h 3047670"/>
              <a:gd name="connsiteX3990" fmla="*/ 2214464 w 3044273"/>
              <a:gd name="connsiteY3990" fmla="*/ 340542 h 3047670"/>
              <a:gd name="connsiteX3991" fmla="*/ 2211576 w 3044273"/>
              <a:gd name="connsiteY3991" fmla="*/ 343431 h 3047670"/>
              <a:gd name="connsiteX3992" fmla="*/ 2208686 w 3044273"/>
              <a:gd name="connsiteY3992" fmla="*/ 340542 h 3047670"/>
              <a:gd name="connsiteX3993" fmla="*/ 2211576 w 3044273"/>
              <a:gd name="connsiteY3993" fmla="*/ 337652 h 3047670"/>
              <a:gd name="connsiteX3994" fmla="*/ 1936605 w 3044273"/>
              <a:gd name="connsiteY3994" fmla="*/ 319187 h 3047670"/>
              <a:gd name="connsiteX3995" fmla="*/ 1941252 w 3044273"/>
              <a:gd name="connsiteY3995" fmla="*/ 323835 h 3047670"/>
              <a:gd name="connsiteX3996" fmla="*/ 1936605 w 3044273"/>
              <a:gd name="connsiteY3996" fmla="*/ 328483 h 3047670"/>
              <a:gd name="connsiteX3997" fmla="*/ 1931957 w 3044273"/>
              <a:gd name="connsiteY3997" fmla="*/ 323835 h 3047670"/>
              <a:gd name="connsiteX3998" fmla="*/ 1936605 w 3044273"/>
              <a:gd name="connsiteY3998" fmla="*/ 319187 h 3047670"/>
              <a:gd name="connsiteX3999" fmla="*/ 1098125 w 3044273"/>
              <a:gd name="connsiteY3999" fmla="*/ 315921 h 3047670"/>
              <a:gd name="connsiteX4000" fmla="*/ 1109305 w 3044273"/>
              <a:gd name="connsiteY4000" fmla="*/ 326975 h 3047670"/>
              <a:gd name="connsiteX4001" fmla="*/ 1098250 w 3044273"/>
              <a:gd name="connsiteY4001" fmla="*/ 338029 h 3047670"/>
              <a:gd name="connsiteX4002" fmla="*/ 1087196 w 3044273"/>
              <a:gd name="connsiteY4002" fmla="*/ 326975 h 3047670"/>
              <a:gd name="connsiteX4003" fmla="*/ 1098125 w 3044273"/>
              <a:gd name="connsiteY4003" fmla="*/ 315921 h 3047670"/>
              <a:gd name="connsiteX4004" fmla="*/ 527075 w 3044273"/>
              <a:gd name="connsiteY4004" fmla="*/ 311900 h 3047670"/>
              <a:gd name="connsiteX4005" fmla="*/ 530592 w 3044273"/>
              <a:gd name="connsiteY4005" fmla="*/ 315418 h 3047670"/>
              <a:gd name="connsiteX4006" fmla="*/ 527075 w 3044273"/>
              <a:gd name="connsiteY4006" fmla="*/ 318935 h 3047670"/>
              <a:gd name="connsiteX4007" fmla="*/ 523558 w 3044273"/>
              <a:gd name="connsiteY4007" fmla="*/ 315418 h 3047670"/>
              <a:gd name="connsiteX4008" fmla="*/ 527075 w 3044273"/>
              <a:gd name="connsiteY4008" fmla="*/ 311900 h 3047670"/>
              <a:gd name="connsiteX4009" fmla="*/ 898899 w 3044273"/>
              <a:gd name="connsiteY4009" fmla="*/ 301727 h 3047670"/>
              <a:gd name="connsiteX4010" fmla="*/ 903170 w 3044273"/>
              <a:gd name="connsiteY4010" fmla="*/ 305872 h 3047670"/>
              <a:gd name="connsiteX4011" fmla="*/ 899024 w 3044273"/>
              <a:gd name="connsiteY4011" fmla="*/ 310144 h 3047670"/>
              <a:gd name="connsiteX4012" fmla="*/ 894754 w 3044273"/>
              <a:gd name="connsiteY4012" fmla="*/ 305999 h 3047670"/>
              <a:gd name="connsiteX4013" fmla="*/ 898899 w 3044273"/>
              <a:gd name="connsiteY4013" fmla="*/ 301727 h 3047670"/>
              <a:gd name="connsiteX4014" fmla="*/ 708467 w 3044273"/>
              <a:gd name="connsiteY4014" fmla="*/ 299214 h 3047670"/>
              <a:gd name="connsiteX4015" fmla="*/ 712738 w 3044273"/>
              <a:gd name="connsiteY4015" fmla="*/ 303359 h 3047670"/>
              <a:gd name="connsiteX4016" fmla="*/ 708593 w 3044273"/>
              <a:gd name="connsiteY4016" fmla="*/ 307630 h 3047670"/>
              <a:gd name="connsiteX4017" fmla="*/ 704322 w 3044273"/>
              <a:gd name="connsiteY4017" fmla="*/ 303485 h 3047670"/>
              <a:gd name="connsiteX4018" fmla="*/ 708467 w 3044273"/>
              <a:gd name="connsiteY4018" fmla="*/ 299214 h 3047670"/>
              <a:gd name="connsiteX4019" fmla="*/ 2135829 w 3044273"/>
              <a:gd name="connsiteY4019" fmla="*/ 298335 h 3047670"/>
              <a:gd name="connsiteX4020" fmla="*/ 2138971 w 3044273"/>
              <a:gd name="connsiteY4020" fmla="*/ 301475 h 3047670"/>
              <a:gd name="connsiteX4021" fmla="*/ 2135829 w 3044273"/>
              <a:gd name="connsiteY4021" fmla="*/ 304616 h 3047670"/>
              <a:gd name="connsiteX4022" fmla="*/ 2132689 w 3044273"/>
              <a:gd name="connsiteY4022" fmla="*/ 301475 h 3047670"/>
              <a:gd name="connsiteX4023" fmla="*/ 2135829 w 3044273"/>
              <a:gd name="connsiteY4023" fmla="*/ 298335 h 3047670"/>
              <a:gd name="connsiteX4024" fmla="*/ 2326260 w 3044273"/>
              <a:gd name="connsiteY4024" fmla="*/ 295320 h 3047670"/>
              <a:gd name="connsiteX4025" fmla="*/ 2328647 w 3044273"/>
              <a:gd name="connsiteY4025" fmla="*/ 297708 h 3047670"/>
              <a:gd name="connsiteX4026" fmla="*/ 2326260 w 3044273"/>
              <a:gd name="connsiteY4026" fmla="*/ 300095 h 3047670"/>
              <a:gd name="connsiteX4027" fmla="*/ 2323748 w 3044273"/>
              <a:gd name="connsiteY4027" fmla="*/ 297708 h 3047670"/>
              <a:gd name="connsiteX4028" fmla="*/ 2326260 w 3044273"/>
              <a:gd name="connsiteY4028" fmla="*/ 295320 h 3047670"/>
              <a:gd name="connsiteX4029" fmla="*/ 1854579 w 3044273"/>
              <a:gd name="connsiteY4029" fmla="*/ 293687 h 3047670"/>
              <a:gd name="connsiteX4030" fmla="*/ 1860859 w 3044273"/>
              <a:gd name="connsiteY4030" fmla="*/ 299842 h 3047670"/>
              <a:gd name="connsiteX4031" fmla="*/ 1854704 w 3044273"/>
              <a:gd name="connsiteY4031" fmla="*/ 305998 h 3047670"/>
              <a:gd name="connsiteX4032" fmla="*/ 1848549 w 3044273"/>
              <a:gd name="connsiteY4032" fmla="*/ 299842 h 3047670"/>
              <a:gd name="connsiteX4033" fmla="*/ 1854579 w 3044273"/>
              <a:gd name="connsiteY4033" fmla="*/ 293687 h 3047670"/>
              <a:gd name="connsiteX4034" fmla="*/ 1179900 w 3044273"/>
              <a:gd name="connsiteY4034" fmla="*/ 287658 h 3047670"/>
              <a:gd name="connsiteX4035" fmla="*/ 1194597 w 3044273"/>
              <a:gd name="connsiteY4035" fmla="*/ 302229 h 3047670"/>
              <a:gd name="connsiteX4036" fmla="*/ 1180025 w 3044273"/>
              <a:gd name="connsiteY4036" fmla="*/ 316926 h 3047670"/>
              <a:gd name="connsiteX4037" fmla="*/ 1165329 w 3044273"/>
              <a:gd name="connsiteY4037" fmla="*/ 302355 h 3047670"/>
              <a:gd name="connsiteX4038" fmla="*/ 1179900 w 3044273"/>
              <a:gd name="connsiteY4038" fmla="*/ 287658 h 3047670"/>
              <a:gd name="connsiteX4039" fmla="*/ 1771546 w 3044273"/>
              <a:gd name="connsiteY4039" fmla="*/ 279116 h 3047670"/>
              <a:gd name="connsiteX4040" fmla="*/ 1773555 w 3044273"/>
              <a:gd name="connsiteY4040" fmla="*/ 281126 h 3047670"/>
              <a:gd name="connsiteX4041" fmla="*/ 1771546 w 3044273"/>
              <a:gd name="connsiteY4041" fmla="*/ 283136 h 3047670"/>
              <a:gd name="connsiteX4042" fmla="*/ 1769536 w 3044273"/>
              <a:gd name="connsiteY4042" fmla="*/ 281126 h 3047670"/>
              <a:gd name="connsiteX4043" fmla="*/ 1771546 w 3044273"/>
              <a:gd name="connsiteY4043" fmla="*/ 279116 h 3047670"/>
              <a:gd name="connsiteX4044" fmla="*/ 1262933 w 3044273"/>
              <a:gd name="connsiteY4044" fmla="*/ 270197 h 3047670"/>
              <a:gd name="connsiteX4045" fmla="*/ 1275870 w 3044273"/>
              <a:gd name="connsiteY4045" fmla="*/ 283010 h 3047670"/>
              <a:gd name="connsiteX4046" fmla="*/ 1263058 w 3044273"/>
              <a:gd name="connsiteY4046" fmla="*/ 295948 h 3047670"/>
              <a:gd name="connsiteX4047" fmla="*/ 1250119 w 3044273"/>
              <a:gd name="connsiteY4047" fmla="*/ 283136 h 3047670"/>
              <a:gd name="connsiteX4048" fmla="*/ 1262933 w 3044273"/>
              <a:gd name="connsiteY4048" fmla="*/ 270197 h 3047670"/>
              <a:gd name="connsiteX4049" fmla="*/ 976780 w 3044273"/>
              <a:gd name="connsiteY4049" fmla="*/ 268061 h 3047670"/>
              <a:gd name="connsiteX4050" fmla="*/ 979669 w 3044273"/>
              <a:gd name="connsiteY4050" fmla="*/ 270951 h 3047670"/>
              <a:gd name="connsiteX4051" fmla="*/ 976780 w 3044273"/>
              <a:gd name="connsiteY4051" fmla="*/ 273839 h 3047670"/>
              <a:gd name="connsiteX4052" fmla="*/ 973891 w 3044273"/>
              <a:gd name="connsiteY4052" fmla="*/ 270951 h 3047670"/>
              <a:gd name="connsiteX4053" fmla="*/ 976780 w 3044273"/>
              <a:gd name="connsiteY4053" fmla="*/ 268061 h 3047670"/>
              <a:gd name="connsiteX4054" fmla="*/ 2057698 w 3044273"/>
              <a:gd name="connsiteY4054" fmla="*/ 266178 h 3047670"/>
              <a:gd name="connsiteX4055" fmla="*/ 2058577 w 3044273"/>
              <a:gd name="connsiteY4055" fmla="*/ 267058 h 3047670"/>
              <a:gd name="connsiteX4056" fmla="*/ 2057698 w 3044273"/>
              <a:gd name="connsiteY4056" fmla="*/ 267937 h 3047670"/>
              <a:gd name="connsiteX4057" fmla="*/ 2056818 w 3044273"/>
              <a:gd name="connsiteY4057" fmla="*/ 267058 h 3047670"/>
              <a:gd name="connsiteX4058" fmla="*/ 2057698 w 3044273"/>
              <a:gd name="connsiteY4058" fmla="*/ 266178 h 3047670"/>
              <a:gd name="connsiteX4059" fmla="*/ 1687133 w 3044273"/>
              <a:gd name="connsiteY4059" fmla="*/ 265549 h 3047670"/>
              <a:gd name="connsiteX4060" fmla="*/ 1689645 w 3044273"/>
              <a:gd name="connsiteY4060" fmla="*/ 267936 h 3047670"/>
              <a:gd name="connsiteX4061" fmla="*/ 1687259 w 3044273"/>
              <a:gd name="connsiteY4061" fmla="*/ 270323 h 3047670"/>
              <a:gd name="connsiteX4062" fmla="*/ 1684872 w 3044273"/>
              <a:gd name="connsiteY4062" fmla="*/ 267936 h 3047670"/>
              <a:gd name="connsiteX4063" fmla="*/ 1687133 w 3044273"/>
              <a:gd name="connsiteY4063" fmla="*/ 265549 h 3047670"/>
              <a:gd name="connsiteX4064" fmla="*/ 595659 w 3044273"/>
              <a:gd name="connsiteY4064" fmla="*/ 263414 h 3047670"/>
              <a:gd name="connsiteX4065" fmla="*/ 596790 w 3044273"/>
              <a:gd name="connsiteY4065" fmla="*/ 264544 h 3047670"/>
              <a:gd name="connsiteX4066" fmla="*/ 595659 w 3044273"/>
              <a:gd name="connsiteY4066" fmla="*/ 265675 h 3047670"/>
              <a:gd name="connsiteX4067" fmla="*/ 594530 w 3044273"/>
              <a:gd name="connsiteY4067" fmla="*/ 264544 h 3047670"/>
              <a:gd name="connsiteX4068" fmla="*/ 595659 w 3044273"/>
              <a:gd name="connsiteY4068" fmla="*/ 263414 h 3047670"/>
              <a:gd name="connsiteX4069" fmla="*/ 781825 w 3044273"/>
              <a:gd name="connsiteY4069" fmla="*/ 258767 h 3047670"/>
              <a:gd name="connsiteX4070" fmla="*/ 782956 w 3044273"/>
              <a:gd name="connsiteY4070" fmla="*/ 259897 h 3047670"/>
              <a:gd name="connsiteX4071" fmla="*/ 781825 w 3044273"/>
              <a:gd name="connsiteY4071" fmla="*/ 261028 h 3047670"/>
              <a:gd name="connsiteX4072" fmla="*/ 780695 w 3044273"/>
              <a:gd name="connsiteY4072" fmla="*/ 259897 h 3047670"/>
              <a:gd name="connsiteX4073" fmla="*/ 781825 w 3044273"/>
              <a:gd name="connsiteY4073" fmla="*/ 258767 h 3047670"/>
              <a:gd name="connsiteX4074" fmla="*/ 1347093 w 3044273"/>
              <a:gd name="connsiteY4074" fmla="*/ 256884 h 3047670"/>
              <a:gd name="connsiteX4075" fmla="*/ 1359530 w 3044273"/>
              <a:gd name="connsiteY4075" fmla="*/ 269193 h 3047670"/>
              <a:gd name="connsiteX4076" fmla="*/ 1347219 w 3044273"/>
              <a:gd name="connsiteY4076" fmla="*/ 281629 h 3047670"/>
              <a:gd name="connsiteX4077" fmla="*/ 1334784 w 3044273"/>
              <a:gd name="connsiteY4077" fmla="*/ 269193 h 3047670"/>
              <a:gd name="connsiteX4078" fmla="*/ 1347093 w 3044273"/>
              <a:gd name="connsiteY4078" fmla="*/ 256884 h 3047670"/>
              <a:gd name="connsiteX4079" fmla="*/ 1602469 w 3044273"/>
              <a:gd name="connsiteY4079" fmla="*/ 256253 h 3047670"/>
              <a:gd name="connsiteX4080" fmla="*/ 1606237 w 3044273"/>
              <a:gd name="connsiteY4080" fmla="*/ 260022 h 3047670"/>
              <a:gd name="connsiteX4081" fmla="*/ 1602469 w 3044273"/>
              <a:gd name="connsiteY4081" fmla="*/ 263790 h 3047670"/>
              <a:gd name="connsiteX4082" fmla="*/ 1598700 w 3044273"/>
              <a:gd name="connsiteY4082" fmla="*/ 260022 h 3047670"/>
              <a:gd name="connsiteX4083" fmla="*/ 1602469 w 3044273"/>
              <a:gd name="connsiteY4083" fmla="*/ 256253 h 3047670"/>
              <a:gd name="connsiteX4084" fmla="*/ 1517176 w 3044273"/>
              <a:gd name="connsiteY4084" fmla="*/ 250978 h 3047670"/>
              <a:gd name="connsiteX4085" fmla="*/ 1523833 w 3044273"/>
              <a:gd name="connsiteY4085" fmla="*/ 257635 h 3047670"/>
              <a:gd name="connsiteX4086" fmla="*/ 1517176 w 3044273"/>
              <a:gd name="connsiteY4086" fmla="*/ 264294 h 3047670"/>
              <a:gd name="connsiteX4087" fmla="*/ 1510518 w 3044273"/>
              <a:gd name="connsiteY4087" fmla="*/ 257635 h 3047670"/>
              <a:gd name="connsiteX4088" fmla="*/ 1517176 w 3044273"/>
              <a:gd name="connsiteY4088" fmla="*/ 250978 h 3047670"/>
              <a:gd name="connsiteX4089" fmla="*/ 1431883 w 3044273"/>
              <a:gd name="connsiteY4089" fmla="*/ 250351 h 3047670"/>
              <a:gd name="connsiteX4090" fmla="*/ 1442310 w 3044273"/>
              <a:gd name="connsiteY4090" fmla="*/ 260650 h 3047670"/>
              <a:gd name="connsiteX4091" fmla="*/ 1432010 w 3044273"/>
              <a:gd name="connsiteY4091" fmla="*/ 271076 h 3047670"/>
              <a:gd name="connsiteX4092" fmla="*/ 1421583 w 3044273"/>
              <a:gd name="connsiteY4092" fmla="*/ 260650 h 3047670"/>
              <a:gd name="connsiteX4093" fmla="*/ 1431883 w 3044273"/>
              <a:gd name="connsiteY4093" fmla="*/ 250351 h 3047670"/>
              <a:gd name="connsiteX4094" fmla="*/ 1977807 w 3044273"/>
              <a:gd name="connsiteY4094" fmla="*/ 236532 h 3047670"/>
              <a:gd name="connsiteX4095" fmla="*/ 1978686 w 3044273"/>
              <a:gd name="connsiteY4095" fmla="*/ 237412 h 3047670"/>
              <a:gd name="connsiteX4096" fmla="*/ 1977807 w 3044273"/>
              <a:gd name="connsiteY4096" fmla="*/ 238291 h 3047670"/>
              <a:gd name="connsiteX4097" fmla="*/ 1976927 w 3044273"/>
              <a:gd name="connsiteY4097" fmla="*/ 237412 h 3047670"/>
              <a:gd name="connsiteX4098" fmla="*/ 1977807 w 3044273"/>
              <a:gd name="connsiteY4098" fmla="*/ 236532 h 3047670"/>
              <a:gd name="connsiteX4099" fmla="*/ 1056420 w 3044273"/>
              <a:gd name="connsiteY4099" fmla="*/ 234398 h 3047670"/>
              <a:gd name="connsiteX4100" fmla="*/ 1062827 w 3044273"/>
              <a:gd name="connsiteY4100" fmla="*/ 240804 h 3047670"/>
              <a:gd name="connsiteX4101" fmla="*/ 1056420 w 3044273"/>
              <a:gd name="connsiteY4101" fmla="*/ 247209 h 3047670"/>
              <a:gd name="connsiteX4102" fmla="*/ 1050014 w 3044273"/>
              <a:gd name="connsiteY4102" fmla="*/ 240804 h 3047670"/>
              <a:gd name="connsiteX4103" fmla="*/ 1056420 w 3044273"/>
              <a:gd name="connsiteY4103" fmla="*/ 234398 h 3047670"/>
              <a:gd name="connsiteX4104" fmla="*/ 857446 w 3044273"/>
              <a:gd name="connsiteY4104" fmla="*/ 219073 h 3047670"/>
              <a:gd name="connsiteX4105" fmla="*/ 858827 w 3044273"/>
              <a:gd name="connsiteY4105" fmla="*/ 220455 h 3047670"/>
              <a:gd name="connsiteX4106" fmla="*/ 857571 w 3044273"/>
              <a:gd name="connsiteY4106" fmla="*/ 221836 h 3047670"/>
              <a:gd name="connsiteX4107" fmla="*/ 856189 w 3044273"/>
              <a:gd name="connsiteY4107" fmla="*/ 220455 h 3047670"/>
              <a:gd name="connsiteX4108" fmla="*/ 857446 w 3044273"/>
              <a:gd name="connsiteY4108" fmla="*/ 219073 h 3047670"/>
              <a:gd name="connsiteX4109" fmla="*/ 1896282 w 3044273"/>
              <a:gd name="connsiteY4109" fmla="*/ 211284 h 3047670"/>
              <a:gd name="connsiteX4110" fmla="*/ 1897665 w 3044273"/>
              <a:gd name="connsiteY4110" fmla="*/ 212540 h 3047670"/>
              <a:gd name="connsiteX4111" fmla="*/ 1896282 w 3044273"/>
              <a:gd name="connsiteY4111" fmla="*/ 213921 h 3047670"/>
              <a:gd name="connsiteX4112" fmla="*/ 1894900 w 3044273"/>
              <a:gd name="connsiteY4112" fmla="*/ 212540 h 3047670"/>
              <a:gd name="connsiteX4113" fmla="*/ 1896282 w 3044273"/>
              <a:gd name="connsiteY4113" fmla="*/ 211284 h 3047670"/>
              <a:gd name="connsiteX4114" fmla="*/ 1137822 w 3044273"/>
              <a:gd name="connsiteY4114" fmla="*/ 204375 h 3047670"/>
              <a:gd name="connsiteX4115" fmla="*/ 1148625 w 3044273"/>
              <a:gd name="connsiteY4115" fmla="*/ 215177 h 3047670"/>
              <a:gd name="connsiteX4116" fmla="*/ 1137822 w 3044273"/>
              <a:gd name="connsiteY4116" fmla="*/ 226106 h 3047670"/>
              <a:gd name="connsiteX4117" fmla="*/ 1127018 w 3044273"/>
              <a:gd name="connsiteY4117" fmla="*/ 215304 h 3047670"/>
              <a:gd name="connsiteX4118" fmla="*/ 1137822 w 3044273"/>
              <a:gd name="connsiteY4118" fmla="*/ 204375 h 3047670"/>
              <a:gd name="connsiteX4119" fmla="*/ 1813251 w 3044273"/>
              <a:gd name="connsiteY4119" fmla="*/ 190684 h 3047670"/>
              <a:gd name="connsiteX4120" fmla="*/ 1815261 w 3044273"/>
              <a:gd name="connsiteY4120" fmla="*/ 192694 h 3047670"/>
              <a:gd name="connsiteX4121" fmla="*/ 1813251 w 3044273"/>
              <a:gd name="connsiteY4121" fmla="*/ 194704 h 3047670"/>
              <a:gd name="connsiteX4122" fmla="*/ 1811241 w 3044273"/>
              <a:gd name="connsiteY4122" fmla="*/ 192694 h 3047670"/>
              <a:gd name="connsiteX4123" fmla="*/ 1813251 w 3044273"/>
              <a:gd name="connsiteY4123" fmla="*/ 190684 h 3047670"/>
              <a:gd name="connsiteX4124" fmla="*/ 935201 w 3044273"/>
              <a:gd name="connsiteY4124" fmla="*/ 183900 h 3047670"/>
              <a:gd name="connsiteX4125" fmla="*/ 936456 w 3044273"/>
              <a:gd name="connsiteY4125" fmla="*/ 185282 h 3047670"/>
              <a:gd name="connsiteX4126" fmla="*/ 935201 w 3044273"/>
              <a:gd name="connsiteY4126" fmla="*/ 186663 h 3047670"/>
              <a:gd name="connsiteX4127" fmla="*/ 933820 w 3044273"/>
              <a:gd name="connsiteY4127" fmla="*/ 185408 h 3047670"/>
              <a:gd name="connsiteX4128" fmla="*/ 935201 w 3044273"/>
              <a:gd name="connsiteY4128" fmla="*/ 183900 h 3047670"/>
              <a:gd name="connsiteX4129" fmla="*/ 1220598 w 3044273"/>
              <a:gd name="connsiteY4129" fmla="*/ 181889 h 3047670"/>
              <a:gd name="connsiteX4130" fmla="*/ 1233537 w 3044273"/>
              <a:gd name="connsiteY4130" fmla="*/ 194702 h 3047670"/>
              <a:gd name="connsiteX4131" fmla="*/ 1220725 w 3044273"/>
              <a:gd name="connsiteY4131" fmla="*/ 207640 h 3047670"/>
              <a:gd name="connsiteX4132" fmla="*/ 1207786 w 3044273"/>
              <a:gd name="connsiteY4132" fmla="*/ 194828 h 3047670"/>
              <a:gd name="connsiteX4133" fmla="*/ 1220598 w 3044273"/>
              <a:gd name="connsiteY4133" fmla="*/ 181889 h 3047670"/>
              <a:gd name="connsiteX4134" fmla="*/ 1729341 w 3044273"/>
              <a:gd name="connsiteY4134" fmla="*/ 176865 h 3047670"/>
              <a:gd name="connsiteX4135" fmla="*/ 1730220 w 3044273"/>
              <a:gd name="connsiteY4135" fmla="*/ 177745 h 3047670"/>
              <a:gd name="connsiteX4136" fmla="*/ 1729341 w 3044273"/>
              <a:gd name="connsiteY4136" fmla="*/ 178625 h 3047670"/>
              <a:gd name="connsiteX4137" fmla="*/ 1728461 w 3044273"/>
              <a:gd name="connsiteY4137" fmla="*/ 177745 h 3047670"/>
              <a:gd name="connsiteX4138" fmla="*/ 1729341 w 3044273"/>
              <a:gd name="connsiteY4138" fmla="*/ 176865 h 3047670"/>
              <a:gd name="connsiteX4139" fmla="*/ 1304509 w 3044273"/>
              <a:gd name="connsiteY4139" fmla="*/ 169956 h 3047670"/>
              <a:gd name="connsiteX4140" fmla="*/ 1313806 w 3044273"/>
              <a:gd name="connsiteY4140" fmla="*/ 179253 h 3047670"/>
              <a:gd name="connsiteX4141" fmla="*/ 1304509 w 3044273"/>
              <a:gd name="connsiteY4141" fmla="*/ 188547 h 3047670"/>
              <a:gd name="connsiteX4142" fmla="*/ 1295214 w 3044273"/>
              <a:gd name="connsiteY4142" fmla="*/ 179253 h 3047670"/>
              <a:gd name="connsiteX4143" fmla="*/ 1304509 w 3044273"/>
              <a:gd name="connsiteY4143" fmla="*/ 169956 h 3047670"/>
              <a:gd name="connsiteX4144" fmla="*/ 1644550 w 3044273"/>
              <a:gd name="connsiteY4144" fmla="*/ 165435 h 3047670"/>
              <a:gd name="connsiteX4145" fmla="*/ 1646938 w 3044273"/>
              <a:gd name="connsiteY4145" fmla="*/ 167822 h 3047670"/>
              <a:gd name="connsiteX4146" fmla="*/ 1644550 w 3044273"/>
              <a:gd name="connsiteY4146" fmla="*/ 170209 h 3047670"/>
              <a:gd name="connsiteX4147" fmla="*/ 1642163 w 3044273"/>
              <a:gd name="connsiteY4147" fmla="*/ 167822 h 3047670"/>
              <a:gd name="connsiteX4148" fmla="*/ 1644550 w 3044273"/>
              <a:gd name="connsiteY4148" fmla="*/ 165435 h 3047670"/>
              <a:gd name="connsiteX4149" fmla="*/ 1389050 w 3044273"/>
              <a:gd name="connsiteY4149" fmla="*/ 160788 h 3047670"/>
              <a:gd name="connsiteX4150" fmla="*/ 1397090 w 3044273"/>
              <a:gd name="connsiteY4150" fmla="*/ 168703 h 3047670"/>
              <a:gd name="connsiteX4151" fmla="*/ 1389175 w 3044273"/>
              <a:gd name="connsiteY4151" fmla="*/ 176743 h 3047670"/>
              <a:gd name="connsiteX4152" fmla="*/ 1381135 w 3044273"/>
              <a:gd name="connsiteY4152" fmla="*/ 168828 h 3047670"/>
              <a:gd name="connsiteX4153" fmla="*/ 1389050 w 3044273"/>
              <a:gd name="connsiteY4153" fmla="*/ 160788 h 3047670"/>
              <a:gd name="connsiteX4154" fmla="*/ 1559509 w 3044273"/>
              <a:gd name="connsiteY4154" fmla="*/ 158275 h 3047670"/>
              <a:gd name="connsiteX4155" fmla="*/ 1564407 w 3044273"/>
              <a:gd name="connsiteY4155" fmla="*/ 163048 h 3047670"/>
              <a:gd name="connsiteX4156" fmla="*/ 1559509 w 3044273"/>
              <a:gd name="connsiteY4156" fmla="*/ 167947 h 3047670"/>
              <a:gd name="connsiteX4157" fmla="*/ 1554610 w 3044273"/>
              <a:gd name="connsiteY4157" fmla="*/ 163048 h 3047670"/>
              <a:gd name="connsiteX4158" fmla="*/ 1559509 w 3044273"/>
              <a:gd name="connsiteY4158" fmla="*/ 158275 h 3047670"/>
              <a:gd name="connsiteX4159" fmla="*/ 1474215 w 3044273"/>
              <a:gd name="connsiteY4159" fmla="*/ 155385 h 3047670"/>
              <a:gd name="connsiteX4160" fmla="*/ 1482254 w 3044273"/>
              <a:gd name="connsiteY4160" fmla="*/ 163300 h 3047670"/>
              <a:gd name="connsiteX4161" fmla="*/ 1474340 w 3044273"/>
              <a:gd name="connsiteY4161" fmla="*/ 171339 h 3047670"/>
              <a:gd name="connsiteX4162" fmla="*/ 1466301 w 3044273"/>
              <a:gd name="connsiteY4162" fmla="*/ 163425 h 3047670"/>
              <a:gd name="connsiteX4163" fmla="*/ 1474215 w 3044273"/>
              <a:gd name="connsiteY4163" fmla="*/ 155385 h 3047670"/>
              <a:gd name="connsiteX4164" fmla="*/ 1014716 w 3044273"/>
              <a:gd name="connsiteY4164" fmla="*/ 151115 h 3047670"/>
              <a:gd name="connsiteX4165" fmla="*/ 1018233 w 3044273"/>
              <a:gd name="connsiteY4165" fmla="*/ 154632 h 3047670"/>
              <a:gd name="connsiteX4166" fmla="*/ 1014716 w 3044273"/>
              <a:gd name="connsiteY4166" fmla="*/ 158149 h 3047670"/>
              <a:gd name="connsiteX4167" fmla="*/ 1011199 w 3044273"/>
              <a:gd name="connsiteY4167" fmla="*/ 154632 h 3047670"/>
              <a:gd name="connsiteX4168" fmla="*/ 1014716 w 3044273"/>
              <a:gd name="connsiteY4168" fmla="*/ 151115 h 3047670"/>
              <a:gd name="connsiteX4169" fmla="*/ 1095862 w 3044273"/>
              <a:gd name="connsiteY4169" fmla="*/ 124986 h 3047670"/>
              <a:gd name="connsiteX4170" fmla="*/ 1099379 w 3044273"/>
              <a:gd name="connsiteY4170" fmla="*/ 128503 h 3047670"/>
              <a:gd name="connsiteX4171" fmla="*/ 1095862 w 3044273"/>
              <a:gd name="connsiteY4171" fmla="*/ 132020 h 3047670"/>
              <a:gd name="connsiteX4172" fmla="*/ 1092345 w 3044273"/>
              <a:gd name="connsiteY4172" fmla="*/ 128503 h 3047670"/>
              <a:gd name="connsiteX4173" fmla="*/ 1095862 w 3044273"/>
              <a:gd name="connsiteY4173" fmla="*/ 124986 h 3047670"/>
              <a:gd name="connsiteX4174" fmla="*/ 1854956 w 3044273"/>
              <a:gd name="connsiteY4174" fmla="*/ 103507 h 3047670"/>
              <a:gd name="connsiteX4175" fmla="*/ 1855837 w 3044273"/>
              <a:gd name="connsiteY4175" fmla="*/ 104387 h 3047670"/>
              <a:gd name="connsiteX4176" fmla="*/ 1854956 w 3044273"/>
              <a:gd name="connsiteY4176" fmla="*/ 105268 h 3047670"/>
              <a:gd name="connsiteX4177" fmla="*/ 1854076 w 3044273"/>
              <a:gd name="connsiteY4177" fmla="*/ 104387 h 3047670"/>
              <a:gd name="connsiteX4178" fmla="*/ 1854956 w 3044273"/>
              <a:gd name="connsiteY4178" fmla="*/ 103507 h 3047670"/>
              <a:gd name="connsiteX4179" fmla="*/ 1178391 w 3044273"/>
              <a:gd name="connsiteY4179" fmla="*/ 100240 h 3047670"/>
              <a:gd name="connsiteX4180" fmla="*/ 1185049 w 3044273"/>
              <a:gd name="connsiteY4180" fmla="*/ 106898 h 3047670"/>
              <a:gd name="connsiteX4181" fmla="*/ 1178391 w 3044273"/>
              <a:gd name="connsiteY4181" fmla="*/ 113555 h 3047670"/>
              <a:gd name="connsiteX4182" fmla="*/ 1171734 w 3044273"/>
              <a:gd name="connsiteY4182" fmla="*/ 106898 h 3047670"/>
              <a:gd name="connsiteX4183" fmla="*/ 1178391 w 3044273"/>
              <a:gd name="connsiteY4183" fmla="*/ 100240 h 3047670"/>
              <a:gd name="connsiteX4184" fmla="*/ 893493 w 3044273"/>
              <a:gd name="connsiteY4184" fmla="*/ 99110 h 3047670"/>
              <a:gd name="connsiteX4185" fmla="*/ 894121 w 3044273"/>
              <a:gd name="connsiteY4185" fmla="*/ 99738 h 3047670"/>
              <a:gd name="connsiteX4186" fmla="*/ 893493 w 3044273"/>
              <a:gd name="connsiteY4186" fmla="*/ 100365 h 3047670"/>
              <a:gd name="connsiteX4187" fmla="*/ 892866 w 3044273"/>
              <a:gd name="connsiteY4187" fmla="*/ 99738 h 3047670"/>
              <a:gd name="connsiteX4188" fmla="*/ 893493 w 3044273"/>
              <a:gd name="connsiteY4188" fmla="*/ 99110 h 3047670"/>
              <a:gd name="connsiteX4189" fmla="*/ 1771168 w 3044273"/>
              <a:gd name="connsiteY4189" fmla="*/ 87552 h 3047670"/>
              <a:gd name="connsiteX4190" fmla="*/ 1771797 w 3044273"/>
              <a:gd name="connsiteY4190" fmla="*/ 88181 h 3047670"/>
              <a:gd name="connsiteX4191" fmla="*/ 1771168 w 3044273"/>
              <a:gd name="connsiteY4191" fmla="*/ 88809 h 3047670"/>
              <a:gd name="connsiteX4192" fmla="*/ 1770540 w 3044273"/>
              <a:gd name="connsiteY4192" fmla="*/ 88181 h 3047670"/>
              <a:gd name="connsiteX4193" fmla="*/ 1771168 w 3044273"/>
              <a:gd name="connsiteY4193" fmla="*/ 87552 h 3047670"/>
              <a:gd name="connsiteX4194" fmla="*/ 1261926 w 3044273"/>
              <a:gd name="connsiteY4194" fmla="*/ 86799 h 3047670"/>
              <a:gd name="connsiteX4195" fmla="*/ 1265068 w 3044273"/>
              <a:gd name="connsiteY4195" fmla="*/ 89939 h 3047670"/>
              <a:gd name="connsiteX4196" fmla="*/ 1261926 w 3044273"/>
              <a:gd name="connsiteY4196" fmla="*/ 93080 h 3047670"/>
              <a:gd name="connsiteX4197" fmla="*/ 1258786 w 3044273"/>
              <a:gd name="connsiteY4197" fmla="*/ 89939 h 3047670"/>
              <a:gd name="connsiteX4198" fmla="*/ 1261926 w 3044273"/>
              <a:gd name="connsiteY4198" fmla="*/ 86799 h 3047670"/>
              <a:gd name="connsiteX4199" fmla="*/ 1686755 w 3044273"/>
              <a:gd name="connsiteY4199" fmla="*/ 75870 h 3047670"/>
              <a:gd name="connsiteX4200" fmla="*/ 1687384 w 3044273"/>
              <a:gd name="connsiteY4200" fmla="*/ 76498 h 3047670"/>
              <a:gd name="connsiteX4201" fmla="*/ 1686755 w 3044273"/>
              <a:gd name="connsiteY4201" fmla="*/ 77125 h 3047670"/>
              <a:gd name="connsiteX4202" fmla="*/ 1686127 w 3044273"/>
              <a:gd name="connsiteY4202" fmla="*/ 76498 h 3047670"/>
              <a:gd name="connsiteX4203" fmla="*/ 1686755 w 3044273"/>
              <a:gd name="connsiteY4203" fmla="*/ 75870 h 3047670"/>
              <a:gd name="connsiteX4204" fmla="*/ 1346339 w 3044273"/>
              <a:gd name="connsiteY4204" fmla="*/ 73987 h 3047670"/>
              <a:gd name="connsiteX4205" fmla="*/ 1350107 w 3044273"/>
              <a:gd name="connsiteY4205" fmla="*/ 77756 h 3047670"/>
              <a:gd name="connsiteX4206" fmla="*/ 1346339 w 3044273"/>
              <a:gd name="connsiteY4206" fmla="*/ 81524 h 3047670"/>
              <a:gd name="connsiteX4207" fmla="*/ 1342570 w 3044273"/>
              <a:gd name="connsiteY4207" fmla="*/ 77756 h 3047670"/>
              <a:gd name="connsiteX4208" fmla="*/ 1346339 w 3044273"/>
              <a:gd name="connsiteY4208" fmla="*/ 73987 h 3047670"/>
              <a:gd name="connsiteX4209" fmla="*/ 1601840 w 3044273"/>
              <a:gd name="connsiteY4209" fmla="*/ 68208 h 3047670"/>
              <a:gd name="connsiteX4210" fmla="*/ 1603221 w 3044273"/>
              <a:gd name="connsiteY4210" fmla="*/ 69465 h 3047670"/>
              <a:gd name="connsiteX4211" fmla="*/ 1601840 w 3044273"/>
              <a:gd name="connsiteY4211" fmla="*/ 70845 h 3047670"/>
              <a:gd name="connsiteX4212" fmla="*/ 1600458 w 3044273"/>
              <a:gd name="connsiteY4212" fmla="*/ 69590 h 3047670"/>
              <a:gd name="connsiteX4213" fmla="*/ 1601840 w 3044273"/>
              <a:gd name="connsiteY4213" fmla="*/ 68208 h 3047670"/>
              <a:gd name="connsiteX4214" fmla="*/ 972881 w 3044273"/>
              <a:gd name="connsiteY4214" fmla="*/ 67832 h 3047670"/>
              <a:gd name="connsiteX4215" fmla="*/ 973760 w 3044273"/>
              <a:gd name="connsiteY4215" fmla="*/ 68712 h 3047670"/>
              <a:gd name="connsiteX4216" fmla="*/ 972881 w 3044273"/>
              <a:gd name="connsiteY4216" fmla="*/ 69591 h 3047670"/>
              <a:gd name="connsiteX4217" fmla="*/ 972001 w 3044273"/>
              <a:gd name="connsiteY4217" fmla="*/ 68712 h 3047670"/>
              <a:gd name="connsiteX4218" fmla="*/ 972881 w 3044273"/>
              <a:gd name="connsiteY4218" fmla="*/ 67832 h 3047670"/>
              <a:gd name="connsiteX4219" fmla="*/ 1431254 w 3044273"/>
              <a:gd name="connsiteY4219" fmla="*/ 66701 h 3047670"/>
              <a:gd name="connsiteX4220" fmla="*/ 1434772 w 3044273"/>
              <a:gd name="connsiteY4220" fmla="*/ 70218 h 3047670"/>
              <a:gd name="connsiteX4221" fmla="*/ 1431254 w 3044273"/>
              <a:gd name="connsiteY4221" fmla="*/ 73735 h 3047670"/>
              <a:gd name="connsiteX4222" fmla="*/ 1427737 w 3044273"/>
              <a:gd name="connsiteY4222" fmla="*/ 70218 h 3047670"/>
              <a:gd name="connsiteX4223" fmla="*/ 1431254 w 3044273"/>
              <a:gd name="connsiteY4223" fmla="*/ 66701 h 3047670"/>
              <a:gd name="connsiteX4224" fmla="*/ 1516423 w 3044273"/>
              <a:gd name="connsiteY4224" fmla="*/ 65193 h 3047670"/>
              <a:gd name="connsiteX4225" fmla="*/ 1518809 w 3044273"/>
              <a:gd name="connsiteY4225" fmla="*/ 67580 h 3047670"/>
              <a:gd name="connsiteX4226" fmla="*/ 1516423 w 3044273"/>
              <a:gd name="connsiteY4226" fmla="*/ 70093 h 3047670"/>
              <a:gd name="connsiteX4227" fmla="*/ 1514036 w 3044273"/>
              <a:gd name="connsiteY4227" fmla="*/ 67580 h 3047670"/>
              <a:gd name="connsiteX4228" fmla="*/ 1516423 w 3044273"/>
              <a:gd name="connsiteY4228" fmla="*/ 65193 h 3047670"/>
              <a:gd name="connsiteX4229" fmla="*/ 1053902 w 3044273"/>
              <a:gd name="connsiteY4229" fmla="*/ 40448 h 3047670"/>
              <a:gd name="connsiteX4230" fmla="*/ 1055284 w 3044273"/>
              <a:gd name="connsiteY4230" fmla="*/ 41830 h 3047670"/>
              <a:gd name="connsiteX4231" fmla="*/ 1053902 w 3044273"/>
              <a:gd name="connsiteY4231" fmla="*/ 43212 h 3047670"/>
              <a:gd name="connsiteX4232" fmla="*/ 1052520 w 3044273"/>
              <a:gd name="connsiteY4232" fmla="*/ 41830 h 3047670"/>
              <a:gd name="connsiteX4233" fmla="*/ 1053902 w 3044273"/>
              <a:gd name="connsiteY4233" fmla="*/ 40448 h 3047670"/>
              <a:gd name="connsiteX4234" fmla="*/ 1136181 w 3044273"/>
              <a:gd name="connsiteY4234" fmla="*/ 16957 h 3047670"/>
              <a:gd name="connsiteX4235" fmla="*/ 1138442 w 3044273"/>
              <a:gd name="connsiteY4235" fmla="*/ 19217 h 3047670"/>
              <a:gd name="connsiteX4236" fmla="*/ 1136181 w 3044273"/>
              <a:gd name="connsiteY4236" fmla="*/ 21479 h 3047670"/>
              <a:gd name="connsiteX4237" fmla="*/ 1133920 w 3044273"/>
              <a:gd name="connsiteY4237" fmla="*/ 19344 h 3047670"/>
              <a:gd name="connsiteX4238" fmla="*/ 1136181 w 3044273"/>
              <a:gd name="connsiteY4238" fmla="*/ 16957 h 3047670"/>
              <a:gd name="connsiteX4239" fmla="*/ 1219461 w 3044273"/>
              <a:gd name="connsiteY4239" fmla="*/ 0 h 3047670"/>
              <a:gd name="connsiteX4240" fmla="*/ 1220593 w 3044273"/>
              <a:gd name="connsiteY4240" fmla="*/ 1130 h 3047670"/>
              <a:gd name="connsiteX4241" fmla="*/ 1219461 w 3044273"/>
              <a:gd name="connsiteY4241" fmla="*/ 2261 h 3047670"/>
              <a:gd name="connsiteX4242" fmla="*/ 1218331 w 3044273"/>
              <a:gd name="connsiteY4242" fmla="*/ 1130 h 3047670"/>
              <a:gd name="connsiteX4243" fmla="*/ 1219461 w 3044273"/>
              <a:gd name="connsiteY4243" fmla="*/ 0 h 304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Lst>
            <a:rect l="l" t="t" r="r" b="b"/>
            <a:pathLst>
              <a:path w="3044273" h="3047670">
                <a:moveTo>
                  <a:pt x="1948158" y="3046415"/>
                </a:moveTo>
                <a:cubicBezTo>
                  <a:pt x="1948535" y="3046415"/>
                  <a:pt x="1948787" y="3046666"/>
                  <a:pt x="1948787" y="3047043"/>
                </a:cubicBezTo>
                <a:cubicBezTo>
                  <a:pt x="1948787" y="3047420"/>
                  <a:pt x="1948535" y="3047670"/>
                  <a:pt x="1948158" y="3047670"/>
                </a:cubicBezTo>
                <a:cubicBezTo>
                  <a:pt x="1947782" y="3047670"/>
                  <a:pt x="1947530" y="3047420"/>
                  <a:pt x="1947530" y="3047043"/>
                </a:cubicBezTo>
                <a:cubicBezTo>
                  <a:pt x="1947530" y="3046666"/>
                  <a:pt x="1947782" y="3046415"/>
                  <a:pt x="1948158" y="3046415"/>
                </a:cubicBezTo>
                <a:close/>
                <a:moveTo>
                  <a:pt x="2262811" y="3022973"/>
                </a:moveTo>
                <a:cubicBezTo>
                  <a:pt x="2263063" y="3022973"/>
                  <a:pt x="2263440" y="3023224"/>
                  <a:pt x="2263440" y="3023601"/>
                </a:cubicBezTo>
                <a:cubicBezTo>
                  <a:pt x="2263440" y="3023979"/>
                  <a:pt x="2263188" y="3024229"/>
                  <a:pt x="2262811" y="3024229"/>
                </a:cubicBezTo>
                <a:cubicBezTo>
                  <a:pt x="2262435" y="3024229"/>
                  <a:pt x="2262183" y="3023979"/>
                  <a:pt x="2262183" y="3023601"/>
                </a:cubicBezTo>
                <a:cubicBezTo>
                  <a:pt x="2262183" y="3023224"/>
                  <a:pt x="2262435" y="3022847"/>
                  <a:pt x="2262811" y="3022973"/>
                </a:cubicBezTo>
                <a:close/>
                <a:moveTo>
                  <a:pt x="2029306" y="3020035"/>
                </a:moveTo>
                <a:cubicBezTo>
                  <a:pt x="2029809" y="3020035"/>
                  <a:pt x="2030185" y="3020413"/>
                  <a:pt x="2030185" y="3020915"/>
                </a:cubicBezTo>
                <a:cubicBezTo>
                  <a:pt x="2030185" y="3021418"/>
                  <a:pt x="2029809" y="3021794"/>
                  <a:pt x="2029306" y="3021794"/>
                </a:cubicBezTo>
                <a:cubicBezTo>
                  <a:pt x="2028804" y="3021794"/>
                  <a:pt x="2028426" y="3021418"/>
                  <a:pt x="2028426" y="3020915"/>
                </a:cubicBezTo>
                <a:cubicBezTo>
                  <a:pt x="2028426" y="3020413"/>
                  <a:pt x="2028804" y="3020035"/>
                  <a:pt x="2029306" y="3020035"/>
                </a:cubicBezTo>
                <a:close/>
                <a:moveTo>
                  <a:pt x="1527099" y="3010364"/>
                </a:moveTo>
                <a:cubicBezTo>
                  <a:pt x="1528606" y="3010364"/>
                  <a:pt x="1529736" y="3011494"/>
                  <a:pt x="1529736" y="3013001"/>
                </a:cubicBezTo>
                <a:cubicBezTo>
                  <a:pt x="1529736" y="3014383"/>
                  <a:pt x="1528606" y="3015640"/>
                  <a:pt x="1527099" y="3015640"/>
                </a:cubicBezTo>
                <a:cubicBezTo>
                  <a:pt x="1525592" y="3015640"/>
                  <a:pt x="1524462" y="3014508"/>
                  <a:pt x="1524462" y="3013001"/>
                </a:cubicBezTo>
                <a:cubicBezTo>
                  <a:pt x="1524462" y="3011494"/>
                  <a:pt x="1525717" y="3010364"/>
                  <a:pt x="1527099" y="3010364"/>
                </a:cubicBezTo>
                <a:close/>
                <a:moveTo>
                  <a:pt x="1612392" y="3008101"/>
                </a:moveTo>
                <a:cubicBezTo>
                  <a:pt x="1613522" y="3008101"/>
                  <a:pt x="1614401" y="3008981"/>
                  <a:pt x="1614401" y="3010111"/>
                </a:cubicBezTo>
                <a:cubicBezTo>
                  <a:pt x="1614401" y="3011242"/>
                  <a:pt x="1613522" y="3012122"/>
                  <a:pt x="1612392" y="3012122"/>
                </a:cubicBezTo>
                <a:cubicBezTo>
                  <a:pt x="1611262" y="3012122"/>
                  <a:pt x="1610382" y="3011242"/>
                  <a:pt x="1610382" y="3010111"/>
                </a:cubicBezTo>
                <a:cubicBezTo>
                  <a:pt x="1610382" y="3009106"/>
                  <a:pt x="1611262" y="3008101"/>
                  <a:pt x="1612392" y="3008101"/>
                </a:cubicBezTo>
                <a:close/>
                <a:moveTo>
                  <a:pt x="1441807" y="3007221"/>
                </a:moveTo>
                <a:cubicBezTo>
                  <a:pt x="1443566" y="3007221"/>
                  <a:pt x="1444949" y="3008729"/>
                  <a:pt x="1444949" y="3010361"/>
                </a:cubicBezTo>
                <a:lnTo>
                  <a:pt x="1438667" y="3010361"/>
                </a:lnTo>
                <a:cubicBezTo>
                  <a:pt x="1438667" y="3008603"/>
                  <a:pt x="1440049" y="3007221"/>
                  <a:pt x="1441807" y="3007221"/>
                </a:cubicBezTo>
                <a:close/>
                <a:moveTo>
                  <a:pt x="1697183" y="3000691"/>
                </a:moveTo>
                <a:cubicBezTo>
                  <a:pt x="1698062" y="3000691"/>
                  <a:pt x="1698816" y="3001319"/>
                  <a:pt x="1698816" y="3002198"/>
                </a:cubicBezTo>
                <a:cubicBezTo>
                  <a:pt x="1698816" y="3002951"/>
                  <a:pt x="1698188" y="3003706"/>
                  <a:pt x="1697309" y="3003706"/>
                </a:cubicBezTo>
                <a:cubicBezTo>
                  <a:pt x="1696429" y="3003706"/>
                  <a:pt x="1695801" y="3003078"/>
                  <a:pt x="1695801" y="3002198"/>
                </a:cubicBezTo>
                <a:cubicBezTo>
                  <a:pt x="1695801" y="3001319"/>
                  <a:pt x="1696429" y="3000691"/>
                  <a:pt x="1697183" y="3000691"/>
                </a:cubicBezTo>
                <a:close/>
                <a:moveTo>
                  <a:pt x="2108820" y="2989510"/>
                </a:moveTo>
                <a:cubicBezTo>
                  <a:pt x="2109072" y="2989510"/>
                  <a:pt x="2109447" y="2989761"/>
                  <a:pt x="2109447" y="2990138"/>
                </a:cubicBezTo>
                <a:cubicBezTo>
                  <a:pt x="2109447" y="2990390"/>
                  <a:pt x="2109197" y="2990765"/>
                  <a:pt x="2108820" y="2990765"/>
                </a:cubicBezTo>
                <a:cubicBezTo>
                  <a:pt x="2108444" y="2990765"/>
                  <a:pt x="2108192" y="2990515"/>
                  <a:pt x="2108192" y="2990138"/>
                </a:cubicBezTo>
                <a:cubicBezTo>
                  <a:pt x="2108192" y="2989887"/>
                  <a:pt x="2108444" y="2989510"/>
                  <a:pt x="2108820" y="2989510"/>
                </a:cubicBezTo>
                <a:close/>
                <a:moveTo>
                  <a:pt x="1781596" y="2987877"/>
                </a:moveTo>
                <a:cubicBezTo>
                  <a:pt x="1782349" y="2987877"/>
                  <a:pt x="1782979" y="2988380"/>
                  <a:pt x="1782979" y="2989135"/>
                </a:cubicBezTo>
                <a:cubicBezTo>
                  <a:pt x="1782979" y="2989888"/>
                  <a:pt x="1782349" y="2990516"/>
                  <a:pt x="1781596" y="2990516"/>
                </a:cubicBezTo>
                <a:cubicBezTo>
                  <a:pt x="1780842" y="2990516"/>
                  <a:pt x="1780214" y="2989888"/>
                  <a:pt x="1780214" y="2989135"/>
                </a:cubicBezTo>
                <a:cubicBezTo>
                  <a:pt x="1780214" y="2988505"/>
                  <a:pt x="1780842" y="2987877"/>
                  <a:pt x="1781596" y="2987877"/>
                </a:cubicBezTo>
                <a:close/>
                <a:moveTo>
                  <a:pt x="2340852" y="2979519"/>
                </a:moveTo>
                <a:cubicBezTo>
                  <a:pt x="2341229" y="2979519"/>
                  <a:pt x="2341607" y="2979771"/>
                  <a:pt x="2341607" y="2980147"/>
                </a:cubicBezTo>
                <a:cubicBezTo>
                  <a:pt x="2341480" y="2980524"/>
                  <a:pt x="2341229" y="2980774"/>
                  <a:pt x="2340852" y="2980774"/>
                </a:cubicBezTo>
                <a:cubicBezTo>
                  <a:pt x="2340475" y="2980774"/>
                  <a:pt x="2340223" y="2980524"/>
                  <a:pt x="2340223" y="2980147"/>
                </a:cubicBezTo>
                <a:cubicBezTo>
                  <a:pt x="2340223" y="2979771"/>
                  <a:pt x="2340475" y="2979519"/>
                  <a:pt x="2340852" y="2979519"/>
                </a:cubicBezTo>
                <a:close/>
                <a:moveTo>
                  <a:pt x="1864879" y="2969789"/>
                </a:moveTo>
                <a:cubicBezTo>
                  <a:pt x="1865632" y="2969789"/>
                  <a:pt x="1866259" y="2970417"/>
                  <a:pt x="1866259" y="2971171"/>
                </a:cubicBezTo>
                <a:cubicBezTo>
                  <a:pt x="1866386" y="2971924"/>
                  <a:pt x="1865757" y="2972554"/>
                  <a:pt x="1865005" y="2972554"/>
                </a:cubicBezTo>
                <a:cubicBezTo>
                  <a:pt x="1864251" y="2972554"/>
                  <a:pt x="1863623" y="2971924"/>
                  <a:pt x="1863623" y="2971171"/>
                </a:cubicBezTo>
                <a:cubicBezTo>
                  <a:pt x="1863623" y="2970417"/>
                  <a:pt x="1864125" y="2969789"/>
                  <a:pt x="1864879" y="2969789"/>
                </a:cubicBezTo>
                <a:close/>
                <a:moveTo>
                  <a:pt x="2186577" y="2954463"/>
                </a:moveTo>
                <a:cubicBezTo>
                  <a:pt x="2186954" y="2954463"/>
                  <a:pt x="2187204" y="2954715"/>
                  <a:pt x="2187204" y="2955091"/>
                </a:cubicBezTo>
                <a:cubicBezTo>
                  <a:pt x="2187204" y="2955343"/>
                  <a:pt x="2186954" y="2955720"/>
                  <a:pt x="2186577" y="2955720"/>
                </a:cubicBezTo>
                <a:cubicBezTo>
                  <a:pt x="2186200" y="2955720"/>
                  <a:pt x="2185949" y="2955468"/>
                  <a:pt x="2185949" y="2955091"/>
                </a:cubicBezTo>
                <a:cubicBezTo>
                  <a:pt x="2185949" y="2954715"/>
                  <a:pt x="2186200" y="2954463"/>
                  <a:pt x="2186577" y="2954463"/>
                </a:cubicBezTo>
                <a:close/>
                <a:moveTo>
                  <a:pt x="1947029" y="2947053"/>
                </a:moveTo>
                <a:cubicBezTo>
                  <a:pt x="1947657" y="2947053"/>
                  <a:pt x="1948159" y="2947556"/>
                  <a:pt x="1948159" y="2948183"/>
                </a:cubicBezTo>
                <a:cubicBezTo>
                  <a:pt x="1948159" y="2948811"/>
                  <a:pt x="1947657" y="2949313"/>
                  <a:pt x="1947029" y="2949313"/>
                </a:cubicBezTo>
                <a:cubicBezTo>
                  <a:pt x="1946402" y="2949313"/>
                  <a:pt x="1945899" y="2948811"/>
                  <a:pt x="1945899" y="2948183"/>
                </a:cubicBezTo>
                <a:cubicBezTo>
                  <a:pt x="1945899" y="2947556"/>
                  <a:pt x="1946402" y="2947053"/>
                  <a:pt x="1947029" y="2947053"/>
                </a:cubicBezTo>
                <a:close/>
                <a:moveTo>
                  <a:pt x="2413200" y="2934380"/>
                </a:moveTo>
                <a:cubicBezTo>
                  <a:pt x="2413577" y="2934380"/>
                  <a:pt x="2413830" y="2934631"/>
                  <a:pt x="2413830" y="2935008"/>
                </a:cubicBezTo>
                <a:cubicBezTo>
                  <a:pt x="2413830" y="2935385"/>
                  <a:pt x="2413577" y="2935635"/>
                  <a:pt x="2413200" y="2935635"/>
                </a:cubicBezTo>
                <a:cubicBezTo>
                  <a:pt x="2412824" y="2935635"/>
                  <a:pt x="2412446" y="2935385"/>
                  <a:pt x="2412446" y="2935008"/>
                </a:cubicBezTo>
                <a:cubicBezTo>
                  <a:pt x="2412572" y="2934631"/>
                  <a:pt x="2412824" y="2934380"/>
                  <a:pt x="2413200" y="2934380"/>
                </a:cubicBezTo>
                <a:close/>
                <a:moveTo>
                  <a:pt x="2027550" y="2917782"/>
                </a:moveTo>
                <a:cubicBezTo>
                  <a:pt x="2028932" y="2917782"/>
                  <a:pt x="2030062" y="2918787"/>
                  <a:pt x="2030062" y="2920169"/>
                </a:cubicBezTo>
                <a:cubicBezTo>
                  <a:pt x="2030062" y="2921551"/>
                  <a:pt x="2029057" y="2922682"/>
                  <a:pt x="2027675" y="2922682"/>
                </a:cubicBezTo>
                <a:cubicBezTo>
                  <a:pt x="2026293" y="2922682"/>
                  <a:pt x="2025163" y="2921677"/>
                  <a:pt x="2025163" y="2920295"/>
                </a:cubicBezTo>
                <a:cubicBezTo>
                  <a:pt x="2025163" y="2919039"/>
                  <a:pt x="2026293" y="2917908"/>
                  <a:pt x="2027550" y="2917782"/>
                </a:cubicBezTo>
                <a:close/>
                <a:moveTo>
                  <a:pt x="2262194" y="2915021"/>
                </a:moveTo>
                <a:cubicBezTo>
                  <a:pt x="2262571" y="2915021"/>
                  <a:pt x="2262823" y="2915273"/>
                  <a:pt x="2262823" y="2915649"/>
                </a:cubicBezTo>
                <a:cubicBezTo>
                  <a:pt x="2262823" y="2916026"/>
                  <a:pt x="2262571" y="2916278"/>
                  <a:pt x="2262194" y="2916278"/>
                </a:cubicBezTo>
                <a:cubicBezTo>
                  <a:pt x="2261943" y="2916278"/>
                  <a:pt x="2261566" y="2916026"/>
                  <a:pt x="2261566" y="2915649"/>
                </a:cubicBezTo>
                <a:cubicBezTo>
                  <a:pt x="2261566" y="2915273"/>
                  <a:pt x="2261818" y="2915021"/>
                  <a:pt x="2262194" y="2915021"/>
                </a:cubicBezTo>
                <a:close/>
                <a:moveTo>
                  <a:pt x="1526850" y="2912005"/>
                </a:moveTo>
                <a:cubicBezTo>
                  <a:pt x="1530115" y="2912005"/>
                  <a:pt x="1532880" y="2914643"/>
                  <a:pt x="1532880" y="2917909"/>
                </a:cubicBezTo>
                <a:cubicBezTo>
                  <a:pt x="1532880" y="2921299"/>
                  <a:pt x="1530115" y="2923938"/>
                  <a:pt x="1526850" y="2923938"/>
                </a:cubicBezTo>
                <a:cubicBezTo>
                  <a:pt x="1523458" y="2923938"/>
                  <a:pt x="1520820" y="2921299"/>
                  <a:pt x="1520820" y="2918034"/>
                </a:cubicBezTo>
                <a:cubicBezTo>
                  <a:pt x="1520820" y="2914768"/>
                  <a:pt x="1523458" y="2912005"/>
                  <a:pt x="1526850" y="2912005"/>
                </a:cubicBezTo>
                <a:close/>
                <a:moveTo>
                  <a:pt x="1612017" y="2909746"/>
                </a:moveTo>
                <a:cubicBezTo>
                  <a:pt x="1614906" y="2909619"/>
                  <a:pt x="1617166" y="2912006"/>
                  <a:pt x="1617166" y="2914770"/>
                </a:cubicBezTo>
                <a:cubicBezTo>
                  <a:pt x="1617166" y="2917658"/>
                  <a:pt x="1615031" y="2919919"/>
                  <a:pt x="1612142" y="2919919"/>
                </a:cubicBezTo>
                <a:cubicBezTo>
                  <a:pt x="1609254" y="2920045"/>
                  <a:pt x="1606992" y="2917784"/>
                  <a:pt x="1606992" y="2914895"/>
                </a:cubicBezTo>
                <a:cubicBezTo>
                  <a:pt x="1606992" y="2912131"/>
                  <a:pt x="1609254" y="2909871"/>
                  <a:pt x="1612017" y="2909746"/>
                </a:cubicBezTo>
                <a:close/>
                <a:moveTo>
                  <a:pt x="1441556" y="2908739"/>
                </a:moveTo>
                <a:cubicBezTo>
                  <a:pt x="1445325" y="2908739"/>
                  <a:pt x="1448465" y="2911754"/>
                  <a:pt x="1448465" y="2915523"/>
                </a:cubicBezTo>
                <a:cubicBezTo>
                  <a:pt x="1448590" y="2919290"/>
                  <a:pt x="1445450" y="2922430"/>
                  <a:pt x="1441681" y="2922430"/>
                </a:cubicBezTo>
                <a:cubicBezTo>
                  <a:pt x="1437913" y="2922430"/>
                  <a:pt x="1434773" y="2919416"/>
                  <a:pt x="1434773" y="2915648"/>
                </a:cubicBezTo>
                <a:cubicBezTo>
                  <a:pt x="1434647" y="2911754"/>
                  <a:pt x="1437788" y="2908739"/>
                  <a:pt x="1441556" y="2908739"/>
                </a:cubicBezTo>
                <a:close/>
                <a:moveTo>
                  <a:pt x="1696805" y="2902207"/>
                </a:moveTo>
                <a:cubicBezTo>
                  <a:pt x="1699192" y="2902207"/>
                  <a:pt x="1701077" y="2904092"/>
                  <a:pt x="1701077" y="2906352"/>
                </a:cubicBezTo>
                <a:cubicBezTo>
                  <a:pt x="1701077" y="2908739"/>
                  <a:pt x="1699192" y="2910624"/>
                  <a:pt x="1696930" y="2910624"/>
                </a:cubicBezTo>
                <a:cubicBezTo>
                  <a:pt x="1694545" y="2910749"/>
                  <a:pt x="1692660" y="2908739"/>
                  <a:pt x="1692660" y="2906479"/>
                </a:cubicBezTo>
                <a:cubicBezTo>
                  <a:pt x="1692660" y="2904092"/>
                  <a:pt x="1694545" y="2902207"/>
                  <a:pt x="1696805" y="2902207"/>
                </a:cubicBezTo>
                <a:close/>
                <a:moveTo>
                  <a:pt x="1356767" y="2900575"/>
                </a:moveTo>
                <a:cubicBezTo>
                  <a:pt x="1360536" y="2900575"/>
                  <a:pt x="1363801" y="2903715"/>
                  <a:pt x="1363801" y="2907610"/>
                </a:cubicBezTo>
                <a:cubicBezTo>
                  <a:pt x="1363801" y="2911504"/>
                  <a:pt x="1360661" y="2914769"/>
                  <a:pt x="1356767" y="2914769"/>
                </a:cubicBezTo>
                <a:cubicBezTo>
                  <a:pt x="1352747" y="2914769"/>
                  <a:pt x="1349607" y="2911629"/>
                  <a:pt x="1349607" y="2907735"/>
                </a:cubicBezTo>
                <a:cubicBezTo>
                  <a:pt x="1349607" y="2903841"/>
                  <a:pt x="1352747" y="2900575"/>
                  <a:pt x="1356767" y="2900575"/>
                </a:cubicBezTo>
                <a:close/>
                <a:moveTo>
                  <a:pt x="1781094" y="2888766"/>
                </a:moveTo>
                <a:cubicBezTo>
                  <a:pt x="1783230" y="2888766"/>
                  <a:pt x="1784863" y="2890399"/>
                  <a:pt x="1784863" y="2892535"/>
                </a:cubicBezTo>
                <a:cubicBezTo>
                  <a:pt x="1784863" y="2894671"/>
                  <a:pt x="1783230" y="2896303"/>
                  <a:pt x="1781094" y="2896303"/>
                </a:cubicBezTo>
                <a:cubicBezTo>
                  <a:pt x="1778958" y="2896303"/>
                  <a:pt x="1777326" y="2894671"/>
                  <a:pt x="1777326" y="2892535"/>
                </a:cubicBezTo>
                <a:cubicBezTo>
                  <a:pt x="1777199" y="2890524"/>
                  <a:pt x="1778958" y="2888766"/>
                  <a:pt x="1781094" y="2888766"/>
                </a:cubicBezTo>
                <a:close/>
                <a:moveTo>
                  <a:pt x="1272353" y="2887510"/>
                </a:moveTo>
                <a:cubicBezTo>
                  <a:pt x="1276121" y="2887385"/>
                  <a:pt x="1279261" y="2890525"/>
                  <a:pt x="1279261" y="2894292"/>
                </a:cubicBezTo>
                <a:cubicBezTo>
                  <a:pt x="1279261" y="2898061"/>
                  <a:pt x="1276246" y="2901201"/>
                  <a:pt x="1272479" y="2901201"/>
                </a:cubicBezTo>
                <a:cubicBezTo>
                  <a:pt x="1268709" y="2901201"/>
                  <a:pt x="1265569" y="2898187"/>
                  <a:pt x="1265569" y="2894419"/>
                </a:cubicBezTo>
                <a:cubicBezTo>
                  <a:pt x="1265569" y="2890650"/>
                  <a:pt x="1268584" y="2887510"/>
                  <a:pt x="1272353" y="2887510"/>
                </a:cubicBezTo>
                <a:close/>
                <a:moveTo>
                  <a:pt x="2106435" y="2886128"/>
                </a:moveTo>
                <a:cubicBezTo>
                  <a:pt x="2107189" y="2886128"/>
                  <a:pt x="2107942" y="2886756"/>
                  <a:pt x="2107942" y="2887636"/>
                </a:cubicBezTo>
                <a:cubicBezTo>
                  <a:pt x="2107942" y="2888390"/>
                  <a:pt x="2107315" y="2889143"/>
                  <a:pt x="2106435" y="2889143"/>
                </a:cubicBezTo>
                <a:cubicBezTo>
                  <a:pt x="2105555" y="2889143"/>
                  <a:pt x="2104802" y="2888515"/>
                  <a:pt x="2104802" y="2887636"/>
                </a:cubicBezTo>
                <a:cubicBezTo>
                  <a:pt x="2104802" y="2886883"/>
                  <a:pt x="2105555" y="2886128"/>
                  <a:pt x="2106435" y="2886128"/>
                </a:cubicBezTo>
                <a:close/>
                <a:moveTo>
                  <a:pt x="2483053" y="2885373"/>
                </a:moveTo>
                <a:cubicBezTo>
                  <a:pt x="2483430" y="2885373"/>
                  <a:pt x="2483682" y="2885625"/>
                  <a:pt x="2483682" y="2886001"/>
                </a:cubicBezTo>
                <a:cubicBezTo>
                  <a:pt x="2483682" y="2886253"/>
                  <a:pt x="2483430" y="2886630"/>
                  <a:pt x="2483053" y="2886630"/>
                </a:cubicBezTo>
                <a:cubicBezTo>
                  <a:pt x="2482677" y="2886630"/>
                  <a:pt x="2482425" y="2886378"/>
                  <a:pt x="2482425" y="2886001"/>
                </a:cubicBezTo>
                <a:cubicBezTo>
                  <a:pt x="2482425" y="2885625"/>
                  <a:pt x="2482677" y="2885373"/>
                  <a:pt x="2483053" y="2885373"/>
                </a:cubicBezTo>
                <a:close/>
                <a:moveTo>
                  <a:pt x="2335429" y="2871432"/>
                </a:moveTo>
                <a:cubicBezTo>
                  <a:pt x="2335806" y="2871432"/>
                  <a:pt x="2336058" y="2871684"/>
                  <a:pt x="2336058" y="2872060"/>
                </a:cubicBezTo>
                <a:cubicBezTo>
                  <a:pt x="2336058" y="2872437"/>
                  <a:pt x="2335806" y="2872689"/>
                  <a:pt x="2335429" y="2872689"/>
                </a:cubicBezTo>
                <a:cubicBezTo>
                  <a:pt x="2335053" y="2872689"/>
                  <a:pt x="2334801" y="2872437"/>
                  <a:pt x="2334801" y="2872060"/>
                </a:cubicBezTo>
                <a:cubicBezTo>
                  <a:pt x="2334801" y="2871684"/>
                  <a:pt x="2335053" y="2871432"/>
                  <a:pt x="2335429" y="2871432"/>
                </a:cubicBezTo>
                <a:close/>
                <a:moveTo>
                  <a:pt x="1864125" y="2869549"/>
                </a:moveTo>
                <a:cubicBezTo>
                  <a:pt x="1866262" y="2869549"/>
                  <a:pt x="1867895" y="2871307"/>
                  <a:pt x="1867895" y="2873319"/>
                </a:cubicBezTo>
                <a:cubicBezTo>
                  <a:pt x="1867895" y="2875454"/>
                  <a:pt x="1866135" y="2877087"/>
                  <a:pt x="1864125" y="2877087"/>
                </a:cubicBezTo>
                <a:cubicBezTo>
                  <a:pt x="1862115" y="2877087"/>
                  <a:pt x="1860356" y="2875454"/>
                  <a:pt x="1860356" y="2873319"/>
                </a:cubicBezTo>
                <a:cubicBezTo>
                  <a:pt x="1860356" y="2871182"/>
                  <a:pt x="1861989" y="2869549"/>
                  <a:pt x="1864125" y="2869549"/>
                </a:cubicBezTo>
                <a:close/>
                <a:moveTo>
                  <a:pt x="1189323" y="2869549"/>
                </a:moveTo>
                <a:cubicBezTo>
                  <a:pt x="1192713" y="2869549"/>
                  <a:pt x="1195478" y="2872314"/>
                  <a:pt x="1195478" y="2875704"/>
                </a:cubicBezTo>
                <a:cubicBezTo>
                  <a:pt x="1195478" y="2879096"/>
                  <a:pt x="1192713" y="2881859"/>
                  <a:pt x="1189323" y="2881859"/>
                </a:cubicBezTo>
                <a:cubicBezTo>
                  <a:pt x="1185805" y="2881859"/>
                  <a:pt x="1183041" y="2879096"/>
                  <a:pt x="1183041" y="2875704"/>
                </a:cubicBezTo>
                <a:cubicBezTo>
                  <a:pt x="1183041" y="2872314"/>
                  <a:pt x="1185805" y="2869549"/>
                  <a:pt x="1189323" y="2869549"/>
                </a:cubicBezTo>
                <a:close/>
                <a:moveTo>
                  <a:pt x="2182937" y="2848067"/>
                </a:moveTo>
                <a:cubicBezTo>
                  <a:pt x="2184319" y="2847942"/>
                  <a:pt x="2185449" y="2849072"/>
                  <a:pt x="2185449" y="2850455"/>
                </a:cubicBezTo>
                <a:cubicBezTo>
                  <a:pt x="2185449" y="2851711"/>
                  <a:pt x="2184444" y="2852842"/>
                  <a:pt x="2183063" y="2852842"/>
                </a:cubicBezTo>
                <a:cubicBezTo>
                  <a:pt x="2181807" y="2852842"/>
                  <a:pt x="2180676" y="2851837"/>
                  <a:pt x="2180676" y="2850455"/>
                </a:cubicBezTo>
                <a:cubicBezTo>
                  <a:pt x="2180676" y="2849072"/>
                  <a:pt x="2181807" y="2847942"/>
                  <a:pt x="2182937" y="2848067"/>
                </a:cubicBezTo>
                <a:close/>
                <a:moveTo>
                  <a:pt x="1107422" y="2843796"/>
                </a:moveTo>
                <a:cubicBezTo>
                  <a:pt x="1111692" y="2843796"/>
                  <a:pt x="1115210" y="2847313"/>
                  <a:pt x="1115210" y="2851584"/>
                </a:cubicBezTo>
                <a:cubicBezTo>
                  <a:pt x="1115210" y="2855855"/>
                  <a:pt x="1111818" y="2859373"/>
                  <a:pt x="1107547" y="2859373"/>
                </a:cubicBezTo>
                <a:cubicBezTo>
                  <a:pt x="1103276" y="2859498"/>
                  <a:pt x="1099758" y="2855981"/>
                  <a:pt x="1099758" y="2851710"/>
                </a:cubicBezTo>
                <a:cubicBezTo>
                  <a:pt x="1099633" y="2847439"/>
                  <a:pt x="1103150" y="2844048"/>
                  <a:pt x="1107422" y="2843796"/>
                </a:cubicBezTo>
                <a:close/>
                <a:moveTo>
                  <a:pt x="1945774" y="2842288"/>
                </a:moveTo>
                <a:cubicBezTo>
                  <a:pt x="1949291" y="2842288"/>
                  <a:pt x="1952181" y="2845177"/>
                  <a:pt x="1952181" y="2848694"/>
                </a:cubicBezTo>
                <a:cubicBezTo>
                  <a:pt x="1952181" y="2852211"/>
                  <a:pt x="1949291" y="2855099"/>
                  <a:pt x="1945774" y="2855099"/>
                </a:cubicBezTo>
                <a:cubicBezTo>
                  <a:pt x="1942257" y="2855099"/>
                  <a:pt x="1939367" y="2852211"/>
                  <a:pt x="1939367" y="2848694"/>
                </a:cubicBezTo>
                <a:cubicBezTo>
                  <a:pt x="1939242" y="2845177"/>
                  <a:pt x="1942131" y="2842288"/>
                  <a:pt x="1945774" y="2842288"/>
                </a:cubicBezTo>
                <a:close/>
                <a:moveTo>
                  <a:pt x="2550112" y="2832866"/>
                </a:moveTo>
                <a:cubicBezTo>
                  <a:pt x="2550364" y="2832866"/>
                  <a:pt x="2550739" y="2833117"/>
                  <a:pt x="2550739" y="2833494"/>
                </a:cubicBezTo>
                <a:cubicBezTo>
                  <a:pt x="2550739" y="2833871"/>
                  <a:pt x="2550489" y="2834121"/>
                  <a:pt x="2550112" y="2834121"/>
                </a:cubicBezTo>
                <a:cubicBezTo>
                  <a:pt x="2549861" y="2834121"/>
                  <a:pt x="2549484" y="2833871"/>
                  <a:pt x="2549484" y="2833494"/>
                </a:cubicBezTo>
                <a:cubicBezTo>
                  <a:pt x="2549484" y="2833117"/>
                  <a:pt x="2549861" y="2832866"/>
                  <a:pt x="2550112" y="2832866"/>
                </a:cubicBezTo>
                <a:close/>
                <a:moveTo>
                  <a:pt x="2406151" y="2823573"/>
                </a:moveTo>
                <a:cubicBezTo>
                  <a:pt x="2406654" y="2823573"/>
                  <a:pt x="2407030" y="2823951"/>
                  <a:pt x="2407030" y="2824453"/>
                </a:cubicBezTo>
                <a:cubicBezTo>
                  <a:pt x="2407030" y="2824956"/>
                  <a:pt x="2406654" y="2825332"/>
                  <a:pt x="2406151" y="2825332"/>
                </a:cubicBezTo>
                <a:cubicBezTo>
                  <a:pt x="2405649" y="2825332"/>
                  <a:pt x="2405271" y="2824956"/>
                  <a:pt x="2405271" y="2824453"/>
                </a:cubicBezTo>
                <a:cubicBezTo>
                  <a:pt x="2405271" y="2823951"/>
                  <a:pt x="2405774" y="2823573"/>
                  <a:pt x="2406151" y="2823573"/>
                </a:cubicBezTo>
                <a:close/>
                <a:moveTo>
                  <a:pt x="1027151" y="2814905"/>
                </a:moveTo>
                <a:cubicBezTo>
                  <a:pt x="1031423" y="2814780"/>
                  <a:pt x="1034940" y="2818297"/>
                  <a:pt x="1034940" y="2822569"/>
                </a:cubicBezTo>
                <a:cubicBezTo>
                  <a:pt x="1034940" y="2826839"/>
                  <a:pt x="1031548" y="2830356"/>
                  <a:pt x="1027276" y="2830356"/>
                </a:cubicBezTo>
                <a:cubicBezTo>
                  <a:pt x="1023006" y="2830356"/>
                  <a:pt x="1019489" y="2826966"/>
                  <a:pt x="1019489" y="2822694"/>
                </a:cubicBezTo>
                <a:cubicBezTo>
                  <a:pt x="1019489" y="2818297"/>
                  <a:pt x="1023006" y="2814905"/>
                  <a:pt x="1027151" y="2814905"/>
                </a:cubicBezTo>
                <a:close/>
                <a:moveTo>
                  <a:pt x="1526472" y="2814026"/>
                </a:moveTo>
                <a:cubicBezTo>
                  <a:pt x="1531370" y="2813901"/>
                  <a:pt x="1535389" y="2817920"/>
                  <a:pt x="1535389" y="2822819"/>
                </a:cubicBezTo>
                <a:cubicBezTo>
                  <a:pt x="1535389" y="2827717"/>
                  <a:pt x="1531496" y="2831737"/>
                  <a:pt x="1526597" y="2831737"/>
                </a:cubicBezTo>
                <a:cubicBezTo>
                  <a:pt x="1521698" y="2831863"/>
                  <a:pt x="1517678" y="2827844"/>
                  <a:pt x="1517678" y="2822945"/>
                </a:cubicBezTo>
                <a:cubicBezTo>
                  <a:pt x="1517553" y="2818171"/>
                  <a:pt x="1521572" y="2814151"/>
                  <a:pt x="1526472" y="2814026"/>
                </a:cubicBezTo>
                <a:close/>
                <a:moveTo>
                  <a:pt x="2025790" y="2813776"/>
                </a:moveTo>
                <a:cubicBezTo>
                  <a:pt x="2028680" y="2813776"/>
                  <a:pt x="2031065" y="2816161"/>
                  <a:pt x="2031065" y="2819050"/>
                </a:cubicBezTo>
                <a:cubicBezTo>
                  <a:pt x="2031065" y="2821940"/>
                  <a:pt x="2028680" y="2824327"/>
                  <a:pt x="2025790" y="2824327"/>
                </a:cubicBezTo>
                <a:cubicBezTo>
                  <a:pt x="2022775" y="2824327"/>
                  <a:pt x="2020388" y="2821940"/>
                  <a:pt x="2020388" y="2819050"/>
                </a:cubicBezTo>
                <a:cubicBezTo>
                  <a:pt x="2020388" y="2816036"/>
                  <a:pt x="2022650" y="2813649"/>
                  <a:pt x="2025790" y="2813776"/>
                </a:cubicBezTo>
                <a:close/>
                <a:moveTo>
                  <a:pt x="1611639" y="2811640"/>
                </a:moveTo>
                <a:cubicBezTo>
                  <a:pt x="1616162" y="2811640"/>
                  <a:pt x="1619804" y="2815283"/>
                  <a:pt x="1619804" y="2819806"/>
                </a:cubicBezTo>
                <a:cubicBezTo>
                  <a:pt x="1619804" y="2824329"/>
                  <a:pt x="1616162" y="2827972"/>
                  <a:pt x="1611639" y="2827972"/>
                </a:cubicBezTo>
                <a:cubicBezTo>
                  <a:pt x="1607117" y="2827972"/>
                  <a:pt x="1603474" y="2824329"/>
                  <a:pt x="1603474" y="2819806"/>
                </a:cubicBezTo>
                <a:cubicBezTo>
                  <a:pt x="1603474" y="2815283"/>
                  <a:pt x="1607117" y="2811515"/>
                  <a:pt x="1611639" y="2811640"/>
                </a:cubicBezTo>
                <a:close/>
                <a:moveTo>
                  <a:pt x="1441179" y="2810760"/>
                </a:moveTo>
                <a:cubicBezTo>
                  <a:pt x="1446454" y="2810635"/>
                  <a:pt x="1450726" y="2814905"/>
                  <a:pt x="1450726" y="2820181"/>
                </a:cubicBezTo>
                <a:cubicBezTo>
                  <a:pt x="1450851" y="2825456"/>
                  <a:pt x="1446581" y="2829728"/>
                  <a:pt x="1441305" y="2829728"/>
                </a:cubicBezTo>
                <a:cubicBezTo>
                  <a:pt x="1436028" y="2829853"/>
                  <a:pt x="1431758" y="2825583"/>
                  <a:pt x="1431758" y="2820307"/>
                </a:cubicBezTo>
                <a:cubicBezTo>
                  <a:pt x="1431758" y="2815157"/>
                  <a:pt x="1436028" y="2810885"/>
                  <a:pt x="1441179" y="2810760"/>
                </a:cubicBezTo>
                <a:close/>
                <a:moveTo>
                  <a:pt x="2257423" y="2807494"/>
                </a:moveTo>
                <a:cubicBezTo>
                  <a:pt x="2258051" y="2807494"/>
                  <a:pt x="2258555" y="2807997"/>
                  <a:pt x="2258555" y="2808624"/>
                </a:cubicBezTo>
                <a:cubicBezTo>
                  <a:pt x="2258555" y="2809252"/>
                  <a:pt x="2258051" y="2809754"/>
                  <a:pt x="2257423" y="2809754"/>
                </a:cubicBezTo>
                <a:cubicBezTo>
                  <a:pt x="2256796" y="2809754"/>
                  <a:pt x="2256293" y="2809252"/>
                  <a:pt x="2256293" y="2808624"/>
                </a:cubicBezTo>
                <a:cubicBezTo>
                  <a:pt x="2256293" y="2807997"/>
                  <a:pt x="2256796" y="2807494"/>
                  <a:pt x="2257423" y="2807494"/>
                </a:cubicBezTo>
                <a:close/>
                <a:moveTo>
                  <a:pt x="1696430" y="2802847"/>
                </a:moveTo>
                <a:cubicBezTo>
                  <a:pt x="1700701" y="2802722"/>
                  <a:pt x="1704219" y="2806239"/>
                  <a:pt x="1704219" y="2810511"/>
                </a:cubicBezTo>
                <a:cubicBezTo>
                  <a:pt x="1704344" y="2814781"/>
                  <a:pt x="1700827" y="2818299"/>
                  <a:pt x="1696555" y="2818299"/>
                </a:cubicBezTo>
                <a:cubicBezTo>
                  <a:pt x="1692285" y="2818424"/>
                  <a:pt x="1688767" y="2814907"/>
                  <a:pt x="1688767" y="2810636"/>
                </a:cubicBezTo>
                <a:cubicBezTo>
                  <a:pt x="1688767" y="2806364"/>
                  <a:pt x="1692159" y="2802847"/>
                  <a:pt x="1696430" y="2802847"/>
                </a:cubicBezTo>
                <a:close/>
                <a:moveTo>
                  <a:pt x="1356389" y="2802092"/>
                </a:moveTo>
                <a:cubicBezTo>
                  <a:pt x="1361790" y="2802092"/>
                  <a:pt x="1366187" y="2806363"/>
                  <a:pt x="1366187" y="2811764"/>
                </a:cubicBezTo>
                <a:cubicBezTo>
                  <a:pt x="1366187" y="2817166"/>
                  <a:pt x="1361915" y="2821563"/>
                  <a:pt x="1356514" y="2821563"/>
                </a:cubicBezTo>
                <a:cubicBezTo>
                  <a:pt x="1351114" y="2821688"/>
                  <a:pt x="1346717" y="2817291"/>
                  <a:pt x="1346717" y="2811890"/>
                </a:cubicBezTo>
                <a:cubicBezTo>
                  <a:pt x="1346717" y="2806489"/>
                  <a:pt x="1350989" y="2802092"/>
                  <a:pt x="1356389" y="2802092"/>
                </a:cubicBezTo>
                <a:close/>
                <a:moveTo>
                  <a:pt x="1780465" y="2788150"/>
                </a:moveTo>
                <a:cubicBezTo>
                  <a:pt x="1784610" y="2788150"/>
                  <a:pt x="1788002" y="2791542"/>
                  <a:pt x="1788002" y="2795686"/>
                </a:cubicBezTo>
                <a:cubicBezTo>
                  <a:pt x="1788002" y="2799831"/>
                  <a:pt x="1784610" y="2803223"/>
                  <a:pt x="1780465" y="2803223"/>
                </a:cubicBezTo>
                <a:cubicBezTo>
                  <a:pt x="1776319" y="2803223"/>
                  <a:pt x="1772928" y="2799831"/>
                  <a:pt x="1772928" y="2795686"/>
                </a:cubicBezTo>
                <a:cubicBezTo>
                  <a:pt x="1772802" y="2791542"/>
                  <a:pt x="1776193" y="2788150"/>
                  <a:pt x="1780465" y="2788150"/>
                </a:cubicBezTo>
                <a:close/>
                <a:moveTo>
                  <a:pt x="1272353" y="2787649"/>
                </a:moveTo>
                <a:cubicBezTo>
                  <a:pt x="1277880" y="2787649"/>
                  <a:pt x="1282403" y="2792045"/>
                  <a:pt x="1282403" y="2797572"/>
                </a:cubicBezTo>
                <a:cubicBezTo>
                  <a:pt x="1282403" y="2802972"/>
                  <a:pt x="1278006" y="2807494"/>
                  <a:pt x="1272479" y="2807494"/>
                </a:cubicBezTo>
                <a:cubicBezTo>
                  <a:pt x="1266951" y="2807494"/>
                  <a:pt x="1262429" y="2803099"/>
                  <a:pt x="1262429" y="2797572"/>
                </a:cubicBezTo>
                <a:cubicBezTo>
                  <a:pt x="1262429" y="2792045"/>
                  <a:pt x="1266826" y="2787524"/>
                  <a:pt x="1272353" y="2787649"/>
                </a:cubicBezTo>
                <a:close/>
                <a:moveTo>
                  <a:pt x="949144" y="2782874"/>
                </a:moveTo>
                <a:cubicBezTo>
                  <a:pt x="952159" y="2782874"/>
                  <a:pt x="954671" y="2785387"/>
                  <a:pt x="954671" y="2788401"/>
                </a:cubicBezTo>
                <a:cubicBezTo>
                  <a:pt x="954671" y="2791416"/>
                  <a:pt x="952159" y="2793928"/>
                  <a:pt x="949144" y="2793928"/>
                </a:cubicBezTo>
                <a:cubicBezTo>
                  <a:pt x="946130" y="2793928"/>
                  <a:pt x="943618" y="2791416"/>
                  <a:pt x="943618" y="2788401"/>
                </a:cubicBezTo>
                <a:cubicBezTo>
                  <a:pt x="943618" y="2785261"/>
                  <a:pt x="946130" y="2782874"/>
                  <a:pt x="949144" y="2782874"/>
                </a:cubicBezTo>
                <a:close/>
                <a:moveTo>
                  <a:pt x="2103549" y="2780361"/>
                </a:moveTo>
                <a:cubicBezTo>
                  <a:pt x="2105685" y="2780361"/>
                  <a:pt x="2107318" y="2782119"/>
                  <a:pt x="2107318" y="2784130"/>
                </a:cubicBezTo>
                <a:cubicBezTo>
                  <a:pt x="2107318" y="2786266"/>
                  <a:pt x="2105558" y="2787898"/>
                  <a:pt x="2103549" y="2787898"/>
                </a:cubicBezTo>
                <a:cubicBezTo>
                  <a:pt x="2101538" y="2787898"/>
                  <a:pt x="2099779" y="2786266"/>
                  <a:pt x="2099779" y="2784130"/>
                </a:cubicBezTo>
                <a:cubicBezTo>
                  <a:pt x="2099779" y="2782119"/>
                  <a:pt x="2101412" y="2780361"/>
                  <a:pt x="2103549" y="2780361"/>
                </a:cubicBezTo>
                <a:close/>
                <a:moveTo>
                  <a:pt x="2474108" y="2772322"/>
                </a:moveTo>
                <a:cubicBezTo>
                  <a:pt x="2474485" y="2772322"/>
                  <a:pt x="2474735" y="2772574"/>
                  <a:pt x="2474735" y="2772950"/>
                </a:cubicBezTo>
                <a:cubicBezTo>
                  <a:pt x="2474735" y="2773327"/>
                  <a:pt x="2474485" y="2773579"/>
                  <a:pt x="2474108" y="2773579"/>
                </a:cubicBezTo>
                <a:cubicBezTo>
                  <a:pt x="2473731" y="2773579"/>
                  <a:pt x="2473480" y="2773327"/>
                  <a:pt x="2473480" y="2772950"/>
                </a:cubicBezTo>
                <a:cubicBezTo>
                  <a:pt x="2473480" y="2772574"/>
                  <a:pt x="2473731" y="2772322"/>
                  <a:pt x="2474108" y="2772322"/>
                </a:cubicBezTo>
                <a:close/>
                <a:moveTo>
                  <a:pt x="1189447" y="2768428"/>
                </a:moveTo>
                <a:cubicBezTo>
                  <a:pt x="1194471" y="2768428"/>
                  <a:pt x="1198616" y="2772448"/>
                  <a:pt x="1198616" y="2777472"/>
                </a:cubicBezTo>
                <a:cubicBezTo>
                  <a:pt x="1198616" y="2782371"/>
                  <a:pt x="1194597" y="2786516"/>
                  <a:pt x="1189572" y="2786516"/>
                </a:cubicBezTo>
                <a:cubicBezTo>
                  <a:pt x="1184548" y="2786516"/>
                  <a:pt x="1180403" y="2782497"/>
                  <a:pt x="1180403" y="2777472"/>
                </a:cubicBezTo>
                <a:cubicBezTo>
                  <a:pt x="1180403" y="2772448"/>
                  <a:pt x="1184548" y="2768303"/>
                  <a:pt x="1189447" y="2768428"/>
                </a:cubicBezTo>
                <a:close/>
                <a:moveTo>
                  <a:pt x="1863121" y="2767422"/>
                </a:moveTo>
                <a:cubicBezTo>
                  <a:pt x="1867266" y="2767422"/>
                  <a:pt x="1870658" y="2770814"/>
                  <a:pt x="1870658" y="2774958"/>
                </a:cubicBezTo>
                <a:cubicBezTo>
                  <a:pt x="1870658" y="2779103"/>
                  <a:pt x="1867266" y="2782495"/>
                  <a:pt x="1863121" y="2782495"/>
                </a:cubicBezTo>
                <a:cubicBezTo>
                  <a:pt x="1858976" y="2782495"/>
                  <a:pt x="1855584" y="2779103"/>
                  <a:pt x="1855584" y="2774958"/>
                </a:cubicBezTo>
                <a:cubicBezTo>
                  <a:pt x="1855584" y="2770814"/>
                  <a:pt x="1858976" y="2767422"/>
                  <a:pt x="1863121" y="2767422"/>
                </a:cubicBezTo>
                <a:close/>
                <a:moveTo>
                  <a:pt x="2329151" y="2761393"/>
                </a:moveTo>
                <a:cubicBezTo>
                  <a:pt x="2329779" y="2761393"/>
                  <a:pt x="2330281" y="2761896"/>
                  <a:pt x="2330281" y="2762523"/>
                </a:cubicBezTo>
                <a:cubicBezTo>
                  <a:pt x="2330281" y="2763151"/>
                  <a:pt x="2329779" y="2763653"/>
                  <a:pt x="2329151" y="2763653"/>
                </a:cubicBezTo>
                <a:cubicBezTo>
                  <a:pt x="2328524" y="2763653"/>
                  <a:pt x="2328021" y="2763151"/>
                  <a:pt x="2328021" y="2762523"/>
                </a:cubicBezTo>
                <a:cubicBezTo>
                  <a:pt x="2328021" y="2761896"/>
                  <a:pt x="2328524" y="2761393"/>
                  <a:pt x="2329151" y="2761393"/>
                </a:cubicBezTo>
                <a:close/>
                <a:moveTo>
                  <a:pt x="873401" y="2744309"/>
                </a:moveTo>
                <a:cubicBezTo>
                  <a:pt x="876164" y="2744309"/>
                  <a:pt x="878299" y="2746570"/>
                  <a:pt x="878299" y="2749208"/>
                </a:cubicBezTo>
                <a:cubicBezTo>
                  <a:pt x="878299" y="2751846"/>
                  <a:pt x="876038" y="2754106"/>
                  <a:pt x="873401" y="2754106"/>
                </a:cubicBezTo>
                <a:cubicBezTo>
                  <a:pt x="870763" y="2754106"/>
                  <a:pt x="868502" y="2751846"/>
                  <a:pt x="868502" y="2749208"/>
                </a:cubicBezTo>
                <a:cubicBezTo>
                  <a:pt x="868627" y="2746444"/>
                  <a:pt x="870763" y="2744309"/>
                  <a:pt x="873401" y="2744309"/>
                </a:cubicBezTo>
                <a:close/>
                <a:moveTo>
                  <a:pt x="1108300" y="2742802"/>
                </a:moveTo>
                <a:cubicBezTo>
                  <a:pt x="1113073" y="2742802"/>
                  <a:pt x="1116967" y="2746697"/>
                  <a:pt x="1116967" y="2751469"/>
                </a:cubicBezTo>
                <a:cubicBezTo>
                  <a:pt x="1116967" y="2756244"/>
                  <a:pt x="1113073" y="2760137"/>
                  <a:pt x="1108300" y="2760137"/>
                </a:cubicBezTo>
                <a:cubicBezTo>
                  <a:pt x="1103526" y="2760263"/>
                  <a:pt x="1099631" y="2756369"/>
                  <a:pt x="1099631" y="2751595"/>
                </a:cubicBezTo>
                <a:cubicBezTo>
                  <a:pt x="1099506" y="2746822"/>
                  <a:pt x="1103401" y="2743053"/>
                  <a:pt x="1108300" y="2742802"/>
                </a:cubicBezTo>
                <a:close/>
                <a:moveTo>
                  <a:pt x="2178915" y="2738908"/>
                </a:moveTo>
                <a:cubicBezTo>
                  <a:pt x="2181929" y="2738908"/>
                  <a:pt x="2184442" y="2741421"/>
                  <a:pt x="2184442" y="2744435"/>
                </a:cubicBezTo>
                <a:cubicBezTo>
                  <a:pt x="2184442" y="2747450"/>
                  <a:pt x="2181929" y="2749962"/>
                  <a:pt x="2178915" y="2749962"/>
                </a:cubicBezTo>
                <a:cubicBezTo>
                  <a:pt x="2175900" y="2749962"/>
                  <a:pt x="2173388" y="2747575"/>
                  <a:pt x="2173388" y="2744435"/>
                </a:cubicBezTo>
                <a:cubicBezTo>
                  <a:pt x="2173388" y="2741421"/>
                  <a:pt x="2175900" y="2738908"/>
                  <a:pt x="2178915" y="2738908"/>
                </a:cubicBezTo>
                <a:close/>
                <a:moveTo>
                  <a:pt x="1944140" y="2738029"/>
                </a:moveTo>
                <a:cubicBezTo>
                  <a:pt x="1949918" y="2738029"/>
                  <a:pt x="1954566" y="2742677"/>
                  <a:pt x="1954566" y="2748456"/>
                </a:cubicBezTo>
                <a:cubicBezTo>
                  <a:pt x="1954692" y="2754233"/>
                  <a:pt x="1950043" y="2758882"/>
                  <a:pt x="1944266" y="2758882"/>
                </a:cubicBezTo>
                <a:cubicBezTo>
                  <a:pt x="1938487" y="2759007"/>
                  <a:pt x="1933839" y="2754360"/>
                  <a:pt x="1933839" y="2748581"/>
                </a:cubicBezTo>
                <a:cubicBezTo>
                  <a:pt x="1933839" y="2742929"/>
                  <a:pt x="1938361" y="2738155"/>
                  <a:pt x="1944140" y="2738029"/>
                </a:cubicBezTo>
                <a:close/>
                <a:moveTo>
                  <a:pt x="2539052" y="2717051"/>
                </a:moveTo>
                <a:cubicBezTo>
                  <a:pt x="2539429" y="2717051"/>
                  <a:pt x="2539679" y="2717303"/>
                  <a:pt x="2539679" y="2717679"/>
                </a:cubicBezTo>
                <a:cubicBezTo>
                  <a:pt x="2539679" y="2718056"/>
                  <a:pt x="2539429" y="2718306"/>
                  <a:pt x="2539052" y="2718306"/>
                </a:cubicBezTo>
                <a:cubicBezTo>
                  <a:pt x="2538676" y="2718306"/>
                  <a:pt x="2538424" y="2718056"/>
                  <a:pt x="2538424" y="2717679"/>
                </a:cubicBezTo>
                <a:cubicBezTo>
                  <a:pt x="2538424" y="2717303"/>
                  <a:pt x="2538676" y="2717051"/>
                  <a:pt x="2539052" y="2717051"/>
                </a:cubicBezTo>
                <a:close/>
                <a:moveTo>
                  <a:pt x="1526096" y="2716423"/>
                </a:moveTo>
                <a:cubicBezTo>
                  <a:pt x="1532501" y="2716423"/>
                  <a:pt x="1537653" y="2721448"/>
                  <a:pt x="1537653" y="2727855"/>
                </a:cubicBezTo>
                <a:cubicBezTo>
                  <a:pt x="1537653" y="2734260"/>
                  <a:pt x="1532628" y="2739412"/>
                  <a:pt x="1526221" y="2739412"/>
                </a:cubicBezTo>
                <a:cubicBezTo>
                  <a:pt x="1519814" y="2739412"/>
                  <a:pt x="1514664" y="2734387"/>
                  <a:pt x="1514664" y="2727980"/>
                </a:cubicBezTo>
                <a:cubicBezTo>
                  <a:pt x="1514664" y="2721699"/>
                  <a:pt x="1519689" y="2716423"/>
                  <a:pt x="1526096" y="2716423"/>
                </a:cubicBezTo>
                <a:close/>
                <a:moveTo>
                  <a:pt x="1440929" y="2713284"/>
                </a:moveTo>
                <a:cubicBezTo>
                  <a:pt x="1447461" y="2713284"/>
                  <a:pt x="1452738" y="2718434"/>
                  <a:pt x="1452738" y="2724967"/>
                </a:cubicBezTo>
                <a:cubicBezTo>
                  <a:pt x="1452738" y="2731499"/>
                  <a:pt x="1447461" y="2736776"/>
                  <a:pt x="1441056" y="2736776"/>
                </a:cubicBezTo>
                <a:cubicBezTo>
                  <a:pt x="1434522" y="2736776"/>
                  <a:pt x="1429247" y="2731625"/>
                  <a:pt x="1429247" y="2725093"/>
                </a:cubicBezTo>
                <a:cubicBezTo>
                  <a:pt x="1429247" y="2718686"/>
                  <a:pt x="1434397" y="2713410"/>
                  <a:pt x="1440929" y="2713284"/>
                </a:cubicBezTo>
                <a:close/>
                <a:moveTo>
                  <a:pt x="1611261" y="2713284"/>
                </a:moveTo>
                <a:cubicBezTo>
                  <a:pt x="1617416" y="2713159"/>
                  <a:pt x="1622566" y="2718182"/>
                  <a:pt x="1622566" y="2724463"/>
                </a:cubicBezTo>
                <a:cubicBezTo>
                  <a:pt x="1622692" y="2730618"/>
                  <a:pt x="1617668" y="2735768"/>
                  <a:pt x="1611386" y="2735768"/>
                </a:cubicBezTo>
                <a:cubicBezTo>
                  <a:pt x="1605106" y="2735768"/>
                  <a:pt x="1600082" y="2730744"/>
                  <a:pt x="1600082" y="2724463"/>
                </a:cubicBezTo>
                <a:cubicBezTo>
                  <a:pt x="1599957" y="2718309"/>
                  <a:pt x="1605106" y="2713159"/>
                  <a:pt x="1611261" y="2713284"/>
                </a:cubicBezTo>
                <a:close/>
                <a:moveTo>
                  <a:pt x="1028784" y="2711651"/>
                </a:moveTo>
                <a:cubicBezTo>
                  <a:pt x="1033557" y="2711526"/>
                  <a:pt x="1037451" y="2715420"/>
                  <a:pt x="1037451" y="2720193"/>
                </a:cubicBezTo>
                <a:cubicBezTo>
                  <a:pt x="1037576" y="2724967"/>
                  <a:pt x="1033683" y="2728861"/>
                  <a:pt x="1028910" y="2728861"/>
                </a:cubicBezTo>
                <a:cubicBezTo>
                  <a:pt x="1024137" y="2728986"/>
                  <a:pt x="1020243" y="2725092"/>
                  <a:pt x="1020243" y="2720319"/>
                </a:cubicBezTo>
                <a:cubicBezTo>
                  <a:pt x="1020243" y="2715545"/>
                  <a:pt x="1024137" y="2711651"/>
                  <a:pt x="1028784" y="2711651"/>
                </a:cubicBezTo>
                <a:close/>
                <a:moveTo>
                  <a:pt x="2397988" y="2710268"/>
                </a:moveTo>
                <a:cubicBezTo>
                  <a:pt x="2398993" y="2710268"/>
                  <a:pt x="2399746" y="2711023"/>
                  <a:pt x="2399746" y="2712026"/>
                </a:cubicBezTo>
                <a:cubicBezTo>
                  <a:pt x="2399746" y="2713033"/>
                  <a:pt x="2398993" y="2713786"/>
                  <a:pt x="2397988" y="2713786"/>
                </a:cubicBezTo>
                <a:cubicBezTo>
                  <a:pt x="2396983" y="2713786"/>
                  <a:pt x="2396229" y="2713033"/>
                  <a:pt x="2396229" y="2712026"/>
                </a:cubicBezTo>
                <a:cubicBezTo>
                  <a:pt x="2396104" y="2711148"/>
                  <a:pt x="2396983" y="2710268"/>
                  <a:pt x="2397988" y="2710268"/>
                </a:cubicBezTo>
                <a:close/>
                <a:moveTo>
                  <a:pt x="2023280" y="2707378"/>
                </a:moveTo>
                <a:cubicBezTo>
                  <a:pt x="2028430" y="2707378"/>
                  <a:pt x="2032575" y="2711523"/>
                  <a:pt x="2032575" y="2716675"/>
                </a:cubicBezTo>
                <a:cubicBezTo>
                  <a:pt x="2032575" y="2721825"/>
                  <a:pt x="2028430" y="2725970"/>
                  <a:pt x="2023280" y="2725970"/>
                </a:cubicBezTo>
                <a:cubicBezTo>
                  <a:pt x="2018128" y="2725970"/>
                  <a:pt x="2013983" y="2721825"/>
                  <a:pt x="2013983" y="2716675"/>
                </a:cubicBezTo>
                <a:cubicBezTo>
                  <a:pt x="2013983" y="2711649"/>
                  <a:pt x="2018128" y="2707378"/>
                  <a:pt x="2023280" y="2707378"/>
                </a:cubicBezTo>
                <a:close/>
                <a:moveTo>
                  <a:pt x="1356140" y="2703863"/>
                </a:moveTo>
                <a:cubicBezTo>
                  <a:pt x="1362797" y="2703863"/>
                  <a:pt x="1368199" y="2709265"/>
                  <a:pt x="1368199" y="2715797"/>
                </a:cubicBezTo>
                <a:cubicBezTo>
                  <a:pt x="1368199" y="2722454"/>
                  <a:pt x="1362797" y="2727856"/>
                  <a:pt x="1356265" y="2727856"/>
                </a:cubicBezTo>
                <a:cubicBezTo>
                  <a:pt x="1349608" y="2727856"/>
                  <a:pt x="1344206" y="2722579"/>
                  <a:pt x="1344206" y="2715922"/>
                </a:cubicBezTo>
                <a:cubicBezTo>
                  <a:pt x="1344206" y="2709265"/>
                  <a:pt x="1349481" y="2703863"/>
                  <a:pt x="1356140" y="2703863"/>
                </a:cubicBezTo>
                <a:close/>
                <a:moveTo>
                  <a:pt x="1695926" y="2703360"/>
                </a:moveTo>
                <a:cubicBezTo>
                  <a:pt x="1702207" y="2703360"/>
                  <a:pt x="1707232" y="2708385"/>
                  <a:pt x="1707232" y="2714664"/>
                </a:cubicBezTo>
                <a:cubicBezTo>
                  <a:pt x="1707357" y="2720945"/>
                  <a:pt x="1702207" y="2725970"/>
                  <a:pt x="1696052" y="2725970"/>
                </a:cubicBezTo>
                <a:cubicBezTo>
                  <a:pt x="1689896" y="2725970"/>
                  <a:pt x="1684746" y="2720945"/>
                  <a:pt x="1684746" y="2714664"/>
                </a:cubicBezTo>
                <a:cubicBezTo>
                  <a:pt x="1684746" y="2708385"/>
                  <a:pt x="1689771" y="2703360"/>
                  <a:pt x="1695926" y="2703360"/>
                </a:cubicBezTo>
                <a:close/>
                <a:moveTo>
                  <a:pt x="800417" y="2701727"/>
                </a:moveTo>
                <a:cubicBezTo>
                  <a:pt x="802301" y="2701727"/>
                  <a:pt x="803934" y="2703235"/>
                  <a:pt x="803934" y="2705244"/>
                </a:cubicBezTo>
                <a:cubicBezTo>
                  <a:pt x="803934" y="2707129"/>
                  <a:pt x="802426" y="2708762"/>
                  <a:pt x="800417" y="2708762"/>
                </a:cubicBezTo>
                <a:cubicBezTo>
                  <a:pt x="798532" y="2708762"/>
                  <a:pt x="796899" y="2707254"/>
                  <a:pt x="796899" y="2705244"/>
                </a:cubicBezTo>
                <a:cubicBezTo>
                  <a:pt x="796774" y="2703360"/>
                  <a:pt x="798407" y="2701727"/>
                  <a:pt x="800417" y="2701727"/>
                </a:cubicBezTo>
                <a:close/>
                <a:moveTo>
                  <a:pt x="2251646" y="2696451"/>
                </a:moveTo>
                <a:cubicBezTo>
                  <a:pt x="2253531" y="2696451"/>
                  <a:pt x="2255164" y="2697959"/>
                  <a:pt x="2255164" y="2699968"/>
                </a:cubicBezTo>
                <a:cubicBezTo>
                  <a:pt x="2255164" y="2701853"/>
                  <a:pt x="2253656" y="2703486"/>
                  <a:pt x="2251646" y="2703486"/>
                </a:cubicBezTo>
                <a:cubicBezTo>
                  <a:pt x="2249762" y="2703486"/>
                  <a:pt x="2248129" y="2701978"/>
                  <a:pt x="2248129" y="2699968"/>
                </a:cubicBezTo>
                <a:cubicBezTo>
                  <a:pt x="2248129" y="2698084"/>
                  <a:pt x="2249762" y="2696451"/>
                  <a:pt x="2251646" y="2696451"/>
                </a:cubicBezTo>
                <a:close/>
                <a:moveTo>
                  <a:pt x="1272226" y="2688537"/>
                </a:moveTo>
                <a:cubicBezTo>
                  <a:pt x="1278758" y="2688537"/>
                  <a:pt x="1284035" y="2693813"/>
                  <a:pt x="1284035" y="2700220"/>
                </a:cubicBezTo>
                <a:cubicBezTo>
                  <a:pt x="1284035" y="2706752"/>
                  <a:pt x="1278758" y="2712029"/>
                  <a:pt x="1272353" y="2712029"/>
                </a:cubicBezTo>
                <a:cubicBezTo>
                  <a:pt x="1265819" y="2712029"/>
                  <a:pt x="1260544" y="2706878"/>
                  <a:pt x="1260544" y="2700346"/>
                </a:cubicBezTo>
                <a:cubicBezTo>
                  <a:pt x="1260544" y="2693813"/>
                  <a:pt x="1265819" y="2688663"/>
                  <a:pt x="1272226" y="2688537"/>
                </a:cubicBezTo>
                <a:close/>
                <a:moveTo>
                  <a:pt x="1779588" y="2687406"/>
                </a:moveTo>
                <a:cubicBezTo>
                  <a:pt x="1785743" y="2687406"/>
                  <a:pt x="1790768" y="2692306"/>
                  <a:pt x="1790768" y="2698460"/>
                </a:cubicBezTo>
                <a:cubicBezTo>
                  <a:pt x="1790768" y="2704490"/>
                  <a:pt x="1785743" y="2709515"/>
                  <a:pt x="1779713" y="2709515"/>
                </a:cubicBezTo>
                <a:cubicBezTo>
                  <a:pt x="1773683" y="2709515"/>
                  <a:pt x="1768658" y="2704615"/>
                  <a:pt x="1768658" y="2698460"/>
                </a:cubicBezTo>
                <a:cubicBezTo>
                  <a:pt x="1768658" y="2692431"/>
                  <a:pt x="1773558" y="2687406"/>
                  <a:pt x="1779588" y="2687406"/>
                </a:cubicBezTo>
                <a:close/>
                <a:moveTo>
                  <a:pt x="951909" y="2676729"/>
                </a:moveTo>
                <a:cubicBezTo>
                  <a:pt x="955802" y="2676604"/>
                  <a:pt x="958817" y="2679744"/>
                  <a:pt x="958817" y="2683512"/>
                </a:cubicBezTo>
                <a:cubicBezTo>
                  <a:pt x="958817" y="2687281"/>
                  <a:pt x="955802" y="2690421"/>
                  <a:pt x="952034" y="2690421"/>
                </a:cubicBezTo>
                <a:cubicBezTo>
                  <a:pt x="948265" y="2690421"/>
                  <a:pt x="945125" y="2687406"/>
                  <a:pt x="945125" y="2683638"/>
                </a:cubicBezTo>
                <a:cubicBezTo>
                  <a:pt x="945125" y="2679869"/>
                  <a:pt x="948140" y="2676729"/>
                  <a:pt x="951909" y="2676729"/>
                </a:cubicBezTo>
                <a:close/>
                <a:moveTo>
                  <a:pt x="2100027" y="2671828"/>
                </a:moveTo>
                <a:cubicBezTo>
                  <a:pt x="2104298" y="2671703"/>
                  <a:pt x="2107815" y="2675220"/>
                  <a:pt x="2107815" y="2679492"/>
                </a:cubicBezTo>
                <a:cubicBezTo>
                  <a:pt x="2107815" y="2683762"/>
                  <a:pt x="2104298" y="2687279"/>
                  <a:pt x="2100027" y="2687279"/>
                </a:cubicBezTo>
                <a:cubicBezTo>
                  <a:pt x="2095757" y="2687279"/>
                  <a:pt x="2092240" y="2683762"/>
                  <a:pt x="2092240" y="2679492"/>
                </a:cubicBezTo>
                <a:cubicBezTo>
                  <a:pt x="2092240" y="2675220"/>
                  <a:pt x="2095632" y="2671703"/>
                  <a:pt x="2100027" y="2671828"/>
                </a:cubicBezTo>
                <a:close/>
                <a:moveTo>
                  <a:pt x="1189824" y="2668313"/>
                </a:moveTo>
                <a:cubicBezTo>
                  <a:pt x="1195602" y="2668188"/>
                  <a:pt x="1200251" y="2672835"/>
                  <a:pt x="1200251" y="2678612"/>
                </a:cubicBezTo>
                <a:cubicBezTo>
                  <a:pt x="1200251" y="2684266"/>
                  <a:pt x="1195602" y="2689038"/>
                  <a:pt x="1189824" y="2689038"/>
                </a:cubicBezTo>
                <a:cubicBezTo>
                  <a:pt x="1184171" y="2689038"/>
                  <a:pt x="1179398" y="2684391"/>
                  <a:pt x="1179398" y="2678612"/>
                </a:cubicBezTo>
                <a:cubicBezTo>
                  <a:pt x="1179398" y="2672835"/>
                  <a:pt x="1184046" y="2668188"/>
                  <a:pt x="1189824" y="2668313"/>
                </a:cubicBezTo>
                <a:close/>
                <a:moveTo>
                  <a:pt x="1861864" y="2665047"/>
                </a:moveTo>
                <a:cubicBezTo>
                  <a:pt x="1868019" y="2665047"/>
                  <a:pt x="1873044" y="2669947"/>
                  <a:pt x="1873044" y="2676101"/>
                </a:cubicBezTo>
                <a:cubicBezTo>
                  <a:pt x="1873044" y="2682131"/>
                  <a:pt x="1868144" y="2687156"/>
                  <a:pt x="1861989" y="2687156"/>
                </a:cubicBezTo>
                <a:cubicBezTo>
                  <a:pt x="1855959" y="2687156"/>
                  <a:pt x="1850934" y="2682256"/>
                  <a:pt x="1850934" y="2676101"/>
                </a:cubicBezTo>
                <a:cubicBezTo>
                  <a:pt x="1850934" y="2670072"/>
                  <a:pt x="1855834" y="2665047"/>
                  <a:pt x="1861864" y="2665047"/>
                </a:cubicBezTo>
                <a:close/>
                <a:moveTo>
                  <a:pt x="588127" y="2662031"/>
                </a:moveTo>
                <a:cubicBezTo>
                  <a:pt x="589383" y="2662031"/>
                  <a:pt x="590513" y="2663036"/>
                  <a:pt x="590513" y="2664418"/>
                </a:cubicBezTo>
                <a:cubicBezTo>
                  <a:pt x="590639" y="2665800"/>
                  <a:pt x="589508" y="2666931"/>
                  <a:pt x="588127" y="2666931"/>
                </a:cubicBezTo>
                <a:cubicBezTo>
                  <a:pt x="586871" y="2666931"/>
                  <a:pt x="585741" y="2665800"/>
                  <a:pt x="585741" y="2664544"/>
                </a:cubicBezTo>
                <a:cubicBezTo>
                  <a:pt x="585741" y="2663161"/>
                  <a:pt x="586871" y="2662031"/>
                  <a:pt x="588127" y="2662031"/>
                </a:cubicBezTo>
                <a:close/>
                <a:moveTo>
                  <a:pt x="2600854" y="2657761"/>
                </a:moveTo>
                <a:cubicBezTo>
                  <a:pt x="2601482" y="2657761"/>
                  <a:pt x="2601984" y="2658264"/>
                  <a:pt x="2601984" y="2658891"/>
                </a:cubicBezTo>
                <a:cubicBezTo>
                  <a:pt x="2601984" y="2659519"/>
                  <a:pt x="2601482" y="2660021"/>
                  <a:pt x="2600854" y="2660021"/>
                </a:cubicBezTo>
                <a:cubicBezTo>
                  <a:pt x="2600227" y="2660021"/>
                  <a:pt x="2599724" y="2659519"/>
                  <a:pt x="2599724" y="2658891"/>
                </a:cubicBezTo>
                <a:cubicBezTo>
                  <a:pt x="2599724" y="2658264"/>
                  <a:pt x="2600227" y="2657761"/>
                  <a:pt x="2600854" y="2657761"/>
                </a:cubicBezTo>
                <a:close/>
                <a:moveTo>
                  <a:pt x="2463685" y="2655374"/>
                </a:moveTo>
                <a:cubicBezTo>
                  <a:pt x="2464940" y="2655374"/>
                  <a:pt x="2465945" y="2656379"/>
                  <a:pt x="2465945" y="2657636"/>
                </a:cubicBezTo>
                <a:cubicBezTo>
                  <a:pt x="2465945" y="2658891"/>
                  <a:pt x="2464940" y="2659896"/>
                  <a:pt x="2463685" y="2659896"/>
                </a:cubicBezTo>
                <a:cubicBezTo>
                  <a:pt x="2462428" y="2659896"/>
                  <a:pt x="2461423" y="2658891"/>
                  <a:pt x="2461423" y="2657636"/>
                </a:cubicBezTo>
                <a:cubicBezTo>
                  <a:pt x="2461423" y="2656504"/>
                  <a:pt x="2462428" y="2655500"/>
                  <a:pt x="2463685" y="2655374"/>
                </a:cubicBezTo>
                <a:close/>
                <a:moveTo>
                  <a:pt x="730198" y="2652360"/>
                </a:moveTo>
                <a:cubicBezTo>
                  <a:pt x="732585" y="2652360"/>
                  <a:pt x="734595" y="2654369"/>
                  <a:pt x="734595" y="2656757"/>
                </a:cubicBezTo>
                <a:cubicBezTo>
                  <a:pt x="734595" y="2659144"/>
                  <a:pt x="732711" y="2661154"/>
                  <a:pt x="730198" y="2661154"/>
                </a:cubicBezTo>
                <a:cubicBezTo>
                  <a:pt x="727812" y="2661154"/>
                  <a:pt x="725802" y="2659144"/>
                  <a:pt x="725802" y="2656757"/>
                </a:cubicBezTo>
                <a:cubicBezTo>
                  <a:pt x="725802" y="2654244"/>
                  <a:pt x="727812" y="2652234"/>
                  <a:pt x="730198" y="2652360"/>
                </a:cubicBezTo>
                <a:close/>
                <a:moveTo>
                  <a:pt x="2321490" y="2643819"/>
                </a:moveTo>
                <a:cubicBezTo>
                  <a:pt x="2325384" y="2643819"/>
                  <a:pt x="2328526" y="2646959"/>
                  <a:pt x="2328526" y="2650854"/>
                </a:cubicBezTo>
                <a:cubicBezTo>
                  <a:pt x="2328526" y="2654748"/>
                  <a:pt x="2325384" y="2658013"/>
                  <a:pt x="2321490" y="2658013"/>
                </a:cubicBezTo>
                <a:cubicBezTo>
                  <a:pt x="2317596" y="2658013"/>
                  <a:pt x="2314455" y="2654873"/>
                  <a:pt x="2314455" y="2650979"/>
                </a:cubicBezTo>
                <a:cubicBezTo>
                  <a:pt x="2314329" y="2647085"/>
                  <a:pt x="2317596" y="2643945"/>
                  <a:pt x="2321490" y="2643819"/>
                </a:cubicBezTo>
                <a:close/>
                <a:moveTo>
                  <a:pt x="1109179" y="2639421"/>
                </a:moveTo>
                <a:cubicBezTo>
                  <a:pt x="1115334" y="2639421"/>
                  <a:pt x="1120485" y="2644446"/>
                  <a:pt x="1120485" y="2650727"/>
                </a:cubicBezTo>
                <a:cubicBezTo>
                  <a:pt x="1120611" y="2656882"/>
                  <a:pt x="1115586" y="2662032"/>
                  <a:pt x="1109305" y="2662032"/>
                </a:cubicBezTo>
                <a:cubicBezTo>
                  <a:pt x="1103024" y="2662032"/>
                  <a:pt x="1098000" y="2657008"/>
                  <a:pt x="1098000" y="2650727"/>
                </a:cubicBezTo>
                <a:cubicBezTo>
                  <a:pt x="1098000" y="2644446"/>
                  <a:pt x="1103024" y="2639421"/>
                  <a:pt x="1109179" y="2639421"/>
                </a:cubicBezTo>
                <a:close/>
                <a:moveTo>
                  <a:pt x="877671" y="2635654"/>
                </a:moveTo>
                <a:cubicBezTo>
                  <a:pt x="881061" y="2635654"/>
                  <a:pt x="883700" y="2638292"/>
                  <a:pt x="883700" y="2641558"/>
                </a:cubicBezTo>
                <a:cubicBezTo>
                  <a:pt x="883700" y="2644948"/>
                  <a:pt x="881061" y="2647587"/>
                  <a:pt x="877796" y="2647587"/>
                </a:cubicBezTo>
                <a:cubicBezTo>
                  <a:pt x="874404" y="2647712"/>
                  <a:pt x="871767" y="2644948"/>
                  <a:pt x="871767" y="2641683"/>
                </a:cubicBezTo>
                <a:cubicBezTo>
                  <a:pt x="871767" y="2638292"/>
                  <a:pt x="874404" y="2635654"/>
                  <a:pt x="877671" y="2635654"/>
                </a:cubicBezTo>
                <a:close/>
                <a:moveTo>
                  <a:pt x="1942382" y="2634144"/>
                </a:moveTo>
                <a:cubicBezTo>
                  <a:pt x="1949919" y="2634144"/>
                  <a:pt x="1955949" y="2640173"/>
                  <a:pt x="1955949" y="2647585"/>
                </a:cubicBezTo>
                <a:cubicBezTo>
                  <a:pt x="1955949" y="2654996"/>
                  <a:pt x="1949919" y="2661151"/>
                  <a:pt x="1942508" y="2661151"/>
                </a:cubicBezTo>
                <a:cubicBezTo>
                  <a:pt x="1934971" y="2661151"/>
                  <a:pt x="1928941" y="2655121"/>
                  <a:pt x="1928941" y="2647710"/>
                </a:cubicBezTo>
                <a:cubicBezTo>
                  <a:pt x="1928941" y="2640173"/>
                  <a:pt x="1934845" y="2634144"/>
                  <a:pt x="1942382" y="2634144"/>
                </a:cubicBezTo>
                <a:close/>
                <a:moveTo>
                  <a:pt x="2173891" y="2627235"/>
                </a:moveTo>
                <a:cubicBezTo>
                  <a:pt x="2179292" y="2627235"/>
                  <a:pt x="2183689" y="2631507"/>
                  <a:pt x="2183689" y="2636907"/>
                </a:cubicBezTo>
                <a:cubicBezTo>
                  <a:pt x="2183689" y="2642308"/>
                  <a:pt x="2179417" y="2646705"/>
                  <a:pt x="2174017" y="2646705"/>
                </a:cubicBezTo>
                <a:cubicBezTo>
                  <a:pt x="2168616" y="2646705"/>
                  <a:pt x="2164219" y="2642433"/>
                  <a:pt x="2164219" y="2637032"/>
                </a:cubicBezTo>
                <a:cubicBezTo>
                  <a:pt x="2164219" y="2631632"/>
                  <a:pt x="2168491" y="2627235"/>
                  <a:pt x="2173891" y="2627235"/>
                </a:cubicBezTo>
                <a:close/>
                <a:moveTo>
                  <a:pt x="1525719" y="2618820"/>
                </a:moveTo>
                <a:cubicBezTo>
                  <a:pt x="1533508" y="2618694"/>
                  <a:pt x="1539913" y="2625101"/>
                  <a:pt x="1539913" y="2632888"/>
                </a:cubicBezTo>
                <a:cubicBezTo>
                  <a:pt x="1540040" y="2640677"/>
                  <a:pt x="1533633" y="2647084"/>
                  <a:pt x="1525844" y="2647084"/>
                </a:cubicBezTo>
                <a:cubicBezTo>
                  <a:pt x="1518057" y="2647209"/>
                  <a:pt x="1511650" y="2640803"/>
                  <a:pt x="1511650" y="2633015"/>
                </a:cubicBezTo>
                <a:cubicBezTo>
                  <a:pt x="1511650" y="2625226"/>
                  <a:pt x="1517932" y="2618820"/>
                  <a:pt x="1525719" y="2618820"/>
                </a:cubicBezTo>
                <a:close/>
                <a:moveTo>
                  <a:pt x="1440425" y="2615681"/>
                </a:moveTo>
                <a:cubicBezTo>
                  <a:pt x="1448212" y="2615555"/>
                  <a:pt x="1454619" y="2621962"/>
                  <a:pt x="1454619" y="2629749"/>
                </a:cubicBezTo>
                <a:cubicBezTo>
                  <a:pt x="1454744" y="2637538"/>
                  <a:pt x="1448339" y="2643945"/>
                  <a:pt x="1440550" y="2643945"/>
                </a:cubicBezTo>
                <a:cubicBezTo>
                  <a:pt x="1432763" y="2644070"/>
                  <a:pt x="1426356" y="2637664"/>
                  <a:pt x="1426356" y="2629876"/>
                </a:cubicBezTo>
                <a:cubicBezTo>
                  <a:pt x="1426356" y="2621962"/>
                  <a:pt x="1432638" y="2615681"/>
                  <a:pt x="1440425" y="2615681"/>
                </a:cubicBezTo>
                <a:close/>
                <a:moveTo>
                  <a:pt x="1610886" y="2615053"/>
                </a:moveTo>
                <a:cubicBezTo>
                  <a:pt x="1618673" y="2614927"/>
                  <a:pt x="1625080" y="2621334"/>
                  <a:pt x="1625080" y="2629121"/>
                </a:cubicBezTo>
                <a:cubicBezTo>
                  <a:pt x="1625207" y="2636910"/>
                  <a:pt x="1618925" y="2643317"/>
                  <a:pt x="1611011" y="2643317"/>
                </a:cubicBezTo>
                <a:cubicBezTo>
                  <a:pt x="1603224" y="2643442"/>
                  <a:pt x="1596817" y="2637036"/>
                  <a:pt x="1596817" y="2629248"/>
                </a:cubicBezTo>
                <a:cubicBezTo>
                  <a:pt x="1596817" y="2621334"/>
                  <a:pt x="1603099" y="2615053"/>
                  <a:pt x="1610886" y="2615053"/>
                </a:cubicBezTo>
                <a:close/>
                <a:moveTo>
                  <a:pt x="1031045" y="2607390"/>
                </a:moveTo>
                <a:cubicBezTo>
                  <a:pt x="1036322" y="2607390"/>
                  <a:pt x="1040592" y="2611660"/>
                  <a:pt x="1040592" y="2616937"/>
                </a:cubicBezTo>
                <a:cubicBezTo>
                  <a:pt x="1040592" y="2622212"/>
                  <a:pt x="1036322" y="2626484"/>
                  <a:pt x="1031045" y="2626484"/>
                </a:cubicBezTo>
                <a:cubicBezTo>
                  <a:pt x="1025770" y="2626484"/>
                  <a:pt x="1021498" y="2622212"/>
                  <a:pt x="1021498" y="2616937"/>
                </a:cubicBezTo>
                <a:cubicBezTo>
                  <a:pt x="1021498" y="2611660"/>
                  <a:pt x="1025770" y="2607390"/>
                  <a:pt x="1031045" y="2607390"/>
                </a:cubicBezTo>
                <a:close/>
                <a:moveTo>
                  <a:pt x="1355885" y="2606134"/>
                </a:moveTo>
                <a:cubicBezTo>
                  <a:pt x="1363422" y="2606134"/>
                  <a:pt x="1369452" y="2612163"/>
                  <a:pt x="1369452" y="2619575"/>
                </a:cubicBezTo>
                <a:cubicBezTo>
                  <a:pt x="1369452" y="2627111"/>
                  <a:pt x="1363422" y="2633141"/>
                  <a:pt x="1356011" y="2633141"/>
                </a:cubicBezTo>
                <a:cubicBezTo>
                  <a:pt x="1348474" y="2633141"/>
                  <a:pt x="1342444" y="2627111"/>
                  <a:pt x="1342444" y="2619700"/>
                </a:cubicBezTo>
                <a:cubicBezTo>
                  <a:pt x="1342444" y="2612289"/>
                  <a:pt x="1348474" y="2606260"/>
                  <a:pt x="1355885" y="2606134"/>
                </a:cubicBezTo>
                <a:close/>
                <a:moveTo>
                  <a:pt x="525447" y="2605003"/>
                </a:moveTo>
                <a:cubicBezTo>
                  <a:pt x="526452" y="2605003"/>
                  <a:pt x="527205" y="2605756"/>
                  <a:pt x="527205" y="2606761"/>
                </a:cubicBezTo>
                <a:cubicBezTo>
                  <a:pt x="527205" y="2607768"/>
                  <a:pt x="526452" y="2608521"/>
                  <a:pt x="525447" y="2608521"/>
                </a:cubicBezTo>
                <a:cubicBezTo>
                  <a:pt x="524442" y="2608521"/>
                  <a:pt x="523688" y="2607768"/>
                  <a:pt x="523688" y="2606761"/>
                </a:cubicBezTo>
                <a:cubicBezTo>
                  <a:pt x="523688" y="2605756"/>
                  <a:pt x="524442" y="2605003"/>
                  <a:pt x="525447" y="2605003"/>
                </a:cubicBezTo>
                <a:close/>
                <a:moveTo>
                  <a:pt x="1695423" y="2604374"/>
                </a:moveTo>
                <a:cubicBezTo>
                  <a:pt x="1703210" y="2604248"/>
                  <a:pt x="1709617" y="2610655"/>
                  <a:pt x="1709617" y="2618442"/>
                </a:cubicBezTo>
                <a:cubicBezTo>
                  <a:pt x="1709742" y="2626231"/>
                  <a:pt x="1703337" y="2632638"/>
                  <a:pt x="1695548" y="2632638"/>
                </a:cubicBezTo>
                <a:cubicBezTo>
                  <a:pt x="1687761" y="2632763"/>
                  <a:pt x="1681354" y="2626357"/>
                  <a:pt x="1681354" y="2618569"/>
                </a:cubicBezTo>
                <a:cubicBezTo>
                  <a:pt x="1681354" y="2610655"/>
                  <a:pt x="1687761" y="2604248"/>
                  <a:pt x="1695423" y="2604374"/>
                </a:cubicBezTo>
                <a:close/>
                <a:moveTo>
                  <a:pt x="2020390" y="2600230"/>
                </a:moveTo>
                <a:cubicBezTo>
                  <a:pt x="2027550" y="2600230"/>
                  <a:pt x="2033454" y="2606135"/>
                  <a:pt x="2033454" y="2613294"/>
                </a:cubicBezTo>
                <a:cubicBezTo>
                  <a:pt x="2033454" y="2620454"/>
                  <a:pt x="2027550" y="2626358"/>
                  <a:pt x="2020390" y="2626358"/>
                </a:cubicBezTo>
                <a:cubicBezTo>
                  <a:pt x="2013231" y="2626358"/>
                  <a:pt x="2007326" y="2620454"/>
                  <a:pt x="2007326" y="2613294"/>
                </a:cubicBezTo>
                <a:cubicBezTo>
                  <a:pt x="2007326" y="2606135"/>
                  <a:pt x="2013231" y="2600230"/>
                  <a:pt x="2020390" y="2600230"/>
                </a:cubicBezTo>
                <a:close/>
                <a:moveTo>
                  <a:pt x="663497" y="2600230"/>
                </a:moveTo>
                <a:cubicBezTo>
                  <a:pt x="665382" y="2600230"/>
                  <a:pt x="667015" y="2601738"/>
                  <a:pt x="667015" y="2603747"/>
                </a:cubicBezTo>
                <a:cubicBezTo>
                  <a:pt x="667015" y="2605632"/>
                  <a:pt x="665382" y="2607265"/>
                  <a:pt x="663497" y="2607265"/>
                </a:cubicBezTo>
                <a:cubicBezTo>
                  <a:pt x="661487" y="2607265"/>
                  <a:pt x="659855" y="2605757"/>
                  <a:pt x="659855" y="2603747"/>
                </a:cubicBezTo>
                <a:cubicBezTo>
                  <a:pt x="659855" y="2601863"/>
                  <a:pt x="661487" y="2600230"/>
                  <a:pt x="663497" y="2600230"/>
                </a:cubicBezTo>
                <a:close/>
                <a:moveTo>
                  <a:pt x="2525864" y="2597341"/>
                </a:moveTo>
                <a:cubicBezTo>
                  <a:pt x="2527121" y="2597341"/>
                  <a:pt x="2528126" y="2598220"/>
                  <a:pt x="2528126" y="2599476"/>
                </a:cubicBezTo>
                <a:cubicBezTo>
                  <a:pt x="2528126" y="2600733"/>
                  <a:pt x="2527246" y="2601738"/>
                  <a:pt x="2525989" y="2601738"/>
                </a:cubicBezTo>
                <a:cubicBezTo>
                  <a:pt x="2524733" y="2601738"/>
                  <a:pt x="2523728" y="2600733"/>
                  <a:pt x="2523728" y="2599476"/>
                </a:cubicBezTo>
                <a:cubicBezTo>
                  <a:pt x="2523728" y="2598220"/>
                  <a:pt x="2524733" y="2597216"/>
                  <a:pt x="2525864" y="2597341"/>
                </a:cubicBezTo>
                <a:close/>
                <a:moveTo>
                  <a:pt x="2659138" y="2596083"/>
                </a:moveTo>
                <a:cubicBezTo>
                  <a:pt x="2659515" y="2596083"/>
                  <a:pt x="2659767" y="2596335"/>
                  <a:pt x="2659767" y="2596711"/>
                </a:cubicBezTo>
                <a:cubicBezTo>
                  <a:pt x="2659767" y="2597088"/>
                  <a:pt x="2659515" y="2597466"/>
                  <a:pt x="2659138" y="2597466"/>
                </a:cubicBezTo>
                <a:cubicBezTo>
                  <a:pt x="2658887" y="2597340"/>
                  <a:pt x="2658510" y="2597088"/>
                  <a:pt x="2658510" y="2596711"/>
                </a:cubicBezTo>
                <a:cubicBezTo>
                  <a:pt x="2658510" y="2596335"/>
                  <a:pt x="2658887" y="2596083"/>
                  <a:pt x="2659138" y="2596083"/>
                </a:cubicBezTo>
                <a:close/>
                <a:moveTo>
                  <a:pt x="2388064" y="2593572"/>
                </a:moveTo>
                <a:cubicBezTo>
                  <a:pt x="2390324" y="2593572"/>
                  <a:pt x="2392084" y="2595457"/>
                  <a:pt x="2392084" y="2597592"/>
                </a:cubicBezTo>
                <a:cubicBezTo>
                  <a:pt x="2392084" y="2599854"/>
                  <a:pt x="2390324" y="2601612"/>
                  <a:pt x="2388064" y="2601612"/>
                </a:cubicBezTo>
                <a:cubicBezTo>
                  <a:pt x="2385802" y="2601612"/>
                  <a:pt x="2384044" y="2599854"/>
                  <a:pt x="2384044" y="2597592"/>
                </a:cubicBezTo>
                <a:cubicBezTo>
                  <a:pt x="2383919" y="2595330"/>
                  <a:pt x="2385677" y="2593572"/>
                  <a:pt x="2388064" y="2593572"/>
                </a:cubicBezTo>
                <a:close/>
                <a:moveTo>
                  <a:pt x="1272226" y="2590306"/>
                </a:moveTo>
                <a:cubicBezTo>
                  <a:pt x="1279010" y="2590306"/>
                  <a:pt x="1284662" y="2595833"/>
                  <a:pt x="1284662" y="2602616"/>
                </a:cubicBezTo>
                <a:cubicBezTo>
                  <a:pt x="1284662" y="2609400"/>
                  <a:pt x="1279135" y="2615052"/>
                  <a:pt x="1272353" y="2615052"/>
                </a:cubicBezTo>
                <a:cubicBezTo>
                  <a:pt x="1265569" y="2615177"/>
                  <a:pt x="1259917" y="2609525"/>
                  <a:pt x="1259917" y="2602742"/>
                </a:cubicBezTo>
                <a:cubicBezTo>
                  <a:pt x="1259917" y="2595959"/>
                  <a:pt x="1265444" y="2590306"/>
                  <a:pt x="1272226" y="2590306"/>
                </a:cubicBezTo>
                <a:close/>
                <a:moveTo>
                  <a:pt x="806573" y="2590306"/>
                </a:moveTo>
                <a:cubicBezTo>
                  <a:pt x="808960" y="2590306"/>
                  <a:pt x="810970" y="2592191"/>
                  <a:pt x="810970" y="2594703"/>
                </a:cubicBezTo>
                <a:cubicBezTo>
                  <a:pt x="810970" y="2597088"/>
                  <a:pt x="808960" y="2599098"/>
                  <a:pt x="806573" y="2599098"/>
                </a:cubicBezTo>
                <a:cubicBezTo>
                  <a:pt x="804186" y="2599098"/>
                  <a:pt x="802176" y="2597215"/>
                  <a:pt x="802176" y="2594703"/>
                </a:cubicBezTo>
                <a:cubicBezTo>
                  <a:pt x="802051" y="2592316"/>
                  <a:pt x="804061" y="2590306"/>
                  <a:pt x="806573" y="2590306"/>
                </a:cubicBezTo>
                <a:close/>
                <a:moveTo>
                  <a:pt x="1778958" y="2586914"/>
                </a:moveTo>
                <a:cubicBezTo>
                  <a:pt x="1786620" y="2586914"/>
                  <a:pt x="1792902" y="2593195"/>
                  <a:pt x="1792902" y="2600857"/>
                </a:cubicBezTo>
                <a:cubicBezTo>
                  <a:pt x="1792902" y="2608519"/>
                  <a:pt x="1786745" y="2614801"/>
                  <a:pt x="1778958" y="2614801"/>
                </a:cubicBezTo>
                <a:cubicBezTo>
                  <a:pt x="1771296" y="2614801"/>
                  <a:pt x="1765014" y="2608519"/>
                  <a:pt x="1765014" y="2600857"/>
                </a:cubicBezTo>
                <a:cubicBezTo>
                  <a:pt x="1765014" y="2593195"/>
                  <a:pt x="1771169" y="2586914"/>
                  <a:pt x="1778958" y="2586914"/>
                </a:cubicBezTo>
                <a:close/>
                <a:moveTo>
                  <a:pt x="2244737" y="2579629"/>
                </a:moveTo>
                <a:cubicBezTo>
                  <a:pt x="2250139" y="2579629"/>
                  <a:pt x="2254536" y="2583900"/>
                  <a:pt x="2254536" y="2589301"/>
                </a:cubicBezTo>
                <a:cubicBezTo>
                  <a:pt x="2254536" y="2594703"/>
                  <a:pt x="2250264" y="2599100"/>
                  <a:pt x="2244864" y="2599100"/>
                </a:cubicBezTo>
                <a:cubicBezTo>
                  <a:pt x="2239462" y="2599225"/>
                  <a:pt x="2235065" y="2594828"/>
                  <a:pt x="2235065" y="2589427"/>
                </a:cubicBezTo>
                <a:cubicBezTo>
                  <a:pt x="2234940" y="2584151"/>
                  <a:pt x="2239336" y="2579755"/>
                  <a:pt x="2244737" y="2579629"/>
                </a:cubicBezTo>
                <a:close/>
                <a:moveTo>
                  <a:pt x="955426" y="2569453"/>
                </a:moveTo>
                <a:cubicBezTo>
                  <a:pt x="959698" y="2569453"/>
                  <a:pt x="963215" y="2572970"/>
                  <a:pt x="963215" y="2577241"/>
                </a:cubicBezTo>
                <a:cubicBezTo>
                  <a:pt x="963215" y="2581512"/>
                  <a:pt x="959823" y="2585030"/>
                  <a:pt x="955553" y="2585030"/>
                </a:cubicBezTo>
                <a:cubicBezTo>
                  <a:pt x="951281" y="2585030"/>
                  <a:pt x="947764" y="2581638"/>
                  <a:pt x="947764" y="2577367"/>
                </a:cubicBezTo>
                <a:cubicBezTo>
                  <a:pt x="947764" y="2573096"/>
                  <a:pt x="951156" y="2569579"/>
                  <a:pt x="955426" y="2569453"/>
                </a:cubicBezTo>
                <a:close/>
                <a:moveTo>
                  <a:pt x="1190451" y="2567821"/>
                </a:moveTo>
                <a:cubicBezTo>
                  <a:pt x="1196607" y="2567696"/>
                  <a:pt x="1201757" y="2572719"/>
                  <a:pt x="1201757" y="2579000"/>
                </a:cubicBezTo>
                <a:cubicBezTo>
                  <a:pt x="1201757" y="2585155"/>
                  <a:pt x="1196732" y="2590307"/>
                  <a:pt x="1190451" y="2590307"/>
                </a:cubicBezTo>
                <a:cubicBezTo>
                  <a:pt x="1184296" y="2590307"/>
                  <a:pt x="1179146" y="2585281"/>
                  <a:pt x="1179146" y="2579000"/>
                </a:cubicBezTo>
                <a:cubicBezTo>
                  <a:pt x="1179146" y="2572846"/>
                  <a:pt x="1184171" y="2567696"/>
                  <a:pt x="1190451" y="2567821"/>
                </a:cubicBezTo>
                <a:close/>
                <a:moveTo>
                  <a:pt x="1860606" y="2562798"/>
                </a:moveTo>
                <a:cubicBezTo>
                  <a:pt x="1868395" y="2562672"/>
                  <a:pt x="1874677" y="2568953"/>
                  <a:pt x="1874677" y="2576615"/>
                </a:cubicBezTo>
                <a:cubicBezTo>
                  <a:pt x="1874677" y="2584277"/>
                  <a:pt x="1868395" y="2590559"/>
                  <a:pt x="1860733" y="2590559"/>
                </a:cubicBezTo>
                <a:cubicBezTo>
                  <a:pt x="1853071" y="2590559"/>
                  <a:pt x="1846789" y="2584277"/>
                  <a:pt x="1846789" y="2576615"/>
                </a:cubicBezTo>
                <a:cubicBezTo>
                  <a:pt x="1846789" y="2568953"/>
                  <a:pt x="1852944" y="2562672"/>
                  <a:pt x="1860606" y="2562798"/>
                </a:cubicBezTo>
                <a:close/>
                <a:moveTo>
                  <a:pt x="2095633" y="2561667"/>
                </a:moveTo>
                <a:cubicBezTo>
                  <a:pt x="2102039" y="2561542"/>
                  <a:pt x="2107189" y="2566692"/>
                  <a:pt x="2107189" y="2573097"/>
                </a:cubicBezTo>
                <a:cubicBezTo>
                  <a:pt x="2107189" y="2579504"/>
                  <a:pt x="2102166" y="2584654"/>
                  <a:pt x="2095759" y="2584654"/>
                </a:cubicBezTo>
                <a:cubicBezTo>
                  <a:pt x="2089478" y="2584654"/>
                  <a:pt x="2084203" y="2579631"/>
                  <a:pt x="2084203" y="2573224"/>
                </a:cubicBezTo>
                <a:cubicBezTo>
                  <a:pt x="2084078" y="2566817"/>
                  <a:pt x="2089227" y="2561667"/>
                  <a:pt x="2095633" y="2561667"/>
                </a:cubicBezTo>
                <a:close/>
                <a:moveTo>
                  <a:pt x="600060" y="2542950"/>
                </a:moveTo>
                <a:cubicBezTo>
                  <a:pt x="602070" y="2542950"/>
                  <a:pt x="603830" y="2544708"/>
                  <a:pt x="603830" y="2546720"/>
                </a:cubicBezTo>
                <a:cubicBezTo>
                  <a:pt x="603830" y="2548728"/>
                  <a:pt x="602070" y="2550488"/>
                  <a:pt x="600060" y="2550488"/>
                </a:cubicBezTo>
                <a:cubicBezTo>
                  <a:pt x="598050" y="2550488"/>
                  <a:pt x="596292" y="2548855"/>
                  <a:pt x="596292" y="2546720"/>
                </a:cubicBezTo>
                <a:cubicBezTo>
                  <a:pt x="596292" y="2544583"/>
                  <a:pt x="597925" y="2542950"/>
                  <a:pt x="600060" y="2542950"/>
                </a:cubicBezTo>
                <a:close/>
                <a:moveTo>
                  <a:pt x="466407" y="2542195"/>
                </a:moveTo>
                <a:cubicBezTo>
                  <a:pt x="468166" y="2542195"/>
                  <a:pt x="469548" y="2543577"/>
                  <a:pt x="469548" y="2545335"/>
                </a:cubicBezTo>
                <a:cubicBezTo>
                  <a:pt x="469548" y="2547094"/>
                  <a:pt x="468039" y="2548477"/>
                  <a:pt x="466407" y="2548477"/>
                </a:cubicBezTo>
                <a:cubicBezTo>
                  <a:pt x="464649" y="2548477"/>
                  <a:pt x="463267" y="2546968"/>
                  <a:pt x="463267" y="2545335"/>
                </a:cubicBezTo>
                <a:cubicBezTo>
                  <a:pt x="463267" y="2543577"/>
                  <a:pt x="464522" y="2542195"/>
                  <a:pt x="466407" y="2542195"/>
                </a:cubicBezTo>
                <a:close/>
                <a:moveTo>
                  <a:pt x="738740" y="2536667"/>
                </a:moveTo>
                <a:cubicBezTo>
                  <a:pt x="742257" y="2536667"/>
                  <a:pt x="745021" y="2539431"/>
                  <a:pt x="745021" y="2542822"/>
                </a:cubicBezTo>
                <a:cubicBezTo>
                  <a:pt x="745021" y="2546339"/>
                  <a:pt x="742257" y="2549104"/>
                  <a:pt x="738866" y="2549104"/>
                </a:cubicBezTo>
                <a:cubicBezTo>
                  <a:pt x="735349" y="2549104"/>
                  <a:pt x="732585" y="2546339"/>
                  <a:pt x="732585" y="2542949"/>
                </a:cubicBezTo>
                <a:cubicBezTo>
                  <a:pt x="732585" y="2539557"/>
                  <a:pt x="735349" y="2536667"/>
                  <a:pt x="738740" y="2536667"/>
                </a:cubicBezTo>
                <a:close/>
                <a:moveTo>
                  <a:pt x="2584650" y="2535035"/>
                </a:moveTo>
                <a:cubicBezTo>
                  <a:pt x="2586032" y="2535035"/>
                  <a:pt x="2587287" y="2536166"/>
                  <a:pt x="2587287" y="2537673"/>
                </a:cubicBezTo>
                <a:cubicBezTo>
                  <a:pt x="2587287" y="2539055"/>
                  <a:pt x="2586157" y="2540310"/>
                  <a:pt x="2584650" y="2540310"/>
                </a:cubicBezTo>
                <a:cubicBezTo>
                  <a:pt x="2583143" y="2540310"/>
                  <a:pt x="2582013" y="2539180"/>
                  <a:pt x="2582013" y="2537673"/>
                </a:cubicBezTo>
                <a:cubicBezTo>
                  <a:pt x="2582013" y="2536166"/>
                  <a:pt x="2583143" y="2534909"/>
                  <a:pt x="2584650" y="2535035"/>
                </a:cubicBezTo>
                <a:close/>
                <a:moveTo>
                  <a:pt x="2450873" y="2534910"/>
                </a:moveTo>
                <a:cubicBezTo>
                  <a:pt x="2453762" y="2534910"/>
                  <a:pt x="2456022" y="2537171"/>
                  <a:pt x="2456022" y="2539935"/>
                </a:cubicBezTo>
                <a:cubicBezTo>
                  <a:pt x="2456022" y="2542824"/>
                  <a:pt x="2453762" y="2545084"/>
                  <a:pt x="2450998" y="2545084"/>
                </a:cubicBezTo>
                <a:cubicBezTo>
                  <a:pt x="2448109" y="2545084"/>
                  <a:pt x="2445848" y="2542824"/>
                  <a:pt x="2445848" y="2540060"/>
                </a:cubicBezTo>
                <a:cubicBezTo>
                  <a:pt x="2445848" y="2537171"/>
                  <a:pt x="2447983" y="2534910"/>
                  <a:pt x="2450873" y="2534910"/>
                </a:cubicBezTo>
                <a:close/>
                <a:moveTo>
                  <a:pt x="1110686" y="2534532"/>
                </a:moveTo>
                <a:cubicBezTo>
                  <a:pt x="1118473" y="2534406"/>
                  <a:pt x="1124880" y="2540813"/>
                  <a:pt x="1124880" y="2548600"/>
                </a:cubicBezTo>
                <a:cubicBezTo>
                  <a:pt x="1124880" y="2556389"/>
                  <a:pt x="1118600" y="2562796"/>
                  <a:pt x="1110811" y="2562796"/>
                </a:cubicBezTo>
                <a:cubicBezTo>
                  <a:pt x="1103023" y="2562921"/>
                  <a:pt x="1096617" y="2556515"/>
                  <a:pt x="1096617" y="2548727"/>
                </a:cubicBezTo>
                <a:cubicBezTo>
                  <a:pt x="1096617" y="2540938"/>
                  <a:pt x="1102898" y="2534532"/>
                  <a:pt x="1110686" y="2534532"/>
                </a:cubicBezTo>
                <a:close/>
                <a:moveTo>
                  <a:pt x="2714032" y="2530136"/>
                </a:moveTo>
                <a:cubicBezTo>
                  <a:pt x="2714785" y="2530011"/>
                  <a:pt x="2715415" y="2530638"/>
                  <a:pt x="2715415" y="2531393"/>
                </a:cubicBezTo>
                <a:cubicBezTo>
                  <a:pt x="2715415" y="2532146"/>
                  <a:pt x="2714785" y="2532773"/>
                  <a:pt x="2714032" y="2532773"/>
                </a:cubicBezTo>
                <a:cubicBezTo>
                  <a:pt x="2713278" y="2532773"/>
                  <a:pt x="2712650" y="2532146"/>
                  <a:pt x="2712650" y="2531393"/>
                </a:cubicBezTo>
                <a:cubicBezTo>
                  <a:pt x="2712650" y="2530638"/>
                  <a:pt x="2713278" y="2530011"/>
                  <a:pt x="2714032" y="2530136"/>
                </a:cubicBezTo>
                <a:close/>
                <a:moveTo>
                  <a:pt x="1940121" y="2527876"/>
                </a:moveTo>
                <a:cubicBezTo>
                  <a:pt x="1949795" y="2527876"/>
                  <a:pt x="1957835" y="2535790"/>
                  <a:pt x="1957835" y="2545588"/>
                </a:cubicBezTo>
                <a:cubicBezTo>
                  <a:pt x="1957835" y="2555260"/>
                  <a:pt x="1949920" y="2563299"/>
                  <a:pt x="1940121" y="2563299"/>
                </a:cubicBezTo>
                <a:cubicBezTo>
                  <a:pt x="1930449" y="2563426"/>
                  <a:pt x="1922409" y="2555511"/>
                  <a:pt x="1922409" y="2545713"/>
                </a:cubicBezTo>
                <a:cubicBezTo>
                  <a:pt x="1922409" y="2535916"/>
                  <a:pt x="1930324" y="2528002"/>
                  <a:pt x="1940121" y="2527876"/>
                </a:cubicBezTo>
                <a:close/>
                <a:moveTo>
                  <a:pt x="2312067" y="2525489"/>
                </a:moveTo>
                <a:cubicBezTo>
                  <a:pt x="2318599" y="2525489"/>
                  <a:pt x="2323876" y="2530639"/>
                  <a:pt x="2323876" y="2537172"/>
                </a:cubicBezTo>
                <a:cubicBezTo>
                  <a:pt x="2323876" y="2543704"/>
                  <a:pt x="2318724" y="2548981"/>
                  <a:pt x="2312194" y="2548981"/>
                </a:cubicBezTo>
                <a:cubicBezTo>
                  <a:pt x="2305660" y="2548981"/>
                  <a:pt x="2300385" y="2543829"/>
                  <a:pt x="2300385" y="2537298"/>
                </a:cubicBezTo>
                <a:cubicBezTo>
                  <a:pt x="2300385" y="2530765"/>
                  <a:pt x="2305660" y="2525489"/>
                  <a:pt x="2312067" y="2525489"/>
                </a:cubicBezTo>
                <a:close/>
                <a:moveTo>
                  <a:pt x="883072" y="2524107"/>
                </a:moveTo>
                <a:cubicBezTo>
                  <a:pt x="887594" y="2524107"/>
                  <a:pt x="891237" y="2527751"/>
                  <a:pt x="891237" y="2532273"/>
                </a:cubicBezTo>
                <a:cubicBezTo>
                  <a:pt x="891237" y="2536796"/>
                  <a:pt x="887594" y="2540439"/>
                  <a:pt x="883072" y="2540439"/>
                </a:cubicBezTo>
                <a:cubicBezTo>
                  <a:pt x="878675" y="2540439"/>
                  <a:pt x="874907" y="2536796"/>
                  <a:pt x="874907" y="2532273"/>
                </a:cubicBezTo>
                <a:cubicBezTo>
                  <a:pt x="874907" y="2527624"/>
                  <a:pt x="878549" y="2523982"/>
                  <a:pt x="883072" y="2524107"/>
                </a:cubicBezTo>
                <a:close/>
                <a:moveTo>
                  <a:pt x="1525341" y="2519333"/>
                </a:moveTo>
                <a:cubicBezTo>
                  <a:pt x="1535640" y="2519207"/>
                  <a:pt x="1544057" y="2527497"/>
                  <a:pt x="1544057" y="2537798"/>
                </a:cubicBezTo>
                <a:cubicBezTo>
                  <a:pt x="1544182" y="2548098"/>
                  <a:pt x="1535892" y="2556515"/>
                  <a:pt x="1525591" y="2556515"/>
                </a:cubicBezTo>
                <a:cubicBezTo>
                  <a:pt x="1515292" y="2556640"/>
                  <a:pt x="1506875" y="2548350"/>
                  <a:pt x="1506875" y="2538049"/>
                </a:cubicBezTo>
                <a:cubicBezTo>
                  <a:pt x="1506875" y="2527749"/>
                  <a:pt x="1515166" y="2519333"/>
                  <a:pt x="1525341" y="2519333"/>
                </a:cubicBezTo>
                <a:close/>
                <a:moveTo>
                  <a:pt x="1440173" y="2516570"/>
                </a:moveTo>
                <a:cubicBezTo>
                  <a:pt x="1449971" y="2516570"/>
                  <a:pt x="1458136" y="2524484"/>
                  <a:pt x="1458136" y="2534407"/>
                </a:cubicBezTo>
                <a:cubicBezTo>
                  <a:pt x="1458261" y="2544331"/>
                  <a:pt x="1450222" y="2552370"/>
                  <a:pt x="1440299" y="2552370"/>
                </a:cubicBezTo>
                <a:cubicBezTo>
                  <a:pt x="1430376" y="2552370"/>
                  <a:pt x="1422336" y="2544457"/>
                  <a:pt x="1422336" y="2534534"/>
                </a:cubicBezTo>
                <a:cubicBezTo>
                  <a:pt x="1422336" y="2524610"/>
                  <a:pt x="1430250" y="2516570"/>
                  <a:pt x="1440173" y="2516570"/>
                </a:cubicBezTo>
                <a:close/>
                <a:moveTo>
                  <a:pt x="1610633" y="2515440"/>
                </a:moveTo>
                <a:cubicBezTo>
                  <a:pt x="1620807" y="2515440"/>
                  <a:pt x="1629097" y="2523605"/>
                  <a:pt x="1629097" y="2533781"/>
                </a:cubicBezTo>
                <a:cubicBezTo>
                  <a:pt x="1629097" y="2543955"/>
                  <a:pt x="1620933" y="2552245"/>
                  <a:pt x="1610758" y="2552245"/>
                </a:cubicBezTo>
                <a:cubicBezTo>
                  <a:pt x="1600584" y="2552245"/>
                  <a:pt x="1592293" y="2544081"/>
                  <a:pt x="1592293" y="2533906"/>
                </a:cubicBezTo>
                <a:cubicBezTo>
                  <a:pt x="1592167" y="2523732"/>
                  <a:pt x="1600332" y="2515440"/>
                  <a:pt x="1610633" y="2515440"/>
                </a:cubicBezTo>
                <a:close/>
                <a:moveTo>
                  <a:pt x="2167737" y="2513429"/>
                </a:moveTo>
                <a:cubicBezTo>
                  <a:pt x="2175526" y="2513303"/>
                  <a:pt x="2181931" y="2519710"/>
                  <a:pt x="2181931" y="2527497"/>
                </a:cubicBezTo>
                <a:cubicBezTo>
                  <a:pt x="2181931" y="2535286"/>
                  <a:pt x="2175526" y="2541693"/>
                  <a:pt x="2167737" y="2541693"/>
                </a:cubicBezTo>
                <a:cubicBezTo>
                  <a:pt x="2159950" y="2541818"/>
                  <a:pt x="2153543" y="2535412"/>
                  <a:pt x="2153543" y="2527624"/>
                </a:cubicBezTo>
                <a:cubicBezTo>
                  <a:pt x="2153543" y="2519710"/>
                  <a:pt x="2159825" y="2513429"/>
                  <a:pt x="2167737" y="2513429"/>
                </a:cubicBezTo>
                <a:close/>
                <a:moveTo>
                  <a:pt x="1355637" y="2506270"/>
                </a:moveTo>
                <a:cubicBezTo>
                  <a:pt x="1365057" y="2506270"/>
                  <a:pt x="1372721" y="2513807"/>
                  <a:pt x="1372721" y="2523229"/>
                </a:cubicBezTo>
                <a:cubicBezTo>
                  <a:pt x="1372721" y="2532649"/>
                  <a:pt x="1365184" y="2540313"/>
                  <a:pt x="1355762" y="2540313"/>
                </a:cubicBezTo>
                <a:cubicBezTo>
                  <a:pt x="1346341" y="2540313"/>
                  <a:pt x="1338678" y="2532776"/>
                  <a:pt x="1338678" y="2523354"/>
                </a:cubicBezTo>
                <a:cubicBezTo>
                  <a:pt x="1338678" y="2513933"/>
                  <a:pt x="1346215" y="2506270"/>
                  <a:pt x="1355637" y="2506270"/>
                </a:cubicBezTo>
                <a:close/>
                <a:moveTo>
                  <a:pt x="1695047" y="2503883"/>
                </a:moveTo>
                <a:cubicBezTo>
                  <a:pt x="1705097" y="2503883"/>
                  <a:pt x="1713261" y="2511923"/>
                  <a:pt x="1713261" y="2521972"/>
                </a:cubicBezTo>
                <a:cubicBezTo>
                  <a:pt x="1713261" y="2532021"/>
                  <a:pt x="1705222" y="2540185"/>
                  <a:pt x="1695173" y="2540185"/>
                </a:cubicBezTo>
                <a:cubicBezTo>
                  <a:pt x="1685123" y="2540185"/>
                  <a:pt x="1676959" y="2532146"/>
                  <a:pt x="1676959" y="2522097"/>
                </a:cubicBezTo>
                <a:cubicBezTo>
                  <a:pt x="1676833" y="2512048"/>
                  <a:pt x="1684998" y="2503883"/>
                  <a:pt x="1695047" y="2503883"/>
                </a:cubicBezTo>
                <a:close/>
                <a:moveTo>
                  <a:pt x="1033684" y="2499989"/>
                </a:moveTo>
                <a:cubicBezTo>
                  <a:pt x="1040341" y="2499989"/>
                  <a:pt x="1045743" y="2505264"/>
                  <a:pt x="1045743" y="2511923"/>
                </a:cubicBezTo>
                <a:cubicBezTo>
                  <a:pt x="1045743" y="2518580"/>
                  <a:pt x="1040467" y="2523982"/>
                  <a:pt x="1033809" y="2523982"/>
                </a:cubicBezTo>
                <a:cubicBezTo>
                  <a:pt x="1027277" y="2523982"/>
                  <a:pt x="1021876" y="2518580"/>
                  <a:pt x="1021876" y="2512048"/>
                </a:cubicBezTo>
                <a:cubicBezTo>
                  <a:pt x="1021876" y="2505391"/>
                  <a:pt x="1027277" y="2499989"/>
                  <a:pt x="1033684" y="2499989"/>
                </a:cubicBezTo>
                <a:close/>
                <a:moveTo>
                  <a:pt x="2016871" y="2491573"/>
                </a:moveTo>
                <a:cubicBezTo>
                  <a:pt x="2026168" y="2491447"/>
                  <a:pt x="2033705" y="2498984"/>
                  <a:pt x="2033705" y="2508279"/>
                </a:cubicBezTo>
                <a:cubicBezTo>
                  <a:pt x="2033705" y="2517575"/>
                  <a:pt x="2026168" y="2525112"/>
                  <a:pt x="2016871" y="2525112"/>
                </a:cubicBezTo>
                <a:cubicBezTo>
                  <a:pt x="2007702" y="2525237"/>
                  <a:pt x="2000039" y="2517700"/>
                  <a:pt x="2000039" y="2508406"/>
                </a:cubicBezTo>
                <a:cubicBezTo>
                  <a:pt x="2000039" y="2499109"/>
                  <a:pt x="2007576" y="2491573"/>
                  <a:pt x="2016871" y="2491573"/>
                </a:cubicBezTo>
                <a:close/>
                <a:moveTo>
                  <a:pt x="1272479" y="2488935"/>
                </a:moveTo>
                <a:cubicBezTo>
                  <a:pt x="1281272" y="2488935"/>
                  <a:pt x="1288307" y="2495970"/>
                  <a:pt x="1288307" y="2504637"/>
                </a:cubicBezTo>
                <a:cubicBezTo>
                  <a:pt x="1288307" y="2513305"/>
                  <a:pt x="1281272" y="2520340"/>
                  <a:pt x="1272605" y="2520340"/>
                </a:cubicBezTo>
                <a:cubicBezTo>
                  <a:pt x="1263937" y="2520340"/>
                  <a:pt x="1256903" y="2513305"/>
                  <a:pt x="1256903" y="2504637"/>
                </a:cubicBezTo>
                <a:cubicBezTo>
                  <a:pt x="1256777" y="2495970"/>
                  <a:pt x="1263812" y="2488935"/>
                  <a:pt x="1272479" y="2488935"/>
                </a:cubicBezTo>
                <a:close/>
                <a:moveTo>
                  <a:pt x="1778080" y="2484915"/>
                </a:moveTo>
                <a:cubicBezTo>
                  <a:pt x="1788002" y="2484915"/>
                  <a:pt x="1796042" y="2492829"/>
                  <a:pt x="1796042" y="2502752"/>
                </a:cubicBezTo>
                <a:cubicBezTo>
                  <a:pt x="1796169" y="2512676"/>
                  <a:pt x="1788129" y="2520715"/>
                  <a:pt x="1778205" y="2520715"/>
                </a:cubicBezTo>
                <a:cubicBezTo>
                  <a:pt x="1768281" y="2520840"/>
                  <a:pt x="1760242" y="2512801"/>
                  <a:pt x="1760242" y="2502878"/>
                </a:cubicBezTo>
                <a:cubicBezTo>
                  <a:pt x="1760116" y="2492955"/>
                  <a:pt x="1768156" y="2484915"/>
                  <a:pt x="1778080" y="2484915"/>
                </a:cubicBezTo>
                <a:close/>
                <a:moveTo>
                  <a:pt x="674801" y="2482024"/>
                </a:moveTo>
                <a:cubicBezTo>
                  <a:pt x="677314" y="2482024"/>
                  <a:pt x="679450" y="2484034"/>
                  <a:pt x="679450" y="2486672"/>
                </a:cubicBezTo>
                <a:cubicBezTo>
                  <a:pt x="679450" y="2489311"/>
                  <a:pt x="677440" y="2491322"/>
                  <a:pt x="674801" y="2491322"/>
                </a:cubicBezTo>
                <a:cubicBezTo>
                  <a:pt x="672289" y="2491322"/>
                  <a:pt x="670154" y="2489311"/>
                  <a:pt x="670154" y="2486672"/>
                </a:cubicBezTo>
                <a:cubicBezTo>
                  <a:pt x="670029" y="2484034"/>
                  <a:pt x="672164" y="2482024"/>
                  <a:pt x="674801" y="2482024"/>
                </a:cubicBezTo>
                <a:close/>
                <a:moveTo>
                  <a:pt x="540520" y="2481900"/>
                </a:moveTo>
                <a:cubicBezTo>
                  <a:pt x="542529" y="2481900"/>
                  <a:pt x="544289" y="2483658"/>
                  <a:pt x="544289" y="2485670"/>
                </a:cubicBezTo>
                <a:cubicBezTo>
                  <a:pt x="544289" y="2487678"/>
                  <a:pt x="542656" y="2489438"/>
                  <a:pt x="540520" y="2489438"/>
                </a:cubicBezTo>
                <a:cubicBezTo>
                  <a:pt x="538384" y="2489438"/>
                  <a:pt x="536752" y="2487678"/>
                  <a:pt x="536752" y="2485670"/>
                </a:cubicBezTo>
                <a:cubicBezTo>
                  <a:pt x="536752" y="2483533"/>
                  <a:pt x="538384" y="2481900"/>
                  <a:pt x="540520" y="2481900"/>
                </a:cubicBezTo>
                <a:close/>
                <a:moveTo>
                  <a:pt x="410885" y="2477881"/>
                </a:moveTo>
                <a:cubicBezTo>
                  <a:pt x="412266" y="2477881"/>
                  <a:pt x="413397" y="2478886"/>
                  <a:pt x="413397" y="2480268"/>
                </a:cubicBezTo>
                <a:cubicBezTo>
                  <a:pt x="413397" y="2481650"/>
                  <a:pt x="412392" y="2482781"/>
                  <a:pt x="411011" y="2482781"/>
                </a:cubicBezTo>
                <a:cubicBezTo>
                  <a:pt x="409629" y="2482781"/>
                  <a:pt x="408499" y="2481776"/>
                  <a:pt x="408499" y="2480394"/>
                </a:cubicBezTo>
                <a:cubicBezTo>
                  <a:pt x="408499" y="2479138"/>
                  <a:pt x="409629" y="2478007"/>
                  <a:pt x="410885" y="2477881"/>
                </a:cubicBezTo>
                <a:close/>
                <a:moveTo>
                  <a:pt x="814235" y="2475493"/>
                </a:moveTo>
                <a:cubicBezTo>
                  <a:pt x="817753" y="2475493"/>
                  <a:pt x="820517" y="2478256"/>
                  <a:pt x="820517" y="2481648"/>
                </a:cubicBezTo>
                <a:cubicBezTo>
                  <a:pt x="820642" y="2485165"/>
                  <a:pt x="817878" y="2487930"/>
                  <a:pt x="814361" y="2487930"/>
                </a:cubicBezTo>
                <a:cubicBezTo>
                  <a:pt x="810970" y="2487930"/>
                  <a:pt x="808206" y="2485165"/>
                  <a:pt x="808206" y="2481775"/>
                </a:cubicBezTo>
                <a:cubicBezTo>
                  <a:pt x="808206" y="2478383"/>
                  <a:pt x="810843" y="2475619"/>
                  <a:pt x="814235" y="2475493"/>
                </a:cubicBezTo>
                <a:close/>
                <a:moveTo>
                  <a:pt x="2509910" y="2473358"/>
                </a:moveTo>
                <a:cubicBezTo>
                  <a:pt x="2512800" y="2473358"/>
                  <a:pt x="2515060" y="2475620"/>
                  <a:pt x="2515060" y="2478383"/>
                </a:cubicBezTo>
                <a:cubicBezTo>
                  <a:pt x="2515185" y="2481272"/>
                  <a:pt x="2512925" y="2483532"/>
                  <a:pt x="2510035" y="2483532"/>
                </a:cubicBezTo>
                <a:cubicBezTo>
                  <a:pt x="2507272" y="2483532"/>
                  <a:pt x="2504885" y="2481272"/>
                  <a:pt x="2504885" y="2478508"/>
                </a:cubicBezTo>
                <a:cubicBezTo>
                  <a:pt x="2504885" y="2475745"/>
                  <a:pt x="2507146" y="2473484"/>
                  <a:pt x="2509910" y="2473358"/>
                </a:cubicBezTo>
                <a:close/>
                <a:moveTo>
                  <a:pt x="2375628" y="2472480"/>
                </a:moveTo>
                <a:cubicBezTo>
                  <a:pt x="2380025" y="2472480"/>
                  <a:pt x="2383667" y="2475998"/>
                  <a:pt x="2383667" y="2480395"/>
                </a:cubicBezTo>
                <a:cubicBezTo>
                  <a:pt x="2383667" y="2484791"/>
                  <a:pt x="2380150" y="2488435"/>
                  <a:pt x="2375754" y="2488435"/>
                </a:cubicBezTo>
                <a:cubicBezTo>
                  <a:pt x="2371358" y="2488435"/>
                  <a:pt x="2367840" y="2484917"/>
                  <a:pt x="2367840" y="2480520"/>
                </a:cubicBezTo>
                <a:cubicBezTo>
                  <a:pt x="2367840" y="2476123"/>
                  <a:pt x="2371358" y="2472480"/>
                  <a:pt x="2375628" y="2472480"/>
                </a:cubicBezTo>
                <a:close/>
                <a:moveTo>
                  <a:pt x="2639546" y="2470972"/>
                </a:moveTo>
                <a:cubicBezTo>
                  <a:pt x="2640298" y="2470972"/>
                  <a:pt x="2640800" y="2471600"/>
                  <a:pt x="2640800" y="2472354"/>
                </a:cubicBezTo>
                <a:cubicBezTo>
                  <a:pt x="2640927" y="2473107"/>
                  <a:pt x="2640298" y="2473735"/>
                  <a:pt x="2639546" y="2473735"/>
                </a:cubicBezTo>
                <a:cubicBezTo>
                  <a:pt x="2638792" y="2473735"/>
                  <a:pt x="2638164" y="2473107"/>
                  <a:pt x="2638164" y="2472354"/>
                </a:cubicBezTo>
                <a:cubicBezTo>
                  <a:pt x="2638164" y="2471600"/>
                  <a:pt x="2638792" y="2471098"/>
                  <a:pt x="2639546" y="2470972"/>
                </a:cubicBezTo>
                <a:close/>
                <a:moveTo>
                  <a:pt x="1191330" y="2464441"/>
                </a:moveTo>
                <a:cubicBezTo>
                  <a:pt x="1199119" y="2464315"/>
                  <a:pt x="1205526" y="2470722"/>
                  <a:pt x="1205526" y="2478509"/>
                </a:cubicBezTo>
                <a:cubicBezTo>
                  <a:pt x="1205651" y="2486298"/>
                  <a:pt x="1199245" y="2492705"/>
                  <a:pt x="1191457" y="2492705"/>
                </a:cubicBezTo>
                <a:cubicBezTo>
                  <a:pt x="1183668" y="2492830"/>
                  <a:pt x="1177261" y="2486424"/>
                  <a:pt x="1177261" y="2478636"/>
                </a:cubicBezTo>
                <a:cubicBezTo>
                  <a:pt x="1177136" y="2470847"/>
                  <a:pt x="1183543" y="2464441"/>
                  <a:pt x="1191330" y="2464441"/>
                </a:cubicBezTo>
                <a:close/>
                <a:moveTo>
                  <a:pt x="2236197" y="2462555"/>
                </a:moveTo>
                <a:cubicBezTo>
                  <a:pt x="2243985" y="2462429"/>
                  <a:pt x="2250392" y="2468836"/>
                  <a:pt x="2250392" y="2476623"/>
                </a:cubicBezTo>
                <a:cubicBezTo>
                  <a:pt x="2250392" y="2484412"/>
                  <a:pt x="2243985" y="2490819"/>
                  <a:pt x="2236197" y="2490819"/>
                </a:cubicBezTo>
                <a:cubicBezTo>
                  <a:pt x="2228408" y="2490944"/>
                  <a:pt x="2222002" y="2484538"/>
                  <a:pt x="2222002" y="2476750"/>
                </a:cubicBezTo>
                <a:cubicBezTo>
                  <a:pt x="2221876" y="2468836"/>
                  <a:pt x="2228283" y="2462555"/>
                  <a:pt x="2236197" y="2462555"/>
                </a:cubicBezTo>
                <a:close/>
                <a:moveTo>
                  <a:pt x="2765032" y="2461927"/>
                </a:moveTo>
                <a:cubicBezTo>
                  <a:pt x="2765660" y="2461927"/>
                  <a:pt x="2766164" y="2462430"/>
                  <a:pt x="2766164" y="2463057"/>
                </a:cubicBezTo>
                <a:cubicBezTo>
                  <a:pt x="2766164" y="2463685"/>
                  <a:pt x="2765660" y="2464187"/>
                  <a:pt x="2765032" y="2464187"/>
                </a:cubicBezTo>
                <a:cubicBezTo>
                  <a:pt x="2764405" y="2464187"/>
                  <a:pt x="2763902" y="2463685"/>
                  <a:pt x="2763902" y="2463057"/>
                </a:cubicBezTo>
                <a:cubicBezTo>
                  <a:pt x="2763902" y="2462430"/>
                  <a:pt x="2764405" y="2461927"/>
                  <a:pt x="2765032" y="2461927"/>
                </a:cubicBezTo>
                <a:close/>
                <a:moveTo>
                  <a:pt x="1858974" y="2458285"/>
                </a:moveTo>
                <a:cubicBezTo>
                  <a:pt x="1868899" y="2458285"/>
                  <a:pt x="1876938" y="2466199"/>
                  <a:pt x="1876938" y="2476122"/>
                </a:cubicBezTo>
                <a:cubicBezTo>
                  <a:pt x="1876938" y="2486046"/>
                  <a:pt x="1869024" y="2494085"/>
                  <a:pt x="1859101" y="2494085"/>
                </a:cubicBezTo>
                <a:cubicBezTo>
                  <a:pt x="1849177" y="2494085"/>
                  <a:pt x="1841137" y="2486172"/>
                  <a:pt x="1841137" y="2476249"/>
                </a:cubicBezTo>
                <a:cubicBezTo>
                  <a:pt x="1841137" y="2466325"/>
                  <a:pt x="1849177" y="2458285"/>
                  <a:pt x="1858974" y="2458285"/>
                </a:cubicBezTo>
                <a:close/>
                <a:moveTo>
                  <a:pt x="960073" y="2454893"/>
                </a:moveTo>
                <a:cubicBezTo>
                  <a:pt x="967862" y="2454767"/>
                  <a:pt x="974268" y="2461174"/>
                  <a:pt x="974268" y="2468961"/>
                </a:cubicBezTo>
                <a:cubicBezTo>
                  <a:pt x="974394" y="2476750"/>
                  <a:pt x="967987" y="2483157"/>
                  <a:pt x="960200" y="2483157"/>
                </a:cubicBezTo>
                <a:cubicBezTo>
                  <a:pt x="952411" y="2483282"/>
                  <a:pt x="946004" y="2476876"/>
                  <a:pt x="946004" y="2469088"/>
                </a:cubicBezTo>
                <a:cubicBezTo>
                  <a:pt x="945879" y="2461299"/>
                  <a:pt x="952285" y="2454893"/>
                  <a:pt x="960073" y="2454893"/>
                </a:cubicBezTo>
                <a:close/>
                <a:moveTo>
                  <a:pt x="2090106" y="2445975"/>
                </a:moveTo>
                <a:cubicBezTo>
                  <a:pt x="2100658" y="2445975"/>
                  <a:pt x="2109200" y="2454392"/>
                  <a:pt x="2109200" y="2464943"/>
                </a:cubicBezTo>
                <a:cubicBezTo>
                  <a:pt x="2109200" y="2475495"/>
                  <a:pt x="2100783" y="2484037"/>
                  <a:pt x="2090232" y="2484037"/>
                </a:cubicBezTo>
                <a:cubicBezTo>
                  <a:pt x="2079680" y="2484037"/>
                  <a:pt x="2071138" y="2475620"/>
                  <a:pt x="2071138" y="2465069"/>
                </a:cubicBezTo>
                <a:cubicBezTo>
                  <a:pt x="2071138" y="2454517"/>
                  <a:pt x="2079680" y="2445975"/>
                  <a:pt x="2090106" y="2445975"/>
                </a:cubicBezTo>
                <a:close/>
                <a:moveTo>
                  <a:pt x="1112696" y="2426756"/>
                </a:moveTo>
                <a:cubicBezTo>
                  <a:pt x="1122996" y="2426630"/>
                  <a:pt x="1131412" y="2434920"/>
                  <a:pt x="1131412" y="2445221"/>
                </a:cubicBezTo>
                <a:cubicBezTo>
                  <a:pt x="1131538" y="2455396"/>
                  <a:pt x="1123248" y="2463812"/>
                  <a:pt x="1112947" y="2463812"/>
                </a:cubicBezTo>
                <a:cubicBezTo>
                  <a:pt x="1102647" y="2463938"/>
                  <a:pt x="1094231" y="2455648"/>
                  <a:pt x="1094231" y="2445347"/>
                </a:cubicBezTo>
                <a:cubicBezTo>
                  <a:pt x="1094231" y="2435172"/>
                  <a:pt x="1102521" y="2426756"/>
                  <a:pt x="1112696" y="2426756"/>
                </a:cubicBezTo>
                <a:close/>
                <a:moveTo>
                  <a:pt x="1937232" y="2420979"/>
                </a:moveTo>
                <a:cubicBezTo>
                  <a:pt x="1949041" y="2420853"/>
                  <a:pt x="1958713" y="2430400"/>
                  <a:pt x="1958713" y="2442332"/>
                </a:cubicBezTo>
                <a:cubicBezTo>
                  <a:pt x="1958838" y="2454141"/>
                  <a:pt x="1949166" y="2463813"/>
                  <a:pt x="1937359" y="2463813"/>
                </a:cubicBezTo>
                <a:cubicBezTo>
                  <a:pt x="1925550" y="2463938"/>
                  <a:pt x="1915878" y="2454266"/>
                  <a:pt x="1915878" y="2442459"/>
                </a:cubicBezTo>
                <a:cubicBezTo>
                  <a:pt x="1915878" y="2430525"/>
                  <a:pt x="1925425" y="2420979"/>
                  <a:pt x="1937232" y="2420979"/>
                </a:cubicBezTo>
                <a:close/>
                <a:moveTo>
                  <a:pt x="1525089" y="2420977"/>
                </a:moveTo>
                <a:cubicBezTo>
                  <a:pt x="1537148" y="2420977"/>
                  <a:pt x="1547072" y="2430774"/>
                  <a:pt x="1547072" y="2442835"/>
                </a:cubicBezTo>
                <a:cubicBezTo>
                  <a:pt x="1547072" y="2454892"/>
                  <a:pt x="1537275" y="2464816"/>
                  <a:pt x="1525216" y="2464816"/>
                </a:cubicBezTo>
                <a:cubicBezTo>
                  <a:pt x="1513157" y="2464816"/>
                  <a:pt x="1503233" y="2455019"/>
                  <a:pt x="1503233" y="2442960"/>
                </a:cubicBezTo>
                <a:cubicBezTo>
                  <a:pt x="1503107" y="2430901"/>
                  <a:pt x="1512905" y="2421103"/>
                  <a:pt x="1525089" y="2420977"/>
                </a:cubicBezTo>
                <a:close/>
                <a:moveTo>
                  <a:pt x="614885" y="2420725"/>
                </a:moveTo>
                <a:cubicBezTo>
                  <a:pt x="617773" y="2420725"/>
                  <a:pt x="620160" y="2423112"/>
                  <a:pt x="620160" y="2426000"/>
                </a:cubicBezTo>
                <a:cubicBezTo>
                  <a:pt x="620160" y="2428890"/>
                  <a:pt x="617773" y="2431277"/>
                  <a:pt x="614885" y="2431277"/>
                </a:cubicBezTo>
                <a:cubicBezTo>
                  <a:pt x="611870" y="2431277"/>
                  <a:pt x="609483" y="2428890"/>
                  <a:pt x="609483" y="2426000"/>
                </a:cubicBezTo>
                <a:cubicBezTo>
                  <a:pt x="609483" y="2423112"/>
                  <a:pt x="611870" y="2420725"/>
                  <a:pt x="614885" y="2420725"/>
                </a:cubicBezTo>
                <a:close/>
                <a:moveTo>
                  <a:pt x="1439923" y="2417461"/>
                </a:moveTo>
                <a:cubicBezTo>
                  <a:pt x="1451730" y="2417335"/>
                  <a:pt x="1461402" y="2427007"/>
                  <a:pt x="1461402" y="2438814"/>
                </a:cubicBezTo>
                <a:cubicBezTo>
                  <a:pt x="1461529" y="2450748"/>
                  <a:pt x="1451857" y="2460420"/>
                  <a:pt x="1440048" y="2460420"/>
                </a:cubicBezTo>
                <a:cubicBezTo>
                  <a:pt x="1428114" y="2460547"/>
                  <a:pt x="1418442" y="2451000"/>
                  <a:pt x="1418442" y="2439066"/>
                </a:cubicBezTo>
                <a:cubicBezTo>
                  <a:pt x="1418442" y="2427258"/>
                  <a:pt x="1427989" y="2417586"/>
                  <a:pt x="1439923" y="2417461"/>
                </a:cubicBezTo>
                <a:close/>
                <a:moveTo>
                  <a:pt x="749417" y="2417460"/>
                </a:moveTo>
                <a:cubicBezTo>
                  <a:pt x="754315" y="2417335"/>
                  <a:pt x="758335" y="2421354"/>
                  <a:pt x="758335" y="2426253"/>
                </a:cubicBezTo>
                <a:cubicBezTo>
                  <a:pt x="758335" y="2431151"/>
                  <a:pt x="754442" y="2435171"/>
                  <a:pt x="749543" y="2435171"/>
                </a:cubicBezTo>
                <a:cubicBezTo>
                  <a:pt x="744643" y="2435297"/>
                  <a:pt x="740624" y="2431278"/>
                  <a:pt x="740624" y="2426379"/>
                </a:cubicBezTo>
                <a:cubicBezTo>
                  <a:pt x="740624" y="2421479"/>
                  <a:pt x="744643" y="2417586"/>
                  <a:pt x="749417" y="2417460"/>
                </a:cubicBezTo>
                <a:close/>
                <a:moveTo>
                  <a:pt x="1610257" y="2416455"/>
                </a:moveTo>
                <a:cubicBezTo>
                  <a:pt x="1622316" y="2416455"/>
                  <a:pt x="1632240" y="2426252"/>
                  <a:pt x="1632240" y="2438313"/>
                </a:cubicBezTo>
                <a:cubicBezTo>
                  <a:pt x="1632240" y="2450372"/>
                  <a:pt x="1622443" y="2460294"/>
                  <a:pt x="1610384" y="2460294"/>
                </a:cubicBezTo>
                <a:cubicBezTo>
                  <a:pt x="1598325" y="2460294"/>
                  <a:pt x="1588401" y="2450497"/>
                  <a:pt x="1588401" y="2438438"/>
                </a:cubicBezTo>
                <a:cubicBezTo>
                  <a:pt x="1588275" y="2426379"/>
                  <a:pt x="1598073" y="2416455"/>
                  <a:pt x="1610257" y="2416455"/>
                </a:cubicBezTo>
                <a:close/>
                <a:moveTo>
                  <a:pt x="484872" y="2416455"/>
                </a:moveTo>
                <a:cubicBezTo>
                  <a:pt x="487384" y="2416455"/>
                  <a:pt x="489394" y="2418465"/>
                  <a:pt x="489394" y="2420852"/>
                </a:cubicBezTo>
                <a:cubicBezTo>
                  <a:pt x="489394" y="2423365"/>
                  <a:pt x="487384" y="2425375"/>
                  <a:pt x="484997" y="2425375"/>
                </a:cubicBezTo>
                <a:cubicBezTo>
                  <a:pt x="482611" y="2425375"/>
                  <a:pt x="480601" y="2423365"/>
                  <a:pt x="480601" y="2420978"/>
                </a:cubicBezTo>
                <a:cubicBezTo>
                  <a:pt x="480601" y="2418465"/>
                  <a:pt x="482611" y="2416455"/>
                  <a:pt x="484872" y="2416455"/>
                </a:cubicBezTo>
                <a:close/>
                <a:moveTo>
                  <a:pt x="890108" y="2408541"/>
                </a:moveTo>
                <a:cubicBezTo>
                  <a:pt x="896640" y="2408541"/>
                  <a:pt x="901916" y="2413691"/>
                  <a:pt x="901916" y="2420224"/>
                </a:cubicBezTo>
                <a:cubicBezTo>
                  <a:pt x="901916" y="2426756"/>
                  <a:pt x="896765" y="2432033"/>
                  <a:pt x="890234" y="2432033"/>
                </a:cubicBezTo>
                <a:cubicBezTo>
                  <a:pt x="883701" y="2432033"/>
                  <a:pt x="878426" y="2426881"/>
                  <a:pt x="878426" y="2420349"/>
                </a:cubicBezTo>
                <a:cubicBezTo>
                  <a:pt x="878426" y="2413943"/>
                  <a:pt x="883701" y="2408667"/>
                  <a:pt x="890108" y="2408541"/>
                </a:cubicBezTo>
                <a:close/>
                <a:moveTo>
                  <a:pt x="2564930" y="2408290"/>
                </a:moveTo>
                <a:cubicBezTo>
                  <a:pt x="2567819" y="2408290"/>
                  <a:pt x="2570079" y="2410551"/>
                  <a:pt x="2570079" y="2413315"/>
                </a:cubicBezTo>
                <a:cubicBezTo>
                  <a:pt x="2570206" y="2416204"/>
                  <a:pt x="2567819" y="2418464"/>
                  <a:pt x="2565055" y="2418464"/>
                </a:cubicBezTo>
                <a:cubicBezTo>
                  <a:pt x="2562167" y="2418590"/>
                  <a:pt x="2559905" y="2416204"/>
                  <a:pt x="2559905" y="2413440"/>
                </a:cubicBezTo>
                <a:cubicBezTo>
                  <a:pt x="2559905" y="2410551"/>
                  <a:pt x="2562167" y="2408290"/>
                  <a:pt x="2564930" y="2408290"/>
                </a:cubicBezTo>
                <a:close/>
                <a:moveTo>
                  <a:pt x="359508" y="2408290"/>
                </a:moveTo>
                <a:cubicBezTo>
                  <a:pt x="361770" y="2408290"/>
                  <a:pt x="363528" y="2410175"/>
                  <a:pt x="363528" y="2412310"/>
                </a:cubicBezTo>
                <a:cubicBezTo>
                  <a:pt x="363528" y="2414572"/>
                  <a:pt x="361770" y="2416330"/>
                  <a:pt x="359508" y="2416330"/>
                </a:cubicBezTo>
                <a:cubicBezTo>
                  <a:pt x="357248" y="2416455"/>
                  <a:pt x="355489" y="2414572"/>
                  <a:pt x="355489" y="2412435"/>
                </a:cubicBezTo>
                <a:cubicBezTo>
                  <a:pt x="355614" y="2410175"/>
                  <a:pt x="357373" y="2408416"/>
                  <a:pt x="359508" y="2408290"/>
                </a:cubicBezTo>
                <a:close/>
                <a:moveTo>
                  <a:pt x="2435295" y="2407661"/>
                </a:moveTo>
                <a:cubicBezTo>
                  <a:pt x="2441827" y="2407661"/>
                  <a:pt x="2447104" y="2412937"/>
                  <a:pt x="2447104" y="2419344"/>
                </a:cubicBezTo>
                <a:cubicBezTo>
                  <a:pt x="2447104" y="2425876"/>
                  <a:pt x="2441952" y="2431153"/>
                  <a:pt x="2435422" y="2431153"/>
                </a:cubicBezTo>
                <a:cubicBezTo>
                  <a:pt x="2428888" y="2431153"/>
                  <a:pt x="2423613" y="2426002"/>
                  <a:pt x="2423613" y="2419470"/>
                </a:cubicBezTo>
                <a:cubicBezTo>
                  <a:pt x="2423613" y="2412937"/>
                  <a:pt x="2428763" y="2407661"/>
                  <a:pt x="2435295" y="2407661"/>
                </a:cubicBezTo>
                <a:close/>
                <a:moveTo>
                  <a:pt x="2300511" y="2405903"/>
                </a:moveTo>
                <a:cubicBezTo>
                  <a:pt x="2308802" y="2405777"/>
                  <a:pt x="2315585" y="2412561"/>
                  <a:pt x="2315585" y="2420851"/>
                </a:cubicBezTo>
                <a:cubicBezTo>
                  <a:pt x="2315710" y="2429143"/>
                  <a:pt x="2308928" y="2435925"/>
                  <a:pt x="2300636" y="2435925"/>
                </a:cubicBezTo>
                <a:cubicBezTo>
                  <a:pt x="2292346" y="2435925"/>
                  <a:pt x="2285563" y="2429143"/>
                  <a:pt x="2285563" y="2420851"/>
                </a:cubicBezTo>
                <a:cubicBezTo>
                  <a:pt x="2285437" y="2412561"/>
                  <a:pt x="2292221" y="2405777"/>
                  <a:pt x="2300511" y="2405903"/>
                </a:cubicBezTo>
                <a:close/>
                <a:moveTo>
                  <a:pt x="1355510" y="2405778"/>
                </a:moveTo>
                <a:cubicBezTo>
                  <a:pt x="1366942" y="2405778"/>
                  <a:pt x="1376364" y="2415073"/>
                  <a:pt x="1376364" y="2426505"/>
                </a:cubicBezTo>
                <a:cubicBezTo>
                  <a:pt x="1376364" y="2437936"/>
                  <a:pt x="1367067" y="2447358"/>
                  <a:pt x="1355635" y="2447358"/>
                </a:cubicBezTo>
                <a:cubicBezTo>
                  <a:pt x="1344205" y="2447358"/>
                  <a:pt x="1334783" y="2438061"/>
                  <a:pt x="1334783" y="2426630"/>
                </a:cubicBezTo>
                <a:cubicBezTo>
                  <a:pt x="1334783" y="2415200"/>
                  <a:pt x="1344078" y="2405778"/>
                  <a:pt x="1355510" y="2405778"/>
                </a:cubicBezTo>
                <a:close/>
                <a:moveTo>
                  <a:pt x="1694420" y="2403391"/>
                </a:moveTo>
                <a:cubicBezTo>
                  <a:pt x="1706479" y="2403391"/>
                  <a:pt x="1716401" y="2413188"/>
                  <a:pt x="1716401" y="2425249"/>
                </a:cubicBezTo>
                <a:cubicBezTo>
                  <a:pt x="1716401" y="2437306"/>
                  <a:pt x="1706604" y="2447230"/>
                  <a:pt x="1694545" y="2447230"/>
                </a:cubicBezTo>
                <a:cubicBezTo>
                  <a:pt x="1682486" y="2447230"/>
                  <a:pt x="1672562" y="2437433"/>
                  <a:pt x="1672562" y="2425374"/>
                </a:cubicBezTo>
                <a:cubicBezTo>
                  <a:pt x="1672562" y="2413315"/>
                  <a:pt x="1682359" y="2403517"/>
                  <a:pt x="1694420" y="2403391"/>
                </a:cubicBezTo>
                <a:close/>
                <a:moveTo>
                  <a:pt x="2690419" y="2400752"/>
                </a:moveTo>
                <a:cubicBezTo>
                  <a:pt x="2692178" y="2400752"/>
                  <a:pt x="2693561" y="2402134"/>
                  <a:pt x="2693561" y="2403892"/>
                </a:cubicBezTo>
                <a:cubicBezTo>
                  <a:pt x="2693561" y="2405651"/>
                  <a:pt x="2692178" y="2407034"/>
                  <a:pt x="2690419" y="2407034"/>
                </a:cubicBezTo>
                <a:cubicBezTo>
                  <a:pt x="2688661" y="2407034"/>
                  <a:pt x="2687279" y="2405651"/>
                  <a:pt x="2687279" y="2404019"/>
                </a:cubicBezTo>
                <a:cubicBezTo>
                  <a:pt x="2687279" y="2402260"/>
                  <a:pt x="2688661" y="2400878"/>
                  <a:pt x="2690419" y="2400752"/>
                </a:cubicBezTo>
                <a:close/>
                <a:moveTo>
                  <a:pt x="2159822" y="2398492"/>
                </a:moveTo>
                <a:cubicBezTo>
                  <a:pt x="2169369" y="2398492"/>
                  <a:pt x="2177158" y="2406154"/>
                  <a:pt x="2177158" y="2415701"/>
                </a:cubicBezTo>
                <a:cubicBezTo>
                  <a:pt x="2177158" y="2425247"/>
                  <a:pt x="2169494" y="2433036"/>
                  <a:pt x="2159947" y="2433036"/>
                </a:cubicBezTo>
                <a:cubicBezTo>
                  <a:pt x="2150401" y="2433036"/>
                  <a:pt x="2142613" y="2425372"/>
                  <a:pt x="2142613" y="2415827"/>
                </a:cubicBezTo>
                <a:cubicBezTo>
                  <a:pt x="2142613" y="2406279"/>
                  <a:pt x="2150275" y="2398492"/>
                  <a:pt x="2159822" y="2398492"/>
                </a:cubicBezTo>
                <a:close/>
                <a:moveTo>
                  <a:pt x="2812137" y="2390830"/>
                </a:moveTo>
                <a:cubicBezTo>
                  <a:pt x="2812765" y="2390830"/>
                  <a:pt x="2813269" y="2391333"/>
                  <a:pt x="2813269" y="2391960"/>
                </a:cubicBezTo>
                <a:cubicBezTo>
                  <a:pt x="2813269" y="2392588"/>
                  <a:pt x="2812765" y="2393090"/>
                  <a:pt x="2812137" y="2393090"/>
                </a:cubicBezTo>
                <a:cubicBezTo>
                  <a:pt x="2811510" y="2393090"/>
                  <a:pt x="2811007" y="2392588"/>
                  <a:pt x="2811007" y="2391960"/>
                </a:cubicBezTo>
                <a:cubicBezTo>
                  <a:pt x="2811007" y="2391333"/>
                  <a:pt x="2811510" y="2390830"/>
                  <a:pt x="2812137" y="2390830"/>
                </a:cubicBezTo>
                <a:close/>
                <a:moveTo>
                  <a:pt x="1037577" y="2389070"/>
                </a:moveTo>
                <a:cubicBezTo>
                  <a:pt x="1046496" y="2389070"/>
                  <a:pt x="1053781" y="2396230"/>
                  <a:pt x="1053781" y="2405149"/>
                </a:cubicBezTo>
                <a:cubicBezTo>
                  <a:pt x="1053781" y="2414068"/>
                  <a:pt x="1046621" y="2421353"/>
                  <a:pt x="1037702" y="2421353"/>
                </a:cubicBezTo>
                <a:cubicBezTo>
                  <a:pt x="1028784" y="2421353"/>
                  <a:pt x="1021498" y="2414193"/>
                  <a:pt x="1021498" y="2405274"/>
                </a:cubicBezTo>
                <a:cubicBezTo>
                  <a:pt x="1021498" y="2396357"/>
                  <a:pt x="1028658" y="2389070"/>
                  <a:pt x="1037577" y="2389070"/>
                </a:cubicBezTo>
                <a:close/>
                <a:moveTo>
                  <a:pt x="1272856" y="2385930"/>
                </a:moveTo>
                <a:cubicBezTo>
                  <a:pt x="1283909" y="2385930"/>
                  <a:pt x="1292828" y="2394723"/>
                  <a:pt x="1292828" y="2405778"/>
                </a:cubicBezTo>
                <a:cubicBezTo>
                  <a:pt x="1292828" y="2416706"/>
                  <a:pt x="1284036" y="2425750"/>
                  <a:pt x="1272982" y="2425750"/>
                </a:cubicBezTo>
                <a:cubicBezTo>
                  <a:pt x="1261927" y="2425750"/>
                  <a:pt x="1253008" y="2416958"/>
                  <a:pt x="1253008" y="2405904"/>
                </a:cubicBezTo>
                <a:cubicBezTo>
                  <a:pt x="1253008" y="2394975"/>
                  <a:pt x="1261801" y="2385930"/>
                  <a:pt x="1272856" y="2385930"/>
                </a:cubicBezTo>
                <a:close/>
                <a:moveTo>
                  <a:pt x="1776949" y="2382036"/>
                </a:moveTo>
                <a:cubicBezTo>
                  <a:pt x="1789006" y="2382036"/>
                  <a:pt x="1798930" y="2391833"/>
                  <a:pt x="1798930" y="2403892"/>
                </a:cubicBezTo>
                <a:cubicBezTo>
                  <a:pt x="1798930" y="2415951"/>
                  <a:pt x="1789133" y="2425875"/>
                  <a:pt x="1777074" y="2425875"/>
                </a:cubicBezTo>
                <a:cubicBezTo>
                  <a:pt x="1765015" y="2425875"/>
                  <a:pt x="1755091" y="2416078"/>
                  <a:pt x="1755091" y="2404019"/>
                </a:cubicBezTo>
                <a:cubicBezTo>
                  <a:pt x="1755091" y="2391960"/>
                  <a:pt x="1764888" y="2382162"/>
                  <a:pt x="1776949" y="2382036"/>
                </a:cubicBezTo>
                <a:close/>
                <a:moveTo>
                  <a:pt x="2012224" y="2381156"/>
                </a:moveTo>
                <a:cubicBezTo>
                  <a:pt x="2023529" y="2381156"/>
                  <a:pt x="2032825" y="2390326"/>
                  <a:pt x="2032825" y="2401632"/>
                </a:cubicBezTo>
                <a:cubicBezTo>
                  <a:pt x="2032951" y="2412936"/>
                  <a:pt x="2023781" y="2422232"/>
                  <a:pt x="2012350" y="2422232"/>
                </a:cubicBezTo>
                <a:cubicBezTo>
                  <a:pt x="2001045" y="2422358"/>
                  <a:pt x="1991749" y="2413188"/>
                  <a:pt x="1991749" y="2401757"/>
                </a:cubicBezTo>
                <a:cubicBezTo>
                  <a:pt x="1991623" y="2390326"/>
                  <a:pt x="2000793" y="2381156"/>
                  <a:pt x="2012224" y="2381156"/>
                </a:cubicBezTo>
                <a:close/>
                <a:moveTo>
                  <a:pt x="688998" y="2355907"/>
                </a:moveTo>
                <a:cubicBezTo>
                  <a:pt x="694775" y="2355907"/>
                  <a:pt x="699423" y="2360555"/>
                  <a:pt x="699423" y="2366333"/>
                </a:cubicBezTo>
                <a:cubicBezTo>
                  <a:pt x="699423" y="2371986"/>
                  <a:pt x="694775" y="2376760"/>
                  <a:pt x="688998" y="2376760"/>
                </a:cubicBezTo>
                <a:cubicBezTo>
                  <a:pt x="683346" y="2376760"/>
                  <a:pt x="678572" y="2372111"/>
                  <a:pt x="678572" y="2366333"/>
                </a:cubicBezTo>
                <a:cubicBezTo>
                  <a:pt x="678572" y="2360555"/>
                  <a:pt x="683219" y="2355907"/>
                  <a:pt x="688998" y="2355907"/>
                </a:cubicBezTo>
                <a:close/>
                <a:moveTo>
                  <a:pt x="1192713" y="2354777"/>
                </a:moveTo>
                <a:cubicBezTo>
                  <a:pt x="1205022" y="2354651"/>
                  <a:pt x="1214946" y="2364574"/>
                  <a:pt x="1214946" y="2376760"/>
                </a:cubicBezTo>
                <a:cubicBezTo>
                  <a:pt x="1214946" y="2389069"/>
                  <a:pt x="1205022" y="2398993"/>
                  <a:pt x="1192838" y="2398993"/>
                </a:cubicBezTo>
                <a:cubicBezTo>
                  <a:pt x="1180654" y="2399119"/>
                  <a:pt x="1170729" y="2389195"/>
                  <a:pt x="1170604" y="2377010"/>
                </a:cubicBezTo>
                <a:cubicBezTo>
                  <a:pt x="1170479" y="2364826"/>
                  <a:pt x="1180402" y="2354902"/>
                  <a:pt x="1192713" y="2354777"/>
                </a:cubicBezTo>
                <a:close/>
                <a:moveTo>
                  <a:pt x="558986" y="2353270"/>
                </a:moveTo>
                <a:cubicBezTo>
                  <a:pt x="563635" y="2353270"/>
                  <a:pt x="567277" y="2356913"/>
                  <a:pt x="567277" y="2361435"/>
                </a:cubicBezTo>
                <a:cubicBezTo>
                  <a:pt x="567277" y="2365957"/>
                  <a:pt x="563635" y="2369601"/>
                  <a:pt x="559112" y="2369601"/>
                </a:cubicBezTo>
                <a:cubicBezTo>
                  <a:pt x="554590" y="2369601"/>
                  <a:pt x="550946" y="2365957"/>
                  <a:pt x="550946" y="2361435"/>
                </a:cubicBezTo>
                <a:cubicBezTo>
                  <a:pt x="550821" y="2356913"/>
                  <a:pt x="554590" y="2353270"/>
                  <a:pt x="558986" y="2353270"/>
                </a:cubicBezTo>
                <a:close/>
                <a:moveTo>
                  <a:pt x="1856964" y="2352016"/>
                </a:moveTo>
                <a:cubicBezTo>
                  <a:pt x="1869400" y="2352016"/>
                  <a:pt x="1879575" y="2362065"/>
                  <a:pt x="1879575" y="2374502"/>
                </a:cubicBezTo>
                <a:cubicBezTo>
                  <a:pt x="1879575" y="2386937"/>
                  <a:pt x="1869526" y="2397113"/>
                  <a:pt x="1857090" y="2397113"/>
                </a:cubicBezTo>
                <a:cubicBezTo>
                  <a:pt x="1844654" y="2397113"/>
                  <a:pt x="1834479" y="2387063"/>
                  <a:pt x="1834479" y="2374627"/>
                </a:cubicBezTo>
                <a:cubicBezTo>
                  <a:pt x="1834479" y="2362191"/>
                  <a:pt x="1844528" y="2352016"/>
                  <a:pt x="1856964" y="2352016"/>
                </a:cubicBezTo>
                <a:close/>
                <a:moveTo>
                  <a:pt x="824409" y="2350381"/>
                </a:moveTo>
                <a:cubicBezTo>
                  <a:pt x="833078" y="2350381"/>
                  <a:pt x="840112" y="2357416"/>
                  <a:pt x="840112" y="2366083"/>
                </a:cubicBezTo>
                <a:cubicBezTo>
                  <a:pt x="840112" y="2374751"/>
                  <a:pt x="833078" y="2381786"/>
                  <a:pt x="824409" y="2381786"/>
                </a:cubicBezTo>
                <a:cubicBezTo>
                  <a:pt x="815742" y="2381786"/>
                  <a:pt x="808708" y="2374751"/>
                  <a:pt x="808708" y="2366083"/>
                </a:cubicBezTo>
                <a:cubicBezTo>
                  <a:pt x="808708" y="2357416"/>
                  <a:pt x="815742" y="2350381"/>
                  <a:pt x="824409" y="2350381"/>
                </a:cubicBezTo>
                <a:close/>
                <a:moveTo>
                  <a:pt x="433748" y="2346864"/>
                </a:moveTo>
                <a:cubicBezTo>
                  <a:pt x="437138" y="2346739"/>
                  <a:pt x="439777" y="2349501"/>
                  <a:pt x="439777" y="2352768"/>
                </a:cubicBezTo>
                <a:cubicBezTo>
                  <a:pt x="439777" y="2356033"/>
                  <a:pt x="437138" y="2358797"/>
                  <a:pt x="433873" y="2358797"/>
                </a:cubicBezTo>
                <a:cubicBezTo>
                  <a:pt x="430481" y="2358797"/>
                  <a:pt x="427844" y="2356033"/>
                  <a:pt x="427844" y="2352768"/>
                </a:cubicBezTo>
                <a:cubicBezTo>
                  <a:pt x="427844" y="2349501"/>
                  <a:pt x="430481" y="2346739"/>
                  <a:pt x="433748" y="2346864"/>
                </a:cubicBezTo>
                <a:close/>
                <a:moveTo>
                  <a:pt x="2360554" y="2345233"/>
                </a:moveTo>
                <a:cubicBezTo>
                  <a:pt x="2368845" y="2345107"/>
                  <a:pt x="2375628" y="2351891"/>
                  <a:pt x="2375628" y="2360181"/>
                </a:cubicBezTo>
                <a:cubicBezTo>
                  <a:pt x="2375753" y="2368472"/>
                  <a:pt x="2368971" y="2375255"/>
                  <a:pt x="2360679" y="2375255"/>
                </a:cubicBezTo>
                <a:cubicBezTo>
                  <a:pt x="2352389" y="2375380"/>
                  <a:pt x="2345606" y="2368598"/>
                  <a:pt x="2345606" y="2360306"/>
                </a:cubicBezTo>
                <a:cubicBezTo>
                  <a:pt x="2345480" y="2352016"/>
                  <a:pt x="2352264" y="2345233"/>
                  <a:pt x="2360554" y="2345233"/>
                </a:cubicBezTo>
                <a:close/>
                <a:moveTo>
                  <a:pt x="2490566" y="2342216"/>
                </a:moveTo>
                <a:cubicBezTo>
                  <a:pt x="2497223" y="2342216"/>
                  <a:pt x="2502750" y="2347618"/>
                  <a:pt x="2502750" y="2354401"/>
                </a:cubicBezTo>
                <a:cubicBezTo>
                  <a:pt x="2502750" y="2361060"/>
                  <a:pt x="2497349" y="2366586"/>
                  <a:pt x="2490566" y="2366586"/>
                </a:cubicBezTo>
                <a:cubicBezTo>
                  <a:pt x="2483909" y="2366586"/>
                  <a:pt x="2478382" y="2361185"/>
                  <a:pt x="2478382" y="2354401"/>
                </a:cubicBezTo>
                <a:cubicBezTo>
                  <a:pt x="2478255" y="2347744"/>
                  <a:pt x="2483782" y="2342216"/>
                  <a:pt x="2490566" y="2342216"/>
                </a:cubicBezTo>
                <a:close/>
                <a:moveTo>
                  <a:pt x="966229" y="2340081"/>
                </a:moveTo>
                <a:cubicBezTo>
                  <a:pt x="976405" y="2340081"/>
                  <a:pt x="984695" y="2348246"/>
                  <a:pt x="984695" y="2358422"/>
                </a:cubicBezTo>
                <a:cubicBezTo>
                  <a:pt x="984695" y="2368596"/>
                  <a:pt x="976530" y="2376886"/>
                  <a:pt x="966356" y="2376886"/>
                </a:cubicBezTo>
                <a:cubicBezTo>
                  <a:pt x="956181" y="2376886"/>
                  <a:pt x="947890" y="2368722"/>
                  <a:pt x="947890" y="2358547"/>
                </a:cubicBezTo>
                <a:cubicBezTo>
                  <a:pt x="947890" y="2348373"/>
                  <a:pt x="956054" y="2340207"/>
                  <a:pt x="966229" y="2340081"/>
                </a:cubicBezTo>
                <a:close/>
                <a:moveTo>
                  <a:pt x="2225143" y="2339955"/>
                </a:moveTo>
                <a:cubicBezTo>
                  <a:pt x="2236700" y="2339955"/>
                  <a:pt x="2246247" y="2349376"/>
                  <a:pt x="2246247" y="2360933"/>
                </a:cubicBezTo>
                <a:cubicBezTo>
                  <a:pt x="2246247" y="2372489"/>
                  <a:pt x="2236950" y="2382036"/>
                  <a:pt x="2225269" y="2382036"/>
                </a:cubicBezTo>
                <a:cubicBezTo>
                  <a:pt x="2213587" y="2382036"/>
                  <a:pt x="2204165" y="2372614"/>
                  <a:pt x="2204165" y="2361058"/>
                </a:cubicBezTo>
                <a:cubicBezTo>
                  <a:pt x="2204165" y="2349502"/>
                  <a:pt x="2213587" y="2340081"/>
                  <a:pt x="2225143" y="2339955"/>
                </a:cubicBezTo>
                <a:close/>
                <a:moveTo>
                  <a:pt x="312277" y="2337068"/>
                </a:moveTo>
                <a:cubicBezTo>
                  <a:pt x="314789" y="2337068"/>
                  <a:pt x="316799" y="2338952"/>
                  <a:pt x="316799" y="2341465"/>
                </a:cubicBezTo>
                <a:cubicBezTo>
                  <a:pt x="316799" y="2343852"/>
                  <a:pt x="314789" y="2345862"/>
                  <a:pt x="312402" y="2345862"/>
                </a:cubicBezTo>
                <a:cubicBezTo>
                  <a:pt x="309890" y="2345862"/>
                  <a:pt x="307880" y="2343852"/>
                  <a:pt x="307880" y="2341465"/>
                </a:cubicBezTo>
                <a:cubicBezTo>
                  <a:pt x="307880" y="2338952"/>
                  <a:pt x="309890" y="2336942"/>
                  <a:pt x="312277" y="2337068"/>
                </a:cubicBezTo>
                <a:close/>
                <a:moveTo>
                  <a:pt x="2615805" y="2335559"/>
                </a:moveTo>
                <a:cubicBezTo>
                  <a:pt x="2620830" y="2335559"/>
                  <a:pt x="2625100" y="2339704"/>
                  <a:pt x="2625100" y="2344855"/>
                </a:cubicBezTo>
                <a:cubicBezTo>
                  <a:pt x="2625100" y="2350005"/>
                  <a:pt x="2620955" y="2354150"/>
                  <a:pt x="2615805" y="2354150"/>
                </a:cubicBezTo>
                <a:cubicBezTo>
                  <a:pt x="2610654" y="2354150"/>
                  <a:pt x="2606509" y="2350005"/>
                  <a:pt x="2606509" y="2344855"/>
                </a:cubicBezTo>
                <a:cubicBezTo>
                  <a:pt x="2606384" y="2339704"/>
                  <a:pt x="2610529" y="2335559"/>
                  <a:pt x="2615805" y="2335559"/>
                </a:cubicBezTo>
                <a:close/>
                <a:moveTo>
                  <a:pt x="2083196" y="2331664"/>
                </a:moveTo>
                <a:cubicBezTo>
                  <a:pt x="2095758" y="2331664"/>
                  <a:pt x="2106059" y="2341839"/>
                  <a:pt x="2106059" y="2354400"/>
                </a:cubicBezTo>
                <a:cubicBezTo>
                  <a:pt x="2106059" y="2366962"/>
                  <a:pt x="2095884" y="2377263"/>
                  <a:pt x="2083323" y="2377263"/>
                </a:cubicBezTo>
                <a:cubicBezTo>
                  <a:pt x="2070761" y="2377263"/>
                  <a:pt x="2060460" y="2367088"/>
                  <a:pt x="2060460" y="2354527"/>
                </a:cubicBezTo>
                <a:cubicBezTo>
                  <a:pt x="2060460" y="2341965"/>
                  <a:pt x="2070635" y="2331664"/>
                  <a:pt x="2083196" y="2331664"/>
                </a:cubicBezTo>
                <a:close/>
                <a:moveTo>
                  <a:pt x="2737023" y="2329529"/>
                </a:moveTo>
                <a:cubicBezTo>
                  <a:pt x="2738782" y="2329655"/>
                  <a:pt x="2740163" y="2331037"/>
                  <a:pt x="2740163" y="2332669"/>
                </a:cubicBezTo>
                <a:cubicBezTo>
                  <a:pt x="2740163" y="2334428"/>
                  <a:pt x="2738908" y="2335811"/>
                  <a:pt x="2737148" y="2335811"/>
                </a:cubicBezTo>
                <a:cubicBezTo>
                  <a:pt x="2735390" y="2335811"/>
                  <a:pt x="2734008" y="2334428"/>
                  <a:pt x="2734008" y="2332669"/>
                </a:cubicBezTo>
                <a:cubicBezTo>
                  <a:pt x="2734008" y="2330911"/>
                  <a:pt x="2735390" y="2329529"/>
                  <a:pt x="2737023" y="2329529"/>
                </a:cubicBezTo>
                <a:close/>
                <a:moveTo>
                  <a:pt x="1524712" y="2328399"/>
                </a:moveTo>
                <a:cubicBezTo>
                  <a:pt x="1535514" y="2328273"/>
                  <a:pt x="1544308" y="2337066"/>
                  <a:pt x="1544308" y="2347743"/>
                </a:cubicBezTo>
                <a:cubicBezTo>
                  <a:pt x="1544308" y="2358547"/>
                  <a:pt x="1535639" y="2367341"/>
                  <a:pt x="1524837" y="2367341"/>
                </a:cubicBezTo>
                <a:cubicBezTo>
                  <a:pt x="1514034" y="2367467"/>
                  <a:pt x="1505241" y="2358798"/>
                  <a:pt x="1505241" y="2347995"/>
                </a:cubicBezTo>
                <a:cubicBezTo>
                  <a:pt x="1505241" y="2337191"/>
                  <a:pt x="1513908" y="2328524"/>
                  <a:pt x="1524712" y="2328399"/>
                </a:cubicBezTo>
                <a:close/>
                <a:moveTo>
                  <a:pt x="1439672" y="2323751"/>
                </a:moveTo>
                <a:cubicBezTo>
                  <a:pt x="1450476" y="2323751"/>
                  <a:pt x="1459393" y="2332418"/>
                  <a:pt x="1459393" y="2343347"/>
                </a:cubicBezTo>
                <a:cubicBezTo>
                  <a:pt x="1459393" y="2354149"/>
                  <a:pt x="1450726" y="2363068"/>
                  <a:pt x="1439799" y="2363068"/>
                </a:cubicBezTo>
                <a:cubicBezTo>
                  <a:pt x="1428870" y="2363193"/>
                  <a:pt x="1420077" y="2354401"/>
                  <a:pt x="1419951" y="2343472"/>
                </a:cubicBezTo>
                <a:cubicBezTo>
                  <a:pt x="1419951" y="2332670"/>
                  <a:pt x="1428744" y="2323751"/>
                  <a:pt x="1439672" y="2323751"/>
                </a:cubicBezTo>
                <a:close/>
                <a:moveTo>
                  <a:pt x="1609754" y="2322872"/>
                </a:moveTo>
                <a:cubicBezTo>
                  <a:pt x="1620683" y="2322872"/>
                  <a:pt x="1629727" y="2331665"/>
                  <a:pt x="1629727" y="2342720"/>
                </a:cubicBezTo>
                <a:cubicBezTo>
                  <a:pt x="1629727" y="2353774"/>
                  <a:pt x="1620935" y="2362692"/>
                  <a:pt x="1609881" y="2362692"/>
                </a:cubicBezTo>
                <a:cubicBezTo>
                  <a:pt x="1598952" y="2362692"/>
                  <a:pt x="1589907" y="2353900"/>
                  <a:pt x="1589907" y="2342846"/>
                </a:cubicBezTo>
                <a:cubicBezTo>
                  <a:pt x="1589907" y="2331917"/>
                  <a:pt x="1598826" y="2322872"/>
                  <a:pt x="1609754" y="2322872"/>
                </a:cubicBezTo>
                <a:close/>
                <a:moveTo>
                  <a:pt x="1115711" y="2318224"/>
                </a:moveTo>
                <a:cubicBezTo>
                  <a:pt x="1128022" y="2318098"/>
                  <a:pt x="1137945" y="2328021"/>
                  <a:pt x="1137945" y="2340206"/>
                </a:cubicBezTo>
                <a:cubicBezTo>
                  <a:pt x="1137945" y="2352390"/>
                  <a:pt x="1128022" y="2362439"/>
                  <a:pt x="1115836" y="2362439"/>
                </a:cubicBezTo>
                <a:cubicBezTo>
                  <a:pt x="1103527" y="2362439"/>
                  <a:pt x="1093603" y="2352515"/>
                  <a:pt x="1093603" y="2340331"/>
                </a:cubicBezTo>
                <a:cubicBezTo>
                  <a:pt x="1093603" y="2328147"/>
                  <a:pt x="1103400" y="2318224"/>
                  <a:pt x="1115711" y="2318224"/>
                </a:cubicBezTo>
                <a:close/>
                <a:moveTo>
                  <a:pt x="2855224" y="2317218"/>
                </a:moveTo>
                <a:cubicBezTo>
                  <a:pt x="2855852" y="2317218"/>
                  <a:pt x="2856354" y="2317721"/>
                  <a:pt x="2856354" y="2318348"/>
                </a:cubicBezTo>
                <a:cubicBezTo>
                  <a:pt x="2856354" y="2318976"/>
                  <a:pt x="2855852" y="2319478"/>
                  <a:pt x="2855224" y="2319478"/>
                </a:cubicBezTo>
                <a:cubicBezTo>
                  <a:pt x="2854597" y="2319478"/>
                  <a:pt x="2854094" y="2318976"/>
                  <a:pt x="2854094" y="2318348"/>
                </a:cubicBezTo>
                <a:cubicBezTo>
                  <a:pt x="2854094" y="2317721"/>
                  <a:pt x="2854597" y="2317218"/>
                  <a:pt x="2855224" y="2317218"/>
                </a:cubicBezTo>
                <a:close/>
                <a:moveTo>
                  <a:pt x="1933716" y="2313325"/>
                </a:moveTo>
                <a:cubicBezTo>
                  <a:pt x="1946906" y="2313325"/>
                  <a:pt x="1957708" y="2324002"/>
                  <a:pt x="1957708" y="2337191"/>
                </a:cubicBezTo>
                <a:cubicBezTo>
                  <a:pt x="1957708" y="2350382"/>
                  <a:pt x="1947031" y="2361184"/>
                  <a:pt x="1933842" y="2361184"/>
                </a:cubicBezTo>
                <a:cubicBezTo>
                  <a:pt x="1920652" y="2361184"/>
                  <a:pt x="1909850" y="2350507"/>
                  <a:pt x="1909850" y="2337318"/>
                </a:cubicBezTo>
                <a:cubicBezTo>
                  <a:pt x="1909724" y="2324254"/>
                  <a:pt x="1920401" y="2313451"/>
                  <a:pt x="1933716" y="2313325"/>
                </a:cubicBezTo>
                <a:close/>
                <a:moveTo>
                  <a:pt x="1355385" y="2308803"/>
                </a:moveTo>
                <a:cubicBezTo>
                  <a:pt x="1366816" y="2308803"/>
                  <a:pt x="1376112" y="2317973"/>
                  <a:pt x="1376112" y="2329279"/>
                </a:cubicBezTo>
                <a:cubicBezTo>
                  <a:pt x="1376238" y="2340709"/>
                  <a:pt x="1367068" y="2350005"/>
                  <a:pt x="1355637" y="2350005"/>
                </a:cubicBezTo>
                <a:cubicBezTo>
                  <a:pt x="1344330" y="2350131"/>
                  <a:pt x="1335036" y="2340961"/>
                  <a:pt x="1335036" y="2329530"/>
                </a:cubicBezTo>
                <a:cubicBezTo>
                  <a:pt x="1334910" y="2318098"/>
                  <a:pt x="1344080" y="2308929"/>
                  <a:pt x="1355385" y="2308803"/>
                </a:cubicBezTo>
                <a:close/>
                <a:moveTo>
                  <a:pt x="1693792" y="2306794"/>
                </a:moveTo>
                <a:cubicBezTo>
                  <a:pt x="1705599" y="2306668"/>
                  <a:pt x="1715271" y="2316215"/>
                  <a:pt x="1715271" y="2328147"/>
                </a:cubicBezTo>
                <a:cubicBezTo>
                  <a:pt x="1715398" y="2339956"/>
                  <a:pt x="1705724" y="2349628"/>
                  <a:pt x="1693917" y="2349628"/>
                </a:cubicBezTo>
                <a:cubicBezTo>
                  <a:pt x="1681983" y="2349753"/>
                  <a:pt x="1672437" y="2340081"/>
                  <a:pt x="1672311" y="2328274"/>
                </a:cubicBezTo>
                <a:cubicBezTo>
                  <a:pt x="1672311" y="2316466"/>
                  <a:pt x="1681858" y="2306794"/>
                  <a:pt x="1693792" y="2306794"/>
                </a:cubicBezTo>
                <a:close/>
                <a:moveTo>
                  <a:pt x="763235" y="2293730"/>
                </a:moveTo>
                <a:cubicBezTo>
                  <a:pt x="770396" y="2293730"/>
                  <a:pt x="776174" y="2299508"/>
                  <a:pt x="776174" y="2306542"/>
                </a:cubicBezTo>
                <a:cubicBezTo>
                  <a:pt x="776174" y="2313704"/>
                  <a:pt x="770396" y="2319481"/>
                  <a:pt x="763362" y="2319481"/>
                </a:cubicBezTo>
                <a:cubicBezTo>
                  <a:pt x="756200" y="2319481"/>
                  <a:pt x="750423" y="2313704"/>
                  <a:pt x="750423" y="2306669"/>
                </a:cubicBezTo>
                <a:cubicBezTo>
                  <a:pt x="750423" y="2299635"/>
                  <a:pt x="756200" y="2293856"/>
                  <a:pt x="763235" y="2293730"/>
                </a:cubicBezTo>
                <a:close/>
                <a:moveTo>
                  <a:pt x="633224" y="2291468"/>
                </a:moveTo>
                <a:cubicBezTo>
                  <a:pt x="639001" y="2291468"/>
                  <a:pt x="643649" y="2296116"/>
                  <a:pt x="643649" y="2301894"/>
                </a:cubicBezTo>
                <a:cubicBezTo>
                  <a:pt x="643649" y="2307672"/>
                  <a:pt x="639001" y="2312321"/>
                  <a:pt x="633224" y="2312321"/>
                </a:cubicBezTo>
                <a:cubicBezTo>
                  <a:pt x="627445" y="2312321"/>
                  <a:pt x="622798" y="2307672"/>
                  <a:pt x="622798" y="2301894"/>
                </a:cubicBezTo>
                <a:cubicBezTo>
                  <a:pt x="622798" y="2296242"/>
                  <a:pt x="627445" y="2291468"/>
                  <a:pt x="633224" y="2291468"/>
                </a:cubicBezTo>
                <a:close/>
                <a:moveTo>
                  <a:pt x="899401" y="2289962"/>
                </a:moveTo>
                <a:cubicBezTo>
                  <a:pt x="908195" y="2289962"/>
                  <a:pt x="915229" y="2296996"/>
                  <a:pt x="915229" y="2305663"/>
                </a:cubicBezTo>
                <a:cubicBezTo>
                  <a:pt x="915229" y="2314331"/>
                  <a:pt x="908195" y="2321366"/>
                  <a:pt x="899528" y="2321366"/>
                </a:cubicBezTo>
                <a:cubicBezTo>
                  <a:pt x="890734" y="2321366"/>
                  <a:pt x="883700" y="2314331"/>
                  <a:pt x="883700" y="2305663"/>
                </a:cubicBezTo>
                <a:cubicBezTo>
                  <a:pt x="883700" y="2296996"/>
                  <a:pt x="890734" y="2289836"/>
                  <a:pt x="899401" y="2289962"/>
                </a:cubicBezTo>
                <a:close/>
                <a:moveTo>
                  <a:pt x="507861" y="2285941"/>
                </a:moveTo>
                <a:cubicBezTo>
                  <a:pt x="511880" y="2285941"/>
                  <a:pt x="515020" y="2289081"/>
                  <a:pt x="515020" y="2292976"/>
                </a:cubicBezTo>
                <a:cubicBezTo>
                  <a:pt x="515020" y="2296995"/>
                  <a:pt x="511880" y="2300135"/>
                  <a:pt x="507986" y="2300135"/>
                </a:cubicBezTo>
                <a:cubicBezTo>
                  <a:pt x="504217" y="2300135"/>
                  <a:pt x="500952" y="2296995"/>
                  <a:pt x="500952" y="2293101"/>
                </a:cubicBezTo>
                <a:cubicBezTo>
                  <a:pt x="500952" y="2289208"/>
                  <a:pt x="504092" y="2286066"/>
                  <a:pt x="507861" y="2285941"/>
                </a:cubicBezTo>
                <a:close/>
                <a:moveTo>
                  <a:pt x="1273481" y="2284308"/>
                </a:moveTo>
                <a:cubicBezTo>
                  <a:pt x="1285540" y="2284308"/>
                  <a:pt x="1295464" y="2294105"/>
                  <a:pt x="1295464" y="2306164"/>
                </a:cubicBezTo>
                <a:cubicBezTo>
                  <a:pt x="1295464" y="2318223"/>
                  <a:pt x="1285667" y="2328147"/>
                  <a:pt x="1273608" y="2328147"/>
                </a:cubicBezTo>
                <a:cubicBezTo>
                  <a:pt x="1261549" y="2328147"/>
                  <a:pt x="1251625" y="2318350"/>
                  <a:pt x="1251625" y="2306291"/>
                </a:cubicBezTo>
                <a:cubicBezTo>
                  <a:pt x="1251625" y="2294105"/>
                  <a:pt x="1261422" y="2284308"/>
                  <a:pt x="1273481" y="2284308"/>
                </a:cubicBezTo>
                <a:close/>
                <a:moveTo>
                  <a:pt x="2285813" y="2282675"/>
                </a:moveTo>
                <a:cubicBezTo>
                  <a:pt x="2295987" y="2282675"/>
                  <a:pt x="2304277" y="2290840"/>
                  <a:pt x="2304277" y="2301014"/>
                </a:cubicBezTo>
                <a:cubicBezTo>
                  <a:pt x="2304277" y="2311190"/>
                  <a:pt x="2296113" y="2319480"/>
                  <a:pt x="2285938" y="2319480"/>
                </a:cubicBezTo>
                <a:cubicBezTo>
                  <a:pt x="2275764" y="2319480"/>
                  <a:pt x="2267472" y="2311316"/>
                  <a:pt x="2267472" y="2301141"/>
                </a:cubicBezTo>
                <a:cubicBezTo>
                  <a:pt x="2267472" y="2290967"/>
                  <a:pt x="2275637" y="2282800"/>
                  <a:pt x="2285813" y="2282675"/>
                </a:cubicBezTo>
                <a:close/>
                <a:moveTo>
                  <a:pt x="1775690" y="2281796"/>
                </a:moveTo>
                <a:cubicBezTo>
                  <a:pt x="1788126" y="2281796"/>
                  <a:pt x="1798300" y="2291845"/>
                  <a:pt x="1798300" y="2304282"/>
                </a:cubicBezTo>
                <a:cubicBezTo>
                  <a:pt x="1798300" y="2316717"/>
                  <a:pt x="1788251" y="2326893"/>
                  <a:pt x="1775815" y="2326893"/>
                </a:cubicBezTo>
                <a:cubicBezTo>
                  <a:pt x="1763254" y="2326893"/>
                  <a:pt x="1753079" y="2316843"/>
                  <a:pt x="1753079" y="2304407"/>
                </a:cubicBezTo>
                <a:cubicBezTo>
                  <a:pt x="1753079" y="2291971"/>
                  <a:pt x="1763128" y="2281796"/>
                  <a:pt x="1775690" y="2281796"/>
                </a:cubicBezTo>
                <a:close/>
                <a:moveTo>
                  <a:pt x="2415951" y="2280413"/>
                </a:moveTo>
                <a:cubicBezTo>
                  <a:pt x="2424242" y="2280288"/>
                  <a:pt x="2431025" y="2287072"/>
                  <a:pt x="2431025" y="2295362"/>
                </a:cubicBezTo>
                <a:cubicBezTo>
                  <a:pt x="2431025" y="2303654"/>
                  <a:pt x="2424367" y="2310436"/>
                  <a:pt x="2416076" y="2310436"/>
                </a:cubicBezTo>
                <a:cubicBezTo>
                  <a:pt x="2407660" y="2310436"/>
                  <a:pt x="2401003" y="2303779"/>
                  <a:pt x="2400877" y="2295488"/>
                </a:cubicBezTo>
                <a:cubicBezTo>
                  <a:pt x="2400877" y="2287197"/>
                  <a:pt x="2407660" y="2280413"/>
                  <a:pt x="2415951" y="2280413"/>
                </a:cubicBezTo>
                <a:close/>
                <a:moveTo>
                  <a:pt x="2149647" y="2278279"/>
                </a:moveTo>
                <a:cubicBezTo>
                  <a:pt x="2162209" y="2278279"/>
                  <a:pt x="2172510" y="2288454"/>
                  <a:pt x="2172510" y="2301015"/>
                </a:cubicBezTo>
                <a:cubicBezTo>
                  <a:pt x="2172510" y="2313577"/>
                  <a:pt x="2162334" y="2323878"/>
                  <a:pt x="2149772" y="2323878"/>
                </a:cubicBezTo>
                <a:cubicBezTo>
                  <a:pt x="2137211" y="2323878"/>
                  <a:pt x="2126911" y="2313703"/>
                  <a:pt x="2126911" y="2301142"/>
                </a:cubicBezTo>
                <a:cubicBezTo>
                  <a:pt x="2126911" y="2288580"/>
                  <a:pt x="2137086" y="2278279"/>
                  <a:pt x="2149647" y="2278279"/>
                </a:cubicBezTo>
                <a:close/>
                <a:moveTo>
                  <a:pt x="2541061" y="2276519"/>
                </a:moveTo>
                <a:cubicBezTo>
                  <a:pt x="2546213" y="2276519"/>
                  <a:pt x="2550358" y="2280664"/>
                  <a:pt x="2550358" y="2285815"/>
                </a:cubicBezTo>
                <a:cubicBezTo>
                  <a:pt x="2550358" y="2290965"/>
                  <a:pt x="2546213" y="2295110"/>
                  <a:pt x="2541061" y="2295110"/>
                </a:cubicBezTo>
                <a:cubicBezTo>
                  <a:pt x="2535911" y="2295110"/>
                  <a:pt x="2531766" y="2290965"/>
                  <a:pt x="2531766" y="2285815"/>
                </a:cubicBezTo>
                <a:cubicBezTo>
                  <a:pt x="2531766" y="2280664"/>
                  <a:pt x="2535911" y="2276519"/>
                  <a:pt x="2541061" y="2276519"/>
                </a:cubicBezTo>
                <a:close/>
                <a:moveTo>
                  <a:pt x="1042603" y="2275515"/>
                </a:moveTo>
                <a:cubicBezTo>
                  <a:pt x="1054033" y="2275390"/>
                  <a:pt x="1063329" y="2284560"/>
                  <a:pt x="1063329" y="2295991"/>
                </a:cubicBezTo>
                <a:cubicBezTo>
                  <a:pt x="1063329" y="2307296"/>
                  <a:pt x="1054285" y="2316592"/>
                  <a:pt x="1042854" y="2316592"/>
                </a:cubicBezTo>
                <a:cubicBezTo>
                  <a:pt x="1031549" y="2316718"/>
                  <a:pt x="1022253" y="2307548"/>
                  <a:pt x="1022253" y="2296117"/>
                </a:cubicBezTo>
                <a:cubicBezTo>
                  <a:pt x="1022253" y="2284812"/>
                  <a:pt x="1031422" y="2275515"/>
                  <a:pt x="1042603" y="2275515"/>
                </a:cubicBezTo>
                <a:close/>
                <a:moveTo>
                  <a:pt x="387019" y="2274887"/>
                </a:moveTo>
                <a:cubicBezTo>
                  <a:pt x="390662" y="2274887"/>
                  <a:pt x="393677" y="2277902"/>
                  <a:pt x="393677" y="2281545"/>
                </a:cubicBezTo>
                <a:cubicBezTo>
                  <a:pt x="393677" y="2285187"/>
                  <a:pt x="390662" y="2288202"/>
                  <a:pt x="387019" y="2288202"/>
                </a:cubicBezTo>
                <a:cubicBezTo>
                  <a:pt x="383377" y="2288202"/>
                  <a:pt x="380362" y="2285187"/>
                  <a:pt x="380362" y="2281545"/>
                </a:cubicBezTo>
                <a:cubicBezTo>
                  <a:pt x="380362" y="2277777"/>
                  <a:pt x="383251" y="2274887"/>
                  <a:pt x="387019" y="2274887"/>
                </a:cubicBezTo>
                <a:close/>
                <a:moveTo>
                  <a:pt x="2006196" y="2268480"/>
                </a:moveTo>
                <a:cubicBezTo>
                  <a:pt x="2019511" y="2268355"/>
                  <a:pt x="2030439" y="2279157"/>
                  <a:pt x="2030439" y="2292473"/>
                </a:cubicBezTo>
                <a:cubicBezTo>
                  <a:pt x="2030565" y="2305788"/>
                  <a:pt x="2019761" y="2316716"/>
                  <a:pt x="2006447" y="2316716"/>
                </a:cubicBezTo>
                <a:cubicBezTo>
                  <a:pt x="1993132" y="2316842"/>
                  <a:pt x="1982204" y="2306039"/>
                  <a:pt x="1982204" y="2292724"/>
                </a:cubicBezTo>
                <a:cubicBezTo>
                  <a:pt x="1982077" y="2279409"/>
                  <a:pt x="1992880" y="2268480"/>
                  <a:pt x="2006196" y="2268480"/>
                </a:cubicBezTo>
                <a:close/>
                <a:moveTo>
                  <a:pt x="2661904" y="2263455"/>
                </a:moveTo>
                <a:cubicBezTo>
                  <a:pt x="2667305" y="2263455"/>
                  <a:pt x="2671702" y="2267725"/>
                  <a:pt x="2671702" y="2273126"/>
                </a:cubicBezTo>
                <a:cubicBezTo>
                  <a:pt x="2671702" y="2278528"/>
                  <a:pt x="2667430" y="2282924"/>
                  <a:pt x="2662029" y="2282924"/>
                </a:cubicBezTo>
                <a:cubicBezTo>
                  <a:pt x="2656629" y="2282924"/>
                  <a:pt x="2652232" y="2278653"/>
                  <a:pt x="2652232" y="2273252"/>
                </a:cubicBezTo>
                <a:cubicBezTo>
                  <a:pt x="2652232" y="2267852"/>
                  <a:pt x="2656629" y="2263580"/>
                  <a:pt x="2661904" y="2263455"/>
                </a:cubicBezTo>
                <a:close/>
                <a:moveTo>
                  <a:pt x="269444" y="2263330"/>
                </a:moveTo>
                <a:cubicBezTo>
                  <a:pt x="271831" y="2263330"/>
                  <a:pt x="273841" y="2265215"/>
                  <a:pt x="273841" y="2267727"/>
                </a:cubicBezTo>
                <a:cubicBezTo>
                  <a:pt x="273841" y="2270114"/>
                  <a:pt x="271956" y="2272123"/>
                  <a:pt x="269444" y="2272123"/>
                </a:cubicBezTo>
                <a:cubicBezTo>
                  <a:pt x="266932" y="2272123"/>
                  <a:pt x="264922" y="2270114"/>
                  <a:pt x="264922" y="2267727"/>
                </a:cubicBezTo>
                <a:cubicBezTo>
                  <a:pt x="264922" y="2265340"/>
                  <a:pt x="266932" y="2263330"/>
                  <a:pt x="269444" y="2263330"/>
                </a:cubicBezTo>
                <a:close/>
                <a:moveTo>
                  <a:pt x="1854201" y="2254160"/>
                </a:moveTo>
                <a:cubicBezTo>
                  <a:pt x="1863748" y="2254160"/>
                  <a:pt x="1871537" y="2261822"/>
                  <a:pt x="1871537" y="2271368"/>
                </a:cubicBezTo>
                <a:cubicBezTo>
                  <a:pt x="1871537" y="2280915"/>
                  <a:pt x="1863873" y="2288703"/>
                  <a:pt x="1854326" y="2288703"/>
                </a:cubicBezTo>
                <a:cubicBezTo>
                  <a:pt x="1844780" y="2288703"/>
                  <a:pt x="1836992" y="2281040"/>
                  <a:pt x="1836992" y="2271495"/>
                </a:cubicBezTo>
                <a:cubicBezTo>
                  <a:pt x="1836992" y="2261949"/>
                  <a:pt x="1844654" y="2254285"/>
                  <a:pt x="1854201" y="2254160"/>
                </a:cubicBezTo>
                <a:close/>
                <a:moveTo>
                  <a:pt x="1194598" y="2253659"/>
                </a:moveTo>
                <a:cubicBezTo>
                  <a:pt x="1205777" y="2253659"/>
                  <a:pt x="1214821" y="2262578"/>
                  <a:pt x="1214821" y="2273757"/>
                </a:cubicBezTo>
                <a:cubicBezTo>
                  <a:pt x="1214821" y="2284937"/>
                  <a:pt x="1205904" y="2293981"/>
                  <a:pt x="1194723" y="2293981"/>
                </a:cubicBezTo>
                <a:cubicBezTo>
                  <a:pt x="1183544" y="2293981"/>
                  <a:pt x="1174499" y="2284937"/>
                  <a:pt x="1174499" y="2273883"/>
                </a:cubicBezTo>
                <a:cubicBezTo>
                  <a:pt x="1174499" y="2262829"/>
                  <a:pt x="1183418" y="2253784"/>
                  <a:pt x="1194598" y="2253659"/>
                </a:cubicBezTo>
                <a:close/>
                <a:moveTo>
                  <a:pt x="2779480" y="2253531"/>
                </a:moveTo>
                <a:cubicBezTo>
                  <a:pt x="2782370" y="2253531"/>
                  <a:pt x="2784630" y="2255793"/>
                  <a:pt x="2784630" y="2258555"/>
                </a:cubicBezTo>
                <a:cubicBezTo>
                  <a:pt x="2784757" y="2261445"/>
                  <a:pt x="2782495" y="2263705"/>
                  <a:pt x="2779605" y="2263705"/>
                </a:cubicBezTo>
                <a:cubicBezTo>
                  <a:pt x="2776842" y="2263705"/>
                  <a:pt x="2774455" y="2261445"/>
                  <a:pt x="2774455" y="2258681"/>
                </a:cubicBezTo>
                <a:cubicBezTo>
                  <a:pt x="2774455" y="2255793"/>
                  <a:pt x="2776717" y="2253531"/>
                  <a:pt x="2779480" y="2253531"/>
                </a:cubicBezTo>
                <a:close/>
                <a:moveTo>
                  <a:pt x="1524463" y="2241850"/>
                </a:moveTo>
                <a:cubicBezTo>
                  <a:pt x="1530493" y="2241850"/>
                  <a:pt x="1535518" y="2246749"/>
                  <a:pt x="1535518" y="2252904"/>
                </a:cubicBezTo>
                <a:cubicBezTo>
                  <a:pt x="1535518" y="2258934"/>
                  <a:pt x="1530493" y="2263958"/>
                  <a:pt x="1524463" y="2263958"/>
                </a:cubicBezTo>
                <a:cubicBezTo>
                  <a:pt x="1518434" y="2263958"/>
                  <a:pt x="1513409" y="2259059"/>
                  <a:pt x="1513409" y="2252904"/>
                </a:cubicBezTo>
                <a:cubicBezTo>
                  <a:pt x="1513282" y="2246875"/>
                  <a:pt x="1518307" y="2241850"/>
                  <a:pt x="1524463" y="2241850"/>
                </a:cubicBezTo>
                <a:close/>
                <a:moveTo>
                  <a:pt x="2894164" y="2240469"/>
                </a:moveTo>
                <a:cubicBezTo>
                  <a:pt x="2895294" y="2240469"/>
                  <a:pt x="2896174" y="2241349"/>
                  <a:pt x="2896174" y="2242479"/>
                </a:cubicBezTo>
                <a:cubicBezTo>
                  <a:pt x="2896174" y="2243610"/>
                  <a:pt x="2895294" y="2244489"/>
                  <a:pt x="2894164" y="2244489"/>
                </a:cubicBezTo>
                <a:cubicBezTo>
                  <a:pt x="2893034" y="2244489"/>
                  <a:pt x="2892154" y="2243610"/>
                  <a:pt x="2892154" y="2242479"/>
                </a:cubicBezTo>
                <a:cubicBezTo>
                  <a:pt x="2892029" y="2241349"/>
                  <a:pt x="2892908" y="2240469"/>
                  <a:pt x="2894164" y="2240469"/>
                </a:cubicBezTo>
                <a:close/>
                <a:moveTo>
                  <a:pt x="1439295" y="2235947"/>
                </a:moveTo>
                <a:cubicBezTo>
                  <a:pt x="1445827" y="2235947"/>
                  <a:pt x="1451104" y="2241097"/>
                  <a:pt x="1451104" y="2247629"/>
                </a:cubicBezTo>
                <a:cubicBezTo>
                  <a:pt x="1451104" y="2254162"/>
                  <a:pt x="1445952" y="2259438"/>
                  <a:pt x="1439420" y="2259438"/>
                </a:cubicBezTo>
                <a:cubicBezTo>
                  <a:pt x="1432888" y="2259438"/>
                  <a:pt x="1427613" y="2254288"/>
                  <a:pt x="1427613" y="2247756"/>
                </a:cubicBezTo>
                <a:cubicBezTo>
                  <a:pt x="1427613" y="2241349"/>
                  <a:pt x="1432888" y="2236072"/>
                  <a:pt x="1439295" y="2235947"/>
                </a:cubicBezTo>
                <a:close/>
                <a:moveTo>
                  <a:pt x="1609379" y="2235067"/>
                </a:moveTo>
                <a:cubicBezTo>
                  <a:pt x="1615911" y="2235067"/>
                  <a:pt x="1621313" y="2240469"/>
                  <a:pt x="1621313" y="2247001"/>
                </a:cubicBezTo>
                <a:cubicBezTo>
                  <a:pt x="1621313" y="2253658"/>
                  <a:pt x="1616036" y="2259059"/>
                  <a:pt x="1609379" y="2259059"/>
                </a:cubicBezTo>
                <a:cubicBezTo>
                  <a:pt x="1602847" y="2259059"/>
                  <a:pt x="1597445" y="2253783"/>
                  <a:pt x="1597445" y="2247126"/>
                </a:cubicBezTo>
                <a:cubicBezTo>
                  <a:pt x="1597445" y="2240594"/>
                  <a:pt x="1602847" y="2235192"/>
                  <a:pt x="1609379" y="2235067"/>
                </a:cubicBezTo>
                <a:close/>
                <a:moveTo>
                  <a:pt x="707085" y="2229413"/>
                </a:moveTo>
                <a:cubicBezTo>
                  <a:pt x="714245" y="2229413"/>
                  <a:pt x="720149" y="2235318"/>
                  <a:pt x="720149" y="2242479"/>
                </a:cubicBezTo>
                <a:cubicBezTo>
                  <a:pt x="720275" y="2249638"/>
                  <a:pt x="714497" y="2255542"/>
                  <a:pt x="707211" y="2255542"/>
                </a:cubicBezTo>
                <a:cubicBezTo>
                  <a:pt x="700051" y="2255542"/>
                  <a:pt x="694147" y="2249764"/>
                  <a:pt x="694147" y="2242479"/>
                </a:cubicBezTo>
                <a:cubicBezTo>
                  <a:pt x="694147" y="2235192"/>
                  <a:pt x="699926" y="2229288"/>
                  <a:pt x="707085" y="2229413"/>
                </a:cubicBezTo>
                <a:close/>
                <a:moveTo>
                  <a:pt x="837598" y="2229162"/>
                </a:moveTo>
                <a:cubicBezTo>
                  <a:pt x="847271" y="2229037"/>
                  <a:pt x="855309" y="2236951"/>
                  <a:pt x="855309" y="2246748"/>
                </a:cubicBezTo>
                <a:cubicBezTo>
                  <a:pt x="855436" y="2256547"/>
                  <a:pt x="847522" y="2264586"/>
                  <a:pt x="837725" y="2264586"/>
                </a:cubicBezTo>
                <a:cubicBezTo>
                  <a:pt x="827926" y="2264711"/>
                  <a:pt x="819887" y="2256797"/>
                  <a:pt x="819887" y="2247000"/>
                </a:cubicBezTo>
                <a:cubicBezTo>
                  <a:pt x="819887" y="2237202"/>
                  <a:pt x="827801" y="2229162"/>
                  <a:pt x="837598" y="2229162"/>
                </a:cubicBezTo>
                <a:close/>
                <a:moveTo>
                  <a:pt x="974645" y="2224641"/>
                </a:moveTo>
                <a:cubicBezTo>
                  <a:pt x="985824" y="2224641"/>
                  <a:pt x="994869" y="2233560"/>
                  <a:pt x="994869" y="2244739"/>
                </a:cubicBezTo>
                <a:cubicBezTo>
                  <a:pt x="994869" y="2255919"/>
                  <a:pt x="985951" y="2264963"/>
                  <a:pt x="974770" y="2264963"/>
                </a:cubicBezTo>
                <a:cubicBezTo>
                  <a:pt x="963591" y="2264963"/>
                  <a:pt x="954547" y="2256045"/>
                  <a:pt x="954547" y="2244865"/>
                </a:cubicBezTo>
                <a:cubicBezTo>
                  <a:pt x="954547" y="2233811"/>
                  <a:pt x="963591" y="2224766"/>
                  <a:pt x="974645" y="2224641"/>
                </a:cubicBezTo>
                <a:close/>
                <a:moveTo>
                  <a:pt x="582224" y="2222883"/>
                </a:moveTo>
                <a:cubicBezTo>
                  <a:pt x="588129" y="2222883"/>
                  <a:pt x="592902" y="2227530"/>
                  <a:pt x="592902" y="2233434"/>
                </a:cubicBezTo>
                <a:cubicBezTo>
                  <a:pt x="592902" y="2239339"/>
                  <a:pt x="588254" y="2244111"/>
                  <a:pt x="582349" y="2244111"/>
                </a:cubicBezTo>
                <a:cubicBezTo>
                  <a:pt x="576446" y="2244111"/>
                  <a:pt x="571672" y="2239464"/>
                  <a:pt x="571672" y="2233560"/>
                </a:cubicBezTo>
                <a:cubicBezTo>
                  <a:pt x="571672" y="2227656"/>
                  <a:pt x="576319" y="2222883"/>
                  <a:pt x="582224" y="2222883"/>
                </a:cubicBezTo>
                <a:close/>
                <a:moveTo>
                  <a:pt x="2211073" y="2217983"/>
                </a:moveTo>
                <a:cubicBezTo>
                  <a:pt x="2224262" y="2217983"/>
                  <a:pt x="2234939" y="2228660"/>
                  <a:pt x="2235064" y="2241849"/>
                </a:cubicBezTo>
                <a:cubicBezTo>
                  <a:pt x="2235064" y="2255040"/>
                  <a:pt x="2224387" y="2265842"/>
                  <a:pt x="2211198" y="2265842"/>
                </a:cubicBezTo>
                <a:cubicBezTo>
                  <a:pt x="2198009" y="2265842"/>
                  <a:pt x="2187205" y="2255165"/>
                  <a:pt x="2187205" y="2241976"/>
                </a:cubicBezTo>
                <a:cubicBezTo>
                  <a:pt x="2187205" y="2228785"/>
                  <a:pt x="2197882" y="2218108"/>
                  <a:pt x="2211073" y="2217983"/>
                </a:cubicBezTo>
                <a:close/>
                <a:moveTo>
                  <a:pt x="1355636" y="2217731"/>
                </a:moveTo>
                <a:cubicBezTo>
                  <a:pt x="1363298" y="2217731"/>
                  <a:pt x="1369579" y="2224012"/>
                  <a:pt x="1369579" y="2231675"/>
                </a:cubicBezTo>
                <a:cubicBezTo>
                  <a:pt x="1369705" y="2239337"/>
                  <a:pt x="1363423" y="2245618"/>
                  <a:pt x="1355761" y="2245618"/>
                </a:cubicBezTo>
                <a:cubicBezTo>
                  <a:pt x="1347974" y="2245743"/>
                  <a:pt x="1341692" y="2239462"/>
                  <a:pt x="1341692" y="2231800"/>
                </a:cubicBezTo>
                <a:cubicBezTo>
                  <a:pt x="1341692" y="2224138"/>
                  <a:pt x="1347847" y="2217856"/>
                  <a:pt x="1355636" y="2217731"/>
                </a:cubicBezTo>
                <a:close/>
                <a:moveTo>
                  <a:pt x="1693038" y="2215847"/>
                </a:moveTo>
                <a:cubicBezTo>
                  <a:pt x="1701202" y="2215847"/>
                  <a:pt x="1707734" y="2222379"/>
                  <a:pt x="1707734" y="2230418"/>
                </a:cubicBezTo>
                <a:cubicBezTo>
                  <a:pt x="1707734" y="2238583"/>
                  <a:pt x="1701202" y="2245115"/>
                  <a:pt x="1693163" y="2245115"/>
                </a:cubicBezTo>
                <a:cubicBezTo>
                  <a:pt x="1685124" y="2245115"/>
                  <a:pt x="1678466" y="2238583"/>
                  <a:pt x="1678466" y="2230544"/>
                </a:cubicBezTo>
                <a:cubicBezTo>
                  <a:pt x="1678466" y="2222504"/>
                  <a:pt x="1684873" y="2215972"/>
                  <a:pt x="1693038" y="2215847"/>
                </a:cubicBezTo>
                <a:close/>
                <a:moveTo>
                  <a:pt x="2073901" y="2215596"/>
                </a:moveTo>
                <a:cubicBezTo>
                  <a:pt x="2087843" y="2215596"/>
                  <a:pt x="2099275" y="2226776"/>
                  <a:pt x="2099275" y="2240719"/>
                </a:cubicBezTo>
                <a:cubicBezTo>
                  <a:pt x="2099275" y="2254663"/>
                  <a:pt x="2088095" y="2265968"/>
                  <a:pt x="2074152" y="2266093"/>
                </a:cubicBezTo>
                <a:cubicBezTo>
                  <a:pt x="2060208" y="2266219"/>
                  <a:pt x="2048904" y="2254913"/>
                  <a:pt x="2048904" y="2240970"/>
                </a:cubicBezTo>
                <a:cubicBezTo>
                  <a:pt x="2048778" y="2227027"/>
                  <a:pt x="2060083" y="2215721"/>
                  <a:pt x="2073901" y="2215596"/>
                </a:cubicBezTo>
                <a:close/>
                <a:moveTo>
                  <a:pt x="2341462" y="2215471"/>
                </a:moveTo>
                <a:cubicBezTo>
                  <a:pt x="2353144" y="2215471"/>
                  <a:pt x="2362566" y="2224892"/>
                  <a:pt x="2362566" y="2236449"/>
                </a:cubicBezTo>
                <a:cubicBezTo>
                  <a:pt x="2362566" y="2248005"/>
                  <a:pt x="2353144" y="2257426"/>
                  <a:pt x="2341588" y="2257551"/>
                </a:cubicBezTo>
                <a:cubicBezTo>
                  <a:pt x="2330031" y="2257551"/>
                  <a:pt x="2320484" y="2248130"/>
                  <a:pt x="2320484" y="2236574"/>
                </a:cubicBezTo>
                <a:cubicBezTo>
                  <a:pt x="2320484" y="2224892"/>
                  <a:pt x="2329780" y="2215471"/>
                  <a:pt x="2341462" y="2215471"/>
                </a:cubicBezTo>
                <a:close/>
                <a:moveTo>
                  <a:pt x="461633" y="2212832"/>
                </a:moveTo>
                <a:cubicBezTo>
                  <a:pt x="466407" y="2212832"/>
                  <a:pt x="470300" y="2216726"/>
                  <a:pt x="470300" y="2221499"/>
                </a:cubicBezTo>
                <a:cubicBezTo>
                  <a:pt x="470427" y="2226273"/>
                  <a:pt x="466532" y="2230166"/>
                  <a:pt x="461759" y="2230166"/>
                </a:cubicBezTo>
                <a:cubicBezTo>
                  <a:pt x="456986" y="2230166"/>
                  <a:pt x="453092" y="2226273"/>
                  <a:pt x="453092" y="2221499"/>
                </a:cubicBezTo>
                <a:cubicBezTo>
                  <a:pt x="453092" y="2216726"/>
                  <a:pt x="456986" y="2212832"/>
                  <a:pt x="461633" y="2212832"/>
                </a:cubicBezTo>
                <a:close/>
                <a:moveTo>
                  <a:pt x="1119855" y="2212707"/>
                </a:moveTo>
                <a:cubicBezTo>
                  <a:pt x="1131034" y="2212707"/>
                  <a:pt x="1140079" y="2221626"/>
                  <a:pt x="1140079" y="2232805"/>
                </a:cubicBezTo>
                <a:cubicBezTo>
                  <a:pt x="1140079" y="2243985"/>
                  <a:pt x="1131161" y="2253029"/>
                  <a:pt x="1119980" y="2253029"/>
                </a:cubicBezTo>
                <a:cubicBezTo>
                  <a:pt x="1108801" y="2253029"/>
                  <a:pt x="1099757" y="2244111"/>
                  <a:pt x="1099757" y="2232931"/>
                </a:cubicBezTo>
                <a:cubicBezTo>
                  <a:pt x="1099757" y="2221877"/>
                  <a:pt x="1108676" y="2212707"/>
                  <a:pt x="1119855" y="2212707"/>
                </a:cubicBezTo>
                <a:close/>
                <a:moveTo>
                  <a:pt x="2466323" y="2211701"/>
                </a:moveTo>
                <a:cubicBezTo>
                  <a:pt x="2474613" y="2211576"/>
                  <a:pt x="2481397" y="2218360"/>
                  <a:pt x="2481397" y="2226650"/>
                </a:cubicBezTo>
                <a:cubicBezTo>
                  <a:pt x="2481522" y="2235067"/>
                  <a:pt x="2474740" y="2241849"/>
                  <a:pt x="2466448" y="2241849"/>
                </a:cubicBezTo>
                <a:cubicBezTo>
                  <a:pt x="2458158" y="2241849"/>
                  <a:pt x="2451374" y="2235067"/>
                  <a:pt x="2451374" y="2226775"/>
                </a:cubicBezTo>
                <a:cubicBezTo>
                  <a:pt x="2451374" y="2218360"/>
                  <a:pt x="2458032" y="2211701"/>
                  <a:pt x="2466323" y="2211701"/>
                </a:cubicBezTo>
                <a:close/>
                <a:moveTo>
                  <a:pt x="1928565" y="2208687"/>
                </a:moveTo>
                <a:cubicBezTo>
                  <a:pt x="1940372" y="2208687"/>
                  <a:pt x="1949919" y="2218234"/>
                  <a:pt x="1949919" y="2229915"/>
                </a:cubicBezTo>
                <a:cubicBezTo>
                  <a:pt x="1950046" y="2241724"/>
                  <a:pt x="1940499" y="2251270"/>
                  <a:pt x="1928816" y="2251270"/>
                </a:cubicBezTo>
                <a:cubicBezTo>
                  <a:pt x="1917009" y="2251270"/>
                  <a:pt x="1907462" y="2241724"/>
                  <a:pt x="1907462" y="2230041"/>
                </a:cubicBezTo>
                <a:cubicBezTo>
                  <a:pt x="1907462" y="2218234"/>
                  <a:pt x="1916884" y="2208687"/>
                  <a:pt x="1928565" y="2208687"/>
                </a:cubicBezTo>
                <a:close/>
                <a:moveTo>
                  <a:pt x="344812" y="2202910"/>
                </a:moveTo>
                <a:cubicBezTo>
                  <a:pt x="347198" y="2202910"/>
                  <a:pt x="349208" y="2204795"/>
                  <a:pt x="349208" y="2207307"/>
                </a:cubicBezTo>
                <a:cubicBezTo>
                  <a:pt x="349208" y="2209694"/>
                  <a:pt x="347325" y="2211703"/>
                  <a:pt x="344812" y="2211703"/>
                </a:cubicBezTo>
                <a:cubicBezTo>
                  <a:pt x="342426" y="2211703"/>
                  <a:pt x="340416" y="2209694"/>
                  <a:pt x="340416" y="2207307"/>
                </a:cubicBezTo>
                <a:cubicBezTo>
                  <a:pt x="340416" y="2204920"/>
                  <a:pt x="342426" y="2202910"/>
                  <a:pt x="344812" y="2202910"/>
                </a:cubicBezTo>
                <a:close/>
                <a:moveTo>
                  <a:pt x="2586788" y="2201150"/>
                </a:moveTo>
                <a:cubicBezTo>
                  <a:pt x="2593697" y="2201150"/>
                  <a:pt x="2599474" y="2206802"/>
                  <a:pt x="2599474" y="2213711"/>
                </a:cubicBezTo>
                <a:cubicBezTo>
                  <a:pt x="2599474" y="2220746"/>
                  <a:pt x="2593822" y="2226398"/>
                  <a:pt x="2586913" y="2226398"/>
                </a:cubicBezTo>
                <a:cubicBezTo>
                  <a:pt x="2579879" y="2226398"/>
                  <a:pt x="2574226" y="2220746"/>
                  <a:pt x="2574226" y="2213837"/>
                </a:cubicBezTo>
                <a:cubicBezTo>
                  <a:pt x="2574226" y="2206929"/>
                  <a:pt x="2579753" y="2201275"/>
                  <a:pt x="2586788" y="2201150"/>
                </a:cubicBezTo>
                <a:close/>
                <a:moveTo>
                  <a:pt x="231007" y="2190348"/>
                </a:moveTo>
                <a:cubicBezTo>
                  <a:pt x="231760" y="2190348"/>
                  <a:pt x="232388" y="2190850"/>
                  <a:pt x="232388" y="2191605"/>
                </a:cubicBezTo>
                <a:cubicBezTo>
                  <a:pt x="232388" y="2192357"/>
                  <a:pt x="231760" y="2192985"/>
                  <a:pt x="231007" y="2192985"/>
                </a:cubicBezTo>
                <a:cubicBezTo>
                  <a:pt x="230253" y="2192985"/>
                  <a:pt x="229625" y="2192357"/>
                  <a:pt x="229625" y="2191605"/>
                </a:cubicBezTo>
                <a:cubicBezTo>
                  <a:pt x="229625" y="2190850"/>
                  <a:pt x="230253" y="2190223"/>
                  <a:pt x="231007" y="2190348"/>
                </a:cubicBezTo>
                <a:close/>
                <a:moveTo>
                  <a:pt x="2703483" y="2188965"/>
                </a:moveTo>
                <a:cubicBezTo>
                  <a:pt x="2708884" y="2188965"/>
                  <a:pt x="2713281" y="2193236"/>
                  <a:pt x="2713281" y="2198636"/>
                </a:cubicBezTo>
                <a:cubicBezTo>
                  <a:pt x="2713281" y="2204038"/>
                  <a:pt x="2709009" y="2208434"/>
                  <a:pt x="2703608" y="2208434"/>
                </a:cubicBezTo>
                <a:cubicBezTo>
                  <a:pt x="2698208" y="2208434"/>
                  <a:pt x="2693811" y="2204163"/>
                  <a:pt x="2693811" y="2198762"/>
                </a:cubicBezTo>
                <a:cubicBezTo>
                  <a:pt x="2693811" y="2193487"/>
                  <a:pt x="2698208" y="2189090"/>
                  <a:pt x="2703483" y="2188965"/>
                </a:cubicBezTo>
                <a:close/>
                <a:moveTo>
                  <a:pt x="1274613" y="2187962"/>
                </a:moveTo>
                <a:cubicBezTo>
                  <a:pt x="1284160" y="2187962"/>
                  <a:pt x="1291949" y="2195624"/>
                  <a:pt x="1291949" y="2205170"/>
                </a:cubicBezTo>
                <a:cubicBezTo>
                  <a:pt x="1291949" y="2214717"/>
                  <a:pt x="1284286" y="2222505"/>
                  <a:pt x="1274740" y="2222505"/>
                </a:cubicBezTo>
                <a:cubicBezTo>
                  <a:pt x="1265193" y="2222505"/>
                  <a:pt x="1257405" y="2214844"/>
                  <a:pt x="1257405" y="2205297"/>
                </a:cubicBezTo>
                <a:cubicBezTo>
                  <a:pt x="1257279" y="2195751"/>
                  <a:pt x="1265067" y="2187962"/>
                  <a:pt x="1274613" y="2187962"/>
                </a:cubicBezTo>
                <a:close/>
                <a:moveTo>
                  <a:pt x="1773806" y="2186078"/>
                </a:moveTo>
                <a:cubicBezTo>
                  <a:pt x="1783353" y="2186078"/>
                  <a:pt x="1791142" y="2193740"/>
                  <a:pt x="1791142" y="2203286"/>
                </a:cubicBezTo>
                <a:cubicBezTo>
                  <a:pt x="1791142" y="2212833"/>
                  <a:pt x="1783478" y="2220621"/>
                  <a:pt x="1773933" y="2220621"/>
                </a:cubicBezTo>
                <a:cubicBezTo>
                  <a:pt x="1764386" y="2220621"/>
                  <a:pt x="1756597" y="2212958"/>
                  <a:pt x="1756597" y="2203413"/>
                </a:cubicBezTo>
                <a:cubicBezTo>
                  <a:pt x="1756597" y="2193865"/>
                  <a:pt x="1764259" y="2186203"/>
                  <a:pt x="1773806" y="2186078"/>
                </a:cubicBezTo>
                <a:close/>
                <a:moveTo>
                  <a:pt x="2817415" y="2178414"/>
                </a:moveTo>
                <a:cubicBezTo>
                  <a:pt x="2819425" y="2178414"/>
                  <a:pt x="2821185" y="2180047"/>
                  <a:pt x="2821185" y="2182183"/>
                </a:cubicBezTo>
                <a:cubicBezTo>
                  <a:pt x="2821185" y="2184318"/>
                  <a:pt x="2819552" y="2185951"/>
                  <a:pt x="2817415" y="2185951"/>
                </a:cubicBezTo>
                <a:cubicBezTo>
                  <a:pt x="2815405" y="2185951"/>
                  <a:pt x="2813646" y="2184318"/>
                  <a:pt x="2813646" y="2182183"/>
                </a:cubicBezTo>
                <a:cubicBezTo>
                  <a:pt x="2813646" y="2180172"/>
                  <a:pt x="2815279" y="2178414"/>
                  <a:pt x="2817415" y="2178414"/>
                </a:cubicBezTo>
                <a:close/>
                <a:moveTo>
                  <a:pt x="911963" y="2168365"/>
                </a:moveTo>
                <a:cubicBezTo>
                  <a:pt x="922390" y="2168365"/>
                  <a:pt x="930806" y="2176657"/>
                  <a:pt x="930806" y="2187082"/>
                </a:cubicBezTo>
                <a:cubicBezTo>
                  <a:pt x="930806" y="2197383"/>
                  <a:pt x="922515" y="2205925"/>
                  <a:pt x="912090" y="2205925"/>
                </a:cubicBezTo>
                <a:cubicBezTo>
                  <a:pt x="901789" y="2206050"/>
                  <a:pt x="893372" y="2197634"/>
                  <a:pt x="893247" y="2187208"/>
                </a:cubicBezTo>
                <a:cubicBezTo>
                  <a:pt x="893122" y="2176782"/>
                  <a:pt x="901538" y="2168365"/>
                  <a:pt x="911963" y="2168365"/>
                </a:cubicBezTo>
                <a:close/>
                <a:moveTo>
                  <a:pt x="1050140" y="2166732"/>
                </a:moveTo>
                <a:cubicBezTo>
                  <a:pt x="1059560" y="2166732"/>
                  <a:pt x="1067224" y="2174269"/>
                  <a:pt x="1067224" y="2183691"/>
                </a:cubicBezTo>
                <a:cubicBezTo>
                  <a:pt x="1067224" y="2193111"/>
                  <a:pt x="1059687" y="2200774"/>
                  <a:pt x="1050266" y="2200774"/>
                </a:cubicBezTo>
                <a:cubicBezTo>
                  <a:pt x="1040844" y="2200774"/>
                  <a:pt x="1033182" y="2193237"/>
                  <a:pt x="1033182" y="2183816"/>
                </a:cubicBezTo>
                <a:cubicBezTo>
                  <a:pt x="1033182" y="2174394"/>
                  <a:pt x="1040719" y="2166732"/>
                  <a:pt x="1050140" y="2166732"/>
                </a:cubicBezTo>
                <a:close/>
                <a:moveTo>
                  <a:pt x="781324" y="2165476"/>
                </a:moveTo>
                <a:cubicBezTo>
                  <a:pt x="790996" y="2165351"/>
                  <a:pt x="798910" y="2173139"/>
                  <a:pt x="798910" y="2182812"/>
                </a:cubicBezTo>
                <a:cubicBezTo>
                  <a:pt x="798910" y="2192484"/>
                  <a:pt x="791121" y="2200398"/>
                  <a:pt x="781450" y="2200398"/>
                </a:cubicBezTo>
                <a:cubicBezTo>
                  <a:pt x="771778" y="2200398"/>
                  <a:pt x="763864" y="2192610"/>
                  <a:pt x="763864" y="2182937"/>
                </a:cubicBezTo>
                <a:cubicBezTo>
                  <a:pt x="763739" y="2173265"/>
                  <a:pt x="771653" y="2165476"/>
                  <a:pt x="781324" y="2165476"/>
                </a:cubicBezTo>
                <a:close/>
                <a:moveTo>
                  <a:pt x="2928708" y="2163341"/>
                </a:moveTo>
                <a:cubicBezTo>
                  <a:pt x="2929336" y="2163341"/>
                  <a:pt x="2929840" y="2163843"/>
                  <a:pt x="2929840" y="2164471"/>
                </a:cubicBezTo>
                <a:cubicBezTo>
                  <a:pt x="2929840" y="2165099"/>
                  <a:pt x="2929336" y="2165601"/>
                  <a:pt x="2928708" y="2165601"/>
                </a:cubicBezTo>
                <a:cubicBezTo>
                  <a:pt x="2928081" y="2165601"/>
                  <a:pt x="2927578" y="2165099"/>
                  <a:pt x="2927578" y="2164471"/>
                </a:cubicBezTo>
                <a:cubicBezTo>
                  <a:pt x="2927578" y="2163843"/>
                  <a:pt x="2927955" y="2163341"/>
                  <a:pt x="2928708" y="2163341"/>
                </a:cubicBezTo>
                <a:close/>
                <a:moveTo>
                  <a:pt x="1998030" y="2161331"/>
                </a:moveTo>
                <a:cubicBezTo>
                  <a:pt x="2008582" y="2161331"/>
                  <a:pt x="2017124" y="2169748"/>
                  <a:pt x="2017124" y="2180299"/>
                </a:cubicBezTo>
                <a:cubicBezTo>
                  <a:pt x="2017124" y="2190851"/>
                  <a:pt x="2008582" y="2199392"/>
                  <a:pt x="1998156" y="2199392"/>
                </a:cubicBezTo>
                <a:cubicBezTo>
                  <a:pt x="1987604" y="2199392"/>
                  <a:pt x="1979062" y="2190976"/>
                  <a:pt x="1979062" y="2180424"/>
                </a:cubicBezTo>
                <a:cubicBezTo>
                  <a:pt x="1979062" y="2169873"/>
                  <a:pt x="1987479" y="2161331"/>
                  <a:pt x="1998030" y="2161331"/>
                </a:cubicBezTo>
                <a:close/>
                <a:moveTo>
                  <a:pt x="1850432" y="2158567"/>
                </a:moveTo>
                <a:cubicBezTo>
                  <a:pt x="1854577" y="2158567"/>
                  <a:pt x="1857969" y="2161959"/>
                  <a:pt x="1857969" y="2166103"/>
                </a:cubicBezTo>
                <a:cubicBezTo>
                  <a:pt x="1857969" y="2170248"/>
                  <a:pt x="1854577" y="2173639"/>
                  <a:pt x="1850432" y="2173639"/>
                </a:cubicBezTo>
                <a:cubicBezTo>
                  <a:pt x="1846287" y="2173639"/>
                  <a:pt x="1842895" y="2170248"/>
                  <a:pt x="1842895" y="2166103"/>
                </a:cubicBezTo>
                <a:cubicBezTo>
                  <a:pt x="1842895" y="2161959"/>
                  <a:pt x="1846287" y="2158567"/>
                  <a:pt x="1850432" y="2158567"/>
                </a:cubicBezTo>
                <a:close/>
                <a:moveTo>
                  <a:pt x="656463" y="2158567"/>
                </a:moveTo>
                <a:cubicBezTo>
                  <a:pt x="664879" y="2158567"/>
                  <a:pt x="671788" y="2165351"/>
                  <a:pt x="671788" y="2173766"/>
                </a:cubicBezTo>
                <a:cubicBezTo>
                  <a:pt x="671788" y="2182182"/>
                  <a:pt x="665004" y="2189091"/>
                  <a:pt x="656589" y="2189091"/>
                </a:cubicBezTo>
                <a:cubicBezTo>
                  <a:pt x="648173" y="2189091"/>
                  <a:pt x="641264" y="2182308"/>
                  <a:pt x="641264" y="2173893"/>
                </a:cubicBezTo>
                <a:cubicBezTo>
                  <a:pt x="641264" y="2165476"/>
                  <a:pt x="648048" y="2158567"/>
                  <a:pt x="656463" y="2158567"/>
                </a:cubicBezTo>
                <a:close/>
                <a:moveTo>
                  <a:pt x="2136081" y="2158191"/>
                </a:moveTo>
                <a:cubicBezTo>
                  <a:pt x="2149522" y="2158191"/>
                  <a:pt x="2160576" y="2168995"/>
                  <a:pt x="2160576" y="2182435"/>
                </a:cubicBezTo>
                <a:cubicBezTo>
                  <a:pt x="2160702" y="2195876"/>
                  <a:pt x="2149773" y="2206930"/>
                  <a:pt x="2136333" y="2206930"/>
                </a:cubicBezTo>
                <a:cubicBezTo>
                  <a:pt x="2123017" y="2206930"/>
                  <a:pt x="2111963" y="2196128"/>
                  <a:pt x="2111963" y="2182687"/>
                </a:cubicBezTo>
                <a:cubicBezTo>
                  <a:pt x="2111963" y="2169245"/>
                  <a:pt x="2122767" y="2158316"/>
                  <a:pt x="2136081" y="2158191"/>
                </a:cubicBezTo>
                <a:close/>
                <a:moveTo>
                  <a:pt x="1197738" y="2156683"/>
                </a:moveTo>
                <a:cubicBezTo>
                  <a:pt x="1204270" y="2156683"/>
                  <a:pt x="1209545" y="2161959"/>
                  <a:pt x="1209545" y="2168365"/>
                </a:cubicBezTo>
                <a:cubicBezTo>
                  <a:pt x="1209545" y="2174898"/>
                  <a:pt x="1204395" y="2180174"/>
                  <a:pt x="1197863" y="2180174"/>
                </a:cubicBezTo>
                <a:cubicBezTo>
                  <a:pt x="1191331" y="2180174"/>
                  <a:pt x="1186056" y="2175023"/>
                  <a:pt x="1186056" y="2168492"/>
                </a:cubicBezTo>
                <a:cubicBezTo>
                  <a:pt x="1185929" y="2162085"/>
                  <a:pt x="1191206" y="2156808"/>
                  <a:pt x="1197738" y="2156683"/>
                </a:cubicBezTo>
                <a:close/>
                <a:moveTo>
                  <a:pt x="1524086" y="2155426"/>
                </a:moveTo>
                <a:cubicBezTo>
                  <a:pt x="1525343" y="2155426"/>
                  <a:pt x="1526473" y="2156431"/>
                  <a:pt x="1526473" y="2157813"/>
                </a:cubicBezTo>
                <a:cubicBezTo>
                  <a:pt x="1526473" y="2159195"/>
                  <a:pt x="1525468" y="2160325"/>
                  <a:pt x="1524086" y="2160325"/>
                </a:cubicBezTo>
                <a:cubicBezTo>
                  <a:pt x="1522831" y="2160325"/>
                  <a:pt x="1521699" y="2159321"/>
                  <a:pt x="1521699" y="2157938"/>
                </a:cubicBezTo>
                <a:cubicBezTo>
                  <a:pt x="1521574" y="2156556"/>
                  <a:pt x="1522704" y="2155426"/>
                  <a:pt x="1524086" y="2155426"/>
                </a:cubicBezTo>
                <a:close/>
                <a:moveTo>
                  <a:pt x="2266973" y="2153039"/>
                </a:moveTo>
                <a:cubicBezTo>
                  <a:pt x="2280539" y="2153039"/>
                  <a:pt x="2291592" y="2163968"/>
                  <a:pt x="2291592" y="2177534"/>
                </a:cubicBezTo>
                <a:cubicBezTo>
                  <a:pt x="2291592" y="2191100"/>
                  <a:pt x="2280665" y="2202154"/>
                  <a:pt x="2267098" y="2202154"/>
                </a:cubicBezTo>
                <a:cubicBezTo>
                  <a:pt x="2253532" y="2202154"/>
                  <a:pt x="2242478" y="2191226"/>
                  <a:pt x="2242478" y="2177659"/>
                </a:cubicBezTo>
                <a:cubicBezTo>
                  <a:pt x="2242351" y="2163968"/>
                  <a:pt x="2253280" y="2153039"/>
                  <a:pt x="2266973" y="2153039"/>
                </a:cubicBezTo>
                <a:close/>
                <a:moveTo>
                  <a:pt x="536501" y="2152286"/>
                </a:moveTo>
                <a:cubicBezTo>
                  <a:pt x="541525" y="2152286"/>
                  <a:pt x="545670" y="2156306"/>
                  <a:pt x="545670" y="2161330"/>
                </a:cubicBezTo>
                <a:cubicBezTo>
                  <a:pt x="545670" y="2166355"/>
                  <a:pt x="541650" y="2170500"/>
                  <a:pt x="536626" y="2170500"/>
                </a:cubicBezTo>
                <a:cubicBezTo>
                  <a:pt x="531727" y="2170500"/>
                  <a:pt x="527582" y="2166480"/>
                  <a:pt x="527582" y="2161456"/>
                </a:cubicBezTo>
                <a:cubicBezTo>
                  <a:pt x="527582" y="2156431"/>
                  <a:pt x="531601" y="2152411"/>
                  <a:pt x="536501" y="2152286"/>
                </a:cubicBezTo>
                <a:close/>
                <a:moveTo>
                  <a:pt x="1439042" y="2149146"/>
                </a:moveTo>
                <a:cubicBezTo>
                  <a:pt x="1440549" y="2149146"/>
                  <a:pt x="1441679" y="2150276"/>
                  <a:pt x="1441679" y="2151783"/>
                </a:cubicBezTo>
                <a:cubicBezTo>
                  <a:pt x="1441679" y="2153165"/>
                  <a:pt x="1440549" y="2154420"/>
                  <a:pt x="1439042" y="2154420"/>
                </a:cubicBezTo>
                <a:cubicBezTo>
                  <a:pt x="1437535" y="2154420"/>
                  <a:pt x="1436405" y="2153290"/>
                  <a:pt x="1436405" y="2151783"/>
                </a:cubicBezTo>
                <a:cubicBezTo>
                  <a:pt x="1436405" y="2150403"/>
                  <a:pt x="1437660" y="2149146"/>
                  <a:pt x="1439042" y="2149146"/>
                </a:cubicBezTo>
                <a:close/>
                <a:moveTo>
                  <a:pt x="1609001" y="2148267"/>
                </a:moveTo>
                <a:cubicBezTo>
                  <a:pt x="1610634" y="2148267"/>
                  <a:pt x="1611891" y="2149523"/>
                  <a:pt x="1611891" y="2151157"/>
                </a:cubicBezTo>
                <a:cubicBezTo>
                  <a:pt x="1611891" y="2152790"/>
                  <a:pt x="1610634" y="2154045"/>
                  <a:pt x="1609001" y="2154045"/>
                </a:cubicBezTo>
                <a:cubicBezTo>
                  <a:pt x="1607367" y="2154045"/>
                  <a:pt x="1606111" y="2152790"/>
                  <a:pt x="1606111" y="2151157"/>
                </a:cubicBezTo>
                <a:cubicBezTo>
                  <a:pt x="1606111" y="2149649"/>
                  <a:pt x="1607493" y="2148392"/>
                  <a:pt x="1609001" y="2148267"/>
                </a:cubicBezTo>
                <a:close/>
                <a:moveTo>
                  <a:pt x="2391582" y="2146509"/>
                </a:moveTo>
                <a:cubicBezTo>
                  <a:pt x="2403264" y="2146509"/>
                  <a:pt x="2412686" y="2155930"/>
                  <a:pt x="2412686" y="2167487"/>
                </a:cubicBezTo>
                <a:cubicBezTo>
                  <a:pt x="2412686" y="2179168"/>
                  <a:pt x="2403389" y="2188589"/>
                  <a:pt x="2391708" y="2188589"/>
                </a:cubicBezTo>
                <a:cubicBezTo>
                  <a:pt x="2380026" y="2188589"/>
                  <a:pt x="2370604" y="2179168"/>
                  <a:pt x="2370604" y="2167612"/>
                </a:cubicBezTo>
                <a:cubicBezTo>
                  <a:pt x="2370604" y="2155930"/>
                  <a:pt x="2380026" y="2146509"/>
                  <a:pt x="2391582" y="2146509"/>
                </a:cubicBezTo>
                <a:close/>
                <a:moveTo>
                  <a:pt x="420557" y="2141108"/>
                </a:moveTo>
                <a:cubicBezTo>
                  <a:pt x="423699" y="2141108"/>
                  <a:pt x="426336" y="2143746"/>
                  <a:pt x="426336" y="2146887"/>
                </a:cubicBezTo>
                <a:cubicBezTo>
                  <a:pt x="426336" y="2150027"/>
                  <a:pt x="423699" y="2152664"/>
                  <a:pt x="420557" y="2152664"/>
                </a:cubicBezTo>
                <a:cubicBezTo>
                  <a:pt x="417417" y="2152664"/>
                  <a:pt x="414780" y="2150027"/>
                  <a:pt x="414780" y="2146887"/>
                </a:cubicBezTo>
                <a:cubicBezTo>
                  <a:pt x="414780" y="2143746"/>
                  <a:pt x="417417" y="2141108"/>
                  <a:pt x="420557" y="2141108"/>
                </a:cubicBezTo>
                <a:close/>
                <a:moveTo>
                  <a:pt x="2511417" y="2135956"/>
                </a:moveTo>
                <a:cubicBezTo>
                  <a:pt x="2521593" y="2135956"/>
                  <a:pt x="2529883" y="2144121"/>
                  <a:pt x="2529883" y="2154297"/>
                </a:cubicBezTo>
                <a:cubicBezTo>
                  <a:pt x="2529883" y="2164471"/>
                  <a:pt x="2521719" y="2172761"/>
                  <a:pt x="2511544" y="2172761"/>
                </a:cubicBezTo>
                <a:cubicBezTo>
                  <a:pt x="2501370" y="2172761"/>
                  <a:pt x="2493078" y="2164596"/>
                  <a:pt x="2493078" y="2154422"/>
                </a:cubicBezTo>
                <a:cubicBezTo>
                  <a:pt x="2493078" y="2144247"/>
                  <a:pt x="2501243" y="2135956"/>
                  <a:pt x="2511417" y="2135956"/>
                </a:cubicBezTo>
                <a:close/>
                <a:moveTo>
                  <a:pt x="1356013" y="2129173"/>
                </a:moveTo>
                <a:cubicBezTo>
                  <a:pt x="1358275" y="2129173"/>
                  <a:pt x="1360033" y="2131058"/>
                  <a:pt x="1360033" y="2133193"/>
                </a:cubicBezTo>
                <a:cubicBezTo>
                  <a:pt x="1360033" y="2135455"/>
                  <a:pt x="1358148" y="2137212"/>
                  <a:pt x="1356013" y="2137212"/>
                </a:cubicBezTo>
                <a:cubicBezTo>
                  <a:pt x="1353751" y="2137212"/>
                  <a:pt x="1351993" y="2135328"/>
                  <a:pt x="1351993" y="2133193"/>
                </a:cubicBezTo>
                <a:cubicBezTo>
                  <a:pt x="1351993" y="2130931"/>
                  <a:pt x="1353751" y="2129173"/>
                  <a:pt x="1356013" y="2129173"/>
                </a:cubicBezTo>
                <a:close/>
                <a:moveTo>
                  <a:pt x="1692032" y="2127542"/>
                </a:moveTo>
                <a:cubicBezTo>
                  <a:pt x="1694417" y="2127542"/>
                  <a:pt x="1696427" y="2129427"/>
                  <a:pt x="1696427" y="2131939"/>
                </a:cubicBezTo>
                <a:cubicBezTo>
                  <a:pt x="1696427" y="2134326"/>
                  <a:pt x="1694417" y="2136335"/>
                  <a:pt x="1692032" y="2136335"/>
                </a:cubicBezTo>
                <a:cubicBezTo>
                  <a:pt x="1689645" y="2136335"/>
                  <a:pt x="1687635" y="2134326"/>
                  <a:pt x="1687635" y="2131939"/>
                </a:cubicBezTo>
                <a:cubicBezTo>
                  <a:pt x="1687635" y="2129552"/>
                  <a:pt x="1689520" y="2127542"/>
                  <a:pt x="1692032" y="2127542"/>
                </a:cubicBezTo>
                <a:close/>
                <a:moveTo>
                  <a:pt x="307755" y="2127163"/>
                </a:moveTo>
                <a:cubicBezTo>
                  <a:pt x="309640" y="2127163"/>
                  <a:pt x="311273" y="2128796"/>
                  <a:pt x="311273" y="2130680"/>
                </a:cubicBezTo>
                <a:cubicBezTo>
                  <a:pt x="311273" y="2132565"/>
                  <a:pt x="309765" y="2134197"/>
                  <a:pt x="307755" y="2134197"/>
                </a:cubicBezTo>
                <a:cubicBezTo>
                  <a:pt x="305745" y="2134197"/>
                  <a:pt x="304113" y="2132565"/>
                  <a:pt x="304113" y="2130680"/>
                </a:cubicBezTo>
                <a:cubicBezTo>
                  <a:pt x="304113" y="2128670"/>
                  <a:pt x="305620" y="2127163"/>
                  <a:pt x="307755" y="2127163"/>
                </a:cubicBezTo>
                <a:close/>
                <a:moveTo>
                  <a:pt x="2627361" y="2125279"/>
                </a:moveTo>
                <a:cubicBezTo>
                  <a:pt x="2634898" y="2125279"/>
                  <a:pt x="2640928" y="2131308"/>
                  <a:pt x="2640928" y="2138720"/>
                </a:cubicBezTo>
                <a:cubicBezTo>
                  <a:pt x="2640928" y="2146131"/>
                  <a:pt x="2634898" y="2152285"/>
                  <a:pt x="2627487" y="2152285"/>
                </a:cubicBezTo>
                <a:cubicBezTo>
                  <a:pt x="2620075" y="2152285"/>
                  <a:pt x="2613920" y="2146256"/>
                  <a:pt x="2613920" y="2138845"/>
                </a:cubicBezTo>
                <a:cubicBezTo>
                  <a:pt x="2613920" y="2131434"/>
                  <a:pt x="2619950" y="2125404"/>
                  <a:pt x="2627361" y="2125279"/>
                </a:cubicBezTo>
                <a:close/>
                <a:moveTo>
                  <a:pt x="2740289" y="2113220"/>
                </a:moveTo>
                <a:cubicBezTo>
                  <a:pt x="2745063" y="2113094"/>
                  <a:pt x="2748956" y="2116989"/>
                  <a:pt x="2748956" y="2121761"/>
                </a:cubicBezTo>
                <a:cubicBezTo>
                  <a:pt x="2749082" y="2126535"/>
                  <a:pt x="2745188" y="2130430"/>
                  <a:pt x="2740415" y="2130430"/>
                </a:cubicBezTo>
                <a:cubicBezTo>
                  <a:pt x="2735641" y="2130555"/>
                  <a:pt x="2731747" y="2126661"/>
                  <a:pt x="2731747" y="2121888"/>
                </a:cubicBezTo>
                <a:cubicBezTo>
                  <a:pt x="2731622" y="2117114"/>
                  <a:pt x="2735516" y="2113220"/>
                  <a:pt x="2740289" y="2113220"/>
                </a:cubicBezTo>
                <a:close/>
                <a:moveTo>
                  <a:pt x="197215" y="2111838"/>
                </a:moveTo>
                <a:cubicBezTo>
                  <a:pt x="197968" y="2111838"/>
                  <a:pt x="198597" y="2112466"/>
                  <a:pt x="198597" y="2113220"/>
                </a:cubicBezTo>
                <a:cubicBezTo>
                  <a:pt x="198597" y="2113973"/>
                  <a:pt x="197968" y="2114602"/>
                  <a:pt x="197215" y="2114602"/>
                </a:cubicBezTo>
                <a:cubicBezTo>
                  <a:pt x="196461" y="2114602"/>
                  <a:pt x="195833" y="2113973"/>
                  <a:pt x="195833" y="2113220"/>
                </a:cubicBezTo>
                <a:cubicBezTo>
                  <a:pt x="195833" y="2112591"/>
                  <a:pt x="196461" y="2111963"/>
                  <a:pt x="197215" y="2111838"/>
                </a:cubicBezTo>
                <a:close/>
                <a:moveTo>
                  <a:pt x="1126137" y="2110457"/>
                </a:moveTo>
                <a:cubicBezTo>
                  <a:pt x="1132670" y="2110457"/>
                  <a:pt x="1137945" y="2115607"/>
                  <a:pt x="1137945" y="2122139"/>
                </a:cubicBezTo>
                <a:cubicBezTo>
                  <a:pt x="1137945" y="2128672"/>
                  <a:pt x="1132795" y="2133948"/>
                  <a:pt x="1126263" y="2133948"/>
                </a:cubicBezTo>
                <a:cubicBezTo>
                  <a:pt x="1119731" y="2133948"/>
                  <a:pt x="1114455" y="2128672"/>
                  <a:pt x="1114455" y="2122266"/>
                </a:cubicBezTo>
                <a:cubicBezTo>
                  <a:pt x="1114329" y="2115859"/>
                  <a:pt x="1119605" y="2110582"/>
                  <a:pt x="1126137" y="2110457"/>
                </a:cubicBezTo>
                <a:close/>
                <a:moveTo>
                  <a:pt x="986454" y="2108194"/>
                </a:moveTo>
                <a:cubicBezTo>
                  <a:pt x="997005" y="2108194"/>
                  <a:pt x="1005547" y="2116611"/>
                  <a:pt x="1005547" y="2127162"/>
                </a:cubicBezTo>
                <a:cubicBezTo>
                  <a:pt x="1005547" y="2137714"/>
                  <a:pt x="997131" y="2146255"/>
                  <a:pt x="986579" y="2146255"/>
                </a:cubicBezTo>
                <a:cubicBezTo>
                  <a:pt x="976153" y="2146255"/>
                  <a:pt x="967486" y="2137839"/>
                  <a:pt x="967486" y="2127287"/>
                </a:cubicBezTo>
                <a:cubicBezTo>
                  <a:pt x="967361" y="2116736"/>
                  <a:pt x="975902" y="2108194"/>
                  <a:pt x="986454" y="2108194"/>
                </a:cubicBezTo>
                <a:close/>
                <a:moveTo>
                  <a:pt x="1921781" y="2106310"/>
                </a:moveTo>
                <a:cubicBezTo>
                  <a:pt x="1928941" y="2106310"/>
                  <a:pt x="1934845" y="2112214"/>
                  <a:pt x="1934845" y="2119374"/>
                </a:cubicBezTo>
                <a:cubicBezTo>
                  <a:pt x="1934845" y="2126534"/>
                  <a:pt x="1928941" y="2132438"/>
                  <a:pt x="1921781" y="2132438"/>
                </a:cubicBezTo>
                <a:cubicBezTo>
                  <a:pt x="1914622" y="2132438"/>
                  <a:pt x="1908717" y="2126534"/>
                  <a:pt x="1908717" y="2119374"/>
                </a:cubicBezTo>
                <a:cubicBezTo>
                  <a:pt x="1908717" y="2112214"/>
                  <a:pt x="1914496" y="2106310"/>
                  <a:pt x="1921781" y="2106310"/>
                </a:cubicBezTo>
                <a:close/>
                <a:moveTo>
                  <a:pt x="855310" y="2104553"/>
                </a:moveTo>
                <a:cubicBezTo>
                  <a:pt x="865611" y="2104553"/>
                  <a:pt x="874153" y="2112845"/>
                  <a:pt x="874153" y="2123270"/>
                </a:cubicBezTo>
                <a:cubicBezTo>
                  <a:pt x="874153" y="2133571"/>
                  <a:pt x="865862" y="2142113"/>
                  <a:pt x="855437" y="2142113"/>
                </a:cubicBezTo>
                <a:cubicBezTo>
                  <a:pt x="845136" y="2142238"/>
                  <a:pt x="836594" y="2133822"/>
                  <a:pt x="836594" y="2123396"/>
                </a:cubicBezTo>
                <a:cubicBezTo>
                  <a:pt x="836594" y="2113095"/>
                  <a:pt x="844885" y="2104553"/>
                  <a:pt x="855310" y="2104553"/>
                </a:cubicBezTo>
                <a:close/>
                <a:moveTo>
                  <a:pt x="2850578" y="2099905"/>
                </a:moveTo>
                <a:cubicBezTo>
                  <a:pt x="2852588" y="2099905"/>
                  <a:pt x="2854348" y="2101538"/>
                  <a:pt x="2854348" y="2103674"/>
                </a:cubicBezTo>
                <a:cubicBezTo>
                  <a:pt x="2854348" y="2105809"/>
                  <a:pt x="2852715" y="2107442"/>
                  <a:pt x="2850578" y="2107442"/>
                </a:cubicBezTo>
                <a:cubicBezTo>
                  <a:pt x="2848442" y="2107442"/>
                  <a:pt x="2846809" y="2105684"/>
                  <a:pt x="2846809" y="2103674"/>
                </a:cubicBezTo>
                <a:cubicBezTo>
                  <a:pt x="2846809" y="2101663"/>
                  <a:pt x="2848568" y="2099905"/>
                  <a:pt x="2850578" y="2099905"/>
                </a:cubicBezTo>
                <a:close/>
                <a:moveTo>
                  <a:pt x="2061340" y="2098900"/>
                </a:moveTo>
                <a:cubicBezTo>
                  <a:pt x="2074781" y="2098900"/>
                  <a:pt x="2085710" y="2109704"/>
                  <a:pt x="2085710" y="2123144"/>
                </a:cubicBezTo>
                <a:cubicBezTo>
                  <a:pt x="2085710" y="2136710"/>
                  <a:pt x="2074906" y="2147639"/>
                  <a:pt x="2061466" y="2147639"/>
                </a:cubicBezTo>
                <a:cubicBezTo>
                  <a:pt x="2048025" y="2147764"/>
                  <a:pt x="2037096" y="2136837"/>
                  <a:pt x="2037096" y="2123396"/>
                </a:cubicBezTo>
                <a:cubicBezTo>
                  <a:pt x="2037096" y="2109954"/>
                  <a:pt x="2047900" y="2099025"/>
                  <a:pt x="2061340" y="2098900"/>
                </a:cubicBezTo>
                <a:close/>
                <a:moveTo>
                  <a:pt x="730827" y="2096514"/>
                </a:moveTo>
                <a:cubicBezTo>
                  <a:pt x="740499" y="2096514"/>
                  <a:pt x="748413" y="2104303"/>
                  <a:pt x="748413" y="2113975"/>
                </a:cubicBezTo>
                <a:cubicBezTo>
                  <a:pt x="748413" y="2123647"/>
                  <a:pt x="740624" y="2131561"/>
                  <a:pt x="730952" y="2131561"/>
                </a:cubicBezTo>
                <a:cubicBezTo>
                  <a:pt x="721406" y="2131561"/>
                  <a:pt x="713492" y="2123773"/>
                  <a:pt x="713492" y="2114100"/>
                </a:cubicBezTo>
                <a:cubicBezTo>
                  <a:pt x="713492" y="2104554"/>
                  <a:pt x="721279" y="2096639"/>
                  <a:pt x="730827" y="2096514"/>
                </a:cubicBezTo>
                <a:close/>
                <a:moveTo>
                  <a:pt x="1771169" y="2096136"/>
                </a:moveTo>
                <a:cubicBezTo>
                  <a:pt x="1773556" y="2096136"/>
                  <a:pt x="1775566" y="2098021"/>
                  <a:pt x="1775566" y="2100533"/>
                </a:cubicBezTo>
                <a:cubicBezTo>
                  <a:pt x="1775566" y="2102920"/>
                  <a:pt x="1773681" y="2104929"/>
                  <a:pt x="1771169" y="2104929"/>
                </a:cubicBezTo>
                <a:cubicBezTo>
                  <a:pt x="1768782" y="2104929"/>
                  <a:pt x="1766772" y="2102920"/>
                  <a:pt x="1766772" y="2100533"/>
                </a:cubicBezTo>
                <a:cubicBezTo>
                  <a:pt x="1766772" y="2098146"/>
                  <a:pt x="1768782" y="2096136"/>
                  <a:pt x="1771169" y="2096136"/>
                </a:cubicBezTo>
                <a:close/>
                <a:moveTo>
                  <a:pt x="1276499" y="2094754"/>
                </a:moveTo>
                <a:cubicBezTo>
                  <a:pt x="1280644" y="2094754"/>
                  <a:pt x="1284036" y="2098146"/>
                  <a:pt x="1284036" y="2102291"/>
                </a:cubicBezTo>
                <a:cubicBezTo>
                  <a:pt x="1284036" y="2106436"/>
                  <a:pt x="1280644" y="2109828"/>
                  <a:pt x="1276499" y="2109828"/>
                </a:cubicBezTo>
                <a:cubicBezTo>
                  <a:pt x="1272353" y="2109828"/>
                  <a:pt x="1268961" y="2106436"/>
                  <a:pt x="1268961" y="2102291"/>
                </a:cubicBezTo>
                <a:cubicBezTo>
                  <a:pt x="1268961" y="2098146"/>
                  <a:pt x="1272353" y="2094754"/>
                  <a:pt x="1276499" y="2094754"/>
                </a:cubicBezTo>
                <a:close/>
                <a:moveTo>
                  <a:pt x="2192357" y="2092368"/>
                </a:moveTo>
                <a:cubicBezTo>
                  <a:pt x="2206801" y="2092242"/>
                  <a:pt x="2218484" y="2103925"/>
                  <a:pt x="2218610" y="2118369"/>
                </a:cubicBezTo>
                <a:cubicBezTo>
                  <a:pt x="2218610" y="2132815"/>
                  <a:pt x="2207053" y="2144497"/>
                  <a:pt x="2192607" y="2144623"/>
                </a:cubicBezTo>
                <a:cubicBezTo>
                  <a:pt x="2178161" y="2144748"/>
                  <a:pt x="2166354" y="2133067"/>
                  <a:pt x="2166354" y="2118621"/>
                </a:cubicBezTo>
                <a:cubicBezTo>
                  <a:pt x="2166354" y="2104175"/>
                  <a:pt x="2178036" y="2092494"/>
                  <a:pt x="2192357" y="2092368"/>
                </a:cubicBezTo>
                <a:close/>
                <a:moveTo>
                  <a:pt x="611620" y="2089480"/>
                </a:moveTo>
                <a:cubicBezTo>
                  <a:pt x="618277" y="2089480"/>
                  <a:pt x="623679" y="2094755"/>
                  <a:pt x="623679" y="2101413"/>
                </a:cubicBezTo>
                <a:cubicBezTo>
                  <a:pt x="623679" y="2107945"/>
                  <a:pt x="618277" y="2113347"/>
                  <a:pt x="611745" y="2113347"/>
                </a:cubicBezTo>
                <a:cubicBezTo>
                  <a:pt x="605213" y="2113347"/>
                  <a:pt x="599812" y="2108072"/>
                  <a:pt x="599812" y="2101413"/>
                </a:cubicBezTo>
                <a:cubicBezTo>
                  <a:pt x="599686" y="2094755"/>
                  <a:pt x="605088" y="2089353"/>
                  <a:pt x="611620" y="2089480"/>
                </a:cubicBezTo>
                <a:close/>
                <a:moveTo>
                  <a:pt x="2316841" y="2083827"/>
                </a:moveTo>
                <a:cubicBezTo>
                  <a:pt x="2330407" y="2083827"/>
                  <a:pt x="2341460" y="2094756"/>
                  <a:pt x="2341460" y="2108322"/>
                </a:cubicBezTo>
                <a:cubicBezTo>
                  <a:pt x="2341460" y="2121888"/>
                  <a:pt x="2330533" y="2132942"/>
                  <a:pt x="2316966" y="2132942"/>
                </a:cubicBezTo>
                <a:cubicBezTo>
                  <a:pt x="2303400" y="2132942"/>
                  <a:pt x="2292346" y="2122014"/>
                  <a:pt x="2292346" y="2108447"/>
                </a:cubicBezTo>
                <a:cubicBezTo>
                  <a:pt x="2292219" y="2094881"/>
                  <a:pt x="2303274" y="2083827"/>
                  <a:pt x="2316841" y="2083827"/>
                </a:cubicBezTo>
                <a:close/>
                <a:moveTo>
                  <a:pt x="2958731" y="2082444"/>
                </a:moveTo>
                <a:cubicBezTo>
                  <a:pt x="2959988" y="2082444"/>
                  <a:pt x="2960993" y="2083449"/>
                  <a:pt x="2960993" y="2084706"/>
                </a:cubicBezTo>
                <a:cubicBezTo>
                  <a:pt x="2960993" y="2085961"/>
                  <a:pt x="2960113" y="2086966"/>
                  <a:pt x="2958857" y="2086966"/>
                </a:cubicBezTo>
                <a:cubicBezTo>
                  <a:pt x="2957600" y="2086966"/>
                  <a:pt x="2956595" y="2085961"/>
                  <a:pt x="2956595" y="2084706"/>
                </a:cubicBezTo>
                <a:cubicBezTo>
                  <a:pt x="2956595" y="2083449"/>
                  <a:pt x="2957475" y="2082444"/>
                  <a:pt x="2958731" y="2082444"/>
                </a:cubicBezTo>
                <a:close/>
                <a:moveTo>
                  <a:pt x="496556" y="2076540"/>
                </a:moveTo>
                <a:cubicBezTo>
                  <a:pt x="501833" y="2076540"/>
                  <a:pt x="506103" y="2080810"/>
                  <a:pt x="506103" y="2086087"/>
                </a:cubicBezTo>
                <a:cubicBezTo>
                  <a:pt x="506103" y="2091363"/>
                  <a:pt x="501833" y="2095633"/>
                  <a:pt x="496556" y="2095633"/>
                </a:cubicBezTo>
                <a:cubicBezTo>
                  <a:pt x="491281" y="2095759"/>
                  <a:pt x="487010" y="2091489"/>
                  <a:pt x="487010" y="2086212"/>
                </a:cubicBezTo>
                <a:cubicBezTo>
                  <a:pt x="487010" y="2080937"/>
                  <a:pt x="491281" y="2076665"/>
                  <a:pt x="496556" y="2076540"/>
                </a:cubicBezTo>
                <a:close/>
                <a:moveTo>
                  <a:pt x="2435924" y="2073652"/>
                </a:moveTo>
                <a:cubicBezTo>
                  <a:pt x="2447606" y="2073652"/>
                  <a:pt x="2457028" y="2083073"/>
                  <a:pt x="2457028" y="2094630"/>
                </a:cubicBezTo>
                <a:cubicBezTo>
                  <a:pt x="2457028" y="2106186"/>
                  <a:pt x="2447606" y="2115732"/>
                  <a:pt x="2436050" y="2115732"/>
                </a:cubicBezTo>
                <a:cubicBezTo>
                  <a:pt x="2424493" y="2115732"/>
                  <a:pt x="2414946" y="2106311"/>
                  <a:pt x="2414946" y="2094755"/>
                </a:cubicBezTo>
                <a:cubicBezTo>
                  <a:pt x="2414946" y="2083199"/>
                  <a:pt x="2424368" y="2073777"/>
                  <a:pt x="2435924" y="2073652"/>
                </a:cubicBezTo>
                <a:close/>
                <a:moveTo>
                  <a:pt x="384508" y="2064231"/>
                </a:moveTo>
                <a:cubicBezTo>
                  <a:pt x="387523" y="2064231"/>
                  <a:pt x="389910" y="2066618"/>
                  <a:pt x="389910" y="2069506"/>
                </a:cubicBezTo>
                <a:cubicBezTo>
                  <a:pt x="389910" y="2072396"/>
                  <a:pt x="387648" y="2074782"/>
                  <a:pt x="384634" y="2074782"/>
                </a:cubicBezTo>
                <a:cubicBezTo>
                  <a:pt x="381745" y="2074782"/>
                  <a:pt x="379358" y="2072396"/>
                  <a:pt x="379358" y="2069506"/>
                </a:cubicBezTo>
                <a:cubicBezTo>
                  <a:pt x="379358" y="2066618"/>
                  <a:pt x="381618" y="2064231"/>
                  <a:pt x="384508" y="2064231"/>
                </a:cubicBezTo>
                <a:close/>
                <a:moveTo>
                  <a:pt x="2550986" y="2059959"/>
                </a:moveTo>
                <a:cubicBezTo>
                  <a:pt x="2561287" y="2059959"/>
                  <a:pt x="2569829" y="2068249"/>
                  <a:pt x="2569829" y="2078675"/>
                </a:cubicBezTo>
                <a:cubicBezTo>
                  <a:pt x="2569955" y="2089102"/>
                  <a:pt x="2561538" y="2097518"/>
                  <a:pt x="2551113" y="2097518"/>
                </a:cubicBezTo>
                <a:cubicBezTo>
                  <a:pt x="2540687" y="2097518"/>
                  <a:pt x="2532270" y="2089227"/>
                  <a:pt x="2532270" y="2078802"/>
                </a:cubicBezTo>
                <a:cubicBezTo>
                  <a:pt x="2532270" y="2068501"/>
                  <a:pt x="2540687" y="2059959"/>
                  <a:pt x="2550986" y="2059959"/>
                </a:cubicBezTo>
                <a:close/>
                <a:moveTo>
                  <a:pt x="1202636" y="2058705"/>
                </a:moveTo>
                <a:cubicBezTo>
                  <a:pt x="1203389" y="2058705"/>
                  <a:pt x="1204019" y="2059208"/>
                  <a:pt x="1204019" y="2059963"/>
                </a:cubicBezTo>
                <a:cubicBezTo>
                  <a:pt x="1204019" y="2060716"/>
                  <a:pt x="1203389" y="2061344"/>
                  <a:pt x="1202636" y="2061344"/>
                </a:cubicBezTo>
                <a:cubicBezTo>
                  <a:pt x="1201882" y="2061344"/>
                  <a:pt x="1201254" y="2060716"/>
                  <a:pt x="1201254" y="2059963"/>
                </a:cubicBezTo>
                <a:cubicBezTo>
                  <a:pt x="1201254" y="2059208"/>
                  <a:pt x="1201882" y="2058705"/>
                  <a:pt x="1202636" y="2058705"/>
                </a:cubicBezTo>
                <a:close/>
                <a:moveTo>
                  <a:pt x="1060942" y="2057446"/>
                </a:moveTo>
                <a:cubicBezTo>
                  <a:pt x="1066344" y="2057320"/>
                  <a:pt x="1070740" y="2061717"/>
                  <a:pt x="1070740" y="2067118"/>
                </a:cubicBezTo>
                <a:cubicBezTo>
                  <a:pt x="1070740" y="2072520"/>
                  <a:pt x="1066469" y="2076916"/>
                  <a:pt x="1061067" y="2076916"/>
                </a:cubicBezTo>
                <a:cubicBezTo>
                  <a:pt x="1055667" y="2076916"/>
                  <a:pt x="1051271" y="2072645"/>
                  <a:pt x="1051271" y="2067244"/>
                </a:cubicBezTo>
                <a:cubicBezTo>
                  <a:pt x="1051271" y="2061843"/>
                  <a:pt x="1055667" y="2057446"/>
                  <a:pt x="1060942" y="2057446"/>
                </a:cubicBezTo>
                <a:close/>
                <a:moveTo>
                  <a:pt x="1844780" y="2056190"/>
                </a:moveTo>
                <a:cubicBezTo>
                  <a:pt x="1845659" y="2056190"/>
                  <a:pt x="1846412" y="2056819"/>
                  <a:pt x="1846412" y="2057698"/>
                </a:cubicBezTo>
                <a:cubicBezTo>
                  <a:pt x="1846412" y="2058452"/>
                  <a:pt x="1845785" y="2059205"/>
                  <a:pt x="1844905" y="2059205"/>
                </a:cubicBezTo>
                <a:cubicBezTo>
                  <a:pt x="1844025" y="2059205"/>
                  <a:pt x="1843272" y="2058577"/>
                  <a:pt x="1843272" y="2057698"/>
                </a:cubicBezTo>
                <a:cubicBezTo>
                  <a:pt x="1843272" y="2056819"/>
                  <a:pt x="1844025" y="2056065"/>
                  <a:pt x="1844780" y="2056190"/>
                </a:cubicBezTo>
                <a:close/>
                <a:moveTo>
                  <a:pt x="1438919" y="2055311"/>
                </a:moveTo>
                <a:cubicBezTo>
                  <a:pt x="1439044" y="2055311"/>
                  <a:pt x="1439169" y="2055437"/>
                  <a:pt x="1439169" y="2055563"/>
                </a:cubicBezTo>
                <a:cubicBezTo>
                  <a:pt x="1439169" y="2055689"/>
                  <a:pt x="1439044" y="2055814"/>
                  <a:pt x="1438919" y="2055814"/>
                </a:cubicBezTo>
                <a:cubicBezTo>
                  <a:pt x="1438792" y="2055814"/>
                  <a:pt x="1438667" y="2055689"/>
                  <a:pt x="1438667" y="2055563"/>
                </a:cubicBezTo>
                <a:cubicBezTo>
                  <a:pt x="1438667" y="2055437"/>
                  <a:pt x="1438792" y="2055311"/>
                  <a:pt x="1438919" y="2055311"/>
                </a:cubicBezTo>
                <a:close/>
                <a:moveTo>
                  <a:pt x="1608624" y="2054683"/>
                </a:moveTo>
                <a:cubicBezTo>
                  <a:pt x="1608749" y="2054683"/>
                  <a:pt x="1608874" y="2054808"/>
                  <a:pt x="1608874" y="2054934"/>
                </a:cubicBezTo>
                <a:cubicBezTo>
                  <a:pt x="1608874" y="2055060"/>
                  <a:pt x="1608749" y="2055185"/>
                  <a:pt x="1608624" y="2055185"/>
                </a:cubicBezTo>
                <a:cubicBezTo>
                  <a:pt x="1608497" y="2055185"/>
                  <a:pt x="1608372" y="2055060"/>
                  <a:pt x="1608372" y="2054934"/>
                </a:cubicBezTo>
                <a:cubicBezTo>
                  <a:pt x="1608372" y="2054808"/>
                  <a:pt x="1608372" y="2054683"/>
                  <a:pt x="1608624" y="2054683"/>
                </a:cubicBezTo>
                <a:close/>
                <a:moveTo>
                  <a:pt x="1986474" y="2052925"/>
                </a:moveTo>
                <a:cubicBezTo>
                  <a:pt x="1992504" y="2052925"/>
                  <a:pt x="1997529" y="2057949"/>
                  <a:pt x="1997529" y="2063979"/>
                </a:cubicBezTo>
                <a:cubicBezTo>
                  <a:pt x="1997529" y="2070009"/>
                  <a:pt x="1992629" y="2075033"/>
                  <a:pt x="1986474" y="2075033"/>
                </a:cubicBezTo>
                <a:cubicBezTo>
                  <a:pt x="1980445" y="2075033"/>
                  <a:pt x="1975420" y="2070134"/>
                  <a:pt x="1975420" y="2063979"/>
                </a:cubicBezTo>
                <a:cubicBezTo>
                  <a:pt x="1975295" y="2057824"/>
                  <a:pt x="1980318" y="2052799"/>
                  <a:pt x="1986474" y="2052925"/>
                </a:cubicBezTo>
                <a:close/>
                <a:moveTo>
                  <a:pt x="275346" y="2048529"/>
                </a:moveTo>
                <a:cubicBezTo>
                  <a:pt x="277105" y="2048529"/>
                  <a:pt x="278487" y="2050036"/>
                  <a:pt x="278487" y="2051669"/>
                </a:cubicBezTo>
                <a:cubicBezTo>
                  <a:pt x="278487" y="2053428"/>
                  <a:pt x="277105" y="2054810"/>
                  <a:pt x="275346" y="2054810"/>
                </a:cubicBezTo>
                <a:cubicBezTo>
                  <a:pt x="273588" y="2054810"/>
                  <a:pt x="272206" y="2053428"/>
                  <a:pt x="272206" y="2051669"/>
                </a:cubicBezTo>
                <a:cubicBezTo>
                  <a:pt x="272206" y="2050036"/>
                  <a:pt x="273588" y="2048654"/>
                  <a:pt x="275346" y="2048529"/>
                </a:cubicBezTo>
                <a:close/>
                <a:moveTo>
                  <a:pt x="929550" y="2048152"/>
                </a:moveTo>
                <a:cubicBezTo>
                  <a:pt x="938217" y="2048152"/>
                  <a:pt x="945251" y="2055186"/>
                  <a:pt x="945251" y="2063853"/>
                </a:cubicBezTo>
                <a:cubicBezTo>
                  <a:pt x="945251" y="2072522"/>
                  <a:pt x="938217" y="2079681"/>
                  <a:pt x="929550" y="2079681"/>
                </a:cubicBezTo>
                <a:cubicBezTo>
                  <a:pt x="920756" y="2079681"/>
                  <a:pt x="913722" y="2072647"/>
                  <a:pt x="913722" y="2063979"/>
                </a:cubicBezTo>
                <a:cubicBezTo>
                  <a:pt x="913722" y="2055312"/>
                  <a:pt x="920756" y="2048152"/>
                  <a:pt x="929550" y="2048152"/>
                </a:cubicBezTo>
                <a:close/>
                <a:moveTo>
                  <a:pt x="2662784" y="2044007"/>
                </a:moveTo>
                <a:cubicBezTo>
                  <a:pt x="2672331" y="2044007"/>
                  <a:pt x="2680120" y="2051669"/>
                  <a:pt x="2680120" y="2061215"/>
                </a:cubicBezTo>
                <a:cubicBezTo>
                  <a:pt x="2680120" y="2070762"/>
                  <a:pt x="2672456" y="2078550"/>
                  <a:pt x="2662911" y="2078550"/>
                </a:cubicBezTo>
                <a:cubicBezTo>
                  <a:pt x="2653363" y="2078550"/>
                  <a:pt x="2645575" y="2070887"/>
                  <a:pt x="2645575" y="2061342"/>
                </a:cubicBezTo>
                <a:cubicBezTo>
                  <a:pt x="2645575" y="2051794"/>
                  <a:pt x="2653237" y="2044007"/>
                  <a:pt x="2662784" y="2044007"/>
                </a:cubicBezTo>
                <a:close/>
                <a:moveTo>
                  <a:pt x="2117866" y="2039860"/>
                </a:moveTo>
                <a:cubicBezTo>
                  <a:pt x="2128669" y="2039735"/>
                  <a:pt x="2137587" y="2048528"/>
                  <a:pt x="2137587" y="2059456"/>
                </a:cubicBezTo>
                <a:cubicBezTo>
                  <a:pt x="2137712" y="2070259"/>
                  <a:pt x="2128920" y="2079178"/>
                  <a:pt x="2117991" y="2079178"/>
                </a:cubicBezTo>
                <a:cubicBezTo>
                  <a:pt x="2107189" y="2079304"/>
                  <a:pt x="2098270" y="2070511"/>
                  <a:pt x="2098270" y="2059582"/>
                </a:cubicBezTo>
                <a:cubicBezTo>
                  <a:pt x="2098270" y="2048779"/>
                  <a:pt x="2107064" y="2039860"/>
                  <a:pt x="2117866" y="2039860"/>
                </a:cubicBezTo>
                <a:close/>
                <a:moveTo>
                  <a:pt x="805316" y="2034208"/>
                </a:moveTo>
                <a:cubicBezTo>
                  <a:pt x="816495" y="2034208"/>
                  <a:pt x="825540" y="2043127"/>
                  <a:pt x="825540" y="2054306"/>
                </a:cubicBezTo>
                <a:cubicBezTo>
                  <a:pt x="825540" y="2065486"/>
                  <a:pt x="816622" y="2074530"/>
                  <a:pt x="805441" y="2074530"/>
                </a:cubicBezTo>
                <a:cubicBezTo>
                  <a:pt x="794262" y="2074530"/>
                  <a:pt x="785218" y="2065486"/>
                  <a:pt x="785218" y="2054432"/>
                </a:cubicBezTo>
                <a:cubicBezTo>
                  <a:pt x="785218" y="2043252"/>
                  <a:pt x="794137" y="2034208"/>
                  <a:pt x="805316" y="2034208"/>
                </a:cubicBezTo>
                <a:close/>
                <a:moveTo>
                  <a:pt x="1356767" y="2032576"/>
                </a:moveTo>
                <a:cubicBezTo>
                  <a:pt x="1357017" y="2032576"/>
                  <a:pt x="1357269" y="2032828"/>
                  <a:pt x="1357269" y="2033079"/>
                </a:cubicBezTo>
                <a:cubicBezTo>
                  <a:pt x="1357269" y="2033329"/>
                  <a:pt x="1357017" y="2033581"/>
                  <a:pt x="1356767" y="2033581"/>
                </a:cubicBezTo>
                <a:cubicBezTo>
                  <a:pt x="1356515" y="2033581"/>
                  <a:pt x="1356264" y="2033456"/>
                  <a:pt x="1356264" y="2033204"/>
                </a:cubicBezTo>
                <a:cubicBezTo>
                  <a:pt x="1356264" y="2032953"/>
                  <a:pt x="1356390" y="2032701"/>
                  <a:pt x="1356767" y="2032576"/>
                </a:cubicBezTo>
                <a:close/>
                <a:moveTo>
                  <a:pt x="168072" y="2031696"/>
                </a:moveTo>
                <a:cubicBezTo>
                  <a:pt x="168825" y="2031696"/>
                  <a:pt x="169453" y="2032199"/>
                  <a:pt x="169453" y="2032951"/>
                </a:cubicBezTo>
                <a:cubicBezTo>
                  <a:pt x="169453" y="2033706"/>
                  <a:pt x="168950" y="2034333"/>
                  <a:pt x="168197" y="2034333"/>
                </a:cubicBezTo>
                <a:cubicBezTo>
                  <a:pt x="167443" y="2034460"/>
                  <a:pt x="166815" y="2033831"/>
                  <a:pt x="166815" y="2033078"/>
                </a:cubicBezTo>
                <a:cubicBezTo>
                  <a:pt x="166815" y="2032324"/>
                  <a:pt x="167443" y="2031821"/>
                  <a:pt x="168072" y="2031696"/>
                </a:cubicBezTo>
                <a:close/>
                <a:moveTo>
                  <a:pt x="1690524" y="2031571"/>
                </a:moveTo>
                <a:cubicBezTo>
                  <a:pt x="1690775" y="2031571"/>
                  <a:pt x="1691027" y="2031823"/>
                  <a:pt x="1691027" y="2032074"/>
                </a:cubicBezTo>
                <a:cubicBezTo>
                  <a:pt x="1691027" y="2032199"/>
                  <a:pt x="1690775" y="2032451"/>
                  <a:pt x="1690524" y="2032451"/>
                </a:cubicBezTo>
                <a:cubicBezTo>
                  <a:pt x="1690272" y="2032451"/>
                  <a:pt x="1690147" y="2032199"/>
                  <a:pt x="1690147" y="2031949"/>
                </a:cubicBezTo>
                <a:cubicBezTo>
                  <a:pt x="1690147" y="2031697"/>
                  <a:pt x="1690272" y="2031571"/>
                  <a:pt x="1690524" y="2031571"/>
                </a:cubicBezTo>
                <a:close/>
                <a:moveTo>
                  <a:pt x="2772068" y="2029686"/>
                </a:moveTo>
                <a:cubicBezTo>
                  <a:pt x="2779229" y="2029686"/>
                  <a:pt x="2785134" y="2035590"/>
                  <a:pt x="2785134" y="2042750"/>
                </a:cubicBezTo>
                <a:cubicBezTo>
                  <a:pt x="2785134" y="2049910"/>
                  <a:pt x="2779229" y="2055814"/>
                  <a:pt x="2772068" y="2055814"/>
                </a:cubicBezTo>
                <a:cubicBezTo>
                  <a:pt x="2764908" y="2055814"/>
                  <a:pt x="2759004" y="2049910"/>
                  <a:pt x="2759004" y="2042750"/>
                </a:cubicBezTo>
                <a:cubicBezTo>
                  <a:pt x="2758878" y="2035464"/>
                  <a:pt x="2764783" y="2029686"/>
                  <a:pt x="2772068" y="2029686"/>
                </a:cubicBezTo>
                <a:close/>
                <a:moveTo>
                  <a:pt x="2241848" y="2024034"/>
                </a:moveTo>
                <a:cubicBezTo>
                  <a:pt x="2255666" y="2023908"/>
                  <a:pt x="2266970" y="2035088"/>
                  <a:pt x="2266970" y="2048905"/>
                </a:cubicBezTo>
                <a:cubicBezTo>
                  <a:pt x="2267097" y="2062723"/>
                  <a:pt x="2255916" y="2074028"/>
                  <a:pt x="2242100" y="2074028"/>
                </a:cubicBezTo>
                <a:cubicBezTo>
                  <a:pt x="2228282" y="2074153"/>
                  <a:pt x="2216977" y="2062974"/>
                  <a:pt x="2216977" y="2049157"/>
                </a:cubicBezTo>
                <a:cubicBezTo>
                  <a:pt x="2216977" y="2035464"/>
                  <a:pt x="2228156" y="2024160"/>
                  <a:pt x="2241848" y="2024034"/>
                </a:cubicBezTo>
                <a:close/>
                <a:moveTo>
                  <a:pt x="686863" y="2023154"/>
                </a:moveTo>
                <a:cubicBezTo>
                  <a:pt x="696786" y="2023029"/>
                  <a:pt x="704826" y="2031068"/>
                  <a:pt x="704826" y="2040992"/>
                </a:cubicBezTo>
                <a:cubicBezTo>
                  <a:pt x="704826" y="2050790"/>
                  <a:pt x="696913" y="2058829"/>
                  <a:pt x="686989" y="2058954"/>
                </a:cubicBezTo>
                <a:cubicBezTo>
                  <a:pt x="677064" y="2058954"/>
                  <a:pt x="669025" y="2051041"/>
                  <a:pt x="669025" y="2041118"/>
                </a:cubicBezTo>
                <a:cubicBezTo>
                  <a:pt x="669025" y="2031194"/>
                  <a:pt x="676939" y="2023154"/>
                  <a:pt x="686863" y="2023154"/>
                </a:cubicBezTo>
                <a:close/>
                <a:moveTo>
                  <a:pt x="2879092" y="2015994"/>
                </a:moveTo>
                <a:cubicBezTo>
                  <a:pt x="2883112" y="2015994"/>
                  <a:pt x="2886377" y="2019259"/>
                  <a:pt x="2886377" y="2023280"/>
                </a:cubicBezTo>
                <a:cubicBezTo>
                  <a:pt x="2886377" y="2027299"/>
                  <a:pt x="2883112" y="2030565"/>
                  <a:pt x="2879092" y="2030565"/>
                </a:cubicBezTo>
                <a:cubicBezTo>
                  <a:pt x="2875073" y="2030565"/>
                  <a:pt x="2871806" y="2027299"/>
                  <a:pt x="2871806" y="2023280"/>
                </a:cubicBezTo>
                <a:cubicBezTo>
                  <a:pt x="2871806" y="2019259"/>
                  <a:pt x="2875073" y="2015994"/>
                  <a:pt x="2879092" y="2015994"/>
                </a:cubicBezTo>
                <a:close/>
                <a:moveTo>
                  <a:pt x="572802" y="2011597"/>
                </a:moveTo>
                <a:cubicBezTo>
                  <a:pt x="580465" y="2011597"/>
                  <a:pt x="586620" y="2017752"/>
                  <a:pt x="586620" y="2025289"/>
                </a:cubicBezTo>
                <a:cubicBezTo>
                  <a:pt x="586620" y="2032951"/>
                  <a:pt x="580465" y="2039107"/>
                  <a:pt x="572928" y="2039107"/>
                </a:cubicBezTo>
                <a:cubicBezTo>
                  <a:pt x="565265" y="2039107"/>
                  <a:pt x="559110" y="2032951"/>
                  <a:pt x="559110" y="2025416"/>
                </a:cubicBezTo>
                <a:cubicBezTo>
                  <a:pt x="559110" y="2017879"/>
                  <a:pt x="565265" y="2011722"/>
                  <a:pt x="572802" y="2011597"/>
                </a:cubicBezTo>
                <a:close/>
                <a:moveTo>
                  <a:pt x="2360053" y="2010592"/>
                </a:moveTo>
                <a:cubicBezTo>
                  <a:pt x="2373494" y="2010467"/>
                  <a:pt x="2384548" y="2021395"/>
                  <a:pt x="2384548" y="2034836"/>
                </a:cubicBezTo>
                <a:cubicBezTo>
                  <a:pt x="2384674" y="2048402"/>
                  <a:pt x="2373745" y="2059331"/>
                  <a:pt x="2360304" y="2059331"/>
                </a:cubicBezTo>
                <a:cubicBezTo>
                  <a:pt x="2346864" y="2059456"/>
                  <a:pt x="2335935" y="2048528"/>
                  <a:pt x="2335935" y="2035088"/>
                </a:cubicBezTo>
                <a:cubicBezTo>
                  <a:pt x="2335935" y="2021647"/>
                  <a:pt x="2346864" y="2010718"/>
                  <a:pt x="2360053" y="2010592"/>
                </a:cubicBezTo>
                <a:close/>
                <a:moveTo>
                  <a:pt x="1135810" y="2003306"/>
                </a:moveTo>
                <a:cubicBezTo>
                  <a:pt x="1137947" y="2003306"/>
                  <a:pt x="1139580" y="2004939"/>
                  <a:pt x="1139580" y="2007075"/>
                </a:cubicBezTo>
                <a:cubicBezTo>
                  <a:pt x="1139580" y="2009085"/>
                  <a:pt x="1137820" y="2010843"/>
                  <a:pt x="1135810" y="2010843"/>
                </a:cubicBezTo>
                <a:cubicBezTo>
                  <a:pt x="1133800" y="2010843"/>
                  <a:pt x="1132042" y="2009085"/>
                  <a:pt x="1132042" y="2007075"/>
                </a:cubicBezTo>
                <a:cubicBezTo>
                  <a:pt x="1132042" y="2005064"/>
                  <a:pt x="1133675" y="2003306"/>
                  <a:pt x="1135810" y="2003306"/>
                </a:cubicBezTo>
                <a:close/>
                <a:moveTo>
                  <a:pt x="2984356" y="2001171"/>
                </a:moveTo>
                <a:cubicBezTo>
                  <a:pt x="2985611" y="2001171"/>
                  <a:pt x="2986616" y="2002051"/>
                  <a:pt x="2986616" y="2003306"/>
                </a:cubicBezTo>
                <a:cubicBezTo>
                  <a:pt x="2986616" y="2004563"/>
                  <a:pt x="2985611" y="2005568"/>
                  <a:pt x="2984356" y="2005568"/>
                </a:cubicBezTo>
                <a:cubicBezTo>
                  <a:pt x="2983099" y="2005568"/>
                  <a:pt x="2982094" y="2004563"/>
                  <a:pt x="2982094" y="2003306"/>
                </a:cubicBezTo>
                <a:cubicBezTo>
                  <a:pt x="2982094" y="2002176"/>
                  <a:pt x="2983099" y="2001171"/>
                  <a:pt x="2984356" y="2001171"/>
                </a:cubicBezTo>
                <a:close/>
                <a:moveTo>
                  <a:pt x="1911230" y="1999413"/>
                </a:moveTo>
                <a:cubicBezTo>
                  <a:pt x="1913994" y="1999413"/>
                  <a:pt x="1916129" y="2001675"/>
                  <a:pt x="1916129" y="2004312"/>
                </a:cubicBezTo>
                <a:cubicBezTo>
                  <a:pt x="1916255" y="2007075"/>
                  <a:pt x="1913994" y="2009210"/>
                  <a:pt x="1911357" y="2009210"/>
                </a:cubicBezTo>
                <a:cubicBezTo>
                  <a:pt x="1908592" y="2009210"/>
                  <a:pt x="1906457" y="2006950"/>
                  <a:pt x="1906457" y="2004312"/>
                </a:cubicBezTo>
                <a:cubicBezTo>
                  <a:pt x="1906457" y="2001548"/>
                  <a:pt x="1908592" y="1999413"/>
                  <a:pt x="1911230" y="1999413"/>
                </a:cubicBezTo>
                <a:close/>
                <a:moveTo>
                  <a:pt x="462010" y="1998534"/>
                </a:moveTo>
                <a:cubicBezTo>
                  <a:pt x="467285" y="1998534"/>
                  <a:pt x="471556" y="2002804"/>
                  <a:pt x="471556" y="2008081"/>
                </a:cubicBezTo>
                <a:cubicBezTo>
                  <a:pt x="471682" y="2013356"/>
                  <a:pt x="467412" y="2017627"/>
                  <a:pt x="462135" y="2017627"/>
                </a:cubicBezTo>
                <a:cubicBezTo>
                  <a:pt x="456860" y="2017627"/>
                  <a:pt x="452589" y="2013483"/>
                  <a:pt x="452589" y="2008206"/>
                </a:cubicBezTo>
                <a:cubicBezTo>
                  <a:pt x="452589" y="2002931"/>
                  <a:pt x="456860" y="1998659"/>
                  <a:pt x="462010" y="1998534"/>
                </a:cubicBezTo>
                <a:close/>
                <a:moveTo>
                  <a:pt x="2474235" y="1997278"/>
                </a:moveTo>
                <a:cubicBezTo>
                  <a:pt x="2486043" y="1997278"/>
                  <a:pt x="2495590" y="2006825"/>
                  <a:pt x="2495590" y="2018506"/>
                </a:cubicBezTo>
                <a:cubicBezTo>
                  <a:pt x="2495590" y="2030315"/>
                  <a:pt x="2486043" y="2039861"/>
                  <a:pt x="2474360" y="2039861"/>
                </a:cubicBezTo>
                <a:cubicBezTo>
                  <a:pt x="2462553" y="2039861"/>
                  <a:pt x="2453006" y="2030315"/>
                  <a:pt x="2453006" y="2018632"/>
                </a:cubicBezTo>
                <a:cubicBezTo>
                  <a:pt x="2453006" y="2006825"/>
                  <a:pt x="2462553" y="1997278"/>
                  <a:pt x="2474235" y="1997278"/>
                </a:cubicBezTo>
                <a:close/>
                <a:moveTo>
                  <a:pt x="1279889" y="1996271"/>
                </a:moveTo>
                <a:cubicBezTo>
                  <a:pt x="1280015" y="1996271"/>
                  <a:pt x="1280140" y="1996397"/>
                  <a:pt x="1280140" y="1996523"/>
                </a:cubicBezTo>
                <a:cubicBezTo>
                  <a:pt x="1280140" y="1996649"/>
                  <a:pt x="1280015" y="1996774"/>
                  <a:pt x="1279889" y="1996774"/>
                </a:cubicBezTo>
                <a:cubicBezTo>
                  <a:pt x="1279763" y="1996774"/>
                  <a:pt x="1279638" y="1996649"/>
                  <a:pt x="1279638" y="1996523"/>
                </a:cubicBezTo>
                <a:cubicBezTo>
                  <a:pt x="1279638" y="1996397"/>
                  <a:pt x="1279763" y="1996271"/>
                  <a:pt x="1279889" y="1996271"/>
                </a:cubicBezTo>
                <a:close/>
                <a:moveTo>
                  <a:pt x="2043504" y="1989489"/>
                </a:moveTo>
                <a:cubicBezTo>
                  <a:pt x="2049534" y="1989489"/>
                  <a:pt x="2054559" y="1994389"/>
                  <a:pt x="2054559" y="2000543"/>
                </a:cubicBezTo>
                <a:cubicBezTo>
                  <a:pt x="2054559" y="2006698"/>
                  <a:pt x="2049659" y="2011723"/>
                  <a:pt x="2043504" y="2011723"/>
                </a:cubicBezTo>
                <a:cubicBezTo>
                  <a:pt x="2037474" y="2011723"/>
                  <a:pt x="2032449" y="2006824"/>
                  <a:pt x="2032449" y="2000669"/>
                </a:cubicBezTo>
                <a:cubicBezTo>
                  <a:pt x="2032449" y="1994514"/>
                  <a:pt x="2037349" y="1989489"/>
                  <a:pt x="2043504" y="1989489"/>
                </a:cubicBezTo>
                <a:close/>
                <a:moveTo>
                  <a:pt x="1003535" y="1988735"/>
                </a:moveTo>
                <a:cubicBezTo>
                  <a:pt x="1012329" y="1988735"/>
                  <a:pt x="1019363" y="1995770"/>
                  <a:pt x="1019363" y="2004437"/>
                </a:cubicBezTo>
                <a:cubicBezTo>
                  <a:pt x="1019363" y="2013105"/>
                  <a:pt x="1012329" y="2020139"/>
                  <a:pt x="1003662" y="2020139"/>
                </a:cubicBezTo>
                <a:cubicBezTo>
                  <a:pt x="994868" y="2020139"/>
                  <a:pt x="987834" y="2013105"/>
                  <a:pt x="987834" y="2004437"/>
                </a:cubicBezTo>
                <a:cubicBezTo>
                  <a:pt x="987834" y="1995770"/>
                  <a:pt x="994743" y="1988610"/>
                  <a:pt x="1003535" y="1988735"/>
                </a:cubicBezTo>
                <a:close/>
                <a:moveTo>
                  <a:pt x="354234" y="1983711"/>
                </a:moveTo>
                <a:cubicBezTo>
                  <a:pt x="357626" y="1983711"/>
                  <a:pt x="360390" y="1986475"/>
                  <a:pt x="360390" y="1989866"/>
                </a:cubicBezTo>
                <a:cubicBezTo>
                  <a:pt x="360390" y="1993258"/>
                  <a:pt x="357626" y="1996021"/>
                  <a:pt x="354234" y="1996021"/>
                </a:cubicBezTo>
                <a:cubicBezTo>
                  <a:pt x="350717" y="1996021"/>
                  <a:pt x="347954" y="1993258"/>
                  <a:pt x="347954" y="1989866"/>
                </a:cubicBezTo>
                <a:cubicBezTo>
                  <a:pt x="347828" y="1986475"/>
                  <a:pt x="350717" y="1983711"/>
                  <a:pt x="354234" y="1983711"/>
                </a:cubicBezTo>
                <a:close/>
                <a:moveTo>
                  <a:pt x="2584776" y="1981700"/>
                </a:moveTo>
                <a:cubicBezTo>
                  <a:pt x="2595077" y="1981575"/>
                  <a:pt x="2603619" y="1989992"/>
                  <a:pt x="2603619" y="2000417"/>
                </a:cubicBezTo>
                <a:cubicBezTo>
                  <a:pt x="2603745" y="2010718"/>
                  <a:pt x="2595328" y="2019260"/>
                  <a:pt x="2584903" y="2019260"/>
                </a:cubicBezTo>
                <a:cubicBezTo>
                  <a:pt x="2574602" y="2019385"/>
                  <a:pt x="2566060" y="2010969"/>
                  <a:pt x="2566060" y="2000544"/>
                </a:cubicBezTo>
                <a:cubicBezTo>
                  <a:pt x="2566060" y="1990117"/>
                  <a:pt x="2574351" y="1981700"/>
                  <a:pt x="2584776" y="1981700"/>
                </a:cubicBezTo>
                <a:close/>
                <a:moveTo>
                  <a:pt x="879807" y="1974666"/>
                </a:moveTo>
                <a:cubicBezTo>
                  <a:pt x="890860" y="1974666"/>
                  <a:pt x="899779" y="1983459"/>
                  <a:pt x="899779" y="1994514"/>
                </a:cubicBezTo>
                <a:cubicBezTo>
                  <a:pt x="899779" y="2005442"/>
                  <a:pt x="890986" y="2014486"/>
                  <a:pt x="879932" y="2014486"/>
                </a:cubicBezTo>
                <a:cubicBezTo>
                  <a:pt x="868878" y="2014486"/>
                  <a:pt x="859959" y="2005694"/>
                  <a:pt x="859959" y="1994639"/>
                </a:cubicBezTo>
                <a:cubicBezTo>
                  <a:pt x="859959" y="1983585"/>
                  <a:pt x="868753" y="1974666"/>
                  <a:pt x="879807" y="1974666"/>
                </a:cubicBezTo>
                <a:close/>
                <a:moveTo>
                  <a:pt x="248214" y="1968889"/>
                </a:moveTo>
                <a:cubicBezTo>
                  <a:pt x="249345" y="1968889"/>
                  <a:pt x="250224" y="1969769"/>
                  <a:pt x="250224" y="1970899"/>
                </a:cubicBezTo>
                <a:cubicBezTo>
                  <a:pt x="250224" y="1972030"/>
                  <a:pt x="249345" y="1972909"/>
                  <a:pt x="248214" y="1972909"/>
                </a:cubicBezTo>
                <a:cubicBezTo>
                  <a:pt x="247084" y="1972909"/>
                  <a:pt x="246205" y="1972030"/>
                  <a:pt x="246205" y="1970899"/>
                </a:cubicBezTo>
                <a:cubicBezTo>
                  <a:pt x="246205" y="1969769"/>
                  <a:pt x="247084" y="1968889"/>
                  <a:pt x="248214" y="1968889"/>
                </a:cubicBezTo>
                <a:close/>
                <a:moveTo>
                  <a:pt x="2166982" y="1968261"/>
                </a:moveTo>
                <a:cubicBezTo>
                  <a:pt x="2178916" y="1968261"/>
                  <a:pt x="2188713" y="1977933"/>
                  <a:pt x="2188713" y="1989867"/>
                </a:cubicBezTo>
                <a:cubicBezTo>
                  <a:pt x="2188713" y="2001801"/>
                  <a:pt x="2179041" y="2011598"/>
                  <a:pt x="2167107" y="2011598"/>
                </a:cubicBezTo>
                <a:cubicBezTo>
                  <a:pt x="2155175" y="2011598"/>
                  <a:pt x="2145376" y="2001926"/>
                  <a:pt x="2145376" y="1989992"/>
                </a:cubicBezTo>
                <a:cubicBezTo>
                  <a:pt x="2145376" y="1977933"/>
                  <a:pt x="2155048" y="1968261"/>
                  <a:pt x="2166982" y="1968261"/>
                </a:cubicBezTo>
                <a:close/>
                <a:moveTo>
                  <a:pt x="2692808" y="1961854"/>
                </a:moveTo>
                <a:cubicBezTo>
                  <a:pt x="2703610" y="1961729"/>
                  <a:pt x="2712404" y="1970397"/>
                  <a:pt x="2712404" y="1981200"/>
                </a:cubicBezTo>
                <a:cubicBezTo>
                  <a:pt x="2712404" y="1992003"/>
                  <a:pt x="2703735" y="2000797"/>
                  <a:pt x="2692933" y="2000797"/>
                </a:cubicBezTo>
                <a:cubicBezTo>
                  <a:pt x="2682130" y="2000922"/>
                  <a:pt x="2673337" y="1992255"/>
                  <a:pt x="2673337" y="1981451"/>
                </a:cubicBezTo>
                <a:cubicBezTo>
                  <a:pt x="2673337" y="1970774"/>
                  <a:pt x="2682004" y="1961980"/>
                  <a:pt x="2692808" y="1961854"/>
                </a:cubicBezTo>
                <a:close/>
                <a:moveTo>
                  <a:pt x="762357" y="1957834"/>
                </a:moveTo>
                <a:cubicBezTo>
                  <a:pt x="774918" y="1957834"/>
                  <a:pt x="785219" y="1968009"/>
                  <a:pt x="785219" y="1980570"/>
                </a:cubicBezTo>
                <a:cubicBezTo>
                  <a:pt x="785219" y="1993131"/>
                  <a:pt x="775043" y="2003432"/>
                  <a:pt x="762482" y="2003432"/>
                </a:cubicBezTo>
                <a:cubicBezTo>
                  <a:pt x="749920" y="2003432"/>
                  <a:pt x="739621" y="1993257"/>
                  <a:pt x="739621" y="1980695"/>
                </a:cubicBezTo>
                <a:cubicBezTo>
                  <a:pt x="739621" y="1968134"/>
                  <a:pt x="749795" y="1957959"/>
                  <a:pt x="762357" y="1957834"/>
                </a:cubicBezTo>
                <a:close/>
                <a:moveTo>
                  <a:pt x="143954" y="1950172"/>
                </a:moveTo>
                <a:cubicBezTo>
                  <a:pt x="144583" y="1950172"/>
                  <a:pt x="145085" y="1950674"/>
                  <a:pt x="145085" y="1951302"/>
                </a:cubicBezTo>
                <a:cubicBezTo>
                  <a:pt x="145085" y="1951930"/>
                  <a:pt x="144583" y="1952432"/>
                  <a:pt x="143954" y="1952432"/>
                </a:cubicBezTo>
                <a:cubicBezTo>
                  <a:pt x="143326" y="1952432"/>
                  <a:pt x="142824" y="1951930"/>
                  <a:pt x="142824" y="1951302"/>
                </a:cubicBezTo>
                <a:cubicBezTo>
                  <a:pt x="142824" y="1950674"/>
                  <a:pt x="143326" y="1950172"/>
                  <a:pt x="143954" y="1950172"/>
                </a:cubicBezTo>
                <a:close/>
                <a:moveTo>
                  <a:pt x="2284306" y="1948162"/>
                </a:moveTo>
                <a:cubicBezTo>
                  <a:pt x="2299255" y="1948037"/>
                  <a:pt x="2311439" y="1960095"/>
                  <a:pt x="2311439" y="1975043"/>
                </a:cubicBezTo>
                <a:cubicBezTo>
                  <a:pt x="2311565" y="1989992"/>
                  <a:pt x="2299506" y="2002176"/>
                  <a:pt x="2284558" y="2002176"/>
                </a:cubicBezTo>
                <a:cubicBezTo>
                  <a:pt x="2269610" y="2002301"/>
                  <a:pt x="2257426" y="1990243"/>
                  <a:pt x="2257426" y="1975295"/>
                </a:cubicBezTo>
                <a:cubicBezTo>
                  <a:pt x="2257299" y="1960347"/>
                  <a:pt x="2269358" y="1948162"/>
                  <a:pt x="2284306" y="1948162"/>
                </a:cubicBezTo>
                <a:close/>
                <a:moveTo>
                  <a:pt x="1210801" y="1946403"/>
                </a:moveTo>
                <a:cubicBezTo>
                  <a:pt x="1210927" y="1946403"/>
                  <a:pt x="1211052" y="1946655"/>
                  <a:pt x="1211052" y="1946655"/>
                </a:cubicBezTo>
                <a:cubicBezTo>
                  <a:pt x="1211052" y="1946781"/>
                  <a:pt x="1210927" y="1946906"/>
                  <a:pt x="1210801" y="1946906"/>
                </a:cubicBezTo>
                <a:cubicBezTo>
                  <a:pt x="1210675" y="1946906"/>
                  <a:pt x="1210550" y="1946781"/>
                  <a:pt x="1210550" y="1946655"/>
                </a:cubicBezTo>
                <a:cubicBezTo>
                  <a:pt x="1210550" y="1946529"/>
                  <a:pt x="1210675" y="1946529"/>
                  <a:pt x="1210801" y="1946403"/>
                </a:cubicBezTo>
                <a:close/>
                <a:moveTo>
                  <a:pt x="2798574" y="1945022"/>
                </a:moveTo>
                <a:cubicBezTo>
                  <a:pt x="2807743" y="1945022"/>
                  <a:pt x="2815280" y="1952434"/>
                  <a:pt x="2815280" y="1961603"/>
                </a:cubicBezTo>
                <a:cubicBezTo>
                  <a:pt x="2815280" y="1970773"/>
                  <a:pt x="2807869" y="1978310"/>
                  <a:pt x="2798699" y="1978310"/>
                </a:cubicBezTo>
                <a:cubicBezTo>
                  <a:pt x="2789529" y="1978310"/>
                  <a:pt x="2781992" y="1970898"/>
                  <a:pt x="2781992" y="1961729"/>
                </a:cubicBezTo>
                <a:cubicBezTo>
                  <a:pt x="2781992" y="1952559"/>
                  <a:pt x="2789404" y="1945022"/>
                  <a:pt x="2798574" y="1945022"/>
                </a:cubicBezTo>
                <a:close/>
                <a:moveTo>
                  <a:pt x="1835861" y="1944143"/>
                </a:moveTo>
                <a:cubicBezTo>
                  <a:pt x="1835987" y="1944143"/>
                  <a:pt x="1836113" y="1944268"/>
                  <a:pt x="1836113" y="1944394"/>
                </a:cubicBezTo>
                <a:cubicBezTo>
                  <a:pt x="1836113" y="1944520"/>
                  <a:pt x="1835987" y="1944645"/>
                  <a:pt x="1835861" y="1944645"/>
                </a:cubicBezTo>
                <a:cubicBezTo>
                  <a:pt x="1835735" y="1944645"/>
                  <a:pt x="1835610" y="1944520"/>
                  <a:pt x="1835610" y="1944394"/>
                </a:cubicBezTo>
                <a:cubicBezTo>
                  <a:pt x="1835610" y="1944268"/>
                  <a:pt x="1835735" y="1944143"/>
                  <a:pt x="1835861" y="1944143"/>
                </a:cubicBezTo>
                <a:close/>
                <a:moveTo>
                  <a:pt x="649680" y="1943388"/>
                </a:moveTo>
                <a:cubicBezTo>
                  <a:pt x="661236" y="1943388"/>
                  <a:pt x="670783" y="1952809"/>
                  <a:pt x="670783" y="1964366"/>
                </a:cubicBezTo>
                <a:cubicBezTo>
                  <a:pt x="670783" y="1976047"/>
                  <a:pt x="661362" y="1985468"/>
                  <a:pt x="649805" y="1985468"/>
                </a:cubicBezTo>
                <a:cubicBezTo>
                  <a:pt x="638123" y="1985468"/>
                  <a:pt x="628702" y="1976047"/>
                  <a:pt x="628702" y="1964491"/>
                </a:cubicBezTo>
                <a:cubicBezTo>
                  <a:pt x="628577" y="1952809"/>
                  <a:pt x="637997" y="1943388"/>
                  <a:pt x="649680" y="1943388"/>
                </a:cubicBezTo>
                <a:close/>
                <a:moveTo>
                  <a:pt x="1077523" y="1939871"/>
                </a:moveTo>
                <a:cubicBezTo>
                  <a:pt x="1080287" y="1939871"/>
                  <a:pt x="1082422" y="1942133"/>
                  <a:pt x="1082422" y="1944771"/>
                </a:cubicBezTo>
                <a:cubicBezTo>
                  <a:pt x="1082548" y="1947534"/>
                  <a:pt x="1080287" y="1949671"/>
                  <a:pt x="1077650" y="1949671"/>
                </a:cubicBezTo>
                <a:cubicBezTo>
                  <a:pt x="1075012" y="1949796"/>
                  <a:pt x="1072751" y="1947534"/>
                  <a:pt x="1072751" y="1944896"/>
                </a:cubicBezTo>
                <a:cubicBezTo>
                  <a:pt x="1072751" y="1942133"/>
                  <a:pt x="1074886" y="1939996"/>
                  <a:pt x="1077523" y="1939871"/>
                </a:cubicBezTo>
                <a:close/>
                <a:moveTo>
                  <a:pt x="1969012" y="1936229"/>
                </a:moveTo>
                <a:cubicBezTo>
                  <a:pt x="1971902" y="1936229"/>
                  <a:pt x="1974289" y="1938616"/>
                  <a:pt x="1974289" y="1941504"/>
                </a:cubicBezTo>
                <a:cubicBezTo>
                  <a:pt x="1974289" y="1944520"/>
                  <a:pt x="1971902" y="1946906"/>
                  <a:pt x="1969012" y="1946906"/>
                </a:cubicBezTo>
                <a:cubicBezTo>
                  <a:pt x="1966124" y="1946906"/>
                  <a:pt x="1963737" y="1944520"/>
                  <a:pt x="1963737" y="1941631"/>
                </a:cubicBezTo>
                <a:cubicBezTo>
                  <a:pt x="1963737" y="1938741"/>
                  <a:pt x="1966124" y="1936354"/>
                  <a:pt x="1969012" y="1936229"/>
                </a:cubicBezTo>
                <a:close/>
                <a:moveTo>
                  <a:pt x="2396984" y="1931456"/>
                </a:moveTo>
                <a:cubicBezTo>
                  <a:pt x="2411681" y="1931456"/>
                  <a:pt x="2423615" y="1943265"/>
                  <a:pt x="2423615" y="1957961"/>
                </a:cubicBezTo>
                <a:cubicBezTo>
                  <a:pt x="2423615" y="1972658"/>
                  <a:pt x="2411806" y="1984591"/>
                  <a:pt x="2397109" y="1984591"/>
                </a:cubicBezTo>
                <a:cubicBezTo>
                  <a:pt x="2382537" y="1984591"/>
                  <a:pt x="2370478" y="1972783"/>
                  <a:pt x="2370478" y="1958086"/>
                </a:cubicBezTo>
                <a:cubicBezTo>
                  <a:pt x="2370478" y="1943515"/>
                  <a:pt x="2382286" y="1931581"/>
                  <a:pt x="2396984" y="1931456"/>
                </a:cubicBezTo>
                <a:close/>
                <a:moveTo>
                  <a:pt x="2902584" y="1930953"/>
                </a:moveTo>
                <a:cubicBezTo>
                  <a:pt x="2908362" y="1930953"/>
                  <a:pt x="2913010" y="1935600"/>
                  <a:pt x="2913010" y="1941379"/>
                </a:cubicBezTo>
                <a:cubicBezTo>
                  <a:pt x="2913136" y="1947032"/>
                  <a:pt x="2908487" y="1951805"/>
                  <a:pt x="2902710" y="1951805"/>
                </a:cubicBezTo>
                <a:cubicBezTo>
                  <a:pt x="2897057" y="1951805"/>
                  <a:pt x="2892283" y="1947157"/>
                  <a:pt x="2892283" y="1941379"/>
                </a:cubicBezTo>
                <a:cubicBezTo>
                  <a:pt x="2892283" y="1935600"/>
                  <a:pt x="2896931" y="1930953"/>
                  <a:pt x="2902584" y="1930953"/>
                </a:cubicBezTo>
                <a:close/>
                <a:moveTo>
                  <a:pt x="540395" y="1930701"/>
                </a:moveTo>
                <a:cubicBezTo>
                  <a:pt x="549188" y="1930576"/>
                  <a:pt x="556349" y="1937736"/>
                  <a:pt x="556349" y="1946530"/>
                </a:cubicBezTo>
                <a:cubicBezTo>
                  <a:pt x="556349" y="1955322"/>
                  <a:pt x="549188" y="1962482"/>
                  <a:pt x="540395" y="1962482"/>
                </a:cubicBezTo>
                <a:cubicBezTo>
                  <a:pt x="531601" y="1962608"/>
                  <a:pt x="524441" y="1955447"/>
                  <a:pt x="524441" y="1946655"/>
                </a:cubicBezTo>
                <a:cubicBezTo>
                  <a:pt x="524316" y="1937863"/>
                  <a:pt x="531476" y="1930701"/>
                  <a:pt x="540395" y="1930701"/>
                </a:cubicBezTo>
                <a:close/>
                <a:moveTo>
                  <a:pt x="954546" y="1922661"/>
                </a:moveTo>
                <a:cubicBezTo>
                  <a:pt x="961204" y="1922536"/>
                  <a:pt x="966731" y="1927937"/>
                  <a:pt x="966731" y="1934720"/>
                </a:cubicBezTo>
                <a:cubicBezTo>
                  <a:pt x="966731" y="1941378"/>
                  <a:pt x="961204" y="1946905"/>
                  <a:pt x="954546" y="1946905"/>
                </a:cubicBezTo>
                <a:cubicBezTo>
                  <a:pt x="947889" y="1946905"/>
                  <a:pt x="942362" y="1941504"/>
                  <a:pt x="942362" y="1934720"/>
                </a:cubicBezTo>
                <a:cubicBezTo>
                  <a:pt x="942362" y="1927937"/>
                  <a:pt x="947763" y="1922410"/>
                  <a:pt x="954546" y="1922661"/>
                </a:cubicBezTo>
                <a:close/>
                <a:moveTo>
                  <a:pt x="433747" y="1921657"/>
                </a:moveTo>
                <a:cubicBezTo>
                  <a:pt x="437138" y="1921657"/>
                  <a:pt x="439902" y="1924421"/>
                  <a:pt x="439902" y="1927812"/>
                </a:cubicBezTo>
                <a:cubicBezTo>
                  <a:pt x="439902" y="1931204"/>
                  <a:pt x="437138" y="1933968"/>
                  <a:pt x="433747" y="1933968"/>
                </a:cubicBezTo>
                <a:cubicBezTo>
                  <a:pt x="430230" y="1933968"/>
                  <a:pt x="427466" y="1931204"/>
                  <a:pt x="427466" y="1927812"/>
                </a:cubicBezTo>
                <a:cubicBezTo>
                  <a:pt x="427466" y="1924421"/>
                  <a:pt x="430230" y="1921657"/>
                  <a:pt x="433747" y="1921657"/>
                </a:cubicBezTo>
                <a:close/>
                <a:moveTo>
                  <a:pt x="3005208" y="1917512"/>
                </a:moveTo>
                <a:cubicBezTo>
                  <a:pt x="3007093" y="1917512"/>
                  <a:pt x="3008601" y="1918893"/>
                  <a:pt x="3008601" y="1920778"/>
                </a:cubicBezTo>
                <a:cubicBezTo>
                  <a:pt x="3008601" y="1922538"/>
                  <a:pt x="3007218" y="1924045"/>
                  <a:pt x="3005334" y="1924045"/>
                </a:cubicBezTo>
                <a:cubicBezTo>
                  <a:pt x="3003576" y="1924045"/>
                  <a:pt x="3002068" y="1922538"/>
                  <a:pt x="3002068" y="1920778"/>
                </a:cubicBezTo>
                <a:cubicBezTo>
                  <a:pt x="3002068" y="1918893"/>
                  <a:pt x="3003576" y="1917385"/>
                  <a:pt x="3005208" y="1917512"/>
                </a:cubicBezTo>
                <a:close/>
                <a:moveTo>
                  <a:pt x="2091990" y="1916381"/>
                </a:moveTo>
                <a:cubicBezTo>
                  <a:pt x="2099779" y="1916256"/>
                  <a:pt x="2106186" y="1922663"/>
                  <a:pt x="2106186" y="1930450"/>
                </a:cubicBezTo>
                <a:cubicBezTo>
                  <a:pt x="2106311" y="1938239"/>
                  <a:pt x="2099905" y="1944646"/>
                  <a:pt x="2092117" y="1944646"/>
                </a:cubicBezTo>
                <a:cubicBezTo>
                  <a:pt x="2084328" y="1944771"/>
                  <a:pt x="2077922" y="1938364"/>
                  <a:pt x="2077922" y="1930577"/>
                </a:cubicBezTo>
                <a:cubicBezTo>
                  <a:pt x="2077796" y="1922788"/>
                  <a:pt x="2084203" y="1916381"/>
                  <a:pt x="2091990" y="1916381"/>
                </a:cubicBezTo>
                <a:close/>
                <a:moveTo>
                  <a:pt x="2506142" y="1915754"/>
                </a:moveTo>
                <a:cubicBezTo>
                  <a:pt x="2519206" y="1915754"/>
                  <a:pt x="2529758" y="1926306"/>
                  <a:pt x="2529883" y="1939370"/>
                </a:cubicBezTo>
                <a:cubicBezTo>
                  <a:pt x="2529883" y="1952434"/>
                  <a:pt x="2519331" y="1963111"/>
                  <a:pt x="2506267" y="1963111"/>
                </a:cubicBezTo>
                <a:cubicBezTo>
                  <a:pt x="2493203" y="1963111"/>
                  <a:pt x="2482526" y="1952559"/>
                  <a:pt x="2482526" y="1939495"/>
                </a:cubicBezTo>
                <a:cubicBezTo>
                  <a:pt x="2482526" y="1926431"/>
                  <a:pt x="2493078" y="1915879"/>
                  <a:pt x="2506142" y="1915754"/>
                </a:cubicBezTo>
                <a:close/>
                <a:moveTo>
                  <a:pt x="329111" y="1904574"/>
                </a:moveTo>
                <a:cubicBezTo>
                  <a:pt x="331246" y="1904574"/>
                  <a:pt x="332879" y="1906207"/>
                  <a:pt x="332879" y="1908343"/>
                </a:cubicBezTo>
                <a:cubicBezTo>
                  <a:pt x="332879" y="1910353"/>
                  <a:pt x="331121" y="1912111"/>
                  <a:pt x="329111" y="1912111"/>
                </a:cubicBezTo>
                <a:cubicBezTo>
                  <a:pt x="327101" y="1912111"/>
                  <a:pt x="325342" y="1910353"/>
                  <a:pt x="325342" y="1908343"/>
                </a:cubicBezTo>
                <a:cubicBezTo>
                  <a:pt x="325342" y="1906332"/>
                  <a:pt x="327101" y="1904574"/>
                  <a:pt x="329111" y="1904574"/>
                </a:cubicBezTo>
                <a:close/>
                <a:moveTo>
                  <a:pt x="838352" y="1900177"/>
                </a:moveTo>
                <a:cubicBezTo>
                  <a:pt x="849406" y="1900177"/>
                  <a:pt x="858325" y="1908970"/>
                  <a:pt x="858325" y="1920025"/>
                </a:cubicBezTo>
                <a:cubicBezTo>
                  <a:pt x="858325" y="1930953"/>
                  <a:pt x="849532" y="1939997"/>
                  <a:pt x="838478" y="1939997"/>
                </a:cubicBezTo>
                <a:cubicBezTo>
                  <a:pt x="827424" y="1939997"/>
                  <a:pt x="818505" y="1931205"/>
                  <a:pt x="818505" y="1920150"/>
                </a:cubicBezTo>
                <a:cubicBezTo>
                  <a:pt x="818380" y="1909096"/>
                  <a:pt x="827297" y="1900177"/>
                  <a:pt x="838352" y="1900177"/>
                </a:cubicBezTo>
                <a:close/>
                <a:moveTo>
                  <a:pt x="2612664" y="1899172"/>
                </a:moveTo>
                <a:cubicBezTo>
                  <a:pt x="2624096" y="1899172"/>
                  <a:pt x="2633518" y="1908342"/>
                  <a:pt x="2633518" y="1919898"/>
                </a:cubicBezTo>
                <a:cubicBezTo>
                  <a:pt x="2633518" y="1931330"/>
                  <a:pt x="2624221" y="1940751"/>
                  <a:pt x="2612791" y="1940751"/>
                </a:cubicBezTo>
                <a:cubicBezTo>
                  <a:pt x="2601359" y="1940751"/>
                  <a:pt x="2591937" y="1931455"/>
                  <a:pt x="2591937" y="1920025"/>
                </a:cubicBezTo>
                <a:cubicBezTo>
                  <a:pt x="2591937" y="1908467"/>
                  <a:pt x="2601234" y="1899172"/>
                  <a:pt x="2612664" y="1899172"/>
                </a:cubicBezTo>
                <a:close/>
                <a:moveTo>
                  <a:pt x="2207933" y="1893520"/>
                </a:moveTo>
                <a:cubicBezTo>
                  <a:pt x="2219867" y="1893520"/>
                  <a:pt x="2229664" y="1903067"/>
                  <a:pt x="2229664" y="1915126"/>
                </a:cubicBezTo>
                <a:cubicBezTo>
                  <a:pt x="2229789" y="1927060"/>
                  <a:pt x="2219992" y="1936857"/>
                  <a:pt x="2208058" y="1936857"/>
                </a:cubicBezTo>
                <a:cubicBezTo>
                  <a:pt x="2196125" y="1936857"/>
                  <a:pt x="2186453" y="1927185"/>
                  <a:pt x="2186327" y="1915251"/>
                </a:cubicBezTo>
                <a:cubicBezTo>
                  <a:pt x="2186327" y="1903192"/>
                  <a:pt x="2195999" y="1893395"/>
                  <a:pt x="2207933" y="1893520"/>
                </a:cubicBezTo>
                <a:close/>
                <a:moveTo>
                  <a:pt x="1151635" y="1885103"/>
                </a:moveTo>
                <a:cubicBezTo>
                  <a:pt x="1151762" y="1885103"/>
                  <a:pt x="1151887" y="1885228"/>
                  <a:pt x="1151887" y="1885354"/>
                </a:cubicBezTo>
                <a:cubicBezTo>
                  <a:pt x="1151887" y="1885480"/>
                  <a:pt x="1151762" y="1885605"/>
                  <a:pt x="1151635" y="1885605"/>
                </a:cubicBezTo>
                <a:cubicBezTo>
                  <a:pt x="1151510" y="1885605"/>
                  <a:pt x="1151385" y="1885480"/>
                  <a:pt x="1151385" y="1885354"/>
                </a:cubicBezTo>
                <a:cubicBezTo>
                  <a:pt x="1151385" y="1885228"/>
                  <a:pt x="1151510" y="1885103"/>
                  <a:pt x="1151635" y="1885103"/>
                </a:cubicBezTo>
                <a:close/>
                <a:moveTo>
                  <a:pt x="226232" y="1885103"/>
                </a:moveTo>
                <a:cubicBezTo>
                  <a:pt x="227990" y="1885103"/>
                  <a:pt x="229497" y="1886485"/>
                  <a:pt x="229497" y="1888368"/>
                </a:cubicBezTo>
                <a:cubicBezTo>
                  <a:pt x="229622" y="1890253"/>
                  <a:pt x="228115" y="1891760"/>
                  <a:pt x="226232" y="1891760"/>
                </a:cubicBezTo>
                <a:cubicBezTo>
                  <a:pt x="224472" y="1891760"/>
                  <a:pt x="222965" y="1890378"/>
                  <a:pt x="222965" y="1888495"/>
                </a:cubicBezTo>
                <a:cubicBezTo>
                  <a:pt x="222965" y="1886610"/>
                  <a:pt x="224347" y="1885228"/>
                  <a:pt x="226232" y="1885103"/>
                </a:cubicBezTo>
                <a:close/>
                <a:moveTo>
                  <a:pt x="1894525" y="1882340"/>
                </a:moveTo>
                <a:cubicBezTo>
                  <a:pt x="1894650" y="1882340"/>
                  <a:pt x="1894776" y="1882465"/>
                  <a:pt x="1894776" y="1882591"/>
                </a:cubicBezTo>
                <a:cubicBezTo>
                  <a:pt x="1894776" y="1882717"/>
                  <a:pt x="1894650" y="1882842"/>
                  <a:pt x="1894525" y="1882842"/>
                </a:cubicBezTo>
                <a:cubicBezTo>
                  <a:pt x="1894398" y="1882842"/>
                  <a:pt x="1894273" y="1882717"/>
                  <a:pt x="1894273" y="1882591"/>
                </a:cubicBezTo>
                <a:cubicBezTo>
                  <a:pt x="1894273" y="1882591"/>
                  <a:pt x="1894525" y="1882465"/>
                  <a:pt x="1894525" y="1882340"/>
                </a:cubicBezTo>
                <a:close/>
                <a:moveTo>
                  <a:pt x="2717175" y="1880330"/>
                </a:moveTo>
                <a:cubicBezTo>
                  <a:pt x="2727852" y="1880205"/>
                  <a:pt x="2736645" y="1888872"/>
                  <a:pt x="2736645" y="1899674"/>
                </a:cubicBezTo>
                <a:cubicBezTo>
                  <a:pt x="2736771" y="1910478"/>
                  <a:pt x="2727977" y="1919270"/>
                  <a:pt x="2717300" y="1919270"/>
                </a:cubicBezTo>
                <a:cubicBezTo>
                  <a:pt x="2706498" y="1919270"/>
                  <a:pt x="2697704" y="1910603"/>
                  <a:pt x="2697704" y="1899801"/>
                </a:cubicBezTo>
                <a:cubicBezTo>
                  <a:pt x="2697704" y="1888997"/>
                  <a:pt x="2706371" y="1880330"/>
                  <a:pt x="2717175" y="1880330"/>
                </a:cubicBezTo>
                <a:close/>
                <a:moveTo>
                  <a:pt x="726931" y="1878195"/>
                </a:moveTo>
                <a:cubicBezTo>
                  <a:pt x="740749" y="1878069"/>
                  <a:pt x="751928" y="1889249"/>
                  <a:pt x="752053" y="1903066"/>
                </a:cubicBezTo>
                <a:cubicBezTo>
                  <a:pt x="752180" y="1916885"/>
                  <a:pt x="741001" y="1928189"/>
                  <a:pt x="727183" y="1928189"/>
                </a:cubicBezTo>
                <a:cubicBezTo>
                  <a:pt x="713366" y="1928189"/>
                  <a:pt x="702186" y="1917010"/>
                  <a:pt x="702061" y="1903192"/>
                </a:cubicBezTo>
                <a:cubicBezTo>
                  <a:pt x="702061" y="1889375"/>
                  <a:pt x="713240" y="1878195"/>
                  <a:pt x="726931" y="1878195"/>
                </a:cubicBezTo>
                <a:close/>
                <a:moveTo>
                  <a:pt x="2319226" y="1872039"/>
                </a:moveTo>
                <a:cubicBezTo>
                  <a:pt x="2333044" y="1871914"/>
                  <a:pt x="2344474" y="1883219"/>
                  <a:pt x="2344474" y="1897162"/>
                </a:cubicBezTo>
                <a:cubicBezTo>
                  <a:pt x="2344474" y="1911106"/>
                  <a:pt x="2333295" y="1922536"/>
                  <a:pt x="2319351" y="1922536"/>
                </a:cubicBezTo>
                <a:cubicBezTo>
                  <a:pt x="2305409" y="1922536"/>
                  <a:pt x="2294103" y="1911357"/>
                  <a:pt x="2293978" y="1897413"/>
                </a:cubicBezTo>
                <a:cubicBezTo>
                  <a:pt x="2293852" y="1883471"/>
                  <a:pt x="2305157" y="1872165"/>
                  <a:pt x="2319226" y="1872039"/>
                </a:cubicBezTo>
                <a:close/>
                <a:moveTo>
                  <a:pt x="1029413" y="1871412"/>
                </a:moveTo>
                <a:cubicBezTo>
                  <a:pt x="1031172" y="1871412"/>
                  <a:pt x="1032554" y="1872794"/>
                  <a:pt x="1032554" y="1874552"/>
                </a:cubicBezTo>
                <a:cubicBezTo>
                  <a:pt x="1032554" y="1876311"/>
                  <a:pt x="1031047" y="1877694"/>
                  <a:pt x="1029413" y="1877694"/>
                </a:cubicBezTo>
                <a:cubicBezTo>
                  <a:pt x="1027655" y="1877819"/>
                  <a:pt x="1026273" y="1876311"/>
                  <a:pt x="1026273" y="1874679"/>
                </a:cubicBezTo>
                <a:cubicBezTo>
                  <a:pt x="1026273" y="1872920"/>
                  <a:pt x="1027655" y="1871537"/>
                  <a:pt x="1029413" y="1871412"/>
                </a:cubicBezTo>
                <a:close/>
                <a:moveTo>
                  <a:pt x="2016745" y="1869276"/>
                </a:moveTo>
                <a:cubicBezTo>
                  <a:pt x="2017752" y="1869276"/>
                  <a:pt x="2018505" y="1870029"/>
                  <a:pt x="2018505" y="1871034"/>
                </a:cubicBezTo>
                <a:cubicBezTo>
                  <a:pt x="2018505" y="1872040"/>
                  <a:pt x="2017752" y="1872793"/>
                  <a:pt x="2016745" y="1872793"/>
                </a:cubicBezTo>
                <a:cubicBezTo>
                  <a:pt x="2015740" y="1872793"/>
                  <a:pt x="2014987" y="1872040"/>
                  <a:pt x="2014987" y="1871034"/>
                </a:cubicBezTo>
                <a:cubicBezTo>
                  <a:pt x="2014987" y="1870029"/>
                  <a:pt x="2015740" y="1869276"/>
                  <a:pt x="2016745" y="1869276"/>
                </a:cubicBezTo>
                <a:close/>
                <a:moveTo>
                  <a:pt x="124610" y="1866512"/>
                </a:moveTo>
                <a:cubicBezTo>
                  <a:pt x="125615" y="1866512"/>
                  <a:pt x="126368" y="1867265"/>
                  <a:pt x="126368" y="1868270"/>
                </a:cubicBezTo>
                <a:cubicBezTo>
                  <a:pt x="126368" y="1869276"/>
                  <a:pt x="125615" y="1870029"/>
                  <a:pt x="124610" y="1870029"/>
                </a:cubicBezTo>
                <a:cubicBezTo>
                  <a:pt x="123605" y="1870029"/>
                  <a:pt x="122851" y="1869276"/>
                  <a:pt x="122851" y="1868270"/>
                </a:cubicBezTo>
                <a:cubicBezTo>
                  <a:pt x="122851" y="1867265"/>
                  <a:pt x="123730" y="1866512"/>
                  <a:pt x="124610" y="1866512"/>
                </a:cubicBezTo>
                <a:close/>
                <a:moveTo>
                  <a:pt x="619406" y="1865382"/>
                </a:moveTo>
                <a:cubicBezTo>
                  <a:pt x="630085" y="1865382"/>
                  <a:pt x="638752" y="1873924"/>
                  <a:pt x="638752" y="1884601"/>
                </a:cubicBezTo>
                <a:cubicBezTo>
                  <a:pt x="638752" y="1895280"/>
                  <a:pt x="630210" y="1903947"/>
                  <a:pt x="619533" y="1903947"/>
                </a:cubicBezTo>
                <a:cubicBezTo>
                  <a:pt x="608854" y="1903947"/>
                  <a:pt x="600187" y="1895405"/>
                  <a:pt x="600187" y="1884727"/>
                </a:cubicBezTo>
                <a:cubicBezTo>
                  <a:pt x="600187" y="1874049"/>
                  <a:pt x="608729" y="1865507"/>
                  <a:pt x="619406" y="1865382"/>
                </a:cubicBezTo>
                <a:close/>
                <a:moveTo>
                  <a:pt x="2819803" y="1865004"/>
                </a:moveTo>
                <a:cubicBezTo>
                  <a:pt x="2827592" y="1865004"/>
                  <a:pt x="2833997" y="1871286"/>
                  <a:pt x="2833997" y="1879073"/>
                </a:cubicBezTo>
                <a:cubicBezTo>
                  <a:pt x="2834122" y="1886862"/>
                  <a:pt x="2827717" y="1893269"/>
                  <a:pt x="2819928" y="1893269"/>
                </a:cubicBezTo>
                <a:cubicBezTo>
                  <a:pt x="2812141" y="1893394"/>
                  <a:pt x="2805734" y="1886987"/>
                  <a:pt x="2805734" y="1879200"/>
                </a:cubicBezTo>
                <a:cubicBezTo>
                  <a:pt x="2805734" y="1871286"/>
                  <a:pt x="2812016" y="1864879"/>
                  <a:pt x="2819803" y="1865004"/>
                </a:cubicBezTo>
                <a:close/>
                <a:moveTo>
                  <a:pt x="2921300" y="1853072"/>
                </a:moveTo>
                <a:cubicBezTo>
                  <a:pt x="2924189" y="1852946"/>
                  <a:pt x="2926449" y="1855333"/>
                  <a:pt x="2926449" y="1858097"/>
                </a:cubicBezTo>
                <a:cubicBezTo>
                  <a:pt x="2926449" y="1860985"/>
                  <a:pt x="2924189" y="1863246"/>
                  <a:pt x="2921300" y="1863246"/>
                </a:cubicBezTo>
                <a:cubicBezTo>
                  <a:pt x="2918536" y="1863246"/>
                  <a:pt x="2916275" y="1860985"/>
                  <a:pt x="2916275" y="1858222"/>
                </a:cubicBezTo>
                <a:cubicBezTo>
                  <a:pt x="2916275" y="1855333"/>
                  <a:pt x="2918536" y="1853072"/>
                  <a:pt x="2921300" y="1853072"/>
                </a:cubicBezTo>
                <a:close/>
                <a:moveTo>
                  <a:pt x="514268" y="1851815"/>
                </a:moveTo>
                <a:cubicBezTo>
                  <a:pt x="521805" y="1851815"/>
                  <a:pt x="527834" y="1857844"/>
                  <a:pt x="527834" y="1865256"/>
                </a:cubicBezTo>
                <a:cubicBezTo>
                  <a:pt x="527834" y="1872792"/>
                  <a:pt x="521805" y="1878821"/>
                  <a:pt x="514393" y="1878821"/>
                </a:cubicBezTo>
                <a:cubicBezTo>
                  <a:pt x="506982" y="1878821"/>
                  <a:pt x="500827" y="1872792"/>
                  <a:pt x="500827" y="1865381"/>
                </a:cubicBezTo>
                <a:cubicBezTo>
                  <a:pt x="500827" y="1857970"/>
                  <a:pt x="506856" y="1851940"/>
                  <a:pt x="514268" y="1851815"/>
                </a:cubicBezTo>
                <a:close/>
                <a:moveTo>
                  <a:pt x="2426754" y="1849931"/>
                </a:moveTo>
                <a:cubicBezTo>
                  <a:pt x="2442204" y="1849931"/>
                  <a:pt x="2454892" y="1862493"/>
                  <a:pt x="2454892" y="1877944"/>
                </a:cubicBezTo>
                <a:cubicBezTo>
                  <a:pt x="2454892" y="1893520"/>
                  <a:pt x="2442455" y="1906206"/>
                  <a:pt x="2426879" y="1906206"/>
                </a:cubicBezTo>
                <a:cubicBezTo>
                  <a:pt x="2411303" y="1906206"/>
                  <a:pt x="2398617" y="1893770"/>
                  <a:pt x="2398617" y="1878194"/>
                </a:cubicBezTo>
                <a:cubicBezTo>
                  <a:pt x="2398491" y="1862743"/>
                  <a:pt x="2411053" y="1850056"/>
                  <a:pt x="2426754" y="1849931"/>
                </a:cubicBezTo>
                <a:close/>
                <a:moveTo>
                  <a:pt x="2131057" y="1846917"/>
                </a:moveTo>
                <a:cubicBezTo>
                  <a:pt x="2135328" y="1846917"/>
                  <a:pt x="2138846" y="1850434"/>
                  <a:pt x="2138846" y="1854705"/>
                </a:cubicBezTo>
                <a:cubicBezTo>
                  <a:pt x="2138971" y="1858976"/>
                  <a:pt x="2135454" y="1862493"/>
                  <a:pt x="2131183" y="1862493"/>
                </a:cubicBezTo>
                <a:cubicBezTo>
                  <a:pt x="2126912" y="1862619"/>
                  <a:pt x="2123394" y="1859102"/>
                  <a:pt x="2123394" y="1854831"/>
                </a:cubicBezTo>
                <a:cubicBezTo>
                  <a:pt x="2123394" y="1850560"/>
                  <a:pt x="2126912" y="1847042"/>
                  <a:pt x="2131057" y="1846917"/>
                </a:cubicBezTo>
                <a:close/>
                <a:moveTo>
                  <a:pt x="24117" y="1846539"/>
                </a:moveTo>
                <a:cubicBezTo>
                  <a:pt x="24872" y="1846539"/>
                  <a:pt x="25500" y="1847167"/>
                  <a:pt x="25500" y="1847921"/>
                </a:cubicBezTo>
                <a:cubicBezTo>
                  <a:pt x="25500" y="1848674"/>
                  <a:pt x="24872" y="1849303"/>
                  <a:pt x="24117" y="1849303"/>
                </a:cubicBezTo>
                <a:cubicBezTo>
                  <a:pt x="23490" y="1849303"/>
                  <a:pt x="22862" y="1848674"/>
                  <a:pt x="22862" y="1847921"/>
                </a:cubicBezTo>
                <a:cubicBezTo>
                  <a:pt x="22862" y="1847167"/>
                  <a:pt x="23490" y="1846539"/>
                  <a:pt x="24117" y="1846539"/>
                </a:cubicBezTo>
                <a:close/>
                <a:moveTo>
                  <a:pt x="914727" y="1839254"/>
                </a:moveTo>
                <a:cubicBezTo>
                  <a:pt x="925654" y="1839254"/>
                  <a:pt x="934699" y="1848047"/>
                  <a:pt x="934699" y="1859102"/>
                </a:cubicBezTo>
                <a:cubicBezTo>
                  <a:pt x="934699" y="1870156"/>
                  <a:pt x="925906" y="1879074"/>
                  <a:pt x="914852" y="1879074"/>
                </a:cubicBezTo>
                <a:cubicBezTo>
                  <a:pt x="903923" y="1879074"/>
                  <a:pt x="894879" y="1870282"/>
                  <a:pt x="894879" y="1859227"/>
                </a:cubicBezTo>
                <a:cubicBezTo>
                  <a:pt x="894879" y="1848298"/>
                  <a:pt x="903798" y="1839379"/>
                  <a:pt x="914727" y="1839254"/>
                </a:cubicBezTo>
                <a:close/>
                <a:moveTo>
                  <a:pt x="411263" y="1837369"/>
                </a:moveTo>
                <a:cubicBezTo>
                  <a:pt x="415660" y="1837369"/>
                  <a:pt x="419428" y="1841012"/>
                  <a:pt x="419428" y="1845534"/>
                </a:cubicBezTo>
                <a:cubicBezTo>
                  <a:pt x="419428" y="1850056"/>
                  <a:pt x="415785" y="1853699"/>
                  <a:pt x="411263" y="1853699"/>
                </a:cubicBezTo>
                <a:cubicBezTo>
                  <a:pt x="406866" y="1853699"/>
                  <a:pt x="403098" y="1850056"/>
                  <a:pt x="403098" y="1845534"/>
                </a:cubicBezTo>
                <a:cubicBezTo>
                  <a:pt x="403098" y="1841012"/>
                  <a:pt x="406740" y="1837369"/>
                  <a:pt x="411263" y="1837369"/>
                </a:cubicBezTo>
                <a:close/>
                <a:moveTo>
                  <a:pt x="3021790" y="1835737"/>
                </a:moveTo>
                <a:cubicBezTo>
                  <a:pt x="3022543" y="1835612"/>
                  <a:pt x="3023173" y="1836239"/>
                  <a:pt x="3023173" y="1836994"/>
                </a:cubicBezTo>
                <a:cubicBezTo>
                  <a:pt x="3023173" y="1837746"/>
                  <a:pt x="3022543" y="1838375"/>
                  <a:pt x="3021790" y="1838375"/>
                </a:cubicBezTo>
                <a:cubicBezTo>
                  <a:pt x="3021036" y="1838375"/>
                  <a:pt x="3020408" y="1837746"/>
                  <a:pt x="3020408" y="1836994"/>
                </a:cubicBezTo>
                <a:cubicBezTo>
                  <a:pt x="3020408" y="1836239"/>
                  <a:pt x="3020911" y="1835612"/>
                  <a:pt x="3021790" y="1835737"/>
                </a:cubicBezTo>
                <a:close/>
                <a:moveTo>
                  <a:pt x="2531517" y="1835235"/>
                </a:moveTo>
                <a:cubicBezTo>
                  <a:pt x="2544079" y="1835235"/>
                  <a:pt x="2554380" y="1845410"/>
                  <a:pt x="2554380" y="1857971"/>
                </a:cubicBezTo>
                <a:cubicBezTo>
                  <a:pt x="2554380" y="1870532"/>
                  <a:pt x="2544204" y="1880833"/>
                  <a:pt x="2531642" y="1880833"/>
                </a:cubicBezTo>
                <a:cubicBezTo>
                  <a:pt x="2519081" y="1880833"/>
                  <a:pt x="2508781" y="1870658"/>
                  <a:pt x="2508781" y="1858096"/>
                </a:cubicBezTo>
                <a:cubicBezTo>
                  <a:pt x="2508781" y="1845535"/>
                  <a:pt x="2518956" y="1835360"/>
                  <a:pt x="2531517" y="1835235"/>
                </a:cubicBezTo>
                <a:close/>
                <a:moveTo>
                  <a:pt x="309892" y="1819783"/>
                </a:moveTo>
                <a:cubicBezTo>
                  <a:pt x="312906" y="1819783"/>
                  <a:pt x="315419" y="1822295"/>
                  <a:pt x="315419" y="1825310"/>
                </a:cubicBezTo>
                <a:cubicBezTo>
                  <a:pt x="315419" y="1828325"/>
                  <a:pt x="312906" y="1830837"/>
                  <a:pt x="309892" y="1830837"/>
                </a:cubicBezTo>
                <a:cubicBezTo>
                  <a:pt x="306877" y="1830837"/>
                  <a:pt x="304365" y="1828325"/>
                  <a:pt x="304365" y="1825310"/>
                </a:cubicBezTo>
                <a:cubicBezTo>
                  <a:pt x="304365" y="1822295"/>
                  <a:pt x="306752" y="1819783"/>
                  <a:pt x="309892" y="1819783"/>
                </a:cubicBezTo>
                <a:close/>
                <a:moveTo>
                  <a:pt x="2240216" y="1819532"/>
                </a:moveTo>
                <a:cubicBezTo>
                  <a:pt x="2249512" y="1819407"/>
                  <a:pt x="2257049" y="1826944"/>
                  <a:pt x="2257049" y="1836239"/>
                </a:cubicBezTo>
                <a:cubicBezTo>
                  <a:pt x="2257175" y="1845410"/>
                  <a:pt x="2249638" y="1853072"/>
                  <a:pt x="2240343" y="1853072"/>
                </a:cubicBezTo>
                <a:cubicBezTo>
                  <a:pt x="2231046" y="1853197"/>
                  <a:pt x="2223509" y="1845660"/>
                  <a:pt x="2223509" y="1836365"/>
                </a:cubicBezTo>
                <a:cubicBezTo>
                  <a:pt x="2223509" y="1826944"/>
                  <a:pt x="2231046" y="1819407"/>
                  <a:pt x="2240216" y="1819532"/>
                </a:cubicBezTo>
                <a:close/>
                <a:moveTo>
                  <a:pt x="805316" y="1816392"/>
                </a:moveTo>
                <a:cubicBezTo>
                  <a:pt x="819134" y="1816266"/>
                  <a:pt x="830438" y="1827446"/>
                  <a:pt x="830438" y="1841263"/>
                </a:cubicBezTo>
                <a:cubicBezTo>
                  <a:pt x="830565" y="1855081"/>
                  <a:pt x="819386" y="1866386"/>
                  <a:pt x="805568" y="1866386"/>
                </a:cubicBezTo>
                <a:cubicBezTo>
                  <a:pt x="791750" y="1866511"/>
                  <a:pt x="780446" y="1855332"/>
                  <a:pt x="780446" y="1841515"/>
                </a:cubicBezTo>
                <a:cubicBezTo>
                  <a:pt x="780446" y="1827697"/>
                  <a:pt x="791500" y="1816518"/>
                  <a:pt x="805316" y="1816392"/>
                </a:cubicBezTo>
                <a:close/>
                <a:moveTo>
                  <a:pt x="2634397" y="1815890"/>
                </a:moveTo>
                <a:cubicBezTo>
                  <a:pt x="2646331" y="1815890"/>
                  <a:pt x="2656128" y="1825562"/>
                  <a:pt x="2656128" y="1837496"/>
                </a:cubicBezTo>
                <a:cubicBezTo>
                  <a:pt x="2656128" y="1849430"/>
                  <a:pt x="2646456" y="1859227"/>
                  <a:pt x="2634522" y="1859227"/>
                </a:cubicBezTo>
                <a:cubicBezTo>
                  <a:pt x="2622589" y="1859227"/>
                  <a:pt x="2612791" y="1849555"/>
                  <a:pt x="2612791" y="1837621"/>
                </a:cubicBezTo>
                <a:cubicBezTo>
                  <a:pt x="2612791" y="1825562"/>
                  <a:pt x="2622463" y="1815765"/>
                  <a:pt x="2634397" y="1815890"/>
                </a:cubicBezTo>
                <a:close/>
                <a:moveTo>
                  <a:pt x="1104532" y="1811241"/>
                </a:moveTo>
                <a:cubicBezTo>
                  <a:pt x="1106291" y="1811241"/>
                  <a:pt x="1107673" y="1812623"/>
                  <a:pt x="1107673" y="1814381"/>
                </a:cubicBezTo>
                <a:cubicBezTo>
                  <a:pt x="1107673" y="1816140"/>
                  <a:pt x="1106291" y="1817522"/>
                  <a:pt x="1104532" y="1817522"/>
                </a:cubicBezTo>
                <a:cubicBezTo>
                  <a:pt x="1102774" y="1817522"/>
                  <a:pt x="1101392" y="1816140"/>
                  <a:pt x="1101392" y="1814381"/>
                </a:cubicBezTo>
                <a:cubicBezTo>
                  <a:pt x="1101392" y="1812748"/>
                  <a:pt x="1102774" y="1811366"/>
                  <a:pt x="1104532" y="1811241"/>
                </a:cubicBezTo>
                <a:close/>
                <a:moveTo>
                  <a:pt x="1941253" y="1811116"/>
                </a:moveTo>
                <a:cubicBezTo>
                  <a:pt x="1941379" y="1811116"/>
                  <a:pt x="1941505" y="1811242"/>
                  <a:pt x="1941505" y="1811368"/>
                </a:cubicBezTo>
                <a:cubicBezTo>
                  <a:pt x="1941505" y="1811494"/>
                  <a:pt x="1941379" y="1811619"/>
                  <a:pt x="1941253" y="1811619"/>
                </a:cubicBezTo>
                <a:cubicBezTo>
                  <a:pt x="1941127" y="1811619"/>
                  <a:pt x="1941002" y="1811494"/>
                  <a:pt x="1941002" y="1811368"/>
                </a:cubicBezTo>
                <a:cubicBezTo>
                  <a:pt x="1941002" y="1811242"/>
                  <a:pt x="1941127" y="1811242"/>
                  <a:pt x="1941253" y="1811116"/>
                </a:cubicBezTo>
                <a:close/>
                <a:moveTo>
                  <a:pt x="209652" y="1799937"/>
                </a:moveTo>
                <a:cubicBezTo>
                  <a:pt x="212289" y="1799937"/>
                  <a:pt x="214551" y="1802199"/>
                  <a:pt x="214551" y="1804836"/>
                </a:cubicBezTo>
                <a:cubicBezTo>
                  <a:pt x="214551" y="1807599"/>
                  <a:pt x="212289" y="1809735"/>
                  <a:pt x="209652" y="1809735"/>
                </a:cubicBezTo>
                <a:cubicBezTo>
                  <a:pt x="207014" y="1809735"/>
                  <a:pt x="204753" y="1807474"/>
                  <a:pt x="204753" y="1804836"/>
                </a:cubicBezTo>
                <a:cubicBezTo>
                  <a:pt x="204753" y="1802199"/>
                  <a:pt x="206888" y="1799937"/>
                  <a:pt x="209652" y="1799937"/>
                </a:cubicBezTo>
                <a:close/>
                <a:moveTo>
                  <a:pt x="699547" y="1798177"/>
                </a:moveTo>
                <a:cubicBezTo>
                  <a:pt x="712862" y="1798052"/>
                  <a:pt x="723791" y="1808854"/>
                  <a:pt x="723791" y="1822170"/>
                </a:cubicBezTo>
                <a:cubicBezTo>
                  <a:pt x="723916" y="1835484"/>
                  <a:pt x="713114" y="1846413"/>
                  <a:pt x="699798" y="1846413"/>
                </a:cubicBezTo>
                <a:cubicBezTo>
                  <a:pt x="686484" y="1846538"/>
                  <a:pt x="675555" y="1835736"/>
                  <a:pt x="675555" y="1822421"/>
                </a:cubicBezTo>
                <a:cubicBezTo>
                  <a:pt x="675555" y="1809106"/>
                  <a:pt x="686232" y="1798303"/>
                  <a:pt x="699547" y="1798177"/>
                </a:cubicBezTo>
                <a:close/>
                <a:moveTo>
                  <a:pt x="2735641" y="1796923"/>
                </a:moveTo>
                <a:cubicBezTo>
                  <a:pt x="2746568" y="1796798"/>
                  <a:pt x="2755362" y="1805591"/>
                  <a:pt x="2755487" y="1816519"/>
                </a:cubicBezTo>
                <a:cubicBezTo>
                  <a:pt x="2755487" y="1827322"/>
                  <a:pt x="2746695" y="1836241"/>
                  <a:pt x="2735892" y="1836241"/>
                </a:cubicBezTo>
                <a:cubicBezTo>
                  <a:pt x="2725089" y="1836367"/>
                  <a:pt x="2716171" y="1827574"/>
                  <a:pt x="2716171" y="1816645"/>
                </a:cubicBezTo>
                <a:cubicBezTo>
                  <a:pt x="2716045" y="1805716"/>
                  <a:pt x="2724838" y="1796798"/>
                  <a:pt x="2735641" y="1796923"/>
                </a:cubicBezTo>
                <a:close/>
                <a:moveTo>
                  <a:pt x="2053553" y="1793655"/>
                </a:moveTo>
                <a:cubicBezTo>
                  <a:pt x="2053678" y="1793655"/>
                  <a:pt x="2053930" y="1793907"/>
                  <a:pt x="2053930" y="1794158"/>
                </a:cubicBezTo>
                <a:cubicBezTo>
                  <a:pt x="2053930" y="1794410"/>
                  <a:pt x="2053803" y="1794660"/>
                  <a:pt x="2053553" y="1794660"/>
                </a:cubicBezTo>
                <a:cubicBezTo>
                  <a:pt x="2053175" y="1794660"/>
                  <a:pt x="2053050" y="1794410"/>
                  <a:pt x="2053050" y="1794158"/>
                </a:cubicBezTo>
                <a:cubicBezTo>
                  <a:pt x="2053050" y="1793907"/>
                  <a:pt x="2053175" y="1793655"/>
                  <a:pt x="2053553" y="1793655"/>
                </a:cubicBezTo>
                <a:close/>
                <a:moveTo>
                  <a:pt x="2345982" y="1788255"/>
                </a:moveTo>
                <a:cubicBezTo>
                  <a:pt x="2361559" y="1788255"/>
                  <a:pt x="2374120" y="1800691"/>
                  <a:pt x="2374247" y="1816268"/>
                </a:cubicBezTo>
                <a:cubicBezTo>
                  <a:pt x="2374247" y="1831844"/>
                  <a:pt x="2361810" y="1844530"/>
                  <a:pt x="2346234" y="1844530"/>
                </a:cubicBezTo>
                <a:cubicBezTo>
                  <a:pt x="2330658" y="1844530"/>
                  <a:pt x="2318097" y="1832094"/>
                  <a:pt x="2317972" y="1816518"/>
                </a:cubicBezTo>
                <a:cubicBezTo>
                  <a:pt x="2317846" y="1801068"/>
                  <a:pt x="2330408" y="1788380"/>
                  <a:pt x="2345982" y="1788255"/>
                </a:cubicBezTo>
                <a:close/>
                <a:moveTo>
                  <a:pt x="991978" y="1788255"/>
                </a:moveTo>
                <a:cubicBezTo>
                  <a:pt x="997380" y="1788255"/>
                  <a:pt x="1001776" y="1792525"/>
                  <a:pt x="1001776" y="1797927"/>
                </a:cubicBezTo>
                <a:cubicBezTo>
                  <a:pt x="1001776" y="1803329"/>
                  <a:pt x="997505" y="1807726"/>
                  <a:pt x="992105" y="1807726"/>
                </a:cubicBezTo>
                <a:cubicBezTo>
                  <a:pt x="986703" y="1807851"/>
                  <a:pt x="982307" y="1803454"/>
                  <a:pt x="982307" y="1798052"/>
                </a:cubicBezTo>
                <a:cubicBezTo>
                  <a:pt x="982307" y="1792652"/>
                  <a:pt x="986703" y="1788255"/>
                  <a:pt x="991978" y="1788255"/>
                </a:cubicBezTo>
                <a:close/>
                <a:moveTo>
                  <a:pt x="110414" y="1781596"/>
                </a:moveTo>
                <a:cubicBezTo>
                  <a:pt x="111922" y="1781596"/>
                  <a:pt x="113052" y="1782726"/>
                  <a:pt x="113052" y="1784233"/>
                </a:cubicBezTo>
                <a:cubicBezTo>
                  <a:pt x="113052" y="1785615"/>
                  <a:pt x="111922" y="1786870"/>
                  <a:pt x="110414" y="1786870"/>
                </a:cubicBezTo>
                <a:cubicBezTo>
                  <a:pt x="108907" y="1786870"/>
                  <a:pt x="107777" y="1785740"/>
                  <a:pt x="107777" y="1784233"/>
                </a:cubicBezTo>
                <a:cubicBezTo>
                  <a:pt x="107650" y="1782726"/>
                  <a:pt x="108907" y="1781596"/>
                  <a:pt x="110414" y="1781596"/>
                </a:cubicBezTo>
                <a:close/>
                <a:moveTo>
                  <a:pt x="596293" y="1780466"/>
                </a:moveTo>
                <a:cubicBezTo>
                  <a:pt x="608603" y="1780341"/>
                  <a:pt x="618527" y="1790264"/>
                  <a:pt x="618527" y="1802449"/>
                </a:cubicBezTo>
                <a:cubicBezTo>
                  <a:pt x="618652" y="1814759"/>
                  <a:pt x="608728" y="1824683"/>
                  <a:pt x="596544" y="1824683"/>
                </a:cubicBezTo>
                <a:cubicBezTo>
                  <a:pt x="584235" y="1824808"/>
                  <a:pt x="574311" y="1814884"/>
                  <a:pt x="574311" y="1802700"/>
                </a:cubicBezTo>
                <a:cubicBezTo>
                  <a:pt x="574311" y="1790390"/>
                  <a:pt x="584108" y="1780466"/>
                  <a:pt x="596293" y="1780466"/>
                </a:cubicBezTo>
                <a:close/>
                <a:moveTo>
                  <a:pt x="2835757" y="1778708"/>
                </a:moveTo>
                <a:cubicBezTo>
                  <a:pt x="2844927" y="1778708"/>
                  <a:pt x="2852464" y="1786120"/>
                  <a:pt x="2852464" y="1795289"/>
                </a:cubicBezTo>
                <a:cubicBezTo>
                  <a:pt x="2852464" y="1804459"/>
                  <a:pt x="2845052" y="1811996"/>
                  <a:pt x="2835882" y="1811996"/>
                </a:cubicBezTo>
                <a:cubicBezTo>
                  <a:pt x="2826838" y="1811996"/>
                  <a:pt x="2819301" y="1804584"/>
                  <a:pt x="2819301" y="1795415"/>
                </a:cubicBezTo>
                <a:cubicBezTo>
                  <a:pt x="2819301" y="1786245"/>
                  <a:pt x="2826713" y="1778708"/>
                  <a:pt x="2835757" y="1778708"/>
                </a:cubicBezTo>
                <a:close/>
                <a:moveTo>
                  <a:pt x="2448988" y="1767905"/>
                </a:moveTo>
                <a:cubicBezTo>
                  <a:pt x="2464439" y="1767905"/>
                  <a:pt x="2477000" y="1780215"/>
                  <a:pt x="2477000" y="1795666"/>
                </a:cubicBezTo>
                <a:cubicBezTo>
                  <a:pt x="2477126" y="1811117"/>
                  <a:pt x="2464689" y="1823679"/>
                  <a:pt x="2449239" y="1823679"/>
                </a:cubicBezTo>
                <a:cubicBezTo>
                  <a:pt x="2433789" y="1823804"/>
                  <a:pt x="2421228" y="1811368"/>
                  <a:pt x="2421228" y="1795918"/>
                </a:cubicBezTo>
                <a:cubicBezTo>
                  <a:pt x="2421102" y="1780592"/>
                  <a:pt x="2433537" y="1768030"/>
                  <a:pt x="2448988" y="1767905"/>
                </a:cubicBezTo>
                <a:close/>
                <a:moveTo>
                  <a:pt x="2934991" y="1767150"/>
                </a:moveTo>
                <a:cubicBezTo>
                  <a:pt x="2938760" y="1767150"/>
                  <a:pt x="2941900" y="1770165"/>
                  <a:pt x="2941900" y="1773934"/>
                </a:cubicBezTo>
                <a:cubicBezTo>
                  <a:pt x="2941900" y="1777701"/>
                  <a:pt x="2938885" y="1780841"/>
                  <a:pt x="2935118" y="1780841"/>
                </a:cubicBezTo>
                <a:cubicBezTo>
                  <a:pt x="2931348" y="1780841"/>
                  <a:pt x="2928208" y="1777827"/>
                  <a:pt x="2928208" y="1774059"/>
                </a:cubicBezTo>
                <a:cubicBezTo>
                  <a:pt x="2928208" y="1770165"/>
                  <a:pt x="2931223" y="1767150"/>
                  <a:pt x="2934991" y="1767150"/>
                </a:cubicBezTo>
                <a:close/>
                <a:moveTo>
                  <a:pt x="495047" y="1765517"/>
                </a:moveTo>
                <a:cubicBezTo>
                  <a:pt x="504343" y="1765392"/>
                  <a:pt x="511880" y="1772929"/>
                  <a:pt x="511880" y="1782224"/>
                </a:cubicBezTo>
                <a:cubicBezTo>
                  <a:pt x="511880" y="1791520"/>
                  <a:pt x="504468" y="1799057"/>
                  <a:pt x="495173" y="1799057"/>
                </a:cubicBezTo>
                <a:cubicBezTo>
                  <a:pt x="485877" y="1799182"/>
                  <a:pt x="478340" y="1791645"/>
                  <a:pt x="478340" y="1782350"/>
                </a:cubicBezTo>
                <a:cubicBezTo>
                  <a:pt x="478215" y="1773054"/>
                  <a:pt x="485752" y="1765517"/>
                  <a:pt x="495047" y="1765517"/>
                </a:cubicBezTo>
                <a:close/>
                <a:moveTo>
                  <a:pt x="11932" y="1762126"/>
                </a:moveTo>
                <a:cubicBezTo>
                  <a:pt x="12685" y="1762126"/>
                  <a:pt x="13313" y="1762754"/>
                  <a:pt x="13313" y="1763508"/>
                </a:cubicBezTo>
                <a:cubicBezTo>
                  <a:pt x="13313" y="1764261"/>
                  <a:pt x="12685" y="1764890"/>
                  <a:pt x="11932" y="1764890"/>
                </a:cubicBezTo>
                <a:cubicBezTo>
                  <a:pt x="11178" y="1764890"/>
                  <a:pt x="10550" y="1764261"/>
                  <a:pt x="10550" y="1763508"/>
                </a:cubicBezTo>
                <a:cubicBezTo>
                  <a:pt x="10550" y="1762754"/>
                  <a:pt x="11178" y="1762126"/>
                  <a:pt x="11932" y="1762126"/>
                </a:cubicBezTo>
                <a:close/>
                <a:moveTo>
                  <a:pt x="2160324" y="1761750"/>
                </a:moveTo>
                <a:cubicBezTo>
                  <a:pt x="2167484" y="1761750"/>
                  <a:pt x="2173388" y="1767654"/>
                  <a:pt x="2173388" y="1774814"/>
                </a:cubicBezTo>
                <a:cubicBezTo>
                  <a:pt x="2173388" y="1781974"/>
                  <a:pt x="2167484" y="1787878"/>
                  <a:pt x="2160324" y="1787878"/>
                </a:cubicBezTo>
                <a:cubicBezTo>
                  <a:pt x="2153165" y="1787878"/>
                  <a:pt x="2147260" y="1781974"/>
                  <a:pt x="2147260" y="1774814"/>
                </a:cubicBezTo>
                <a:cubicBezTo>
                  <a:pt x="2147260" y="1767529"/>
                  <a:pt x="2153038" y="1761750"/>
                  <a:pt x="2160324" y="1761750"/>
                </a:cubicBezTo>
                <a:close/>
                <a:moveTo>
                  <a:pt x="884955" y="1759866"/>
                </a:moveTo>
                <a:cubicBezTo>
                  <a:pt x="895758" y="1759741"/>
                  <a:pt x="904550" y="1768409"/>
                  <a:pt x="904550" y="1779211"/>
                </a:cubicBezTo>
                <a:cubicBezTo>
                  <a:pt x="904677" y="1790015"/>
                  <a:pt x="896009" y="1798808"/>
                  <a:pt x="885207" y="1798808"/>
                </a:cubicBezTo>
                <a:cubicBezTo>
                  <a:pt x="874403" y="1798934"/>
                  <a:pt x="865736" y="1790267"/>
                  <a:pt x="865611" y="1779463"/>
                </a:cubicBezTo>
                <a:cubicBezTo>
                  <a:pt x="865611" y="1768659"/>
                  <a:pt x="874278" y="1759866"/>
                  <a:pt x="884955" y="1759866"/>
                </a:cubicBezTo>
                <a:close/>
                <a:moveTo>
                  <a:pt x="1180277" y="1753710"/>
                </a:moveTo>
                <a:cubicBezTo>
                  <a:pt x="1180403" y="1753710"/>
                  <a:pt x="1180528" y="1753835"/>
                  <a:pt x="1180528" y="1753962"/>
                </a:cubicBezTo>
                <a:cubicBezTo>
                  <a:pt x="1180528" y="1754087"/>
                  <a:pt x="1180403" y="1754212"/>
                  <a:pt x="1180277" y="1754212"/>
                </a:cubicBezTo>
                <a:cubicBezTo>
                  <a:pt x="1180151" y="1754212"/>
                  <a:pt x="1180026" y="1754087"/>
                  <a:pt x="1180026" y="1753962"/>
                </a:cubicBezTo>
                <a:cubicBezTo>
                  <a:pt x="1180026" y="1753835"/>
                  <a:pt x="1180026" y="1753710"/>
                  <a:pt x="1180277" y="1753710"/>
                </a:cubicBezTo>
                <a:close/>
                <a:moveTo>
                  <a:pt x="395184" y="1750821"/>
                </a:moveTo>
                <a:cubicBezTo>
                  <a:pt x="401213" y="1750821"/>
                  <a:pt x="406238" y="1755720"/>
                  <a:pt x="406238" y="1761875"/>
                </a:cubicBezTo>
                <a:cubicBezTo>
                  <a:pt x="406238" y="1767905"/>
                  <a:pt x="401338" y="1772929"/>
                  <a:pt x="395184" y="1772929"/>
                </a:cubicBezTo>
                <a:cubicBezTo>
                  <a:pt x="389154" y="1772929"/>
                  <a:pt x="384130" y="1768030"/>
                  <a:pt x="384130" y="1761875"/>
                </a:cubicBezTo>
                <a:cubicBezTo>
                  <a:pt x="384130" y="1755720"/>
                  <a:pt x="389029" y="1750821"/>
                  <a:pt x="395184" y="1750821"/>
                </a:cubicBezTo>
                <a:close/>
                <a:moveTo>
                  <a:pt x="2550108" y="1750695"/>
                </a:moveTo>
                <a:cubicBezTo>
                  <a:pt x="2563422" y="1750570"/>
                  <a:pt x="2574351" y="1761372"/>
                  <a:pt x="2574351" y="1774688"/>
                </a:cubicBezTo>
                <a:cubicBezTo>
                  <a:pt x="2574477" y="1788002"/>
                  <a:pt x="2563674" y="1798931"/>
                  <a:pt x="2550359" y="1798931"/>
                </a:cubicBezTo>
                <a:cubicBezTo>
                  <a:pt x="2537044" y="1799056"/>
                  <a:pt x="2526115" y="1788254"/>
                  <a:pt x="2526115" y="1774939"/>
                </a:cubicBezTo>
                <a:cubicBezTo>
                  <a:pt x="2526115" y="1761624"/>
                  <a:pt x="2536919" y="1750820"/>
                  <a:pt x="2550108" y="1750695"/>
                </a:cubicBezTo>
                <a:close/>
                <a:moveTo>
                  <a:pt x="3033348" y="1750570"/>
                </a:moveTo>
                <a:cubicBezTo>
                  <a:pt x="3034478" y="1750570"/>
                  <a:pt x="3035358" y="1751450"/>
                  <a:pt x="3035358" y="1752580"/>
                </a:cubicBezTo>
                <a:cubicBezTo>
                  <a:pt x="3035358" y="1753711"/>
                  <a:pt x="3034478" y="1754590"/>
                  <a:pt x="3033348" y="1754590"/>
                </a:cubicBezTo>
                <a:cubicBezTo>
                  <a:pt x="3032218" y="1754590"/>
                  <a:pt x="3031338" y="1753711"/>
                  <a:pt x="3031338" y="1752580"/>
                </a:cubicBezTo>
                <a:cubicBezTo>
                  <a:pt x="3031338" y="1751450"/>
                  <a:pt x="3032218" y="1750570"/>
                  <a:pt x="3033348" y="1750570"/>
                </a:cubicBezTo>
                <a:close/>
                <a:moveTo>
                  <a:pt x="781324" y="1734366"/>
                </a:moveTo>
                <a:cubicBezTo>
                  <a:pt x="795267" y="1734366"/>
                  <a:pt x="806697" y="1745545"/>
                  <a:pt x="806697" y="1759489"/>
                </a:cubicBezTo>
                <a:cubicBezTo>
                  <a:pt x="806824" y="1773432"/>
                  <a:pt x="795518" y="1784737"/>
                  <a:pt x="781574" y="1784862"/>
                </a:cubicBezTo>
                <a:cubicBezTo>
                  <a:pt x="767757" y="1784862"/>
                  <a:pt x="756326" y="1773683"/>
                  <a:pt x="756326" y="1759739"/>
                </a:cubicBezTo>
                <a:cubicBezTo>
                  <a:pt x="756326" y="1745797"/>
                  <a:pt x="767505" y="1734491"/>
                  <a:pt x="781324" y="1734366"/>
                </a:cubicBezTo>
                <a:close/>
                <a:moveTo>
                  <a:pt x="1070741" y="1733360"/>
                </a:moveTo>
                <a:cubicBezTo>
                  <a:pt x="1072374" y="1733360"/>
                  <a:pt x="1073630" y="1734615"/>
                  <a:pt x="1073630" y="1736250"/>
                </a:cubicBezTo>
                <a:cubicBezTo>
                  <a:pt x="1073630" y="1737882"/>
                  <a:pt x="1072374" y="1739138"/>
                  <a:pt x="1070741" y="1739138"/>
                </a:cubicBezTo>
                <a:cubicBezTo>
                  <a:pt x="1069107" y="1739138"/>
                  <a:pt x="1067852" y="1737882"/>
                  <a:pt x="1067852" y="1736250"/>
                </a:cubicBezTo>
                <a:cubicBezTo>
                  <a:pt x="1067852" y="1734615"/>
                  <a:pt x="1069107" y="1733360"/>
                  <a:pt x="1070741" y="1733360"/>
                </a:cubicBezTo>
                <a:close/>
                <a:moveTo>
                  <a:pt x="296325" y="1733235"/>
                </a:moveTo>
                <a:cubicBezTo>
                  <a:pt x="300597" y="1733235"/>
                  <a:pt x="304114" y="1736752"/>
                  <a:pt x="304114" y="1741024"/>
                </a:cubicBezTo>
                <a:cubicBezTo>
                  <a:pt x="304239" y="1745294"/>
                  <a:pt x="300722" y="1748811"/>
                  <a:pt x="296452" y="1748811"/>
                </a:cubicBezTo>
                <a:cubicBezTo>
                  <a:pt x="292180" y="1748937"/>
                  <a:pt x="288663" y="1745419"/>
                  <a:pt x="288663" y="1741149"/>
                </a:cubicBezTo>
                <a:cubicBezTo>
                  <a:pt x="288663" y="1736877"/>
                  <a:pt x="292055" y="1733360"/>
                  <a:pt x="296325" y="1733235"/>
                </a:cubicBezTo>
                <a:close/>
                <a:moveTo>
                  <a:pt x="1974415" y="1732606"/>
                </a:moveTo>
                <a:cubicBezTo>
                  <a:pt x="1974665" y="1732481"/>
                  <a:pt x="1974917" y="1732733"/>
                  <a:pt x="1974917" y="1732983"/>
                </a:cubicBezTo>
                <a:cubicBezTo>
                  <a:pt x="1974917" y="1733235"/>
                  <a:pt x="1974665" y="1733486"/>
                  <a:pt x="1974415" y="1733486"/>
                </a:cubicBezTo>
                <a:cubicBezTo>
                  <a:pt x="1974164" y="1733361"/>
                  <a:pt x="1973912" y="1733235"/>
                  <a:pt x="1973912" y="1732983"/>
                </a:cubicBezTo>
                <a:cubicBezTo>
                  <a:pt x="1973912" y="1732733"/>
                  <a:pt x="1974164" y="1732481"/>
                  <a:pt x="1974415" y="1732606"/>
                </a:cubicBezTo>
                <a:close/>
                <a:moveTo>
                  <a:pt x="2263580" y="1730973"/>
                </a:moveTo>
                <a:cubicBezTo>
                  <a:pt x="2276519" y="1730848"/>
                  <a:pt x="2286944" y="1741273"/>
                  <a:pt x="2286944" y="1754087"/>
                </a:cubicBezTo>
                <a:cubicBezTo>
                  <a:pt x="2287071" y="1766900"/>
                  <a:pt x="2276644" y="1777452"/>
                  <a:pt x="2263831" y="1777452"/>
                </a:cubicBezTo>
                <a:cubicBezTo>
                  <a:pt x="2250894" y="1777578"/>
                  <a:pt x="2240468" y="1767152"/>
                  <a:pt x="2240468" y="1754338"/>
                </a:cubicBezTo>
                <a:cubicBezTo>
                  <a:pt x="2240342" y="1741525"/>
                  <a:pt x="2250767" y="1731098"/>
                  <a:pt x="2263580" y="1730973"/>
                </a:cubicBezTo>
                <a:close/>
                <a:moveTo>
                  <a:pt x="2649971" y="1730848"/>
                </a:moveTo>
                <a:cubicBezTo>
                  <a:pt x="2662533" y="1730848"/>
                  <a:pt x="2672834" y="1741022"/>
                  <a:pt x="2672834" y="1753584"/>
                </a:cubicBezTo>
                <a:cubicBezTo>
                  <a:pt x="2672834" y="1766145"/>
                  <a:pt x="2662659" y="1776446"/>
                  <a:pt x="2650098" y="1776446"/>
                </a:cubicBezTo>
                <a:cubicBezTo>
                  <a:pt x="2637536" y="1776446"/>
                  <a:pt x="2627235" y="1766272"/>
                  <a:pt x="2627235" y="1753711"/>
                </a:cubicBezTo>
                <a:cubicBezTo>
                  <a:pt x="2627235" y="1741149"/>
                  <a:pt x="2637410" y="1730848"/>
                  <a:pt x="2649971" y="1730848"/>
                </a:cubicBezTo>
                <a:close/>
                <a:moveTo>
                  <a:pt x="198346" y="1715397"/>
                </a:moveTo>
                <a:cubicBezTo>
                  <a:pt x="201109" y="1715397"/>
                  <a:pt x="203244" y="1717659"/>
                  <a:pt x="203244" y="1720296"/>
                </a:cubicBezTo>
                <a:cubicBezTo>
                  <a:pt x="203244" y="1723059"/>
                  <a:pt x="201109" y="1725194"/>
                  <a:pt x="198471" y="1725194"/>
                </a:cubicBezTo>
                <a:cubicBezTo>
                  <a:pt x="195707" y="1725194"/>
                  <a:pt x="193572" y="1722934"/>
                  <a:pt x="193572" y="1720296"/>
                </a:cubicBezTo>
                <a:cubicBezTo>
                  <a:pt x="193572" y="1717659"/>
                  <a:pt x="195707" y="1715397"/>
                  <a:pt x="198346" y="1715397"/>
                </a:cubicBezTo>
                <a:close/>
                <a:moveTo>
                  <a:pt x="680330" y="1713136"/>
                </a:moveTo>
                <a:cubicBezTo>
                  <a:pt x="694774" y="1713010"/>
                  <a:pt x="706583" y="1724693"/>
                  <a:pt x="706583" y="1739137"/>
                </a:cubicBezTo>
                <a:cubicBezTo>
                  <a:pt x="706708" y="1753583"/>
                  <a:pt x="695026" y="1765391"/>
                  <a:pt x="680580" y="1765391"/>
                </a:cubicBezTo>
                <a:cubicBezTo>
                  <a:pt x="666134" y="1765516"/>
                  <a:pt x="654327" y="1753835"/>
                  <a:pt x="654327" y="1739389"/>
                </a:cubicBezTo>
                <a:cubicBezTo>
                  <a:pt x="654202" y="1724943"/>
                  <a:pt x="665884" y="1713261"/>
                  <a:pt x="680330" y="1713136"/>
                </a:cubicBezTo>
                <a:close/>
                <a:moveTo>
                  <a:pt x="2748578" y="1710876"/>
                </a:moveTo>
                <a:cubicBezTo>
                  <a:pt x="2760512" y="1710751"/>
                  <a:pt x="2770184" y="1720423"/>
                  <a:pt x="2770184" y="1732230"/>
                </a:cubicBezTo>
                <a:cubicBezTo>
                  <a:pt x="2770184" y="1744039"/>
                  <a:pt x="2760639" y="1753711"/>
                  <a:pt x="2748830" y="1753711"/>
                </a:cubicBezTo>
                <a:cubicBezTo>
                  <a:pt x="2736896" y="1753836"/>
                  <a:pt x="2727224" y="1744289"/>
                  <a:pt x="2727224" y="1732357"/>
                </a:cubicBezTo>
                <a:cubicBezTo>
                  <a:pt x="2727224" y="1720423"/>
                  <a:pt x="2736771" y="1710751"/>
                  <a:pt x="2748578" y="1710876"/>
                </a:cubicBezTo>
                <a:close/>
                <a:moveTo>
                  <a:pt x="2078046" y="1708364"/>
                </a:moveTo>
                <a:cubicBezTo>
                  <a:pt x="2080433" y="1708364"/>
                  <a:pt x="2082318" y="1710249"/>
                  <a:pt x="2082318" y="1712509"/>
                </a:cubicBezTo>
                <a:cubicBezTo>
                  <a:pt x="2082318" y="1714896"/>
                  <a:pt x="2080558" y="1716781"/>
                  <a:pt x="2078172" y="1716781"/>
                </a:cubicBezTo>
                <a:cubicBezTo>
                  <a:pt x="2075912" y="1716781"/>
                  <a:pt x="2074027" y="1715022"/>
                  <a:pt x="2074027" y="1712635"/>
                </a:cubicBezTo>
                <a:cubicBezTo>
                  <a:pt x="2074027" y="1710374"/>
                  <a:pt x="2075912" y="1708489"/>
                  <a:pt x="2078046" y="1708364"/>
                </a:cubicBezTo>
                <a:close/>
                <a:moveTo>
                  <a:pt x="966606" y="1706856"/>
                </a:moveTo>
                <a:cubicBezTo>
                  <a:pt x="972008" y="1706856"/>
                  <a:pt x="976404" y="1711126"/>
                  <a:pt x="976404" y="1716527"/>
                </a:cubicBezTo>
                <a:cubicBezTo>
                  <a:pt x="976530" y="1721929"/>
                  <a:pt x="972133" y="1726325"/>
                  <a:pt x="966731" y="1726325"/>
                </a:cubicBezTo>
                <a:cubicBezTo>
                  <a:pt x="961331" y="1726325"/>
                  <a:pt x="956934" y="1722054"/>
                  <a:pt x="956934" y="1716653"/>
                </a:cubicBezTo>
                <a:cubicBezTo>
                  <a:pt x="956934" y="1711252"/>
                  <a:pt x="961204" y="1706981"/>
                  <a:pt x="966606" y="1706856"/>
                </a:cubicBezTo>
                <a:close/>
                <a:moveTo>
                  <a:pt x="2364575" y="1704469"/>
                </a:moveTo>
                <a:cubicBezTo>
                  <a:pt x="2380527" y="1704343"/>
                  <a:pt x="2393465" y="1717156"/>
                  <a:pt x="2393465" y="1733109"/>
                </a:cubicBezTo>
                <a:cubicBezTo>
                  <a:pt x="2393591" y="1749061"/>
                  <a:pt x="2380779" y="1762000"/>
                  <a:pt x="2364825" y="1762000"/>
                </a:cubicBezTo>
                <a:cubicBezTo>
                  <a:pt x="2348872" y="1762125"/>
                  <a:pt x="2335935" y="1749313"/>
                  <a:pt x="2335935" y="1733360"/>
                </a:cubicBezTo>
                <a:cubicBezTo>
                  <a:pt x="2335808" y="1717406"/>
                  <a:pt x="2348747" y="1704594"/>
                  <a:pt x="2364575" y="1704469"/>
                </a:cubicBezTo>
                <a:close/>
                <a:moveTo>
                  <a:pt x="580843" y="1696680"/>
                </a:moveTo>
                <a:cubicBezTo>
                  <a:pt x="593154" y="1696555"/>
                  <a:pt x="603077" y="1706477"/>
                  <a:pt x="603077" y="1718662"/>
                </a:cubicBezTo>
                <a:cubicBezTo>
                  <a:pt x="603077" y="1730972"/>
                  <a:pt x="593154" y="1740895"/>
                  <a:pt x="580968" y="1740895"/>
                </a:cubicBezTo>
                <a:cubicBezTo>
                  <a:pt x="568659" y="1740895"/>
                  <a:pt x="558860" y="1730972"/>
                  <a:pt x="558735" y="1718788"/>
                </a:cubicBezTo>
                <a:cubicBezTo>
                  <a:pt x="558735" y="1706604"/>
                  <a:pt x="568659" y="1696680"/>
                  <a:pt x="580843" y="1696680"/>
                </a:cubicBezTo>
                <a:close/>
                <a:moveTo>
                  <a:pt x="101243" y="1695425"/>
                </a:moveTo>
                <a:cubicBezTo>
                  <a:pt x="103378" y="1695425"/>
                  <a:pt x="105263" y="1697309"/>
                  <a:pt x="105263" y="1699445"/>
                </a:cubicBezTo>
                <a:cubicBezTo>
                  <a:pt x="105263" y="1701706"/>
                  <a:pt x="103378" y="1703464"/>
                  <a:pt x="101243" y="1703464"/>
                </a:cubicBezTo>
                <a:cubicBezTo>
                  <a:pt x="98983" y="1703464"/>
                  <a:pt x="97224" y="1701580"/>
                  <a:pt x="97224" y="1699445"/>
                </a:cubicBezTo>
                <a:cubicBezTo>
                  <a:pt x="97224" y="1697309"/>
                  <a:pt x="98983" y="1695425"/>
                  <a:pt x="101243" y="1695425"/>
                </a:cubicBezTo>
                <a:close/>
                <a:moveTo>
                  <a:pt x="2846435" y="1694043"/>
                </a:moveTo>
                <a:cubicBezTo>
                  <a:pt x="2855605" y="1694043"/>
                  <a:pt x="2863142" y="1701455"/>
                  <a:pt x="2863142" y="1710624"/>
                </a:cubicBezTo>
                <a:cubicBezTo>
                  <a:pt x="2863142" y="1719794"/>
                  <a:pt x="2855730" y="1727331"/>
                  <a:pt x="2846560" y="1727331"/>
                </a:cubicBezTo>
                <a:cubicBezTo>
                  <a:pt x="2837516" y="1727331"/>
                  <a:pt x="2829979" y="1719919"/>
                  <a:pt x="2829979" y="1710750"/>
                </a:cubicBezTo>
                <a:cubicBezTo>
                  <a:pt x="2829979" y="1701580"/>
                  <a:pt x="2837266" y="1694168"/>
                  <a:pt x="2846435" y="1694043"/>
                </a:cubicBezTo>
                <a:close/>
                <a:moveTo>
                  <a:pt x="2463935" y="1683993"/>
                </a:moveTo>
                <a:cubicBezTo>
                  <a:pt x="2479386" y="1683868"/>
                  <a:pt x="2491821" y="1696303"/>
                  <a:pt x="2491947" y="1711754"/>
                </a:cubicBezTo>
                <a:cubicBezTo>
                  <a:pt x="2492073" y="1727204"/>
                  <a:pt x="2479636" y="1739766"/>
                  <a:pt x="2464186" y="1739766"/>
                </a:cubicBezTo>
                <a:cubicBezTo>
                  <a:pt x="2448736" y="1739891"/>
                  <a:pt x="2436300" y="1727455"/>
                  <a:pt x="2436175" y="1712004"/>
                </a:cubicBezTo>
                <a:cubicBezTo>
                  <a:pt x="2436048" y="1696555"/>
                  <a:pt x="2448484" y="1684118"/>
                  <a:pt x="2463935" y="1683993"/>
                </a:cubicBezTo>
                <a:close/>
                <a:moveTo>
                  <a:pt x="2178916" y="1681482"/>
                </a:moveTo>
                <a:cubicBezTo>
                  <a:pt x="2184569" y="1681482"/>
                  <a:pt x="2189092" y="1686004"/>
                  <a:pt x="2189092" y="1691656"/>
                </a:cubicBezTo>
                <a:cubicBezTo>
                  <a:pt x="2189092" y="1697183"/>
                  <a:pt x="2184569" y="1701831"/>
                  <a:pt x="2178916" y="1701831"/>
                </a:cubicBezTo>
                <a:cubicBezTo>
                  <a:pt x="2173389" y="1701831"/>
                  <a:pt x="2168741" y="1697309"/>
                  <a:pt x="2168741" y="1691656"/>
                </a:cubicBezTo>
                <a:cubicBezTo>
                  <a:pt x="2168741" y="1686004"/>
                  <a:pt x="2173263" y="1681356"/>
                  <a:pt x="2178916" y="1681482"/>
                </a:cubicBezTo>
                <a:close/>
                <a:moveTo>
                  <a:pt x="2943534" y="1681356"/>
                </a:moveTo>
                <a:cubicBezTo>
                  <a:pt x="2947805" y="1681356"/>
                  <a:pt x="2951323" y="1684873"/>
                  <a:pt x="2951323" y="1689143"/>
                </a:cubicBezTo>
                <a:cubicBezTo>
                  <a:pt x="2951448" y="1693415"/>
                  <a:pt x="2947931" y="1696932"/>
                  <a:pt x="2943659" y="1696932"/>
                </a:cubicBezTo>
                <a:cubicBezTo>
                  <a:pt x="2939389" y="1696932"/>
                  <a:pt x="2935871" y="1693415"/>
                  <a:pt x="2935871" y="1689143"/>
                </a:cubicBezTo>
                <a:cubicBezTo>
                  <a:pt x="2935871" y="1684873"/>
                  <a:pt x="2939389" y="1681481"/>
                  <a:pt x="2943534" y="1681356"/>
                </a:cubicBezTo>
                <a:close/>
                <a:moveTo>
                  <a:pt x="865736" y="1677964"/>
                </a:moveTo>
                <a:cubicBezTo>
                  <a:pt x="875912" y="1677964"/>
                  <a:pt x="884202" y="1686129"/>
                  <a:pt x="884202" y="1696303"/>
                </a:cubicBezTo>
                <a:cubicBezTo>
                  <a:pt x="884202" y="1706479"/>
                  <a:pt x="876037" y="1714769"/>
                  <a:pt x="865863" y="1714769"/>
                </a:cubicBezTo>
                <a:cubicBezTo>
                  <a:pt x="855688" y="1714769"/>
                  <a:pt x="847522" y="1706604"/>
                  <a:pt x="847397" y="1696430"/>
                </a:cubicBezTo>
                <a:cubicBezTo>
                  <a:pt x="847397" y="1686255"/>
                  <a:pt x="855688" y="1677964"/>
                  <a:pt x="865736" y="1677964"/>
                </a:cubicBezTo>
                <a:close/>
                <a:moveTo>
                  <a:pt x="482611" y="1677839"/>
                </a:moveTo>
                <a:cubicBezTo>
                  <a:pt x="493790" y="1677839"/>
                  <a:pt x="502835" y="1686883"/>
                  <a:pt x="502835" y="1697937"/>
                </a:cubicBezTo>
                <a:cubicBezTo>
                  <a:pt x="502835" y="1709117"/>
                  <a:pt x="493790" y="1718161"/>
                  <a:pt x="482736" y="1718161"/>
                </a:cubicBezTo>
                <a:cubicBezTo>
                  <a:pt x="471557" y="1718161"/>
                  <a:pt x="462513" y="1709243"/>
                  <a:pt x="462513" y="1698063"/>
                </a:cubicBezTo>
                <a:cubicBezTo>
                  <a:pt x="462513" y="1686883"/>
                  <a:pt x="471432" y="1677839"/>
                  <a:pt x="482611" y="1677839"/>
                </a:cubicBezTo>
                <a:close/>
                <a:moveTo>
                  <a:pt x="4520" y="1677084"/>
                </a:moveTo>
                <a:cubicBezTo>
                  <a:pt x="5275" y="1677084"/>
                  <a:pt x="6028" y="1677713"/>
                  <a:pt x="6028" y="1678593"/>
                </a:cubicBezTo>
                <a:cubicBezTo>
                  <a:pt x="6028" y="1679346"/>
                  <a:pt x="5275" y="1680099"/>
                  <a:pt x="4395" y="1680099"/>
                </a:cubicBezTo>
                <a:cubicBezTo>
                  <a:pt x="3641" y="1680099"/>
                  <a:pt x="2888" y="1679471"/>
                  <a:pt x="2888" y="1678593"/>
                </a:cubicBezTo>
                <a:cubicBezTo>
                  <a:pt x="2888" y="1677713"/>
                  <a:pt x="3641" y="1676959"/>
                  <a:pt x="4520" y="1677084"/>
                </a:cubicBezTo>
                <a:close/>
                <a:moveTo>
                  <a:pt x="1151762" y="1673442"/>
                </a:moveTo>
                <a:cubicBezTo>
                  <a:pt x="1151888" y="1673442"/>
                  <a:pt x="1152013" y="1673567"/>
                  <a:pt x="1152013" y="1673694"/>
                </a:cubicBezTo>
                <a:cubicBezTo>
                  <a:pt x="1152013" y="1673819"/>
                  <a:pt x="1151888" y="1673944"/>
                  <a:pt x="1151762" y="1673944"/>
                </a:cubicBezTo>
                <a:cubicBezTo>
                  <a:pt x="1151636" y="1673944"/>
                  <a:pt x="1151511" y="1673819"/>
                  <a:pt x="1151511" y="1673694"/>
                </a:cubicBezTo>
                <a:cubicBezTo>
                  <a:pt x="1151511" y="1673567"/>
                  <a:pt x="1151636" y="1673442"/>
                  <a:pt x="1151762" y="1673442"/>
                </a:cubicBezTo>
                <a:close/>
                <a:moveTo>
                  <a:pt x="3040131" y="1665527"/>
                </a:moveTo>
                <a:cubicBezTo>
                  <a:pt x="3041261" y="1665527"/>
                  <a:pt x="3042141" y="1666407"/>
                  <a:pt x="3042141" y="1667537"/>
                </a:cubicBezTo>
                <a:cubicBezTo>
                  <a:pt x="3042141" y="1668667"/>
                  <a:pt x="3041261" y="1669547"/>
                  <a:pt x="3040131" y="1669547"/>
                </a:cubicBezTo>
                <a:cubicBezTo>
                  <a:pt x="3039001" y="1669547"/>
                  <a:pt x="3038121" y="1668667"/>
                  <a:pt x="3038121" y="1667537"/>
                </a:cubicBezTo>
                <a:cubicBezTo>
                  <a:pt x="3038121" y="1666407"/>
                  <a:pt x="3039001" y="1665527"/>
                  <a:pt x="3040131" y="1665527"/>
                </a:cubicBezTo>
                <a:close/>
                <a:moveTo>
                  <a:pt x="2562042" y="1665026"/>
                </a:moveTo>
                <a:cubicBezTo>
                  <a:pt x="2576110" y="1665026"/>
                  <a:pt x="2587541" y="1676331"/>
                  <a:pt x="2587541" y="1690401"/>
                </a:cubicBezTo>
                <a:cubicBezTo>
                  <a:pt x="2587541" y="1704469"/>
                  <a:pt x="2576237" y="1715900"/>
                  <a:pt x="2562168" y="1715900"/>
                </a:cubicBezTo>
                <a:cubicBezTo>
                  <a:pt x="2548224" y="1715900"/>
                  <a:pt x="2536793" y="1704595"/>
                  <a:pt x="2536667" y="1690526"/>
                </a:cubicBezTo>
                <a:cubicBezTo>
                  <a:pt x="2536667" y="1676457"/>
                  <a:pt x="2547972" y="1665026"/>
                  <a:pt x="2562042" y="1665026"/>
                </a:cubicBezTo>
                <a:close/>
                <a:moveTo>
                  <a:pt x="385259" y="1663015"/>
                </a:moveTo>
                <a:cubicBezTo>
                  <a:pt x="393048" y="1662890"/>
                  <a:pt x="399453" y="1669297"/>
                  <a:pt x="399453" y="1677084"/>
                </a:cubicBezTo>
                <a:cubicBezTo>
                  <a:pt x="399580" y="1684873"/>
                  <a:pt x="393173" y="1691280"/>
                  <a:pt x="385385" y="1691280"/>
                </a:cubicBezTo>
                <a:cubicBezTo>
                  <a:pt x="377597" y="1691405"/>
                  <a:pt x="371191" y="1684998"/>
                  <a:pt x="371191" y="1677211"/>
                </a:cubicBezTo>
                <a:cubicBezTo>
                  <a:pt x="371191" y="1669297"/>
                  <a:pt x="377472" y="1663015"/>
                  <a:pt x="385259" y="1663015"/>
                </a:cubicBezTo>
                <a:close/>
                <a:moveTo>
                  <a:pt x="1051394" y="1650831"/>
                </a:moveTo>
                <a:cubicBezTo>
                  <a:pt x="1052775" y="1650831"/>
                  <a:pt x="1053906" y="1651836"/>
                  <a:pt x="1053906" y="1653218"/>
                </a:cubicBezTo>
                <a:cubicBezTo>
                  <a:pt x="1053906" y="1654474"/>
                  <a:pt x="1052901" y="1655605"/>
                  <a:pt x="1051520" y="1655605"/>
                </a:cubicBezTo>
                <a:cubicBezTo>
                  <a:pt x="1050138" y="1655605"/>
                  <a:pt x="1049008" y="1654600"/>
                  <a:pt x="1049008" y="1653218"/>
                </a:cubicBezTo>
                <a:cubicBezTo>
                  <a:pt x="1049008" y="1651961"/>
                  <a:pt x="1050138" y="1650831"/>
                  <a:pt x="1051394" y="1650831"/>
                </a:cubicBezTo>
                <a:close/>
                <a:moveTo>
                  <a:pt x="767002" y="1650831"/>
                </a:moveTo>
                <a:cubicBezTo>
                  <a:pt x="780694" y="1650831"/>
                  <a:pt x="791874" y="1661885"/>
                  <a:pt x="791874" y="1675576"/>
                </a:cubicBezTo>
                <a:cubicBezTo>
                  <a:pt x="791874" y="1689268"/>
                  <a:pt x="780820" y="1700448"/>
                  <a:pt x="767128" y="1700448"/>
                </a:cubicBezTo>
                <a:cubicBezTo>
                  <a:pt x="753436" y="1700448"/>
                  <a:pt x="742257" y="1689394"/>
                  <a:pt x="742257" y="1675702"/>
                </a:cubicBezTo>
                <a:cubicBezTo>
                  <a:pt x="742132" y="1662010"/>
                  <a:pt x="753186" y="1650831"/>
                  <a:pt x="767002" y="1650831"/>
                </a:cubicBezTo>
                <a:close/>
                <a:moveTo>
                  <a:pt x="1992878" y="1649576"/>
                </a:moveTo>
                <a:cubicBezTo>
                  <a:pt x="1993005" y="1649576"/>
                  <a:pt x="1993130" y="1649701"/>
                  <a:pt x="1993130" y="1649826"/>
                </a:cubicBezTo>
                <a:cubicBezTo>
                  <a:pt x="1993255" y="1649953"/>
                  <a:pt x="1993130" y="1650078"/>
                  <a:pt x="1993005" y="1650078"/>
                </a:cubicBezTo>
                <a:cubicBezTo>
                  <a:pt x="1992878" y="1650078"/>
                  <a:pt x="1992753" y="1649953"/>
                  <a:pt x="1992753" y="1649826"/>
                </a:cubicBezTo>
                <a:cubicBezTo>
                  <a:pt x="1992753" y="1649701"/>
                  <a:pt x="1992878" y="1649576"/>
                  <a:pt x="1992878" y="1649576"/>
                </a:cubicBezTo>
                <a:close/>
                <a:moveTo>
                  <a:pt x="2277398" y="1648696"/>
                </a:moveTo>
                <a:cubicBezTo>
                  <a:pt x="2289332" y="1648571"/>
                  <a:pt x="2299004" y="1658243"/>
                  <a:pt x="2299004" y="1670050"/>
                </a:cubicBezTo>
                <a:cubicBezTo>
                  <a:pt x="2299129" y="1681859"/>
                  <a:pt x="2289457" y="1691531"/>
                  <a:pt x="2277650" y="1691531"/>
                </a:cubicBezTo>
                <a:cubicBezTo>
                  <a:pt x="2265841" y="1691656"/>
                  <a:pt x="2256169" y="1681984"/>
                  <a:pt x="2256169" y="1670177"/>
                </a:cubicBezTo>
                <a:cubicBezTo>
                  <a:pt x="2256169" y="1658368"/>
                  <a:pt x="2265716" y="1648696"/>
                  <a:pt x="2277398" y="1648696"/>
                </a:cubicBezTo>
                <a:close/>
                <a:moveTo>
                  <a:pt x="288789" y="1645807"/>
                </a:moveTo>
                <a:cubicBezTo>
                  <a:pt x="294566" y="1645807"/>
                  <a:pt x="299214" y="1650454"/>
                  <a:pt x="299214" y="1656233"/>
                </a:cubicBezTo>
                <a:cubicBezTo>
                  <a:pt x="299214" y="1661885"/>
                  <a:pt x="294566" y="1666658"/>
                  <a:pt x="288789" y="1666658"/>
                </a:cubicBezTo>
                <a:cubicBezTo>
                  <a:pt x="283010" y="1666658"/>
                  <a:pt x="278362" y="1662011"/>
                  <a:pt x="278362" y="1656233"/>
                </a:cubicBezTo>
                <a:cubicBezTo>
                  <a:pt x="278237" y="1650454"/>
                  <a:pt x="282885" y="1645807"/>
                  <a:pt x="288789" y="1645807"/>
                </a:cubicBezTo>
                <a:close/>
                <a:moveTo>
                  <a:pt x="2659266" y="1644927"/>
                </a:moveTo>
                <a:cubicBezTo>
                  <a:pt x="2672457" y="1644927"/>
                  <a:pt x="2683259" y="1655604"/>
                  <a:pt x="2683259" y="1668794"/>
                </a:cubicBezTo>
                <a:cubicBezTo>
                  <a:pt x="2683259" y="1681984"/>
                  <a:pt x="2672582" y="1692786"/>
                  <a:pt x="2659393" y="1692786"/>
                </a:cubicBezTo>
                <a:cubicBezTo>
                  <a:pt x="2646204" y="1692786"/>
                  <a:pt x="2635400" y="1682109"/>
                  <a:pt x="2635400" y="1668920"/>
                </a:cubicBezTo>
                <a:cubicBezTo>
                  <a:pt x="2635400" y="1655730"/>
                  <a:pt x="2646077" y="1645052"/>
                  <a:pt x="2659266" y="1644927"/>
                </a:cubicBezTo>
                <a:close/>
                <a:moveTo>
                  <a:pt x="192694" y="1627970"/>
                </a:moveTo>
                <a:cubicBezTo>
                  <a:pt x="196714" y="1627970"/>
                  <a:pt x="199980" y="1631235"/>
                  <a:pt x="199980" y="1635255"/>
                </a:cubicBezTo>
                <a:cubicBezTo>
                  <a:pt x="199980" y="1639275"/>
                  <a:pt x="196714" y="1642541"/>
                  <a:pt x="192694" y="1642541"/>
                </a:cubicBezTo>
                <a:cubicBezTo>
                  <a:pt x="188549" y="1642541"/>
                  <a:pt x="185282" y="1639275"/>
                  <a:pt x="185282" y="1635255"/>
                </a:cubicBezTo>
                <a:cubicBezTo>
                  <a:pt x="185282" y="1631235"/>
                  <a:pt x="188549" y="1627970"/>
                  <a:pt x="192694" y="1627970"/>
                </a:cubicBezTo>
                <a:close/>
                <a:moveTo>
                  <a:pt x="669401" y="1627718"/>
                </a:moveTo>
                <a:cubicBezTo>
                  <a:pt x="684349" y="1627593"/>
                  <a:pt x="696534" y="1639651"/>
                  <a:pt x="696534" y="1654599"/>
                </a:cubicBezTo>
                <a:cubicBezTo>
                  <a:pt x="696659" y="1669547"/>
                  <a:pt x="684600" y="1681606"/>
                  <a:pt x="669653" y="1681732"/>
                </a:cubicBezTo>
                <a:cubicBezTo>
                  <a:pt x="654704" y="1681857"/>
                  <a:pt x="642520" y="1669798"/>
                  <a:pt x="642520" y="1654851"/>
                </a:cubicBezTo>
                <a:cubicBezTo>
                  <a:pt x="642393" y="1639902"/>
                  <a:pt x="654452" y="1627843"/>
                  <a:pt x="669401" y="1627718"/>
                </a:cubicBezTo>
                <a:close/>
                <a:moveTo>
                  <a:pt x="2090607" y="1625708"/>
                </a:moveTo>
                <a:cubicBezTo>
                  <a:pt x="2092114" y="1625708"/>
                  <a:pt x="2093244" y="1626838"/>
                  <a:pt x="2093244" y="1628345"/>
                </a:cubicBezTo>
                <a:cubicBezTo>
                  <a:pt x="2093244" y="1629852"/>
                  <a:pt x="2092114" y="1630982"/>
                  <a:pt x="2090607" y="1630982"/>
                </a:cubicBezTo>
                <a:cubicBezTo>
                  <a:pt x="2089227" y="1630982"/>
                  <a:pt x="2087970" y="1629852"/>
                  <a:pt x="2087970" y="1628345"/>
                </a:cubicBezTo>
                <a:cubicBezTo>
                  <a:pt x="2087970" y="1626838"/>
                  <a:pt x="2089227" y="1625708"/>
                  <a:pt x="2090607" y="1625708"/>
                </a:cubicBezTo>
                <a:close/>
                <a:moveTo>
                  <a:pt x="2755740" y="1624453"/>
                </a:moveTo>
                <a:cubicBezTo>
                  <a:pt x="2768301" y="1624453"/>
                  <a:pt x="2778476" y="1634627"/>
                  <a:pt x="2778603" y="1647189"/>
                </a:cubicBezTo>
                <a:cubicBezTo>
                  <a:pt x="2778603" y="1659750"/>
                  <a:pt x="2768427" y="1670051"/>
                  <a:pt x="2755865" y="1670051"/>
                </a:cubicBezTo>
                <a:cubicBezTo>
                  <a:pt x="2743303" y="1670051"/>
                  <a:pt x="2733004" y="1659875"/>
                  <a:pt x="2733004" y="1647314"/>
                </a:cubicBezTo>
                <a:cubicBezTo>
                  <a:pt x="2732878" y="1634753"/>
                  <a:pt x="2743178" y="1624453"/>
                  <a:pt x="2755740" y="1624453"/>
                </a:cubicBezTo>
                <a:close/>
                <a:moveTo>
                  <a:pt x="953541" y="1623824"/>
                </a:moveTo>
                <a:cubicBezTo>
                  <a:pt x="958314" y="1623698"/>
                  <a:pt x="962208" y="1627593"/>
                  <a:pt x="962208" y="1632365"/>
                </a:cubicBezTo>
                <a:cubicBezTo>
                  <a:pt x="962333" y="1637139"/>
                  <a:pt x="958440" y="1641032"/>
                  <a:pt x="953667" y="1641032"/>
                </a:cubicBezTo>
                <a:cubicBezTo>
                  <a:pt x="948894" y="1641159"/>
                  <a:pt x="945000" y="1637264"/>
                  <a:pt x="945000" y="1632492"/>
                </a:cubicBezTo>
                <a:cubicBezTo>
                  <a:pt x="945000" y="1627718"/>
                  <a:pt x="948894" y="1623824"/>
                  <a:pt x="953541" y="1623824"/>
                </a:cubicBezTo>
                <a:close/>
                <a:moveTo>
                  <a:pt x="2374875" y="1619427"/>
                </a:moveTo>
                <a:cubicBezTo>
                  <a:pt x="2390953" y="1619427"/>
                  <a:pt x="2404142" y="1632366"/>
                  <a:pt x="2404142" y="1648570"/>
                </a:cubicBezTo>
                <a:cubicBezTo>
                  <a:pt x="2404142" y="1664649"/>
                  <a:pt x="2391204" y="1677838"/>
                  <a:pt x="2375000" y="1677838"/>
                </a:cubicBezTo>
                <a:cubicBezTo>
                  <a:pt x="2358921" y="1677838"/>
                  <a:pt x="2345732" y="1664774"/>
                  <a:pt x="2345732" y="1648695"/>
                </a:cubicBezTo>
                <a:cubicBezTo>
                  <a:pt x="2345732" y="1632616"/>
                  <a:pt x="2358796" y="1619427"/>
                  <a:pt x="2374875" y="1619427"/>
                </a:cubicBezTo>
                <a:close/>
                <a:moveTo>
                  <a:pt x="96973" y="1609630"/>
                </a:moveTo>
                <a:cubicBezTo>
                  <a:pt x="99486" y="1609630"/>
                  <a:pt x="101622" y="1611640"/>
                  <a:pt x="101622" y="1614278"/>
                </a:cubicBezTo>
                <a:cubicBezTo>
                  <a:pt x="101622" y="1616790"/>
                  <a:pt x="99611" y="1618927"/>
                  <a:pt x="96973" y="1618927"/>
                </a:cubicBezTo>
                <a:cubicBezTo>
                  <a:pt x="94461" y="1618927"/>
                  <a:pt x="92326" y="1616917"/>
                  <a:pt x="92326" y="1614278"/>
                </a:cubicBezTo>
                <a:cubicBezTo>
                  <a:pt x="92326" y="1611765"/>
                  <a:pt x="94461" y="1609630"/>
                  <a:pt x="96973" y="1609630"/>
                </a:cubicBezTo>
                <a:close/>
                <a:moveTo>
                  <a:pt x="572928" y="1609127"/>
                </a:moveTo>
                <a:cubicBezTo>
                  <a:pt x="586621" y="1609127"/>
                  <a:pt x="597800" y="1620181"/>
                  <a:pt x="597800" y="1633872"/>
                </a:cubicBezTo>
                <a:cubicBezTo>
                  <a:pt x="597800" y="1647564"/>
                  <a:pt x="586746" y="1658744"/>
                  <a:pt x="573053" y="1658744"/>
                </a:cubicBezTo>
                <a:cubicBezTo>
                  <a:pt x="559361" y="1658744"/>
                  <a:pt x="548182" y="1647690"/>
                  <a:pt x="548182" y="1633998"/>
                </a:cubicBezTo>
                <a:cubicBezTo>
                  <a:pt x="548182" y="1620181"/>
                  <a:pt x="559111" y="1609127"/>
                  <a:pt x="572928" y="1609127"/>
                </a:cubicBezTo>
                <a:close/>
                <a:moveTo>
                  <a:pt x="2851582" y="1607495"/>
                </a:moveTo>
                <a:cubicBezTo>
                  <a:pt x="2861631" y="1607495"/>
                  <a:pt x="2869795" y="1615534"/>
                  <a:pt x="2869795" y="1625583"/>
                </a:cubicBezTo>
                <a:cubicBezTo>
                  <a:pt x="2869795" y="1635632"/>
                  <a:pt x="2861756" y="1643797"/>
                  <a:pt x="2851707" y="1643797"/>
                </a:cubicBezTo>
                <a:cubicBezTo>
                  <a:pt x="2841659" y="1643797"/>
                  <a:pt x="2833494" y="1635758"/>
                  <a:pt x="2833494" y="1625709"/>
                </a:cubicBezTo>
                <a:cubicBezTo>
                  <a:pt x="2833494" y="1615659"/>
                  <a:pt x="2841533" y="1607495"/>
                  <a:pt x="2851582" y="1607495"/>
                </a:cubicBezTo>
                <a:close/>
                <a:moveTo>
                  <a:pt x="2186829" y="1597696"/>
                </a:moveTo>
                <a:cubicBezTo>
                  <a:pt x="2191853" y="1597696"/>
                  <a:pt x="2195998" y="1601716"/>
                  <a:pt x="2195998" y="1606740"/>
                </a:cubicBezTo>
                <a:cubicBezTo>
                  <a:pt x="2195998" y="1611640"/>
                  <a:pt x="2191979" y="1615785"/>
                  <a:pt x="2186954" y="1615785"/>
                </a:cubicBezTo>
                <a:cubicBezTo>
                  <a:pt x="2181930" y="1615785"/>
                  <a:pt x="2177785" y="1611765"/>
                  <a:pt x="2177785" y="1606740"/>
                </a:cubicBezTo>
                <a:cubicBezTo>
                  <a:pt x="2177785" y="1601716"/>
                  <a:pt x="2181805" y="1597696"/>
                  <a:pt x="2186829" y="1597696"/>
                </a:cubicBezTo>
                <a:close/>
                <a:moveTo>
                  <a:pt x="2471347" y="1597445"/>
                </a:moveTo>
                <a:cubicBezTo>
                  <a:pt x="2487551" y="1597445"/>
                  <a:pt x="2500867" y="1610634"/>
                  <a:pt x="2500867" y="1626838"/>
                </a:cubicBezTo>
                <a:cubicBezTo>
                  <a:pt x="2500867" y="1643043"/>
                  <a:pt x="2487677" y="1656358"/>
                  <a:pt x="2471472" y="1656358"/>
                </a:cubicBezTo>
                <a:cubicBezTo>
                  <a:pt x="2455268" y="1656483"/>
                  <a:pt x="2442079" y="1643294"/>
                  <a:pt x="2441954" y="1627090"/>
                </a:cubicBezTo>
                <a:cubicBezTo>
                  <a:pt x="2441827" y="1610886"/>
                  <a:pt x="2455018" y="1597570"/>
                  <a:pt x="2471347" y="1597445"/>
                </a:cubicBezTo>
                <a:close/>
                <a:moveTo>
                  <a:pt x="2947175" y="1596440"/>
                </a:moveTo>
                <a:cubicBezTo>
                  <a:pt x="2951320" y="1596440"/>
                  <a:pt x="2954712" y="1599831"/>
                  <a:pt x="2954712" y="1603976"/>
                </a:cubicBezTo>
                <a:cubicBezTo>
                  <a:pt x="2954712" y="1608121"/>
                  <a:pt x="2951320" y="1611512"/>
                  <a:pt x="2947175" y="1611512"/>
                </a:cubicBezTo>
                <a:cubicBezTo>
                  <a:pt x="2943030" y="1611512"/>
                  <a:pt x="2939638" y="1608121"/>
                  <a:pt x="2939638" y="1603976"/>
                </a:cubicBezTo>
                <a:cubicBezTo>
                  <a:pt x="2939638" y="1599831"/>
                  <a:pt x="2943030" y="1596440"/>
                  <a:pt x="2947175" y="1596440"/>
                </a:cubicBezTo>
                <a:close/>
                <a:moveTo>
                  <a:pt x="857196" y="1594556"/>
                </a:moveTo>
                <a:cubicBezTo>
                  <a:pt x="866616" y="1594431"/>
                  <a:pt x="874280" y="1602093"/>
                  <a:pt x="874280" y="1611515"/>
                </a:cubicBezTo>
                <a:cubicBezTo>
                  <a:pt x="874280" y="1620936"/>
                  <a:pt x="866743" y="1628598"/>
                  <a:pt x="857322" y="1628598"/>
                </a:cubicBezTo>
                <a:cubicBezTo>
                  <a:pt x="847900" y="1628598"/>
                  <a:pt x="840238" y="1621061"/>
                  <a:pt x="840238" y="1611640"/>
                </a:cubicBezTo>
                <a:cubicBezTo>
                  <a:pt x="840238" y="1602093"/>
                  <a:pt x="847900" y="1594556"/>
                  <a:pt x="857196" y="1594556"/>
                </a:cubicBezTo>
                <a:close/>
                <a:moveTo>
                  <a:pt x="477084" y="1591541"/>
                </a:moveTo>
                <a:cubicBezTo>
                  <a:pt x="488893" y="1591541"/>
                  <a:pt x="498565" y="1601088"/>
                  <a:pt x="498565" y="1612895"/>
                </a:cubicBezTo>
                <a:cubicBezTo>
                  <a:pt x="498691" y="1624704"/>
                  <a:pt x="489018" y="1634376"/>
                  <a:pt x="477211" y="1634376"/>
                </a:cubicBezTo>
                <a:cubicBezTo>
                  <a:pt x="465402" y="1634501"/>
                  <a:pt x="455730" y="1624829"/>
                  <a:pt x="455730" y="1613022"/>
                </a:cubicBezTo>
                <a:cubicBezTo>
                  <a:pt x="455605" y="1601088"/>
                  <a:pt x="465277" y="1591416"/>
                  <a:pt x="477084" y="1591541"/>
                </a:cubicBezTo>
                <a:close/>
                <a:moveTo>
                  <a:pt x="1759" y="1591541"/>
                </a:moveTo>
                <a:cubicBezTo>
                  <a:pt x="2764" y="1591541"/>
                  <a:pt x="3517" y="1592295"/>
                  <a:pt x="3517" y="1593299"/>
                </a:cubicBezTo>
                <a:cubicBezTo>
                  <a:pt x="3517" y="1594305"/>
                  <a:pt x="2764" y="1595058"/>
                  <a:pt x="1759" y="1595058"/>
                </a:cubicBezTo>
                <a:cubicBezTo>
                  <a:pt x="754" y="1595058"/>
                  <a:pt x="0" y="1594305"/>
                  <a:pt x="0" y="1593299"/>
                </a:cubicBezTo>
                <a:cubicBezTo>
                  <a:pt x="0" y="1592295"/>
                  <a:pt x="754" y="1591541"/>
                  <a:pt x="1759" y="1591541"/>
                </a:cubicBezTo>
                <a:close/>
                <a:moveTo>
                  <a:pt x="3042264" y="1580236"/>
                </a:moveTo>
                <a:cubicBezTo>
                  <a:pt x="3043394" y="1580236"/>
                  <a:pt x="3044273" y="1581116"/>
                  <a:pt x="3044273" y="1582246"/>
                </a:cubicBezTo>
                <a:cubicBezTo>
                  <a:pt x="3044273" y="1583376"/>
                  <a:pt x="3043394" y="1584256"/>
                  <a:pt x="3042264" y="1584256"/>
                </a:cubicBezTo>
                <a:cubicBezTo>
                  <a:pt x="3041134" y="1584256"/>
                  <a:pt x="3040254" y="1583376"/>
                  <a:pt x="3040254" y="1582246"/>
                </a:cubicBezTo>
                <a:cubicBezTo>
                  <a:pt x="3040254" y="1581241"/>
                  <a:pt x="3041134" y="1580236"/>
                  <a:pt x="3042264" y="1580236"/>
                </a:cubicBezTo>
                <a:close/>
                <a:moveTo>
                  <a:pt x="2566942" y="1578729"/>
                </a:moveTo>
                <a:cubicBezTo>
                  <a:pt x="2581513" y="1578729"/>
                  <a:pt x="2593573" y="1590537"/>
                  <a:pt x="2593573" y="1605234"/>
                </a:cubicBezTo>
                <a:cubicBezTo>
                  <a:pt x="2593573" y="1619930"/>
                  <a:pt x="2581764" y="1631864"/>
                  <a:pt x="2567067" y="1631864"/>
                </a:cubicBezTo>
                <a:cubicBezTo>
                  <a:pt x="2552495" y="1631864"/>
                  <a:pt x="2540562" y="1620056"/>
                  <a:pt x="2540436" y="1605359"/>
                </a:cubicBezTo>
                <a:cubicBezTo>
                  <a:pt x="2540436" y="1590788"/>
                  <a:pt x="2552244" y="1578854"/>
                  <a:pt x="2566942" y="1578729"/>
                </a:cubicBezTo>
                <a:close/>
                <a:moveTo>
                  <a:pt x="381618" y="1575964"/>
                </a:moveTo>
                <a:cubicBezTo>
                  <a:pt x="390537" y="1575839"/>
                  <a:pt x="397696" y="1582999"/>
                  <a:pt x="397696" y="1591792"/>
                </a:cubicBezTo>
                <a:cubicBezTo>
                  <a:pt x="397823" y="1600585"/>
                  <a:pt x="390662" y="1607745"/>
                  <a:pt x="381869" y="1607745"/>
                </a:cubicBezTo>
                <a:cubicBezTo>
                  <a:pt x="373076" y="1607871"/>
                  <a:pt x="365916" y="1600710"/>
                  <a:pt x="365916" y="1591918"/>
                </a:cubicBezTo>
                <a:cubicBezTo>
                  <a:pt x="365916" y="1583124"/>
                  <a:pt x="372950" y="1575964"/>
                  <a:pt x="381618" y="1575964"/>
                </a:cubicBezTo>
                <a:close/>
                <a:moveTo>
                  <a:pt x="1047251" y="1566670"/>
                </a:moveTo>
                <a:cubicBezTo>
                  <a:pt x="1048131" y="1566670"/>
                  <a:pt x="1048759" y="1567298"/>
                  <a:pt x="1048759" y="1568177"/>
                </a:cubicBezTo>
                <a:cubicBezTo>
                  <a:pt x="1048759" y="1568931"/>
                  <a:pt x="1048131" y="1569684"/>
                  <a:pt x="1047251" y="1569684"/>
                </a:cubicBezTo>
                <a:cubicBezTo>
                  <a:pt x="1046497" y="1569684"/>
                  <a:pt x="1045744" y="1569057"/>
                  <a:pt x="1045744" y="1568177"/>
                </a:cubicBezTo>
                <a:cubicBezTo>
                  <a:pt x="1045744" y="1567298"/>
                  <a:pt x="1046497" y="1566670"/>
                  <a:pt x="1047251" y="1566670"/>
                </a:cubicBezTo>
                <a:close/>
                <a:moveTo>
                  <a:pt x="761728" y="1566418"/>
                </a:moveTo>
                <a:cubicBezTo>
                  <a:pt x="775043" y="1566293"/>
                  <a:pt x="785972" y="1577095"/>
                  <a:pt x="785972" y="1590411"/>
                </a:cubicBezTo>
                <a:cubicBezTo>
                  <a:pt x="786097" y="1603725"/>
                  <a:pt x="775295" y="1614654"/>
                  <a:pt x="761979" y="1614654"/>
                </a:cubicBezTo>
                <a:cubicBezTo>
                  <a:pt x="748665" y="1614779"/>
                  <a:pt x="737861" y="1603977"/>
                  <a:pt x="737736" y="1590661"/>
                </a:cubicBezTo>
                <a:cubicBezTo>
                  <a:pt x="737736" y="1577347"/>
                  <a:pt x="748539" y="1566418"/>
                  <a:pt x="761728" y="1566418"/>
                </a:cubicBezTo>
                <a:close/>
                <a:moveTo>
                  <a:pt x="2282046" y="1564283"/>
                </a:moveTo>
                <a:cubicBezTo>
                  <a:pt x="2293478" y="1564283"/>
                  <a:pt x="2302900" y="1573452"/>
                  <a:pt x="2302900" y="1585009"/>
                </a:cubicBezTo>
                <a:cubicBezTo>
                  <a:pt x="2302900" y="1596440"/>
                  <a:pt x="2293603" y="1605862"/>
                  <a:pt x="2282171" y="1605862"/>
                </a:cubicBezTo>
                <a:cubicBezTo>
                  <a:pt x="2270741" y="1605987"/>
                  <a:pt x="2261319" y="1596692"/>
                  <a:pt x="2261319" y="1585136"/>
                </a:cubicBezTo>
                <a:cubicBezTo>
                  <a:pt x="2261319" y="1573578"/>
                  <a:pt x="2270614" y="1564283"/>
                  <a:pt x="2282046" y="1564283"/>
                </a:cubicBezTo>
                <a:close/>
                <a:moveTo>
                  <a:pt x="286904" y="1559007"/>
                </a:moveTo>
                <a:cubicBezTo>
                  <a:pt x="293436" y="1559007"/>
                  <a:pt x="298838" y="1564282"/>
                  <a:pt x="298838" y="1570941"/>
                </a:cubicBezTo>
                <a:cubicBezTo>
                  <a:pt x="298838" y="1577472"/>
                  <a:pt x="293562" y="1582874"/>
                  <a:pt x="286904" y="1582874"/>
                </a:cubicBezTo>
                <a:cubicBezTo>
                  <a:pt x="280372" y="1582874"/>
                  <a:pt x="274971" y="1577598"/>
                  <a:pt x="274971" y="1570941"/>
                </a:cubicBezTo>
                <a:cubicBezTo>
                  <a:pt x="274971" y="1564409"/>
                  <a:pt x="280247" y="1559007"/>
                  <a:pt x="286904" y="1559007"/>
                </a:cubicBezTo>
                <a:close/>
                <a:moveTo>
                  <a:pt x="2662031" y="1558881"/>
                </a:moveTo>
                <a:cubicBezTo>
                  <a:pt x="2675723" y="1558881"/>
                  <a:pt x="2686903" y="1569935"/>
                  <a:pt x="2686903" y="1583626"/>
                </a:cubicBezTo>
                <a:cubicBezTo>
                  <a:pt x="2687030" y="1597319"/>
                  <a:pt x="2675975" y="1608498"/>
                  <a:pt x="2662282" y="1608498"/>
                </a:cubicBezTo>
                <a:cubicBezTo>
                  <a:pt x="2648590" y="1608498"/>
                  <a:pt x="2637410" y="1597444"/>
                  <a:pt x="2637410" y="1583753"/>
                </a:cubicBezTo>
                <a:cubicBezTo>
                  <a:pt x="2637410" y="1570060"/>
                  <a:pt x="2648465" y="1558881"/>
                  <a:pt x="2662031" y="1558881"/>
                </a:cubicBezTo>
                <a:close/>
                <a:moveTo>
                  <a:pt x="667014" y="1542426"/>
                </a:moveTo>
                <a:cubicBezTo>
                  <a:pt x="681962" y="1542300"/>
                  <a:pt x="694272" y="1554485"/>
                  <a:pt x="694272" y="1569559"/>
                </a:cubicBezTo>
                <a:cubicBezTo>
                  <a:pt x="694272" y="1584506"/>
                  <a:pt x="682213" y="1596817"/>
                  <a:pt x="667139" y="1596817"/>
                </a:cubicBezTo>
                <a:cubicBezTo>
                  <a:pt x="652191" y="1596817"/>
                  <a:pt x="639881" y="1584758"/>
                  <a:pt x="639881" y="1569684"/>
                </a:cubicBezTo>
                <a:cubicBezTo>
                  <a:pt x="639754" y="1554611"/>
                  <a:pt x="651940" y="1542426"/>
                  <a:pt x="667014" y="1542426"/>
                </a:cubicBezTo>
                <a:close/>
                <a:moveTo>
                  <a:pt x="192316" y="1541672"/>
                </a:moveTo>
                <a:cubicBezTo>
                  <a:pt x="196838" y="1541672"/>
                  <a:pt x="200482" y="1545314"/>
                  <a:pt x="200482" y="1549837"/>
                </a:cubicBezTo>
                <a:cubicBezTo>
                  <a:pt x="200482" y="1554484"/>
                  <a:pt x="196838" y="1558128"/>
                  <a:pt x="192316" y="1558128"/>
                </a:cubicBezTo>
                <a:cubicBezTo>
                  <a:pt x="187793" y="1558128"/>
                  <a:pt x="184151" y="1554484"/>
                  <a:pt x="184151" y="1549962"/>
                </a:cubicBezTo>
                <a:cubicBezTo>
                  <a:pt x="184151" y="1545440"/>
                  <a:pt x="187793" y="1541797"/>
                  <a:pt x="192316" y="1541672"/>
                </a:cubicBezTo>
                <a:close/>
                <a:moveTo>
                  <a:pt x="2090357" y="1540918"/>
                </a:moveTo>
                <a:cubicBezTo>
                  <a:pt x="2091612" y="1540918"/>
                  <a:pt x="2092617" y="1541923"/>
                  <a:pt x="2092617" y="1543180"/>
                </a:cubicBezTo>
                <a:cubicBezTo>
                  <a:pt x="2092617" y="1544435"/>
                  <a:pt x="2091612" y="1545440"/>
                  <a:pt x="2090357" y="1545440"/>
                </a:cubicBezTo>
                <a:cubicBezTo>
                  <a:pt x="2089100" y="1545440"/>
                  <a:pt x="2088095" y="1544435"/>
                  <a:pt x="2088095" y="1543180"/>
                </a:cubicBezTo>
                <a:cubicBezTo>
                  <a:pt x="2088095" y="1541923"/>
                  <a:pt x="2089100" y="1540918"/>
                  <a:pt x="2090357" y="1540918"/>
                </a:cubicBezTo>
                <a:close/>
                <a:moveTo>
                  <a:pt x="953292" y="1540290"/>
                </a:moveTo>
                <a:cubicBezTo>
                  <a:pt x="957312" y="1540290"/>
                  <a:pt x="960452" y="1543430"/>
                  <a:pt x="960452" y="1547324"/>
                </a:cubicBezTo>
                <a:cubicBezTo>
                  <a:pt x="960452" y="1551217"/>
                  <a:pt x="957312" y="1554358"/>
                  <a:pt x="953417" y="1554358"/>
                </a:cubicBezTo>
                <a:cubicBezTo>
                  <a:pt x="949398" y="1554358"/>
                  <a:pt x="946258" y="1551217"/>
                  <a:pt x="946258" y="1547324"/>
                </a:cubicBezTo>
                <a:cubicBezTo>
                  <a:pt x="946258" y="1543304"/>
                  <a:pt x="949398" y="1540163"/>
                  <a:pt x="953292" y="1540290"/>
                </a:cubicBezTo>
                <a:close/>
                <a:moveTo>
                  <a:pt x="2756996" y="1538657"/>
                </a:moveTo>
                <a:cubicBezTo>
                  <a:pt x="2769933" y="1538532"/>
                  <a:pt x="2780485" y="1549083"/>
                  <a:pt x="2780485" y="1562021"/>
                </a:cubicBezTo>
                <a:cubicBezTo>
                  <a:pt x="2780612" y="1574959"/>
                  <a:pt x="2770060" y="1585511"/>
                  <a:pt x="2757121" y="1585511"/>
                </a:cubicBezTo>
                <a:cubicBezTo>
                  <a:pt x="2744057" y="1585511"/>
                  <a:pt x="2733506" y="1575085"/>
                  <a:pt x="2733506" y="1562147"/>
                </a:cubicBezTo>
                <a:cubicBezTo>
                  <a:pt x="2733380" y="1549083"/>
                  <a:pt x="2743932" y="1538532"/>
                  <a:pt x="2756996" y="1538657"/>
                </a:cubicBezTo>
                <a:close/>
                <a:moveTo>
                  <a:pt x="2376632" y="1534261"/>
                </a:moveTo>
                <a:cubicBezTo>
                  <a:pt x="2392837" y="1534261"/>
                  <a:pt x="2405901" y="1547325"/>
                  <a:pt x="2406027" y="1563404"/>
                </a:cubicBezTo>
                <a:cubicBezTo>
                  <a:pt x="2406027" y="1579483"/>
                  <a:pt x="2392963" y="1592547"/>
                  <a:pt x="2376884" y="1592672"/>
                </a:cubicBezTo>
                <a:cubicBezTo>
                  <a:pt x="2360806" y="1592672"/>
                  <a:pt x="2347617" y="1579608"/>
                  <a:pt x="2347617" y="1563529"/>
                </a:cubicBezTo>
                <a:cubicBezTo>
                  <a:pt x="2347490" y="1547325"/>
                  <a:pt x="2360554" y="1534261"/>
                  <a:pt x="2376632" y="1534261"/>
                </a:cubicBezTo>
                <a:close/>
                <a:moveTo>
                  <a:pt x="97979" y="1524338"/>
                </a:moveTo>
                <a:cubicBezTo>
                  <a:pt x="100492" y="1524338"/>
                  <a:pt x="102628" y="1526348"/>
                  <a:pt x="102628" y="1528986"/>
                </a:cubicBezTo>
                <a:cubicBezTo>
                  <a:pt x="102628" y="1531498"/>
                  <a:pt x="100618" y="1533634"/>
                  <a:pt x="97979" y="1533634"/>
                </a:cubicBezTo>
                <a:cubicBezTo>
                  <a:pt x="95467" y="1533634"/>
                  <a:pt x="93332" y="1531498"/>
                  <a:pt x="93332" y="1528986"/>
                </a:cubicBezTo>
                <a:cubicBezTo>
                  <a:pt x="93332" y="1526473"/>
                  <a:pt x="95467" y="1524338"/>
                  <a:pt x="97979" y="1524338"/>
                </a:cubicBezTo>
                <a:close/>
                <a:moveTo>
                  <a:pt x="572677" y="1522955"/>
                </a:moveTo>
                <a:cubicBezTo>
                  <a:pt x="586871" y="1522955"/>
                  <a:pt x="598302" y="1534386"/>
                  <a:pt x="598428" y="1548580"/>
                </a:cubicBezTo>
                <a:cubicBezTo>
                  <a:pt x="598428" y="1562774"/>
                  <a:pt x="586997" y="1574206"/>
                  <a:pt x="572803" y="1574331"/>
                </a:cubicBezTo>
                <a:cubicBezTo>
                  <a:pt x="558609" y="1574331"/>
                  <a:pt x="547052" y="1562901"/>
                  <a:pt x="547052" y="1548706"/>
                </a:cubicBezTo>
                <a:cubicBezTo>
                  <a:pt x="546927" y="1534511"/>
                  <a:pt x="558357" y="1522955"/>
                  <a:pt x="572677" y="1522955"/>
                </a:cubicBezTo>
                <a:close/>
                <a:moveTo>
                  <a:pt x="2851331" y="1522202"/>
                </a:moveTo>
                <a:cubicBezTo>
                  <a:pt x="2861380" y="1522202"/>
                  <a:pt x="2869544" y="1530241"/>
                  <a:pt x="2869544" y="1540290"/>
                </a:cubicBezTo>
                <a:cubicBezTo>
                  <a:pt x="2869544" y="1550339"/>
                  <a:pt x="2861505" y="1558504"/>
                  <a:pt x="2851456" y="1558504"/>
                </a:cubicBezTo>
                <a:cubicBezTo>
                  <a:pt x="2841408" y="1558504"/>
                  <a:pt x="2833243" y="1550465"/>
                  <a:pt x="2833243" y="1540416"/>
                </a:cubicBezTo>
                <a:cubicBezTo>
                  <a:pt x="2833243" y="1530366"/>
                  <a:pt x="2841282" y="1522202"/>
                  <a:pt x="2851331" y="1522202"/>
                </a:cubicBezTo>
                <a:close/>
                <a:moveTo>
                  <a:pt x="2183939" y="1512530"/>
                </a:moveTo>
                <a:cubicBezTo>
                  <a:pt x="2188838" y="1512530"/>
                  <a:pt x="2192983" y="1516550"/>
                  <a:pt x="2192983" y="1521574"/>
                </a:cubicBezTo>
                <a:cubicBezTo>
                  <a:pt x="2192983" y="1526473"/>
                  <a:pt x="2188964" y="1530618"/>
                  <a:pt x="2183939" y="1530618"/>
                </a:cubicBezTo>
                <a:cubicBezTo>
                  <a:pt x="2178915" y="1530618"/>
                  <a:pt x="2174770" y="1526599"/>
                  <a:pt x="2174770" y="1521574"/>
                </a:cubicBezTo>
                <a:cubicBezTo>
                  <a:pt x="2174770" y="1516550"/>
                  <a:pt x="2178790" y="1512530"/>
                  <a:pt x="2183939" y="1512530"/>
                </a:cubicBezTo>
                <a:close/>
                <a:moveTo>
                  <a:pt x="2470970" y="1511398"/>
                </a:moveTo>
                <a:cubicBezTo>
                  <a:pt x="2487677" y="1511398"/>
                  <a:pt x="2501243" y="1524964"/>
                  <a:pt x="2501370" y="1541671"/>
                </a:cubicBezTo>
                <a:cubicBezTo>
                  <a:pt x="2501370" y="1558377"/>
                  <a:pt x="2487803" y="1572070"/>
                  <a:pt x="2471095" y="1572070"/>
                </a:cubicBezTo>
                <a:cubicBezTo>
                  <a:pt x="2454389" y="1572070"/>
                  <a:pt x="2440697" y="1558504"/>
                  <a:pt x="2440697" y="1541796"/>
                </a:cubicBezTo>
                <a:cubicBezTo>
                  <a:pt x="2440697" y="1525090"/>
                  <a:pt x="2454138" y="1511523"/>
                  <a:pt x="2470970" y="1511398"/>
                </a:cubicBezTo>
                <a:close/>
                <a:moveTo>
                  <a:pt x="2945543" y="1511148"/>
                </a:moveTo>
                <a:cubicBezTo>
                  <a:pt x="2949688" y="1511148"/>
                  <a:pt x="2953080" y="1514539"/>
                  <a:pt x="2953080" y="1518684"/>
                </a:cubicBezTo>
                <a:cubicBezTo>
                  <a:pt x="2953080" y="1522829"/>
                  <a:pt x="2949688" y="1526220"/>
                  <a:pt x="2945543" y="1526220"/>
                </a:cubicBezTo>
                <a:cubicBezTo>
                  <a:pt x="2941398" y="1526220"/>
                  <a:pt x="2938006" y="1522829"/>
                  <a:pt x="2938006" y="1518684"/>
                </a:cubicBezTo>
                <a:cubicBezTo>
                  <a:pt x="2938006" y="1514539"/>
                  <a:pt x="2941398" y="1511148"/>
                  <a:pt x="2945543" y="1511148"/>
                </a:cubicBezTo>
                <a:close/>
                <a:moveTo>
                  <a:pt x="859709" y="1509263"/>
                </a:moveTo>
                <a:cubicBezTo>
                  <a:pt x="869130" y="1509138"/>
                  <a:pt x="876792" y="1516800"/>
                  <a:pt x="876792" y="1526222"/>
                </a:cubicBezTo>
                <a:cubicBezTo>
                  <a:pt x="876918" y="1535643"/>
                  <a:pt x="869255" y="1543305"/>
                  <a:pt x="859834" y="1543305"/>
                </a:cubicBezTo>
                <a:cubicBezTo>
                  <a:pt x="850412" y="1543305"/>
                  <a:pt x="842750" y="1535768"/>
                  <a:pt x="842750" y="1526347"/>
                </a:cubicBezTo>
                <a:cubicBezTo>
                  <a:pt x="842625" y="1516925"/>
                  <a:pt x="850287" y="1509263"/>
                  <a:pt x="859709" y="1509263"/>
                </a:cubicBezTo>
                <a:close/>
                <a:moveTo>
                  <a:pt x="3895" y="1506248"/>
                </a:moveTo>
                <a:cubicBezTo>
                  <a:pt x="4899" y="1506248"/>
                  <a:pt x="5653" y="1507001"/>
                  <a:pt x="5653" y="1508006"/>
                </a:cubicBezTo>
                <a:cubicBezTo>
                  <a:pt x="5653" y="1509011"/>
                  <a:pt x="4899" y="1509765"/>
                  <a:pt x="3895" y="1509765"/>
                </a:cubicBezTo>
                <a:cubicBezTo>
                  <a:pt x="2890" y="1509765"/>
                  <a:pt x="2136" y="1509011"/>
                  <a:pt x="2136" y="1508006"/>
                </a:cubicBezTo>
                <a:cubicBezTo>
                  <a:pt x="2136" y="1507001"/>
                  <a:pt x="2890" y="1506248"/>
                  <a:pt x="3895" y="1506248"/>
                </a:cubicBezTo>
                <a:close/>
                <a:moveTo>
                  <a:pt x="478467" y="1506247"/>
                </a:moveTo>
                <a:cubicBezTo>
                  <a:pt x="490399" y="1506122"/>
                  <a:pt x="500073" y="1515669"/>
                  <a:pt x="500073" y="1527601"/>
                </a:cubicBezTo>
                <a:cubicBezTo>
                  <a:pt x="500198" y="1539410"/>
                  <a:pt x="490525" y="1549082"/>
                  <a:pt x="478718" y="1549082"/>
                </a:cubicBezTo>
                <a:cubicBezTo>
                  <a:pt x="466784" y="1549207"/>
                  <a:pt x="457112" y="1539535"/>
                  <a:pt x="457112" y="1527728"/>
                </a:cubicBezTo>
                <a:cubicBezTo>
                  <a:pt x="457112" y="1515919"/>
                  <a:pt x="466658" y="1506247"/>
                  <a:pt x="478467" y="1506247"/>
                </a:cubicBezTo>
                <a:close/>
                <a:moveTo>
                  <a:pt x="3039502" y="1495322"/>
                </a:moveTo>
                <a:cubicBezTo>
                  <a:pt x="3040509" y="1495322"/>
                  <a:pt x="3041262" y="1496075"/>
                  <a:pt x="3041262" y="1497080"/>
                </a:cubicBezTo>
                <a:cubicBezTo>
                  <a:pt x="3041262" y="1498086"/>
                  <a:pt x="3040509" y="1498839"/>
                  <a:pt x="3039502" y="1498839"/>
                </a:cubicBezTo>
                <a:cubicBezTo>
                  <a:pt x="3038497" y="1498839"/>
                  <a:pt x="3037744" y="1498086"/>
                  <a:pt x="3037744" y="1497080"/>
                </a:cubicBezTo>
                <a:cubicBezTo>
                  <a:pt x="3037744" y="1496075"/>
                  <a:pt x="3038497" y="1495322"/>
                  <a:pt x="3039502" y="1495322"/>
                </a:cubicBezTo>
                <a:close/>
                <a:moveTo>
                  <a:pt x="2564930" y="1493560"/>
                </a:moveTo>
                <a:cubicBezTo>
                  <a:pt x="2579502" y="1493560"/>
                  <a:pt x="2591559" y="1505367"/>
                  <a:pt x="2591559" y="1520065"/>
                </a:cubicBezTo>
                <a:cubicBezTo>
                  <a:pt x="2591559" y="1534761"/>
                  <a:pt x="2579752" y="1546695"/>
                  <a:pt x="2565056" y="1546695"/>
                </a:cubicBezTo>
                <a:cubicBezTo>
                  <a:pt x="2550485" y="1546695"/>
                  <a:pt x="2538426" y="1534887"/>
                  <a:pt x="2538426" y="1520190"/>
                </a:cubicBezTo>
                <a:cubicBezTo>
                  <a:pt x="2538300" y="1505494"/>
                  <a:pt x="2550233" y="1493560"/>
                  <a:pt x="2564930" y="1493560"/>
                </a:cubicBezTo>
                <a:close/>
                <a:moveTo>
                  <a:pt x="384632" y="1490547"/>
                </a:moveTo>
                <a:cubicBezTo>
                  <a:pt x="393551" y="1490547"/>
                  <a:pt x="400836" y="1497707"/>
                  <a:pt x="400836" y="1506626"/>
                </a:cubicBezTo>
                <a:cubicBezTo>
                  <a:pt x="400836" y="1515545"/>
                  <a:pt x="393676" y="1522830"/>
                  <a:pt x="384757" y="1522830"/>
                </a:cubicBezTo>
                <a:cubicBezTo>
                  <a:pt x="375838" y="1522830"/>
                  <a:pt x="368553" y="1515670"/>
                  <a:pt x="368553" y="1506751"/>
                </a:cubicBezTo>
                <a:cubicBezTo>
                  <a:pt x="368553" y="1497832"/>
                  <a:pt x="375713" y="1490547"/>
                  <a:pt x="384632" y="1490547"/>
                </a:cubicBezTo>
                <a:close/>
                <a:moveTo>
                  <a:pt x="1058430" y="1482633"/>
                </a:moveTo>
                <a:cubicBezTo>
                  <a:pt x="1059057" y="1482633"/>
                  <a:pt x="1059561" y="1483135"/>
                  <a:pt x="1059561" y="1483763"/>
                </a:cubicBezTo>
                <a:cubicBezTo>
                  <a:pt x="1059561" y="1484391"/>
                  <a:pt x="1059057" y="1484894"/>
                  <a:pt x="1058430" y="1484894"/>
                </a:cubicBezTo>
                <a:cubicBezTo>
                  <a:pt x="1057802" y="1484894"/>
                  <a:pt x="1057300" y="1484391"/>
                  <a:pt x="1057300" y="1483763"/>
                </a:cubicBezTo>
                <a:cubicBezTo>
                  <a:pt x="1057300" y="1483135"/>
                  <a:pt x="1057802" y="1482633"/>
                  <a:pt x="1058430" y="1482633"/>
                </a:cubicBezTo>
                <a:close/>
                <a:moveTo>
                  <a:pt x="766249" y="1481001"/>
                </a:moveTo>
                <a:cubicBezTo>
                  <a:pt x="779691" y="1480876"/>
                  <a:pt x="790745" y="1491803"/>
                  <a:pt x="790745" y="1505245"/>
                </a:cubicBezTo>
                <a:cubicBezTo>
                  <a:pt x="790745" y="1518811"/>
                  <a:pt x="779942" y="1529740"/>
                  <a:pt x="766501" y="1529740"/>
                </a:cubicBezTo>
                <a:cubicBezTo>
                  <a:pt x="753060" y="1529865"/>
                  <a:pt x="742006" y="1518936"/>
                  <a:pt x="742006" y="1505496"/>
                </a:cubicBezTo>
                <a:cubicBezTo>
                  <a:pt x="742006" y="1492055"/>
                  <a:pt x="752809" y="1481126"/>
                  <a:pt x="766249" y="1481001"/>
                </a:cubicBezTo>
                <a:close/>
                <a:moveTo>
                  <a:pt x="1984840" y="1480120"/>
                </a:moveTo>
                <a:cubicBezTo>
                  <a:pt x="1984966" y="1480120"/>
                  <a:pt x="1985092" y="1480245"/>
                  <a:pt x="1985092" y="1480371"/>
                </a:cubicBezTo>
                <a:cubicBezTo>
                  <a:pt x="1985092" y="1480497"/>
                  <a:pt x="1984966" y="1480623"/>
                  <a:pt x="1984840" y="1480623"/>
                </a:cubicBezTo>
                <a:cubicBezTo>
                  <a:pt x="1984714" y="1480623"/>
                  <a:pt x="1984589" y="1480497"/>
                  <a:pt x="1984589" y="1480371"/>
                </a:cubicBezTo>
                <a:cubicBezTo>
                  <a:pt x="1984589" y="1480245"/>
                  <a:pt x="1984714" y="1480245"/>
                  <a:pt x="1984840" y="1480120"/>
                </a:cubicBezTo>
                <a:close/>
                <a:moveTo>
                  <a:pt x="2277022" y="1478487"/>
                </a:moveTo>
                <a:cubicBezTo>
                  <a:pt x="2288829" y="1478362"/>
                  <a:pt x="2298501" y="1488034"/>
                  <a:pt x="2298501" y="1499841"/>
                </a:cubicBezTo>
                <a:cubicBezTo>
                  <a:pt x="2298628" y="1511650"/>
                  <a:pt x="2288956" y="1521322"/>
                  <a:pt x="2277147" y="1521322"/>
                </a:cubicBezTo>
                <a:cubicBezTo>
                  <a:pt x="2265213" y="1521447"/>
                  <a:pt x="2255541" y="1511775"/>
                  <a:pt x="2255541" y="1499968"/>
                </a:cubicBezTo>
                <a:cubicBezTo>
                  <a:pt x="2255541" y="1488159"/>
                  <a:pt x="2265088" y="1478487"/>
                  <a:pt x="2277022" y="1478487"/>
                </a:cubicBezTo>
                <a:close/>
                <a:moveTo>
                  <a:pt x="291049" y="1473087"/>
                </a:moveTo>
                <a:cubicBezTo>
                  <a:pt x="298084" y="1473087"/>
                  <a:pt x="303736" y="1478739"/>
                  <a:pt x="303736" y="1485648"/>
                </a:cubicBezTo>
                <a:cubicBezTo>
                  <a:pt x="303736" y="1492683"/>
                  <a:pt x="298084" y="1498335"/>
                  <a:pt x="291174" y="1498335"/>
                </a:cubicBezTo>
                <a:cubicBezTo>
                  <a:pt x="284140" y="1498335"/>
                  <a:pt x="278487" y="1492683"/>
                  <a:pt x="278487" y="1485774"/>
                </a:cubicBezTo>
                <a:cubicBezTo>
                  <a:pt x="278361" y="1478866"/>
                  <a:pt x="284015" y="1473212"/>
                  <a:pt x="291049" y="1473087"/>
                </a:cubicBezTo>
                <a:close/>
                <a:moveTo>
                  <a:pt x="2658514" y="1472584"/>
                </a:moveTo>
                <a:cubicBezTo>
                  <a:pt x="2672834" y="1472458"/>
                  <a:pt x="2684516" y="1484014"/>
                  <a:pt x="2684516" y="1498335"/>
                </a:cubicBezTo>
                <a:cubicBezTo>
                  <a:pt x="2684642" y="1512655"/>
                  <a:pt x="2673085" y="1524338"/>
                  <a:pt x="2658766" y="1524338"/>
                </a:cubicBezTo>
                <a:cubicBezTo>
                  <a:pt x="2644445" y="1524463"/>
                  <a:pt x="2632763" y="1512907"/>
                  <a:pt x="2632763" y="1498587"/>
                </a:cubicBezTo>
                <a:cubicBezTo>
                  <a:pt x="2632763" y="1484266"/>
                  <a:pt x="2644320" y="1472584"/>
                  <a:pt x="2658514" y="1472584"/>
                </a:cubicBezTo>
                <a:close/>
                <a:moveTo>
                  <a:pt x="673169" y="1457259"/>
                </a:moveTo>
                <a:cubicBezTo>
                  <a:pt x="688117" y="1457259"/>
                  <a:pt x="700427" y="1469318"/>
                  <a:pt x="700427" y="1484392"/>
                </a:cubicBezTo>
                <a:cubicBezTo>
                  <a:pt x="700427" y="1499465"/>
                  <a:pt x="688368" y="1511775"/>
                  <a:pt x="673294" y="1511775"/>
                </a:cubicBezTo>
                <a:cubicBezTo>
                  <a:pt x="658221" y="1511775"/>
                  <a:pt x="645911" y="1499716"/>
                  <a:pt x="645911" y="1484643"/>
                </a:cubicBezTo>
                <a:cubicBezTo>
                  <a:pt x="645784" y="1469568"/>
                  <a:pt x="657970" y="1457384"/>
                  <a:pt x="673169" y="1457259"/>
                </a:cubicBezTo>
                <a:close/>
                <a:moveTo>
                  <a:pt x="965600" y="1456630"/>
                </a:moveTo>
                <a:cubicBezTo>
                  <a:pt x="969118" y="1456630"/>
                  <a:pt x="971882" y="1459394"/>
                  <a:pt x="971882" y="1462785"/>
                </a:cubicBezTo>
                <a:cubicBezTo>
                  <a:pt x="971882" y="1466302"/>
                  <a:pt x="969118" y="1469066"/>
                  <a:pt x="965726" y="1469066"/>
                </a:cubicBezTo>
                <a:cubicBezTo>
                  <a:pt x="962335" y="1469066"/>
                  <a:pt x="959571" y="1466302"/>
                  <a:pt x="959571" y="1462911"/>
                </a:cubicBezTo>
                <a:cubicBezTo>
                  <a:pt x="959571" y="1459519"/>
                  <a:pt x="962335" y="1456755"/>
                  <a:pt x="965600" y="1456630"/>
                </a:cubicBezTo>
                <a:close/>
                <a:moveTo>
                  <a:pt x="2077293" y="1456379"/>
                </a:moveTo>
                <a:cubicBezTo>
                  <a:pt x="2078675" y="1456379"/>
                  <a:pt x="2079805" y="1457384"/>
                  <a:pt x="2079805" y="1458766"/>
                </a:cubicBezTo>
                <a:cubicBezTo>
                  <a:pt x="2079805" y="1460147"/>
                  <a:pt x="2078800" y="1461278"/>
                  <a:pt x="2077418" y="1461278"/>
                </a:cubicBezTo>
                <a:cubicBezTo>
                  <a:pt x="2076036" y="1461278"/>
                  <a:pt x="2074906" y="1460273"/>
                  <a:pt x="2074906" y="1458891"/>
                </a:cubicBezTo>
                <a:cubicBezTo>
                  <a:pt x="2074906" y="1457634"/>
                  <a:pt x="2076036" y="1456504"/>
                  <a:pt x="2077293" y="1456379"/>
                </a:cubicBezTo>
                <a:close/>
                <a:moveTo>
                  <a:pt x="197465" y="1456254"/>
                </a:moveTo>
                <a:cubicBezTo>
                  <a:pt x="202239" y="1456128"/>
                  <a:pt x="206132" y="1460023"/>
                  <a:pt x="206132" y="1464795"/>
                </a:cubicBezTo>
                <a:cubicBezTo>
                  <a:pt x="206132" y="1469569"/>
                  <a:pt x="202364" y="1473464"/>
                  <a:pt x="197590" y="1473464"/>
                </a:cubicBezTo>
                <a:cubicBezTo>
                  <a:pt x="192818" y="1473589"/>
                  <a:pt x="188923" y="1469694"/>
                  <a:pt x="188923" y="1464922"/>
                </a:cubicBezTo>
                <a:cubicBezTo>
                  <a:pt x="188798" y="1460148"/>
                  <a:pt x="192692" y="1456254"/>
                  <a:pt x="197465" y="1456254"/>
                </a:cubicBezTo>
                <a:close/>
                <a:moveTo>
                  <a:pt x="2752222" y="1452987"/>
                </a:moveTo>
                <a:cubicBezTo>
                  <a:pt x="2765412" y="1452987"/>
                  <a:pt x="2776214" y="1463664"/>
                  <a:pt x="2776214" y="1476854"/>
                </a:cubicBezTo>
                <a:cubicBezTo>
                  <a:pt x="2776214" y="1490044"/>
                  <a:pt x="2765537" y="1500846"/>
                  <a:pt x="2752348" y="1500846"/>
                </a:cubicBezTo>
                <a:cubicBezTo>
                  <a:pt x="2739158" y="1500846"/>
                  <a:pt x="2728356" y="1490169"/>
                  <a:pt x="2728356" y="1476980"/>
                </a:cubicBezTo>
                <a:cubicBezTo>
                  <a:pt x="2728230" y="1463790"/>
                  <a:pt x="2738907" y="1452987"/>
                  <a:pt x="2752222" y="1452987"/>
                </a:cubicBezTo>
                <a:close/>
                <a:moveTo>
                  <a:pt x="2369976" y="1448717"/>
                </a:moveTo>
                <a:cubicBezTo>
                  <a:pt x="2386305" y="1448591"/>
                  <a:pt x="2399746" y="1461907"/>
                  <a:pt x="2399746" y="1478236"/>
                </a:cubicBezTo>
                <a:cubicBezTo>
                  <a:pt x="2399872" y="1494692"/>
                  <a:pt x="2386557" y="1508008"/>
                  <a:pt x="2370227" y="1508008"/>
                </a:cubicBezTo>
                <a:cubicBezTo>
                  <a:pt x="2353897" y="1508133"/>
                  <a:pt x="2340456" y="1494817"/>
                  <a:pt x="2340456" y="1478488"/>
                </a:cubicBezTo>
                <a:cubicBezTo>
                  <a:pt x="2340456" y="1462157"/>
                  <a:pt x="2353645" y="1448717"/>
                  <a:pt x="2369976" y="1448717"/>
                </a:cubicBezTo>
                <a:close/>
                <a:moveTo>
                  <a:pt x="104134" y="1439044"/>
                </a:moveTo>
                <a:cubicBezTo>
                  <a:pt x="106897" y="1439044"/>
                  <a:pt x="109033" y="1441306"/>
                  <a:pt x="109033" y="1443943"/>
                </a:cubicBezTo>
                <a:cubicBezTo>
                  <a:pt x="109033" y="1446706"/>
                  <a:pt x="106771" y="1448841"/>
                  <a:pt x="104134" y="1448841"/>
                </a:cubicBezTo>
                <a:cubicBezTo>
                  <a:pt x="101370" y="1448841"/>
                  <a:pt x="99235" y="1446581"/>
                  <a:pt x="99235" y="1443943"/>
                </a:cubicBezTo>
                <a:cubicBezTo>
                  <a:pt x="99235" y="1441306"/>
                  <a:pt x="101370" y="1439044"/>
                  <a:pt x="104134" y="1439044"/>
                </a:cubicBezTo>
                <a:close/>
                <a:moveTo>
                  <a:pt x="579963" y="1438040"/>
                </a:moveTo>
                <a:cubicBezTo>
                  <a:pt x="594157" y="1438040"/>
                  <a:pt x="605714" y="1449471"/>
                  <a:pt x="605714" y="1463665"/>
                </a:cubicBezTo>
                <a:cubicBezTo>
                  <a:pt x="605714" y="1477859"/>
                  <a:pt x="594284" y="1489416"/>
                  <a:pt x="580088" y="1489416"/>
                </a:cubicBezTo>
                <a:cubicBezTo>
                  <a:pt x="565894" y="1489416"/>
                  <a:pt x="554338" y="1477986"/>
                  <a:pt x="554338" y="1463791"/>
                </a:cubicBezTo>
                <a:cubicBezTo>
                  <a:pt x="554338" y="1449596"/>
                  <a:pt x="565769" y="1438040"/>
                  <a:pt x="579963" y="1438040"/>
                </a:cubicBezTo>
                <a:close/>
                <a:moveTo>
                  <a:pt x="2845551" y="1437663"/>
                </a:moveTo>
                <a:cubicBezTo>
                  <a:pt x="2855349" y="1437538"/>
                  <a:pt x="2863389" y="1445452"/>
                  <a:pt x="2863389" y="1455249"/>
                </a:cubicBezTo>
                <a:cubicBezTo>
                  <a:pt x="2863389" y="1465048"/>
                  <a:pt x="2855475" y="1473087"/>
                  <a:pt x="2845676" y="1473087"/>
                </a:cubicBezTo>
                <a:cubicBezTo>
                  <a:pt x="2835879" y="1473087"/>
                  <a:pt x="2827840" y="1465173"/>
                  <a:pt x="2827840" y="1455375"/>
                </a:cubicBezTo>
                <a:cubicBezTo>
                  <a:pt x="2827840" y="1445577"/>
                  <a:pt x="2835754" y="1437538"/>
                  <a:pt x="2845551" y="1437663"/>
                </a:cubicBezTo>
                <a:close/>
                <a:moveTo>
                  <a:pt x="2169871" y="1427614"/>
                </a:moveTo>
                <a:cubicBezTo>
                  <a:pt x="2175273" y="1427614"/>
                  <a:pt x="2179670" y="1431884"/>
                  <a:pt x="2179670" y="1437285"/>
                </a:cubicBezTo>
                <a:cubicBezTo>
                  <a:pt x="2179670" y="1442687"/>
                  <a:pt x="2175398" y="1447083"/>
                  <a:pt x="2169996" y="1447083"/>
                </a:cubicBezTo>
                <a:cubicBezTo>
                  <a:pt x="2164596" y="1447083"/>
                  <a:pt x="2160199" y="1442812"/>
                  <a:pt x="2160199" y="1437411"/>
                </a:cubicBezTo>
                <a:cubicBezTo>
                  <a:pt x="2160074" y="1432136"/>
                  <a:pt x="2164469" y="1427739"/>
                  <a:pt x="2169871" y="1427614"/>
                </a:cubicBezTo>
                <a:close/>
                <a:moveTo>
                  <a:pt x="2938760" y="1426861"/>
                </a:moveTo>
                <a:cubicBezTo>
                  <a:pt x="2942529" y="1426861"/>
                  <a:pt x="2945669" y="1429875"/>
                  <a:pt x="2945669" y="1433644"/>
                </a:cubicBezTo>
                <a:cubicBezTo>
                  <a:pt x="2945794" y="1437412"/>
                  <a:pt x="2942654" y="1440552"/>
                  <a:pt x="2938886" y="1440552"/>
                </a:cubicBezTo>
                <a:cubicBezTo>
                  <a:pt x="2935117" y="1440552"/>
                  <a:pt x="2931977" y="1437537"/>
                  <a:pt x="2931977" y="1433770"/>
                </a:cubicBezTo>
                <a:cubicBezTo>
                  <a:pt x="2931977" y="1429875"/>
                  <a:pt x="2935117" y="1426861"/>
                  <a:pt x="2938760" y="1426861"/>
                </a:cubicBezTo>
                <a:close/>
                <a:moveTo>
                  <a:pt x="2462930" y="1426106"/>
                </a:moveTo>
                <a:cubicBezTo>
                  <a:pt x="2479889" y="1425980"/>
                  <a:pt x="2493706" y="1439798"/>
                  <a:pt x="2493831" y="1456756"/>
                </a:cubicBezTo>
                <a:cubicBezTo>
                  <a:pt x="2493831" y="1473713"/>
                  <a:pt x="2480139" y="1487532"/>
                  <a:pt x="2463181" y="1487657"/>
                </a:cubicBezTo>
                <a:cubicBezTo>
                  <a:pt x="2446224" y="1487657"/>
                  <a:pt x="2432280" y="1473965"/>
                  <a:pt x="2432280" y="1457007"/>
                </a:cubicBezTo>
                <a:cubicBezTo>
                  <a:pt x="2432280" y="1439923"/>
                  <a:pt x="2445972" y="1426106"/>
                  <a:pt x="2462930" y="1426106"/>
                </a:cubicBezTo>
                <a:close/>
                <a:moveTo>
                  <a:pt x="872898" y="1425479"/>
                </a:moveTo>
                <a:cubicBezTo>
                  <a:pt x="882067" y="1425479"/>
                  <a:pt x="889604" y="1432891"/>
                  <a:pt x="889604" y="1442060"/>
                </a:cubicBezTo>
                <a:cubicBezTo>
                  <a:pt x="889604" y="1451230"/>
                  <a:pt x="882192" y="1458767"/>
                  <a:pt x="873023" y="1458767"/>
                </a:cubicBezTo>
                <a:cubicBezTo>
                  <a:pt x="863979" y="1458767"/>
                  <a:pt x="856442" y="1451355"/>
                  <a:pt x="856442" y="1442186"/>
                </a:cubicBezTo>
                <a:cubicBezTo>
                  <a:pt x="856442" y="1433016"/>
                  <a:pt x="863853" y="1425604"/>
                  <a:pt x="872898" y="1425479"/>
                </a:cubicBezTo>
                <a:close/>
                <a:moveTo>
                  <a:pt x="486882" y="1421333"/>
                </a:moveTo>
                <a:cubicBezTo>
                  <a:pt x="498691" y="1421208"/>
                  <a:pt x="508363" y="1430880"/>
                  <a:pt x="508363" y="1442687"/>
                </a:cubicBezTo>
                <a:cubicBezTo>
                  <a:pt x="508363" y="1454496"/>
                  <a:pt x="498816" y="1464168"/>
                  <a:pt x="487009" y="1464168"/>
                </a:cubicBezTo>
                <a:cubicBezTo>
                  <a:pt x="475200" y="1464293"/>
                  <a:pt x="465528" y="1454746"/>
                  <a:pt x="465528" y="1442814"/>
                </a:cubicBezTo>
                <a:cubicBezTo>
                  <a:pt x="465403" y="1431005"/>
                  <a:pt x="475075" y="1421333"/>
                  <a:pt x="486882" y="1421333"/>
                </a:cubicBezTo>
                <a:close/>
                <a:moveTo>
                  <a:pt x="10677" y="1421333"/>
                </a:moveTo>
                <a:cubicBezTo>
                  <a:pt x="11682" y="1421333"/>
                  <a:pt x="12435" y="1422087"/>
                  <a:pt x="12435" y="1423092"/>
                </a:cubicBezTo>
                <a:cubicBezTo>
                  <a:pt x="12435" y="1424097"/>
                  <a:pt x="11682" y="1424850"/>
                  <a:pt x="10677" y="1424850"/>
                </a:cubicBezTo>
                <a:cubicBezTo>
                  <a:pt x="9672" y="1424850"/>
                  <a:pt x="8918" y="1424097"/>
                  <a:pt x="8918" y="1423092"/>
                </a:cubicBezTo>
                <a:cubicBezTo>
                  <a:pt x="8918" y="1422087"/>
                  <a:pt x="9797" y="1421207"/>
                  <a:pt x="10677" y="1421333"/>
                </a:cubicBezTo>
                <a:close/>
                <a:moveTo>
                  <a:pt x="3032090" y="1410153"/>
                </a:moveTo>
                <a:cubicBezTo>
                  <a:pt x="3033220" y="1410153"/>
                  <a:pt x="3034100" y="1411033"/>
                  <a:pt x="3034100" y="1412163"/>
                </a:cubicBezTo>
                <a:cubicBezTo>
                  <a:pt x="3034100" y="1413293"/>
                  <a:pt x="3033220" y="1414173"/>
                  <a:pt x="3032090" y="1414173"/>
                </a:cubicBezTo>
                <a:cubicBezTo>
                  <a:pt x="3030960" y="1414173"/>
                  <a:pt x="3030080" y="1413293"/>
                  <a:pt x="3030080" y="1412163"/>
                </a:cubicBezTo>
                <a:cubicBezTo>
                  <a:pt x="3030080" y="1411033"/>
                  <a:pt x="3030960" y="1410153"/>
                  <a:pt x="3032090" y="1410153"/>
                </a:cubicBezTo>
                <a:close/>
                <a:moveTo>
                  <a:pt x="2555760" y="1408017"/>
                </a:moveTo>
                <a:cubicBezTo>
                  <a:pt x="2570834" y="1408017"/>
                  <a:pt x="2583018" y="1420076"/>
                  <a:pt x="2583143" y="1435150"/>
                </a:cubicBezTo>
                <a:cubicBezTo>
                  <a:pt x="2583143" y="1450223"/>
                  <a:pt x="2571084" y="1462534"/>
                  <a:pt x="2556010" y="1462534"/>
                </a:cubicBezTo>
                <a:cubicBezTo>
                  <a:pt x="2541062" y="1462534"/>
                  <a:pt x="2528752" y="1450475"/>
                  <a:pt x="2528752" y="1435401"/>
                </a:cubicBezTo>
                <a:cubicBezTo>
                  <a:pt x="2528752" y="1420328"/>
                  <a:pt x="2540811" y="1408142"/>
                  <a:pt x="2555760" y="1408017"/>
                </a:cubicBezTo>
                <a:close/>
                <a:moveTo>
                  <a:pt x="393803" y="1406008"/>
                </a:moveTo>
                <a:cubicBezTo>
                  <a:pt x="402595" y="1405883"/>
                  <a:pt x="409755" y="1413043"/>
                  <a:pt x="409755" y="1421836"/>
                </a:cubicBezTo>
                <a:cubicBezTo>
                  <a:pt x="409755" y="1430629"/>
                  <a:pt x="402720" y="1437789"/>
                  <a:pt x="393928" y="1437789"/>
                </a:cubicBezTo>
                <a:cubicBezTo>
                  <a:pt x="385134" y="1437915"/>
                  <a:pt x="377975" y="1430754"/>
                  <a:pt x="377975" y="1421962"/>
                </a:cubicBezTo>
                <a:cubicBezTo>
                  <a:pt x="377975" y="1413168"/>
                  <a:pt x="385134" y="1406008"/>
                  <a:pt x="393803" y="1406008"/>
                </a:cubicBezTo>
                <a:close/>
                <a:moveTo>
                  <a:pt x="1084559" y="1401486"/>
                </a:moveTo>
                <a:cubicBezTo>
                  <a:pt x="1085186" y="1401486"/>
                  <a:pt x="1085690" y="1401988"/>
                  <a:pt x="1085690" y="1402616"/>
                </a:cubicBezTo>
                <a:cubicBezTo>
                  <a:pt x="1085690" y="1403244"/>
                  <a:pt x="1085186" y="1403747"/>
                  <a:pt x="1084559" y="1403747"/>
                </a:cubicBezTo>
                <a:cubicBezTo>
                  <a:pt x="1083931" y="1403747"/>
                  <a:pt x="1083429" y="1403244"/>
                  <a:pt x="1083429" y="1402616"/>
                </a:cubicBezTo>
                <a:cubicBezTo>
                  <a:pt x="1083429" y="1401988"/>
                  <a:pt x="1083931" y="1401611"/>
                  <a:pt x="1084559" y="1401486"/>
                </a:cubicBezTo>
                <a:close/>
                <a:moveTo>
                  <a:pt x="780192" y="1396336"/>
                </a:moveTo>
                <a:cubicBezTo>
                  <a:pt x="794010" y="1396211"/>
                  <a:pt x="805314" y="1407390"/>
                  <a:pt x="805314" y="1421207"/>
                </a:cubicBezTo>
                <a:cubicBezTo>
                  <a:pt x="805441" y="1435025"/>
                  <a:pt x="794261" y="1446330"/>
                  <a:pt x="780444" y="1446330"/>
                </a:cubicBezTo>
                <a:cubicBezTo>
                  <a:pt x="766626" y="1446456"/>
                  <a:pt x="755322" y="1435276"/>
                  <a:pt x="755322" y="1421459"/>
                </a:cubicBezTo>
                <a:cubicBezTo>
                  <a:pt x="755322" y="1407641"/>
                  <a:pt x="766376" y="1396336"/>
                  <a:pt x="780192" y="1396336"/>
                </a:cubicBezTo>
                <a:close/>
                <a:moveTo>
                  <a:pt x="2262323" y="1392693"/>
                </a:moveTo>
                <a:cubicBezTo>
                  <a:pt x="2275137" y="1392568"/>
                  <a:pt x="2285689" y="1402993"/>
                  <a:pt x="2285689" y="1415807"/>
                </a:cubicBezTo>
                <a:cubicBezTo>
                  <a:pt x="2285689" y="1428746"/>
                  <a:pt x="2275262" y="1439172"/>
                  <a:pt x="2262449" y="1439172"/>
                </a:cubicBezTo>
                <a:cubicBezTo>
                  <a:pt x="2249637" y="1439298"/>
                  <a:pt x="2239210" y="1428871"/>
                  <a:pt x="2239210" y="1416058"/>
                </a:cubicBezTo>
                <a:cubicBezTo>
                  <a:pt x="2239210" y="1403245"/>
                  <a:pt x="2249511" y="1392818"/>
                  <a:pt x="2262323" y="1392693"/>
                </a:cubicBezTo>
                <a:close/>
                <a:moveTo>
                  <a:pt x="300970" y="1388422"/>
                </a:moveTo>
                <a:cubicBezTo>
                  <a:pt x="308004" y="1388422"/>
                  <a:pt x="313657" y="1394074"/>
                  <a:pt x="313657" y="1400983"/>
                </a:cubicBezTo>
                <a:cubicBezTo>
                  <a:pt x="313657" y="1408018"/>
                  <a:pt x="308004" y="1413670"/>
                  <a:pt x="301095" y="1413670"/>
                </a:cubicBezTo>
                <a:cubicBezTo>
                  <a:pt x="294061" y="1413670"/>
                  <a:pt x="288409" y="1408143"/>
                  <a:pt x="288409" y="1401109"/>
                </a:cubicBezTo>
                <a:cubicBezTo>
                  <a:pt x="288409" y="1394199"/>
                  <a:pt x="293936" y="1388547"/>
                  <a:pt x="300970" y="1388422"/>
                </a:cubicBezTo>
                <a:close/>
                <a:moveTo>
                  <a:pt x="2648840" y="1386914"/>
                </a:moveTo>
                <a:cubicBezTo>
                  <a:pt x="2663662" y="1386914"/>
                  <a:pt x="2675721" y="1398848"/>
                  <a:pt x="2675721" y="1413670"/>
                </a:cubicBezTo>
                <a:cubicBezTo>
                  <a:pt x="2675721" y="1428493"/>
                  <a:pt x="2663789" y="1440552"/>
                  <a:pt x="2648966" y="1440552"/>
                </a:cubicBezTo>
                <a:cubicBezTo>
                  <a:pt x="2634144" y="1440677"/>
                  <a:pt x="2622085" y="1428743"/>
                  <a:pt x="2622085" y="1413921"/>
                </a:cubicBezTo>
                <a:cubicBezTo>
                  <a:pt x="2621958" y="1399098"/>
                  <a:pt x="2634017" y="1387039"/>
                  <a:pt x="2648840" y="1386914"/>
                </a:cubicBezTo>
                <a:close/>
                <a:moveTo>
                  <a:pt x="2052045" y="1377116"/>
                </a:moveTo>
                <a:cubicBezTo>
                  <a:pt x="2052295" y="1377116"/>
                  <a:pt x="2052422" y="1377368"/>
                  <a:pt x="2052422" y="1377618"/>
                </a:cubicBezTo>
                <a:cubicBezTo>
                  <a:pt x="2052547" y="1377870"/>
                  <a:pt x="2052295" y="1378121"/>
                  <a:pt x="2052045" y="1378121"/>
                </a:cubicBezTo>
                <a:cubicBezTo>
                  <a:pt x="2051667" y="1378121"/>
                  <a:pt x="2051542" y="1377870"/>
                  <a:pt x="2051542" y="1377618"/>
                </a:cubicBezTo>
                <a:cubicBezTo>
                  <a:pt x="2051542" y="1377368"/>
                  <a:pt x="2051667" y="1377116"/>
                  <a:pt x="2052045" y="1377116"/>
                </a:cubicBezTo>
                <a:close/>
                <a:moveTo>
                  <a:pt x="990598" y="1375106"/>
                </a:moveTo>
                <a:cubicBezTo>
                  <a:pt x="994116" y="1375106"/>
                  <a:pt x="997005" y="1377995"/>
                  <a:pt x="997005" y="1381512"/>
                </a:cubicBezTo>
                <a:cubicBezTo>
                  <a:pt x="997005" y="1385029"/>
                  <a:pt x="994116" y="1387917"/>
                  <a:pt x="990598" y="1387917"/>
                </a:cubicBezTo>
                <a:cubicBezTo>
                  <a:pt x="987081" y="1387917"/>
                  <a:pt x="984192" y="1385029"/>
                  <a:pt x="984192" y="1381512"/>
                </a:cubicBezTo>
                <a:cubicBezTo>
                  <a:pt x="984192" y="1377870"/>
                  <a:pt x="986956" y="1374981"/>
                  <a:pt x="990598" y="1375106"/>
                </a:cubicBezTo>
                <a:close/>
                <a:moveTo>
                  <a:pt x="687614" y="1373096"/>
                </a:moveTo>
                <a:cubicBezTo>
                  <a:pt x="702688" y="1373096"/>
                  <a:pt x="715124" y="1385280"/>
                  <a:pt x="715124" y="1400481"/>
                </a:cubicBezTo>
                <a:cubicBezTo>
                  <a:pt x="715124" y="1415555"/>
                  <a:pt x="702940" y="1427990"/>
                  <a:pt x="687740" y="1427990"/>
                </a:cubicBezTo>
                <a:cubicBezTo>
                  <a:pt x="672666" y="1427990"/>
                  <a:pt x="660231" y="1415805"/>
                  <a:pt x="660231" y="1400606"/>
                </a:cubicBezTo>
                <a:cubicBezTo>
                  <a:pt x="660104" y="1385407"/>
                  <a:pt x="672415" y="1373096"/>
                  <a:pt x="687614" y="1373096"/>
                </a:cubicBezTo>
                <a:close/>
                <a:moveTo>
                  <a:pt x="208017" y="1371338"/>
                </a:moveTo>
                <a:cubicBezTo>
                  <a:pt x="212916" y="1371338"/>
                  <a:pt x="216936" y="1375232"/>
                  <a:pt x="216936" y="1380131"/>
                </a:cubicBezTo>
                <a:cubicBezTo>
                  <a:pt x="216936" y="1385029"/>
                  <a:pt x="213041" y="1389049"/>
                  <a:pt x="208144" y="1389049"/>
                </a:cubicBezTo>
                <a:cubicBezTo>
                  <a:pt x="203244" y="1389049"/>
                  <a:pt x="199225" y="1385155"/>
                  <a:pt x="199225" y="1380257"/>
                </a:cubicBezTo>
                <a:cubicBezTo>
                  <a:pt x="199225" y="1375357"/>
                  <a:pt x="203119" y="1371338"/>
                  <a:pt x="208017" y="1371338"/>
                </a:cubicBezTo>
                <a:close/>
                <a:moveTo>
                  <a:pt x="2741544" y="1367695"/>
                </a:moveTo>
                <a:cubicBezTo>
                  <a:pt x="2755111" y="1367695"/>
                  <a:pt x="2766165" y="1378624"/>
                  <a:pt x="2766165" y="1392190"/>
                </a:cubicBezTo>
                <a:cubicBezTo>
                  <a:pt x="2766165" y="1405756"/>
                  <a:pt x="2755236" y="1416810"/>
                  <a:pt x="2741670" y="1416810"/>
                </a:cubicBezTo>
                <a:cubicBezTo>
                  <a:pt x="2728103" y="1416810"/>
                  <a:pt x="2717049" y="1405881"/>
                  <a:pt x="2717049" y="1392315"/>
                </a:cubicBezTo>
                <a:cubicBezTo>
                  <a:pt x="2717049" y="1378749"/>
                  <a:pt x="2727978" y="1367695"/>
                  <a:pt x="2741544" y="1367695"/>
                </a:cubicBezTo>
                <a:close/>
                <a:moveTo>
                  <a:pt x="2355028" y="1364303"/>
                </a:moveTo>
                <a:cubicBezTo>
                  <a:pt x="2371610" y="1364303"/>
                  <a:pt x="2385051" y="1377744"/>
                  <a:pt x="2385176" y="1394325"/>
                </a:cubicBezTo>
                <a:cubicBezTo>
                  <a:pt x="2385176" y="1411031"/>
                  <a:pt x="2371735" y="1424598"/>
                  <a:pt x="2355154" y="1424598"/>
                </a:cubicBezTo>
                <a:cubicBezTo>
                  <a:pt x="2338447" y="1424598"/>
                  <a:pt x="2324880" y="1411157"/>
                  <a:pt x="2324880" y="1394576"/>
                </a:cubicBezTo>
                <a:cubicBezTo>
                  <a:pt x="2324880" y="1377995"/>
                  <a:pt x="2338322" y="1364428"/>
                  <a:pt x="2355028" y="1364303"/>
                </a:cubicBezTo>
                <a:close/>
                <a:moveTo>
                  <a:pt x="594784" y="1354632"/>
                </a:moveTo>
                <a:cubicBezTo>
                  <a:pt x="608602" y="1354507"/>
                  <a:pt x="619906" y="1365686"/>
                  <a:pt x="619906" y="1379503"/>
                </a:cubicBezTo>
                <a:cubicBezTo>
                  <a:pt x="620033" y="1393321"/>
                  <a:pt x="608854" y="1404626"/>
                  <a:pt x="595036" y="1404626"/>
                </a:cubicBezTo>
                <a:cubicBezTo>
                  <a:pt x="581219" y="1404752"/>
                  <a:pt x="569914" y="1393572"/>
                  <a:pt x="569914" y="1379755"/>
                </a:cubicBezTo>
                <a:cubicBezTo>
                  <a:pt x="569914" y="1365937"/>
                  <a:pt x="580968" y="1354757"/>
                  <a:pt x="594784" y="1354632"/>
                </a:cubicBezTo>
                <a:close/>
                <a:moveTo>
                  <a:pt x="115188" y="1354380"/>
                </a:moveTo>
                <a:cubicBezTo>
                  <a:pt x="118076" y="1354380"/>
                  <a:pt x="120338" y="1356641"/>
                  <a:pt x="120338" y="1359404"/>
                </a:cubicBezTo>
                <a:cubicBezTo>
                  <a:pt x="120338" y="1362294"/>
                  <a:pt x="118076" y="1364554"/>
                  <a:pt x="115188" y="1364554"/>
                </a:cubicBezTo>
                <a:cubicBezTo>
                  <a:pt x="112424" y="1364554"/>
                  <a:pt x="110164" y="1362168"/>
                  <a:pt x="110164" y="1359404"/>
                </a:cubicBezTo>
                <a:cubicBezTo>
                  <a:pt x="110037" y="1356641"/>
                  <a:pt x="112424" y="1354380"/>
                  <a:pt x="115188" y="1354380"/>
                </a:cubicBezTo>
                <a:close/>
                <a:moveTo>
                  <a:pt x="2834248" y="1352872"/>
                </a:moveTo>
                <a:cubicBezTo>
                  <a:pt x="2844046" y="1352747"/>
                  <a:pt x="2852211" y="1360786"/>
                  <a:pt x="2852211" y="1370710"/>
                </a:cubicBezTo>
                <a:cubicBezTo>
                  <a:pt x="2852338" y="1380632"/>
                  <a:pt x="2844297" y="1388672"/>
                  <a:pt x="2834374" y="1388672"/>
                </a:cubicBezTo>
                <a:cubicBezTo>
                  <a:pt x="2824451" y="1388798"/>
                  <a:pt x="2816411" y="1380759"/>
                  <a:pt x="2816411" y="1370835"/>
                </a:cubicBezTo>
                <a:cubicBezTo>
                  <a:pt x="2816411" y="1360911"/>
                  <a:pt x="2824451" y="1352872"/>
                  <a:pt x="2834248" y="1352872"/>
                </a:cubicBezTo>
                <a:close/>
                <a:moveTo>
                  <a:pt x="2145377" y="1352119"/>
                </a:moveTo>
                <a:cubicBezTo>
                  <a:pt x="2147514" y="1352119"/>
                  <a:pt x="2149147" y="1353877"/>
                  <a:pt x="2149147" y="1355888"/>
                </a:cubicBezTo>
                <a:cubicBezTo>
                  <a:pt x="2149147" y="1358023"/>
                  <a:pt x="2147387" y="1359656"/>
                  <a:pt x="2145377" y="1359656"/>
                </a:cubicBezTo>
                <a:cubicBezTo>
                  <a:pt x="2143367" y="1359656"/>
                  <a:pt x="2141608" y="1358023"/>
                  <a:pt x="2141608" y="1355888"/>
                </a:cubicBezTo>
                <a:cubicBezTo>
                  <a:pt x="2141608" y="1353752"/>
                  <a:pt x="2143241" y="1352119"/>
                  <a:pt x="2145377" y="1352119"/>
                </a:cubicBezTo>
                <a:close/>
                <a:moveTo>
                  <a:pt x="897014" y="1343074"/>
                </a:moveTo>
                <a:cubicBezTo>
                  <a:pt x="906560" y="1343074"/>
                  <a:pt x="914349" y="1350736"/>
                  <a:pt x="914349" y="1360282"/>
                </a:cubicBezTo>
                <a:cubicBezTo>
                  <a:pt x="914349" y="1369829"/>
                  <a:pt x="906687" y="1377617"/>
                  <a:pt x="897140" y="1377617"/>
                </a:cubicBezTo>
                <a:cubicBezTo>
                  <a:pt x="887594" y="1377617"/>
                  <a:pt x="879805" y="1369954"/>
                  <a:pt x="879805" y="1360409"/>
                </a:cubicBezTo>
                <a:cubicBezTo>
                  <a:pt x="879680" y="1350862"/>
                  <a:pt x="887342" y="1343074"/>
                  <a:pt x="897014" y="1343074"/>
                </a:cubicBezTo>
                <a:close/>
                <a:moveTo>
                  <a:pt x="2447606" y="1342948"/>
                </a:moveTo>
                <a:cubicBezTo>
                  <a:pt x="2464188" y="1342948"/>
                  <a:pt x="2477754" y="1356389"/>
                  <a:pt x="2477754" y="1372970"/>
                </a:cubicBezTo>
                <a:cubicBezTo>
                  <a:pt x="2477754" y="1389552"/>
                  <a:pt x="2464313" y="1403118"/>
                  <a:pt x="2447732" y="1403118"/>
                </a:cubicBezTo>
                <a:cubicBezTo>
                  <a:pt x="2431025" y="1403118"/>
                  <a:pt x="2417458" y="1389677"/>
                  <a:pt x="2417458" y="1373096"/>
                </a:cubicBezTo>
                <a:cubicBezTo>
                  <a:pt x="2417458" y="1356514"/>
                  <a:pt x="2430773" y="1342948"/>
                  <a:pt x="2447606" y="1342948"/>
                </a:cubicBezTo>
                <a:close/>
                <a:moveTo>
                  <a:pt x="2927079" y="1341944"/>
                </a:moveTo>
                <a:cubicBezTo>
                  <a:pt x="2931098" y="1341944"/>
                  <a:pt x="2934364" y="1345209"/>
                  <a:pt x="2934364" y="1349230"/>
                </a:cubicBezTo>
                <a:cubicBezTo>
                  <a:pt x="2934364" y="1353250"/>
                  <a:pt x="2931098" y="1356515"/>
                  <a:pt x="2927079" y="1356515"/>
                </a:cubicBezTo>
                <a:cubicBezTo>
                  <a:pt x="2923059" y="1356515"/>
                  <a:pt x="2919793" y="1353250"/>
                  <a:pt x="2919793" y="1349230"/>
                </a:cubicBezTo>
                <a:cubicBezTo>
                  <a:pt x="2919793" y="1345209"/>
                  <a:pt x="2923059" y="1341944"/>
                  <a:pt x="2927079" y="1341944"/>
                </a:cubicBezTo>
                <a:close/>
                <a:moveTo>
                  <a:pt x="502083" y="1338177"/>
                </a:moveTo>
                <a:cubicBezTo>
                  <a:pt x="513514" y="1338177"/>
                  <a:pt x="522936" y="1347472"/>
                  <a:pt x="522936" y="1358903"/>
                </a:cubicBezTo>
                <a:cubicBezTo>
                  <a:pt x="522936" y="1370335"/>
                  <a:pt x="513640" y="1379756"/>
                  <a:pt x="502208" y="1379756"/>
                </a:cubicBezTo>
                <a:cubicBezTo>
                  <a:pt x="490778" y="1379756"/>
                  <a:pt x="481356" y="1370587"/>
                  <a:pt x="481356" y="1359030"/>
                </a:cubicBezTo>
                <a:cubicBezTo>
                  <a:pt x="481356" y="1347472"/>
                  <a:pt x="490652" y="1338177"/>
                  <a:pt x="502083" y="1338177"/>
                </a:cubicBezTo>
                <a:close/>
                <a:moveTo>
                  <a:pt x="22357" y="1336794"/>
                </a:moveTo>
                <a:cubicBezTo>
                  <a:pt x="23363" y="1336794"/>
                  <a:pt x="24116" y="1337548"/>
                  <a:pt x="24116" y="1338552"/>
                </a:cubicBezTo>
                <a:cubicBezTo>
                  <a:pt x="24116" y="1339558"/>
                  <a:pt x="23363" y="1340311"/>
                  <a:pt x="22357" y="1340311"/>
                </a:cubicBezTo>
                <a:cubicBezTo>
                  <a:pt x="21478" y="1340311"/>
                  <a:pt x="20599" y="1339558"/>
                  <a:pt x="20599" y="1338552"/>
                </a:cubicBezTo>
                <a:cubicBezTo>
                  <a:pt x="20599" y="1337548"/>
                  <a:pt x="21353" y="1336794"/>
                  <a:pt x="22357" y="1336794"/>
                </a:cubicBezTo>
                <a:close/>
                <a:moveTo>
                  <a:pt x="3019907" y="1325740"/>
                </a:moveTo>
                <a:cubicBezTo>
                  <a:pt x="3021037" y="1325740"/>
                  <a:pt x="3021916" y="1326620"/>
                  <a:pt x="3021916" y="1327750"/>
                </a:cubicBezTo>
                <a:cubicBezTo>
                  <a:pt x="3021916" y="1328880"/>
                  <a:pt x="3021037" y="1329760"/>
                  <a:pt x="3019907" y="1329760"/>
                </a:cubicBezTo>
                <a:cubicBezTo>
                  <a:pt x="3018777" y="1329760"/>
                  <a:pt x="3017897" y="1328880"/>
                  <a:pt x="3017897" y="1327750"/>
                </a:cubicBezTo>
                <a:cubicBezTo>
                  <a:pt x="3017897" y="1326620"/>
                  <a:pt x="3018777" y="1325740"/>
                  <a:pt x="3019907" y="1325740"/>
                </a:cubicBezTo>
                <a:close/>
                <a:moveTo>
                  <a:pt x="1917510" y="1324359"/>
                </a:moveTo>
                <a:cubicBezTo>
                  <a:pt x="1917636" y="1324359"/>
                  <a:pt x="1917762" y="1324610"/>
                  <a:pt x="1917762" y="1324610"/>
                </a:cubicBezTo>
                <a:cubicBezTo>
                  <a:pt x="1917762" y="1324736"/>
                  <a:pt x="1917636" y="1324862"/>
                  <a:pt x="1917510" y="1324862"/>
                </a:cubicBezTo>
                <a:cubicBezTo>
                  <a:pt x="1917384" y="1324862"/>
                  <a:pt x="1917259" y="1324736"/>
                  <a:pt x="1917259" y="1324610"/>
                </a:cubicBezTo>
                <a:cubicBezTo>
                  <a:pt x="1917259" y="1324484"/>
                  <a:pt x="1917384" y="1324359"/>
                  <a:pt x="1917510" y="1324359"/>
                </a:cubicBezTo>
                <a:close/>
                <a:moveTo>
                  <a:pt x="2540058" y="1323731"/>
                </a:moveTo>
                <a:cubicBezTo>
                  <a:pt x="2555382" y="1323731"/>
                  <a:pt x="2567693" y="1336042"/>
                  <a:pt x="2567818" y="1351367"/>
                </a:cubicBezTo>
                <a:cubicBezTo>
                  <a:pt x="2567818" y="1366692"/>
                  <a:pt x="2555509" y="1379128"/>
                  <a:pt x="2540183" y="1379128"/>
                </a:cubicBezTo>
                <a:cubicBezTo>
                  <a:pt x="2524859" y="1379254"/>
                  <a:pt x="2512423" y="1366943"/>
                  <a:pt x="2512423" y="1351618"/>
                </a:cubicBezTo>
                <a:cubicBezTo>
                  <a:pt x="2512423" y="1336293"/>
                  <a:pt x="2524734" y="1323856"/>
                  <a:pt x="2540058" y="1323731"/>
                </a:cubicBezTo>
                <a:close/>
                <a:moveTo>
                  <a:pt x="409379" y="1322222"/>
                </a:moveTo>
                <a:cubicBezTo>
                  <a:pt x="418172" y="1322097"/>
                  <a:pt x="425331" y="1329257"/>
                  <a:pt x="425331" y="1338050"/>
                </a:cubicBezTo>
                <a:cubicBezTo>
                  <a:pt x="425457" y="1346843"/>
                  <a:pt x="418297" y="1354003"/>
                  <a:pt x="409504" y="1354003"/>
                </a:cubicBezTo>
                <a:cubicBezTo>
                  <a:pt x="400711" y="1354129"/>
                  <a:pt x="393551" y="1346968"/>
                  <a:pt x="393551" y="1338176"/>
                </a:cubicBezTo>
                <a:cubicBezTo>
                  <a:pt x="393551" y="1329382"/>
                  <a:pt x="400585" y="1322222"/>
                  <a:pt x="409379" y="1322222"/>
                </a:cubicBezTo>
                <a:close/>
                <a:moveTo>
                  <a:pt x="2238458" y="1322097"/>
                </a:moveTo>
                <a:cubicBezTo>
                  <a:pt x="2245115" y="1322097"/>
                  <a:pt x="2250517" y="1327372"/>
                  <a:pt x="2250517" y="1334030"/>
                </a:cubicBezTo>
                <a:cubicBezTo>
                  <a:pt x="2250517" y="1340688"/>
                  <a:pt x="2245240" y="1346089"/>
                  <a:pt x="2238583" y="1346089"/>
                </a:cubicBezTo>
                <a:cubicBezTo>
                  <a:pt x="2232051" y="1346089"/>
                  <a:pt x="2226649" y="1340813"/>
                  <a:pt x="2226649" y="1334156"/>
                </a:cubicBezTo>
                <a:cubicBezTo>
                  <a:pt x="2226649" y="1327624"/>
                  <a:pt x="2231924" y="1322222"/>
                  <a:pt x="2238458" y="1322097"/>
                </a:cubicBezTo>
                <a:close/>
                <a:moveTo>
                  <a:pt x="803556" y="1314308"/>
                </a:moveTo>
                <a:cubicBezTo>
                  <a:pt x="817375" y="1314183"/>
                  <a:pt x="828679" y="1325362"/>
                  <a:pt x="828679" y="1339179"/>
                </a:cubicBezTo>
                <a:cubicBezTo>
                  <a:pt x="828806" y="1352997"/>
                  <a:pt x="817625" y="1364302"/>
                  <a:pt x="803808" y="1364302"/>
                </a:cubicBezTo>
                <a:cubicBezTo>
                  <a:pt x="789990" y="1364428"/>
                  <a:pt x="778685" y="1353248"/>
                  <a:pt x="778685" y="1339431"/>
                </a:cubicBezTo>
                <a:cubicBezTo>
                  <a:pt x="778560" y="1325613"/>
                  <a:pt x="789739" y="1314308"/>
                  <a:pt x="803556" y="1314308"/>
                </a:cubicBezTo>
                <a:close/>
                <a:moveTo>
                  <a:pt x="316674" y="1304637"/>
                </a:moveTo>
                <a:cubicBezTo>
                  <a:pt x="323708" y="1304637"/>
                  <a:pt x="329361" y="1310164"/>
                  <a:pt x="329361" y="1317198"/>
                </a:cubicBezTo>
                <a:cubicBezTo>
                  <a:pt x="329361" y="1324107"/>
                  <a:pt x="323834" y="1329885"/>
                  <a:pt x="316799" y="1329885"/>
                </a:cubicBezTo>
                <a:cubicBezTo>
                  <a:pt x="309765" y="1329885"/>
                  <a:pt x="304113" y="1324358"/>
                  <a:pt x="304113" y="1317324"/>
                </a:cubicBezTo>
                <a:cubicBezTo>
                  <a:pt x="304113" y="1310414"/>
                  <a:pt x="309765" y="1304637"/>
                  <a:pt x="316674" y="1304637"/>
                </a:cubicBezTo>
                <a:close/>
                <a:moveTo>
                  <a:pt x="2632638" y="1303380"/>
                </a:moveTo>
                <a:cubicBezTo>
                  <a:pt x="2647461" y="1303254"/>
                  <a:pt x="2659521" y="1315188"/>
                  <a:pt x="2659521" y="1330011"/>
                </a:cubicBezTo>
                <a:cubicBezTo>
                  <a:pt x="2659521" y="1344834"/>
                  <a:pt x="2647587" y="1356893"/>
                  <a:pt x="2632763" y="1356893"/>
                </a:cubicBezTo>
                <a:cubicBezTo>
                  <a:pt x="2617941" y="1356893"/>
                  <a:pt x="2605882" y="1344959"/>
                  <a:pt x="2605882" y="1330137"/>
                </a:cubicBezTo>
                <a:cubicBezTo>
                  <a:pt x="2605882" y="1315313"/>
                  <a:pt x="2617816" y="1303380"/>
                  <a:pt x="2632638" y="1303380"/>
                </a:cubicBezTo>
                <a:close/>
                <a:moveTo>
                  <a:pt x="1027277" y="1302751"/>
                </a:moveTo>
                <a:cubicBezTo>
                  <a:pt x="1028283" y="1302751"/>
                  <a:pt x="1029036" y="1303504"/>
                  <a:pt x="1029036" y="1304509"/>
                </a:cubicBezTo>
                <a:cubicBezTo>
                  <a:pt x="1029036" y="1305515"/>
                  <a:pt x="1028283" y="1306268"/>
                  <a:pt x="1027277" y="1306268"/>
                </a:cubicBezTo>
                <a:cubicBezTo>
                  <a:pt x="1026272" y="1306268"/>
                  <a:pt x="1025519" y="1305515"/>
                  <a:pt x="1025519" y="1304509"/>
                </a:cubicBezTo>
                <a:cubicBezTo>
                  <a:pt x="1025519" y="1303504"/>
                  <a:pt x="1026272" y="1302751"/>
                  <a:pt x="1027277" y="1302751"/>
                </a:cubicBezTo>
                <a:close/>
                <a:moveTo>
                  <a:pt x="2014486" y="1299485"/>
                </a:moveTo>
                <a:cubicBezTo>
                  <a:pt x="2015366" y="1299485"/>
                  <a:pt x="2016119" y="1300114"/>
                  <a:pt x="2016119" y="1300992"/>
                </a:cubicBezTo>
                <a:cubicBezTo>
                  <a:pt x="2016119" y="1301872"/>
                  <a:pt x="2015491" y="1302500"/>
                  <a:pt x="2014612" y="1302500"/>
                </a:cubicBezTo>
                <a:cubicBezTo>
                  <a:pt x="2013732" y="1302500"/>
                  <a:pt x="2013104" y="1301872"/>
                  <a:pt x="2013104" y="1300992"/>
                </a:cubicBezTo>
                <a:cubicBezTo>
                  <a:pt x="2013104" y="1300114"/>
                  <a:pt x="2013859" y="1299360"/>
                  <a:pt x="2014486" y="1299485"/>
                </a:cubicBezTo>
                <a:close/>
                <a:moveTo>
                  <a:pt x="710349" y="1290442"/>
                </a:moveTo>
                <a:cubicBezTo>
                  <a:pt x="725800" y="1290316"/>
                  <a:pt x="738362" y="1302752"/>
                  <a:pt x="738362" y="1318203"/>
                </a:cubicBezTo>
                <a:cubicBezTo>
                  <a:pt x="738487" y="1333654"/>
                  <a:pt x="726051" y="1346216"/>
                  <a:pt x="710600" y="1346216"/>
                </a:cubicBezTo>
                <a:cubicBezTo>
                  <a:pt x="695150" y="1346216"/>
                  <a:pt x="682589" y="1333780"/>
                  <a:pt x="682589" y="1318454"/>
                </a:cubicBezTo>
                <a:cubicBezTo>
                  <a:pt x="682462" y="1303129"/>
                  <a:pt x="694899" y="1290567"/>
                  <a:pt x="710349" y="1290442"/>
                </a:cubicBezTo>
                <a:close/>
                <a:moveTo>
                  <a:pt x="223971" y="1287553"/>
                </a:moveTo>
                <a:cubicBezTo>
                  <a:pt x="228869" y="1287427"/>
                  <a:pt x="232889" y="1291447"/>
                  <a:pt x="232889" y="1296346"/>
                </a:cubicBezTo>
                <a:cubicBezTo>
                  <a:pt x="232889" y="1301244"/>
                  <a:pt x="228996" y="1305263"/>
                  <a:pt x="224097" y="1305263"/>
                </a:cubicBezTo>
                <a:cubicBezTo>
                  <a:pt x="219197" y="1305390"/>
                  <a:pt x="215178" y="1301370"/>
                  <a:pt x="215178" y="1296471"/>
                </a:cubicBezTo>
                <a:cubicBezTo>
                  <a:pt x="215178" y="1291572"/>
                  <a:pt x="219197" y="1287678"/>
                  <a:pt x="223971" y="1287553"/>
                </a:cubicBezTo>
                <a:close/>
                <a:moveTo>
                  <a:pt x="2331539" y="1286297"/>
                </a:moveTo>
                <a:cubicBezTo>
                  <a:pt x="2345984" y="1286171"/>
                  <a:pt x="2357793" y="1297854"/>
                  <a:pt x="2357793" y="1312299"/>
                </a:cubicBezTo>
                <a:cubicBezTo>
                  <a:pt x="2357793" y="1326744"/>
                  <a:pt x="2346236" y="1338552"/>
                  <a:pt x="2331789" y="1338552"/>
                </a:cubicBezTo>
                <a:cubicBezTo>
                  <a:pt x="2317343" y="1338677"/>
                  <a:pt x="2305536" y="1326996"/>
                  <a:pt x="2305536" y="1312550"/>
                </a:cubicBezTo>
                <a:cubicBezTo>
                  <a:pt x="2305410" y="1298229"/>
                  <a:pt x="2317092" y="1286422"/>
                  <a:pt x="2331539" y="1286297"/>
                </a:cubicBezTo>
                <a:close/>
                <a:moveTo>
                  <a:pt x="2725090" y="1285292"/>
                </a:moveTo>
                <a:cubicBezTo>
                  <a:pt x="2738029" y="1285167"/>
                  <a:pt x="2748454" y="1295592"/>
                  <a:pt x="2748454" y="1308406"/>
                </a:cubicBezTo>
                <a:cubicBezTo>
                  <a:pt x="2748581" y="1321345"/>
                  <a:pt x="2738154" y="1331771"/>
                  <a:pt x="2725342" y="1331771"/>
                </a:cubicBezTo>
                <a:cubicBezTo>
                  <a:pt x="2712403" y="1331897"/>
                  <a:pt x="2701976" y="1321470"/>
                  <a:pt x="2701976" y="1308657"/>
                </a:cubicBezTo>
                <a:cubicBezTo>
                  <a:pt x="2701976" y="1295844"/>
                  <a:pt x="2712276" y="1285417"/>
                  <a:pt x="2725090" y="1285292"/>
                </a:cubicBezTo>
                <a:close/>
                <a:moveTo>
                  <a:pt x="931183" y="1274489"/>
                </a:moveTo>
                <a:cubicBezTo>
                  <a:pt x="935453" y="1274489"/>
                  <a:pt x="938970" y="1278006"/>
                  <a:pt x="938970" y="1282278"/>
                </a:cubicBezTo>
                <a:cubicBezTo>
                  <a:pt x="939097" y="1286548"/>
                  <a:pt x="935580" y="1290065"/>
                  <a:pt x="931308" y="1290065"/>
                </a:cubicBezTo>
                <a:cubicBezTo>
                  <a:pt x="927038" y="1290065"/>
                  <a:pt x="923519" y="1286548"/>
                  <a:pt x="923519" y="1282278"/>
                </a:cubicBezTo>
                <a:cubicBezTo>
                  <a:pt x="923394" y="1278006"/>
                  <a:pt x="926911" y="1274489"/>
                  <a:pt x="931183" y="1274489"/>
                </a:cubicBezTo>
                <a:close/>
                <a:moveTo>
                  <a:pt x="617271" y="1273483"/>
                </a:moveTo>
                <a:cubicBezTo>
                  <a:pt x="630462" y="1273483"/>
                  <a:pt x="641264" y="1284160"/>
                  <a:pt x="641264" y="1297350"/>
                </a:cubicBezTo>
                <a:cubicBezTo>
                  <a:pt x="641264" y="1310540"/>
                  <a:pt x="630587" y="1321342"/>
                  <a:pt x="617398" y="1321342"/>
                </a:cubicBezTo>
                <a:cubicBezTo>
                  <a:pt x="604207" y="1321342"/>
                  <a:pt x="593530" y="1310665"/>
                  <a:pt x="593405" y="1297476"/>
                </a:cubicBezTo>
                <a:cubicBezTo>
                  <a:pt x="593405" y="1284286"/>
                  <a:pt x="604082" y="1273608"/>
                  <a:pt x="617271" y="1273483"/>
                </a:cubicBezTo>
                <a:close/>
                <a:moveTo>
                  <a:pt x="131392" y="1271097"/>
                </a:moveTo>
                <a:cubicBezTo>
                  <a:pt x="133905" y="1271097"/>
                  <a:pt x="136040" y="1273107"/>
                  <a:pt x="136040" y="1275745"/>
                </a:cubicBezTo>
                <a:cubicBezTo>
                  <a:pt x="136040" y="1278257"/>
                  <a:pt x="133905" y="1280393"/>
                  <a:pt x="131392" y="1280393"/>
                </a:cubicBezTo>
                <a:cubicBezTo>
                  <a:pt x="128880" y="1280393"/>
                  <a:pt x="126745" y="1278257"/>
                  <a:pt x="126745" y="1275745"/>
                </a:cubicBezTo>
                <a:cubicBezTo>
                  <a:pt x="126745" y="1273107"/>
                  <a:pt x="128755" y="1271097"/>
                  <a:pt x="131392" y="1271097"/>
                </a:cubicBezTo>
                <a:close/>
                <a:moveTo>
                  <a:pt x="2110582" y="1270469"/>
                </a:moveTo>
                <a:cubicBezTo>
                  <a:pt x="2114727" y="1270469"/>
                  <a:pt x="2118119" y="1273860"/>
                  <a:pt x="2118119" y="1278005"/>
                </a:cubicBezTo>
                <a:cubicBezTo>
                  <a:pt x="2118119" y="1282150"/>
                  <a:pt x="2114727" y="1285541"/>
                  <a:pt x="2110582" y="1285541"/>
                </a:cubicBezTo>
                <a:cubicBezTo>
                  <a:pt x="2106437" y="1285541"/>
                  <a:pt x="2103045" y="1282150"/>
                  <a:pt x="2103045" y="1278005"/>
                </a:cubicBezTo>
                <a:cubicBezTo>
                  <a:pt x="2103045" y="1273860"/>
                  <a:pt x="2106437" y="1270469"/>
                  <a:pt x="2110582" y="1270469"/>
                </a:cubicBezTo>
                <a:close/>
                <a:moveTo>
                  <a:pt x="2817669" y="1270092"/>
                </a:moveTo>
                <a:cubicBezTo>
                  <a:pt x="2827089" y="1270092"/>
                  <a:pt x="2834752" y="1277629"/>
                  <a:pt x="2834752" y="1287050"/>
                </a:cubicBezTo>
                <a:cubicBezTo>
                  <a:pt x="2834878" y="1296471"/>
                  <a:pt x="2827215" y="1304134"/>
                  <a:pt x="2817794" y="1304134"/>
                </a:cubicBezTo>
                <a:cubicBezTo>
                  <a:pt x="2808372" y="1304134"/>
                  <a:pt x="2800710" y="1296597"/>
                  <a:pt x="2800710" y="1287176"/>
                </a:cubicBezTo>
                <a:cubicBezTo>
                  <a:pt x="2800710" y="1277754"/>
                  <a:pt x="2808372" y="1270092"/>
                  <a:pt x="2817669" y="1270092"/>
                </a:cubicBezTo>
                <a:close/>
                <a:moveTo>
                  <a:pt x="2424493" y="1260169"/>
                </a:moveTo>
                <a:cubicBezTo>
                  <a:pt x="2441450" y="1260043"/>
                  <a:pt x="2455393" y="1273861"/>
                  <a:pt x="2455393" y="1290819"/>
                </a:cubicBezTo>
                <a:cubicBezTo>
                  <a:pt x="2455519" y="1307776"/>
                  <a:pt x="2441702" y="1321595"/>
                  <a:pt x="2424743" y="1321720"/>
                </a:cubicBezTo>
                <a:cubicBezTo>
                  <a:pt x="2407785" y="1321845"/>
                  <a:pt x="2393843" y="1308028"/>
                  <a:pt x="2393843" y="1291070"/>
                </a:cubicBezTo>
                <a:cubicBezTo>
                  <a:pt x="2393716" y="1273986"/>
                  <a:pt x="2407534" y="1260169"/>
                  <a:pt x="2424493" y="1260169"/>
                </a:cubicBezTo>
                <a:close/>
                <a:moveTo>
                  <a:pt x="2910245" y="1258285"/>
                </a:moveTo>
                <a:cubicBezTo>
                  <a:pt x="2914390" y="1258285"/>
                  <a:pt x="2917656" y="1261551"/>
                  <a:pt x="2917656" y="1265571"/>
                </a:cubicBezTo>
                <a:cubicBezTo>
                  <a:pt x="2917656" y="1269591"/>
                  <a:pt x="2914390" y="1272856"/>
                  <a:pt x="2910371" y="1272856"/>
                </a:cubicBezTo>
                <a:cubicBezTo>
                  <a:pt x="2906351" y="1272856"/>
                  <a:pt x="2903085" y="1269591"/>
                  <a:pt x="2903085" y="1265571"/>
                </a:cubicBezTo>
                <a:cubicBezTo>
                  <a:pt x="2903085" y="1261677"/>
                  <a:pt x="2906351" y="1258285"/>
                  <a:pt x="2910245" y="1258285"/>
                </a:cubicBezTo>
                <a:close/>
                <a:moveTo>
                  <a:pt x="1864250" y="1258033"/>
                </a:moveTo>
                <a:cubicBezTo>
                  <a:pt x="1864375" y="1258033"/>
                  <a:pt x="1864501" y="1258158"/>
                  <a:pt x="1864501" y="1258284"/>
                </a:cubicBezTo>
                <a:cubicBezTo>
                  <a:pt x="1864501" y="1258410"/>
                  <a:pt x="1864375" y="1258536"/>
                  <a:pt x="1864250" y="1258536"/>
                </a:cubicBezTo>
                <a:cubicBezTo>
                  <a:pt x="1864123" y="1258536"/>
                  <a:pt x="1863998" y="1258410"/>
                  <a:pt x="1863998" y="1258284"/>
                </a:cubicBezTo>
                <a:cubicBezTo>
                  <a:pt x="1863998" y="1258158"/>
                  <a:pt x="1863998" y="1258033"/>
                  <a:pt x="1864250" y="1258033"/>
                </a:cubicBezTo>
                <a:close/>
                <a:moveTo>
                  <a:pt x="524189" y="1257028"/>
                </a:moveTo>
                <a:cubicBezTo>
                  <a:pt x="534991" y="1257028"/>
                  <a:pt x="543785" y="1265695"/>
                  <a:pt x="543785" y="1276498"/>
                </a:cubicBezTo>
                <a:cubicBezTo>
                  <a:pt x="543785" y="1287175"/>
                  <a:pt x="535117" y="1295968"/>
                  <a:pt x="524315" y="1295968"/>
                </a:cubicBezTo>
                <a:cubicBezTo>
                  <a:pt x="513512" y="1296094"/>
                  <a:pt x="504719" y="1287426"/>
                  <a:pt x="504719" y="1276624"/>
                </a:cubicBezTo>
                <a:cubicBezTo>
                  <a:pt x="504719" y="1265820"/>
                  <a:pt x="513386" y="1257153"/>
                  <a:pt x="524189" y="1257028"/>
                </a:cubicBezTo>
                <a:close/>
                <a:moveTo>
                  <a:pt x="38688" y="1253386"/>
                </a:moveTo>
                <a:cubicBezTo>
                  <a:pt x="39568" y="1253386"/>
                  <a:pt x="40196" y="1254014"/>
                  <a:pt x="40196" y="1254893"/>
                </a:cubicBezTo>
                <a:cubicBezTo>
                  <a:pt x="40196" y="1255773"/>
                  <a:pt x="39568" y="1256400"/>
                  <a:pt x="38688" y="1256400"/>
                </a:cubicBezTo>
                <a:cubicBezTo>
                  <a:pt x="37809" y="1256400"/>
                  <a:pt x="37181" y="1255773"/>
                  <a:pt x="37181" y="1254893"/>
                </a:cubicBezTo>
                <a:cubicBezTo>
                  <a:pt x="37181" y="1254014"/>
                  <a:pt x="37809" y="1253386"/>
                  <a:pt x="38688" y="1253386"/>
                </a:cubicBezTo>
                <a:close/>
                <a:moveTo>
                  <a:pt x="835966" y="1242080"/>
                </a:moveTo>
                <a:cubicBezTo>
                  <a:pt x="846141" y="1242080"/>
                  <a:pt x="854431" y="1250245"/>
                  <a:pt x="854431" y="1260419"/>
                </a:cubicBezTo>
                <a:cubicBezTo>
                  <a:pt x="854431" y="1270595"/>
                  <a:pt x="846266" y="1278885"/>
                  <a:pt x="836092" y="1278885"/>
                </a:cubicBezTo>
                <a:cubicBezTo>
                  <a:pt x="825917" y="1278885"/>
                  <a:pt x="817626" y="1270720"/>
                  <a:pt x="817626" y="1260546"/>
                </a:cubicBezTo>
                <a:cubicBezTo>
                  <a:pt x="817626" y="1250371"/>
                  <a:pt x="825790" y="1242080"/>
                  <a:pt x="835966" y="1242080"/>
                </a:cubicBezTo>
                <a:close/>
                <a:moveTo>
                  <a:pt x="431234" y="1240322"/>
                </a:moveTo>
                <a:cubicBezTo>
                  <a:pt x="439650" y="1240322"/>
                  <a:pt x="446559" y="1247106"/>
                  <a:pt x="446559" y="1255521"/>
                </a:cubicBezTo>
                <a:cubicBezTo>
                  <a:pt x="446685" y="1263937"/>
                  <a:pt x="439776" y="1270846"/>
                  <a:pt x="431360" y="1270846"/>
                </a:cubicBezTo>
                <a:cubicBezTo>
                  <a:pt x="422944" y="1270846"/>
                  <a:pt x="416035" y="1264062"/>
                  <a:pt x="416035" y="1255647"/>
                </a:cubicBezTo>
                <a:cubicBezTo>
                  <a:pt x="416035" y="1247231"/>
                  <a:pt x="422819" y="1240447"/>
                  <a:pt x="431234" y="1240322"/>
                </a:cubicBezTo>
                <a:close/>
                <a:moveTo>
                  <a:pt x="2517322" y="1239443"/>
                </a:moveTo>
                <a:cubicBezTo>
                  <a:pt x="2533903" y="1239317"/>
                  <a:pt x="2547344" y="1252758"/>
                  <a:pt x="2547344" y="1269214"/>
                </a:cubicBezTo>
                <a:cubicBezTo>
                  <a:pt x="2547470" y="1285795"/>
                  <a:pt x="2534028" y="1299236"/>
                  <a:pt x="2517574" y="1299236"/>
                </a:cubicBezTo>
                <a:cubicBezTo>
                  <a:pt x="2500992" y="1299236"/>
                  <a:pt x="2487677" y="1285920"/>
                  <a:pt x="2487551" y="1269464"/>
                </a:cubicBezTo>
                <a:cubicBezTo>
                  <a:pt x="2487551" y="1252883"/>
                  <a:pt x="2500866" y="1239568"/>
                  <a:pt x="2517322" y="1239443"/>
                </a:cubicBezTo>
                <a:close/>
                <a:moveTo>
                  <a:pt x="2205670" y="1238814"/>
                </a:moveTo>
                <a:cubicBezTo>
                  <a:pt x="2214839" y="1238814"/>
                  <a:pt x="2222376" y="1246226"/>
                  <a:pt x="2222376" y="1255395"/>
                </a:cubicBezTo>
                <a:cubicBezTo>
                  <a:pt x="2222376" y="1264565"/>
                  <a:pt x="2214966" y="1272102"/>
                  <a:pt x="2205795" y="1272102"/>
                </a:cubicBezTo>
                <a:cubicBezTo>
                  <a:pt x="2196625" y="1272102"/>
                  <a:pt x="2189089" y="1264690"/>
                  <a:pt x="2189089" y="1255521"/>
                </a:cubicBezTo>
                <a:cubicBezTo>
                  <a:pt x="2188963" y="1246351"/>
                  <a:pt x="2196375" y="1238939"/>
                  <a:pt x="2205670" y="1238814"/>
                </a:cubicBezTo>
                <a:close/>
                <a:moveTo>
                  <a:pt x="3002822" y="1236930"/>
                </a:moveTo>
                <a:cubicBezTo>
                  <a:pt x="3006841" y="1236930"/>
                  <a:pt x="3010107" y="1240195"/>
                  <a:pt x="3010107" y="1244215"/>
                </a:cubicBezTo>
                <a:cubicBezTo>
                  <a:pt x="3010107" y="1248235"/>
                  <a:pt x="3006841" y="1251501"/>
                  <a:pt x="3002822" y="1251501"/>
                </a:cubicBezTo>
                <a:cubicBezTo>
                  <a:pt x="2998802" y="1251501"/>
                  <a:pt x="2995536" y="1248235"/>
                  <a:pt x="2995536" y="1244215"/>
                </a:cubicBezTo>
                <a:cubicBezTo>
                  <a:pt x="2995536" y="1240195"/>
                  <a:pt x="2998802" y="1236803"/>
                  <a:pt x="3002822" y="1236930"/>
                </a:cubicBezTo>
                <a:close/>
                <a:moveTo>
                  <a:pt x="1075011" y="1230397"/>
                </a:moveTo>
                <a:cubicBezTo>
                  <a:pt x="1076895" y="1230397"/>
                  <a:pt x="1078528" y="1231904"/>
                  <a:pt x="1078528" y="1233914"/>
                </a:cubicBezTo>
                <a:cubicBezTo>
                  <a:pt x="1078528" y="1235798"/>
                  <a:pt x="1077021" y="1237431"/>
                  <a:pt x="1075011" y="1237431"/>
                </a:cubicBezTo>
                <a:cubicBezTo>
                  <a:pt x="1073126" y="1237431"/>
                  <a:pt x="1071494" y="1235924"/>
                  <a:pt x="1071494" y="1233914"/>
                </a:cubicBezTo>
                <a:cubicBezTo>
                  <a:pt x="1071494" y="1232029"/>
                  <a:pt x="1073001" y="1230397"/>
                  <a:pt x="1075011" y="1230397"/>
                </a:cubicBezTo>
                <a:close/>
                <a:moveTo>
                  <a:pt x="1966375" y="1226629"/>
                </a:moveTo>
                <a:cubicBezTo>
                  <a:pt x="1968762" y="1226503"/>
                  <a:pt x="1970647" y="1228388"/>
                  <a:pt x="1970647" y="1230775"/>
                </a:cubicBezTo>
                <a:cubicBezTo>
                  <a:pt x="1970772" y="1233035"/>
                  <a:pt x="1968888" y="1234920"/>
                  <a:pt x="1966501" y="1234920"/>
                </a:cubicBezTo>
                <a:cubicBezTo>
                  <a:pt x="1964115" y="1234920"/>
                  <a:pt x="1962230" y="1233161"/>
                  <a:pt x="1962230" y="1230775"/>
                </a:cubicBezTo>
                <a:cubicBezTo>
                  <a:pt x="1962230" y="1228388"/>
                  <a:pt x="1964115" y="1226503"/>
                  <a:pt x="1966375" y="1226629"/>
                </a:cubicBezTo>
                <a:close/>
                <a:moveTo>
                  <a:pt x="338280" y="1222108"/>
                </a:moveTo>
                <a:cubicBezTo>
                  <a:pt x="345189" y="1222108"/>
                  <a:pt x="350967" y="1227760"/>
                  <a:pt x="350967" y="1234669"/>
                </a:cubicBezTo>
                <a:cubicBezTo>
                  <a:pt x="350967" y="1241704"/>
                  <a:pt x="345314" y="1247356"/>
                  <a:pt x="338405" y="1247356"/>
                </a:cubicBezTo>
                <a:cubicBezTo>
                  <a:pt x="331371" y="1247356"/>
                  <a:pt x="325719" y="1241704"/>
                  <a:pt x="325719" y="1234795"/>
                </a:cubicBezTo>
                <a:cubicBezTo>
                  <a:pt x="325719" y="1227885"/>
                  <a:pt x="331371" y="1222233"/>
                  <a:pt x="338280" y="1222108"/>
                </a:cubicBezTo>
                <a:close/>
                <a:moveTo>
                  <a:pt x="2610278" y="1219470"/>
                </a:moveTo>
                <a:cubicBezTo>
                  <a:pt x="2625854" y="1219470"/>
                  <a:pt x="2638541" y="1232031"/>
                  <a:pt x="2638666" y="1247733"/>
                </a:cubicBezTo>
                <a:cubicBezTo>
                  <a:pt x="2638666" y="1263309"/>
                  <a:pt x="2626105" y="1276122"/>
                  <a:pt x="2610403" y="1276122"/>
                </a:cubicBezTo>
                <a:cubicBezTo>
                  <a:pt x="2594827" y="1276122"/>
                  <a:pt x="2582140" y="1263561"/>
                  <a:pt x="2582015" y="1247858"/>
                </a:cubicBezTo>
                <a:cubicBezTo>
                  <a:pt x="2581888" y="1232282"/>
                  <a:pt x="2594576" y="1219470"/>
                  <a:pt x="2610278" y="1219470"/>
                </a:cubicBezTo>
                <a:close/>
                <a:moveTo>
                  <a:pt x="741126" y="1211053"/>
                </a:moveTo>
                <a:cubicBezTo>
                  <a:pt x="756576" y="1210927"/>
                  <a:pt x="769012" y="1223363"/>
                  <a:pt x="769138" y="1238814"/>
                </a:cubicBezTo>
                <a:cubicBezTo>
                  <a:pt x="769263" y="1254265"/>
                  <a:pt x="756827" y="1266827"/>
                  <a:pt x="741378" y="1266827"/>
                </a:cubicBezTo>
                <a:cubicBezTo>
                  <a:pt x="725927" y="1266827"/>
                  <a:pt x="713366" y="1254391"/>
                  <a:pt x="713366" y="1239065"/>
                </a:cubicBezTo>
                <a:cubicBezTo>
                  <a:pt x="713366" y="1223615"/>
                  <a:pt x="725802" y="1211053"/>
                  <a:pt x="741126" y="1211053"/>
                </a:cubicBezTo>
                <a:close/>
                <a:moveTo>
                  <a:pt x="245199" y="1205777"/>
                </a:moveTo>
                <a:cubicBezTo>
                  <a:pt x="249847" y="1205777"/>
                  <a:pt x="253491" y="1209419"/>
                  <a:pt x="253491" y="1213941"/>
                </a:cubicBezTo>
                <a:cubicBezTo>
                  <a:pt x="253491" y="1218463"/>
                  <a:pt x="249847" y="1222107"/>
                  <a:pt x="245325" y="1222107"/>
                </a:cubicBezTo>
                <a:cubicBezTo>
                  <a:pt x="240802" y="1222107"/>
                  <a:pt x="237160" y="1218463"/>
                  <a:pt x="237160" y="1213941"/>
                </a:cubicBezTo>
                <a:cubicBezTo>
                  <a:pt x="237160" y="1209419"/>
                  <a:pt x="240802" y="1205777"/>
                  <a:pt x="245199" y="1205777"/>
                </a:cubicBezTo>
                <a:close/>
                <a:moveTo>
                  <a:pt x="2300134" y="1204145"/>
                </a:moveTo>
                <a:cubicBezTo>
                  <a:pt x="2316212" y="1204145"/>
                  <a:pt x="2329401" y="1217084"/>
                  <a:pt x="2329401" y="1233288"/>
                </a:cubicBezTo>
                <a:cubicBezTo>
                  <a:pt x="2329401" y="1249367"/>
                  <a:pt x="2316337" y="1262431"/>
                  <a:pt x="2300259" y="1262556"/>
                </a:cubicBezTo>
                <a:cubicBezTo>
                  <a:pt x="2284180" y="1262556"/>
                  <a:pt x="2270991" y="1249618"/>
                  <a:pt x="2270991" y="1233413"/>
                </a:cubicBezTo>
                <a:cubicBezTo>
                  <a:pt x="2270991" y="1217209"/>
                  <a:pt x="2283930" y="1204145"/>
                  <a:pt x="2300134" y="1204145"/>
                </a:cubicBezTo>
                <a:close/>
                <a:moveTo>
                  <a:pt x="1799936" y="1202135"/>
                </a:moveTo>
                <a:cubicBezTo>
                  <a:pt x="1800062" y="1202135"/>
                  <a:pt x="1800188" y="1202260"/>
                  <a:pt x="1800188" y="1202387"/>
                </a:cubicBezTo>
                <a:cubicBezTo>
                  <a:pt x="1800188" y="1202512"/>
                  <a:pt x="1800062" y="1202638"/>
                  <a:pt x="1799936" y="1202638"/>
                </a:cubicBezTo>
                <a:cubicBezTo>
                  <a:pt x="1799810" y="1202638"/>
                  <a:pt x="1799685" y="1202512"/>
                  <a:pt x="1799685" y="1202387"/>
                </a:cubicBezTo>
                <a:cubicBezTo>
                  <a:pt x="1799685" y="1202260"/>
                  <a:pt x="1799685" y="1202260"/>
                  <a:pt x="1799936" y="1202135"/>
                </a:cubicBezTo>
                <a:close/>
                <a:moveTo>
                  <a:pt x="2702978" y="1201254"/>
                </a:moveTo>
                <a:cubicBezTo>
                  <a:pt x="2716796" y="1201129"/>
                  <a:pt x="2728100" y="1212308"/>
                  <a:pt x="2728100" y="1226125"/>
                </a:cubicBezTo>
                <a:cubicBezTo>
                  <a:pt x="2728227" y="1239943"/>
                  <a:pt x="2717047" y="1251248"/>
                  <a:pt x="2703230" y="1251248"/>
                </a:cubicBezTo>
                <a:cubicBezTo>
                  <a:pt x="2689413" y="1251374"/>
                  <a:pt x="2678107" y="1240194"/>
                  <a:pt x="2678107" y="1226377"/>
                </a:cubicBezTo>
                <a:cubicBezTo>
                  <a:pt x="2678107" y="1212559"/>
                  <a:pt x="2689161" y="1201254"/>
                  <a:pt x="2702978" y="1201254"/>
                </a:cubicBezTo>
                <a:close/>
                <a:moveTo>
                  <a:pt x="975148" y="1198367"/>
                </a:moveTo>
                <a:cubicBezTo>
                  <a:pt x="981177" y="1198367"/>
                  <a:pt x="986077" y="1203140"/>
                  <a:pt x="986077" y="1209170"/>
                </a:cubicBezTo>
                <a:cubicBezTo>
                  <a:pt x="986077" y="1215199"/>
                  <a:pt x="981304" y="1220098"/>
                  <a:pt x="975274" y="1220098"/>
                </a:cubicBezTo>
                <a:cubicBezTo>
                  <a:pt x="969245" y="1220098"/>
                  <a:pt x="964345" y="1215325"/>
                  <a:pt x="964345" y="1209296"/>
                </a:cubicBezTo>
                <a:cubicBezTo>
                  <a:pt x="964220" y="1203266"/>
                  <a:pt x="969118" y="1198367"/>
                  <a:pt x="975148" y="1198367"/>
                </a:cubicBezTo>
                <a:close/>
                <a:moveTo>
                  <a:pt x="2066240" y="1192587"/>
                </a:moveTo>
                <a:cubicBezTo>
                  <a:pt x="2073275" y="1192587"/>
                  <a:pt x="2079052" y="1198364"/>
                  <a:pt x="2079052" y="1205399"/>
                </a:cubicBezTo>
                <a:cubicBezTo>
                  <a:pt x="2079052" y="1212433"/>
                  <a:pt x="2073275" y="1218212"/>
                  <a:pt x="2066240" y="1218212"/>
                </a:cubicBezTo>
                <a:cubicBezTo>
                  <a:pt x="2059079" y="1218212"/>
                  <a:pt x="2053301" y="1212433"/>
                  <a:pt x="2053301" y="1205399"/>
                </a:cubicBezTo>
                <a:cubicBezTo>
                  <a:pt x="2053301" y="1198239"/>
                  <a:pt x="2058954" y="1192460"/>
                  <a:pt x="2066240" y="1192587"/>
                </a:cubicBezTo>
                <a:close/>
                <a:moveTo>
                  <a:pt x="646915" y="1190076"/>
                </a:moveTo>
                <a:cubicBezTo>
                  <a:pt x="662114" y="1190076"/>
                  <a:pt x="674424" y="1202260"/>
                  <a:pt x="674424" y="1217461"/>
                </a:cubicBezTo>
                <a:cubicBezTo>
                  <a:pt x="674424" y="1232535"/>
                  <a:pt x="662240" y="1244970"/>
                  <a:pt x="647041" y="1244970"/>
                </a:cubicBezTo>
                <a:cubicBezTo>
                  <a:pt x="631967" y="1244970"/>
                  <a:pt x="619531" y="1232785"/>
                  <a:pt x="619531" y="1217586"/>
                </a:cubicBezTo>
                <a:cubicBezTo>
                  <a:pt x="619531" y="1202387"/>
                  <a:pt x="631715" y="1190201"/>
                  <a:pt x="646915" y="1190076"/>
                </a:cubicBezTo>
                <a:close/>
                <a:moveTo>
                  <a:pt x="152623" y="1188945"/>
                </a:moveTo>
                <a:cubicBezTo>
                  <a:pt x="154884" y="1188945"/>
                  <a:pt x="156643" y="1190830"/>
                  <a:pt x="156643" y="1192965"/>
                </a:cubicBezTo>
                <a:cubicBezTo>
                  <a:pt x="156643" y="1195227"/>
                  <a:pt x="154884" y="1196985"/>
                  <a:pt x="152623" y="1196985"/>
                </a:cubicBezTo>
                <a:cubicBezTo>
                  <a:pt x="150361" y="1197110"/>
                  <a:pt x="148603" y="1195227"/>
                  <a:pt x="148603" y="1193090"/>
                </a:cubicBezTo>
                <a:cubicBezTo>
                  <a:pt x="148477" y="1190830"/>
                  <a:pt x="150361" y="1189070"/>
                  <a:pt x="152623" y="1188945"/>
                </a:cubicBezTo>
                <a:close/>
                <a:moveTo>
                  <a:pt x="2795684" y="1185176"/>
                </a:moveTo>
                <a:cubicBezTo>
                  <a:pt x="2806488" y="1185051"/>
                  <a:pt x="2815280" y="1193718"/>
                  <a:pt x="2815280" y="1204522"/>
                </a:cubicBezTo>
                <a:cubicBezTo>
                  <a:pt x="2815407" y="1215325"/>
                  <a:pt x="2806738" y="1224119"/>
                  <a:pt x="2795936" y="1224119"/>
                </a:cubicBezTo>
                <a:cubicBezTo>
                  <a:pt x="2785133" y="1224244"/>
                  <a:pt x="2776340" y="1215450"/>
                  <a:pt x="2776340" y="1204773"/>
                </a:cubicBezTo>
                <a:cubicBezTo>
                  <a:pt x="2776340" y="1193970"/>
                  <a:pt x="2785007" y="1185301"/>
                  <a:pt x="2795684" y="1185176"/>
                </a:cubicBezTo>
                <a:close/>
                <a:moveTo>
                  <a:pt x="2394220" y="1178645"/>
                </a:moveTo>
                <a:cubicBezTo>
                  <a:pt x="2412182" y="1178519"/>
                  <a:pt x="2426879" y="1193090"/>
                  <a:pt x="2426879" y="1211053"/>
                </a:cubicBezTo>
                <a:cubicBezTo>
                  <a:pt x="2427006" y="1229016"/>
                  <a:pt x="2412434" y="1243713"/>
                  <a:pt x="2394471" y="1243713"/>
                </a:cubicBezTo>
                <a:cubicBezTo>
                  <a:pt x="2376508" y="1243713"/>
                  <a:pt x="2361937" y="1229267"/>
                  <a:pt x="2361811" y="1211305"/>
                </a:cubicBezTo>
                <a:cubicBezTo>
                  <a:pt x="2361811" y="1193342"/>
                  <a:pt x="2376257" y="1178770"/>
                  <a:pt x="2394220" y="1178645"/>
                </a:cubicBezTo>
                <a:close/>
                <a:moveTo>
                  <a:pt x="552830" y="1173747"/>
                </a:moveTo>
                <a:cubicBezTo>
                  <a:pt x="565264" y="1173747"/>
                  <a:pt x="575440" y="1183796"/>
                  <a:pt x="575440" y="1196232"/>
                </a:cubicBezTo>
                <a:cubicBezTo>
                  <a:pt x="575440" y="1208667"/>
                  <a:pt x="565391" y="1218843"/>
                  <a:pt x="552955" y="1218843"/>
                </a:cubicBezTo>
                <a:cubicBezTo>
                  <a:pt x="540519" y="1218843"/>
                  <a:pt x="530345" y="1208794"/>
                  <a:pt x="530345" y="1196358"/>
                </a:cubicBezTo>
                <a:cubicBezTo>
                  <a:pt x="530345" y="1183921"/>
                  <a:pt x="540394" y="1173747"/>
                  <a:pt x="552830" y="1173747"/>
                </a:cubicBezTo>
                <a:close/>
                <a:moveTo>
                  <a:pt x="1132794" y="1170729"/>
                </a:moveTo>
                <a:cubicBezTo>
                  <a:pt x="1133045" y="1170729"/>
                  <a:pt x="1133297" y="1170981"/>
                  <a:pt x="1133297" y="1171231"/>
                </a:cubicBezTo>
                <a:cubicBezTo>
                  <a:pt x="1133297" y="1171483"/>
                  <a:pt x="1133045" y="1171734"/>
                  <a:pt x="1132794" y="1171734"/>
                </a:cubicBezTo>
                <a:cubicBezTo>
                  <a:pt x="1132544" y="1171734"/>
                  <a:pt x="1132292" y="1171609"/>
                  <a:pt x="1132292" y="1171357"/>
                </a:cubicBezTo>
                <a:cubicBezTo>
                  <a:pt x="1132292" y="1170981"/>
                  <a:pt x="1132544" y="1170729"/>
                  <a:pt x="1132794" y="1170729"/>
                </a:cubicBezTo>
                <a:close/>
                <a:moveTo>
                  <a:pt x="2888514" y="1169852"/>
                </a:moveTo>
                <a:cubicBezTo>
                  <a:pt x="2895800" y="1169852"/>
                  <a:pt x="2901830" y="1175756"/>
                  <a:pt x="2901830" y="1183040"/>
                </a:cubicBezTo>
                <a:cubicBezTo>
                  <a:pt x="2901830" y="1190326"/>
                  <a:pt x="2895925" y="1196356"/>
                  <a:pt x="2888640" y="1196356"/>
                </a:cubicBezTo>
                <a:cubicBezTo>
                  <a:pt x="2881354" y="1196481"/>
                  <a:pt x="2875324" y="1190452"/>
                  <a:pt x="2875324" y="1183167"/>
                </a:cubicBezTo>
                <a:cubicBezTo>
                  <a:pt x="2875324" y="1175881"/>
                  <a:pt x="2881229" y="1169852"/>
                  <a:pt x="2888514" y="1169852"/>
                </a:cubicBezTo>
                <a:close/>
                <a:moveTo>
                  <a:pt x="59664" y="1168219"/>
                </a:moveTo>
                <a:cubicBezTo>
                  <a:pt x="61926" y="1168219"/>
                  <a:pt x="63684" y="1169977"/>
                  <a:pt x="63684" y="1172239"/>
                </a:cubicBezTo>
                <a:cubicBezTo>
                  <a:pt x="63684" y="1174500"/>
                  <a:pt x="61799" y="1176258"/>
                  <a:pt x="59664" y="1176258"/>
                </a:cubicBezTo>
                <a:cubicBezTo>
                  <a:pt x="57404" y="1176258"/>
                  <a:pt x="55645" y="1174374"/>
                  <a:pt x="55645" y="1172239"/>
                </a:cubicBezTo>
                <a:cubicBezTo>
                  <a:pt x="55645" y="1169977"/>
                  <a:pt x="57404" y="1168219"/>
                  <a:pt x="59664" y="1168219"/>
                </a:cubicBezTo>
                <a:close/>
                <a:moveTo>
                  <a:pt x="1908215" y="1167340"/>
                </a:moveTo>
                <a:cubicBezTo>
                  <a:pt x="1908843" y="1167340"/>
                  <a:pt x="1909345" y="1167842"/>
                  <a:pt x="1909345" y="1168470"/>
                </a:cubicBezTo>
                <a:cubicBezTo>
                  <a:pt x="1909345" y="1169098"/>
                  <a:pt x="1908843" y="1169601"/>
                  <a:pt x="1908215" y="1169601"/>
                </a:cubicBezTo>
                <a:cubicBezTo>
                  <a:pt x="1907588" y="1169601"/>
                  <a:pt x="1907085" y="1169098"/>
                  <a:pt x="1907085" y="1168470"/>
                </a:cubicBezTo>
                <a:cubicBezTo>
                  <a:pt x="1907085" y="1167842"/>
                  <a:pt x="1907588" y="1167340"/>
                  <a:pt x="1908215" y="1167340"/>
                </a:cubicBezTo>
                <a:close/>
                <a:moveTo>
                  <a:pt x="876666" y="1164199"/>
                </a:moveTo>
                <a:cubicBezTo>
                  <a:pt x="888599" y="1164074"/>
                  <a:pt x="898271" y="1173746"/>
                  <a:pt x="898271" y="1185553"/>
                </a:cubicBezTo>
                <a:cubicBezTo>
                  <a:pt x="898397" y="1197487"/>
                  <a:pt x="888725" y="1207159"/>
                  <a:pt x="876917" y="1207159"/>
                </a:cubicBezTo>
                <a:cubicBezTo>
                  <a:pt x="865109" y="1207285"/>
                  <a:pt x="855437" y="1197612"/>
                  <a:pt x="855437" y="1185805"/>
                </a:cubicBezTo>
                <a:cubicBezTo>
                  <a:pt x="855437" y="1173996"/>
                  <a:pt x="864984" y="1164324"/>
                  <a:pt x="876666" y="1164199"/>
                </a:cubicBezTo>
                <a:close/>
                <a:moveTo>
                  <a:pt x="2164093" y="1160053"/>
                </a:moveTo>
                <a:cubicBezTo>
                  <a:pt x="2175650" y="1160053"/>
                  <a:pt x="2185197" y="1169474"/>
                  <a:pt x="2185197" y="1181030"/>
                </a:cubicBezTo>
                <a:cubicBezTo>
                  <a:pt x="2185197" y="1192587"/>
                  <a:pt x="2175900" y="1202133"/>
                  <a:pt x="2164219" y="1202133"/>
                </a:cubicBezTo>
                <a:cubicBezTo>
                  <a:pt x="2152662" y="1202133"/>
                  <a:pt x="2143115" y="1192712"/>
                  <a:pt x="2143115" y="1181156"/>
                </a:cubicBezTo>
                <a:cubicBezTo>
                  <a:pt x="2143115" y="1169474"/>
                  <a:pt x="2152537" y="1160053"/>
                  <a:pt x="2164093" y="1160053"/>
                </a:cubicBezTo>
                <a:close/>
                <a:moveTo>
                  <a:pt x="2488179" y="1158169"/>
                </a:moveTo>
                <a:cubicBezTo>
                  <a:pt x="2505263" y="1158169"/>
                  <a:pt x="2519207" y="1171987"/>
                  <a:pt x="2519207" y="1189071"/>
                </a:cubicBezTo>
                <a:cubicBezTo>
                  <a:pt x="2519207" y="1206280"/>
                  <a:pt x="2505388" y="1220223"/>
                  <a:pt x="2488305" y="1220223"/>
                </a:cubicBezTo>
                <a:cubicBezTo>
                  <a:pt x="2471221" y="1220223"/>
                  <a:pt x="2457279" y="1206405"/>
                  <a:pt x="2457279" y="1189321"/>
                </a:cubicBezTo>
                <a:cubicBezTo>
                  <a:pt x="2457152" y="1172238"/>
                  <a:pt x="2470970" y="1158294"/>
                  <a:pt x="2488179" y="1158169"/>
                </a:cubicBezTo>
                <a:close/>
                <a:moveTo>
                  <a:pt x="459121" y="1156663"/>
                </a:moveTo>
                <a:cubicBezTo>
                  <a:pt x="469297" y="1156663"/>
                  <a:pt x="477587" y="1164828"/>
                  <a:pt x="477587" y="1175002"/>
                </a:cubicBezTo>
                <a:cubicBezTo>
                  <a:pt x="477587" y="1185178"/>
                  <a:pt x="469422" y="1193468"/>
                  <a:pt x="459248" y="1193468"/>
                </a:cubicBezTo>
                <a:cubicBezTo>
                  <a:pt x="449072" y="1193468"/>
                  <a:pt x="440782" y="1185303"/>
                  <a:pt x="440782" y="1175129"/>
                </a:cubicBezTo>
                <a:cubicBezTo>
                  <a:pt x="440782" y="1164953"/>
                  <a:pt x="448946" y="1156788"/>
                  <a:pt x="459121" y="1156663"/>
                </a:cubicBezTo>
                <a:close/>
                <a:moveTo>
                  <a:pt x="2981342" y="1156161"/>
                </a:moveTo>
                <a:cubicBezTo>
                  <a:pt x="2984357" y="1156161"/>
                  <a:pt x="2986869" y="1158673"/>
                  <a:pt x="2986869" y="1161688"/>
                </a:cubicBezTo>
                <a:cubicBezTo>
                  <a:pt x="2986869" y="1164703"/>
                  <a:pt x="2984357" y="1167215"/>
                  <a:pt x="2981342" y="1167215"/>
                </a:cubicBezTo>
                <a:cubicBezTo>
                  <a:pt x="2978328" y="1167215"/>
                  <a:pt x="2975815" y="1164703"/>
                  <a:pt x="2975815" y="1161688"/>
                </a:cubicBezTo>
                <a:cubicBezTo>
                  <a:pt x="2975815" y="1158673"/>
                  <a:pt x="2978202" y="1156161"/>
                  <a:pt x="2981342" y="1156161"/>
                </a:cubicBezTo>
                <a:close/>
                <a:moveTo>
                  <a:pt x="2581762" y="1139201"/>
                </a:moveTo>
                <a:cubicBezTo>
                  <a:pt x="2597338" y="1139201"/>
                  <a:pt x="2610025" y="1151637"/>
                  <a:pt x="2610025" y="1167213"/>
                </a:cubicBezTo>
                <a:cubicBezTo>
                  <a:pt x="2610025" y="1182789"/>
                  <a:pt x="2597463" y="1195351"/>
                  <a:pt x="2582013" y="1195476"/>
                </a:cubicBezTo>
                <a:cubicBezTo>
                  <a:pt x="2566437" y="1195476"/>
                  <a:pt x="2553876" y="1182915"/>
                  <a:pt x="2553750" y="1167464"/>
                </a:cubicBezTo>
                <a:cubicBezTo>
                  <a:pt x="2553750" y="1152013"/>
                  <a:pt x="2566186" y="1139326"/>
                  <a:pt x="2581762" y="1139201"/>
                </a:cubicBezTo>
                <a:close/>
                <a:moveTo>
                  <a:pt x="365413" y="1139074"/>
                </a:moveTo>
                <a:cubicBezTo>
                  <a:pt x="373703" y="1139074"/>
                  <a:pt x="380487" y="1145733"/>
                  <a:pt x="380487" y="1154023"/>
                </a:cubicBezTo>
                <a:cubicBezTo>
                  <a:pt x="380613" y="1162314"/>
                  <a:pt x="373830" y="1169097"/>
                  <a:pt x="365539" y="1169097"/>
                </a:cubicBezTo>
                <a:cubicBezTo>
                  <a:pt x="357249" y="1169097"/>
                  <a:pt x="350465" y="1162314"/>
                  <a:pt x="350465" y="1154023"/>
                </a:cubicBezTo>
                <a:cubicBezTo>
                  <a:pt x="350465" y="1145733"/>
                  <a:pt x="357122" y="1138949"/>
                  <a:pt x="365413" y="1139074"/>
                </a:cubicBezTo>
                <a:close/>
                <a:moveTo>
                  <a:pt x="779816" y="1134930"/>
                </a:moveTo>
                <a:cubicBezTo>
                  <a:pt x="795267" y="1134930"/>
                  <a:pt x="807829" y="1147241"/>
                  <a:pt x="807829" y="1162691"/>
                </a:cubicBezTo>
                <a:cubicBezTo>
                  <a:pt x="807954" y="1178142"/>
                  <a:pt x="795518" y="1190704"/>
                  <a:pt x="780067" y="1190704"/>
                </a:cubicBezTo>
                <a:cubicBezTo>
                  <a:pt x="764617" y="1190829"/>
                  <a:pt x="752056" y="1178393"/>
                  <a:pt x="752056" y="1162943"/>
                </a:cubicBezTo>
                <a:cubicBezTo>
                  <a:pt x="751929" y="1147617"/>
                  <a:pt x="764366" y="1135055"/>
                  <a:pt x="779816" y="1134930"/>
                </a:cubicBezTo>
                <a:close/>
                <a:moveTo>
                  <a:pt x="1028029" y="1133172"/>
                </a:moveTo>
                <a:cubicBezTo>
                  <a:pt x="1033180" y="1133172"/>
                  <a:pt x="1037325" y="1137317"/>
                  <a:pt x="1037325" y="1142467"/>
                </a:cubicBezTo>
                <a:cubicBezTo>
                  <a:pt x="1037325" y="1147618"/>
                  <a:pt x="1033180" y="1151763"/>
                  <a:pt x="1028029" y="1151763"/>
                </a:cubicBezTo>
                <a:cubicBezTo>
                  <a:pt x="1022879" y="1151763"/>
                  <a:pt x="1018735" y="1147618"/>
                  <a:pt x="1018735" y="1142467"/>
                </a:cubicBezTo>
                <a:cubicBezTo>
                  <a:pt x="1018735" y="1137317"/>
                  <a:pt x="1022879" y="1133172"/>
                  <a:pt x="1028029" y="1133172"/>
                </a:cubicBezTo>
                <a:close/>
                <a:moveTo>
                  <a:pt x="2261066" y="1128398"/>
                </a:moveTo>
                <a:cubicBezTo>
                  <a:pt x="2277145" y="1128398"/>
                  <a:pt x="2290336" y="1141337"/>
                  <a:pt x="2290336" y="1157541"/>
                </a:cubicBezTo>
                <a:cubicBezTo>
                  <a:pt x="2290336" y="1173620"/>
                  <a:pt x="2277397" y="1186684"/>
                  <a:pt x="2261192" y="1186809"/>
                </a:cubicBezTo>
                <a:cubicBezTo>
                  <a:pt x="2244988" y="1186809"/>
                  <a:pt x="2231798" y="1173745"/>
                  <a:pt x="2231798" y="1157666"/>
                </a:cubicBezTo>
                <a:cubicBezTo>
                  <a:pt x="2231798" y="1141462"/>
                  <a:pt x="2244737" y="1128398"/>
                  <a:pt x="2261066" y="1128398"/>
                </a:cubicBezTo>
                <a:close/>
                <a:moveTo>
                  <a:pt x="2012727" y="1127396"/>
                </a:moveTo>
                <a:cubicBezTo>
                  <a:pt x="2019133" y="1127269"/>
                  <a:pt x="2024283" y="1132420"/>
                  <a:pt x="2024283" y="1138826"/>
                </a:cubicBezTo>
                <a:cubicBezTo>
                  <a:pt x="2024283" y="1145233"/>
                  <a:pt x="2019133" y="1150383"/>
                  <a:pt x="2012853" y="1150383"/>
                </a:cubicBezTo>
                <a:cubicBezTo>
                  <a:pt x="2006447" y="1150383"/>
                  <a:pt x="2001297" y="1145358"/>
                  <a:pt x="2001297" y="1138952"/>
                </a:cubicBezTo>
                <a:cubicBezTo>
                  <a:pt x="2001170" y="1132546"/>
                  <a:pt x="2006321" y="1127396"/>
                  <a:pt x="2012727" y="1127396"/>
                </a:cubicBezTo>
                <a:close/>
                <a:moveTo>
                  <a:pt x="271955" y="1121113"/>
                </a:moveTo>
                <a:cubicBezTo>
                  <a:pt x="278487" y="1121113"/>
                  <a:pt x="283763" y="1126388"/>
                  <a:pt x="283763" y="1132795"/>
                </a:cubicBezTo>
                <a:cubicBezTo>
                  <a:pt x="283763" y="1139327"/>
                  <a:pt x="278613" y="1144604"/>
                  <a:pt x="272081" y="1144604"/>
                </a:cubicBezTo>
                <a:cubicBezTo>
                  <a:pt x="265549" y="1144604"/>
                  <a:pt x="260273" y="1139453"/>
                  <a:pt x="260273" y="1132922"/>
                </a:cubicBezTo>
                <a:cubicBezTo>
                  <a:pt x="260273" y="1126515"/>
                  <a:pt x="265423" y="1121238"/>
                  <a:pt x="271955" y="1121113"/>
                </a:cubicBezTo>
                <a:close/>
                <a:moveTo>
                  <a:pt x="2675219" y="1120737"/>
                </a:moveTo>
                <a:cubicBezTo>
                  <a:pt x="2689037" y="1120612"/>
                  <a:pt x="2700341" y="1131791"/>
                  <a:pt x="2700341" y="1145608"/>
                </a:cubicBezTo>
                <a:cubicBezTo>
                  <a:pt x="2700468" y="1159426"/>
                  <a:pt x="2689287" y="1170731"/>
                  <a:pt x="2675471" y="1170731"/>
                </a:cubicBezTo>
                <a:cubicBezTo>
                  <a:pt x="2661653" y="1170731"/>
                  <a:pt x="2650348" y="1159552"/>
                  <a:pt x="2650348" y="1145735"/>
                </a:cubicBezTo>
                <a:cubicBezTo>
                  <a:pt x="2650348" y="1131917"/>
                  <a:pt x="2661402" y="1120612"/>
                  <a:pt x="2675219" y="1120737"/>
                </a:cubicBezTo>
                <a:close/>
                <a:moveTo>
                  <a:pt x="1199119" y="1117094"/>
                </a:moveTo>
                <a:cubicBezTo>
                  <a:pt x="1199622" y="1117094"/>
                  <a:pt x="1199998" y="1117471"/>
                  <a:pt x="1199998" y="1117974"/>
                </a:cubicBezTo>
                <a:cubicBezTo>
                  <a:pt x="1199998" y="1118477"/>
                  <a:pt x="1199622" y="1118853"/>
                  <a:pt x="1199119" y="1118853"/>
                </a:cubicBezTo>
                <a:cubicBezTo>
                  <a:pt x="1198617" y="1118853"/>
                  <a:pt x="1198239" y="1118477"/>
                  <a:pt x="1198239" y="1117974"/>
                </a:cubicBezTo>
                <a:cubicBezTo>
                  <a:pt x="1198239" y="1117471"/>
                  <a:pt x="1198617" y="1117094"/>
                  <a:pt x="1199119" y="1117094"/>
                </a:cubicBezTo>
                <a:close/>
                <a:moveTo>
                  <a:pt x="683595" y="1114204"/>
                </a:moveTo>
                <a:cubicBezTo>
                  <a:pt x="698167" y="1114204"/>
                  <a:pt x="710101" y="1125886"/>
                  <a:pt x="710101" y="1140457"/>
                </a:cubicBezTo>
                <a:cubicBezTo>
                  <a:pt x="710101" y="1155028"/>
                  <a:pt x="698419" y="1166837"/>
                  <a:pt x="683847" y="1166962"/>
                </a:cubicBezTo>
                <a:cubicBezTo>
                  <a:pt x="669276" y="1166962"/>
                  <a:pt x="657467" y="1155280"/>
                  <a:pt x="657342" y="1140709"/>
                </a:cubicBezTo>
                <a:cubicBezTo>
                  <a:pt x="657342" y="1126138"/>
                  <a:pt x="669024" y="1114329"/>
                  <a:pt x="683595" y="1114204"/>
                </a:cubicBezTo>
                <a:close/>
                <a:moveTo>
                  <a:pt x="1841388" y="1114079"/>
                </a:moveTo>
                <a:cubicBezTo>
                  <a:pt x="1842267" y="1114079"/>
                  <a:pt x="1843020" y="1114707"/>
                  <a:pt x="1843020" y="1115586"/>
                </a:cubicBezTo>
                <a:cubicBezTo>
                  <a:pt x="1843020" y="1116340"/>
                  <a:pt x="1842267" y="1117093"/>
                  <a:pt x="1841388" y="1117093"/>
                </a:cubicBezTo>
                <a:cubicBezTo>
                  <a:pt x="1840633" y="1117093"/>
                  <a:pt x="1839880" y="1116466"/>
                  <a:pt x="1839880" y="1115586"/>
                </a:cubicBezTo>
                <a:cubicBezTo>
                  <a:pt x="1839880" y="1114707"/>
                  <a:pt x="1840633" y="1114079"/>
                  <a:pt x="1841388" y="1114079"/>
                </a:cubicBezTo>
                <a:close/>
                <a:moveTo>
                  <a:pt x="2768678" y="1110812"/>
                </a:moveTo>
                <a:cubicBezTo>
                  <a:pt x="2775838" y="1110812"/>
                  <a:pt x="2781742" y="1116716"/>
                  <a:pt x="2781742" y="1123876"/>
                </a:cubicBezTo>
                <a:cubicBezTo>
                  <a:pt x="2781742" y="1131036"/>
                  <a:pt x="2775838" y="1136940"/>
                  <a:pt x="2768678" y="1136940"/>
                </a:cubicBezTo>
                <a:cubicBezTo>
                  <a:pt x="2761519" y="1136940"/>
                  <a:pt x="2755614" y="1131036"/>
                  <a:pt x="2755614" y="1123876"/>
                </a:cubicBezTo>
                <a:cubicBezTo>
                  <a:pt x="2755614" y="1116716"/>
                  <a:pt x="2761393" y="1110812"/>
                  <a:pt x="2768678" y="1110812"/>
                </a:cubicBezTo>
                <a:close/>
                <a:moveTo>
                  <a:pt x="178497" y="1104783"/>
                </a:moveTo>
                <a:cubicBezTo>
                  <a:pt x="182517" y="1104783"/>
                  <a:pt x="185657" y="1107923"/>
                  <a:pt x="185657" y="1111817"/>
                </a:cubicBezTo>
                <a:cubicBezTo>
                  <a:pt x="185657" y="1115837"/>
                  <a:pt x="182517" y="1118977"/>
                  <a:pt x="178622" y="1118977"/>
                </a:cubicBezTo>
                <a:cubicBezTo>
                  <a:pt x="174729" y="1118977"/>
                  <a:pt x="171463" y="1115837"/>
                  <a:pt x="171463" y="1111943"/>
                </a:cubicBezTo>
                <a:cubicBezTo>
                  <a:pt x="171463" y="1108049"/>
                  <a:pt x="174603" y="1104783"/>
                  <a:pt x="178497" y="1104783"/>
                </a:cubicBezTo>
                <a:close/>
                <a:moveTo>
                  <a:pt x="2356911" y="1099634"/>
                </a:moveTo>
                <a:cubicBezTo>
                  <a:pt x="2376255" y="1099508"/>
                  <a:pt x="2391957" y="1115084"/>
                  <a:pt x="2391957" y="1134430"/>
                </a:cubicBezTo>
                <a:cubicBezTo>
                  <a:pt x="2392083" y="1153649"/>
                  <a:pt x="2376507" y="1169477"/>
                  <a:pt x="2357162" y="1169477"/>
                </a:cubicBezTo>
                <a:cubicBezTo>
                  <a:pt x="2337943" y="1169602"/>
                  <a:pt x="2322242" y="1154026"/>
                  <a:pt x="2322117" y="1134680"/>
                </a:cubicBezTo>
                <a:cubicBezTo>
                  <a:pt x="2321990" y="1115336"/>
                  <a:pt x="2337566" y="1099634"/>
                  <a:pt x="2356911" y="1099634"/>
                </a:cubicBezTo>
                <a:close/>
                <a:moveTo>
                  <a:pt x="926031" y="1098251"/>
                </a:moveTo>
                <a:cubicBezTo>
                  <a:pt x="935830" y="1098251"/>
                  <a:pt x="943742" y="1106165"/>
                  <a:pt x="943742" y="1115962"/>
                </a:cubicBezTo>
                <a:cubicBezTo>
                  <a:pt x="943869" y="1125636"/>
                  <a:pt x="935955" y="1133674"/>
                  <a:pt x="926158" y="1133674"/>
                </a:cubicBezTo>
                <a:cubicBezTo>
                  <a:pt x="916359" y="1133800"/>
                  <a:pt x="908320" y="1125886"/>
                  <a:pt x="908320" y="1116087"/>
                </a:cubicBezTo>
                <a:cubicBezTo>
                  <a:pt x="908320" y="1106290"/>
                  <a:pt x="916234" y="1098376"/>
                  <a:pt x="926031" y="1098251"/>
                </a:cubicBezTo>
                <a:close/>
                <a:moveTo>
                  <a:pt x="588003" y="1097749"/>
                </a:moveTo>
                <a:cubicBezTo>
                  <a:pt x="599434" y="1097749"/>
                  <a:pt x="608856" y="1106919"/>
                  <a:pt x="608856" y="1118475"/>
                </a:cubicBezTo>
                <a:cubicBezTo>
                  <a:pt x="608856" y="1129907"/>
                  <a:pt x="599560" y="1139328"/>
                  <a:pt x="588128" y="1139328"/>
                </a:cubicBezTo>
                <a:cubicBezTo>
                  <a:pt x="576698" y="1139328"/>
                  <a:pt x="567401" y="1130032"/>
                  <a:pt x="567276" y="1118602"/>
                </a:cubicBezTo>
                <a:cubicBezTo>
                  <a:pt x="567276" y="1107170"/>
                  <a:pt x="576572" y="1097749"/>
                  <a:pt x="588003" y="1097749"/>
                </a:cubicBezTo>
                <a:close/>
                <a:moveTo>
                  <a:pt x="2861884" y="1094859"/>
                </a:moveTo>
                <a:cubicBezTo>
                  <a:pt x="2865903" y="1094859"/>
                  <a:pt x="2869169" y="1098124"/>
                  <a:pt x="2869169" y="1102144"/>
                </a:cubicBezTo>
                <a:cubicBezTo>
                  <a:pt x="2869169" y="1106164"/>
                  <a:pt x="2865903" y="1109430"/>
                  <a:pt x="2861884" y="1109430"/>
                </a:cubicBezTo>
                <a:cubicBezTo>
                  <a:pt x="2857864" y="1109430"/>
                  <a:pt x="2854598" y="1106164"/>
                  <a:pt x="2854598" y="1102144"/>
                </a:cubicBezTo>
                <a:cubicBezTo>
                  <a:pt x="2854598" y="1098124"/>
                  <a:pt x="2857864" y="1094859"/>
                  <a:pt x="2861884" y="1094859"/>
                </a:cubicBezTo>
                <a:close/>
                <a:moveTo>
                  <a:pt x="2114601" y="1091594"/>
                </a:moveTo>
                <a:cubicBezTo>
                  <a:pt x="2125781" y="1091594"/>
                  <a:pt x="2134825" y="1100638"/>
                  <a:pt x="2134825" y="1111692"/>
                </a:cubicBezTo>
                <a:cubicBezTo>
                  <a:pt x="2134825" y="1122872"/>
                  <a:pt x="2125781" y="1131916"/>
                  <a:pt x="2114727" y="1131916"/>
                </a:cubicBezTo>
                <a:cubicBezTo>
                  <a:pt x="2103547" y="1131916"/>
                  <a:pt x="2094503" y="1122998"/>
                  <a:pt x="2094503" y="1111818"/>
                </a:cubicBezTo>
                <a:cubicBezTo>
                  <a:pt x="2094377" y="1100638"/>
                  <a:pt x="2103422" y="1091594"/>
                  <a:pt x="2114601" y="1091594"/>
                </a:cubicBezTo>
                <a:close/>
                <a:moveTo>
                  <a:pt x="85165" y="1087574"/>
                </a:moveTo>
                <a:cubicBezTo>
                  <a:pt x="87048" y="1087447"/>
                  <a:pt x="88556" y="1088955"/>
                  <a:pt x="88556" y="1090840"/>
                </a:cubicBezTo>
                <a:cubicBezTo>
                  <a:pt x="88556" y="1092599"/>
                  <a:pt x="87048" y="1094107"/>
                  <a:pt x="85291" y="1094107"/>
                </a:cubicBezTo>
                <a:cubicBezTo>
                  <a:pt x="83406" y="1094107"/>
                  <a:pt x="81899" y="1092725"/>
                  <a:pt x="81899" y="1090840"/>
                </a:cubicBezTo>
                <a:cubicBezTo>
                  <a:pt x="81899" y="1089081"/>
                  <a:pt x="83406" y="1087574"/>
                  <a:pt x="85165" y="1087574"/>
                </a:cubicBezTo>
                <a:close/>
                <a:moveTo>
                  <a:pt x="2452379" y="1080791"/>
                </a:moveTo>
                <a:cubicBezTo>
                  <a:pt x="2469588" y="1080791"/>
                  <a:pt x="2483532" y="1094608"/>
                  <a:pt x="2483532" y="1111691"/>
                </a:cubicBezTo>
                <a:cubicBezTo>
                  <a:pt x="2483532" y="1128902"/>
                  <a:pt x="2469713" y="1142845"/>
                  <a:pt x="2452630" y="1142845"/>
                </a:cubicBezTo>
                <a:cubicBezTo>
                  <a:pt x="2435546" y="1142845"/>
                  <a:pt x="2421604" y="1129027"/>
                  <a:pt x="2421604" y="1111943"/>
                </a:cubicBezTo>
                <a:cubicBezTo>
                  <a:pt x="2421477" y="1094860"/>
                  <a:pt x="2435295" y="1080916"/>
                  <a:pt x="2452379" y="1080791"/>
                </a:cubicBezTo>
                <a:close/>
                <a:moveTo>
                  <a:pt x="492912" y="1079533"/>
                </a:moveTo>
                <a:cubicBezTo>
                  <a:pt x="502458" y="1079533"/>
                  <a:pt x="510247" y="1087195"/>
                  <a:pt x="510247" y="1096741"/>
                </a:cubicBezTo>
                <a:cubicBezTo>
                  <a:pt x="510247" y="1106288"/>
                  <a:pt x="502584" y="1114076"/>
                  <a:pt x="493038" y="1114076"/>
                </a:cubicBezTo>
                <a:cubicBezTo>
                  <a:pt x="483492" y="1114076"/>
                  <a:pt x="475703" y="1106413"/>
                  <a:pt x="475703" y="1096867"/>
                </a:cubicBezTo>
                <a:cubicBezTo>
                  <a:pt x="475703" y="1087320"/>
                  <a:pt x="483365" y="1079533"/>
                  <a:pt x="492912" y="1079533"/>
                </a:cubicBezTo>
                <a:close/>
                <a:moveTo>
                  <a:pt x="2955090" y="1077649"/>
                </a:moveTo>
                <a:cubicBezTo>
                  <a:pt x="2956723" y="1077649"/>
                  <a:pt x="2957978" y="1078904"/>
                  <a:pt x="2957978" y="1080539"/>
                </a:cubicBezTo>
                <a:cubicBezTo>
                  <a:pt x="2957978" y="1082171"/>
                  <a:pt x="2956723" y="1083427"/>
                  <a:pt x="2955090" y="1083427"/>
                </a:cubicBezTo>
                <a:cubicBezTo>
                  <a:pt x="2953456" y="1083427"/>
                  <a:pt x="2952200" y="1082171"/>
                  <a:pt x="2952200" y="1080539"/>
                </a:cubicBezTo>
                <a:cubicBezTo>
                  <a:pt x="2952200" y="1078904"/>
                  <a:pt x="2953582" y="1077649"/>
                  <a:pt x="2955090" y="1077649"/>
                </a:cubicBezTo>
                <a:close/>
                <a:moveTo>
                  <a:pt x="1951427" y="1074635"/>
                </a:moveTo>
                <a:cubicBezTo>
                  <a:pt x="1954317" y="1074635"/>
                  <a:pt x="1956577" y="1076897"/>
                  <a:pt x="1956577" y="1079659"/>
                </a:cubicBezTo>
                <a:cubicBezTo>
                  <a:pt x="1956577" y="1082549"/>
                  <a:pt x="1954192" y="1084809"/>
                  <a:pt x="1951427" y="1084809"/>
                </a:cubicBezTo>
                <a:cubicBezTo>
                  <a:pt x="1948538" y="1084934"/>
                  <a:pt x="1946277" y="1082549"/>
                  <a:pt x="1946277" y="1079785"/>
                </a:cubicBezTo>
                <a:cubicBezTo>
                  <a:pt x="1946277" y="1077022"/>
                  <a:pt x="1948538" y="1074635"/>
                  <a:pt x="1951427" y="1074635"/>
                </a:cubicBezTo>
                <a:close/>
                <a:moveTo>
                  <a:pt x="1272730" y="1074134"/>
                </a:moveTo>
                <a:cubicBezTo>
                  <a:pt x="1273233" y="1074134"/>
                  <a:pt x="1273609" y="1074511"/>
                  <a:pt x="1273609" y="1075014"/>
                </a:cubicBezTo>
                <a:cubicBezTo>
                  <a:pt x="1273609" y="1075517"/>
                  <a:pt x="1273233" y="1075893"/>
                  <a:pt x="1272730" y="1075893"/>
                </a:cubicBezTo>
                <a:cubicBezTo>
                  <a:pt x="1272228" y="1075893"/>
                  <a:pt x="1271850" y="1075517"/>
                  <a:pt x="1271850" y="1075014"/>
                </a:cubicBezTo>
                <a:cubicBezTo>
                  <a:pt x="1271850" y="1074511"/>
                  <a:pt x="1272353" y="1074134"/>
                  <a:pt x="1272730" y="1074134"/>
                </a:cubicBezTo>
                <a:close/>
                <a:moveTo>
                  <a:pt x="1088953" y="1073630"/>
                </a:moveTo>
                <a:cubicBezTo>
                  <a:pt x="1094229" y="1073630"/>
                  <a:pt x="1098374" y="1077775"/>
                  <a:pt x="1098374" y="1082925"/>
                </a:cubicBezTo>
                <a:cubicBezTo>
                  <a:pt x="1098374" y="1088076"/>
                  <a:pt x="1094229" y="1092221"/>
                  <a:pt x="1089078" y="1092221"/>
                </a:cubicBezTo>
                <a:cubicBezTo>
                  <a:pt x="1083928" y="1092221"/>
                  <a:pt x="1079784" y="1088076"/>
                  <a:pt x="1079784" y="1082925"/>
                </a:cubicBezTo>
                <a:cubicBezTo>
                  <a:pt x="1079784" y="1077775"/>
                  <a:pt x="1083928" y="1073630"/>
                  <a:pt x="1088953" y="1073630"/>
                </a:cubicBezTo>
                <a:close/>
                <a:moveTo>
                  <a:pt x="1767401" y="1072751"/>
                </a:moveTo>
                <a:cubicBezTo>
                  <a:pt x="1767652" y="1072626"/>
                  <a:pt x="1767904" y="1072878"/>
                  <a:pt x="1767904" y="1073128"/>
                </a:cubicBezTo>
                <a:cubicBezTo>
                  <a:pt x="1767904" y="1073380"/>
                  <a:pt x="1767777" y="1073631"/>
                  <a:pt x="1767527" y="1073631"/>
                </a:cubicBezTo>
                <a:cubicBezTo>
                  <a:pt x="1767276" y="1073631"/>
                  <a:pt x="1767024" y="1073506"/>
                  <a:pt x="1767024" y="1073254"/>
                </a:cubicBezTo>
                <a:cubicBezTo>
                  <a:pt x="1767024" y="1073003"/>
                  <a:pt x="1767276" y="1072751"/>
                  <a:pt x="1767401" y="1072751"/>
                </a:cubicBezTo>
                <a:close/>
                <a:moveTo>
                  <a:pt x="825917" y="1064838"/>
                </a:moveTo>
                <a:cubicBezTo>
                  <a:pt x="840363" y="1064838"/>
                  <a:pt x="852297" y="1076520"/>
                  <a:pt x="852297" y="1091091"/>
                </a:cubicBezTo>
                <a:cubicBezTo>
                  <a:pt x="852297" y="1105537"/>
                  <a:pt x="840615" y="1117471"/>
                  <a:pt x="826043" y="1117471"/>
                </a:cubicBezTo>
                <a:cubicBezTo>
                  <a:pt x="811472" y="1117471"/>
                  <a:pt x="799538" y="1105789"/>
                  <a:pt x="799538" y="1091218"/>
                </a:cubicBezTo>
                <a:cubicBezTo>
                  <a:pt x="799538" y="1076646"/>
                  <a:pt x="811220" y="1064838"/>
                  <a:pt x="825917" y="1064838"/>
                </a:cubicBezTo>
                <a:close/>
                <a:moveTo>
                  <a:pt x="2547470" y="1064335"/>
                </a:moveTo>
                <a:cubicBezTo>
                  <a:pt x="2561287" y="1064210"/>
                  <a:pt x="2572593" y="1075389"/>
                  <a:pt x="2572593" y="1089206"/>
                </a:cubicBezTo>
                <a:cubicBezTo>
                  <a:pt x="2572593" y="1103024"/>
                  <a:pt x="2561413" y="1114329"/>
                  <a:pt x="2547596" y="1114329"/>
                </a:cubicBezTo>
                <a:cubicBezTo>
                  <a:pt x="2533779" y="1114455"/>
                  <a:pt x="2522473" y="1103275"/>
                  <a:pt x="2522473" y="1089458"/>
                </a:cubicBezTo>
                <a:cubicBezTo>
                  <a:pt x="2522473" y="1075640"/>
                  <a:pt x="2533652" y="1064335"/>
                  <a:pt x="2547470" y="1064335"/>
                </a:cubicBezTo>
                <a:close/>
                <a:moveTo>
                  <a:pt x="398073" y="1060566"/>
                </a:moveTo>
                <a:cubicBezTo>
                  <a:pt x="406237" y="1060566"/>
                  <a:pt x="412769" y="1067098"/>
                  <a:pt x="412769" y="1075137"/>
                </a:cubicBezTo>
                <a:cubicBezTo>
                  <a:pt x="412769" y="1083177"/>
                  <a:pt x="406237" y="1089834"/>
                  <a:pt x="398198" y="1089834"/>
                </a:cubicBezTo>
                <a:cubicBezTo>
                  <a:pt x="390284" y="1089834"/>
                  <a:pt x="383627" y="1083302"/>
                  <a:pt x="383627" y="1075263"/>
                </a:cubicBezTo>
                <a:cubicBezTo>
                  <a:pt x="383627" y="1067223"/>
                  <a:pt x="390033" y="1060566"/>
                  <a:pt x="398073" y="1060566"/>
                </a:cubicBezTo>
                <a:close/>
                <a:moveTo>
                  <a:pt x="2214465" y="1059184"/>
                </a:moveTo>
                <a:cubicBezTo>
                  <a:pt x="2229288" y="1059184"/>
                  <a:pt x="2241221" y="1071118"/>
                  <a:pt x="2241348" y="1085940"/>
                </a:cubicBezTo>
                <a:cubicBezTo>
                  <a:pt x="2241348" y="1100763"/>
                  <a:pt x="2229414" y="1112822"/>
                  <a:pt x="2214590" y="1112822"/>
                </a:cubicBezTo>
                <a:cubicBezTo>
                  <a:pt x="2199768" y="1112947"/>
                  <a:pt x="2187709" y="1101013"/>
                  <a:pt x="2187709" y="1086191"/>
                </a:cubicBezTo>
                <a:cubicBezTo>
                  <a:pt x="2187709" y="1071368"/>
                  <a:pt x="2199643" y="1059309"/>
                  <a:pt x="2214465" y="1059184"/>
                </a:cubicBezTo>
                <a:close/>
                <a:moveTo>
                  <a:pt x="2642057" y="1047126"/>
                </a:moveTo>
                <a:cubicBezTo>
                  <a:pt x="2653112" y="1047126"/>
                  <a:pt x="2662029" y="1055918"/>
                  <a:pt x="2662029" y="1066974"/>
                </a:cubicBezTo>
                <a:cubicBezTo>
                  <a:pt x="2662029" y="1077902"/>
                  <a:pt x="2653112" y="1086946"/>
                  <a:pt x="2642183" y="1086946"/>
                </a:cubicBezTo>
                <a:cubicBezTo>
                  <a:pt x="2631129" y="1086946"/>
                  <a:pt x="2622210" y="1078153"/>
                  <a:pt x="2622210" y="1067099"/>
                </a:cubicBezTo>
                <a:cubicBezTo>
                  <a:pt x="2622084" y="1056170"/>
                  <a:pt x="2631002" y="1047251"/>
                  <a:pt x="2642057" y="1047126"/>
                </a:cubicBezTo>
                <a:close/>
                <a:moveTo>
                  <a:pt x="303610" y="1041975"/>
                </a:moveTo>
                <a:cubicBezTo>
                  <a:pt x="310142" y="1041975"/>
                  <a:pt x="315418" y="1047125"/>
                  <a:pt x="315418" y="1053657"/>
                </a:cubicBezTo>
                <a:cubicBezTo>
                  <a:pt x="315418" y="1060189"/>
                  <a:pt x="310268" y="1065466"/>
                  <a:pt x="303736" y="1065466"/>
                </a:cubicBezTo>
                <a:cubicBezTo>
                  <a:pt x="297204" y="1065466"/>
                  <a:pt x="291928" y="1060316"/>
                  <a:pt x="291928" y="1053784"/>
                </a:cubicBezTo>
                <a:cubicBezTo>
                  <a:pt x="291928" y="1047377"/>
                  <a:pt x="297204" y="1042100"/>
                  <a:pt x="303610" y="1041975"/>
                </a:cubicBezTo>
                <a:close/>
                <a:moveTo>
                  <a:pt x="1351993" y="1041348"/>
                </a:moveTo>
                <a:cubicBezTo>
                  <a:pt x="1353250" y="1041348"/>
                  <a:pt x="1354255" y="1042353"/>
                  <a:pt x="1354255" y="1043610"/>
                </a:cubicBezTo>
                <a:cubicBezTo>
                  <a:pt x="1354255" y="1044865"/>
                  <a:pt x="1353375" y="1045870"/>
                  <a:pt x="1352119" y="1045870"/>
                </a:cubicBezTo>
                <a:cubicBezTo>
                  <a:pt x="1350862" y="1045870"/>
                  <a:pt x="1349857" y="1044865"/>
                  <a:pt x="1349857" y="1043610"/>
                </a:cubicBezTo>
                <a:cubicBezTo>
                  <a:pt x="1349857" y="1042353"/>
                  <a:pt x="1350737" y="1041473"/>
                  <a:pt x="1351993" y="1041348"/>
                </a:cubicBezTo>
                <a:close/>
                <a:moveTo>
                  <a:pt x="1688012" y="1039840"/>
                </a:moveTo>
                <a:cubicBezTo>
                  <a:pt x="1689394" y="1039840"/>
                  <a:pt x="1690649" y="1040970"/>
                  <a:pt x="1690649" y="1042477"/>
                </a:cubicBezTo>
                <a:cubicBezTo>
                  <a:pt x="1690649" y="1043985"/>
                  <a:pt x="1689519" y="1045115"/>
                  <a:pt x="1688012" y="1045115"/>
                </a:cubicBezTo>
                <a:cubicBezTo>
                  <a:pt x="1686632" y="1045115"/>
                  <a:pt x="1685375" y="1043985"/>
                  <a:pt x="1685375" y="1042477"/>
                </a:cubicBezTo>
                <a:cubicBezTo>
                  <a:pt x="1685375" y="1040970"/>
                  <a:pt x="1686632" y="1039714"/>
                  <a:pt x="1688012" y="1039840"/>
                </a:cubicBezTo>
                <a:close/>
                <a:moveTo>
                  <a:pt x="727058" y="1037579"/>
                </a:moveTo>
                <a:cubicBezTo>
                  <a:pt x="743389" y="1037453"/>
                  <a:pt x="756830" y="1050769"/>
                  <a:pt x="756830" y="1067098"/>
                </a:cubicBezTo>
                <a:cubicBezTo>
                  <a:pt x="756955" y="1083429"/>
                  <a:pt x="743639" y="1096870"/>
                  <a:pt x="727310" y="1096870"/>
                </a:cubicBezTo>
                <a:cubicBezTo>
                  <a:pt x="710979" y="1096995"/>
                  <a:pt x="697539" y="1083679"/>
                  <a:pt x="697539" y="1067350"/>
                </a:cubicBezTo>
                <a:cubicBezTo>
                  <a:pt x="697412" y="1051019"/>
                  <a:pt x="710603" y="1037579"/>
                  <a:pt x="727058" y="1037579"/>
                </a:cubicBezTo>
                <a:close/>
                <a:moveTo>
                  <a:pt x="982559" y="1034565"/>
                </a:moveTo>
                <a:cubicBezTo>
                  <a:pt x="992232" y="1034565"/>
                  <a:pt x="1000270" y="1042479"/>
                  <a:pt x="1000270" y="1052276"/>
                </a:cubicBezTo>
                <a:cubicBezTo>
                  <a:pt x="1000397" y="1061949"/>
                  <a:pt x="992483" y="1069987"/>
                  <a:pt x="982686" y="1069987"/>
                </a:cubicBezTo>
                <a:cubicBezTo>
                  <a:pt x="972887" y="1069987"/>
                  <a:pt x="964848" y="1062074"/>
                  <a:pt x="964848" y="1052276"/>
                </a:cubicBezTo>
                <a:cubicBezTo>
                  <a:pt x="964848" y="1042479"/>
                  <a:pt x="972762" y="1034565"/>
                  <a:pt x="982559" y="1034565"/>
                </a:cubicBezTo>
                <a:close/>
                <a:moveTo>
                  <a:pt x="2736395" y="1031926"/>
                </a:moveTo>
                <a:cubicBezTo>
                  <a:pt x="2743555" y="1031926"/>
                  <a:pt x="2749459" y="1037830"/>
                  <a:pt x="2749459" y="1044990"/>
                </a:cubicBezTo>
                <a:cubicBezTo>
                  <a:pt x="2749459" y="1052150"/>
                  <a:pt x="2743555" y="1058054"/>
                  <a:pt x="2736395" y="1058054"/>
                </a:cubicBezTo>
                <a:cubicBezTo>
                  <a:pt x="2729236" y="1058054"/>
                  <a:pt x="2723331" y="1052150"/>
                  <a:pt x="2723331" y="1044990"/>
                </a:cubicBezTo>
                <a:cubicBezTo>
                  <a:pt x="2723331" y="1037830"/>
                  <a:pt x="2729109" y="1031926"/>
                  <a:pt x="2736395" y="1031926"/>
                </a:cubicBezTo>
                <a:close/>
                <a:moveTo>
                  <a:pt x="2057571" y="1028158"/>
                </a:moveTo>
                <a:cubicBezTo>
                  <a:pt x="2068751" y="1028158"/>
                  <a:pt x="2077795" y="1037202"/>
                  <a:pt x="2077795" y="1048256"/>
                </a:cubicBezTo>
                <a:cubicBezTo>
                  <a:pt x="2077795" y="1059436"/>
                  <a:pt x="2068751" y="1068480"/>
                  <a:pt x="2057697" y="1068480"/>
                </a:cubicBezTo>
                <a:cubicBezTo>
                  <a:pt x="2046517" y="1068480"/>
                  <a:pt x="2037473" y="1059562"/>
                  <a:pt x="2037473" y="1048382"/>
                </a:cubicBezTo>
                <a:cubicBezTo>
                  <a:pt x="2037347" y="1037327"/>
                  <a:pt x="2046392" y="1028283"/>
                  <a:pt x="2057571" y="1028158"/>
                </a:cubicBezTo>
                <a:close/>
                <a:moveTo>
                  <a:pt x="2312948" y="1028033"/>
                </a:moveTo>
                <a:cubicBezTo>
                  <a:pt x="2331414" y="1027907"/>
                  <a:pt x="2346361" y="1042855"/>
                  <a:pt x="2346487" y="1061320"/>
                </a:cubicBezTo>
                <a:cubicBezTo>
                  <a:pt x="2346613" y="1079786"/>
                  <a:pt x="2331664" y="1094733"/>
                  <a:pt x="2313199" y="1094859"/>
                </a:cubicBezTo>
                <a:cubicBezTo>
                  <a:pt x="2294734" y="1094859"/>
                  <a:pt x="2279661" y="1080036"/>
                  <a:pt x="2279661" y="1061571"/>
                </a:cubicBezTo>
                <a:cubicBezTo>
                  <a:pt x="2279534" y="1043107"/>
                  <a:pt x="2294482" y="1028158"/>
                  <a:pt x="2312948" y="1028033"/>
                </a:cubicBezTo>
                <a:close/>
                <a:moveTo>
                  <a:pt x="209399" y="1026901"/>
                </a:moveTo>
                <a:cubicBezTo>
                  <a:pt x="212413" y="1026901"/>
                  <a:pt x="214926" y="1029413"/>
                  <a:pt x="214926" y="1032428"/>
                </a:cubicBezTo>
                <a:cubicBezTo>
                  <a:pt x="214926" y="1035443"/>
                  <a:pt x="212413" y="1037955"/>
                  <a:pt x="209399" y="1037955"/>
                </a:cubicBezTo>
                <a:cubicBezTo>
                  <a:pt x="206384" y="1037955"/>
                  <a:pt x="203872" y="1035443"/>
                  <a:pt x="203872" y="1032428"/>
                </a:cubicBezTo>
                <a:cubicBezTo>
                  <a:pt x="203872" y="1029413"/>
                  <a:pt x="206384" y="1026901"/>
                  <a:pt x="209399" y="1026901"/>
                </a:cubicBezTo>
                <a:close/>
                <a:moveTo>
                  <a:pt x="1435023" y="1023259"/>
                </a:moveTo>
                <a:cubicBezTo>
                  <a:pt x="1435651" y="1023259"/>
                  <a:pt x="1436155" y="1023761"/>
                  <a:pt x="1436155" y="1024389"/>
                </a:cubicBezTo>
                <a:cubicBezTo>
                  <a:pt x="1436155" y="1025017"/>
                  <a:pt x="1435651" y="1025520"/>
                  <a:pt x="1435023" y="1025520"/>
                </a:cubicBezTo>
                <a:cubicBezTo>
                  <a:pt x="1434396" y="1025520"/>
                  <a:pt x="1433893" y="1025017"/>
                  <a:pt x="1433893" y="1024389"/>
                </a:cubicBezTo>
                <a:cubicBezTo>
                  <a:pt x="1433893" y="1023761"/>
                  <a:pt x="1434396" y="1023259"/>
                  <a:pt x="1435023" y="1023259"/>
                </a:cubicBezTo>
                <a:close/>
                <a:moveTo>
                  <a:pt x="1604981" y="1022631"/>
                </a:moveTo>
                <a:cubicBezTo>
                  <a:pt x="1605609" y="1022631"/>
                  <a:pt x="1606113" y="1023133"/>
                  <a:pt x="1606113" y="1023761"/>
                </a:cubicBezTo>
                <a:cubicBezTo>
                  <a:pt x="1606113" y="1024389"/>
                  <a:pt x="1605609" y="1024891"/>
                  <a:pt x="1604981" y="1024891"/>
                </a:cubicBezTo>
                <a:cubicBezTo>
                  <a:pt x="1604354" y="1024891"/>
                  <a:pt x="1603851" y="1024389"/>
                  <a:pt x="1603851" y="1023761"/>
                </a:cubicBezTo>
                <a:cubicBezTo>
                  <a:pt x="1603851" y="1023133"/>
                  <a:pt x="1604354" y="1022631"/>
                  <a:pt x="1604981" y="1022631"/>
                </a:cubicBezTo>
                <a:close/>
                <a:moveTo>
                  <a:pt x="1157039" y="1022003"/>
                </a:moveTo>
                <a:cubicBezTo>
                  <a:pt x="1162314" y="1022003"/>
                  <a:pt x="1166585" y="1026273"/>
                  <a:pt x="1166585" y="1031550"/>
                </a:cubicBezTo>
                <a:cubicBezTo>
                  <a:pt x="1166711" y="1036826"/>
                  <a:pt x="1162441" y="1041096"/>
                  <a:pt x="1157164" y="1041096"/>
                </a:cubicBezTo>
                <a:cubicBezTo>
                  <a:pt x="1151888" y="1041096"/>
                  <a:pt x="1147618" y="1036951"/>
                  <a:pt x="1147618" y="1031675"/>
                </a:cubicBezTo>
                <a:cubicBezTo>
                  <a:pt x="1147618" y="1026400"/>
                  <a:pt x="1151888" y="1022253"/>
                  <a:pt x="1157039" y="1022003"/>
                </a:cubicBezTo>
                <a:close/>
                <a:moveTo>
                  <a:pt x="629330" y="1019491"/>
                </a:moveTo>
                <a:cubicBezTo>
                  <a:pt x="642896" y="1019491"/>
                  <a:pt x="653950" y="1030420"/>
                  <a:pt x="653950" y="1043986"/>
                </a:cubicBezTo>
                <a:cubicBezTo>
                  <a:pt x="653950" y="1057552"/>
                  <a:pt x="643021" y="1068606"/>
                  <a:pt x="629455" y="1068606"/>
                </a:cubicBezTo>
                <a:cubicBezTo>
                  <a:pt x="615889" y="1068606"/>
                  <a:pt x="604960" y="1057677"/>
                  <a:pt x="604835" y="1044111"/>
                </a:cubicBezTo>
                <a:cubicBezTo>
                  <a:pt x="604835" y="1030545"/>
                  <a:pt x="615763" y="1019491"/>
                  <a:pt x="629330" y="1019491"/>
                </a:cubicBezTo>
                <a:close/>
                <a:moveTo>
                  <a:pt x="2830480" y="1019113"/>
                </a:moveTo>
                <a:cubicBezTo>
                  <a:pt x="2832616" y="1019113"/>
                  <a:pt x="2834248" y="1020746"/>
                  <a:pt x="2834248" y="1022882"/>
                </a:cubicBezTo>
                <a:cubicBezTo>
                  <a:pt x="2834248" y="1025017"/>
                  <a:pt x="2832616" y="1026650"/>
                  <a:pt x="2830480" y="1026650"/>
                </a:cubicBezTo>
                <a:cubicBezTo>
                  <a:pt x="2828469" y="1026650"/>
                  <a:pt x="2826711" y="1025017"/>
                  <a:pt x="2826711" y="1022882"/>
                </a:cubicBezTo>
                <a:cubicBezTo>
                  <a:pt x="2826711" y="1020871"/>
                  <a:pt x="2828469" y="1019113"/>
                  <a:pt x="2830480" y="1019113"/>
                </a:cubicBezTo>
                <a:close/>
                <a:moveTo>
                  <a:pt x="1519941" y="1016852"/>
                </a:moveTo>
                <a:cubicBezTo>
                  <a:pt x="1520444" y="1016852"/>
                  <a:pt x="1520820" y="1017229"/>
                  <a:pt x="1520820" y="1017732"/>
                </a:cubicBezTo>
                <a:cubicBezTo>
                  <a:pt x="1520820" y="1018235"/>
                  <a:pt x="1520444" y="1018611"/>
                  <a:pt x="1519941" y="1018611"/>
                </a:cubicBezTo>
                <a:cubicBezTo>
                  <a:pt x="1519439" y="1018611"/>
                  <a:pt x="1519061" y="1018235"/>
                  <a:pt x="1519061" y="1017732"/>
                </a:cubicBezTo>
                <a:cubicBezTo>
                  <a:pt x="1519061" y="1017229"/>
                  <a:pt x="1519439" y="1016852"/>
                  <a:pt x="1519941" y="1016852"/>
                </a:cubicBezTo>
                <a:close/>
                <a:moveTo>
                  <a:pt x="1882967" y="1016226"/>
                </a:moveTo>
                <a:cubicBezTo>
                  <a:pt x="1890002" y="1016226"/>
                  <a:pt x="1895779" y="1021878"/>
                  <a:pt x="1895779" y="1029038"/>
                </a:cubicBezTo>
                <a:cubicBezTo>
                  <a:pt x="1895779" y="1036199"/>
                  <a:pt x="1890002" y="1041977"/>
                  <a:pt x="1882967" y="1041977"/>
                </a:cubicBezTo>
                <a:cubicBezTo>
                  <a:pt x="1875807" y="1041977"/>
                  <a:pt x="1870028" y="1036199"/>
                  <a:pt x="1870028" y="1029165"/>
                </a:cubicBezTo>
                <a:cubicBezTo>
                  <a:pt x="1870028" y="1022004"/>
                  <a:pt x="1875681" y="1016226"/>
                  <a:pt x="1882967" y="1016226"/>
                </a:cubicBezTo>
                <a:close/>
                <a:moveTo>
                  <a:pt x="115313" y="1008562"/>
                </a:moveTo>
                <a:cubicBezTo>
                  <a:pt x="116695" y="1008562"/>
                  <a:pt x="117825" y="1009567"/>
                  <a:pt x="117825" y="1010949"/>
                </a:cubicBezTo>
                <a:cubicBezTo>
                  <a:pt x="117825" y="1012330"/>
                  <a:pt x="116820" y="1013461"/>
                  <a:pt x="115439" y="1013461"/>
                </a:cubicBezTo>
                <a:cubicBezTo>
                  <a:pt x="114057" y="1013461"/>
                  <a:pt x="112927" y="1012456"/>
                  <a:pt x="112927" y="1011074"/>
                </a:cubicBezTo>
                <a:cubicBezTo>
                  <a:pt x="112927" y="1009817"/>
                  <a:pt x="114057" y="1008687"/>
                  <a:pt x="115313" y="1008562"/>
                </a:cubicBezTo>
                <a:close/>
                <a:moveTo>
                  <a:pt x="532479" y="1004667"/>
                </a:moveTo>
                <a:cubicBezTo>
                  <a:pt x="541649" y="1004667"/>
                  <a:pt x="549186" y="1012079"/>
                  <a:pt x="549186" y="1021248"/>
                </a:cubicBezTo>
                <a:cubicBezTo>
                  <a:pt x="549186" y="1030418"/>
                  <a:pt x="541775" y="1037955"/>
                  <a:pt x="532604" y="1037955"/>
                </a:cubicBezTo>
                <a:cubicBezTo>
                  <a:pt x="523435" y="1037955"/>
                  <a:pt x="515898" y="1030543"/>
                  <a:pt x="515898" y="1021374"/>
                </a:cubicBezTo>
                <a:cubicBezTo>
                  <a:pt x="515898" y="1012204"/>
                  <a:pt x="523309" y="1004667"/>
                  <a:pt x="532479" y="1004667"/>
                </a:cubicBezTo>
                <a:close/>
                <a:moveTo>
                  <a:pt x="2410549" y="1004165"/>
                </a:moveTo>
                <a:cubicBezTo>
                  <a:pt x="2429015" y="1004165"/>
                  <a:pt x="2443962" y="1018988"/>
                  <a:pt x="2444088" y="1037452"/>
                </a:cubicBezTo>
                <a:cubicBezTo>
                  <a:pt x="2444214" y="1055917"/>
                  <a:pt x="2429265" y="1070866"/>
                  <a:pt x="2410800" y="1070991"/>
                </a:cubicBezTo>
                <a:cubicBezTo>
                  <a:pt x="2392335" y="1071116"/>
                  <a:pt x="2377387" y="1056168"/>
                  <a:pt x="2377262" y="1037704"/>
                </a:cubicBezTo>
                <a:cubicBezTo>
                  <a:pt x="2377135" y="1019238"/>
                  <a:pt x="2392083" y="1004165"/>
                  <a:pt x="2410549" y="1004165"/>
                </a:cubicBezTo>
                <a:close/>
                <a:moveTo>
                  <a:pt x="2924439" y="999644"/>
                </a:moveTo>
                <a:cubicBezTo>
                  <a:pt x="2925192" y="999518"/>
                  <a:pt x="2925822" y="1000146"/>
                  <a:pt x="2925822" y="1000900"/>
                </a:cubicBezTo>
                <a:cubicBezTo>
                  <a:pt x="2925822" y="1001528"/>
                  <a:pt x="2925192" y="1002156"/>
                  <a:pt x="2924439" y="1002156"/>
                </a:cubicBezTo>
                <a:cubicBezTo>
                  <a:pt x="2923685" y="1002156"/>
                  <a:pt x="2923057" y="1001653"/>
                  <a:pt x="2923057" y="1000900"/>
                </a:cubicBezTo>
                <a:cubicBezTo>
                  <a:pt x="2923057" y="1000271"/>
                  <a:pt x="2923685" y="999644"/>
                  <a:pt x="2924439" y="999644"/>
                </a:cubicBezTo>
                <a:close/>
                <a:moveTo>
                  <a:pt x="878675" y="993740"/>
                </a:moveTo>
                <a:cubicBezTo>
                  <a:pt x="895509" y="993614"/>
                  <a:pt x="909326" y="1007307"/>
                  <a:pt x="909326" y="1024139"/>
                </a:cubicBezTo>
                <a:cubicBezTo>
                  <a:pt x="909451" y="1040973"/>
                  <a:pt x="895759" y="1054790"/>
                  <a:pt x="878927" y="1054790"/>
                </a:cubicBezTo>
                <a:cubicBezTo>
                  <a:pt x="862094" y="1054915"/>
                  <a:pt x="848277" y="1041223"/>
                  <a:pt x="848277" y="1024391"/>
                </a:cubicBezTo>
                <a:cubicBezTo>
                  <a:pt x="848150" y="1007558"/>
                  <a:pt x="861844" y="993865"/>
                  <a:pt x="878675" y="993740"/>
                </a:cubicBezTo>
                <a:close/>
                <a:moveTo>
                  <a:pt x="2160953" y="989090"/>
                </a:moveTo>
                <a:cubicBezTo>
                  <a:pt x="2177786" y="988964"/>
                  <a:pt x="2191604" y="1002657"/>
                  <a:pt x="2191604" y="1019489"/>
                </a:cubicBezTo>
                <a:cubicBezTo>
                  <a:pt x="2191730" y="1036323"/>
                  <a:pt x="2178036" y="1050140"/>
                  <a:pt x="2161205" y="1050140"/>
                </a:cubicBezTo>
                <a:cubicBezTo>
                  <a:pt x="2144373" y="1050265"/>
                  <a:pt x="2130554" y="1036573"/>
                  <a:pt x="2130554" y="1019741"/>
                </a:cubicBezTo>
                <a:cubicBezTo>
                  <a:pt x="2130554" y="1002908"/>
                  <a:pt x="2144121" y="989090"/>
                  <a:pt x="2160953" y="989090"/>
                </a:cubicBezTo>
                <a:close/>
                <a:moveTo>
                  <a:pt x="2507272" y="985826"/>
                </a:moveTo>
                <a:cubicBezTo>
                  <a:pt x="2522847" y="985826"/>
                  <a:pt x="2535661" y="998387"/>
                  <a:pt x="2535661" y="1014089"/>
                </a:cubicBezTo>
                <a:cubicBezTo>
                  <a:pt x="2535661" y="1029665"/>
                  <a:pt x="2522974" y="1042478"/>
                  <a:pt x="2507397" y="1042478"/>
                </a:cubicBezTo>
                <a:cubicBezTo>
                  <a:pt x="2491821" y="1042478"/>
                  <a:pt x="2479009" y="1029917"/>
                  <a:pt x="2479009" y="1014214"/>
                </a:cubicBezTo>
                <a:cubicBezTo>
                  <a:pt x="2479009" y="998638"/>
                  <a:pt x="2491570" y="985826"/>
                  <a:pt x="2507272" y="985826"/>
                </a:cubicBezTo>
                <a:close/>
                <a:moveTo>
                  <a:pt x="1231277" y="984947"/>
                </a:moveTo>
                <a:cubicBezTo>
                  <a:pt x="1233789" y="984947"/>
                  <a:pt x="1235924" y="986957"/>
                  <a:pt x="1235924" y="989595"/>
                </a:cubicBezTo>
                <a:cubicBezTo>
                  <a:pt x="1235924" y="992107"/>
                  <a:pt x="1233789" y="994243"/>
                  <a:pt x="1231277" y="994243"/>
                </a:cubicBezTo>
                <a:cubicBezTo>
                  <a:pt x="1228764" y="994243"/>
                  <a:pt x="1226629" y="992233"/>
                  <a:pt x="1226629" y="989595"/>
                </a:cubicBezTo>
                <a:cubicBezTo>
                  <a:pt x="1226629" y="987082"/>
                  <a:pt x="1228639" y="984947"/>
                  <a:pt x="1231277" y="984947"/>
                </a:cubicBezTo>
                <a:close/>
                <a:moveTo>
                  <a:pt x="436259" y="984947"/>
                </a:moveTo>
                <a:cubicBezTo>
                  <a:pt x="443922" y="984947"/>
                  <a:pt x="450203" y="991228"/>
                  <a:pt x="450203" y="998890"/>
                </a:cubicBezTo>
                <a:cubicBezTo>
                  <a:pt x="450203" y="1006678"/>
                  <a:pt x="443922" y="1012959"/>
                  <a:pt x="436259" y="1012959"/>
                </a:cubicBezTo>
                <a:cubicBezTo>
                  <a:pt x="428597" y="1012959"/>
                  <a:pt x="422316" y="1006678"/>
                  <a:pt x="422316" y="999016"/>
                </a:cubicBezTo>
                <a:cubicBezTo>
                  <a:pt x="422316" y="991228"/>
                  <a:pt x="428471" y="984947"/>
                  <a:pt x="436259" y="984947"/>
                </a:cubicBezTo>
                <a:close/>
                <a:moveTo>
                  <a:pt x="1808352" y="981555"/>
                </a:moveTo>
                <a:cubicBezTo>
                  <a:pt x="1811743" y="981430"/>
                  <a:pt x="1814382" y="984192"/>
                  <a:pt x="1814382" y="987458"/>
                </a:cubicBezTo>
                <a:cubicBezTo>
                  <a:pt x="1814382" y="990850"/>
                  <a:pt x="1811743" y="993487"/>
                  <a:pt x="1808478" y="993487"/>
                </a:cubicBezTo>
                <a:cubicBezTo>
                  <a:pt x="1805086" y="993613"/>
                  <a:pt x="1802448" y="990850"/>
                  <a:pt x="1802448" y="987584"/>
                </a:cubicBezTo>
                <a:cubicBezTo>
                  <a:pt x="1802448" y="984192"/>
                  <a:pt x="1805086" y="981555"/>
                  <a:pt x="1808352" y="981555"/>
                </a:cubicBezTo>
                <a:close/>
                <a:moveTo>
                  <a:pt x="1045869" y="977661"/>
                </a:moveTo>
                <a:cubicBezTo>
                  <a:pt x="1055541" y="977661"/>
                  <a:pt x="1063328" y="985448"/>
                  <a:pt x="1063455" y="995122"/>
                </a:cubicBezTo>
                <a:cubicBezTo>
                  <a:pt x="1063455" y="1004794"/>
                  <a:pt x="1055666" y="1012708"/>
                  <a:pt x="1045994" y="1012708"/>
                </a:cubicBezTo>
                <a:cubicBezTo>
                  <a:pt x="1036322" y="1012708"/>
                  <a:pt x="1028408" y="1004919"/>
                  <a:pt x="1028408" y="995247"/>
                </a:cubicBezTo>
                <a:cubicBezTo>
                  <a:pt x="1028408" y="985575"/>
                  <a:pt x="1036195" y="977786"/>
                  <a:pt x="1045869" y="977661"/>
                </a:cubicBezTo>
                <a:close/>
                <a:moveTo>
                  <a:pt x="1993759" y="972762"/>
                </a:moveTo>
                <a:cubicBezTo>
                  <a:pt x="2004311" y="972762"/>
                  <a:pt x="2012853" y="981178"/>
                  <a:pt x="2012853" y="991730"/>
                </a:cubicBezTo>
                <a:cubicBezTo>
                  <a:pt x="2012853" y="1002281"/>
                  <a:pt x="2004436" y="1010823"/>
                  <a:pt x="1993885" y="1010823"/>
                </a:cubicBezTo>
                <a:cubicBezTo>
                  <a:pt x="1983459" y="1010823"/>
                  <a:pt x="1974792" y="1002407"/>
                  <a:pt x="1974792" y="991855"/>
                </a:cubicBezTo>
                <a:cubicBezTo>
                  <a:pt x="1974666" y="981304"/>
                  <a:pt x="1983208" y="972762"/>
                  <a:pt x="1993759" y="972762"/>
                </a:cubicBezTo>
                <a:close/>
                <a:moveTo>
                  <a:pt x="2603370" y="969370"/>
                </a:moveTo>
                <a:cubicBezTo>
                  <a:pt x="2615304" y="969370"/>
                  <a:pt x="2625101" y="978917"/>
                  <a:pt x="2625101" y="990976"/>
                </a:cubicBezTo>
                <a:cubicBezTo>
                  <a:pt x="2625101" y="1002910"/>
                  <a:pt x="2615429" y="1012707"/>
                  <a:pt x="2603495" y="1012707"/>
                </a:cubicBezTo>
                <a:cubicBezTo>
                  <a:pt x="2591562" y="1012707"/>
                  <a:pt x="2581764" y="1003160"/>
                  <a:pt x="2581764" y="991101"/>
                </a:cubicBezTo>
                <a:cubicBezTo>
                  <a:pt x="2581764" y="979167"/>
                  <a:pt x="2591436" y="969370"/>
                  <a:pt x="2603370" y="969370"/>
                </a:cubicBezTo>
                <a:close/>
                <a:moveTo>
                  <a:pt x="776927" y="968868"/>
                </a:moveTo>
                <a:cubicBezTo>
                  <a:pt x="793131" y="968868"/>
                  <a:pt x="806195" y="981932"/>
                  <a:pt x="806322" y="998011"/>
                </a:cubicBezTo>
                <a:cubicBezTo>
                  <a:pt x="806322" y="1014090"/>
                  <a:pt x="793258" y="1027279"/>
                  <a:pt x="777179" y="1027279"/>
                </a:cubicBezTo>
                <a:cubicBezTo>
                  <a:pt x="760974" y="1027279"/>
                  <a:pt x="747785" y="1014341"/>
                  <a:pt x="747785" y="998136"/>
                </a:cubicBezTo>
                <a:cubicBezTo>
                  <a:pt x="747785" y="982057"/>
                  <a:pt x="760723" y="968868"/>
                  <a:pt x="776927" y="968868"/>
                </a:cubicBezTo>
                <a:close/>
                <a:moveTo>
                  <a:pt x="340291" y="966104"/>
                </a:moveTo>
                <a:cubicBezTo>
                  <a:pt x="346196" y="966104"/>
                  <a:pt x="350969" y="970751"/>
                  <a:pt x="350969" y="976655"/>
                </a:cubicBezTo>
                <a:cubicBezTo>
                  <a:pt x="350969" y="982559"/>
                  <a:pt x="346321" y="987332"/>
                  <a:pt x="340416" y="987332"/>
                </a:cubicBezTo>
                <a:cubicBezTo>
                  <a:pt x="334512" y="987332"/>
                  <a:pt x="329739" y="982685"/>
                  <a:pt x="329739" y="976781"/>
                </a:cubicBezTo>
                <a:cubicBezTo>
                  <a:pt x="329864" y="971003"/>
                  <a:pt x="334512" y="966229"/>
                  <a:pt x="340291" y="966104"/>
                </a:cubicBezTo>
                <a:close/>
                <a:moveTo>
                  <a:pt x="2262574" y="958190"/>
                </a:moveTo>
                <a:cubicBezTo>
                  <a:pt x="2281668" y="958064"/>
                  <a:pt x="2297246" y="973515"/>
                  <a:pt x="2297246" y="992608"/>
                </a:cubicBezTo>
                <a:cubicBezTo>
                  <a:pt x="2297246" y="1011702"/>
                  <a:pt x="2281920" y="1027278"/>
                  <a:pt x="2262826" y="1027278"/>
                </a:cubicBezTo>
                <a:cubicBezTo>
                  <a:pt x="2243733" y="1027278"/>
                  <a:pt x="2228282" y="1011953"/>
                  <a:pt x="2228156" y="992860"/>
                </a:cubicBezTo>
                <a:cubicBezTo>
                  <a:pt x="2228156" y="973766"/>
                  <a:pt x="2243607" y="958190"/>
                  <a:pt x="2262574" y="958190"/>
                </a:cubicBezTo>
                <a:close/>
                <a:moveTo>
                  <a:pt x="1310163" y="954924"/>
                </a:moveTo>
                <a:cubicBezTo>
                  <a:pt x="1311418" y="955049"/>
                  <a:pt x="1312423" y="955929"/>
                  <a:pt x="1312423" y="957186"/>
                </a:cubicBezTo>
                <a:cubicBezTo>
                  <a:pt x="1312423" y="958441"/>
                  <a:pt x="1311418" y="959446"/>
                  <a:pt x="1310163" y="959446"/>
                </a:cubicBezTo>
                <a:cubicBezTo>
                  <a:pt x="1308906" y="959446"/>
                  <a:pt x="1307901" y="958566"/>
                  <a:pt x="1307901" y="957311"/>
                </a:cubicBezTo>
                <a:cubicBezTo>
                  <a:pt x="1307901" y="956054"/>
                  <a:pt x="1308906" y="955176"/>
                  <a:pt x="1310163" y="954924"/>
                </a:cubicBezTo>
                <a:close/>
                <a:moveTo>
                  <a:pt x="1729339" y="953164"/>
                </a:moveTo>
                <a:cubicBezTo>
                  <a:pt x="1730721" y="953164"/>
                  <a:pt x="1731976" y="954294"/>
                  <a:pt x="1731976" y="955801"/>
                </a:cubicBezTo>
                <a:cubicBezTo>
                  <a:pt x="1731976" y="957308"/>
                  <a:pt x="1730846" y="958439"/>
                  <a:pt x="1729339" y="958439"/>
                </a:cubicBezTo>
                <a:cubicBezTo>
                  <a:pt x="1727957" y="958439"/>
                  <a:pt x="1726702" y="957308"/>
                  <a:pt x="1726702" y="955801"/>
                </a:cubicBezTo>
                <a:cubicBezTo>
                  <a:pt x="1726702" y="954294"/>
                  <a:pt x="1727832" y="953164"/>
                  <a:pt x="1729339" y="953164"/>
                </a:cubicBezTo>
                <a:close/>
                <a:moveTo>
                  <a:pt x="2699087" y="951784"/>
                </a:moveTo>
                <a:cubicBezTo>
                  <a:pt x="2708131" y="951784"/>
                  <a:pt x="2715543" y="959070"/>
                  <a:pt x="2715543" y="968114"/>
                </a:cubicBezTo>
                <a:cubicBezTo>
                  <a:pt x="2715543" y="977159"/>
                  <a:pt x="2708258" y="984569"/>
                  <a:pt x="2699214" y="984569"/>
                </a:cubicBezTo>
                <a:cubicBezTo>
                  <a:pt x="2690169" y="984569"/>
                  <a:pt x="2682757" y="977284"/>
                  <a:pt x="2682757" y="968240"/>
                </a:cubicBezTo>
                <a:cubicBezTo>
                  <a:pt x="2682757" y="959321"/>
                  <a:pt x="2690042" y="951909"/>
                  <a:pt x="2699087" y="951784"/>
                </a:cubicBezTo>
                <a:close/>
                <a:moveTo>
                  <a:pt x="244947" y="950654"/>
                </a:moveTo>
                <a:cubicBezTo>
                  <a:pt x="247334" y="950654"/>
                  <a:pt x="249218" y="952539"/>
                  <a:pt x="249218" y="954799"/>
                </a:cubicBezTo>
                <a:cubicBezTo>
                  <a:pt x="249218" y="957186"/>
                  <a:pt x="247459" y="959071"/>
                  <a:pt x="245073" y="959071"/>
                </a:cubicBezTo>
                <a:cubicBezTo>
                  <a:pt x="242686" y="959071"/>
                  <a:pt x="240802" y="957312"/>
                  <a:pt x="240802" y="954925"/>
                </a:cubicBezTo>
                <a:cubicBezTo>
                  <a:pt x="240802" y="952539"/>
                  <a:pt x="242686" y="950654"/>
                  <a:pt x="244947" y="950654"/>
                </a:cubicBezTo>
                <a:close/>
                <a:moveTo>
                  <a:pt x="676687" y="948518"/>
                </a:moveTo>
                <a:cubicBezTo>
                  <a:pt x="690254" y="948518"/>
                  <a:pt x="701181" y="959447"/>
                  <a:pt x="701308" y="973013"/>
                </a:cubicBezTo>
                <a:cubicBezTo>
                  <a:pt x="701308" y="986579"/>
                  <a:pt x="690379" y="997633"/>
                  <a:pt x="676813" y="997633"/>
                </a:cubicBezTo>
                <a:cubicBezTo>
                  <a:pt x="663246" y="997633"/>
                  <a:pt x="652192" y="986704"/>
                  <a:pt x="652192" y="973138"/>
                </a:cubicBezTo>
                <a:cubicBezTo>
                  <a:pt x="652067" y="959572"/>
                  <a:pt x="663121" y="948518"/>
                  <a:pt x="676687" y="948518"/>
                </a:cubicBezTo>
                <a:close/>
                <a:moveTo>
                  <a:pt x="2794429" y="939224"/>
                </a:moveTo>
                <a:cubicBezTo>
                  <a:pt x="2797946" y="939224"/>
                  <a:pt x="2800836" y="942113"/>
                  <a:pt x="2800836" y="945630"/>
                </a:cubicBezTo>
                <a:cubicBezTo>
                  <a:pt x="2800836" y="949147"/>
                  <a:pt x="2797946" y="952036"/>
                  <a:pt x="2794429" y="952036"/>
                </a:cubicBezTo>
                <a:cubicBezTo>
                  <a:pt x="2790912" y="952036"/>
                  <a:pt x="2788022" y="949147"/>
                  <a:pt x="2788022" y="945630"/>
                </a:cubicBezTo>
                <a:cubicBezTo>
                  <a:pt x="2788022" y="942113"/>
                  <a:pt x="2790786" y="939224"/>
                  <a:pt x="2794429" y="939224"/>
                </a:cubicBezTo>
                <a:close/>
                <a:moveTo>
                  <a:pt x="938092" y="938720"/>
                </a:moveTo>
                <a:cubicBezTo>
                  <a:pt x="951532" y="938720"/>
                  <a:pt x="962461" y="949522"/>
                  <a:pt x="962461" y="962964"/>
                </a:cubicBezTo>
                <a:cubicBezTo>
                  <a:pt x="962586" y="976405"/>
                  <a:pt x="951658" y="987334"/>
                  <a:pt x="938217" y="987334"/>
                </a:cubicBezTo>
                <a:cubicBezTo>
                  <a:pt x="924776" y="987334"/>
                  <a:pt x="913722" y="976530"/>
                  <a:pt x="913722" y="963089"/>
                </a:cubicBezTo>
                <a:cubicBezTo>
                  <a:pt x="913722" y="949649"/>
                  <a:pt x="924525" y="938720"/>
                  <a:pt x="938092" y="938720"/>
                </a:cubicBezTo>
                <a:close/>
                <a:moveTo>
                  <a:pt x="2362690" y="933570"/>
                </a:moveTo>
                <a:cubicBezTo>
                  <a:pt x="2381156" y="933444"/>
                  <a:pt x="2396229" y="948392"/>
                  <a:pt x="2396229" y="966858"/>
                </a:cubicBezTo>
                <a:cubicBezTo>
                  <a:pt x="2396355" y="985323"/>
                  <a:pt x="2381406" y="1000397"/>
                  <a:pt x="2362941" y="1000397"/>
                </a:cubicBezTo>
                <a:cubicBezTo>
                  <a:pt x="2344476" y="1000522"/>
                  <a:pt x="2329528" y="985574"/>
                  <a:pt x="2329403" y="967108"/>
                </a:cubicBezTo>
                <a:cubicBezTo>
                  <a:pt x="2329276" y="948644"/>
                  <a:pt x="2344224" y="933570"/>
                  <a:pt x="2362690" y="933570"/>
                </a:cubicBezTo>
                <a:close/>
                <a:moveTo>
                  <a:pt x="2101287" y="933193"/>
                </a:moveTo>
                <a:cubicBezTo>
                  <a:pt x="2115481" y="933193"/>
                  <a:pt x="2127037" y="944624"/>
                  <a:pt x="2127037" y="958818"/>
                </a:cubicBezTo>
                <a:cubicBezTo>
                  <a:pt x="2127037" y="973012"/>
                  <a:pt x="2115606" y="984569"/>
                  <a:pt x="2101412" y="984569"/>
                </a:cubicBezTo>
                <a:cubicBezTo>
                  <a:pt x="2087218" y="984569"/>
                  <a:pt x="2075661" y="973139"/>
                  <a:pt x="2075661" y="958944"/>
                </a:cubicBezTo>
                <a:cubicBezTo>
                  <a:pt x="2075661" y="944749"/>
                  <a:pt x="2087092" y="933193"/>
                  <a:pt x="2101287" y="933193"/>
                </a:cubicBezTo>
                <a:close/>
                <a:moveTo>
                  <a:pt x="149982" y="931684"/>
                </a:moveTo>
                <a:cubicBezTo>
                  <a:pt x="150737" y="931684"/>
                  <a:pt x="151490" y="932313"/>
                  <a:pt x="151490" y="933191"/>
                </a:cubicBezTo>
                <a:cubicBezTo>
                  <a:pt x="151490" y="934071"/>
                  <a:pt x="150862" y="934699"/>
                  <a:pt x="149982" y="934699"/>
                </a:cubicBezTo>
                <a:cubicBezTo>
                  <a:pt x="149103" y="934699"/>
                  <a:pt x="148350" y="934071"/>
                  <a:pt x="148350" y="933191"/>
                </a:cubicBezTo>
                <a:cubicBezTo>
                  <a:pt x="148350" y="932313"/>
                  <a:pt x="149103" y="931559"/>
                  <a:pt x="149982" y="931684"/>
                </a:cubicBezTo>
                <a:close/>
                <a:moveTo>
                  <a:pt x="577577" y="929676"/>
                </a:moveTo>
                <a:cubicBezTo>
                  <a:pt x="588256" y="929676"/>
                  <a:pt x="596923" y="938218"/>
                  <a:pt x="596923" y="948895"/>
                </a:cubicBezTo>
                <a:cubicBezTo>
                  <a:pt x="596923" y="959573"/>
                  <a:pt x="588381" y="968241"/>
                  <a:pt x="577704" y="968241"/>
                </a:cubicBezTo>
                <a:cubicBezTo>
                  <a:pt x="567025" y="968241"/>
                  <a:pt x="558358" y="959699"/>
                  <a:pt x="558358" y="949022"/>
                </a:cubicBezTo>
                <a:cubicBezTo>
                  <a:pt x="558358" y="938343"/>
                  <a:pt x="566900" y="929676"/>
                  <a:pt x="577577" y="929676"/>
                </a:cubicBezTo>
                <a:close/>
                <a:moveTo>
                  <a:pt x="1392439" y="926535"/>
                </a:moveTo>
                <a:cubicBezTo>
                  <a:pt x="1397339" y="926409"/>
                  <a:pt x="1401358" y="930429"/>
                  <a:pt x="1401358" y="935328"/>
                </a:cubicBezTo>
                <a:cubicBezTo>
                  <a:pt x="1401358" y="940226"/>
                  <a:pt x="1397464" y="944246"/>
                  <a:pt x="1392566" y="944246"/>
                </a:cubicBezTo>
                <a:cubicBezTo>
                  <a:pt x="1387667" y="944246"/>
                  <a:pt x="1383647" y="940353"/>
                  <a:pt x="1383647" y="935453"/>
                </a:cubicBezTo>
                <a:cubicBezTo>
                  <a:pt x="1383647" y="930554"/>
                  <a:pt x="1387542" y="926535"/>
                  <a:pt x="1392439" y="926535"/>
                </a:cubicBezTo>
                <a:close/>
                <a:moveTo>
                  <a:pt x="1646811" y="925782"/>
                </a:moveTo>
                <a:cubicBezTo>
                  <a:pt x="1651585" y="925782"/>
                  <a:pt x="1655478" y="929676"/>
                  <a:pt x="1655478" y="934449"/>
                </a:cubicBezTo>
                <a:cubicBezTo>
                  <a:pt x="1655478" y="939223"/>
                  <a:pt x="1651585" y="943117"/>
                  <a:pt x="1646811" y="943117"/>
                </a:cubicBezTo>
                <a:cubicBezTo>
                  <a:pt x="1642039" y="943117"/>
                  <a:pt x="1638144" y="939348"/>
                  <a:pt x="1638144" y="934575"/>
                </a:cubicBezTo>
                <a:cubicBezTo>
                  <a:pt x="1638144" y="929676"/>
                  <a:pt x="1642039" y="925907"/>
                  <a:pt x="1646811" y="925782"/>
                </a:cubicBezTo>
                <a:close/>
                <a:moveTo>
                  <a:pt x="1115209" y="925155"/>
                </a:moveTo>
                <a:cubicBezTo>
                  <a:pt x="1126514" y="925030"/>
                  <a:pt x="1135810" y="934325"/>
                  <a:pt x="1135810" y="945631"/>
                </a:cubicBezTo>
                <a:cubicBezTo>
                  <a:pt x="1135935" y="956936"/>
                  <a:pt x="1126765" y="966232"/>
                  <a:pt x="1115334" y="966232"/>
                </a:cubicBezTo>
                <a:cubicBezTo>
                  <a:pt x="1104028" y="966357"/>
                  <a:pt x="1094733" y="957061"/>
                  <a:pt x="1094733" y="945756"/>
                </a:cubicBezTo>
                <a:cubicBezTo>
                  <a:pt x="1094608" y="934325"/>
                  <a:pt x="1103903" y="925155"/>
                  <a:pt x="1115209" y="925155"/>
                </a:cubicBezTo>
                <a:close/>
                <a:moveTo>
                  <a:pt x="2889140" y="920882"/>
                </a:moveTo>
                <a:cubicBezTo>
                  <a:pt x="2890522" y="920882"/>
                  <a:pt x="2891652" y="921887"/>
                  <a:pt x="2891652" y="923269"/>
                </a:cubicBezTo>
                <a:cubicBezTo>
                  <a:pt x="2891779" y="924525"/>
                  <a:pt x="2890647" y="925656"/>
                  <a:pt x="2889267" y="925656"/>
                </a:cubicBezTo>
                <a:cubicBezTo>
                  <a:pt x="2888010" y="925656"/>
                  <a:pt x="2886880" y="924651"/>
                  <a:pt x="2886880" y="923269"/>
                </a:cubicBezTo>
                <a:cubicBezTo>
                  <a:pt x="2886880" y="921887"/>
                  <a:pt x="2888010" y="920757"/>
                  <a:pt x="2889140" y="920882"/>
                </a:cubicBezTo>
                <a:close/>
                <a:moveTo>
                  <a:pt x="1923917" y="920253"/>
                </a:moveTo>
                <a:cubicBezTo>
                  <a:pt x="1936353" y="920128"/>
                  <a:pt x="1946402" y="930177"/>
                  <a:pt x="1946402" y="942486"/>
                </a:cubicBezTo>
                <a:cubicBezTo>
                  <a:pt x="1946528" y="954922"/>
                  <a:pt x="1936478" y="964971"/>
                  <a:pt x="1924169" y="964971"/>
                </a:cubicBezTo>
                <a:cubicBezTo>
                  <a:pt x="1911732" y="965096"/>
                  <a:pt x="1901683" y="955047"/>
                  <a:pt x="1901683" y="942738"/>
                </a:cubicBezTo>
                <a:cubicBezTo>
                  <a:pt x="1901683" y="930427"/>
                  <a:pt x="1911732" y="920378"/>
                  <a:pt x="1923917" y="920253"/>
                </a:cubicBezTo>
                <a:close/>
                <a:moveTo>
                  <a:pt x="2461800" y="918622"/>
                </a:moveTo>
                <a:cubicBezTo>
                  <a:pt x="2474738" y="918497"/>
                  <a:pt x="2485289" y="929048"/>
                  <a:pt x="2485289" y="941986"/>
                </a:cubicBezTo>
                <a:cubicBezTo>
                  <a:pt x="2485289" y="954924"/>
                  <a:pt x="2474864" y="965476"/>
                  <a:pt x="2461925" y="965476"/>
                </a:cubicBezTo>
                <a:cubicBezTo>
                  <a:pt x="2448861" y="965601"/>
                  <a:pt x="2438310" y="955050"/>
                  <a:pt x="2438310" y="942112"/>
                </a:cubicBezTo>
                <a:cubicBezTo>
                  <a:pt x="2438184" y="929174"/>
                  <a:pt x="2448736" y="918622"/>
                  <a:pt x="2461800" y="918622"/>
                </a:cubicBezTo>
                <a:close/>
                <a:moveTo>
                  <a:pt x="1562272" y="916234"/>
                </a:moveTo>
                <a:cubicBezTo>
                  <a:pt x="1566542" y="916108"/>
                  <a:pt x="1570060" y="919626"/>
                  <a:pt x="1570060" y="923897"/>
                </a:cubicBezTo>
                <a:cubicBezTo>
                  <a:pt x="1570060" y="928168"/>
                  <a:pt x="1566542" y="931685"/>
                  <a:pt x="1562272" y="931685"/>
                </a:cubicBezTo>
                <a:cubicBezTo>
                  <a:pt x="1558000" y="931685"/>
                  <a:pt x="1554483" y="928168"/>
                  <a:pt x="1554483" y="923897"/>
                </a:cubicBezTo>
                <a:cubicBezTo>
                  <a:pt x="1554483" y="919626"/>
                  <a:pt x="1557875" y="916108"/>
                  <a:pt x="1562272" y="916234"/>
                </a:cubicBezTo>
                <a:close/>
                <a:moveTo>
                  <a:pt x="1476980" y="915356"/>
                </a:moveTo>
                <a:cubicBezTo>
                  <a:pt x="1481878" y="915230"/>
                  <a:pt x="1485897" y="919250"/>
                  <a:pt x="1485897" y="924149"/>
                </a:cubicBezTo>
                <a:cubicBezTo>
                  <a:pt x="1485897" y="929047"/>
                  <a:pt x="1482004" y="933066"/>
                  <a:pt x="1477105" y="933066"/>
                </a:cubicBezTo>
                <a:cubicBezTo>
                  <a:pt x="1472206" y="933193"/>
                  <a:pt x="1468186" y="929173"/>
                  <a:pt x="1468186" y="924274"/>
                </a:cubicBezTo>
                <a:cubicBezTo>
                  <a:pt x="1468186" y="919375"/>
                  <a:pt x="1472081" y="915356"/>
                  <a:pt x="1476980" y="915356"/>
                </a:cubicBezTo>
                <a:close/>
                <a:moveTo>
                  <a:pt x="55143" y="910959"/>
                </a:moveTo>
                <a:cubicBezTo>
                  <a:pt x="55520" y="910959"/>
                  <a:pt x="55771" y="911210"/>
                  <a:pt x="55771" y="911587"/>
                </a:cubicBezTo>
                <a:cubicBezTo>
                  <a:pt x="55771" y="911964"/>
                  <a:pt x="55520" y="912215"/>
                  <a:pt x="55143" y="912215"/>
                </a:cubicBezTo>
                <a:cubicBezTo>
                  <a:pt x="54766" y="912215"/>
                  <a:pt x="54516" y="911964"/>
                  <a:pt x="54516" y="911587"/>
                </a:cubicBezTo>
                <a:cubicBezTo>
                  <a:pt x="54516" y="911210"/>
                  <a:pt x="54766" y="910832"/>
                  <a:pt x="55143" y="910959"/>
                </a:cubicBezTo>
                <a:close/>
                <a:moveTo>
                  <a:pt x="479471" y="908698"/>
                </a:moveTo>
                <a:cubicBezTo>
                  <a:pt x="488641" y="908698"/>
                  <a:pt x="496178" y="916110"/>
                  <a:pt x="496178" y="925279"/>
                </a:cubicBezTo>
                <a:cubicBezTo>
                  <a:pt x="496178" y="934449"/>
                  <a:pt x="488767" y="941986"/>
                  <a:pt x="479597" y="941986"/>
                </a:cubicBezTo>
                <a:cubicBezTo>
                  <a:pt x="470427" y="941986"/>
                  <a:pt x="462890" y="934575"/>
                  <a:pt x="462890" y="925405"/>
                </a:cubicBezTo>
                <a:cubicBezTo>
                  <a:pt x="462765" y="916235"/>
                  <a:pt x="470176" y="908823"/>
                  <a:pt x="479471" y="908698"/>
                </a:cubicBezTo>
                <a:close/>
                <a:moveTo>
                  <a:pt x="832826" y="902543"/>
                </a:moveTo>
                <a:cubicBezTo>
                  <a:pt x="850035" y="902543"/>
                  <a:pt x="863978" y="916487"/>
                  <a:pt x="864104" y="933696"/>
                </a:cubicBezTo>
                <a:cubicBezTo>
                  <a:pt x="864104" y="950905"/>
                  <a:pt x="850162" y="964974"/>
                  <a:pt x="832951" y="964974"/>
                </a:cubicBezTo>
                <a:cubicBezTo>
                  <a:pt x="815743" y="964974"/>
                  <a:pt x="801674" y="951031"/>
                  <a:pt x="801674" y="933821"/>
                </a:cubicBezTo>
                <a:cubicBezTo>
                  <a:pt x="801674" y="916487"/>
                  <a:pt x="815491" y="902543"/>
                  <a:pt x="832826" y="902543"/>
                </a:cubicBezTo>
                <a:close/>
                <a:moveTo>
                  <a:pt x="2559654" y="900533"/>
                </a:moveTo>
                <a:cubicBezTo>
                  <a:pt x="2569201" y="900533"/>
                  <a:pt x="2576990" y="908195"/>
                  <a:pt x="2576990" y="917741"/>
                </a:cubicBezTo>
                <a:cubicBezTo>
                  <a:pt x="2576990" y="927288"/>
                  <a:pt x="2569326" y="935076"/>
                  <a:pt x="2559781" y="935076"/>
                </a:cubicBezTo>
                <a:cubicBezTo>
                  <a:pt x="2550234" y="935076"/>
                  <a:pt x="2542445" y="927413"/>
                  <a:pt x="2542445" y="917867"/>
                </a:cubicBezTo>
                <a:cubicBezTo>
                  <a:pt x="2542445" y="908447"/>
                  <a:pt x="2550107" y="900658"/>
                  <a:pt x="2559654" y="900533"/>
                </a:cubicBezTo>
                <a:close/>
                <a:moveTo>
                  <a:pt x="2206301" y="897896"/>
                </a:moveTo>
                <a:cubicBezTo>
                  <a:pt x="2223384" y="897770"/>
                  <a:pt x="2237201" y="911588"/>
                  <a:pt x="2237201" y="928546"/>
                </a:cubicBezTo>
                <a:cubicBezTo>
                  <a:pt x="2237327" y="945503"/>
                  <a:pt x="2223510" y="959447"/>
                  <a:pt x="2206551" y="959447"/>
                </a:cubicBezTo>
                <a:cubicBezTo>
                  <a:pt x="2189593" y="959572"/>
                  <a:pt x="2175776" y="945755"/>
                  <a:pt x="2175651" y="928797"/>
                </a:cubicBezTo>
                <a:cubicBezTo>
                  <a:pt x="2175524" y="911838"/>
                  <a:pt x="2189342" y="898021"/>
                  <a:pt x="2206301" y="897896"/>
                </a:cubicBezTo>
                <a:close/>
                <a:moveTo>
                  <a:pt x="381870" y="889352"/>
                </a:moveTo>
                <a:cubicBezTo>
                  <a:pt x="389155" y="889352"/>
                  <a:pt x="395059" y="895131"/>
                  <a:pt x="395059" y="902416"/>
                </a:cubicBezTo>
                <a:cubicBezTo>
                  <a:pt x="395059" y="909577"/>
                  <a:pt x="389155" y="915480"/>
                  <a:pt x="381995" y="915480"/>
                </a:cubicBezTo>
                <a:cubicBezTo>
                  <a:pt x="374835" y="915480"/>
                  <a:pt x="368931" y="909577"/>
                  <a:pt x="368931" y="902416"/>
                </a:cubicBezTo>
                <a:cubicBezTo>
                  <a:pt x="368931" y="895131"/>
                  <a:pt x="374708" y="889227"/>
                  <a:pt x="381870" y="889352"/>
                </a:cubicBezTo>
                <a:close/>
                <a:moveTo>
                  <a:pt x="1849303" y="885082"/>
                </a:moveTo>
                <a:cubicBezTo>
                  <a:pt x="1858472" y="885082"/>
                  <a:pt x="1866009" y="892494"/>
                  <a:pt x="1866009" y="901663"/>
                </a:cubicBezTo>
                <a:cubicBezTo>
                  <a:pt x="1866009" y="910833"/>
                  <a:pt x="1858599" y="918370"/>
                  <a:pt x="1849428" y="918370"/>
                </a:cubicBezTo>
                <a:cubicBezTo>
                  <a:pt x="1840258" y="918370"/>
                  <a:pt x="1832721" y="910958"/>
                  <a:pt x="1832721" y="901789"/>
                </a:cubicBezTo>
                <a:cubicBezTo>
                  <a:pt x="1832721" y="892619"/>
                  <a:pt x="1840133" y="885207"/>
                  <a:pt x="1849303" y="885082"/>
                </a:cubicBezTo>
                <a:close/>
                <a:moveTo>
                  <a:pt x="1189572" y="883575"/>
                </a:moveTo>
                <a:cubicBezTo>
                  <a:pt x="1201003" y="883450"/>
                  <a:pt x="1210300" y="892620"/>
                  <a:pt x="1210300" y="904051"/>
                </a:cubicBezTo>
                <a:cubicBezTo>
                  <a:pt x="1210300" y="915356"/>
                  <a:pt x="1201129" y="924652"/>
                  <a:pt x="1189824" y="924652"/>
                </a:cubicBezTo>
                <a:cubicBezTo>
                  <a:pt x="1178518" y="924777"/>
                  <a:pt x="1169223" y="915608"/>
                  <a:pt x="1169223" y="904176"/>
                </a:cubicBezTo>
                <a:cubicBezTo>
                  <a:pt x="1169098" y="892871"/>
                  <a:pt x="1178267" y="883575"/>
                  <a:pt x="1189572" y="883575"/>
                </a:cubicBezTo>
                <a:close/>
                <a:moveTo>
                  <a:pt x="2657007" y="881440"/>
                </a:moveTo>
                <a:cubicBezTo>
                  <a:pt x="2664041" y="881440"/>
                  <a:pt x="2669693" y="887092"/>
                  <a:pt x="2669693" y="894001"/>
                </a:cubicBezTo>
                <a:cubicBezTo>
                  <a:pt x="2669693" y="901036"/>
                  <a:pt x="2664041" y="906688"/>
                  <a:pt x="2657132" y="906688"/>
                </a:cubicBezTo>
                <a:cubicBezTo>
                  <a:pt x="2650098" y="906688"/>
                  <a:pt x="2644445" y="901036"/>
                  <a:pt x="2644445" y="894127"/>
                </a:cubicBezTo>
                <a:cubicBezTo>
                  <a:pt x="2644445" y="887217"/>
                  <a:pt x="2649972" y="881565"/>
                  <a:pt x="2657007" y="881440"/>
                </a:cubicBezTo>
                <a:close/>
                <a:moveTo>
                  <a:pt x="729570" y="879178"/>
                </a:moveTo>
                <a:cubicBezTo>
                  <a:pt x="744518" y="879053"/>
                  <a:pt x="756703" y="891112"/>
                  <a:pt x="756703" y="906059"/>
                </a:cubicBezTo>
                <a:cubicBezTo>
                  <a:pt x="756703" y="921007"/>
                  <a:pt x="744770" y="933192"/>
                  <a:pt x="729822" y="933192"/>
                </a:cubicBezTo>
                <a:cubicBezTo>
                  <a:pt x="714873" y="933318"/>
                  <a:pt x="702689" y="921258"/>
                  <a:pt x="702689" y="906311"/>
                </a:cubicBezTo>
                <a:cubicBezTo>
                  <a:pt x="702564" y="891362"/>
                  <a:pt x="714621" y="879303"/>
                  <a:pt x="729570" y="879178"/>
                </a:cubicBezTo>
                <a:close/>
                <a:moveTo>
                  <a:pt x="2035842" y="877922"/>
                </a:moveTo>
                <a:cubicBezTo>
                  <a:pt x="2050287" y="877922"/>
                  <a:pt x="2062221" y="889604"/>
                  <a:pt x="2062221" y="904175"/>
                </a:cubicBezTo>
                <a:cubicBezTo>
                  <a:pt x="2062221" y="918621"/>
                  <a:pt x="2050538" y="930555"/>
                  <a:pt x="2035967" y="930555"/>
                </a:cubicBezTo>
                <a:cubicBezTo>
                  <a:pt x="2021395" y="930555"/>
                  <a:pt x="2009587" y="918873"/>
                  <a:pt x="2009461" y="904301"/>
                </a:cubicBezTo>
                <a:cubicBezTo>
                  <a:pt x="2009461" y="889856"/>
                  <a:pt x="2021270" y="878047"/>
                  <a:pt x="2035842" y="877922"/>
                </a:cubicBezTo>
                <a:close/>
                <a:moveTo>
                  <a:pt x="1003160" y="877168"/>
                </a:moveTo>
                <a:cubicBezTo>
                  <a:pt x="1020117" y="877168"/>
                  <a:pt x="1034061" y="890860"/>
                  <a:pt x="1034061" y="907818"/>
                </a:cubicBezTo>
                <a:cubicBezTo>
                  <a:pt x="1034061" y="924776"/>
                  <a:pt x="1020369" y="938720"/>
                  <a:pt x="1003411" y="938720"/>
                </a:cubicBezTo>
                <a:cubicBezTo>
                  <a:pt x="986327" y="938845"/>
                  <a:pt x="972510" y="925027"/>
                  <a:pt x="972510" y="908068"/>
                </a:cubicBezTo>
                <a:cubicBezTo>
                  <a:pt x="972383" y="891111"/>
                  <a:pt x="986076" y="877293"/>
                  <a:pt x="1003160" y="877168"/>
                </a:cubicBezTo>
                <a:close/>
                <a:moveTo>
                  <a:pt x="285145" y="870134"/>
                </a:moveTo>
                <a:cubicBezTo>
                  <a:pt x="290422" y="870008"/>
                  <a:pt x="294692" y="874278"/>
                  <a:pt x="294692" y="879555"/>
                </a:cubicBezTo>
                <a:cubicBezTo>
                  <a:pt x="294692" y="884830"/>
                  <a:pt x="290422" y="889102"/>
                  <a:pt x="285145" y="889102"/>
                </a:cubicBezTo>
                <a:cubicBezTo>
                  <a:pt x="279870" y="889227"/>
                  <a:pt x="275598" y="884957"/>
                  <a:pt x="275598" y="879680"/>
                </a:cubicBezTo>
                <a:cubicBezTo>
                  <a:pt x="275598" y="874405"/>
                  <a:pt x="279870" y="870134"/>
                  <a:pt x="285145" y="870134"/>
                </a:cubicBezTo>
                <a:close/>
                <a:moveTo>
                  <a:pt x="2309304" y="869130"/>
                </a:moveTo>
                <a:cubicBezTo>
                  <a:pt x="2326639" y="869004"/>
                  <a:pt x="2340834" y="883073"/>
                  <a:pt x="2340834" y="900408"/>
                </a:cubicBezTo>
                <a:cubicBezTo>
                  <a:pt x="2340960" y="917742"/>
                  <a:pt x="2326891" y="931938"/>
                  <a:pt x="2309555" y="931938"/>
                </a:cubicBezTo>
                <a:cubicBezTo>
                  <a:pt x="2292221" y="932063"/>
                  <a:pt x="2278152" y="917994"/>
                  <a:pt x="2278027" y="900659"/>
                </a:cubicBezTo>
                <a:cubicBezTo>
                  <a:pt x="2277900" y="883199"/>
                  <a:pt x="2291969" y="869130"/>
                  <a:pt x="2309304" y="869130"/>
                </a:cubicBezTo>
                <a:close/>
                <a:moveTo>
                  <a:pt x="2753729" y="864356"/>
                </a:moveTo>
                <a:cubicBezTo>
                  <a:pt x="2757246" y="864356"/>
                  <a:pt x="2760134" y="867245"/>
                  <a:pt x="2760134" y="870762"/>
                </a:cubicBezTo>
                <a:cubicBezTo>
                  <a:pt x="2760134" y="874279"/>
                  <a:pt x="2757246" y="877168"/>
                  <a:pt x="2753729" y="877168"/>
                </a:cubicBezTo>
                <a:cubicBezTo>
                  <a:pt x="2750212" y="877168"/>
                  <a:pt x="2747322" y="874279"/>
                  <a:pt x="2747322" y="870762"/>
                </a:cubicBezTo>
                <a:cubicBezTo>
                  <a:pt x="2747322" y="867245"/>
                  <a:pt x="2750085" y="864356"/>
                  <a:pt x="2753729" y="864356"/>
                </a:cubicBezTo>
                <a:close/>
                <a:moveTo>
                  <a:pt x="627948" y="857070"/>
                </a:moveTo>
                <a:cubicBezTo>
                  <a:pt x="640635" y="857070"/>
                  <a:pt x="651061" y="867370"/>
                  <a:pt x="651061" y="880058"/>
                </a:cubicBezTo>
                <a:cubicBezTo>
                  <a:pt x="651061" y="892746"/>
                  <a:pt x="640760" y="903172"/>
                  <a:pt x="628073" y="903172"/>
                </a:cubicBezTo>
                <a:cubicBezTo>
                  <a:pt x="615386" y="903172"/>
                  <a:pt x="604960" y="892871"/>
                  <a:pt x="604960" y="880184"/>
                </a:cubicBezTo>
                <a:cubicBezTo>
                  <a:pt x="604960" y="867497"/>
                  <a:pt x="615260" y="857195"/>
                  <a:pt x="627948" y="857070"/>
                </a:cubicBezTo>
                <a:close/>
                <a:moveTo>
                  <a:pt x="1268208" y="855310"/>
                </a:moveTo>
                <a:cubicBezTo>
                  <a:pt x="1277000" y="855185"/>
                  <a:pt x="1284160" y="862345"/>
                  <a:pt x="1284160" y="871138"/>
                </a:cubicBezTo>
                <a:cubicBezTo>
                  <a:pt x="1284287" y="879931"/>
                  <a:pt x="1277125" y="887092"/>
                  <a:pt x="1268333" y="887092"/>
                </a:cubicBezTo>
                <a:cubicBezTo>
                  <a:pt x="1259539" y="887217"/>
                  <a:pt x="1252379" y="880056"/>
                  <a:pt x="1252379" y="871264"/>
                </a:cubicBezTo>
                <a:cubicBezTo>
                  <a:pt x="1252379" y="862471"/>
                  <a:pt x="1259539" y="855310"/>
                  <a:pt x="1268208" y="855310"/>
                </a:cubicBezTo>
                <a:close/>
                <a:moveTo>
                  <a:pt x="188798" y="853427"/>
                </a:moveTo>
                <a:cubicBezTo>
                  <a:pt x="190808" y="853427"/>
                  <a:pt x="192566" y="855060"/>
                  <a:pt x="192566" y="857195"/>
                </a:cubicBezTo>
                <a:cubicBezTo>
                  <a:pt x="192566" y="859205"/>
                  <a:pt x="190933" y="860964"/>
                  <a:pt x="188798" y="860964"/>
                </a:cubicBezTo>
                <a:cubicBezTo>
                  <a:pt x="186661" y="860964"/>
                  <a:pt x="185029" y="859331"/>
                  <a:pt x="185029" y="857195"/>
                </a:cubicBezTo>
                <a:cubicBezTo>
                  <a:pt x="185029" y="855185"/>
                  <a:pt x="186661" y="853552"/>
                  <a:pt x="188798" y="853427"/>
                </a:cubicBezTo>
                <a:close/>
                <a:moveTo>
                  <a:pt x="1770417" y="852799"/>
                </a:moveTo>
                <a:cubicBezTo>
                  <a:pt x="1779586" y="852799"/>
                  <a:pt x="1787123" y="860211"/>
                  <a:pt x="1787123" y="869380"/>
                </a:cubicBezTo>
                <a:cubicBezTo>
                  <a:pt x="1787123" y="878550"/>
                  <a:pt x="1779712" y="886087"/>
                  <a:pt x="1770542" y="886087"/>
                </a:cubicBezTo>
                <a:cubicBezTo>
                  <a:pt x="1761372" y="886087"/>
                  <a:pt x="1753835" y="878675"/>
                  <a:pt x="1753835" y="869506"/>
                </a:cubicBezTo>
                <a:cubicBezTo>
                  <a:pt x="1753835" y="860336"/>
                  <a:pt x="1761247" y="852799"/>
                  <a:pt x="1770417" y="852799"/>
                </a:cubicBezTo>
                <a:close/>
                <a:moveTo>
                  <a:pt x="2849949" y="846141"/>
                </a:moveTo>
                <a:cubicBezTo>
                  <a:pt x="2850829" y="846141"/>
                  <a:pt x="2851456" y="846770"/>
                  <a:pt x="2851456" y="847648"/>
                </a:cubicBezTo>
                <a:cubicBezTo>
                  <a:pt x="2851456" y="848528"/>
                  <a:pt x="2850829" y="849156"/>
                  <a:pt x="2849949" y="849156"/>
                </a:cubicBezTo>
                <a:cubicBezTo>
                  <a:pt x="2849069" y="849156"/>
                  <a:pt x="2848316" y="848528"/>
                  <a:pt x="2848316" y="847648"/>
                </a:cubicBezTo>
                <a:cubicBezTo>
                  <a:pt x="2848316" y="846770"/>
                  <a:pt x="2849069" y="846016"/>
                  <a:pt x="2849949" y="846141"/>
                </a:cubicBezTo>
                <a:close/>
                <a:moveTo>
                  <a:pt x="2410674" y="844885"/>
                </a:moveTo>
                <a:cubicBezTo>
                  <a:pt x="2426501" y="844759"/>
                  <a:pt x="2439440" y="857572"/>
                  <a:pt x="2439566" y="873525"/>
                </a:cubicBezTo>
                <a:cubicBezTo>
                  <a:pt x="2439692" y="889352"/>
                  <a:pt x="2426753" y="902416"/>
                  <a:pt x="2410925" y="902416"/>
                </a:cubicBezTo>
                <a:cubicBezTo>
                  <a:pt x="2395098" y="902541"/>
                  <a:pt x="2382160" y="889729"/>
                  <a:pt x="2382034" y="873776"/>
                </a:cubicBezTo>
                <a:cubicBezTo>
                  <a:pt x="2382034" y="857822"/>
                  <a:pt x="2394846" y="845010"/>
                  <a:pt x="2410674" y="844885"/>
                </a:cubicBezTo>
                <a:close/>
                <a:moveTo>
                  <a:pt x="894126" y="843378"/>
                </a:moveTo>
                <a:cubicBezTo>
                  <a:pt x="911336" y="843252"/>
                  <a:pt x="925405" y="857195"/>
                  <a:pt x="925405" y="874404"/>
                </a:cubicBezTo>
                <a:cubicBezTo>
                  <a:pt x="925530" y="891615"/>
                  <a:pt x="911587" y="905684"/>
                  <a:pt x="894378" y="905684"/>
                </a:cubicBezTo>
                <a:cubicBezTo>
                  <a:pt x="877169" y="905809"/>
                  <a:pt x="863100" y="891865"/>
                  <a:pt x="863100" y="874656"/>
                </a:cubicBezTo>
                <a:cubicBezTo>
                  <a:pt x="862973" y="857447"/>
                  <a:pt x="876917" y="843378"/>
                  <a:pt x="894126" y="843378"/>
                </a:cubicBezTo>
                <a:close/>
                <a:moveTo>
                  <a:pt x="2144497" y="840867"/>
                </a:moveTo>
                <a:cubicBezTo>
                  <a:pt x="2160576" y="840867"/>
                  <a:pt x="2173765" y="853931"/>
                  <a:pt x="2173765" y="870010"/>
                </a:cubicBezTo>
                <a:cubicBezTo>
                  <a:pt x="2173765" y="886089"/>
                  <a:pt x="2160701" y="899278"/>
                  <a:pt x="2144623" y="899278"/>
                </a:cubicBezTo>
                <a:cubicBezTo>
                  <a:pt x="2128544" y="899278"/>
                  <a:pt x="2115355" y="886214"/>
                  <a:pt x="2115355" y="870135"/>
                </a:cubicBezTo>
                <a:cubicBezTo>
                  <a:pt x="2115228" y="853931"/>
                  <a:pt x="2128292" y="840867"/>
                  <a:pt x="2144497" y="840867"/>
                </a:cubicBezTo>
                <a:close/>
                <a:moveTo>
                  <a:pt x="527582" y="838353"/>
                </a:moveTo>
                <a:cubicBezTo>
                  <a:pt x="536752" y="838353"/>
                  <a:pt x="544289" y="845765"/>
                  <a:pt x="544289" y="854934"/>
                </a:cubicBezTo>
                <a:cubicBezTo>
                  <a:pt x="544289" y="864104"/>
                  <a:pt x="536878" y="871641"/>
                  <a:pt x="527707" y="871641"/>
                </a:cubicBezTo>
                <a:cubicBezTo>
                  <a:pt x="518538" y="871641"/>
                  <a:pt x="511001" y="864230"/>
                  <a:pt x="511001" y="855060"/>
                </a:cubicBezTo>
                <a:cubicBezTo>
                  <a:pt x="511001" y="845890"/>
                  <a:pt x="518412" y="838478"/>
                  <a:pt x="527582" y="838353"/>
                </a:cubicBezTo>
                <a:close/>
                <a:moveTo>
                  <a:pt x="92827" y="833706"/>
                </a:moveTo>
                <a:cubicBezTo>
                  <a:pt x="93582" y="833706"/>
                  <a:pt x="94210" y="834334"/>
                  <a:pt x="94210" y="835088"/>
                </a:cubicBezTo>
                <a:cubicBezTo>
                  <a:pt x="94210" y="835841"/>
                  <a:pt x="93707" y="836343"/>
                  <a:pt x="92954" y="836343"/>
                </a:cubicBezTo>
                <a:cubicBezTo>
                  <a:pt x="92200" y="836468"/>
                  <a:pt x="91572" y="835841"/>
                  <a:pt x="91572" y="835088"/>
                </a:cubicBezTo>
                <a:cubicBezTo>
                  <a:pt x="91572" y="834334"/>
                  <a:pt x="92074" y="833706"/>
                  <a:pt x="92827" y="833706"/>
                </a:cubicBezTo>
                <a:close/>
                <a:moveTo>
                  <a:pt x="1073379" y="833204"/>
                </a:moveTo>
                <a:cubicBezTo>
                  <a:pt x="1088076" y="833204"/>
                  <a:pt x="1100010" y="845011"/>
                  <a:pt x="1100010" y="859709"/>
                </a:cubicBezTo>
                <a:cubicBezTo>
                  <a:pt x="1100010" y="874405"/>
                  <a:pt x="1088201" y="886339"/>
                  <a:pt x="1073505" y="886339"/>
                </a:cubicBezTo>
                <a:cubicBezTo>
                  <a:pt x="1058933" y="886339"/>
                  <a:pt x="1046874" y="874531"/>
                  <a:pt x="1046874" y="859834"/>
                </a:cubicBezTo>
                <a:cubicBezTo>
                  <a:pt x="1046874" y="845138"/>
                  <a:pt x="1058682" y="833204"/>
                  <a:pt x="1073379" y="833204"/>
                </a:cubicBezTo>
                <a:close/>
                <a:moveTo>
                  <a:pt x="1965119" y="830064"/>
                </a:moveTo>
                <a:cubicBezTo>
                  <a:pt x="1979691" y="830064"/>
                  <a:pt x="1991625" y="841746"/>
                  <a:pt x="1991625" y="856317"/>
                </a:cubicBezTo>
                <a:cubicBezTo>
                  <a:pt x="1991625" y="870888"/>
                  <a:pt x="1979942" y="882821"/>
                  <a:pt x="1965371" y="882821"/>
                </a:cubicBezTo>
                <a:cubicBezTo>
                  <a:pt x="1950799" y="882821"/>
                  <a:pt x="1938991" y="871140"/>
                  <a:pt x="1938865" y="856568"/>
                </a:cubicBezTo>
                <a:cubicBezTo>
                  <a:pt x="1938865" y="841997"/>
                  <a:pt x="1950673" y="830189"/>
                  <a:pt x="1965119" y="830064"/>
                </a:cubicBezTo>
                <a:close/>
                <a:moveTo>
                  <a:pt x="2510914" y="829059"/>
                </a:moveTo>
                <a:cubicBezTo>
                  <a:pt x="2521215" y="829059"/>
                  <a:pt x="2529757" y="837350"/>
                  <a:pt x="2529757" y="847776"/>
                </a:cubicBezTo>
                <a:cubicBezTo>
                  <a:pt x="2529883" y="858077"/>
                  <a:pt x="2521466" y="866619"/>
                  <a:pt x="2511041" y="866619"/>
                </a:cubicBezTo>
                <a:cubicBezTo>
                  <a:pt x="2500740" y="866744"/>
                  <a:pt x="2492198" y="858327"/>
                  <a:pt x="2492198" y="847902"/>
                </a:cubicBezTo>
                <a:cubicBezTo>
                  <a:pt x="2492198" y="837476"/>
                  <a:pt x="2500615" y="829059"/>
                  <a:pt x="2510914" y="829059"/>
                </a:cubicBezTo>
                <a:close/>
                <a:moveTo>
                  <a:pt x="1350108" y="825415"/>
                </a:moveTo>
                <a:cubicBezTo>
                  <a:pt x="1362167" y="825415"/>
                  <a:pt x="1372089" y="835212"/>
                  <a:pt x="1372089" y="847271"/>
                </a:cubicBezTo>
                <a:cubicBezTo>
                  <a:pt x="1372089" y="859331"/>
                  <a:pt x="1362292" y="869254"/>
                  <a:pt x="1350233" y="869254"/>
                </a:cubicBezTo>
                <a:cubicBezTo>
                  <a:pt x="1338174" y="869254"/>
                  <a:pt x="1328250" y="859457"/>
                  <a:pt x="1328250" y="847398"/>
                </a:cubicBezTo>
                <a:cubicBezTo>
                  <a:pt x="1328250" y="835339"/>
                  <a:pt x="1338047" y="825415"/>
                  <a:pt x="1350108" y="825415"/>
                </a:cubicBezTo>
                <a:close/>
                <a:moveTo>
                  <a:pt x="1688390" y="823656"/>
                </a:moveTo>
                <a:cubicBezTo>
                  <a:pt x="1700826" y="823531"/>
                  <a:pt x="1710875" y="833580"/>
                  <a:pt x="1710875" y="845889"/>
                </a:cubicBezTo>
                <a:cubicBezTo>
                  <a:pt x="1711001" y="858325"/>
                  <a:pt x="1700951" y="868374"/>
                  <a:pt x="1688642" y="868374"/>
                </a:cubicBezTo>
                <a:cubicBezTo>
                  <a:pt x="1676206" y="868499"/>
                  <a:pt x="1666157" y="858450"/>
                  <a:pt x="1666157" y="846141"/>
                </a:cubicBezTo>
                <a:cubicBezTo>
                  <a:pt x="1666031" y="833830"/>
                  <a:pt x="1676080" y="823781"/>
                  <a:pt x="1688390" y="823656"/>
                </a:cubicBezTo>
                <a:close/>
                <a:moveTo>
                  <a:pt x="787730" y="818883"/>
                </a:moveTo>
                <a:cubicBezTo>
                  <a:pt x="801549" y="818758"/>
                  <a:pt x="812853" y="829937"/>
                  <a:pt x="812853" y="843754"/>
                </a:cubicBezTo>
                <a:cubicBezTo>
                  <a:pt x="812980" y="857572"/>
                  <a:pt x="801799" y="868877"/>
                  <a:pt x="787982" y="868877"/>
                </a:cubicBezTo>
                <a:cubicBezTo>
                  <a:pt x="774164" y="869003"/>
                  <a:pt x="762859" y="857823"/>
                  <a:pt x="762859" y="844006"/>
                </a:cubicBezTo>
                <a:cubicBezTo>
                  <a:pt x="762734" y="830188"/>
                  <a:pt x="773913" y="818883"/>
                  <a:pt x="787730" y="818883"/>
                </a:cubicBezTo>
                <a:close/>
                <a:moveTo>
                  <a:pt x="428093" y="817753"/>
                </a:moveTo>
                <a:cubicBezTo>
                  <a:pt x="435254" y="817753"/>
                  <a:pt x="441032" y="823531"/>
                  <a:pt x="441032" y="830566"/>
                </a:cubicBezTo>
                <a:cubicBezTo>
                  <a:pt x="441032" y="837726"/>
                  <a:pt x="435254" y="843504"/>
                  <a:pt x="428220" y="843504"/>
                </a:cubicBezTo>
                <a:cubicBezTo>
                  <a:pt x="421184" y="843504"/>
                  <a:pt x="415407" y="837726"/>
                  <a:pt x="415407" y="830692"/>
                </a:cubicBezTo>
                <a:cubicBezTo>
                  <a:pt x="415407" y="823657"/>
                  <a:pt x="421184" y="817878"/>
                  <a:pt x="428093" y="817753"/>
                </a:cubicBezTo>
                <a:close/>
                <a:moveTo>
                  <a:pt x="1434145" y="812855"/>
                </a:moveTo>
                <a:cubicBezTo>
                  <a:pt x="1445073" y="812855"/>
                  <a:pt x="1454117" y="821649"/>
                  <a:pt x="1454117" y="832703"/>
                </a:cubicBezTo>
                <a:cubicBezTo>
                  <a:pt x="1454117" y="843630"/>
                  <a:pt x="1445325" y="852675"/>
                  <a:pt x="1434271" y="852675"/>
                </a:cubicBezTo>
                <a:cubicBezTo>
                  <a:pt x="1423342" y="852801"/>
                  <a:pt x="1414298" y="843882"/>
                  <a:pt x="1414298" y="832828"/>
                </a:cubicBezTo>
                <a:cubicBezTo>
                  <a:pt x="1414172" y="821774"/>
                  <a:pt x="1423091" y="812855"/>
                  <a:pt x="1434145" y="812855"/>
                </a:cubicBezTo>
                <a:close/>
                <a:moveTo>
                  <a:pt x="1604353" y="812225"/>
                </a:moveTo>
                <a:cubicBezTo>
                  <a:pt x="1615408" y="812100"/>
                  <a:pt x="1624325" y="821018"/>
                  <a:pt x="1624325" y="832072"/>
                </a:cubicBezTo>
                <a:cubicBezTo>
                  <a:pt x="1624325" y="843001"/>
                  <a:pt x="1615533" y="852045"/>
                  <a:pt x="1604479" y="852045"/>
                </a:cubicBezTo>
                <a:cubicBezTo>
                  <a:pt x="1593425" y="852045"/>
                  <a:pt x="1584506" y="843252"/>
                  <a:pt x="1584506" y="832198"/>
                </a:cubicBezTo>
                <a:cubicBezTo>
                  <a:pt x="1584380" y="821269"/>
                  <a:pt x="1593298" y="812225"/>
                  <a:pt x="1604353" y="812225"/>
                </a:cubicBezTo>
                <a:close/>
                <a:moveTo>
                  <a:pt x="2250768" y="811221"/>
                </a:moveTo>
                <a:cubicBezTo>
                  <a:pt x="2265841" y="811221"/>
                  <a:pt x="2278278" y="823405"/>
                  <a:pt x="2278278" y="838606"/>
                </a:cubicBezTo>
                <a:cubicBezTo>
                  <a:pt x="2278278" y="853679"/>
                  <a:pt x="2266093" y="866115"/>
                  <a:pt x="2250894" y="866115"/>
                </a:cubicBezTo>
                <a:cubicBezTo>
                  <a:pt x="2235821" y="866115"/>
                  <a:pt x="2223385" y="853930"/>
                  <a:pt x="2223385" y="838731"/>
                </a:cubicBezTo>
                <a:cubicBezTo>
                  <a:pt x="2223259" y="823531"/>
                  <a:pt x="2235444" y="811221"/>
                  <a:pt x="2250768" y="811221"/>
                </a:cubicBezTo>
                <a:close/>
                <a:moveTo>
                  <a:pt x="2610152" y="810216"/>
                </a:moveTo>
                <a:cubicBezTo>
                  <a:pt x="2617186" y="810216"/>
                  <a:pt x="2622838" y="815868"/>
                  <a:pt x="2622838" y="822777"/>
                </a:cubicBezTo>
                <a:cubicBezTo>
                  <a:pt x="2622838" y="829812"/>
                  <a:pt x="2617311" y="835464"/>
                  <a:pt x="2610277" y="835464"/>
                </a:cubicBezTo>
                <a:cubicBezTo>
                  <a:pt x="2603369" y="835464"/>
                  <a:pt x="2597590" y="829812"/>
                  <a:pt x="2597590" y="822903"/>
                </a:cubicBezTo>
                <a:cubicBezTo>
                  <a:pt x="2597590" y="815868"/>
                  <a:pt x="2603243" y="810216"/>
                  <a:pt x="2610152" y="810216"/>
                </a:cubicBezTo>
                <a:close/>
                <a:moveTo>
                  <a:pt x="1519186" y="808958"/>
                </a:moveTo>
                <a:cubicBezTo>
                  <a:pt x="1529612" y="808833"/>
                  <a:pt x="1538028" y="817250"/>
                  <a:pt x="1538028" y="827675"/>
                </a:cubicBezTo>
                <a:cubicBezTo>
                  <a:pt x="1538154" y="837976"/>
                  <a:pt x="1529737" y="846518"/>
                  <a:pt x="1519312" y="846518"/>
                </a:cubicBezTo>
                <a:cubicBezTo>
                  <a:pt x="1509011" y="846518"/>
                  <a:pt x="1500470" y="838227"/>
                  <a:pt x="1500470" y="827801"/>
                </a:cubicBezTo>
                <a:cubicBezTo>
                  <a:pt x="1500344" y="817375"/>
                  <a:pt x="1508761" y="808833"/>
                  <a:pt x="1519186" y="808958"/>
                </a:cubicBezTo>
                <a:close/>
                <a:moveTo>
                  <a:pt x="329611" y="798157"/>
                </a:moveTo>
                <a:cubicBezTo>
                  <a:pt x="334385" y="798157"/>
                  <a:pt x="338278" y="802051"/>
                  <a:pt x="338278" y="806824"/>
                </a:cubicBezTo>
                <a:cubicBezTo>
                  <a:pt x="338405" y="811598"/>
                  <a:pt x="334510" y="815491"/>
                  <a:pt x="329737" y="815491"/>
                </a:cubicBezTo>
                <a:cubicBezTo>
                  <a:pt x="324964" y="815618"/>
                  <a:pt x="321070" y="811723"/>
                  <a:pt x="321070" y="806949"/>
                </a:cubicBezTo>
                <a:cubicBezTo>
                  <a:pt x="321070" y="802177"/>
                  <a:pt x="324964" y="798282"/>
                  <a:pt x="329611" y="798157"/>
                </a:cubicBezTo>
                <a:close/>
                <a:moveTo>
                  <a:pt x="683343" y="792505"/>
                </a:moveTo>
                <a:cubicBezTo>
                  <a:pt x="695904" y="792505"/>
                  <a:pt x="706205" y="802679"/>
                  <a:pt x="706205" y="815241"/>
                </a:cubicBezTo>
                <a:cubicBezTo>
                  <a:pt x="706205" y="827802"/>
                  <a:pt x="696029" y="838103"/>
                  <a:pt x="683468" y="838103"/>
                </a:cubicBezTo>
                <a:cubicBezTo>
                  <a:pt x="670906" y="838103"/>
                  <a:pt x="660607" y="827929"/>
                  <a:pt x="660607" y="815367"/>
                </a:cubicBezTo>
                <a:cubicBezTo>
                  <a:pt x="660607" y="802805"/>
                  <a:pt x="670656" y="792505"/>
                  <a:pt x="683343" y="792505"/>
                </a:cubicBezTo>
                <a:close/>
                <a:moveTo>
                  <a:pt x="2708635" y="789992"/>
                </a:moveTo>
                <a:cubicBezTo>
                  <a:pt x="2713282" y="789992"/>
                  <a:pt x="2717050" y="793760"/>
                  <a:pt x="2717050" y="798409"/>
                </a:cubicBezTo>
                <a:cubicBezTo>
                  <a:pt x="2717050" y="803057"/>
                  <a:pt x="2713282" y="806826"/>
                  <a:pt x="2708635" y="806826"/>
                </a:cubicBezTo>
                <a:cubicBezTo>
                  <a:pt x="2703986" y="806826"/>
                  <a:pt x="2700218" y="803057"/>
                  <a:pt x="2700218" y="798409"/>
                </a:cubicBezTo>
                <a:cubicBezTo>
                  <a:pt x="2700218" y="793760"/>
                  <a:pt x="2703986" y="789992"/>
                  <a:pt x="2708635" y="789992"/>
                </a:cubicBezTo>
                <a:close/>
                <a:moveTo>
                  <a:pt x="960575" y="789741"/>
                </a:moveTo>
                <a:cubicBezTo>
                  <a:pt x="977911" y="789615"/>
                  <a:pt x="992105" y="803684"/>
                  <a:pt x="992105" y="821019"/>
                </a:cubicBezTo>
                <a:cubicBezTo>
                  <a:pt x="992230" y="838353"/>
                  <a:pt x="978161" y="852422"/>
                  <a:pt x="960827" y="852549"/>
                </a:cubicBezTo>
                <a:cubicBezTo>
                  <a:pt x="943492" y="852674"/>
                  <a:pt x="929423" y="838605"/>
                  <a:pt x="929298" y="821270"/>
                </a:cubicBezTo>
                <a:cubicBezTo>
                  <a:pt x="929298" y="803935"/>
                  <a:pt x="943241" y="789741"/>
                  <a:pt x="960575" y="789741"/>
                </a:cubicBezTo>
                <a:close/>
                <a:moveTo>
                  <a:pt x="1148119" y="789490"/>
                </a:moveTo>
                <a:cubicBezTo>
                  <a:pt x="1164198" y="789490"/>
                  <a:pt x="1177261" y="802429"/>
                  <a:pt x="1177387" y="818633"/>
                </a:cubicBezTo>
                <a:cubicBezTo>
                  <a:pt x="1177387" y="834712"/>
                  <a:pt x="1164323" y="847901"/>
                  <a:pt x="1148244" y="847901"/>
                </a:cubicBezTo>
                <a:cubicBezTo>
                  <a:pt x="1132166" y="847901"/>
                  <a:pt x="1118977" y="834963"/>
                  <a:pt x="1118977" y="818758"/>
                </a:cubicBezTo>
                <a:cubicBezTo>
                  <a:pt x="1118977" y="802679"/>
                  <a:pt x="1131915" y="789490"/>
                  <a:pt x="1148119" y="789490"/>
                </a:cubicBezTo>
                <a:close/>
                <a:moveTo>
                  <a:pt x="2077544" y="788234"/>
                </a:moveTo>
                <a:cubicBezTo>
                  <a:pt x="2093498" y="788108"/>
                  <a:pt x="2106310" y="800921"/>
                  <a:pt x="2106436" y="816874"/>
                </a:cubicBezTo>
                <a:cubicBezTo>
                  <a:pt x="2106562" y="832701"/>
                  <a:pt x="2093748" y="845765"/>
                  <a:pt x="2077796" y="845765"/>
                </a:cubicBezTo>
                <a:cubicBezTo>
                  <a:pt x="2061843" y="845890"/>
                  <a:pt x="2048904" y="833078"/>
                  <a:pt x="2048904" y="817125"/>
                </a:cubicBezTo>
                <a:cubicBezTo>
                  <a:pt x="2048904" y="801298"/>
                  <a:pt x="2061718" y="788359"/>
                  <a:pt x="2077544" y="788234"/>
                </a:cubicBezTo>
                <a:close/>
                <a:moveTo>
                  <a:pt x="1890126" y="787730"/>
                </a:moveTo>
                <a:cubicBezTo>
                  <a:pt x="1905701" y="787730"/>
                  <a:pt x="1918515" y="800417"/>
                  <a:pt x="1918515" y="815993"/>
                </a:cubicBezTo>
                <a:cubicBezTo>
                  <a:pt x="1918515" y="831569"/>
                  <a:pt x="1905828" y="844382"/>
                  <a:pt x="1890251" y="844382"/>
                </a:cubicBezTo>
                <a:cubicBezTo>
                  <a:pt x="1874676" y="844382"/>
                  <a:pt x="1861863" y="831695"/>
                  <a:pt x="1861863" y="816119"/>
                </a:cubicBezTo>
                <a:cubicBezTo>
                  <a:pt x="1861863" y="800417"/>
                  <a:pt x="1874424" y="787730"/>
                  <a:pt x="1890126" y="787730"/>
                </a:cubicBezTo>
                <a:close/>
                <a:moveTo>
                  <a:pt x="2355028" y="784842"/>
                </a:moveTo>
                <a:cubicBezTo>
                  <a:pt x="2368343" y="784717"/>
                  <a:pt x="2379397" y="795644"/>
                  <a:pt x="2379397" y="809086"/>
                </a:cubicBezTo>
                <a:cubicBezTo>
                  <a:pt x="2379397" y="822527"/>
                  <a:pt x="2368595" y="833581"/>
                  <a:pt x="2355154" y="833581"/>
                </a:cubicBezTo>
                <a:cubicBezTo>
                  <a:pt x="2341712" y="833706"/>
                  <a:pt x="2330658" y="822777"/>
                  <a:pt x="2330658" y="809337"/>
                </a:cubicBezTo>
                <a:cubicBezTo>
                  <a:pt x="2330658" y="795896"/>
                  <a:pt x="2341462" y="784967"/>
                  <a:pt x="2355028" y="784842"/>
                </a:cubicBezTo>
                <a:close/>
                <a:moveTo>
                  <a:pt x="231882" y="779817"/>
                </a:moveTo>
                <a:cubicBezTo>
                  <a:pt x="234018" y="779817"/>
                  <a:pt x="235651" y="781450"/>
                  <a:pt x="235651" y="783585"/>
                </a:cubicBezTo>
                <a:cubicBezTo>
                  <a:pt x="235651" y="785595"/>
                  <a:pt x="234018" y="787354"/>
                  <a:pt x="231882" y="787354"/>
                </a:cubicBezTo>
                <a:cubicBezTo>
                  <a:pt x="229746" y="787354"/>
                  <a:pt x="228114" y="785721"/>
                  <a:pt x="228114" y="783585"/>
                </a:cubicBezTo>
                <a:cubicBezTo>
                  <a:pt x="228114" y="781575"/>
                  <a:pt x="229746" y="779817"/>
                  <a:pt x="231882" y="779817"/>
                </a:cubicBezTo>
                <a:close/>
                <a:moveTo>
                  <a:pt x="2806361" y="770270"/>
                </a:moveTo>
                <a:cubicBezTo>
                  <a:pt x="2808623" y="770270"/>
                  <a:pt x="2810381" y="772028"/>
                  <a:pt x="2810381" y="774290"/>
                </a:cubicBezTo>
                <a:cubicBezTo>
                  <a:pt x="2810381" y="776551"/>
                  <a:pt x="2808496" y="778309"/>
                  <a:pt x="2806361" y="778309"/>
                </a:cubicBezTo>
                <a:cubicBezTo>
                  <a:pt x="2804099" y="778309"/>
                  <a:pt x="2802341" y="776425"/>
                  <a:pt x="2802341" y="774290"/>
                </a:cubicBezTo>
                <a:cubicBezTo>
                  <a:pt x="2802341" y="772154"/>
                  <a:pt x="2804099" y="770270"/>
                  <a:pt x="2806361" y="770270"/>
                </a:cubicBezTo>
                <a:close/>
                <a:moveTo>
                  <a:pt x="580466" y="768511"/>
                </a:moveTo>
                <a:cubicBezTo>
                  <a:pt x="591268" y="768386"/>
                  <a:pt x="600187" y="777178"/>
                  <a:pt x="600187" y="788107"/>
                </a:cubicBezTo>
                <a:cubicBezTo>
                  <a:pt x="600314" y="798910"/>
                  <a:pt x="591520" y="807829"/>
                  <a:pt x="580591" y="807829"/>
                </a:cubicBezTo>
                <a:cubicBezTo>
                  <a:pt x="569789" y="807955"/>
                  <a:pt x="560870" y="799161"/>
                  <a:pt x="560870" y="788233"/>
                </a:cubicBezTo>
                <a:cubicBezTo>
                  <a:pt x="560745" y="777430"/>
                  <a:pt x="569537" y="768511"/>
                  <a:pt x="580466" y="768511"/>
                </a:cubicBezTo>
                <a:close/>
                <a:moveTo>
                  <a:pt x="2457529" y="762607"/>
                </a:moveTo>
                <a:cubicBezTo>
                  <a:pt x="2467955" y="762607"/>
                  <a:pt x="2476372" y="770897"/>
                  <a:pt x="2476372" y="781323"/>
                </a:cubicBezTo>
                <a:cubicBezTo>
                  <a:pt x="2476372" y="791624"/>
                  <a:pt x="2468080" y="800166"/>
                  <a:pt x="2457655" y="800166"/>
                </a:cubicBezTo>
                <a:cubicBezTo>
                  <a:pt x="2447354" y="800166"/>
                  <a:pt x="2438812" y="791875"/>
                  <a:pt x="2438812" y="781450"/>
                </a:cubicBezTo>
                <a:cubicBezTo>
                  <a:pt x="2438812" y="771023"/>
                  <a:pt x="2447229" y="762607"/>
                  <a:pt x="2457529" y="762607"/>
                </a:cubicBezTo>
                <a:close/>
                <a:moveTo>
                  <a:pt x="1226629" y="759593"/>
                </a:moveTo>
                <a:cubicBezTo>
                  <a:pt x="1240823" y="759593"/>
                  <a:pt x="1252380" y="771024"/>
                  <a:pt x="1252380" y="785218"/>
                </a:cubicBezTo>
                <a:cubicBezTo>
                  <a:pt x="1252380" y="799412"/>
                  <a:pt x="1240948" y="810969"/>
                  <a:pt x="1226754" y="810969"/>
                </a:cubicBezTo>
                <a:cubicBezTo>
                  <a:pt x="1212560" y="810969"/>
                  <a:pt x="1201004" y="799539"/>
                  <a:pt x="1201004" y="785344"/>
                </a:cubicBezTo>
                <a:cubicBezTo>
                  <a:pt x="1200878" y="771149"/>
                  <a:pt x="1212308" y="759718"/>
                  <a:pt x="1226629" y="759593"/>
                </a:cubicBezTo>
                <a:close/>
                <a:moveTo>
                  <a:pt x="134531" y="759468"/>
                </a:moveTo>
                <a:cubicBezTo>
                  <a:pt x="135284" y="759342"/>
                  <a:pt x="135912" y="759970"/>
                  <a:pt x="135912" y="760724"/>
                </a:cubicBezTo>
                <a:cubicBezTo>
                  <a:pt x="135912" y="761477"/>
                  <a:pt x="135284" y="762105"/>
                  <a:pt x="134531" y="762105"/>
                </a:cubicBezTo>
                <a:cubicBezTo>
                  <a:pt x="133776" y="762105"/>
                  <a:pt x="133274" y="761477"/>
                  <a:pt x="133274" y="760724"/>
                </a:cubicBezTo>
                <a:cubicBezTo>
                  <a:pt x="133274" y="759970"/>
                  <a:pt x="133902" y="759342"/>
                  <a:pt x="134531" y="759468"/>
                </a:cubicBezTo>
                <a:close/>
                <a:moveTo>
                  <a:pt x="850789" y="758337"/>
                </a:moveTo>
                <a:cubicBezTo>
                  <a:pt x="866365" y="758337"/>
                  <a:pt x="879052" y="770773"/>
                  <a:pt x="879052" y="786349"/>
                </a:cubicBezTo>
                <a:cubicBezTo>
                  <a:pt x="879052" y="801925"/>
                  <a:pt x="866616" y="814612"/>
                  <a:pt x="851040" y="814612"/>
                </a:cubicBezTo>
                <a:cubicBezTo>
                  <a:pt x="835463" y="814612"/>
                  <a:pt x="822902" y="802051"/>
                  <a:pt x="822777" y="786600"/>
                </a:cubicBezTo>
                <a:cubicBezTo>
                  <a:pt x="822777" y="771150"/>
                  <a:pt x="835338" y="758462"/>
                  <a:pt x="850789" y="758337"/>
                </a:cubicBezTo>
                <a:close/>
                <a:moveTo>
                  <a:pt x="1811492" y="757835"/>
                </a:moveTo>
                <a:cubicBezTo>
                  <a:pt x="1825436" y="757710"/>
                  <a:pt x="1836866" y="769015"/>
                  <a:pt x="1836866" y="782958"/>
                </a:cubicBezTo>
                <a:cubicBezTo>
                  <a:pt x="1836866" y="796902"/>
                  <a:pt x="1825687" y="808332"/>
                  <a:pt x="1811743" y="808332"/>
                </a:cubicBezTo>
                <a:cubicBezTo>
                  <a:pt x="1797801" y="808332"/>
                  <a:pt x="1786369" y="797152"/>
                  <a:pt x="1786369" y="783209"/>
                </a:cubicBezTo>
                <a:cubicBezTo>
                  <a:pt x="1786369" y="769392"/>
                  <a:pt x="1797549" y="757960"/>
                  <a:pt x="1811492" y="757835"/>
                </a:cubicBezTo>
                <a:close/>
                <a:moveTo>
                  <a:pt x="2187332" y="753563"/>
                </a:moveTo>
                <a:cubicBezTo>
                  <a:pt x="2202782" y="753563"/>
                  <a:pt x="2215343" y="765999"/>
                  <a:pt x="2215470" y="781575"/>
                </a:cubicBezTo>
                <a:cubicBezTo>
                  <a:pt x="2215470" y="797151"/>
                  <a:pt x="2203033" y="809838"/>
                  <a:pt x="2187457" y="809838"/>
                </a:cubicBezTo>
                <a:cubicBezTo>
                  <a:pt x="2171881" y="809838"/>
                  <a:pt x="2159195" y="797402"/>
                  <a:pt x="2159195" y="781826"/>
                </a:cubicBezTo>
                <a:cubicBezTo>
                  <a:pt x="2159069" y="766250"/>
                  <a:pt x="2171631" y="753688"/>
                  <a:pt x="2187332" y="753563"/>
                </a:cubicBezTo>
                <a:close/>
                <a:moveTo>
                  <a:pt x="2903452" y="749793"/>
                </a:moveTo>
                <a:cubicBezTo>
                  <a:pt x="2903955" y="749793"/>
                  <a:pt x="2904331" y="750170"/>
                  <a:pt x="2904331" y="750673"/>
                </a:cubicBezTo>
                <a:cubicBezTo>
                  <a:pt x="2904331" y="751176"/>
                  <a:pt x="2903955" y="751553"/>
                  <a:pt x="2903452" y="751553"/>
                </a:cubicBezTo>
                <a:cubicBezTo>
                  <a:pt x="2902950" y="751553"/>
                  <a:pt x="2902572" y="751176"/>
                  <a:pt x="2902572" y="750673"/>
                </a:cubicBezTo>
                <a:cubicBezTo>
                  <a:pt x="2902572" y="750170"/>
                  <a:pt x="2902950" y="749793"/>
                  <a:pt x="2903452" y="749793"/>
                </a:cubicBezTo>
                <a:close/>
                <a:moveTo>
                  <a:pt x="2558900" y="746781"/>
                </a:moveTo>
                <a:cubicBezTo>
                  <a:pt x="2563171" y="746781"/>
                  <a:pt x="2566689" y="750298"/>
                  <a:pt x="2566689" y="754568"/>
                </a:cubicBezTo>
                <a:cubicBezTo>
                  <a:pt x="2566814" y="758840"/>
                  <a:pt x="2563297" y="762357"/>
                  <a:pt x="2559025" y="762357"/>
                </a:cubicBezTo>
                <a:cubicBezTo>
                  <a:pt x="2554755" y="762357"/>
                  <a:pt x="2551237" y="758965"/>
                  <a:pt x="2551237" y="754695"/>
                </a:cubicBezTo>
                <a:cubicBezTo>
                  <a:pt x="2551237" y="750423"/>
                  <a:pt x="2554755" y="746906"/>
                  <a:pt x="2558900" y="746781"/>
                </a:cubicBezTo>
                <a:close/>
                <a:moveTo>
                  <a:pt x="478969" y="745524"/>
                </a:moveTo>
                <a:cubicBezTo>
                  <a:pt x="488264" y="745524"/>
                  <a:pt x="495676" y="752936"/>
                  <a:pt x="495676" y="762105"/>
                </a:cubicBezTo>
                <a:cubicBezTo>
                  <a:pt x="495676" y="771275"/>
                  <a:pt x="488264" y="778812"/>
                  <a:pt x="479094" y="778812"/>
                </a:cubicBezTo>
                <a:cubicBezTo>
                  <a:pt x="469925" y="778812"/>
                  <a:pt x="462388" y="771401"/>
                  <a:pt x="462388" y="762231"/>
                </a:cubicBezTo>
                <a:cubicBezTo>
                  <a:pt x="462388" y="753061"/>
                  <a:pt x="469799" y="745649"/>
                  <a:pt x="478969" y="745524"/>
                </a:cubicBezTo>
                <a:close/>
                <a:moveTo>
                  <a:pt x="1031673" y="742008"/>
                </a:moveTo>
                <a:cubicBezTo>
                  <a:pt x="1049386" y="741882"/>
                  <a:pt x="1063831" y="756202"/>
                  <a:pt x="1063831" y="773914"/>
                </a:cubicBezTo>
                <a:cubicBezTo>
                  <a:pt x="1063957" y="791625"/>
                  <a:pt x="1049636" y="805946"/>
                  <a:pt x="1031925" y="806071"/>
                </a:cubicBezTo>
                <a:cubicBezTo>
                  <a:pt x="1014087" y="806071"/>
                  <a:pt x="999767" y="791751"/>
                  <a:pt x="999642" y="774039"/>
                </a:cubicBezTo>
                <a:cubicBezTo>
                  <a:pt x="999515" y="756328"/>
                  <a:pt x="1013836" y="741882"/>
                  <a:pt x="1031673" y="742008"/>
                </a:cubicBezTo>
                <a:close/>
                <a:moveTo>
                  <a:pt x="2006445" y="741254"/>
                </a:moveTo>
                <a:cubicBezTo>
                  <a:pt x="2022524" y="741254"/>
                  <a:pt x="2035715" y="754318"/>
                  <a:pt x="2035715" y="770397"/>
                </a:cubicBezTo>
                <a:cubicBezTo>
                  <a:pt x="2035715" y="786476"/>
                  <a:pt x="2022651" y="799665"/>
                  <a:pt x="2006572" y="799665"/>
                </a:cubicBezTo>
                <a:cubicBezTo>
                  <a:pt x="1990367" y="799665"/>
                  <a:pt x="1977303" y="786601"/>
                  <a:pt x="1977177" y="770522"/>
                </a:cubicBezTo>
                <a:cubicBezTo>
                  <a:pt x="1977177" y="754318"/>
                  <a:pt x="1990116" y="741254"/>
                  <a:pt x="2006445" y="741254"/>
                </a:cubicBezTo>
                <a:close/>
                <a:moveTo>
                  <a:pt x="743388" y="731958"/>
                </a:moveTo>
                <a:cubicBezTo>
                  <a:pt x="755949" y="731958"/>
                  <a:pt x="766250" y="742132"/>
                  <a:pt x="766250" y="754694"/>
                </a:cubicBezTo>
                <a:cubicBezTo>
                  <a:pt x="766250" y="767255"/>
                  <a:pt x="756074" y="777556"/>
                  <a:pt x="743513" y="777556"/>
                </a:cubicBezTo>
                <a:cubicBezTo>
                  <a:pt x="730951" y="777556"/>
                  <a:pt x="720652" y="767380"/>
                  <a:pt x="720652" y="754819"/>
                </a:cubicBezTo>
                <a:cubicBezTo>
                  <a:pt x="720652" y="742258"/>
                  <a:pt x="730826" y="732083"/>
                  <a:pt x="743388" y="731958"/>
                </a:cubicBezTo>
                <a:close/>
                <a:moveTo>
                  <a:pt x="1307903" y="729069"/>
                </a:moveTo>
                <a:cubicBezTo>
                  <a:pt x="1324860" y="729069"/>
                  <a:pt x="1338803" y="742761"/>
                  <a:pt x="1338803" y="759719"/>
                </a:cubicBezTo>
                <a:cubicBezTo>
                  <a:pt x="1338929" y="776803"/>
                  <a:pt x="1325112" y="790620"/>
                  <a:pt x="1308153" y="790620"/>
                </a:cubicBezTo>
                <a:cubicBezTo>
                  <a:pt x="1291070" y="790620"/>
                  <a:pt x="1277253" y="776928"/>
                  <a:pt x="1277253" y="759970"/>
                </a:cubicBezTo>
                <a:cubicBezTo>
                  <a:pt x="1277126" y="743013"/>
                  <a:pt x="1290944" y="729194"/>
                  <a:pt x="1307903" y="729069"/>
                </a:cubicBezTo>
                <a:close/>
                <a:moveTo>
                  <a:pt x="1729842" y="728189"/>
                </a:moveTo>
                <a:cubicBezTo>
                  <a:pt x="1746548" y="728063"/>
                  <a:pt x="1760241" y="741629"/>
                  <a:pt x="1760241" y="758337"/>
                </a:cubicBezTo>
                <a:cubicBezTo>
                  <a:pt x="1760367" y="775043"/>
                  <a:pt x="1746800" y="788610"/>
                  <a:pt x="1730092" y="788735"/>
                </a:cubicBezTo>
                <a:cubicBezTo>
                  <a:pt x="1713386" y="788735"/>
                  <a:pt x="1699694" y="775168"/>
                  <a:pt x="1699694" y="758462"/>
                </a:cubicBezTo>
                <a:cubicBezTo>
                  <a:pt x="1699694" y="741756"/>
                  <a:pt x="1713135" y="728063"/>
                  <a:pt x="1729842" y="728189"/>
                </a:cubicBezTo>
                <a:close/>
                <a:moveTo>
                  <a:pt x="2294355" y="725300"/>
                </a:moveTo>
                <a:cubicBezTo>
                  <a:pt x="2307546" y="725300"/>
                  <a:pt x="2318348" y="735977"/>
                  <a:pt x="2318348" y="749166"/>
                </a:cubicBezTo>
                <a:cubicBezTo>
                  <a:pt x="2318474" y="762357"/>
                  <a:pt x="2307797" y="773159"/>
                  <a:pt x="2294607" y="773159"/>
                </a:cubicBezTo>
                <a:cubicBezTo>
                  <a:pt x="2281418" y="773159"/>
                  <a:pt x="2270614" y="762482"/>
                  <a:pt x="2270614" y="749293"/>
                </a:cubicBezTo>
                <a:cubicBezTo>
                  <a:pt x="2270614" y="736102"/>
                  <a:pt x="2281166" y="725300"/>
                  <a:pt x="2294355" y="725300"/>
                </a:cubicBezTo>
                <a:close/>
                <a:moveTo>
                  <a:pt x="2659267" y="725050"/>
                </a:moveTo>
                <a:cubicBezTo>
                  <a:pt x="2661403" y="725050"/>
                  <a:pt x="2663035" y="726808"/>
                  <a:pt x="2663035" y="728818"/>
                </a:cubicBezTo>
                <a:cubicBezTo>
                  <a:pt x="2663035" y="730954"/>
                  <a:pt x="2661403" y="732587"/>
                  <a:pt x="2659267" y="732587"/>
                </a:cubicBezTo>
                <a:cubicBezTo>
                  <a:pt x="2657256" y="732587"/>
                  <a:pt x="2655498" y="730954"/>
                  <a:pt x="2655498" y="728818"/>
                </a:cubicBezTo>
                <a:cubicBezTo>
                  <a:pt x="2655498" y="726683"/>
                  <a:pt x="2657131" y="725050"/>
                  <a:pt x="2659267" y="725050"/>
                </a:cubicBezTo>
                <a:close/>
                <a:moveTo>
                  <a:pt x="378476" y="724922"/>
                </a:moveTo>
                <a:cubicBezTo>
                  <a:pt x="385134" y="724922"/>
                  <a:pt x="390661" y="730324"/>
                  <a:pt x="390661" y="737107"/>
                </a:cubicBezTo>
                <a:cubicBezTo>
                  <a:pt x="390661" y="743766"/>
                  <a:pt x="385259" y="749293"/>
                  <a:pt x="378476" y="749293"/>
                </a:cubicBezTo>
                <a:cubicBezTo>
                  <a:pt x="371819" y="749293"/>
                  <a:pt x="366292" y="743766"/>
                  <a:pt x="366292" y="737107"/>
                </a:cubicBezTo>
                <a:cubicBezTo>
                  <a:pt x="366292" y="730324"/>
                  <a:pt x="371819" y="724922"/>
                  <a:pt x="378476" y="724922"/>
                </a:cubicBezTo>
                <a:close/>
                <a:moveTo>
                  <a:pt x="1391436" y="713492"/>
                </a:moveTo>
                <a:cubicBezTo>
                  <a:pt x="1407514" y="713492"/>
                  <a:pt x="1420704" y="726556"/>
                  <a:pt x="1420704" y="742635"/>
                </a:cubicBezTo>
                <a:cubicBezTo>
                  <a:pt x="1420704" y="758714"/>
                  <a:pt x="1407765" y="771903"/>
                  <a:pt x="1391561" y="771903"/>
                </a:cubicBezTo>
                <a:cubicBezTo>
                  <a:pt x="1375483" y="771903"/>
                  <a:pt x="1362294" y="758839"/>
                  <a:pt x="1362294" y="742760"/>
                </a:cubicBezTo>
                <a:cubicBezTo>
                  <a:pt x="1362167" y="726681"/>
                  <a:pt x="1375231" y="713492"/>
                  <a:pt x="1391436" y="713492"/>
                </a:cubicBezTo>
                <a:close/>
                <a:moveTo>
                  <a:pt x="1646184" y="712488"/>
                </a:moveTo>
                <a:cubicBezTo>
                  <a:pt x="1662388" y="712362"/>
                  <a:pt x="1675703" y="725552"/>
                  <a:pt x="1675703" y="741756"/>
                </a:cubicBezTo>
                <a:cubicBezTo>
                  <a:pt x="1675829" y="757960"/>
                  <a:pt x="1662639" y="771276"/>
                  <a:pt x="1646436" y="771276"/>
                </a:cubicBezTo>
                <a:cubicBezTo>
                  <a:pt x="1630231" y="771276"/>
                  <a:pt x="1617042" y="758086"/>
                  <a:pt x="1616916" y="741882"/>
                </a:cubicBezTo>
                <a:cubicBezTo>
                  <a:pt x="1616916" y="725552"/>
                  <a:pt x="1629980" y="712362"/>
                  <a:pt x="1646184" y="712488"/>
                </a:cubicBezTo>
                <a:close/>
                <a:moveTo>
                  <a:pt x="918370" y="706835"/>
                </a:moveTo>
                <a:cubicBezTo>
                  <a:pt x="933696" y="706835"/>
                  <a:pt x="946132" y="719145"/>
                  <a:pt x="946132" y="734470"/>
                </a:cubicBezTo>
                <a:cubicBezTo>
                  <a:pt x="946257" y="749669"/>
                  <a:pt x="933821" y="762231"/>
                  <a:pt x="918622" y="762231"/>
                </a:cubicBezTo>
                <a:cubicBezTo>
                  <a:pt x="903297" y="762231"/>
                  <a:pt x="890861" y="749921"/>
                  <a:pt x="890861" y="734596"/>
                </a:cubicBezTo>
                <a:cubicBezTo>
                  <a:pt x="890736" y="719271"/>
                  <a:pt x="903045" y="706960"/>
                  <a:pt x="918370" y="706835"/>
                </a:cubicBezTo>
                <a:close/>
                <a:moveTo>
                  <a:pt x="278988" y="704950"/>
                </a:moveTo>
                <a:cubicBezTo>
                  <a:pt x="283260" y="704950"/>
                  <a:pt x="286777" y="708342"/>
                  <a:pt x="286777" y="712613"/>
                </a:cubicBezTo>
                <a:cubicBezTo>
                  <a:pt x="286777" y="716884"/>
                  <a:pt x="283260" y="720401"/>
                  <a:pt x="278988" y="720401"/>
                </a:cubicBezTo>
                <a:cubicBezTo>
                  <a:pt x="274718" y="720401"/>
                  <a:pt x="271201" y="716884"/>
                  <a:pt x="271201" y="712613"/>
                </a:cubicBezTo>
                <a:cubicBezTo>
                  <a:pt x="271201" y="708342"/>
                  <a:pt x="274718" y="704824"/>
                  <a:pt x="278988" y="704950"/>
                </a:cubicBezTo>
                <a:close/>
                <a:moveTo>
                  <a:pt x="1476225" y="704699"/>
                </a:moveTo>
                <a:cubicBezTo>
                  <a:pt x="1492303" y="704699"/>
                  <a:pt x="1505492" y="717763"/>
                  <a:pt x="1505492" y="733842"/>
                </a:cubicBezTo>
                <a:cubicBezTo>
                  <a:pt x="1505492" y="749921"/>
                  <a:pt x="1492555" y="763110"/>
                  <a:pt x="1476350" y="763110"/>
                </a:cubicBezTo>
                <a:cubicBezTo>
                  <a:pt x="1460271" y="763110"/>
                  <a:pt x="1447082" y="750046"/>
                  <a:pt x="1447082" y="733967"/>
                </a:cubicBezTo>
                <a:cubicBezTo>
                  <a:pt x="1447082" y="717888"/>
                  <a:pt x="1460021" y="704699"/>
                  <a:pt x="1476225" y="704699"/>
                </a:cubicBezTo>
                <a:close/>
                <a:moveTo>
                  <a:pt x="1561519" y="704574"/>
                </a:moveTo>
                <a:cubicBezTo>
                  <a:pt x="1577473" y="704574"/>
                  <a:pt x="1590537" y="717512"/>
                  <a:pt x="1590537" y="733464"/>
                </a:cubicBezTo>
                <a:cubicBezTo>
                  <a:pt x="1590537" y="749543"/>
                  <a:pt x="1577723" y="762607"/>
                  <a:pt x="1561645" y="762607"/>
                </a:cubicBezTo>
                <a:cubicBezTo>
                  <a:pt x="1545566" y="762607"/>
                  <a:pt x="1532628" y="749670"/>
                  <a:pt x="1532502" y="733716"/>
                </a:cubicBezTo>
                <a:cubicBezTo>
                  <a:pt x="1532502" y="717638"/>
                  <a:pt x="1545441" y="704574"/>
                  <a:pt x="1561519" y="704574"/>
                </a:cubicBezTo>
                <a:close/>
                <a:moveTo>
                  <a:pt x="2119248" y="704449"/>
                </a:moveTo>
                <a:cubicBezTo>
                  <a:pt x="2133442" y="704449"/>
                  <a:pt x="2144998" y="715880"/>
                  <a:pt x="2144998" y="730074"/>
                </a:cubicBezTo>
                <a:cubicBezTo>
                  <a:pt x="2144998" y="744268"/>
                  <a:pt x="2133568" y="755825"/>
                  <a:pt x="2119373" y="755825"/>
                </a:cubicBezTo>
                <a:cubicBezTo>
                  <a:pt x="2105179" y="755825"/>
                  <a:pt x="2093622" y="744394"/>
                  <a:pt x="2093622" y="730200"/>
                </a:cubicBezTo>
                <a:cubicBezTo>
                  <a:pt x="2093622" y="716005"/>
                  <a:pt x="2105053" y="704574"/>
                  <a:pt x="2119248" y="704449"/>
                </a:cubicBezTo>
                <a:close/>
                <a:moveTo>
                  <a:pt x="637872" y="703443"/>
                </a:moveTo>
                <a:cubicBezTo>
                  <a:pt x="649805" y="703443"/>
                  <a:pt x="659603" y="713115"/>
                  <a:pt x="659603" y="725049"/>
                </a:cubicBezTo>
                <a:cubicBezTo>
                  <a:pt x="659603" y="736983"/>
                  <a:pt x="649931" y="746780"/>
                  <a:pt x="637997" y="746780"/>
                </a:cubicBezTo>
                <a:cubicBezTo>
                  <a:pt x="626063" y="746780"/>
                  <a:pt x="616266" y="737108"/>
                  <a:pt x="616266" y="725174"/>
                </a:cubicBezTo>
                <a:cubicBezTo>
                  <a:pt x="616266" y="713240"/>
                  <a:pt x="625938" y="703443"/>
                  <a:pt x="637872" y="703443"/>
                </a:cubicBezTo>
                <a:close/>
                <a:moveTo>
                  <a:pt x="2758626" y="701810"/>
                </a:moveTo>
                <a:cubicBezTo>
                  <a:pt x="2759633" y="701810"/>
                  <a:pt x="2760386" y="702564"/>
                  <a:pt x="2760386" y="703568"/>
                </a:cubicBezTo>
                <a:cubicBezTo>
                  <a:pt x="2760386" y="704574"/>
                  <a:pt x="2759633" y="705327"/>
                  <a:pt x="2758626" y="705327"/>
                </a:cubicBezTo>
                <a:cubicBezTo>
                  <a:pt x="2757621" y="705327"/>
                  <a:pt x="2756868" y="704574"/>
                  <a:pt x="2756868" y="703568"/>
                </a:cubicBezTo>
                <a:cubicBezTo>
                  <a:pt x="2756868" y="702564"/>
                  <a:pt x="2757748" y="701810"/>
                  <a:pt x="2758626" y="701810"/>
                </a:cubicBezTo>
                <a:close/>
                <a:moveTo>
                  <a:pt x="1931076" y="701182"/>
                </a:moveTo>
                <a:cubicBezTo>
                  <a:pt x="1947155" y="701182"/>
                  <a:pt x="1960219" y="714120"/>
                  <a:pt x="1960219" y="730072"/>
                </a:cubicBezTo>
                <a:cubicBezTo>
                  <a:pt x="1960219" y="746152"/>
                  <a:pt x="1947282" y="759215"/>
                  <a:pt x="1931328" y="759215"/>
                </a:cubicBezTo>
                <a:cubicBezTo>
                  <a:pt x="1915250" y="759215"/>
                  <a:pt x="1902186" y="746403"/>
                  <a:pt x="1902186" y="730324"/>
                </a:cubicBezTo>
                <a:cubicBezTo>
                  <a:pt x="1902059" y="714371"/>
                  <a:pt x="1914998" y="701307"/>
                  <a:pt x="1931076" y="701182"/>
                </a:cubicBezTo>
                <a:close/>
                <a:moveTo>
                  <a:pt x="1106415" y="700304"/>
                </a:moveTo>
                <a:cubicBezTo>
                  <a:pt x="1124629" y="700304"/>
                  <a:pt x="1139452" y="715001"/>
                  <a:pt x="1139452" y="733215"/>
                </a:cubicBezTo>
                <a:cubicBezTo>
                  <a:pt x="1139577" y="751430"/>
                  <a:pt x="1124880" y="766252"/>
                  <a:pt x="1106667" y="766252"/>
                </a:cubicBezTo>
                <a:cubicBezTo>
                  <a:pt x="1088453" y="766252"/>
                  <a:pt x="1073755" y="751555"/>
                  <a:pt x="1073630" y="733341"/>
                </a:cubicBezTo>
                <a:cubicBezTo>
                  <a:pt x="1073630" y="715127"/>
                  <a:pt x="1088326" y="700304"/>
                  <a:pt x="1106415" y="700304"/>
                </a:cubicBezTo>
                <a:close/>
                <a:moveTo>
                  <a:pt x="2399747" y="698291"/>
                </a:moveTo>
                <a:cubicBezTo>
                  <a:pt x="2411052" y="698291"/>
                  <a:pt x="2420348" y="707461"/>
                  <a:pt x="2420348" y="718767"/>
                </a:cubicBezTo>
                <a:cubicBezTo>
                  <a:pt x="2420474" y="730072"/>
                  <a:pt x="2411177" y="739368"/>
                  <a:pt x="2399873" y="739368"/>
                </a:cubicBezTo>
                <a:cubicBezTo>
                  <a:pt x="2388566" y="739493"/>
                  <a:pt x="2379272" y="730324"/>
                  <a:pt x="2379272" y="718892"/>
                </a:cubicBezTo>
                <a:cubicBezTo>
                  <a:pt x="2379146" y="707461"/>
                  <a:pt x="2388316" y="698166"/>
                  <a:pt x="2399747" y="698291"/>
                </a:cubicBezTo>
                <a:close/>
                <a:moveTo>
                  <a:pt x="180252" y="685230"/>
                </a:moveTo>
                <a:cubicBezTo>
                  <a:pt x="182137" y="685230"/>
                  <a:pt x="183643" y="686737"/>
                  <a:pt x="183643" y="688496"/>
                </a:cubicBezTo>
                <a:cubicBezTo>
                  <a:pt x="183643" y="690380"/>
                  <a:pt x="182137" y="691887"/>
                  <a:pt x="180252" y="691887"/>
                </a:cubicBezTo>
                <a:cubicBezTo>
                  <a:pt x="178367" y="691887"/>
                  <a:pt x="176860" y="690380"/>
                  <a:pt x="176860" y="688622"/>
                </a:cubicBezTo>
                <a:cubicBezTo>
                  <a:pt x="176860" y="686737"/>
                  <a:pt x="178367" y="685355"/>
                  <a:pt x="180252" y="685230"/>
                </a:cubicBezTo>
                <a:close/>
                <a:moveTo>
                  <a:pt x="533862" y="677567"/>
                </a:moveTo>
                <a:cubicBezTo>
                  <a:pt x="544664" y="677567"/>
                  <a:pt x="553458" y="686234"/>
                  <a:pt x="553458" y="697037"/>
                </a:cubicBezTo>
                <a:cubicBezTo>
                  <a:pt x="553583" y="707714"/>
                  <a:pt x="544916" y="716508"/>
                  <a:pt x="534113" y="716508"/>
                </a:cubicBezTo>
                <a:cubicBezTo>
                  <a:pt x="523310" y="716633"/>
                  <a:pt x="514517" y="707966"/>
                  <a:pt x="514517" y="697163"/>
                </a:cubicBezTo>
                <a:cubicBezTo>
                  <a:pt x="514517" y="686361"/>
                  <a:pt x="523184" y="677567"/>
                  <a:pt x="533862" y="677567"/>
                </a:cubicBezTo>
                <a:close/>
                <a:moveTo>
                  <a:pt x="807829" y="676185"/>
                </a:moveTo>
                <a:cubicBezTo>
                  <a:pt x="820390" y="676185"/>
                  <a:pt x="830691" y="686359"/>
                  <a:pt x="830691" y="698921"/>
                </a:cubicBezTo>
                <a:cubicBezTo>
                  <a:pt x="830691" y="711482"/>
                  <a:pt x="820515" y="721783"/>
                  <a:pt x="807954" y="721783"/>
                </a:cubicBezTo>
                <a:cubicBezTo>
                  <a:pt x="795392" y="721783"/>
                  <a:pt x="785093" y="711607"/>
                  <a:pt x="785093" y="699046"/>
                </a:cubicBezTo>
                <a:cubicBezTo>
                  <a:pt x="785093" y="686485"/>
                  <a:pt x="795142" y="676185"/>
                  <a:pt x="807829" y="676185"/>
                </a:cubicBezTo>
                <a:close/>
                <a:moveTo>
                  <a:pt x="2503503" y="674927"/>
                </a:moveTo>
                <a:cubicBezTo>
                  <a:pt x="2511794" y="674802"/>
                  <a:pt x="2518577" y="681586"/>
                  <a:pt x="2518577" y="689876"/>
                </a:cubicBezTo>
                <a:cubicBezTo>
                  <a:pt x="2518577" y="698292"/>
                  <a:pt x="2511794" y="705075"/>
                  <a:pt x="2503503" y="705075"/>
                </a:cubicBezTo>
                <a:cubicBezTo>
                  <a:pt x="2495212" y="705075"/>
                  <a:pt x="2488429" y="698292"/>
                  <a:pt x="2488429" y="690001"/>
                </a:cubicBezTo>
                <a:cubicBezTo>
                  <a:pt x="2488429" y="681711"/>
                  <a:pt x="2495086" y="674927"/>
                  <a:pt x="2503503" y="674927"/>
                </a:cubicBezTo>
                <a:close/>
                <a:moveTo>
                  <a:pt x="2229538" y="668774"/>
                </a:moveTo>
                <a:cubicBezTo>
                  <a:pt x="2243355" y="668649"/>
                  <a:pt x="2254660" y="679828"/>
                  <a:pt x="2254660" y="693645"/>
                </a:cubicBezTo>
                <a:cubicBezTo>
                  <a:pt x="2254786" y="707463"/>
                  <a:pt x="2243606" y="718642"/>
                  <a:pt x="2229789" y="718768"/>
                </a:cubicBezTo>
                <a:cubicBezTo>
                  <a:pt x="2215972" y="718894"/>
                  <a:pt x="2204666" y="707714"/>
                  <a:pt x="2204666" y="693897"/>
                </a:cubicBezTo>
                <a:cubicBezTo>
                  <a:pt x="2204666" y="680079"/>
                  <a:pt x="2215720" y="668774"/>
                  <a:pt x="2229538" y="668774"/>
                </a:cubicBezTo>
                <a:close/>
                <a:moveTo>
                  <a:pt x="1852567" y="666889"/>
                </a:moveTo>
                <a:cubicBezTo>
                  <a:pt x="1869274" y="666763"/>
                  <a:pt x="1882967" y="680329"/>
                  <a:pt x="1882967" y="697037"/>
                </a:cubicBezTo>
                <a:cubicBezTo>
                  <a:pt x="1882967" y="713743"/>
                  <a:pt x="1869400" y="727435"/>
                  <a:pt x="1852692" y="727435"/>
                </a:cubicBezTo>
                <a:cubicBezTo>
                  <a:pt x="1835986" y="727435"/>
                  <a:pt x="1822294" y="713868"/>
                  <a:pt x="1822294" y="697162"/>
                </a:cubicBezTo>
                <a:cubicBezTo>
                  <a:pt x="1822294" y="680456"/>
                  <a:pt x="1835735" y="666763"/>
                  <a:pt x="1852567" y="666889"/>
                </a:cubicBezTo>
                <a:close/>
                <a:moveTo>
                  <a:pt x="1184925" y="666386"/>
                </a:moveTo>
                <a:cubicBezTo>
                  <a:pt x="1203013" y="666386"/>
                  <a:pt x="1217962" y="681083"/>
                  <a:pt x="1217962" y="699297"/>
                </a:cubicBezTo>
                <a:cubicBezTo>
                  <a:pt x="1217962" y="717512"/>
                  <a:pt x="1203265" y="732334"/>
                  <a:pt x="1185050" y="732334"/>
                </a:cubicBezTo>
                <a:cubicBezTo>
                  <a:pt x="1166961" y="732460"/>
                  <a:pt x="1152014" y="717762"/>
                  <a:pt x="1152014" y="699548"/>
                </a:cubicBezTo>
                <a:cubicBezTo>
                  <a:pt x="1151887" y="681334"/>
                  <a:pt x="1166585" y="666511"/>
                  <a:pt x="1184925" y="666386"/>
                </a:cubicBezTo>
                <a:close/>
                <a:moveTo>
                  <a:pt x="989970" y="660482"/>
                </a:moveTo>
                <a:cubicBezTo>
                  <a:pt x="1005294" y="660356"/>
                  <a:pt x="1017604" y="672667"/>
                  <a:pt x="1017730" y="687991"/>
                </a:cubicBezTo>
                <a:cubicBezTo>
                  <a:pt x="1017730" y="703317"/>
                  <a:pt x="1005420" y="715753"/>
                  <a:pt x="990095" y="715753"/>
                </a:cubicBezTo>
                <a:cubicBezTo>
                  <a:pt x="974771" y="715878"/>
                  <a:pt x="962335" y="703567"/>
                  <a:pt x="962335" y="688243"/>
                </a:cubicBezTo>
                <a:cubicBezTo>
                  <a:pt x="962335" y="672917"/>
                  <a:pt x="974644" y="660482"/>
                  <a:pt x="989970" y="660482"/>
                </a:cubicBezTo>
                <a:close/>
                <a:moveTo>
                  <a:pt x="431487" y="659228"/>
                </a:moveTo>
                <a:cubicBezTo>
                  <a:pt x="437517" y="659228"/>
                  <a:pt x="442542" y="664126"/>
                  <a:pt x="442542" y="670282"/>
                </a:cubicBezTo>
                <a:cubicBezTo>
                  <a:pt x="442542" y="676311"/>
                  <a:pt x="437517" y="681336"/>
                  <a:pt x="431487" y="681336"/>
                </a:cubicBezTo>
                <a:cubicBezTo>
                  <a:pt x="425458" y="681336"/>
                  <a:pt x="420433" y="676437"/>
                  <a:pt x="420433" y="670282"/>
                </a:cubicBezTo>
                <a:cubicBezTo>
                  <a:pt x="420433" y="664126"/>
                  <a:pt x="425332" y="659102"/>
                  <a:pt x="431487" y="659228"/>
                </a:cubicBezTo>
                <a:close/>
                <a:moveTo>
                  <a:pt x="2047397" y="657217"/>
                </a:moveTo>
                <a:cubicBezTo>
                  <a:pt x="2062345" y="657217"/>
                  <a:pt x="2074656" y="669276"/>
                  <a:pt x="2074656" y="684350"/>
                </a:cubicBezTo>
                <a:cubicBezTo>
                  <a:pt x="2074656" y="699297"/>
                  <a:pt x="2062597" y="711608"/>
                  <a:pt x="2047523" y="711608"/>
                </a:cubicBezTo>
                <a:cubicBezTo>
                  <a:pt x="2032574" y="711608"/>
                  <a:pt x="2020390" y="699549"/>
                  <a:pt x="2020265" y="684475"/>
                </a:cubicBezTo>
                <a:cubicBezTo>
                  <a:pt x="2020139" y="669402"/>
                  <a:pt x="2032324" y="657091"/>
                  <a:pt x="2047397" y="657217"/>
                </a:cubicBezTo>
                <a:close/>
                <a:moveTo>
                  <a:pt x="2605754" y="656338"/>
                </a:moveTo>
                <a:cubicBezTo>
                  <a:pt x="2609146" y="656338"/>
                  <a:pt x="2611784" y="658975"/>
                  <a:pt x="2611784" y="662241"/>
                </a:cubicBezTo>
                <a:cubicBezTo>
                  <a:pt x="2611784" y="665633"/>
                  <a:pt x="2609146" y="668270"/>
                  <a:pt x="2605880" y="668270"/>
                </a:cubicBezTo>
                <a:cubicBezTo>
                  <a:pt x="2602488" y="668270"/>
                  <a:pt x="2599850" y="665633"/>
                  <a:pt x="2599850" y="662367"/>
                </a:cubicBezTo>
                <a:cubicBezTo>
                  <a:pt x="2599850" y="658975"/>
                  <a:pt x="2602614" y="656338"/>
                  <a:pt x="2605754" y="656338"/>
                </a:cubicBezTo>
                <a:close/>
                <a:moveTo>
                  <a:pt x="699423" y="646664"/>
                </a:moveTo>
                <a:cubicBezTo>
                  <a:pt x="710225" y="646539"/>
                  <a:pt x="719019" y="655206"/>
                  <a:pt x="719019" y="666010"/>
                </a:cubicBezTo>
                <a:cubicBezTo>
                  <a:pt x="719144" y="676813"/>
                  <a:pt x="710350" y="685607"/>
                  <a:pt x="699674" y="685607"/>
                </a:cubicBezTo>
                <a:cubicBezTo>
                  <a:pt x="688871" y="685732"/>
                  <a:pt x="680078" y="677065"/>
                  <a:pt x="680078" y="666261"/>
                </a:cubicBezTo>
                <a:cubicBezTo>
                  <a:pt x="680078" y="655458"/>
                  <a:pt x="688745" y="646789"/>
                  <a:pt x="699423" y="646664"/>
                </a:cubicBezTo>
                <a:close/>
                <a:moveTo>
                  <a:pt x="2337693" y="643022"/>
                </a:moveTo>
                <a:cubicBezTo>
                  <a:pt x="2347240" y="643022"/>
                  <a:pt x="2355029" y="650684"/>
                  <a:pt x="2355029" y="660230"/>
                </a:cubicBezTo>
                <a:cubicBezTo>
                  <a:pt x="2355029" y="669777"/>
                  <a:pt x="2347365" y="677565"/>
                  <a:pt x="2337820" y="677565"/>
                </a:cubicBezTo>
                <a:cubicBezTo>
                  <a:pt x="2328273" y="677565"/>
                  <a:pt x="2320484" y="669903"/>
                  <a:pt x="2320484" y="660357"/>
                </a:cubicBezTo>
                <a:cubicBezTo>
                  <a:pt x="2320484" y="650810"/>
                  <a:pt x="2328146" y="643022"/>
                  <a:pt x="2337693" y="643022"/>
                </a:cubicBezTo>
                <a:close/>
                <a:moveTo>
                  <a:pt x="1771421" y="640761"/>
                </a:moveTo>
                <a:cubicBezTo>
                  <a:pt x="1788129" y="640635"/>
                  <a:pt x="1801694" y="654201"/>
                  <a:pt x="1801821" y="670909"/>
                </a:cubicBezTo>
                <a:cubicBezTo>
                  <a:pt x="1801821" y="687615"/>
                  <a:pt x="1788254" y="701182"/>
                  <a:pt x="1771546" y="701307"/>
                </a:cubicBezTo>
                <a:cubicBezTo>
                  <a:pt x="1754840" y="701307"/>
                  <a:pt x="1741148" y="687740"/>
                  <a:pt x="1741148" y="671034"/>
                </a:cubicBezTo>
                <a:cubicBezTo>
                  <a:pt x="1741148" y="654328"/>
                  <a:pt x="1754589" y="640761"/>
                  <a:pt x="1771421" y="640761"/>
                </a:cubicBezTo>
                <a:close/>
                <a:moveTo>
                  <a:pt x="1265821" y="640259"/>
                </a:moveTo>
                <a:cubicBezTo>
                  <a:pt x="1283785" y="640133"/>
                  <a:pt x="1298356" y="654704"/>
                  <a:pt x="1298481" y="672667"/>
                </a:cubicBezTo>
                <a:cubicBezTo>
                  <a:pt x="1298481" y="690630"/>
                  <a:pt x="1284035" y="705327"/>
                  <a:pt x="1266073" y="705327"/>
                </a:cubicBezTo>
                <a:cubicBezTo>
                  <a:pt x="1248110" y="705452"/>
                  <a:pt x="1233539" y="690881"/>
                  <a:pt x="1233414" y="672919"/>
                </a:cubicBezTo>
                <a:cubicBezTo>
                  <a:pt x="1233287" y="654956"/>
                  <a:pt x="1247858" y="640259"/>
                  <a:pt x="1265821" y="640259"/>
                </a:cubicBezTo>
                <a:close/>
                <a:moveTo>
                  <a:pt x="329990" y="637872"/>
                </a:moveTo>
                <a:cubicBezTo>
                  <a:pt x="333508" y="637872"/>
                  <a:pt x="336397" y="640761"/>
                  <a:pt x="336397" y="644278"/>
                </a:cubicBezTo>
                <a:cubicBezTo>
                  <a:pt x="336397" y="647795"/>
                  <a:pt x="333508" y="650684"/>
                  <a:pt x="329990" y="650684"/>
                </a:cubicBezTo>
                <a:cubicBezTo>
                  <a:pt x="326473" y="650684"/>
                  <a:pt x="323584" y="647795"/>
                  <a:pt x="323584" y="644278"/>
                </a:cubicBezTo>
                <a:cubicBezTo>
                  <a:pt x="323584" y="640761"/>
                  <a:pt x="326473" y="637872"/>
                  <a:pt x="329990" y="637872"/>
                </a:cubicBezTo>
                <a:close/>
                <a:moveTo>
                  <a:pt x="2707126" y="633225"/>
                </a:moveTo>
                <a:cubicBezTo>
                  <a:pt x="2708382" y="633225"/>
                  <a:pt x="2709387" y="634230"/>
                  <a:pt x="2709387" y="635487"/>
                </a:cubicBezTo>
                <a:cubicBezTo>
                  <a:pt x="2709387" y="636742"/>
                  <a:pt x="2708382" y="637747"/>
                  <a:pt x="2707126" y="637747"/>
                </a:cubicBezTo>
                <a:cubicBezTo>
                  <a:pt x="2705870" y="637873"/>
                  <a:pt x="2704865" y="636868"/>
                  <a:pt x="2704865" y="635612"/>
                </a:cubicBezTo>
                <a:cubicBezTo>
                  <a:pt x="2704991" y="634355"/>
                  <a:pt x="2705870" y="633477"/>
                  <a:pt x="2707126" y="633225"/>
                </a:cubicBezTo>
                <a:close/>
                <a:moveTo>
                  <a:pt x="876288" y="627321"/>
                </a:moveTo>
                <a:cubicBezTo>
                  <a:pt x="887720" y="627321"/>
                  <a:pt x="897141" y="636617"/>
                  <a:pt x="897141" y="648047"/>
                </a:cubicBezTo>
                <a:cubicBezTo>
                  <a:pt x="897141" y="659479"/>
                  <a:pt x="887845" y="668900"/>
                  <a:pt x="876414" y="668900"/>
                </a:cubicBezTo>
                <a:cubicBezTo>
                  <a:pt x="864984" y="668900"/>
                  <a:pt x="855562" y="659604"/>
                  <a:pt x="855562" y="648173"/>
                </a:cubicBezTo>
                <a:cubicBezTo>
                  <a:pt x="855437" y="636617"/>
                  <a:pt x="864732" y="627321"/>
                  <a:pt x="876288" y="627321"/>
                </a:cubicBezTo>
                <a:close/>
                <a:moveTo>
                  <a:pt x="1688265" y="624055"/>
                </a:moveTo>
                <a:cubicBezTo>
                  <a:pt x="1703841" y="624055"/>
                  <a:pt x="1716655" y="636616"/>
                  <a:pt x="1716655" y="652318"/>
                </a:cubicBezTo>
                <a:cubicBezTo>
                  <a:pt x="1716655" y="667894"/>
                  <a:pt x="1703966" y="680582"/>
                  <a:pt x="1688390" y="680707"/>
                </a:cubicBezTo>
                <a:cubicBezTo>
                  <a:pt x="1672814" y="680707"/>
                  <a:pt x="1660002" y="668146"/>
                  <a:pt x="1660002" y="652443"/>
                </a:cubicBezTo>
                <a:cubicBezTo>
                  <a:pt x="1659876" y="636742"/>
                  <a:pt x="1672563" y="624055"/>
                  <a:pt x="1688265" y="624055"/>
                </a:cubicBezTo>
                <a:close/>
                <a:moveTo>
                  <a:pt x="1348852" y="624055"/>
                </a:moveTo>
                <a:cubicBezTo>
                  <a:pt x="1365056" y="624055"/>
                  <a:pt x="1378372" y="637119"/>
                  <a:pt x="1378372" y="653449"/>
                </a:cubicBezTo>
                <a:cubicBezTo>
                  <a:pt x="1378498" y="669653"/>
                  <a:pt x="1365308" y="682843"/>
                  <a:pt x="1349103" y="682968"/>
                </a:cubicBezTo>
                <a:cubicBezTo>
                  <a:pt x="1332899" y="683094"/>
                  <a:pt x="1319710" y="669904"/>
                  <a:pt x="1319585" y="653700"/>
                </a:cubicBezTo>
                <a:cubicBezTo>
                  <a:pt x="1319458" y="637371"/>
                  <a:pt x="1332648" y="624180"/>
                  <a:pt x="1348852" y="624055"/>
                </a:cubicBezTo>
                <a:close/>
                <a:moveTo>
                  <a:pt x="1065086" y="622548"/>
                </a:moveTo>
                <a:cubicBezTo>
                  <a:pt x="1078905" y="622548"/>
                  <a:pt x="1090336" y="633727"/>
                  <a:pt x="1090336" y="647671"/>
                </a:cubicBezTo>
                <a:cubicBezTo>
                  <a:pt x="1090336" y="661614"/>
                  <a:pt x="1079155" y="672919"/>
                  <a:pt x="1065213" y="673045"/>
                </a:cubicBezTo>
                <a:cubicBezTo>
                  <a:pt x="1051269" y="673045"/>
                  <a:pt x="1039838" y="661865"/>
                  <a:pt x="1039838" y="647922"/>
                </a:cubicBezTo>
                <a:cubicBezTo>
                  <a:pt x="1039838" y="633979"/>
                  <a:pt x="1051144" y="622548"/>
                  <a:pt x="1065086" y="622548"/>
                </a:cubicBezTo>
                <a:close/>
                <a:moveTo>
                  <a:pt x="2160829" y="622045"/>
                </a:moveTo>
                <a:cubicBezTo>
                  <a:pt x="2172638" y="621920"/>
                  <a:pt x="2182310" y="631592"/>
                  <a:pt x="2182310" y="643399"/>
                </a:cubicBezTo>
                <a:cubicBezTo>
                  <a:pt x="2182435" y="655333"/>
                  <a:pt x="2172888" y="664880"/>
                  <a:pt x="2160956" y="665005"/>
                </a:cubicBezTo>
                <a:cubicBezTo>
                  <a:pt x="2149147" y="665005"/>
                  <a:pt x="2139475" y="655333"/>
                  <a:pt x="2139475" y="643526"/>
                </a:cubicBezTo>
                <a:cubicBezTo>
                  <a:pt x="2139349" y="631592"/>
                  <a:pt x="2148896" y="621920"/>
                  <a:pt x="2160829" y="622045"/>
                </a:cubicBezTo>
                <a:close/>
                <a:moveTo>
                  <a:pt x="1971902" y="620914"/>
                </a:moveTo>
                <a:cubicBezTo>
                  <a:pt x="1984966" y="620914"/>
                  <a:pt x="1995518" y="631340"/>
                  <a:pt x="1995518" y="644279"/>
                </a:cubicBezTo>
                <a:cubicBezTo>
                  <a:pt x="1995644" y="657343"/>
                  <a:pt x="1985092" y="667894"/>
                  <a:pt x="1972154" y="667894"/>
                </a:cubicBezTo>
                <a:cubicBezTo>
                  <a:pt x="1959215" y="668020"/>
                  <a:pt x="1948664" y="657468"/>
                  <a:pt x="1948664" y="644530"/>
                </a:cubicBezTo>
                <a:cubicBezTo>
                  <a:pt x="1948538" y="631591"/>
                  <a:pt x="1959090" y="621039"/>
                  <a:pt x="1971902" y="620914"/>
                </a:cubicBezTo>
                <a:close/>
                <a:moveTo>
                  <a:pt x="593153" y="618026"/>
                </a:moveTo>
                <a:cubicBezTo>
                  <a:pt x="602825" y="618026"/>
                  <a:pt x="610739" y="625813"/>
                  <a:pt x="610739" y="635487"/>
                </a:cubicBezTo>
                <a:cubicBezTo>
                  <a:pt x="610739" y="645159"/>
                  <a:pt x="602950" y="653073"/>
                  <a:pt x="593278" y="653073"/>
                </a:cubicBezTo>
                <a:cubicBezTo>
                  <a:pt x="583606" y="653073"/>
                  <a:pt x="575692" y="645284"/>
                  <a:pt x="575692" y="635612"/>
                </a:cubicBezTo>
                <a:cubicBezTo>
                  <a:pt x="575692" y="625940"/>
                  <a:pt x="583479" y="618151"/>
                  <a:pt x="593153" y="618026"/>
                </a:cubicBezTo>
                <a:close/>
                <a:moveTo>
                  <a:pt x="229493" y="616645"/>
                </a:moveTo>
                <a:cubicBezTo>
                  <a:pt x="230874" y="616645"/>
                  <a:pt x="232005" y="617650"/>
                  <a:pt x="232005" y="619032"/>
                </a:cubicBezTo>
                <a:cubicBezTo>
                  <a:pt x="231878" y="620288"/>
                  <a:pt x="230874" y="621419"/>
                  <a:pt x="229493" y="621419"/>
                </a:cubicBezTo>
                <a:cubicBezTo>
                  <a:pt x="228237" y="621419"/>
                  <a:pt x="227107" y="620413"/>
                  <a:pt x="227107" y="619032"/>
                </a:cubicBezTo>
                <a:cubicBezTo>
                  <a:pt x="227107" y="617775"/>
                  <a:pt x="228111" y="616645"/>
                  <a:pt x="229493" y="616645"/>
                </a:cubicBezTo>
                <a:close/>
                <a:moveTo>
                  <a:pt x="2443962" y="616017"/>
                </a:moveTo>
                <a:cubicBezTo>
                  <a:pt x="2451122" y="616017"/>
                  <a:pt x="2456902" y="621795"/>
                  <a:pt x="2456902" y="628830"/>
                </a:cubicBezTo>
                <a:cubicBezTo>
                  <a:pt x="2456902" y="635990"/>
                  <a:pt x="2451122" y="641768"/>
                  <a:pt x="2444088" y="641768"/>
                </a:cubicBezTo>
                <a:cubicBezTo>
                  <a:pt x="2436928" y="641768"/>
                  <a:pt x="2431150" y="635990"/>
                  <a:pt x="2431150" y="628956"/>
                </a:cubicBezTo>
                <a:cubicBezTo>
                  <a:pt x="2431023" y="621795"/>
                  <a:pt x="2436802" y="616017"/>
                  <a:pt x="2443962" y="616017"/>
                </a:cubicBezTo>
                <a:close/>
                <a:moveTo>
                  <a:pt x="1433517" y="612623"/>
                </a:moveTo>
                <a:cubicBezTo>
                  <a:pt x="1449596" y="612623"/>
                  <a:pt x="1462785" y="625687"/>
                  <a:pt x="1462785" y="641766"/>
                </a:cubicBezTo>
                <a:cubicBezTo>
                  <a:pt x="1462785" y="657845"/>
                  <a:pt x="1449721" y="671034"/>
                  <a:pt x="1433643" y="671034"/>
                </a:cubicBezTo>
                <a:cubicBezTo>
                  <a:pt x="1417439" y="671034"/>
                  <a:pt x="1404375" y="658095"/>
                  <a:pt x="1404250" y="641891"/>
                </a:cubicBezTo>
                <a:cubicBezTo>
                  <a:pt x="1404123" y="625812"/>
                  <a:pt x="1417187" y="612623"/>
                  <a:pt x="1433517" y="612623"/>
                </a:cubicBezTo>
                <a:close/>
                <a:moveTo>
                  <a:pt x="1603726" y="611870"/>
                </a:moveTo>
                <a:cubicBezTo>
                  <a:pt x="1619804" y="611870"/>
                  <a:pt x="1632994" y="624934"/>
                  <a:pt x="1632994" y="641013"/>
                </a:cubicBezTo>
                <a:cubicBezTo>
                  <a:pt x="1632994" y="657217"/>
                  <a:pt x="1620055" y="670407"/>
                  <a:pt x="1603851" y="670407"/>
                </a:cubicBezTo>
                <a:cubicBezTo>
                  <a:pt x="1587773" y="670407"/>
                  <a:pt x="1574709" y="657343"/>
                  <a:pt x="1574584" y="641264"/>
                </a:cubicBezTo>
                <a:cubicBezTo>
                  <a:pt x="1574457" y="625186"/>
                  <a:pt x="1587521" y="611995"/>
                  <a:pt x="1603726" y="611870"/>
                </a:cubicBezTo>
                <a:close/>
                <a:moveTo>
                  <a:pt x="1518558" y="608478"/>
                </a:moveTo>
                <a:cubicBezTo>
                  <a:pt x="1534636" y="608478"/>
                  <a:pt x="1547826" y="621542"/>
                  <a:pt x="1547826" y="637621"/>
                </a:cubicBezTo>
                <a:cubicBezTo>
                  <a:pt x="1547826" y="653700"/>
                  <a:pt x="1534762" y="666889"/>
                  <a:pt x="1518683" y="666889"/>
                </a:cubicBezTo>
                <a:cubicBezTo>
                  <a:pt x="1502605" y="666889"/>
                  <a:pt x="1489416" y="653825"/>
                  <a:pt x="1489416" y="637746"/>
                </a:cubicBezTo>
                <a:cubicBezTo>
                  <a:pt x="1489289" y="621667"/>
                  <a:pt x="1502353" y="608478"/>
                  <a:pt x="1518558" y="608478"/>
                </a:cubicBezTo>
                <a:close/>
                <a:moveTo>
                  <a:pt x="2548475" y="593152"/>
                </a:moveTo>
                <a:cubicBezTo>
                  <a:pt x="2551866" y="593027"/>
                  <a:pt x="2554505" y="595789"/>
                  <a:pt x="2554505" y="599055"/>
                </a:cubicBezTo>
                <a:cubicBezTo>
                  <a:pt x="2554630" y="602447"/>
                  <a:pt x="2551866" y="605084"/>
                  <a:pt x="2548601" y="605084"/>
                </a:cubicBezTo>
                <a:cubicBezTo>
                  <a:pt x="2545209" y="605210"/>
                  <a:pt x="2542571" y="602447"/>
                  <a:pt x="2542571" y="599181"/>
                </a:cubicBezTo>
                <a:cubicBezTo>
                  <a:pt x="2542571" y="595916"/>
                  <a:pt x="2545335" y="593152"/>
                  <a:pt x="2548475" y="593152"/>
                </a:cubicBezTo>
                <a:close/>
                <a:moveTo>
                  <a:pt x="764994" y="591771"/>
                </a:moveTo>
                <a:cubicBezTo>
                  <a:pt x="776047" y="591771"/>
                  <a:pt x="784966" y="600690"/>
                  <a:pt x="784966" y="611618"/>
                </a:cubicBezTo>
                <a:cubicBezTo>
                  <a:pt x="784966" y="622672"/>
                  <a:pt x="776047" y="631591"/>
                  <a:pt x="765119" y="631591"/>
                </a:cubicBezTo>
                <a:cubicBezTo>
                  <a:pt x="754065" y="631591"/>
                  <a:pt x="745146" y="622798"/>
                  <a:pt x="745146" y="611744"/>
                </a:cubicBezTo>
                <a:cubicBezTo>
                  <a:pt x="745146" y="600690"/>
                  <a:pt x="754065" y="591771"/>
                  <a:pt x="764994" y="591771"/>
                </a:cubicBezTo>
                <a:close/>
                <a:moveTo>
                  <a:pt x="488264" y="591268"/>
                </a:moveTo>
                <a:cubicBezTo>
                  <a:pt x="496680" y="591268"/>
                  <a:pt x="503589" y="598052"/>
                  <a:pt x="503589" y="606467"/>
                </a:cubicBezTo>
                <a:cubicBezTo>
                  <a:pt x="503589" y="614883"/>
                  <a:pt x="496805" y="621792"/>
                  <a:pt x="488390" y="621792"/>
                </a:cubicBezTo>
                <a:cubicBezTo>
                  <a:pt x="479974" y="621792"/>
                  <a:pt x="473065" y="615008"/>
                  <a:pt x="473065" y="606593"/>
                </a:cubicBezTo>
                <a:cubicBezTo>
                  <a:pt x="473065" y="598177"/>
                  <a:pt x="479849" y="591393"/>
                  <a:pt x="488264" y="591268"/>
                </a:cubicBezTo>
                <a:close/>
                <a:moveTo>
                  <a:pt x="2271745" y="586245"/>
                </a:moveTo>
                <a:cubicBezTo>
                  <a:pt x="2282798" y="586245"/>
                  <a:pt x="2291717" y="595039"/>
                  <a:pt x="2291717" y="606093"/>
                </a:cubicBezTo>
                <a:cubicBezTo>
                  <a:pt x="2291717" y="617147"/>
                  <a:pt x="2282925" y="626065"/>
                  <a:pt x="2271871" y="626065"/>
                </a:cubicBezTo>
                <a:cubicBezTo>
                  <a:pt x="2260942" y="626065"/>
                  <a:pt x="2251897" y="617272"/>
                  <a:pt x="2251897" y="606218"/>
                </a:cubicBezTo>
                <a:cubicBezTo>
                  <a:pt x="2251897" y="595289"/>
                  <a:pt x="2260816" y="586370"/>
                  <a:pt x="2271745" y="586245"/>
                </a:cubicBezTo>
                <a:close/>
                <a:moveTo>
                  <a:pt x="1893519" y="586119"/>
                </a:moveTo>
                <a:cubicBezTo>
                  <a:pt x="1907211" y="586119"/>
                  <a:pt x="1918392" y="597173"/>
                  <a:pt x="1918392" y="610864"/>
                </a:cubicBezTo>
                <a:cubicBezTo>
                  <a:pt x="1918518" y="624557"/>
                  <a:pt x="1907463" y="635736"/>
                  <a:pt x="1893770" y="635736"/>
                </a:cubicBezTo>
                <a:cubicBezTo>
                  <a:pt x="1880078" y="635736"/>
                  <a:pt x="1868898" y="624682"/>
                  <a:pt x="1868898" y="610990"/>
                </a:cubicBezTo>
                <a:cubicBezTo>
                  <a:pt x="1868898" y="597298"/>
                  <a:pt x="1879953" y="586244"/>
                  <a:pt x="1893519" y="586119"/>
                </a:cubicBezTo>
                <a:close/>
                <a:moveTo>
                  <a:pt x="1143221" y="585363"/>
                </a:moveTo>
                <a:cubicBezTo>
                  <a:pt x="1158798" y="585363"/>
                  <a:pt x="1171610" y="597924"/>
                  <a:pt x="1171610" y="613626"/>
                </a:cubicBezTo>
                <a:cubicBezTo>
                  <a:pt x="1171610" y="629202"/>
                  <a:pt x="1158923" y="642015"/>
                  <a:pt x="1143347" y="642015"/>
                </a:cubicBezTo>
                <a:cubicBezTo>
                  <a:pt x="1127770" y="642015"/>
                  <a:pt x="1114958" y="629454"/>
                  <a:pt x="1114958" y="613752"/>
                </a:cubicBezTo>
                <a:cubicBezTo>
                  <a:pt x="1114831" y="598176"/>
                  <a:pt x="1127520" y="585363"/>
                  <a:pt x="1143221" y="585363"/>
                </a:cubicBezTo>
                <a:close/>
                <a:moveTo>
                  <a:pt x="948267" y="579965"/>
                </a:moveTo>
                <a:cubicBezTo>
                  <a:pt x="960704" y="579840"/>
                  <a:pt x="970753" y="589889"/>
                  <a:pt x="970753" y="602198"/>
                </a:cubicBezTo>
                <a:cubicBezTo>
                  <a:pt x="970878" y="614634"/>
                  <a:pt x="960954" y="624558"/>
                  <a:pt x="948519" y="624683"/>
                </a:cubicBezTo>
                <a:cubicBezTo>
                  <a:pt x="936083" y="624808"/>
                  <a:pt x="926034" y="614759"/>
                  <a:pt x="926034" y="602450"/>
                </a:cubicBezTo>
                <a:cubicBezTo>
                  <a:pt x="925909" y="590139"/>
                  <a:pt x="935958" y="580090"/>
                  <a:pt x="948267" y="579965"/>
                </a:cubicBezTo>
                <a:close/>
                <a:moveTo>
                  <a:pt x="2088346" y="575943"/>
                </a:moveTo>
                <a:cubicBezTo>
                  <a:pt x="2100782" y="575818"/>
                  <a:pt x="2110831" y="585867"/>
                  <a:pt x="2110831" y="598176"/>
                </a:cubicBezTo>
                <a:cubicBezTo>
                  <a:pt x="2110957" y="610612"/>
                  <a:pt x="2100907" y="620661"/>
                  <a:pt x="2088598" y="620661"/>
                </a:cubicBezTo>
                <a:cubicBezTo>
                  <a:pt x="2076161" y="620786"/>
                  <a:pt x="2066112" y="610737"/>
                  <a:pt x="2066112" y="598428"/>
                </a:cubicBezTo>
                <a:cubicBezTo>
                  <a:pt x="2066112" y="585992"/>
                  <a:pt x="2076036" y="575943"/>
                  <a:pt x="2088346" y="575943"/>
                </a:cubicBezTo>
                <a:close/>
                <a:moveTo>
                  <a:pt x="2651981" y="568407"/>
                </a:moveTo>
                <a:cubicBezTo>
                  <a:pt x="2653237" y="568407"/>
                  <a:pt x="2654242" y="569412"/>
                  <a:pt x="2654242" y="570669"/>
                </a:cubicBezTo>
                <a:cubicBezTo>
                  <a:pt x="2654242" y="571924"/>
                  <a:pt x="2653237" y="572929"/>
                  <a:pt x="2651981" y="572929"/>
                </a:cubicBezTo>
                <a:cubicBezTo>
                  <a:pt x="2650725" y="572929"/>
                  <a:pt x="2649720" y="571924"/>
                  <a:pt x="2649720" y="570669"/>
                </a:cubicBezTo>
                <a:cubicBezTo>
                  <a:pt x="2649720" y="569412"/>
                  <a:pt x="2650725" y="568532"/>
                  <a:pt x="2651981" y="568407"/>
                </a:cubicBezTo>
                <a:close/>
                <a:moveTo>
                  <a:pt x="384756" y="567904"/>
                </a:moveTo>
                <a:cubicBezTo>
                  <a:pt x="390785" y="567904"/>
                  <a:pt x="395810" y="572802"/>
                  <a:pt x="395810" y="578958"/>
                </a:cubicBezTo>
                <a:cubicBezTo>
                  <a:pt x="395810" y="584987"/>
                  <a:pt x="390910" y="590012"/>
                  <a:pt x="384756" y="590012"/>
                </a:cubicBezTo>
                <a:cubicBezTo>
                  <a:pt x="378726" y="590012"/>
                  <a:pt x="373702" y="585113"/>
                  <a:pt x="373702" y="578958"/>
                </a:cubicBezTo>
                <a:cubicBezTo>
                  <a:pt x="373702" y="572802"/>
                  <a:pt x="378601" y="567778"/>
                  <a:pt x="384756" y="567904"/>
                </a:cubicBezTo>
                <a:close/>
                <a:moveTo>
                  <a:pt x="655960" y="558483"/>
                </a:moveTo>
                <a:cubicBezTo>
                  <a:pt x="666762" y="558358"/>
                  <a:pt x="675554" y="567025"/>
                  <a:pt x="675554" y="577829"/>
                </a:cubicBezTo>
                <a:cubicBezTo>
                  <a:pt x="675681" y="588632"/>
                  <a:pt x="667013" y="597426"/>
                  <a:pt x="656210" y="597426"/>
                </a:cubicBezTo>
                <a:cubicBezTo>
                  <a:pt x="645408" y="597551"/>
                  <a:pt x="636614" y="588884"/>
                  <a:pt x="636614" y="578080"/>
                </a:cubicBezTo>
                <a:cubicBezTo>
                  <a:pt x="636489" y="567403"/>
                  <a:pt x="645281" y="558608"/>
                  <a:pt x="655960" y="558483"/>
                </a:cubicBezTo>
                <a:close/>
                <a:moveTo>
                  <a:pt x="1812749" y="557102"/>
                </a:moveTo>
                <a:cubicBezTo>
                  <a:pt x="1827571" y="556977"/>
                  <a:pt x="1839630" y="568909"/>
                  <a:pt x="1839630" y="583733"/>
                </a:cubicBezTo>
                <a:cubicBezTo>
                  <a:pt x="1839757" y="598555"/>
                  <a:pt x="1827823" y="610614"/>
                  <a:pt x="1813000" y="610614"/>
                </a:cubicBezTo>
                <a:cubicBezTo>
                  <a:pt x="1798178" y="610740"/>
                  <a:pt x="1786119" y="598806"/>
                  <a:pt x="1786119" y="583983"/>
                </a:cubicBezTo>
                <a:cubicBezTo>
                  <a:pt x="1785992" y="569161"/>
                  <a:pt x="1797926" y="557227"/>
                  <a:pt x="1812749" y="557102"/>
                </a:cubicBezTo>
                <a:close/>
                <a:moveTo>
                  <a:pt x="1223740" y="556348"/>
                </a:moveTo>
                <a:cubicBezTo>
                  <a:pt x="1240196" y="556222"/>
                  <a:pt x="1253385" y="569538"/>
                  <a:pt x="1253510" y="585867"/>
                </a:cubicBezTo>
                <a:cubicBezTo>
                  <a:pt x="1253636" y="602323"/>
                  <a:pt x="1240321" y="615639"/>
                  <a:pt x="1223991" y="615639"/>
                </a:cubicBezTo>
                <a:cubicBezTo>
                  <a:pt x="1207661" y="615764"/>
                  <a:pt x="1194220" y="602448"/>
                  <a:pt x="1194220" y="586119"/>
                </a:cubicBezTo>
                <a:cubicBezTo>
                  <a:pt x="1194220" y="569788"/>
                  <a:pt x="1207409" y="556473"/>
                  <a:pt x="1223740" y="556348"/>
                </a:cubicBezTo>
                <a:close/>
                <a:moveTo>
                  <a:pt x="2380527" y="554463"/>
                </a:moveTo>
                <a:cubicBezTo>
                  <a:pt x="2390074" y="554463"/>
                  <a:pt x="2397863" y="562125"/>
                  <a:pt x="2397863" y="571671"/>
                </a:cubicBezTo>
                <a:cubicBezTo>
                  <a:pt x="2397863" y="581218"/>
                  <a:pt x="2390199" y="589006"/>
                  <a:pt x="2380654" y="589006"/>
                </a:cubicBezTo>
                <a:cubicBezTo>
                  <a:pt x="2371106" y="589006"/>
                  <a:pt x="2363318" y="581343"/>
                  <a:pt x="2363318" y="571798"/>
                </a:cubicBezTo>
                <a:cubicBezTo>
                  <a:pt x="2363318" y="562250"/>
                  <a:pt x="2370980" y="554588"/>
                  <a:pt x="2380527" y="554463"/>
                </a:cubicBezTo>
                <a:close/>
                <a:moveTo>
                  <a:pt x="282253" y="547808"/>
                </a:moveTo>
                <a:cubicBezTo>
                  <a:pt x="284765" y="547808"/>
                  <a:pt x="286775" y="549818"/>
                  <a:pt x="286775" y="552205"/>
                </a:cubicBezTo>
                <a:cubicBezTo>
                  <a:pt x="286775" y="554591"/>
                  <a:pt x="284891" y="556601"/>
                  <a:pt x="282378" y="556601"/>
                </a:cubicBezTo>
                <a:cubicBezTo>
                  <a:pt x="279992" y="556601"/>
                  <a:pt x="277982" y="554717"/>
                  <a:pt x="277982" y="552205"/>
                </a:cubicBezTo>
                <a:cubicBezTo>
                  <a:pt x="277982" y="549818"/>
                  <a:pt x="279992" y="547808"/>
                  <a:pt x="282253" y="547808"/>
                </a:cubicBezTo>
                <a:close/>
                <a:moveTo>
                  <a:pt x="834333" y="545042"/>
                </a:moveTo>
                <a:cubicBezTo>
                  <a:pt x="843628" y="544917"/>
                  <a:pt x="851165" y="552454"/>
                  <a:pt x="851165" y="561749"/>
                </a:cubicBezTo>
                <a:cubicBezTo>
                  <a:pt x="851291" y="571045"/>
                  <a:pt x="843754" y="578582"/>
                  <a:pt x="834459" y="578582"/>
                </a:cubicBezTo>
                <a:cubicBezTo>
                  <a:pt x="825037" y="578707"/>
                  <a:pt x="817500" y="571170"/>
                  <a:pt x="817500" y="561875"/>
                </a:cubicBezTo>
                <a:cubicBezTo>
                  <a:pt x="817375" y="552579"/>
                  <a:pt x="824912" y="544917"/>
                  <a:pt x="834333" y="545042"/>
                </a:cubicBezTo>
                <a:close/>
                <a:moveTo>
                  <a:pt x="1023634" y="541777"/>
                </a:moveTo>
                <a:cubicBezTo>
                  <a:pt x="1034940" y="541777"/>
                  <a:pt x="1044110" y="550821"/>
                  <a:pt x="1044110" y="562126"/>
                </a:cubicBezTo>
                <a:cubicBezTo>
                  <a:pt x="1044110" y="573432"/>
                  <a:pt x="1035065" y="582602"/>
                  <a:pt x="1023761" y="582602"/>
                </a:cubicBezTo>
                <a:cubicBezTo>
                  <a:pt x="1012455" y="582727"/>
                  <a:pt x="1003285" y="573683"/>
                  <a:pt x="1003285" y="562378"/>
                </a:cubicBezTo>
                <a:cubicBezTo>
                  <a:pt x="1003160" y="551198"/>
                  <a:pt x="1012329" y="542029"/>
                  <a:pt x="1023634" y="541777"/>
                </a:cubicBezTo>
                <a:close/>
                <a:moveTo>
                  <a:pt x="1306395" y="540897"/>
                </a:moveTo>
                <a:cubicBezTo>
                  <a:pt x="1319709" y="540772"/>
                  <a:pt x="1330513" y="551574"/>
                  <a:pt x="1330638" y="564890"/>
                </a:cubicBezTo>
                <a:cubicBezTo>
                  <a:pt x="1330764" y="578204"/>
                  <a:pt x="1319961" y="589133"/>
                  <a:pt x="1306646" y="589133"/>
                </a:cubicBezTo>
                <a:cubicBezTo>
                  <a:pt x="1293331" y="589258"/>
                  <a:pt x="1282402" y="578456"/>
                  <a:pt x="1282402" y="565140"/>
                </a:cubicBezTo>
                <a:cubicBezTo>
                  <a:pt x="1282402" y="551826"/>
                  <a:pt x="1293206" y="541022"/>
                  <a:pt x="1306395" y="540897"/>
                </a:cubicBezTo>
                <a:close/>
                <a:moveTo>
                  <a:pt x="1729967" y="540772"/>
                </a:moveTo>
                <a:cubicBezTo>
                  <a:pt x="1742529" y="540772"/>
                  <a:pt x="1752830" y="550946"/>
                  <a:pt x="1752830" y="563508"/>
                </a:cubicBezTo>
                <a:cubicBezTo>
                  <a:pt x="1752830" y="576069"/>
                  <a:pt x="1742654" y="586370"/>
                  <a:pt x="1730092" y="586370"/>
                </a:cubicBezTo>
                <a:cubicBezTo>
                  <a:pt x="1717531" y="586370"/>
                  <a:pt x="1707231" y="576194"/>
                  <a:pt x="1707231" y="563633"/>
                </a:cubicBezTo>
                <a:cubicBezTo>
                  <a:pt x="1707231" y="551072"/>
                  <a:pt x="1717280" y="540772"/>
                  <a:pt x="1729967" y="540772"/>
                </a:cubicBezTo>
                <a:close/>
                <a:moveTo>
                  <a:pt x="2202281" y="540395"/>
                </a:moveTo>
                <a:cubicBezTo>
                  <a:pt x="2211324" y="540395"/>
                  <a:pt x="2218736" y="547680"/>
                  <a:pt x="2218736" y="556724"/>
                </a:cubicBezTo>
                <a:cubicBezTo>
                  <a:pt x="2218736" y="565770"/>
                  <a:pt x="2211451" y="573180"/>
                  <a:pt x="2202407" y="573180"/>
                </a:cubicBezTo>
                <a:cubicBezTo>
                  <a:pt x="2193362" y="573180"/>
                  <a:pt x="2185950" y="565895"/>
                  <a:pt x="2185950" y="556851"/>
                </a:cubicBezTo>
                <a:cubicBezTo>
                  <a:pt x="2185950" y="547806"/>
                  <a:pt x="2193237" y="540520"/>
                  <a:pt x="2202281" y="540395"/>
                </a:cubicBezTo>
                <a:close/>
                <a:moveTo>
                  <a:pt x="2012853" y="540142"/>
                </a:moveTo>
                <a:cubicBezTo>
                  <a:pt x="2023153" y="540017"/>
                  <a:pt x="2031444" y="548307"/>
                  <a:pt x="2031570" y="558607"/>
                </a:cubicBezTo>
                <a:cubicBezTo>
                  <a:pt x="2031570" y="568907"/>
                  <a:pt x="2023280" y="577198"/>
                  <a:pt x="2012978" y="577323"/>
                </a:cubicBezTo>
                <a:cubicBezTo>
                  <a:pt x="2002804" y="577323"/>
                  <a:pt x="1994387" y="569033"/>
                  <a:pt x="1994387" y="558733"/>
                </a:cubicBezTo>
                <a:cubicBezTo>
                  <a:pt x="1994387" y="548558"/>
                  <a:pt x="2002677" y="540142"/>
                  <a:pt x="2012853" y="540142"/>
                </a:cubicBezTo>
                <a:close/>
                <a:moveTo>
                  <a:pt x="548559" y="531476"/>
                </a:moveTo>
                <a:cubicBezTo>
                  <a:pt x="556975" y="531351"/>
                  <a:pt x="563759" y="538135"/>
                  <a:pt x="563759" y="546425"/>
                </a:cubicBezTo>
                <a:cubicBezTo>
                  <a:pt x="563759" y="554716"/>
                  <a:pt x="557100" y="561499"/>
                  <a:pt x="548811" y="561499"/>
                </a:cubicBezTo>
                <a:cubicBezTo>
                  <a:pt x="540519" y="561624"/>
                  <a:pt x="533737" y="554841"/>
                  <a:pt x="533737" y="546550"/>
                </a:cubicBezTo>
                <a:cubicBezTo>
                  <a:pt x="533737" y="538260"/>
                  <a:pt x="540519" y="531476"/>
                  <a:pt x="548559" y="531476"/>
                </a:cubicBezTo>
                <a:close/>
                <a:moveTo>
                  <a:pt x="2487677" y="530094"/>
                </a:moveTo>
                <a:cubicBezTo>
                  <a:pt x="2492953" y="529968"/>
                  <a:pt x="2497223" y="534239"/>
                  <a:pt x="2497223" y="539515"/>
                </a:cubicBezTo>
                <a:cubicBezTo>
                  <a:pt x="2497223" y="544791"/>
                  <a:pt x="2492953" y="549062"/>
                  <a:pt x="2487677" y="549062"/>
                </a:cubicBezTo>
                <a:cubicBezTo>
                  <a:pt x="2482400" y="549062"/>
                  <a:pt x="2478130" y="544791"/>
                  <a:pt x="2478130" y="539515"/>
                </a:cubicBezTo>
                <a:cubicBezTo>
                  <a:pt x="2478130" y="534365"/>
                  <a:pt x="2482275" y="529968"/>
                  <a:pt x="2487677" y="530094"/>
                </a:cubicBezTo>
                <a:close/>
                <a:moveTo>
                  <a:pt x="1390557" y="527331"/>
                </a:moveTo>
                <a:cubicBezTo>
                  <a:pt x="1403621" y="527331"/>
                  <a:pt x="1414298" y="537883"/>
                  <a:pt x="1414298" y="550947"/>
                </a:cubicBezTo>
                <a:cubicBezTo>
                  <a:pt x="1414298" y="564011"/>
                  <a:pt x="1403746" y="574563"/>
                  <a:pt x="1390682" y="574688"/>
                </a:cubicBezTo>
                <a:cubicBezTo>
                  <a:pt x="1377618" y="574688"/>
                  <a:pt x="1366941" y="564136"/>
                  <a:pt x="1366941" y="551072"/>
                </a:cubicBezTo>
                <a:cubicBezTo>
                  <a:pt x="1366941" y="537883"/>
                  <a:pt x="1377493" y="527331"/>
                  <a:pt x="1390557" y="527331"/>
                </a:cubicBezTo>
                <a:close/>
                <a:moveTo>
                  <a:pt x="1645932" y="526578"/>
                </a:moveTo>
                <a:cubicBezTo>
                  <a:pt x="1658870" y="526453"/>
                  <a:pt x="1669421" y="537004"/>
                  <a:pt x="1669421" y="549942"/>
                </a:cubicBezTo>
                <a:cubicBezTo>
                  <a:pt x="1669421" y="562880"/>
                  <a:pt x="1658996" y="573432"/>
                  <a:pt x="1646057" y="573432"/>
                </a:cubicBezTo>
                <a:cubicBezTo>
                  <a:pt x="1632993" y="573557"/>
                  <a:pt x="1622442" y="563006"/>
                  <a:pt x="1622442" y="550068"/>
                </a:cubicBezTo>
                <a:cubicBezTo>
                  <a:pt x="1622316" y="537130"/>
                  <a:pt x="1632868" y="526578"/>
                  <a:pt x="1645932" y="526578"/>
                </a:cubicBezTo>
                <a:close/>
                <a:moveTo>
                  <a:pt x="1475597" y="520046"/>
                </a:moveTo>
                <a:cubicBezTo>
                  <a:pt x="1488661" y="520046"/>
                  <a:pt x="1499338" y="530598"/>
                  <a:pt x="1499338" y="543662"/>
                </a:cubicBezTo>
                <a:cubicBezTo>
                  <a:pt x="1499338" y="556726"/>
                  <a:pt x="1488787" y="567403"/>
                  <a:pt x="1475723" y="567403"/>
                </a:cubicBezTo>
                <a:cubicBezTo>
                  <a:pt x="1462659" y="567403"/>
                  <a:pt x="1451982" y="556851"/>
                  <a:pt x="1451982" y="543787"/>
                </a:cubicBezTo>
                <a:cubicBezTo>
                  <a:pt x="1451856" y="530723"/>
                  <a:pt x="1462408" y="520046"/>
                  <a:pt x="1475597" y="520046"/>
                </a:cubicBezTo>
                <a:close/>
                <a:moveTo>
                  <a:pt x="1560766" y="519794"/>
                </a:moveTo>
                <a:cubicBezTo>
                  <a:pt x="1573703" y="519794"/>
                  <a:pt x="1584255" y="530220"/>
                  <a:pt x="1584255" y="543159"/>
                </a:cubicBezTo>
                <a:cubicBezTo>
                  <a:pt x="1584380" y="556222"/>
                  <a:pt x="1573830" y="566774"/>
                  <a:pt x="1560891" y="566774"/>
                </a:cubicBezTo>
                <a:cubicBezTo>
                  <a:pt x="1547952" y="566900"/>
                  <a:pt x="1537400" y="556348"/>
                  <a:pt x="1537400" y="543410"/>
                </a:cubicBezTo>
                <a:cubicBezTo>
                  <a:pt x="1537400" y="530471"/>
                  <a:pt x="1547827" y="519919"/>
                  <a:pt x="1560766" y="519794"/>
                </a:cubicBezTo>
                <a:close/>
                <a:moveTo>
                  <a:pt x="722412" y="507985"/>
                </a:moveTo>
                <a:cubicBezTo>
                  <a:pt x="731581" y="507985"/>
                  <a:pt x="739118" y="515397"/>
                  <a:pt x="739118" y="524566"/>
                </a:cubicBezTo>
                <a:cubicBezTo>
                  <a:pt x="739118" y="533736"/>
                  <a:pt x="731706" y="541273"/>
                  <a:pt x="722537" y="541273"/>
                </a:cubicBezTo>
                <a:cubicBezTo>
                  <a:pt x="713493" y="541273"/>
                  <a:pt x="705956" y="533862"/>
                  <a:pt x="705956" y="524692"/>
                </a:cubicBezTo>
                <a:cubicBezTo>
                  <a:pt x="705956" y="515522"/>
                  <a:pt x="713367" y="508110"/>
                  <a:pt x="722412" y="507985"/>
                </a:cubicBezTo>
                <a:close/>
                <a:moveTo>
                  <a:pt x="1934593" y="505473"/>
                </a:moveTo>
                <a:cubicBezTo>
                  <a:pt x="1945397" y="505348"/>
                  <a:pt x="1954190" y="514015"/>
                  <a:pt x="1954190" y="524817"/>
                </a:cubicBezTo>
                <a:cubicBezTo>
                  <a:pt x="1954316" y="535495"/>
                  <a:pt x="1945647" y="544288"/>
                  <a:pt x="1934845" y="544288"/>
                </a:cubicBezTo>
                <a:cubicBezTo>
                  <a:pt x="1924042" y="544414"/>
                  <a:pt x="1915249" y="535746"/>
                  <a:pt x="1915249" y="524944"/>
                </a:cubicBezTo>
                <a:cubicBezTo>
                  <a:pt x="1915249" y="514266"/>
                  <a:pt x="1923916" y="505473"/>
                  <a:pt x="1934593" y="505473"/>
                </a:cubicBezTo>
                <a:close/>
                <a:moveTo>
                  <a:pt x="1101515" y="505223"/>
                </a:moveTo>
                <a:cubicBezTo>
                  <a:pt x="1114076" y="505223"/>
                  <a:pt x="1124377" y="515397"/>
                  <a:pt x="1124377" y="527959"/>
                </a:cubicBezTo>
                <a:cubicBezTo>
                  <a:pt x="1124377" y="540520"/>
                  <a:pt x="1114201" y="550821"/>
                  <a:pt x="1101640" y="550821"/>
                </a:cubicBezTo>
                <a:cubicBezTo>
                  <a:pt x="1089078" y="550821"/>
                  <a:pt x="1078779" y="540645"/>
                  <a:pt x="1078779" y="528084"/>
                </a:cubicBezTo>
                <a:cubicBezTo>
                  <a:pt x="1078779" y="515397"/>
                  <a:pt x="1088953" y="505223"/>
                  <a:pt x="1101515" y="505223"/>
                </a:cubicBezTo>
                <a:close/>
                <a:moveTo>
                  <a:pt x="2593068" y="504343"/>
                </a:moveTo>
                <a:cubicBezTo>
                  <a:pt x="2595580" y="504343"/>
                  <a:pt x="2597717" y="506353"/>
                  <a:pt x="2597717" y="508991"/>
                </a:cubicBezTo>
                <a:cubicBezTo>
                  <a:pt x="2597717" y="511503"/>
                  <a:pt x="2595580" y="513639"/>
                  <a:pt x="2593068" y="513639"/>
                </a:cubicBezTo>
                <a:cubicBezTo>
                  <a:pt x="2590555" y="513639"/>
                  <a:pt x="2588420" y="511503"/>
                  <a:pt x="2588420" y="508991"/>
                </a:cubicBezTo>
                <a:cubicBezTo>
                  <a:pt x="2588420" y="506353"/>
                  <a:pt x="2590555" y="504343"/>
                  <a:pt x="2593068" y="504343"/>
                </a:cubicBezTo>
                <a:close/>
                <a:moveTo>
                  <a:pt x="2313826" y="504094"/>
                </a:moveTo>
                <a:cubicBezTo>
                  <a:pt x="2321990" y="504094"/>
                  <a:pt x="2328647" y="510751"/>
                  <a:pt x="2328647" y="518917"/>
                </a:cubicBezTo>
                <a:cubicBezTo>
                  <a:pt x="2328647" y="527082"/>
                  <a:pt x="2321990" y="533739"/>
                  <a:pt x="2313826" y="533739"/>
                </a:cubicBezTo>
                <a:cubicBezTo>
                  <a:pt x="2305535" y="533739"/>
                  <a:pt x="2298878" y="527082"/>
                  <a:pt x="2298878" y="518917"/>
                </a:cubicBezTo>
                <a:cubicBezTo>
                  <a:pt x="2298878" y="510751"/>
                  <a:pt x="2305535" y="504094"/>
                  <a:pt x="2313826" y="504094"/>
                </a:cubicBezTo>
                <a:close/>
                <a:moveTo>
                  <a:pt x="443169" y="503715"/>
                </a:moveTo>
                <a:cubicBezTo>
                  <a:pt x="450329" y="503715"/>
                  <a:pt x="456233" y="509619"/>
                  <a:pt x="456233" y="516779"/>
                </a:cubicBezTo>
                <a:cubicBezTo>
                  <a:pt x="456233" y="523939"/>
                  <a:pt x="450329" y="529843"/>
                  <a:pt x="443169" y="529843"/>
                </a:cubicBezTo>
                <a:cubicBezTo>
                  <a:pt x="436009" y="529843"/>
                  <a:pt x="430105" y="523939"/>
                  <a:pt x="430105" y="516779"/>
                </a:cubicBezTo>
                <a:cubicBezTo>
                  <a:pt x="430105" y="509494"/>
                  <a:pt x="435882" y="503715"/>
                  <a:pt x="443169" y="503715"/>
                </a:cubicBezTo>
                <a:close/>
                <a:moveTo>
                  <a:pt x="906561" y="499945"/>
                </a:moveTo>
                <a:cubicBezTo>
                  <a:pt x="915858" y="499820"/>
                  <a:pt x="923395" y="507357"/>
                  <a:pt x="923395" y="516652"/>
                </a:cubicBezTo>
                <a:cubicBezTo>
                  <a:pt x="923520" y="525948"/>
                  <a:pt x="915983" y="533485"/>
                  <a:pt x="906688" y="533485"/>
                </a:cubicBezTo>
                <a:cubicBezTo>
                  <a:pt x="897517" y="533610"/>
                  <a:pt x="889855" y="526073"/>
                  <a:pt x="889855" y="516778"/>
                </a:cubicBezTo>
                <a:cubicBezTo>
                  <a:pt x="889855" y="507482"/>
                  <a:pt x="897392" y="499945"/>
                  <a:pt x="906561" y="499945"/>
                </a:cubicBezTo>
                <a:close/>
                <a:moveTo>
                  <a:pt x="2129547" y="495047"/>
                </a:moveTo>
                <a:cubicBezTo>
                  <a:pt x="2139094" y="495047"/>
                  <a:pt x="2146883" y="502709"/>
                  <a:pt x="2146883" y="512255"/>
                </a:cubicBezTo>
                <a:cubicBezTo>
                  <a:pt x="2146883" y="521802"/>
                  <a:pt x="2139220" y="529590"/>
                  <a:pt x="2129674" y="529590"/>
                </a:cubicBezTo>
                <a:cubicBezTo>
                  <a:pt x="2120127" y="529590"/>
                  <a:pt x="2112339" y="521927"/>
                  <a:pt x="2112339" y="512382"/>
                </a:cubicBezTo>
                <a:cubicBezTo>
                  <a:pt x="2112213" y="502834"/>
                  <a:pt x="2120001" y="495047"/>
                  <a:pt x="2129547" y="495047"/>
                </a:cubicBezTo>
                <a:close/>
                <a:moveTo>
                  <a:pt x="338778" y="483868"/>
                </a:moveTo>
                <a:cubicBezTo>
                  <a:pt x="341164" y="483868"/>
                  <a:pt x="343174" y="485753"/>
                  <a:pt x="343174" y="488265"/>
                </a:cubicBezTo>
                <a:cubicBezTo>
                  <a:pt x="343174" y="490652"/>
                  <a:pt x="341164" y="492662"/>
                  <a:pt x="338778" y="492662"/>
                </a:cubicBezTo>
                <a:cubicBezTo>
                  <a:pt x="336392" y="492662"/>
                  <a:pt x="334382" y="490652"/>
                  <a:pt x="334382" y="488265"/>
                </a:cubicBezTo>
                <a:cubicBezTo>
                  <a:pt x="334382" y="485753"/>
                  <a:pt x="336392" y="483743"/>
                  <a:pt x="338778" y="483868"/>
                </a:cubicBezTo>
                <a:close/>
                <a:moveTo>
                  <a:pt x="1181909" y="476708"/>
                </a:moveTo>
                <a:cubicBezTo>
                  <a:pt x="1194471" y="476708"/>
                  <a:pt x="1204772" y="486882"/>
                  <a:pt x="1204772" y="499444"/>
                </a:cubicBezTo>
                <a:cubicBezTo>
                  <a:pt x="1204772" y="512005"/>
                  <a:pt x="1194596" y="522306"/>
                  <a:pt x="1182034" y="522306"/>
                </a:cubicBezTo>
                <a:cubicBezTo>
                  <a:pt x="1169472" y="522306"/>
                  <a:pt x="1159173" y="512130"/>
                  <a:pt x="1159173" y="499569"/>
                </a:cubicBezTo>
                <a:cubicBezTo>
                  <a:pt x="1159173" y="487008"/>
                  <a:pt x="1169347" y="476708"/>
                  <a:pt x="1181909" y="476708"/>
                </a:cubicBezTo>
                <a:close/>
                <a:moveTo>
                  <a:pt x="1853949" y="475703"/>
                </a:moveTo>
                <a:cubicBezTo>
                  <a:pt x="1865883" y="475578"/>
                  <a:pt x="1875555" y="485250"/>
                  <a:pt x="1875555" y="497057"/>
                </a:cubicBezTo>
                <a:cubicBezTo>
                  <a:pt x="1875682" y="508866"/>
                  <a:pt x="1866010" y="518538"/>
                  <a:pt x="1854201" y="518538"/>
                </a:cubicBezTo>
                <a:cubicBezTo>
                  <a:pt x="1842267" y="518663"/>
                  <a:pt x="1832595" y="508991"/>
                  <a:pt x="1832595" y="497184"/>
                </a:cubicBezTo>
                <a:cubicBezTo>
                  <a:pt x="1832595" y="485250"/>
                  <a:pt x="1842142" y="475578"/>
                  <a:pt x="1853949" y="475703"/>
                </a:cubicBezTo>
                <a:close/>
                <a:moveTo>
                  <a:pt x="612749" y="475200"/>
                </a:moveTo>
                <a:cubicBezTo>
                  <a:pt x="621039" y="475075"/>
                  <a:pt x="627823" y="481859"/>
                  <a:pt x="627823" y="490149"/>
                </a:cubicBezTo>
                <a:cubicBezTo>
                  <a:pt x="627949" y="498440"/>
                  <a:pt x="621166" y="505223"/>
                  <a:pt x="612875" y="505223"/>
                </a:cubicBezTo>
                <a:cubicBezTo>
                  <a:pt x="604585" y="505348"/>
                  <a:pt x="597801" y="498565"/>
                  <a:pt x="597801" y="490274"/>
                </a:cubicBezTo>
                <a:cubicBezTo>
                  <a:pt x="597801" y="481984"/>
                  <a:pt x="604458" y="475200"/>
                  <a:pt x="612749" y="475200"/>
                </a:cubicBezTo>
                <a:close/>
                <a:moveTo>
                  <a:pt x="2423111" y="471056"/>
                </a:moveTo>
                <a:cubicBezTo>
                  <a:pt x="2430145" y="471056"/>
                  <a:pt x="2435797" y="476583"/>
                  <a:pt x="2435797" y="483617"/>
                </a:cubicBezTo>
                <a:cubicBezTo>
                  <a:pt x="2435797" y="490652"/>
                  <a:pt x="2430145" y="496304"/>
                  <a:pt x="2423236" y="496304"/>
                </a:cubicBezTo>
                <a:cubicBezTo>
                  <a:pt x="2416328" y="496304"/>
                  <a:pt x="2410549" y="490652"/>
                  <a:pt x="2410549" y="483743"/>
                </a:cubicBezTo>
                <a:cubicBezTo>
                  <a:pt x="2410549" y="476708"/>
                  <a:pt x="2416202" y="471056"/>
                  <a:pt x="2423111" y="471056"/>
                </a:cubicBezTo>
                <a:close/>
                <a:moveTo>
                  <a:pt x="792251" y="465781"/>
                </a:moveTo>
                <a:cubicBezTo>
                  <a:pt x="797653" y="465781"/>
                  <a:pt x="802049" y="470051"/>
                  <a:pt x="802049" y="475453"/>
                </a:cubicBezTo>
                <a:cubicBezTo>
                  <a:pt x="802049" y="480855"/>
                  <a:pt x="797778" y="485252"/>
                  <a:pt x="792378" y="485252"/>
                </a:cubicBezTo>
                <a:cubicBezTo>
                  <a:pt x="786976" y="485377"/>
                  <a:pt x="782580" y="480980"/>
                  <a:pt x="782580" y="475578"/>
                </a:cubicBezTo>
                <a:cubicBezTo>
                  <a:pt x="782580" y="470303"/>
                  <a:pt x="786851" y="465906"/>
                  <a:pt x="792251" y="465781"/>
                </a:cubicBezTo>
                <a:close/>
                <a:moveTo>
                  <a:pt x="981929" y="464524"/>
                </a:moveTo>
                <a:cubicBezTo>
                  <a:pt x="988713" y="464397"/>
                  <a:pt x="994365" y="469924"/>
                  <a:pt x="994365" y="476833"/>
                </a:cubicBezTo>
                <a:cubicBezTo>
                  <a:pt x="994491" y="483617"/>
                  <a:pt x="988838" y="489269"/>
                  <a:pt x="982056" y="489269"/>
                </a:cubicBezTo>
                <a:cubicBezTo>
                  <a:pt x="975272" y="489269"/>
                  <a:pt x="969620" y="483742"/>
                  <a:pt x="969620" y="476958"/>
                </a:cubicBezTo>
                <a:cubicBezTo>
                  <a:pt x="969620" y="470051"/>
                  <a:pt x="975147" y="464524"/>
                  <a:pt x="981929" y="464524"/>
                </a:cubicBezTo>
                <a:close/>
                <a:moveTo>
                  <a:pt x="2053802" y="464146"/>
                </a:moveTo>
                <a:cubicBezTo>
                  <a:pt x="2058702" y="464146"/>
                  <a:pt x="2062721" y="468040"/>
                  <a:pt x="2062721" y="472939"/>
                </a:cubicBezTo>
                <a:cubicBezTo>
                  <a:pt x="2062721" y="477837"/>
                  <a:pt x="2058827" y="481857"/>
                  <a:pt x="2053929" y="481857"/>
                </a:cubicBezTo>
                <a:cubicBezTo>
                  <a:pt x="2049030" y="481857"/>
                  <a:pt x="2045010" y="477963"/>
                  <a:pt x="2045010" y="473065"/>
                </a:cubicBezTo>
                <a:cubicBezTo>
                  <a:pt x="2045010" y="468165"/>
                  <a:pt x="2049030" y="464146"/>
                  <a:pt x="2053802" y="464146"/>
                </a:cubicBezTo>
                <a:close/>
                <a:moveTo>
                  <a:pt x="2243608" y="463141"/>
                </a:moveTo>
                <a:cubicBezTo>
                  <a:pt x="2247502" y="463141"/>
                  <a:pt x="2250767" y="466281"/>
                  <a:pt x="2250767" y="470175"/>
                </a:cubicBezTo>
                <a:cubicBezTo>
                  <a:pt x="2250767" y="474070"/>
                  <a:pt x="2247627" y="477335"/>
                  <a:pt x="2243733" y="477335"/>
                </a:cubicBezTo>
                <a:cubicBezTo>
                  <a:pt x="2239713" y="477335"/>
                  <a:pt x="2236573" y="474195"/>
                  <a:pt x="2236573" y="470301"/>
                </a:cubicBezTo>
                <a:cubicBezTo>
                  <a:pt x="2236573" y="466407"/>
                  <a:pt x="2239713" y="463266"/>
                  <a:pt x="2243608" y="463141"/>
                </a:cubicBezTo>
                <a:close/>
                <a:moveTo>
                  <a:pt x="1771671" y="462011"/>
                </a:moveTo>
                <a:cubicBezTo>
                  <a:pt x="1778956" y="461886"/>
                  <a:pt x="1784985" y="467915"/>
                  <a:pt x="1784985" y="475202"/>
                </a:cubicBezTo>
                <a:cubicBezTo>
                  <a:pt x="1784985" y="482487"/>
                  <a:pt x="1779081" y="488517"/>
                  <a:pt x="1771797" y="488517"/>
                </a:cubicBezTo>
                <a:cubicBezTo>
                  <a:pt x="1764511" y="488642"/>
                  <a:pt x="1758482" y="482612"/>
                  <a:pt x="1758482" y="475327"/>
                </a:cubicBezTo>
                <a:cubicBezTo>
                  <a:pt x="1758356" y="468041"/>
                  <a:pt x="1764385" y="462011"/>
                  <a:pt x="1771671" y="462011"/>
                </a:cubicBezTo>
                <a:close/>
                <a:moveTo>
                  <a:pt x="1264063" y="458494"/>
                </a:moveTo>
                <a:cubicBezTo>
                  <a:pt x="1274363" y="458369"/>
                  <a:pt x="1282779" y="466659"/>
                  <a:pt x="1282779" y="476960"/>
                </a:cubicBezTo>
                <a:cubicBezTo>
                  <a:pt x="1282905" y="487260"/>
                  <a:pt x="1274615" y="495677"/>
                  <a:pt x="1264314" y="495677"/>
                </a:cubicBezTo>
                <a:cubicBezTo>
                  <a:pt x="1254139" y="495802"/>
                  <a:pt x="1245723" y="487512"/>
                  <a:pt x="1245723" y="477211"/>
                </a:cubicBezTo>
                <a:cubicBezTo>
                  <a:pt x="1245597" y="466911"/>
                  <a:pt x="1253887" y="458619"/>
                  <a:pt x="1264063" y="458494"/>
                </a:cubicBezTo>
                <a:close/>
                <a:moveTo>
                  <a:pt x="504846" y="449952"/>
                </a:moveTo>
                <a:cubicBezTo>
                  <a:pt x="509242" y="449952"/>
                  <a:pt x="512886" y="453469"/>
                  <a:pt x="512886" y="457866"/>
                </a:cubicBezTo>
                <a:cubicBezTo>
                  <a:pt x="512886" y="462262"/>
                  <a:pt x="509369" y="465906"/>
                  <a:pt x="504972" y="465906"/>
                </a:cubicBezTo>
                <a:cubicBezTo>
                  <a:pt x="500574" y="465906"/>
                  <a:pt x="496932" y="462389"/>
                  <a:pt x="496932" y="457992"/>
                </a:cubicBezTo>
                <a:cubicBezTo>
                  <a:pt x="496932" y="453595"/>
                  <a:pt x="500449" y="449952"/>
                  <a:pt x="504846" y="449952"/>
                </a:cubicBezTo>
                <a:close/>
                <a:moveTo>
                  <a:pt x="2530763" y="448068"/>
                </a:moveTo>
                <a:cubicBezTo>
                  <a:pt x="2532144" y="448068"/>
                  <a:pt x="2533276" y="449073"/>
                  <a:pt x="2533276" y="450455"/>
                </a:cubicBezTo>
                <a:cubicBezTo>
                  <a:pt x="2533276" y="451837"/>
                  <a:pt x="2532271" y="452967"/>
                  <a:pt x="2530888" y="452967"/>
                </a:cubicBezTo>
                <a:cubicBezTo>
                  <a:pt x="2529632" y="452967"/>
                  <a:pt x="2528501" y="451962"/>
                  <a:pt x="2528501" y="450580"/>
                </a:cubicBezTo>
                <a:cubicBezTo>
                  <a:pt x="2528501" y="449198"/>
                  <a:pt x="2529632" y="448193"/>
                  <a:pt x="2530763" y="448068"/>
                </a:cubicBezTo>
                <a:close/>
                <a:moveTo>
                  <a:pt x="1687761" y="445054"/>
                </a:moveTo>
                <a:cubicBezTo>
                  <a:pt x="1695801" y="445054"/>
                  <a:pt x="1702458" y="451586"/>
                  <a:pt x="1702458" y="459625"/>
                </a:cubicBezTo>
                <a:cubicBezTo>
                  <a:pt x="1702458" y="467790"/>
                  <a:pt x="1695926" y="474322"/>
                  <a:pt x="1687886" y="474322"/>
                </a:cubicBezTo>
                <a:cubicBezTo>
                  <a:pt x="1679847" y="474322"/>
                  <a:pt x="1673315" y="467790"/>
                  <a:pt x="1673315" y="459751"/>
                </a:cubicBezTo>
                <a:cubicBezTo>
                  <a:pt x="1673189" y="451711"/>
                  <a:pt x="1679721" y="445179"/>
                  <a:pt x="1687761" y="445054"/>
                </a:cubicBezTo>
                <a:close/>
                <a:moveTo>
                  <a:pt x="1347848" y="443043"/>
                </a:moveTo>
                <a:cubicBezTo>
                  <a:pt x="1357771" y="443043"/>
                  <a:pt x="1365810" y="450957"/>
                  <a:pt x="1365810" y="460880"/>
                </a:cubicBezTo>
                <a:cubicBezTo>
                  <a:pt x="1365810" y="470804"/>
                  <a:pt x="1357897" y="478843"/>
                  <a:pt x="1347973" y="478843"/>
                </a:cubicBezTo>
                <a:cubicBezTo>
                  <a:pt x="1338049" y="478843"/>
                  <a:pt x="1330009" y="470930"/>
                  <a:pt x="1330009" y="461006"/>
                </a:cubicBezTo>
                <a:cubicBezTo>
                  <a:pt x="1330009" y="451082"/>
                  <a:pt x="1338049" y="443043"/>
                  <a:pt x="1347848" y="443043"/>
                </a:cubicBezTo>
                <a:close/>
                <a:moveTo>
                  <a:pt x="1602972" y="435506"/>
                </a:moveTo>
                <a:cubicBezTo>
                  <a:pt x="1611262" y="435381"/>
                  <a:pt x="1618046" y="442165"/>
                  <a:pt x="1618046" y="450455"/>
                </a:cubicBezTo>
                <a:cubicBezTo>
                  <a:pt x="1618171" y="458746"/>
                  <a:pt x="1611389" y="465529"/>
                  <a:pt x="1603097" y="465529"/>
                </a:cubicBezTo>
                <a:cubicBezTo>
                  <a:pt x="1594807" y="465654"/>
                  <a:pt x="1588023" y="458871"/>
                  <a:pt x="1588023" y="450580"/>
                </a:cubicBezTo>
                <a:cubicBezTo>
                  <a:pt x="1588023" y="442290"/>
                  <a:pt x="1594807" y="435506"/>
                  <a:pt x="1602972" y="435506"/>
                </a:cubicBezTo>
                <a:close/>
                <a:moveTo>
                  <a:pt x="1432511" y="434376"/>
                </a:moveTo>
                <a:cubicBezTo>
                  <a:pt x="1441807" y="434251"/>
                  <a:pt x="1449344" y="441788"/>
                  <a:pt x="1449344" y="451083"/>
                </a:cubicBezTo>
                <a:cubicBezTo>
                  <a:pt x="1449470" y="460379"/>
                  <a:pt x="1441933" y="467916"/>
                  <a:pt x="1432638" y="467916"/>
                </a:cubicBezTo>
                <a:cubicBezTo>
                  <a:pt x="1423341" y="468041"/>
                  <a:pt x="1415804" y="460504"/>
                  <a:pt x="1415804" y="451209"/>
                </a:cubicBezTo>
                <a:cubicBezTo>
                  <a:pt x="1415804" y="441913"/>
                  <a:pt x="1423341" y="434376"/>
                  <a:pt x="1432511" y="434376"/>
                </a:cubicBezTo>
                <a:close/>
                <a:moveTo>
                  <a:pt x="1517805" y="431863"/>
                </a:moveTo>
                <a:cubicBezTo>
                  <a:pt x="1526473" y="431863"/>
                  <a:pt x="1533633" y="438897"/>
                  <a:pt x="1533633" y="447564"/>
                </a:cubicBezTo>
                <a:cubicBezTo>
                  <a:pt x="1533633" y="456358"/>
                  <a:pt x="1526598" y="463392"/>
                  <a:pt x="1517931" y="463392"/>
                </a:cubicBezTo>
                <a:cubicBezTo>
                  <a:pt x="1509263" y="463392"/>
                  <a:pt x="1502229" y="456358"/>
                  <a:pt x="1502229" y="447690"/>
                </a:cubicBezTo>
                <a:cubicBezTo>
                  <a:pt x="1502103" y="439023"/>
                  <a:pt x="1509138" y="431863"/>
                  <a:pt x="1517805" y="431863"/>
                </a:cubicBezTo>
                <a:close/>
                <a:moveTo>
                  <a:pt x="1975671" y="429101"/>
                </a:moveTo>
                <a:cubicBezTo>
                  <a:pt x="1981198" y="429101"/>
                  <a:pt x="1985721" y="433497"/>
                  <a:pt x="1985721" y="439024"/>
                </a:cubicBezTo>
                <a:cubicBezTo>
                  <a:pt x="1985721" y="444424"/>
                  <a:pt x="1981324" y="448946"/>
                  <a:pt x="1975797" y="448946"/>
                </a:cubicBezTo>
                <a:cubicBezTo>
                  <a:pt x="1970269" y="448946"/>
                  <a:pt x="1965747" y="444551"/>
                  <a:pt x="1965747" y="439024"/>
                </a:cubicBezTo>
                <a:cubicBezTo>
                  <a:pt x="1965747" y="433497"/>
                  <a:pt x="1970269" y="428975"/>
                  <a:pt x="1975671" y="429101"/>
                </a:cubicBezTo>
                <a:close/>
                <a:moveTo>
                  <a:pt x="679952" y="427844"/>
                </a:moveTo>
                <a:cubicBezTo>
                  <a:pt x="685478" y="427844"/>
                  <a:pt x="690000" y="432241"/>
                  <a:pt x="690000" y="437768"/>
                </a:cubicBezTo>
                <a:cubicBezTo>
                  <a:pt x="690000" y="443169"/>
                  <a:pt x="685604" y="447691"/>
                  <a:pt x="680077" y="447691"/>
                </a:cubicBezTo>
                <a:cubicBezTo>
                  <a:pt x="674676" y="447691"/>
                  <a:pt x="670154" y="443295"/>
                  <a:pt x="670154" y="437768"/>
                </a:cubicBezTo>
                <a:cubicBezTo>
                  <a:pt x="670154" y="432366"/>
                  <a:pt x="674550" y="427844"/>
                  <a:pt x="679952" y="427844"/>
                </a:cubicBezTo>
                <a:close/>
                <a:moveTo>
                  <a:pt x="1059938" y="426714"/>
                </a:moveTo>
                <a:cubicBezTo>
                  <a:pt x="1068480" y="426714"/>
                  <a:pt x="1075514" y="433623"/>
                  <a:pt x="1075514" y="442165"/>
                </a:cubicBezTo>
                <a:cubicBezTo>
                  <a:pt x="1075514" y="450708"/>
                  <a:pt x="1068605" y="457742"/>
                  <a:pt x="1060063" y="457742"/>
                </a:cubicBezTo>
                <a:cubicBezTo>
                  <a:pt x="1051521" y="457742"/>
                  <a:pt x="1044487" y="450833"/>
                  <a:pt x="1044487" y="442291"/>
                </a:cubicBezTo>
                <a:cubicBezTo>
                  <a:pt x="1044487" y="433749"/>
                  <a:pt x="1051396" y="426839"/>
                  <a:pt x="1059938" y="426714"/>
                </a:cubicBezTo>
                <a:close/>
                <a:moveTo>
                  <a:pt x="2355655" y="425958"/>
                </a:moveTo>
                <a:cubicBezTo>
                  <a:pt x="2358796" y="425958"/>
                  <a:pt x="2361434" y="428596"/>
                  <a:pt x="2361434" y="431736"/>
                </a:cubicBezTo>
                <a:cubicBezTo>
                  <a:pt x="2361434" y="434877"/>
                  <a:pt x="2358796" y="437515"/>
                  <a:pt x="2355655" y="437515"/>
                </a:cubicBezTo>
                <a:cubicBezTo>
                  <a:pt x="2352515" y="437515"/>
                  <a:pt x="2349877" y="434877"/>
                  <a:pt x="2349877" y="431736"/>
                </a:cubicBezTo>
                <a:cubicBezTo>
                  <a:pt x="2349877" y="428596"/>
                  <a:pt x="2352389" y="425958"/>
                  <a:pt x="2355655" y="425958"/>
                </a:cubicBezTo>
                <a:close/>
                <a:moveTo>
                  <a:pt x="398445" y="422695"/>
                </a:moveTo>
                <a:cubicBezTo>
                  <a:pt x="400958" y="422695"/>
                  <a:pt x="403093" y="424830"/>
                  <a:pt x="403093" y="427343"/>
                </a:cubicBezTo>
                <a:cubicBezTo>
                  <a:pt x="403093" y="429855"/>
                  <a:pt x="401083" y="431991"/>
                  <a:pt x="398445" y="431991"/>
                </a:cubicBezTo>
                <a:cubicBezTo>
                  <a:pt x="395933" y="431991"/>
                  <a:pt x="393798" y="429981"/>
                  <a:pt x="393798" y="427343"/>
                </a:cubicBezTo>
                <a:cubicBezTo>
                  <a:pt x="393798" y="424705"/>
                  <a:pt x="395933" y="422695"/>
                  <a:pt x="398445" y="422695"/>
                </a:cubicBezTo>
                <a:close/>
                <a:moveTo>
                  <a:pt x="865108" y="420935"/>
                </a:moveTo>
                <a:cubicBezTo>
                  <a:pt x="870635" y="420935"/>
                  <a:pt x="875284" y="425457"/>
                  <a:pt x="875284" y="431109"/>
                </a:cubicBezTo>
                <a:cubicBezTo>
                  <a:pt x="875284" y="436636"/>
                  <a:pt x="870762" y="441284"/>
                  <a:pt x="865108" y="441284"/>
                </a:cubicBezTo>
                <a:cubicBezTo>
                  <a:pt x="859456" y="441284"/>
                  <a:pt x="854934" y="436762"/>
                  <a:pt x="854934" y="431109"/>
                </a:cubicBezTo>
                <a:cubicBezTo>
                  <a:pt x="854934" y="425582"/>
                  <a:pt x="859456" y="420935"/>
                  <a:pt x="865108" y="420935"/>
                </a:cubicBezTo>
                <a:close/>
                <a:moveTo>
                  <a:pt x="2170501" y="418423"/>
                </a:moveTo>
                <a:cubicBezTo>
                  <a:pt x="2174897" y="418423"/>
                  <a:pt x="2178541" y="421940"/>
                  <a:pt x="2178541" y="426337"/>
                </a:cubicBezTo>
                <a:cubicBezTo>
                  <a:pt x="2178541" y="430733"/>
                  <a:pt x="2175023" y="434377"/>
                  <a:pt x="2170626" y="434377"/>
                </a:cubicBezTo>
                <a:cubicBezTo>
                  <a:pt x="2166229" y="434377"/>
                  <a:pt x="2162586" y="430860"/>
                  <a:pt x="2162586" y="426463"/>
                </a:cubicBezTo>
                <a:cubicBezTo>
                  <a:pt x="2162586" y="422066"/>
                  <a:pt x="2166104" y="418423"/>
                  <a:pt x="2170501" y="418423"/>
                </a:cubicBezTo>
                <a:close/>
                <a:moveTo>
                  <a:pt x="1895278" y="398828"/>
                </a:moveTo>
                <a:cubicBezTo>
                  <a:pt x="1901683" y="398701"/>
                  <a:pt x="1906835" y="403852"/>
                  <a:pt x="1906835" y="410258"/>
                </a:cubicBezTo>
                <a:cubicBezTo>
                  <a:pt x="1906835" y="416665"/>
                  <a:pt x="1901810" y="421815"/>
                  <a:pt x="1895403" y="421815"/>
                </a:cubicBezTo>
                <a:cubicBezTo>
                  <a:pt x="1888996" y="421815"/>
                  <a:pt x="1883846" y="416665"/>
                  <a:pt x="1883846" y="410384"/>
                </a:cubicBezTo>
                <a:cubicBezTo>
                  <a:pt x="1883846" y="404103"/>
                  <a:pt x="1888996" y="398828"/>
                  <a:pt x="1895278" y="398828"/>
                </a:cubicBezTo>
                <a:close/>
                <a:moveTo>
                  <a:pt x="1140080" y="395184"/>
                </a:moveTo>
                <a:cubicBezTo>
                  <a:pt x="1150002" y="395184"/>
                  <a:pt x="1158042" y="403098"/>
                  <a:pt x="1158042" y="413022"/>
                </a:cubicBezTo>
                <a:cubicBezTo>
                  <a:pt x="1158042" y="422945"/>
                  <a:pt x="1150129" y="430984"/>
                  <a:pt x="1140205" y="430984"/>
                </a:cubicBezTo>
                <a:cubicBezTo>
                  <a:pt x="1130281" y="430984"/>
                  <a:pt x="1122242" y="423071"/>
                  <a:pt x="1122242" y="413147"/>
                </a:cubicBezTo>
                <a:cubicBezTo>
                  <a:pt x="1122117" y="403223"/>
                  <a:pt x="1130156" y="395184"/>
                  <a:pt x="1140080" y="395184"/>
                </a:cubicBezTo>
                <a:close/>
                <a:moveTo>
                  <a:pt x="569786" y="392924"/>
                </a:moveTo>
                <a:cubicBezTo>
                  <a:pt x="575188" y="392924"/>
                  <a:pt x="579584" y="397195"/>
                  <a:pt x="579584" y="402595"/>
                </a:cubicBezTo>
                <a:cubicBezTo>
                  <a:pt x="579584" y="407997"/>
                  <a:pt x="575313" y="412393"/>
                  <a:pt x="569911" y="412393"/>
                </a:cubicBezTo>
                <a:cubicBezTo>
                  <a:pt x="564511" y="412393"/>
                  <a:pt x="560115" y="408122"/>
                  <a:pt x="560115" y="402722"/>
                </a:cubicBezTo>
                <a:cubicBezTo>
                  <a:pt x="560115" y="397320"/>
                  <a:pt x="564386" y="392924"/>
                  <a:pt x="569786" y="392924"/>
                </a:cubicBezTo>
                <a:close/>
                <a:moveTo>
                  <a:pt x="2465442" y="391543"/>
                </a:moveTo>
                <a:cubicBezTo>
                  <a:pt x="2467829" y="391543"/>
                  <a:pt x="2469713" y="393301"/>
                  <a:pt x="2469713" y="395688"/>
                </a:cubicBezTo>
                <a:cubicBezTo>
                  <a:pt x="2469839" y="398075"/>
                  <a:pt x="2467829" y="399960"/>
                  <a:pt x="2465567" y="399960"/>
                </a:cubicBezTo>
                <a:cubicBezTo>
                  <a:pt x="2463182" y="399960"/>
                  <a:pt x="2461297" y="398075"/>
                  <a:pt x="2461297" y="395815"/>
                </a:cubicBezTo>
                <a:cubicBezTo>
                  <a:pt x="2461297" y="393428"/>
                  <a:pt x="2463182" y="391543"/>
                  <a:pt x="2465442" y="391543"/>
                </a:cubicBezTo>
                <a:close/>
                <a:moveTo>
                  <a:pt x="750296" y="379732"/>
                </a:moveTo>
                <a:cubicBezTo>
                  <a:pt x="755698" y="379732"/>
                  <a:pt x="760094" y="384003"/>
                  <a:pt x="760094" y="389404"/>
                </a:cubicBezTo>
                <a:cubicBezTo>
                  <a:pt x="760220" y="394806"/>
                  <a:pt x="755823" y="399203"/>
                  <a:pt x="750422" y="399203"/>
                </a:cubicBezTo>
                <a:cubicBezTo>
                  <a:pt x="745021" y="399328"/>
                  <a:pt x="740624" y="394931"/>
                  <a:pt x="740624" y="389531"/>
                </a:cubicBezTo>
                <a:cubicBezTo>
                  <a:pt x="740624" y="384129"/>
                  <a:pt x="745021" y="379857"/>
                  <a:pt x="750296" y="379732"/>
                </a:cubicBezTo>
                <a:close/>
                <a:moveTo>
                  <a:pt x="940353" y="378980"/>
                </a:moveTo>
                <a:cubicBezTo>
                  <a:pt x="947135" y="378853"/>
                  <a:pt x="952787" y="384380"/>
                  <a:pt x="952787" y="391289"/>
                </a:cubicBezTo>
                <a:cubicBezTo>
                  <a:pt x="952914" y="398073"/>
                  <a:pt x="947387" y="403726"/>
                  <a:pt x="940478" y="403726"/>
                </a:cubicBezTo>
                <a:cubicBezTo>
                  <a:pt x="933694" y="403851"/>
                  <a:pt x="928042" y="398324"/>
                  <a:pt x="928042" y="391415"/>
                </a:cubicBezTo>
                <a:cubicBezTo>
                  <a:pt x="928042" y="384632"/>
                  <a:pt x="933569" y="379105"/>
                  <a:pt x="940353" y="378980"/>
                </a:cubicBezTo>
                <a:close/>
                <a:moveTo>
                  <a:pt x="2094752" y="378353"/>
                </a:moveTo>
                <a:cubicBezTo>
                  <a:pt x="2099652" y="378353"/>
                  <a:pt x="2103671" y="382247"/>
                  <a:pt x="2103671" y="387145"/>
                </a:cubicBezTo>
                <a:cubicBezTo>
                  <a:pt x="2103671" y="392044"/>
                  <a:pt x="2099778" y="396064"/>
                  <a:pt x="2094879" y="396064"/>
                </a:cubicBezTo>
                <a:cubicBezTo>
                  <a:pt x="2089980" y="396064"/>
                  <a:pt x="2085960" y="392170"/>
                  <a:pt x="2085960" y="387272"/>
                </a:cubicBezTo>
                <a:cubicBezTo>
                  <a:pt x="2085960" y="382372"/>
                  <a:pt x="2089855" y="378353"/>
                  <a:pt x="2094752" y="378353"/>
                </a:cubicBezTo>
                <a:close/>
                <a:moveTo>
                  <a:pt x="2284935" y="376845"/>
                </a:moveTo>
                <a:cubicBezTo>
                  <a:pt x="2288830" y="376845"/>
                  <a:pt x="2291971" y="379985"/>
                  <a:pt x="2291971" y="383879"/>
                </a:cubicBezTo>
                <a:cubicBezTo>
                  <a:pt x="2291971" y="387774"/>
                  <a:pt x="2288830" y="391039"/>
                  <a:pt x="2284935" y="391039"/>
                </a:cubicBezTo>
                <a:cubicBezTo>
                  <a:pt x="2281041" y="391039"/>
                  <a:pt x="2277900" y="387899"/>
                  <a:pt x="2277900" y="384005"/>
                </a:cubicBezTo>
                <a:cubicBezTo>
                  <a:pt x="2277774" y="380111"/>
                  <a:pt x="2281041" y="376845"/>
                  <a:pt x="2284935" y="376845"/>
                </a:cubicBezTo>
                <a:close/>
                <a:moveTo>
                  <a:pt x="1813126" y="374206"/>
                </a:moveTo>
                <a:cubicBezTo>
                  <a:pt x="1820412" y="374081"/>
                  <a:pt x="1826442" y="380110"/>
                  <a:pt x="1826442" y="387397"/>
                </a:cubicBezTo>
                <a:cubicBezTo>
                  <a:pt x="1826442" y="394682"/>
                  <a:pt x="1820537" y="400712"/>
                  <a:pt x="1813252" y="400712"/>
                </a:cubicBezTo>
                <a:cubicBezTo>
                  <a:pt x="1805966" y="400837"/>
                  <a:pt x="1799936" y="394807"/>
                  <a:pt x="1799936" y="387522"/>
                </a:cubicBezTo>
                <a:cubicBezTo>
                  <a:pt x="1799936" y="380110"/>
                  <a:pt x="1805841" y="374206"/>
                  <a:pt x="1813126" y="374206"/>
                </a:cubicBezTo>
                <a:close/>
                <a:moveTo>
                  <a:pt x="1222108" y="370941"/>
                </a:moveTo>
                <a:cubicBezTo>
                  <a:pt x="1232409" y="370816"/>
                  <a:pt x="1240824" y="379106"/>
                  <a:pt x="1240824" y="389407"/>
                </a:cubicBezTo>
                <a:cubicBezTo>
                  <a:pt x="1240824" y="399707"/>
                  <a:pt x="1232534" y="408124"/>
                  <a:pt x="1222233" y="408124"/>
                </a:cubicBezTo>
                <a:cubicBezTo>
                  <a:pt x="1211933" y="408249"/>
                  <a:pt x="1203517" y="399959"/>
                  <a:pt x="1203517" y="389658"/>
                </a:cubicBezTo>
                <a:cubicBezTo>
                  <a:pt x="1203391" y="379358"/>
                  <a:pt x="1211681" y="371066"/>
                  <a:pt x="1222108" y="370941"/>
                </a:cubicBezTo>
                <a:close/>
                <a:moveTo>
                  <a:pt x="461253" y="366166"/>
                </a:moveTo>
                <a:cubicBezTo>
                  <a:pt x="463137" y="366166"/>
                  <a:pt x="464770" y="367674"/>
                  <a:pt x="464770" y="369684"/>
                </a:cubicBezTo>
                <a:cubicBezTo>
                  <a:pt x="464770" y="371568"/>
                  <a:pt x="463262" y="373201"/>
                  <a:pt x="461253" y="373201"/>
                </a:cubicBezTo>
                <a:cubicBezTo>
                  <a:pt x="459368" y="373201"/>
                  <a:pt x="457736" y="371694"/>
                  <a:pt x="457736" y="369684"/>
                </a:cubicBezTo>
                <a:cubicBezTo>
                  <a:pt x="457736" y="367674"/>
                  <a:pt x="459368" y="366041"/>
                  <a:pt x="461253" y="366166"/>
                </a:cubicBezTo>
                <a:close/>
                <a:moveTo>
                  <a:pt x="1729715" y="362901"/>
                </a:moveTo>
                <a:cubicBezTo>
                  <a:pt x="1733735" y="362901"/>
                  <a:pt x="1737000" y="366168"/>
                  <a:pt x="1737000" y="370186"/>
                </a:cubicBezTo>
                <a:cubicBezTo>
                  <a:pt x="1737000" y="374207"/>
                  <a:pt x="1733735" y="377472"/>
                  <a:pt x="1729715" y="377472"/>
                </a:cubicBezTo>
                <a:cubicBezTo>
                  <a:pt x="1725696" y="377472"/>
                  <a:pt x="1722429" y="374207"/>
                  <a:pt x="1722429" y="370186"/>
                </a:cubicBezTo>
                <a:cubicBezTo>
                  <a:pt x="1722429" y="366168"/>
                  <a:pt x="1725696" y="362901"/>
                  <a:pt x="1729715" y="362901"/>
                </a:cubicBezTo>
                <a:close/>
                <a:moveTo>
                  <a:pt x="1305389" y="357373"/>
                </a:moveTo>
                <a:cubicBezTo>
                  <a:pt x="1313303" y="357373"/>
                  <a:pt x="1319835" y="363779"/>
                  <a:pt x="1319835" y="371692"/>
                </a:cubicBezTo>
                <a:cubicBezTo>
                  <a:pt x="1319835" y="379606"/>
                  <a:pt x="1313429" y="386138"/>
                  <a:pt x="1305516" y="386138"/>
                </a:cubicBezTo>
                <a:cubicBezTo>
                  <a:pt x="1297602" y="386138"/>
                  <a:pt x="1291070" y="379731"/>
                  <a:pt x="1291070" y="371819"/>
                </a:cubicBezTo>
                <a:cubicBezTo>
                  <a:pt x="1291070" y="363779"/>
                  <a:pt x="1297477" y="357373"/>
                  <a:pt x="1305389" y="357373"/>
                </a:cubicBezTo>
                <a:close/>
                <a:moveTo>
                  <a:pt x="1645303" y="350464"/>
                </a:moveTo>
                <a:cubicBezTo>
                  <a:pt x="1649826" y="350464"/>
                  <a:pt x="1653470" y="354106"/>
                  <a:pt x="1653470" y="358629"/>
                </a:cubicBezTo>
                <a:cubicBezTo>
                  <a:pt x="1653470" y="363278"/>
                  <a:pt x="1649826" y="366920"/>
                  <a:pt x="1645303" y="366920"/>
                </a:cubicBezTo>
                <a:cubicBezTo>
                  <a:pt x="1640656" y="366920"/>
                  <a:pt x="1637013" y="363278"/>
                  <a:pt x="1637013" y="358754"/>
                </a:cubicBezTo>
                <a:cubicBezTo>
                  <a:pt x="1637013" y="354233"/>
                  <a:pt x="1640656" y="350589"/>
                  <a:pt x="1645303" y="350464"/>
                </a:cubicBezTo>
                <a:close/>
                <a:moveTo>
                  <a:pt x="2016747" y="349209"/>
                </a:moveTo>
                <a:cubicBezTo>
                  <a:pt x="2018883" y="349209"/>
                  <a:pt x="2020515" y="350842"/>
                  <a:pt x="2020515" y="352978"/>
                </a:cubicBezTo>
                <a:cubicBezTo>
                  <a:pt x="2020515" y="354988"/>
                  <a:pt x="2018883" y="356746"/>
                  <a:pt x="2016747" y="356746"/>
                </a:cubicBezTo>
                <a:cubicBezTo>
                  <a:pt x="2014736" y="356746"/>
                  <a:pt x="2012978" y="354988"/>
                  <a:pt x="2012978" y="352978"/>
                </a:cubicBezTo>
                <a:cubicBezTo>
                  <a:pt x="2012978" y="350968"/>
                  <a:pt x="2014611" y="349209"/>
                  <a:pt x="2016747" y="349209"/>
                </a:cubicBezTo>
                <a:close/>
                <a:moveTo>
                  <a:pt x="1389802" y="347325"/>
                </a:moveTo>
                <a:cubicBezTo>
                  <a:pt x="1396586" y="347325"/>
                  <a:pt x="1402238" y="352852"/>
                  <a:pt x="1402238" y="359635"/>
                </a:cubicBezTo>
                <a:cubicBezTo>
                  <a:pt x="1402363" y="366418"/>
                  <a:pt x="1396711" y="372071"/>
                  <a:pt x="1389928" y="372071"/>
                </a:cubicBezTo>
                <a:cubicBezTo>
                  <a:pt x="1383145" y="372071"/>
                  <a:pt x="1377492" y="366544"/>
                  <a:pt x="1377492" y="359761"/>
                </a:cubicBezTo>
                <a:cubicBezTo>
                  <a:pt x="1377492" y="352852"/>
                  <a:pt x="1383019" y="347325"/>
                  <a:pt x="1389802" y="347325"/>
                </a:cubicBezTo>
                <a:close/>
                <a:moveTo>
                  <a:pt x="637745" y="346949"/>
                </a:moveTo>
                <a:cubicBezTo>
                  <a:pt x="640132" y="346949"/>
                  <a:pt x="642016" y="348834"/>
                  <a:pt x="642016" y="351094"/>
                </a:cubicBezTo>
                <a:cubicBezTo>
                  <a:pt x="642016" y="353481"/>
                  <a:pt x="640257" y="355366"/>
                  <a:pt x="637871" y="355366"/>
                </a:cubicBezTo>
                <a:cubicBezTo>
                  <a:pt x="635484" y="355366"/>
                  <a:pt x="633600" y="353481"/>
                  <a:pt x="633600" y="351220"/>
                </a:cubicBezTo>
                <a:cubicBezTo>
                  <a:pt x="633600" y="348834"/>
                  <a:pt x="635484" y="346949"/>
                  <a:pt x="637745" y="346949"/>
                </a:cubicBezTo>
                <a:close/>
                <a:moveTo>
                  <a:pt x="1018359" y="345441"/>
                </a:moveTo>
                <a:cubicBezTo>
                  <a:pt x="1024389" y="345441"/>
                  <a:pt x="1029414" y="350466"/>
                  <a:pt x="1029414" y="356495"/>
                </a:cubicBezTo>
                <a:cubicBezTo>
                  <a:pt x="1029414" y="362650"/>
                  <a:pt x="1024515" y="367675"/>
                  <a:pt x="1018359" y="367675"/>
                </a:cubicBezTo>
                <a:cubicBezTo>
                  <a:pt x="1012330" y="367675"/>
                  <a:pt x="1007305" y="362775"/>
                  <a:pt x="1007305" y="356621"/>
                </a:cubicBezTo>
                <a:cubicBezTo>
                  <a:pt x="1007305" y="350591"/>
                  <a:pt x="1012204" y="345566"/>
                  <a:pt x="1018359" y="345441"/>
                </a:cubicBezTo>
                <a:close/>
                <a:moveTo>
                  <a:pt x="1560137" y="343179"/>
                </a:moveTo>
                <a:cubicBezTo>
                  <a:pt x="1565664" y="343179"/>
                  <a:pt x="1570187" y="347576"/>
                  <a:pt x="1570187" y="353103"/>
                </a:cubicBezTo>
                <a:cubicBezTo>
                  <a:pt x="1570187" y="358630"/>
                  <a:pt x="1565790" y="363152"/>
                  <a:pt x="1560263" y="363152"/>
                </a:cubicBezTo>
                <a:cubicBezTo>
                  <a:pt x="1554735" y="363152"/>
                  <a:pt x="1550213" y="358755"/>
                  <a:pt x="1550213" y="353228"/>
                </a:cubicBezTo>
                <a:cubicBezTo>
                  <a:pt x="1550213" y="347701"/>
                  <a:pt x="1554610" y="343179"/>
                  <a:pt x="1560137" y="343179"/>
                </a:cubicBezTo>
                <a:close/>
                <a:moveTo>
                  <a:pt x="2397233" y="342803"/>
                </a:moveTo>
                <a:cubicBezTo>
                  <a:pt x="2398363" y="342803"/>
                  <a:pt x="2399242" y="343683"/>
                  <a:pt x="2399242" y="344813"/>
                </a:cubicBezTo>
                <a:cubicBezTo>
                  <a:pt x="2399242" y="345943"/>
                  <a:pt x="2398363" y="346823"/>
                  <a:pt x="2397233" y="346823"/>
                </a:cubicBezTo>
                <a:cubicBezTo>
                  <a:pt x="2396103" y="346823"/>
                  <a:pt x="2395223" y="345943"/>
                  <a:pt x="2395223" y="344813"/>
                </a:cubicBezTo>
                <a:cubicBezTo>
                  <a:pt x="2395223" y="343683"/>
                  <a:pt x="2396103" y="342803"/>
                  <a:pt x="2397233" y="342803"/>
                </a:cubicBezTo>
                <a:close/>
                <a:moveTo>
                  <a:pt x="823405" y="341422"/>
                </a:moveTo>
                <a:cubicBezTo>
                  <a:pt x="825792" y="341422"/>
                  <a:pt x="827676" y="343181"/>
                  <a:pt x="827676" y="345568"/>
                </a:cubicBezTo>
                <a:cubicBezTo>
                  <a:pt x="827676" y="347828"/>
                  <a:pt x="825792" y="349713"/>
                  <a:pt x="823530" y="349713"/>
                </a:cubicBezTo>
                <a:cubicBezTo>
                  <a:pt x="821144" y="349713"/>
                  <a:pt x="819260" y="347955"/>
                  <a:pt x="819260" y="345568"/>
                </a:cubicBezTo>
                <a:cubicBezTo>
                  <a:pt x="819260" y="343181"/>
                  <a:pt x="821144" y="341296"/>
                  <a:pt x="823405" y="341422"/>
                </a:cubicBezTo>
                <a:close/>
                <a:moveTo>
                  <a:pt x="1474844" y="341044"/>
                </a:moveTo>
                <a:cubicBezTo>
                  <a:pt x="1481626" y="341044"/>
                  <a:pt x="1487278" y="346571"/>
                  <a:pt x="1487278" y="353354"/>
                </a:cubicBezTo>
                <a:cubicBezTo>
                  <a:pt x="1487278" y="360263"/>
                  <a:pt x="1481751" y="365790"/>
                  <a:pt x="1474969" y="365790"/>
                </a:cubicBezTo>
                <a:cubicBezTo>
                  <a:pt x="1468060" y="365790"/>
                  <a:pt x="1462533" y="360263"/>
                  <a:pt x="1462533" y="353480"/>
                </a:cubicBezTo>
                <a:cubicBezTo>
                  <a:pt x="1462533" y="346696"/>
                  <a:pt x="1468060" y="341169"/>
                  <a:pt x="1474844" y="341044"/>
                </a:cubicBezTo>
                <a:close/>
                <a:moveTo>
                  <a:pt x="2211576" y="337652"/>
                </a:moveTo>
                <a:cubicBezTo>
                  <a:pt x="2213209" y="337652"/>
                  <a:pt x="2214464" y="338909"/>
                  <a:pt x="2214464" y="340542"/>
                </a:cubicBezTo>
                <a:cubicBezTo>
                  <a:pt x="2214464" y="342174"/>
                  <a:pt x="2213209" y="343431"/>
                  <a:pt x="2211576" y="343431"/>
                </a:cubicBezTo>
                <a:cubicBezTo>
                  <a:pt x="2209942" y="343431"/>
                  <a:pt x="2208686" y="342174"/>
                  <a:pt x="2208686" y="340542"/>
                </a:cubicBezTo>
                <a:cubicBezTo>
                  <a:pt x="2208686" y="338909"/>
                  <a:pt x="2209942" y="337652"/>
                  <a:pt x="2211576" y="337652"/>
                </a:cubicBezTo>
                <a:close/>
                <a:moveTo>
                  <a:pt x="1936605" y="319187"/>
                </a:moveTo>
                <a:cubicBezTo>
                  <a:pt x="1939117" y="319187"/>
                  <a:pt x="1941252" y="321322"/>
                  <a:pt x="1941252" y="323835"/>
                </a:cubicBezTo>
                <a:cubicBezTo>
                  <a:pt x="1941252" y="326347"/>
                  <a:pt x="1939117" y="328483"/>
                  <a:pt x="1936605" y="328483"/>
                </a:cubicBezTo>
                <a:cubicBezTo>
                  <a:pt x="1934092" y="328483"/>
                  <a:pt x="1931957" y="326473"/>
                  <a:pt x="1931957" y="323835"/>
                </a:cubicBezTo>
                <a:cubicBezTo>
                  <a:pt x="1931957" y="321322"/>
                  <a:pt x="1933967" y="319187"/>
                  <a:pt x="1936605" y="319187"/>
                </a:cubicBezTo>
                <a:close/>
                <a:moveTo>
                  <a:pt x="1098125" y="315921"/>
                </a:moveTo>
                <a:cubicBezTo>
                  <a:pt x="1104280" y="315921"/>
                  <a:pt x="1109305" y="320820"/>
                  <a:pt x="1109305" y="326975"/>
                </a:cubicBezTo>
                <a:cubicBezTo>
                  <a:pt x="1109305" y="333004"/>
                  <a:pt x="1104406" y="338029"/>
                  <a:pt x="1098250" y="338029"/>
                </a:cubicBezTo>
                <a:cubicBezTo>
                  <a:pt x="1092221" y="338029"/>
                  <a:pt x="1087196" y="333130"/>
                  <a:pt x="1087196" y="326975"/>
                </a:cubicBezTo>
                <a:cubicBezTo>
                  <a:pt x="1087196" y="320820"/>
                  <a:pt x="1092095" y="315794"/>
                  <a:pt x="1098125" y="315921"/>
                </a:cubicBezTo>
                <a:close/>
                <a:moveTo>
                  <a:pt x="527075" y="311900"/>
                </a:moveTo>
                <a:cubicBezTo>
                  <a:pt x="528959" y="311900"/>
                  <a:pt x="530592" y="313408"/>
                  <a:pt x="530592" y="315418"/>
                </a:cubicBezTo>
                <a:cubicBezTo>
                  <a:pt x="530592" y="317302"/>
                  <a:pt x="529084" y="318935"/>
                  <a:pt x="527075" y="318935"/>
                </a:cubicBezTo>
                <a:cubicBezTo>
                  <a:pt x="525190" y="318935"/>
                  <a:pt x="523558" y="317428"/>
                  <a:pt x="523558" y="315418"/>
                </a:cubicBezTo>
                <a:cubicBezTo>
                  <a:pt x="523558" y="313408"/>
                  <a:pt x="525065" y="311775"/>
                  <a:pt x="527075" y="311900"/>
                </a:cubicBezTo>
                <a:close/>
                <a:moveTo>
                  <a:pt x="898899" y="301727"/>
                </a:moveTo>
                <a:cubicBezTo>
                  <a:pt x="901286" y="301727"/>
                  <a:pt x="903170" y="303612"/>
                  <a:pt x="903170" y="305872"/>
                </a:cubicBezTo>
                <a:cubicBezTo>
                  <a:pt x="903170" y="308259"/>
                  <a:pt x="901411" y="310144"/>
                  <a:pt x="899024" y="310144"/>
                </a:cubicBezTo>
                <a:cubicBezTo>
                  <a:pt x="896638" y="310144"/>
                  <a:pt x="894754" y="308259"/>
                  <a:pt x="894754" y="305999"/>
                </a:cubicBezTo>
                <a:cubicBezTo>
                  <a:pt x="894754" y="303612"/>
                  <a:pt x="896638" y="301727"/>
                  <a:pt x="898899" y="301727"/>
                </a:cubicBezTo>
                <a:close/>
                <a:moveTo>
                  <a:pt x="708467" y="299214"/>
                </a:moveTo>
                <a:cubicBezTo>
                  <a:pt x="710854" y="299089"/>
                  <a:pt x="712738" y="301099"/>
                  <a:pt x="712738" y="303359"/>
                </a:cubicBezTo>
                <a:cubicBezTo>
                  <a:pt x="712738" y="305746"/>
                  <a:pt x="710854" y="307630"/>
                  <a:pt x="708593" y="307630"/>
                </a:cubicBezTo>
                <a:cubicBezTo>
                  <a:pt x="706206" y="307630"/>
                  <a:pt x="704322" y="305871"/>
                  <a:pt x="704322" y="303485"/>
                </a:cubicBezTo>
                <a:cubicBezTo>
                  <a:pt x="704322" y="301224"/>
                  <a:pt x="706206" y="299339"/>
                  <a:pt x="708467" y="299214"/>
                </a:cubicBezTo>
                <a:close/>
                <a:moveTo>
                  <a:pt x="2135829" y="298335"/>
                </a:moveTo>
                <a:cubicBezTo>
                  <a:pt x="2137588" y="298335"/>
                  <a:pt x="2138971" y="299717"/>
                  <a:pt x="2138971" y="301475"/>
                </a:cubicBezTo>
                <a:cubicBezTo>
                  <a:pt x="2138971" y="303234"/>
                  <a:pt x="2137588" y="304616"/>
                  <a:pt x="2135829" y="304616"/>
                </a:cubicBezTo>
                <a:cubicBezTo>
                  <a:pt x="2134071" y="304616"/>
                  <a:pt x="2132689" y="303234"/>
                  <a:pt x="2132689" y="301475"/>
                </a:cubicBezTo>
                <a:cubicBezTo>
                  <a:pt x="2132689" y="299842"/>
                  <a:pt x="2134071" y="298335"/>
                  <a:pt x="2135829" y="298335"/>
                </a:cubicBezTo>
                <a:close/>
                <a:moveTo>
                  <a:pt x="2326260" y="295320"/>
                </a:moveTo>
                <a:cubicBezTo>
                  <a:pt x="2327515" y="295320"/>
                  <a:pt x="2328647" y="296325"/>
                  <a:pt x="2328647" y="297708"/>
                </a:cubicBezTo>
                <a:cubicBezTo>
                  <a:pt x="2328647" y="298963"/>
                  <a:pt x="2327642" y="300095"/>
                  <a:pt x="2326260" y="300095"/>
                </a:cubicBezTo>
                <a:cubicBezTo>
                  <a:pt x="2324878" y="300220"/>
                  <a:pt x="2323748" y="299090"/>
                  <a:pt x="2323748" y="297708"/>
                </a:cubicBezTo>
                <a:cubicBezTo>
                  <a:pt x="2323748" y="296325"/>
                  <a:pt x="2324878" y="295195"/>
                  <a:pt x="2326260" y="295320"/>
                </a:cubicBezTo>
                <a:close/>
                <a:moveTo>
                  <a:pt x="1854579" y="293687"/>
                </a:moveTo>
                <a:cubicBezTo>
                  <a:pt x="1858096" y="293687"/>
                  <a:pt x="1860859" y="296451"/>
                  <a:pt x="1860859" y="299842"/>
                </a:cubicBezTo>
                <a:cubicBezTo>
                  <a:pt x="1860859" y="303234"/>
                  <a:pt x="1858096" y="305998"/>
                  <a:pt x="1854704" y="305998"/>
                </a:cubicBezTo>
                <a:cubicBezTo>
                  <a:pt x="1851314" y="305998"/>
                  <a:pt x="1848549" y="303234"/>
                  <a:pt x="1848549" y="299842"/>
                </a:cubicBezTo>
                <a:cubicBezTo>
                  <a:pt x="1848549" y="296451"/>
                  <a:pt x="1851314" y="293687"/>
                  <a:pt x="1854579" y="293687"/>
                </a:cubicBezTo>
                <a:close/>
                <a:moveTo>
                  <a:pt x="1179900" y="287658"/>
                </a:moveTo>
                <a:cubicBezTo>
                  <a:pt x="1187940" y="287658"/>
                  <a:pt x="1194597" y="294190"/>
                  <a:pt x="1194597" y="302229"/>
                </a:cubicBezTo>
                <a:cubicBezTo>
                  <a:pt x="1194597" y="310394"/>
                  <a:pt x="1188065" y="316926"/>
                  <a:pt x="1180025" y="316926"/>
                </a:cubicBezTo>
                <a:cubicBezTo>
                  <a:pt x="1171986" y="316926"/>
                  <a:pt x="1165329" y="310394"/>
                  <a:pt x="1165329" y="302355"/>
                </a:cubicBezTo>
                <a:cubicBezTo>
                  <a:pt x="1165329" y="294315"/>
                  <a:pt x="1171861" y="287783"/>
                  <a:pt x="1179900" y="287658"/>
                </a:cubicBezTo>
                <a:close/>
                <a:moveTo>
                  <a:pt x="1771546" y="279116"/>
                </a:moveTo>
                <a:cubicBezTo>
                  <a:pt x="1772676" y="279116"/>
                  <a:pt x="1773555" y="279996"/>
                  <a:pt x="1773555" y="281126"/>
                </a:cubicBezTo>
                <a:cubicBezTo>
                  <a:pt x="1773555" y="282256"/>
                  <a:pt x="1772676" y="283136"/>
                  <a:pt x="1771546" y="283136"/>
                </a:cubicBezTo>
                <a:cubicBezTo>
                  <a:pt x="1770416" y="283136"/>
                  <a:pt x="1769536" y="282256"/>
                  <a:pt x="1769536" y="281126"/>
                </a:cubicBezTo>
                <a:cubicBezTo>
                  <a:pt x="1769536" y="280121"/>
                  <a:pt x="1770416" y="279241"/>
                  <a:pt x="1771546" y="279116"/>
                </a:cubicBezTo>
                <a:close/>
                <a:moveTo>
                  <a:pt x="1262933" y="270197"/>
                </a:moveTo>
                <a:cubicBezTo>
                  <a:pt x="1270093" y="270197"/>
                  <a:pt x="1275870" y="275975"/>
                  <a:pt x="1275870" y="283010"/>
                </a:cubicBezTo>
                <a:cubicBezTo>
                  <a:pt x="1275870" y="290170"/>
                  <a:pt x="1270093" y="295948"/>
                  <a:pt x="1263058" y="295948"/>
                </a:cubicBezTo>
                <a:cubicBezTo>
                  <a:pt x="1255898" y="295948"/>
                  <a:pt x="1250119" y="290170"/>
                  <a:pt x="1250119" y="283136"/>
                </a:cubicBezTo>
                <a:cubicBezTo>
                  <a:pt x="1250119" y="275975"/>
                  <a:pt x="1255898" y="270197"/>
                  <a:pt x="1262933" y="270197"/>
                </a:cubicBezTo>
                <a:close/>
                <a:moveTo>
                  <a:pt x="976780" y="268061"/>
                </a:moveTo>
                <a:cubicBezTo>
                  <a:pt x="978413" y="268061"/>
                  <a:pt x="979669" y="269318"/>
                  <a:pt x="979669" y="270951"/>
                </a:cubicBezTo>
                <a:cubicBezTo>
                  <a:pt x="979669" y="272583"/>
                  <a:pt x="978413" y="273839"/>
                  <a:pt x="976780" y="273839"/>
                </a:cubicBezTo>
                <a:cubicBezTo>
                  <a:pt x="975146" y="273839"/>
                  <a:pt x="973891" y="272583"/>
                  <a:pt x="973891" y="270951"/>
                </a:cubicBezTo>
                <a:cubicBezTo>
                  <a:pt x="973891" y="269443"/>
                  <a:pt x="975146" y="268061"/>
                  <a:pt x="976780" y="268061"/>
                </a:cubicBezTo>
                <a:close/>
                <a:moveTo>
                  <a:pt x="2057698" y="266178"/>
                </a:moveTo>
                <a:cubicBezTo>
                  <a:pt x="2058201" y="266178"/>
                  <a:pt x="2058577" y="266555"/>
                  <a:pt x="2058577" y="267058"/>
                </a:cubicBezTo>
                <a:cubicBezTo>
                  <a:pt x="2058577" y="267561"/>
                  <a:pt x="2058201" y="267937"/>
                  <a:pt x="2057698" y="267937"/>
                </a:cubicBezTo>
                <a:cubicBezTo>
                  <a:pt x="2057196" y="267937"/>
                  <a:pt x="2056818" y="267561"/>
                  <a:pt x="2056818" y="267058"/>
                </a:cubicBezTo>
                <a:cubicBezTo>
                  <a:pt x="2056818" y="266555"/>
                  <a:pt x="2057196" y="266178"/>
                  <a:pt x="2057698" y="266178"/>
                </a:cubicBezTo>
                <a:close/>
                <a:moveTo>
                  <a:pt x="1687133" y="265549"/>
                </a:moveTo>
                <a:cubicBezTo>
                  <a:pt x="1688515" y="265549"/>
                  <a:pt x="1689645" y="266554"/>
                  <a:pt x="1689645" y="267936"/>
                </a:cubicBezTo>
                <a:cubicBezTo>
                  <a:pt x="1689645" y="269193"/>
                  <a:pt x="1688640" y="270323"/>
                  <a:pt x="1687259" y="270323"/>
                </a:cubicBezTo>
                <a:cubicBezTo>
                  <a:pt x="1686003" y="270323"/>
                  <a:pt x="1684872" y="269318"/>
                  <a:pt x="1684872" y="267936"/>
                </a:cubicBezTo>
                <a:cubicBezTo>
                  <a:pt x="1684872" y="266554"/>
                  <a:pt x="1686003" y="265424"/>
                  <a:pt x="1687133" y="265549"/>
                </a:cubicBezTo>
                <a:close/>
                <a:moveTo>
                  <a:pt x="595659" y="263414"/>
                </a:moveTo>
                <a:cubicBezTo>
                  <a:pt x="596288" y="263414"/>
                  <a:pt x="596790" y="263916"/>
                  <a:pt x="596790" y="264544"/>
                </a:cubicBezTo>
                <a:cubicBezTo>
                  <a:pt x="596790" y="265173"/>
                  <a:pt x="596288" y="265675"/>
                  <a:pt x="595659" y="265675"/>
                </a:cubicBezTo>
                <a:cubicBezTo>
                  <a:pt x="595032" y="265675"/>
                  <a:pt x="594530" y="265173"/>
                  <a:pt x="594530" y="264544"/>
                </a:cubicBezTo>
                <a:cubicBezTo>
                  <a:pt x="594404" y="264042"/>
                  <a:pt x="595032" y="263414"/>
                  <a:pt x="595659" y="263414"/>
                </a:cubicBezTo>
                <a:close/>
                <a:moveTo>
                  <a:pt x="781825" y="258767"/>
                </a:moveTo>
                <a:cubicBezTo>
                  <a:pt x="782452" y="258767"/>
                  <a:pt x="782956" y="259269"/>
                  <a:pt x="782956" y="259897"/>
                </a:cubicBezTo>
                <a:cubicBezTo>
                  <a:pt x="782956" y="260525"/>
                  <a:pt x="782452" y="261028"/>
                  <a:pt x="781825" y="261028"/>
                </a:cubicBezTo>
                <a:cubicBezTo>
                  <a:pt x="781197" y="261028"/>
                  <a:pt x="780695" y="260525"/>
                  <a:pt x="780695" y="259897"/>
                </a:cubicBezTo>
                <a:cubicBezTo>
                  <a:pt x="780695" y="259269"/>
                  <a:pt x="781197" y="258767"/>
                  <a:pt x="781825" y="258767"/>
                </a:cubicBezTo>
                <a:close/>
                <a:moveTo>
                  <a:pt x="1347093" y="256884"/>
                </a:moveTo>
                <a:cubicBezTo>
                  <a:pt x="1353877" y="256757"/>
                  <a:pt x="1359530" y="262411"/>
                  <a:pt x="1359530" y="269193"/>
                </a:cubicBezTo>
                <a:cubicBezTo>
                  <a:pt x="1359530" y="275977"/>
                  <a:pt x="1354003" y="281629"/>
                  <a:pt x="1347219" y="281629"/>
                </a:cubicBezTo>
                <a:cubicBezTo>
                  <a:pt x="1340436" y="281629"/>
                  <a:pt x="1334784" y="276102"/>
                  <a:pt x="1334784" y="269193"/>
                </a:cubicBezTo>
                <a:cubicBezTo>
                  <a:pt x="1334657" y="262284"/>
                  <a:pt x="1340184" y="256757"/>
                  <a:pt x="1347093" y="256884"/>
                </a:cubicBezTo>
                <a:close/>
                <a:moveTo>
                  <a:pt x="1602469" y="256253"/>
                </a:moveTo>
                <a:cubicBezTo>
                  <a:pt x="1604605" y="256253"/>
                  <a:pt x="1606237" y="258012"/>
                  <a:pt x="1606237" y="260022"/>
                </a:cubicBezTo>
                <a:cubicBezTo>
                  <a:pt x="1606237" y="262157"/>
                  <a:pt x="1604479" y="263790"/>
                  <a:pt x="1602469" y="263790"/>
                </a:cubicBezTo>
                <a:cubicBezTo>
                  <a:pt x="1600460" y="263790"/>
                  <a:pt x="1598700" y="262157"/>
                  <a:pt x="1598700" y="260022"/>
                </a:cubicBezTo>
                <a:cubicBezTo>
                  <a:pt x="1598700" y="257886"/>
                  <a:pt x="1600333" y="256253"/>
                  <a:pt x="1602469" y="256253"/>
                </a:cubicBezTo>
                <a:close/>
                <a:moveTo>
                  <a:pt x="1517176" y="250978"/>
                </a:moveTo>
                <a:cubicBezTo>
                  <a:pt x="1520818" y="250978"/>
                  <a:pt x="1523833" y="253993"/>
                  <a:pt x="1523833" y="257635"/>
                </a:cubicBezTo>
                <a:cubicBezTo>
                  <a:pt x="1523833" y="261278"/>
                  <a:pt x="1520818" y="264294"/>
                  <a:pt x="1517176" y="264294"/>
                </a:cubicBezTo>
                <a:cubicBezTo>
                  <a:pt x="1513533" y="264294"/>
                  <a:pt x="1510518" y="261278"/>
                  <a:pt x="1510518" y="257635"/>
                </a:cubicBezTo>
                <a:cubicBezTo>
                  <a:pt x="1510518" y="253867"/>
                  <a:pt x="1513533" y="250978"/>
                  <a:pt x="1517176" y="250978"/>
                </a:cubicBezTo>
                <a:close/>
                <a:moveTo>
                  <a:pt x="1431883" y="250351"/>
                </a:moveTo>
                <a:cubicBezTo>
                  <a:pt x="1437662" y="250225"/>
                  <a:pt x="1442310" y="254872"/>
                  <a:pt x="1442310" y="260650"/>
                </a:cubicBezTo>
                <a:cubicBezTo>
                  <a:pt x="1442436" y="266429"/>
                  <a:pt x="1437787" y="271076"/>
                  <a:pt x="1432010" y="271076"/>
                </a:cubicBezTo>
                <a:cubicBezTo>
                  <a:pt x="1426231" y="271076"/>
                  <a:pt x="1421583" y="266429"/>
                  <a:pt x="1421583" y="260650"/>
                </a:cubicBezTo>
                <a:cubicBezTo>
                  <a:pt x="1421583" y="254872"/>
                  <a:pt x="1426231" y="250225"/>
                  <a:pt x="1431883" y="250351"/>
                </a:cubicBezTo>
                <a:close/>
                <a:moveTo>
                  <a:pt x="1977807" y="236532"/>
                </a:moveTo>
                <a:cubicBezTo>
                  <a:pt x="1978310" y="236532"/>
                  <a:pt x="1978686" y="236909"/>
                  <a:pt x="1978686" y="237412"/>
                </a:cubicBezTo>
                <a:cubicBezTo>
                  <a:pt x="1978686" y="237915"/>
                  <a:pt x="1978310" y="238291"/>
                  <a:pt x="1977807" y="238291"/>
                </a:cubicBezTo>
                <a:cubicBezTo>
                  <a:pt x="1977305" y="238291"/>
                  <a:pt x="1976927" y="237915"/>
                  <a:pt x="1976927" y="237412"/>
                </a:cubicBezTo>
                <a:cubicBezTo>
                  <a:pt x="1976927" y="236909"/>
                  <a:pt x="1977305" y="236532"/>
                  <a:pt x="1977807" y="236532"/>
                </a:cubicBezTo>
                <a:close/>
                <a:moveTo>
                  <a:pt x="1056420" y="234398"/>
                </a:moveTo>
                <a:cubicBezTo>
                  <a:pt x="1059938" y="234398"/>
                  <a:pt x="1062827" y="237287"/>
                  <a:pt x="1062827" y="240804"/>
                </a:cubicBezTo>
                <a:cubicBezTo>
                  <a:pt x="1062827" y="244321"/>
                  <a:pt x="1059938" y="247209"/>
                  <a:pt x="1056420" y="247209"/>
                </a:cubicBezTo>
                <a:cubicBezTo>
                  <a:pt x="1052903" y="247209"/>
                  <a:pt x="1050014" y="244321"/>
                  <a:pt x="1050014" y="240804"/>
                </a:cubicBezTo>
                <a:cubicBezTo>
                  <a:pt x="1050014" y="237160"/>
                  <a:pt x="1052903" y="234273"/>
                  <a:pt x="1056420" y="234398"/>
                </a:cubicBezTo>
                <a:close/>
                <a:moveTo>
                  <a:pt x="857446" y="219073"/>
                </a:moveTo>
                <a:cubicBezTo>
                  <a:pt x="858199" y="219073"/>
                  <a:pt x="858827" y="219701"/>
                  <a:pt x="858827" y="220455"/>
                </a:cubicBezTo>
                <a:cubicBezTo>
                  <a:pt x="858954" y="221208"/>
                  <a:pt x="858324" y="221836"/>
                  <a:pt x="857571" y="221836"/>
                </a:cubicBezTo>
                <a:cubicBezTo>
                  <a:pt x="856817" y="221836"/>
                  <a:pt x="856189" y="221208"/>
                  <a:pt x="856189" y="220455"/>
                </a:cubicBezTo>
                <a:cubicBezTo>
                  <a:pt x="856063" y="219826"/>
                  <a:pt x="856691" y="219198"/>
                  <a:pt x="857446" y="219073"/>
                </a:cubicBezTo>
                <a:close/>
                <a:moveTo>
                  <a:pt x="1896282" y="211284"/>
                </a:moveTo>
                <a:cubicBezTo>
                  <a:pt x="1897035" y="211284"/>
                  <a:pt x="1897665" y="211786"/>
                  <a:pt x="1897665" y="212540"/>
                </a:cubicBezTo>
                <a:cubicBezTo>
                  <a:pt x="1897665" y="213293"/>
                  <a:pt x="1897035" y="213921"/>
                  <a:pt x="1896282" y="213921"/>
                </a:cubicBezTo>
                <a:cubicBezTo>
                  <a:pt x="1895528" y="213921"/>
                  <a:pt x="1894900" y="213293"/>
                  <a:pt x="1894900" y="212540"/>
                </a:cubicBezTo>
                <a:cubicBezTo>
                  <a:pt x="1894900" y="211786"/>
                  <a:pt x="1895403" y="211158"/>
                  <a:pt x="1896282" y="211284"/>
                </a:cubicBezTo>
                <a:close/>
                <a:moveTo>
                  <a:pt x="1137822" y="204375"/>
                </a:moveTo>
                <a:cubicBezTo>
                  <a:pt x="1143725" y="204375"/>
                  <a:pt x="1148625" y="209148"/>
                  <a:pt x="1148625" y="215177"/>
                </a:cubicBezTo>
                <a:cubicBezTo>
                  <a:pt x="1148625" y="221208"/>
                  <a:pt x="1143850" y="226106"/>
                  <a:pt x="1137822" y="226106"/>
                </a:cubicBezTo>
                <a:cubicBezTo>
                  <a:pt x="1131917" y="226106"/>
                  <a:pt x="1127018" y="221333"/>
                  <a:pt x="1127018" y="215304"/>
                </a:cubicBezTo>
                <a:cubicBezTo>
                  <a:pt x="1127018" y="209399"/>
                  <a:pt x="1131791" y="204500"/>
                  <a:pt x="1137822" y="204375"/>
                </a:cubicBezTo>
                <a:close/>
                <a:moveTo>
                  <a:pt x="1813251" y="190684"/>
                </a:moveTo>
                <a:cubicBezTo>
                  <a:pt x="1814381" y="190684"/>
                  <a:pt x="1815261" y="191564"/>
                  <a:pt x="1815261" y="192694"/>
                </a:cubicBezTo>
                <a:cubicBezTo>
                  <a:pt x="1815261" y="193824"/>
                  <a:pt x="1814381" y="194704"/>
                  <a:pt x="1813251" y="194704"/>
                </a:cubicBezTo>
                <a:cubicBezTo>
                  <a:pt x="1812121" y="194704"/>
                  <a:pt x="1811241" y="193824"/>
                  <a:pt x="1811241" y="192694"/>
                </a:cubicBezTo>
                <a:cubicBezTo>
                  <a:pt x="1811241" y="191564"/>
                  <a:pt x="1812246" y="190684"/>
                  <a:pt x="1813251" y="190684"/>
                </a:cubicBezTo>
                <a:close/>
                <a:moveTo>
                  <a:pt x="935201" y="183900"/>
                </a:moveTo>
                <a:cubicBezTo>
                  <a:pt x="935829" y="183900"/>
                  <a:pt x="936456" y="184528"/>
                  <a:pt x="936456" y="185282"/>
                </a:cubicBezTo>
                <a:cubicBezTo>
                  <a:pt x="936582" y="186035"/>
                  <a:pt x="935954" y="186663"/>
                  <a:pt x="935201" y="186663"/>
                </a:cubicBezTo>
                <a:cubicBezTo>
                  <a:pt x="934447" y="186663"/>
                  <a:pt x="933820" y="186161"/>
                  <a:pt x="933820" y="185408"/>
                </a:cubicBezTo>
                <a:cubicBezTo>
                  <a:pt x="933820" y="184653"/>
                  <a:pt x="934447" y="184025"/>
                  <a:pt x="935201" y="183900"/>
                </a:cubicBezTo>
                <a:close/>
                <a:moveTo>
                  <a:pt x="1220598" y="181889"/>
                </a:moveTo>
                <a:cubicBezTo>
                  <a:pt x="1227760" y="181889"/>
                  <a:pt x="1233537" y="187542"/>
                  <a:pt x="1233537" y="194702"/>
                </a:cubicBezTo>
                <a:cubicBezTo>
                  <a:pt x="1233537" y="201862"/>
                  <a:pt x="1227760" y="207640"/>
                  <a:pt x="1220725" y="207640"/>
                </a:cubicBezTo>
                <a:cubicBezTo>
                  <a:pt x="1213564" y="207640"/>
                  <a:pt x="1207786" y="201862"/>
                  <a:pt x="1207786" y="194828"/>
                </a:cubicBezTo>
                <a:cubicBezTo>
                  <a:pt x="1207786" y="187794"/>
                  <a:pt x="1213564" y="182015"/>
                  <a:pt x="1220598" y="181889"/>
                </a:cubicBezTo>
                <a:close/>
                <a:moveTo>
                  <a:pt x="1729341" y="176865"/>
                </a:moveTo>
                <a:cubicBezTo>
                  <a:pt x="1729844" y="176865"/>
                  <a:pt x="1730220" y="177242"/>
                  <a:pt x="1730220" y="177745"/>
                </a:cubicBezTo>
                <a:cubicBezTo>
                  <a:pt x="1730220" y="178248"/>
                  <a:pt x="1729844" y="178625"/>
                  <a:pt x="1729341" y="178625"/>
                </a:cubicBezTo>
                <a:cubicBezTo>
                  <a:pt x="1728839" y="178625"/>
                  <a:pt x="1728461" y="178248"/>
                  <a:pt x="1728461" y="177745"/>
                </a:cubicBezTo>
                <a:cubicBezTo>
                  <a:pt x="1728461" y="177242"/>
                  <a:pt x="1728839" y="176865"/>
                  <a:pt x="1729341" y="176865"/>
                </a:cubicBezTo>
                <a:close/>
                <a:moveTo>
                  <a:pt x="1304509" y="169956"/>
                </a:moveTo>
                <a:cubicBezTo>
                  <a:pt x="1309661" y="169956"/>
                  <a:pt x="1313806" y="174101"/>
                  <a:pt x="1313806" y="179253"/>
                </a:cubicBezTo>
                <a:cubicBezTo>
                  <a:pt x="1313806" y="184402"/>
                  <a:pt x="1309661" y="188547"/>
                  <a:pt x="1304509" y="188547"/>
                </a:cubicBezTo>
                <a:cubicBezTo>
                  <a:pt x="1299359" y="188547"/>
                  <a:pt x="1295214" y="184402"/>
                  <a:pt x="1295214" y="179253"/>
                </a:cubicBezTo>
                <a:cubicBezTo>
                  <a:pt x="1295214" y="174101"/>
                  <a:pt x="1299359" y="169956"/>
                  <a:pt x="1304509" y="169956"/>
                </a:cubicBezTo>
                <a:close/>
                <a:moveTo>
                  <a:pt x="1644550" y="165435"/>
                </a:moveTo>
                <a:cubicBezTo>
                  <a:pt x="1645806" y="165435"/>
                  <a:pt x="1646938" y="166440"/>
                  <a:pt x="1646938" y="167822"/>
                </a:cubicBezTo>
                <a:cubicBezTo>
                  <a:pt x="1646938" y="169078"/>
                  <a:pt x="1645933" y="170209"/>
                  <a:pt x="1644550" y="170209"/>
                </a:cubicBezTo>
                <a:cubicBezTo>
                  <a:pt x="1643294" y="170209"/>
                  <a:pt x="1642163" y="169204"/>
                  <a:pt x="1642163" y="167822"/>
                </a:cubicBezTo>
                <a:cubicBezTo>
                  <a:pt x="1642163" y="166440"/>
                  <a:pt x="1643294" y="165435"/>
                  <a:pt x="1644550" y="165435"/>
                </a:cubicBezTo>
                <a:close/>
                <a:moveTo>
                  <a:pt x="1389050" y="160788"/>
                </a:moveTo>
                <a:cubicBezTo>
                  <a:pt x="1393447" y="160788"/>
                  <a:pt x="1397090" y="164306"/>
                  <a:pt x="1397090" y="168703"/>
                </a:cubicBezTo>
                <a:cubicBezTo>
                  <a:pt x="1397090" y="173098"/>
                  <a:pt x="1393572" y="176743"/>
                  <a:pt x="1389175" y="176743"/>
                </a:cubicBezTo>
                <a:cubicBezTo>
                  <a:pt x="1384778" y="176743"/>
                  <a:pt x="1381135" y="173225"/>
                  <a:pt x="1381135" y="168828"/>
                </a:cubicBezTo>
                <a:cubicBezTo>
                  <a:pt x="1381135" y="164431"/>
                  <a:pt x="1384653" y="160788"/>
                  <a:pt x="1389050" y="160788"/>
                </a:cubicBezTo>
                <a:close/>
                <a:moveTo>
                  <a:pt x="1559509" y="158275"/>
                </a:moveTo>
                <a:cubicBezTo>
                  <a:pt x="1562272" y="158150"/>
                  <a:pt x="1564407" y="160410"/>
                  <a:pt x="1564407" y="163048"/>
                </a:cubicBezTo>
                <a:cubicBezTo>
                  <a:pt x="1564407" y="165812"/>
                  <a:pt x="1562272" y="167947"/>
                  <a:pt x="1559509" y="167947"/>
                </a:cubicBezTo>
                <a:cubicBezTo>
                  <a:pt x="1556745" y="167947"/>
                  <a:pt x="1554610" y="165687"/>
                  <a:pt x="1554610" y="163048"/>
                </a:cubicBezTo>
                <a:cubicBezTo>
                  <a:pt x="1554610" y="160410"/>
                  <a:pt x="1556745" y="158150"/>
                  <a:pt x="1559509" y="158275"/>
                </a:cubicBezTo>
                <a:close/>
                <a:moveTo>
                  <a:pt x="1474215" y="155385"/>
                </a:moveTo>
                <a:cubicBezTo>
                  <a:pt x="1478612" y="155385"/>
                  <a:pt x="1482254" y="158902"/>
                  <a:pt x="1482254" y="163300"/>
                </a:cubicBezTo>
                <a:cubicBezTo>
                  <a:pt x="1482254" y="167697"/>
                  <a:pt x="1478737" y="171339"/>
                  <a:pt x="1474340" y="171339"/>
                </a:cubicBezTo>
                <a:cubicBezTo>
                  <a:pt x="1469945" y="171339"/>
                  <a:pt x="1466301" y="167822"/>
                  <a:pt x="1466301" y="163425"/>
                </a:cubicBezTo>
                <a:cubicBezTo>
                  <a:pt x="1466176" y="159028"/>
                  <a:pt x="1469818" y="155385"/>
                  <a:pt x="1474215" y="155385"/>
                </a:cubicBezTo>
                <a:close/>
                <a:moveTo>
                  <a:pt x="1014716" y="151115"/>
                </a:moveTo>
                <a:cubicBezTo>
                  <a:pt x="1016600" y="151115"/>
                  <a:pt x="1018233" y="152622"/>
                  <a:pt x="1018233" y="154632"/>
                </a:cubicBezTo>
                <a:cubicBezTo>
                  <a:pt x="1018233" y="156517"/>
                  <a:pt x="1016600" y="158149"/>
                  <a:pt x="1014716" y="158149"/>
                </a:cubicBezTo>
                <a:cubicBezTo>
                  <a:pt x="1012831" y="158149"/>
                  <a:pt x="1011199" y="156642"/>
                  <a:pt x="1011199" y="154632"/>
                </a:cubicBezTo>
                <a:cubicBezTo>
                  <a:pt x="1011199" y="152748"/>
                  <a:pt x="1012706" y="151115"/>
                  <a:pt x="1014716" y="151115"/>
                </a:cubicBezTo>
                <a:close/>
                <a:moveTo>
                  <a:pt x="1095862" y="124986"/>
                </a:moveTo>
                <a:cubicBezTo>
                  <a:pt x="1097746" y="124986"/>
                  <a:pt x="1099379" y="126494"/>
                  <a:pt x="1099379" y="128503"/>
                </a:cubicBezTo>
                <a:cubicBezTo>
                  <a:pt x="1099379" y="130387"/>
                  <a:pt x="1097746" y="132020"/>
                  <a:pt x="1095862" y="132020"/>
                </a:cubicBezTo>
                <a:cubicBezTo>
                  <a:pt x="1093977" y="132020"/>
                  <a:pt x="1092345" y="130513"/>
                  <a:pt x="1092345" y="128503"/>
                </a:cubicBezTo>
                <a:cubicBezTo>
                  <a:pt x="1092345" y="126494"/>
                  <a:pt x="1093852" y="124986"/>
                  <a:pt x="1095862" y="124986"/>
                </a:cubicBezTo>
                <a:close/>
                <a:moveTo>
                  <a:pt x="1854956" y="103507"/>
                </a:moveTo>
                <a:cubicBezTo>
                  <a:pt x="1855442" y="103507"/>
                  <a:pt x="1855837" y="103902"/>
                  <a:pt x="1855837" y="104387"/>
                </a:cubicBezTo>
                <a:cubicBezTo>
                  <a:pt x="1855837" y="104873"/>
                  <a:pt x="1855442" y="105268"/>
                  <a:pt x="1854956" y="105268"/>
                </a:cubicBezTo>
                <a:cubicBezTo>
                  <a:pt x="1854469" y="105268"/>
                  <a:pt x="1854076" y="104873"/>
                  <a:pt x="1854076" y="104387"/>
                </a:cubicBezTo>
                <a:cubicBezTo>
                  <a:pt x="1854076" y="103902"/>
                  <a:pt x="1854469" y="103507"/>
                  <a:pt x="1854956" y="103507"/>
                </a:cubicBezTo>
                <a:close/>
                <a:moveTo>
                  <a:pt x="1178391" y="100240"/>
                </a:moveTo>
                <a:cubicBezTo>
                  <a:pt x="1182034" y="100240"/>
                  <a:pt x="1185049" y="103255"/>
                  <a:pt x="1185049" y="106898"/>
                </a:cubicBezTo>
                <a:cubicBezTo>
                  <a:pt x="1185049" y="110542"/>
                  <a:pt x="1182034" y="113555"/>
                  <a:pt x="1178391" y="113555"/>
                </a:cubicBezTo>
                <a:cubicBezTo>
                  <a:pt x="1174749" y="113555"/>
                  <a:pt x="1171734" y="110542"/>
                  <a:pt x="1171734" y="106898"/>
                </a:cubicBezTo>
                <a:cubicBezTo>
                  <a:pt x="1171734" y="103255"/>
                  <a:pt x="1174623" y="100240"/>
                  <a:pt x="1178391" y="100240"/>
                </a:cubicBezTo>
                <a:close/>
                <a:moveTo>
                  <a:pt x="893493" y="99110"/>
                </a:moveTo>
                <a:cubicBezTo>
                  <a:pt x="893870" y="99110"/>
                  <a:pt x="894121" y="99360"/>
                  <a:pt x="894121" y="99738"/>
                </a:cubicBezTo>
                <a:cubicBezTo>
                  <a:pt x="894121" y="100114"/>
                  <a:pt x="893870" y="100365"/>
                  <a:pt x="893493" y="100365"/>
                </a:cubicBezTo>
                <a:cubicBezTo>
                  <a:pt x="893116" y="100365"/>
                  <a:pt x="892866" y="100114"/>
                  <a:pt x="892866" y="99738"/>
                </a:cubicBezTo>
                <a:cubicBezTo>
                  <a:pt x="892866" y="99487"/>
                  <a:pt x="893243" y="99110"/>
                  <a:pt x="893493" y="99110"/>
                </a:cubicBezTo>
                <a:close/>
                <a:moveTo>
                  <a:pt x="1771168" y="87552"/>
                </a:moveTo>
                <a:cubicBezTo>
                  <a:pt x="1771545" y="87552"/>
                  <a:pt x="1771797" y="87804"/>
                  <a:pt x="1771797" y="88181"/>
                </a:cubicBezTo>
                <a:cubicBezTo>
                  <a:pt x="1771797" y="88557"/>
                  <a:pt x="1771545" y="88809"/>
                  <a:pt x="1771168" y="88809"/>
                </a:cubicBezTo>
                <a:cubicBezTo>
                  <a:pt x="1770792" y="88809"/>
                  <a:pt x="1770540" y="88557"/>
                  <a:pt x="1770540" y="88181"/>
                </a:cubicBezTo>
                <a:cubicBezTo>
                  <a:pt x="1770540" y="87679"/>
                  <a:pt x="1770792" y="87426"/>
                  <a:pt x="1771168" y="87552"/>
                </a:cubicBezTo>
                <a:close/>
                <a:moveTo>
                  <a:pt x="1261926" y="86799"/>
                </a:moveTo>
                <a:cubicBezTo>
                  <a:pt x="1263685" y="86799"/>
                  <a:pt x="1265068" y="88181"/>
                  <a:pt x="1265068" y="89939"/>
                </a:cubicBezTo>
                <a:cubicBezTo>
                  <a:pt x="1265068" y="91699"/>
                  <a:pt x="1263685" y="93080"/>
                  <a:pt x="1261926" y="93080"/>
                </a:cubicBezTo>
                <a:cubicBezTo>
                  <a:pt x="1260168" y="93080"/>
                  <a:pt x="1258786" y="91699"/>
                  <a:pt x="1258786" y="89939"/>
                </a:cubicBezTo>
                <a:cubicBezTo>
                  <a:pt x="1258786" y="88306"/>
                  <a:pt x="1260168" y="86799"/>
                  <a:pt x="1261926" y="86799"/>
                </a:cubicBezTo>
                <a:close/>
                <a:moveTo>
                  <a:pt x="1686755" y="75870"/>
                </a:moveTo>
                <a:cubicBezTo>
                  <a:pt x="1687132" y="75870"/>
                  <a:pt x="1687384" y="76121"/>
                  <a:pt x="1687384" y="76498"/>
                </a:cubicBezTo>
                <a:cubicBezTo>
                  <a:pt x="1687384" y="76874"/>
                  <a:pt x="1687132" y="77125"/>
                  <a:pt x="1686755" y="77125"/>
                </a:cubicBezTo>
                <a:cubicBezTo>
                  <a:pt x="1686379" y="77125"/>
                  <a:pt x="1686127" y="76874"/>
                  <a:pt x="1686127" y="76498"/>
                </a:cubicBezTo>
                <a:cubicBezTo>
                  <a:pt x="1686127" y="76121"/>
                  <a:pt x="1686379" y="75870"/>
                  <a:pt x="1686755" y="75870"/>
                </a:cubicBezTo>
                <a:close/>
                <a:moveTo>
                  <a:pt x="1346339" y="73987"/>
                </a:moveTo>
                <a:cubicBezTo>
                  <a:pt x="1348475" y="73987"/>
                  <a:pt x="1350107" y="75746"/>
                  <a:pt x="1350107" y="77756"/>
                </a:cubicBezTo>
                <a:cubicBezTo>
                  <a:pt x="1350107" y="79892"/>
                  <a:pt x="1348348" y="81524"/>
                  <a:pt x="1346339" y="81524"/>
                </a:cubicBezTo>
                <a:cubicBezTo>
                  <a:pt x="1344328" y="81524"/>
                  <a:pt x="1342570" y="79766"/>
                  <a:pt x="1342570" y="77756"/>
                </a:cubicBezTo>
                <a:cubicBezTo>
                  <a:pt x="1342570" y="75620"/>
                  <a:pt x="1344203" y="73987"/>
                  <a:pt x="1346339" y="73987"/>
                </a:cubicBezTo>
                <a:close/>
                <a:moveTo>
                  <a:pt x="1601840" y="68208"/>
                </a:moveTo>
                <a:cubicBezTo>
                  <a:pt x="1602593" y="68083"/>
                  <a:pt x="1603221" y="68710"/>
                  <a:pt x="1603221" y="69465"/>
                </a:cubicBezTo>
                <a:cubicBezTo>
                  <a:pt x="1603221" y="70217"/>
                  <a:pt x="1602593" y="70845"/>
                  <a:pt x="1601840" y="70845"/>
                </a:cubicBezTo>
                <a:cubicBezTo>
                  <a:pt x="1601086" y="70972"/>
                  <a:pt x="1600458" y="70343"/>
                  <a:pt x="1600458" y="69590"/>
                </a:cubicBezTo>
                <a:cubicBezTo>
                  <a:pt x="1600458" y="68962"/>
                  <a:pt x="1600961" y="68333"/>
                  <a:pt x="1601840" y="68208"/>
                </a:cubicBezTo>
                <a:close/>
                <a:moveTo>
                  <a:pt x="972881" y="67832"/>
                </a:moveTo>
                <a:cubicBezTo>
                  <a:pt x="973384" y="67832"/>
                  <a:pt x="973760" y="68209"/>
                  <a:pt x="973760" y="68712"/>
                </a:cubicBezTo>
                <a:cubicBezTo>
                  <a:pt x="973760" y="69215"/>
                  <a:pt x="973384" y="69591"/>
                  <a:pt x="972881" y="69591"/>
                </a:cubicBezTo>
                <a:cubicBezTo>
                  <a:pt x="972378" y="69591"/>
                  <a:pt x="972001" y="69215"/>
                  <a:pt x="972001" y="68712"/>
                </a:cubicBezTo>
                <a:cubicBezTo>
                  <a:pt x="972126" y="68209"/>
                  <a:pt x="972504" y="67832"/>
                  <a:pt x="972881" y="67832"/>
                </a:cubicBezTo>
                <a:close/>
                <a:moveTo>
                  <a:pt x="1431254" y="66701"/>
                </a:moveTo>
                <a:cubicBezTo>
                  <a:pt x="1433139" y="66701"/>
                  <a:pt x="1434772" y="68208"/>
                  <a:pt x="1434772" y="70218"/>
                </a:cubicBezTo>
                <a:cubicBezTo>
                  <a:pt x="1434772" y="72103"/>
                  <a:pt x="1433264" y="73735"/>
                  <a:pt x="1431254" y="73735"/>
                </a:cubicBezTo>
                <a:cubicBezTo>
                  <a:pt x="1429370" y="73735"/>
                  <a:pt x="1427737" y="72228"/>
                  <a:pt x="1427737" y="70218"/>
                </a:cubicBezTo>
                <a:cubicBezTo>
                  <a:pt x="1427737" y="68334"/>
                  <a:pt x="1429370" y="66701"/>
                  <a:pt x="1431254" y="66701"/>
                </a:cubicBezTo>
                <a:close/>
                <a:moveTo>
                  <a:pt x="1516423" y="65193"/>
                </a:moveTo>
                <a:cubicBezTo>
                  <a:pt x="1517678" y="65193"/>
                  <a:pt x="1518809" y="66198"/>
                  <a:pt x="1518809" y="67580"/>
                </a:cubicBezTo>
                <a:cubicBezTo>
                  <a:pt x="1518935" y="68961"/>
                  <a:pt x="1517805" y="70093"/>
                  <a:pt x="1516423" y="70093"/>
                </a:cubicBezTo>
                <a:cubicBezTo>
                  <a:pt x="1515166" y="70093"/>
                  <a:pt x="1514036" y="68961"/>
                  <a:pt x="1514036" y="67580"/>
                </a:cubicBezTo>
                <a:cubicBezTo>
                  <a:pt x="1514036" y="66198"/>
                  <a:pt x="1515166" y="65193"/>
                  <a:pt x="1516423" y="65193"/>
                </a:cubicBezTo>
                <a:close/>
                <a:moveTo>
                  <a:pt x="1053902" y="40448"/>
                </a:moveTo>
                <a:cubicBezTo>
                  <a:pt x="1054655" y="40448"/>
                  <a:pt x="1055284" y="41076"/>
                  <a:pt x="1055284" y="41830"/>
                </a:cubicBezTo>
                <a:cubicBezTo>
                  <a:pt x="1055284" y="42583"/>
                  <a:pt x="1054655" y="43212"/>
                  <a:pt x="1053902" y="43212"/>
                </a:cubicBezTo>
                <a:cubicBezTo>
                  <a:pt x="1053148" y="43212"/>
                  <a:pt x="1052520" y="42583"/>
                  <a:pt x="1052520" y="41830"/>
                </a:cubicBezTo>
                <a:cubicBezTo>
                  <a:pt x="1052520" y="41076"/>
                  <a:pt x="1053148" y="40573"/>
                  <a:pt x="1053902" y="40448"/>
                </a:cubicBezTo>
                <a:close/>
                <a:moveTo>
                  <a:pt x="1136181" y="16957"/>
                </a:moveTo>
                <a:cubicBezTo>
                  <a:pt x="1137437" y="16957"/>
                  <a:pt x="1138442" y="17962"/>
                  <a:pt x="1138442" y="19217"/>
                </a:cubicBezTo>
                <a:cubicBezTo>
                  <a:pt x="1138442" y="20474"/>
                  <a:pt x="1137437" y="21479"/>
                  <a:pt x="1136181" y="21479"/>
                </a:cubicBezTo>
                <a:cubicBezTo>
                  <a:pt x="1134925" y="21479"/>
                  <a:pt x="1133920" y="20599"/>
                  <a:pt x="1133920" y="19344"/>
                </a:cubicBezTo>
                <a:cubicBezTo>
                  <a:pt x="1133920" y="18087"/>
                  <a:pt x="1134925" y="17082"/>
                  <a:pt x="1136181" y="16957"/>
                </a:cubicBezTo>
                <a:close/>
                <a:moveTo>
                  <a:pt x="1219461" y="0"/>
                </a:moveTo>
                <a:cubicBezTo>
                  <a:pt x="1220089" y="0"/>
                  <a:pt x="1220593" y="502"/>
                  <a:pt x="1220593" y="1130"/>
                </a:cubicBezTo>
                <a:cubicBezTo>
                  <a:pt x="1220593" y="1759"/>
                  <a:pt x="1220089" y="2261"/>
                  <a:pt x="1219461" y="2261"/>
                </a:cubicBezTo>
                <a:cubicBezTo>
                  <a:pt x="1218834" y="2261"/>
                  <a:pt x="1218331" y="1759"/>
                  <a:pt x="1218331" y="1130"/>
                </a:cubicBezTo>
                <a:cubicBezTo>
                  <a:pt x="1218331" y="502"/>
                  <a:pt x="1218834" y="0"/>
                  <a:pt x="1219461" y="0"/>
                </a:cubicBezTo>
                <a:close/>
              </a:path>
            </a:pathLst>
          </a:custGeom>
          <a:gradFill flip="none" rotWithShape="1">
            <a:gsLst>
              <a:gs pos="35000">
                <a:schemeClr val="accent1">
                  <a:lumMod val="100000"/>
                  <a:alpha val="0"/>
                </a:schemeClr>
              </a:gs>
              <a:gs pos="79000">
                <a:schemeClr val="accent1">
                  <a:lumMod val="100000"/>
                </a:schemeClr>
              </a:gs>
            </a:gsLst>
            <a:path path="shape">
              <a:fillToRect l="50000" t="50000" r="50000" b="50000"/>
            </a:path>
            <a:tileRect/>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gaoding-10">
            <a:extLst>
              <a:ext uri="{FF2B5EF4-FFF2-40B4-BE49-F238E27FC236}">
                <a16:creationId xmlns:a16="http://schemas.microsoft.com/office/drawing/2014/main" id="{4AE70BC3-AFA2-C464-85C3-D45F8B8BBB63}"/>
              </a:ext>
            </a:extLst>
          </p:cNvPr>
          <p:cNvSpPr/>
          <p:nvPr/>
        </p:nvSpPr>
        <p:spPr>
          <a:xfrm>
            <a:off x="4203700" y="1883501"/>
            <a:ext cx="3784600" cy="3784600"/>
          </a:xfrm>
          <a:prstGeom prst="ellipse">
            <a:avLst/>
          </a:prstGeom>
          <a:solidFill>
            <a:schemeClr val="accent1">
              <a:lumMod val="100000"/>
              <a:alpha val="8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gaoding-6">
            <a:extLst>
              <a:ext uri="{FF2B5EF4-FFF2-40B4-BE49-F238E27FC236}">
                <a16:creationId xmlns:a16="http://schemas.microsoft.com/office/drawing/2014/main" id="{BA79C4D7-9E98-A7CB-4CB1-53749D2DB193}"/>
              </a:ext>
            </a:extLst>
          </p:cNvPr>
          <p:cNvSpPr/>
          <p:nvPr/>
        </p:nvSpPr>
        <p:spPr>
          <a:xfrm>
            <a:off x="0" y="1711805"/>
            <a:ext cx="12192000" cy="4216060"/>
          </a:xfrm>
          <a:custGeom>
            <a:avLst/>
            <a:gdLst>
              <a:gd name="connsiteX0" fmla="*/ 0 w 7128366"/>
              <a:gd name="connsiteY0" fmla="*/ 0 h 4125249"/>
              <a:gd name="connsiteX1" fmla="*/ 7128366 w 7128366"/>
              <a:gd name="connsiteY1" fmla="*/ 0 h 4125249"/>
              <a:gd name="connsiteX2" fmla="*/ 7128366 w 7128366"/>
              <a:gd name="connsiteY2" fmla="*/ 4125249 h 4125249"/>
              <a:gd name="connsiteX3" fmla="*/ 0 w 7128366"/>
              <a:gd name="connsiteY3" fmla="*/ 4125249 h 4125249"/>
              <a:gd name="connsiteX4" fmla="*/ 0 w 7128366"/>
              <a:gd name="connsiteY4" fmla="*/ 0 h 4125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8366" h="4125249">
                <a:moveTo>
                  <a:pt x="0" y="0"/>
                </a:moveTo>
                <a:cubicBezTo>
                  <a:pt x="2830074" y="1564963"/>
                  <a:pt x="4389677" y="1545895"/>
                  <a:pt x="7128366" y="0"/>
                </a:cubicBezTo>
                <a:lnTo>
                  <a:pt x="7128366" y="4125249"/>
                </a:lnTo>
                <a:cubicBezTo>
                  <a:pt x="4421492" y="2456332"/>
                  <a:pt x="2859242" y="2485071"/>
                  <a:pt x="0" y="4125249"/>
                </a:cubicBezTo>
                <a:lnTo>
                  <a:pt x="0" y="0"/>
                </a:lnTo>
                <a:close/>
              </a:path>
            </a:pathLst>
          </a:custGeom>
          <a:gradFill flip="none" rotWithShape="1">
            <a:gsLst>
              <a:gs pos="0">
                <a:schemeClr val="accent1">
                  <a:alpha val="0"/>
                </a:schemeClr>
              </a:gs>
              <a:gs pos="100000">
                <a:schemeClr val="accent1">
                  <a:alpha val="0"/>
                </a:schemeClr>
              </a:gs>
              <a:gs pos="50000">
                <a:schemeClr val="accent1"/>
              </a:gs>
            </a:gsLst>
            <a:lin ang="10800000" scaled="0"/>
            <a:tileRect/>
          </a:gradFill>
          <a:ln w="8071" cap="flat">
            <a:noFill/>
            <a:prstDash val="solid"/>
            <a:miter/>
          </a:ln>
        </p:spPr>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lumMod val="75000"/>
                </a:srgb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BC3500EF-8982-6427-AE2B-12FE7A48D6D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9" name="矩形 8">
            <a:extLst>
              <a:ext uri="{FF2B5EF4-FFF2-40B4-BE49-F238E27FC236}">
                <a16:creationId xmlns:a16="http://schemas.microsoft.com/office/drawing/2014/main" id="{BD874BBD-5DA4-62CF-81B1-C0A2D0E95AF7}"/>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56753875-F722-9546-5CD9-F97FEE9F735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gaoding-7">
            <a:extLst>
              <a:ext uri="{FF2B5EF4-FFF2-40B4-BE49-F238E27FC236}">
                <a16:creationId xmlns:a16="http://schemas.microsoft.com/office/drawing/2014/main" id="{596E13CC-AE39-7812-843B-885CF6B385EA}"/>
              </a:ext>
            </a:extLst>
          </p:cNvPr>
          <p:cNvSpPr/>
          <p:nvPr/>
        </p:nvSpPr>
        <p:spPr>
          <a:xfrm>
            <a:off x="5022941" y="2695576"/>
            <a:ext cx="2146118" cy="214611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8" name="图形 2">
            <a:extLst>
              <a:ext uri="{FF2B5EF4-FFF2-40B4-BE49-F238E27FC236}">
                <a16:creationId xmlns:a16="http://schemas.microsoft.com/office/drawing/2014/main" id="{DF5F80C8-CABD-0FF9-01CF-2840A817449B}"/>
              </a:ext>
            </a:extLst>
          </p:cNvPr>
          <p:cNvGrpSpPr/>
          <p:nvPr/>
        </p:nvGrpSpPr>
        <p:grpSpPr>
          <a:xfrm>
            <a:off x="5665761" y="3220312"/>
            <a:ext cx="860478" cy="693186"/>
            <a:chOff x="6405733" y="416178"/>
            <a:chExt cx="1095039" cy="882144"/>
          </a:xfrm>
          <a:solidFill>
            <a:schemeClr val="bg1"/>
          </a:solidFill>
        </p:grpSpPr>
        <p:sp>
          <p:nvSpPr>
            <p:cNvPr id="29" name="任意多边形: 形状 28">
              <a:extLst>
                <a:ext uri="{FF2B5EF4-FFF2-40B4-BE49-F238E27FC236}">
                  <a16:creationId xmlns:a16="http://schemas.microsoft.com/office/drawing/2014/main" id="{B76E11D7-8685-DB5B-8F69-F51EF208E8A3}"/>
                </a:ext>
              </a:extLst>
            </p:cNvPr>
            <p:cNvSpPr/>
            <p:nvPr/>
          </p:nvSpPr>
          <p:spPr>
            <a:xfrm>
              <a:off x="6405733"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66 w 286749"/>
                <a:gd name="connsiteY9" fmla="*/ 786244 h 850992"/>
                <a:gd name="connsiteX10" fmla="*/ 78618 w 286749"/>
                <a:gd name="connsiteY10" fmla="*/ 721496 h 850992"/>
                <a:gd name="connsiteX11" fmla="*/ 143366 w 286749"/>
                <a:gd name="connsiteY11" fmla="*/ 656748 h 850992"/>
                <a:gd name="connsiteX12" fmla="*/ 208114 w 286749"/>
                <a:gd name="connsiteY12" fmla="*/ 721496 h 850992"/>
                <a:gd name="connsiteX13" fmla="*/ 143366 w 286749"/>
                <a:gd name="connsiteY13" fmla="*/ 786244 h 850992"/>
                <a:gd name="connsiteX14" fmla="*/ 235872 w 286749"/>
                <a:gd name="connsiteY14" fmla="*/ 465555 h 850992"/>
                <a:gd name="connsiteX15" fmla="*/ 229057 w 286749"/>
                <a:gd name="connsiteY15" fmla="*/ 472371 h 850992"/>
                <a:gd name="connsiteX16" fmla="*/ 57693 w 286749"/>
                <a:gd name="connsiteY16" fmla="*/ 472371 h 850992"/>
                <a:gd name="connsiteX17" fmla="*/ 50878 w 286749"/>
                <a:gd name="connsiteY17" fmla="*/ 465555 h 850992"/>
                <a:gd name="connsiteX18" fmla="*/ 50878 w 286749"/>
                <a:gd name="connsiteY18" fmla="*/ 78498 h 850992"/>
                <a:gd name="connsiteX19" fmla="*/ 57693 w 286749"/>
                <a:gd name="connsiteY19" fmla="*/ 71683 h 850992"/>
                <a:gd name="connsiteX20" fmla="*/ 86805 w 286749"/>
                <a:gd name="connsiteY20" fmla="*/ 71683 h 850992"/>
                <a:gd name="connsiteX21" fmla="*/ 136843 w 286749"/>
                <a:gd name="connsiteY21" fmla="*/ 121721 h 850992"/>
                <a:gd name="connsiteX22" fmla="*/ 149916 w 286749"/>
                <a:gd name="connsiteY22" fmla="*/ 121721 h 850992"/>
                <a:gd name="connsiteX23" fmla="*/ 199953 w 286749"/>
                <a:gd name="connsiteY23" fmla="*/ 71683 h 850992"/>
                <a:gd name="connsiteX24" fmla="*/ 229066 w 286749"/>
                <a:gd name="connsiteY24" fmla="*/ 71683 h 850992"/>
                <a:gd name="connsiteX25" fmla="*/ 235881 w 286749"/>
                <a:gd name="connsiteY25" fmla="*/ 78498 h 850992"/>
                <a:gd name="connsiteX26" fmla="*/ 235881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8" y="0"/>
                    <a:pt x="0" y="11710"/>
                    <a:pt x="0" y="26163"/>
                  </a:cubicBezTo>
                  <a:lnTo>
                    <a:pt x="0" y="824829"/>
                  </a:lnTo>
                  <a:cubicBezTo>
                    <a:pt x="0" y="839274"/>
                    <a:pt x="11710" y="850992"/>
                    <a:pt x="26163" y="850992"/>
                  </a:cubicBezTo>
                  <a:lnTo>
                    <a:pt x="260587" y="850992"/>
                  </a:lnTo>
                  <a:cubicBezTo>
                    <a:pt x="275031" y="850992"/>
                    <a:pt x="286750" y="839282"/>
                    <a:pt x="286750" y="824829"/>
                  </a:cubicBezTo>
                  <a:lnTo>
                    <a:pt x="286750" y="26163"/>
                  </a:lnTo>
                  <a:cubicBezTo>
                    <a:pt x="286741" y="11710"/>
                    <a:pt x="275031" y="0"/>
                    <a:pt x="260587" y="0"/>
                  </a:cubicBezTo>
                  <a:close/>
                  <a:moveTo>
                    <a:pt x="143366" y="786244"/>
                  </a:moveTo>
                  <a:cubicBezTo>
                    <a:pt x="107602" y="786244"/>
                    <a:pt x="78618" y="757252"/>
                    <a:pt x="78618" y="721496"/>
                  </a:cubicBezTo>
                  <a:cubicBezTo>
                    <a:pt x="78618" y="685731"/>
                    <a:pt x="107610" y="656748"/>
                    <a:pt x="143366" y="656748"/>
                  </a:cubicBezTo>
                  <a:cubicBezTo>
                    <a:pt x="179122" y="656748"/>
                    <a:pt x="208114" y="685740"/>
                    <a:pt x="208114" y="721496"/>
                  </a:cubicBezTo>
                  <a:cubicBezTo>
                    <a:pt x="208123" y="757252"/>
                    <a:pt x="179131" y="786244"/>
                    <a:pt x="143366" y="786244"/>
                  </a:cubicBezTo>
                  <a:close/>
                  <a:moveTo>
                    <a:pt x="235872" y="465555"/>
                  </a:moveTo>
                  <a:cubicBezTo>
                    <a:pt x="235872" y="469319"/>
                    <a:pt x="232821" y="472371"/>
                    <a:pt x="229057" y="472371"/>
                  </a:cubicBezTo>
                  <a:lnTo>
                    <a:pt x="57693" y="472371"/>
                  </a:lnTo>
                  <a:cubicBezTo>
                    <a:pt x="53929" y="472371"/>
                    <a:pt x="50878" y="469319"/>
                    <a:pt x="50878" y="465555"/>
                  </a:cubicBezTo>
                  <a:lnTo>
                    <a:pt x="50878" y="78498"/>
                  </a:lnTo>
                  <a:cubicBezTo>
                    <a:pt x="50878" y="74735"/>
                    <a:pt x="53929" y="71683"/>
                    <a:pt x="57693" y="71683"/>
                  </a:cubicBezTo>
                  <a:lnTo>
                    <a:pt x="86805" y="71683"/>
                  </a:lnTo>
                  <a:lnTo>
                    <a:pt x="136843" y="121721"/>
                  </a:lnTo>
                  <a:cubicBezTo>
                    <a:pt x="140452" y="125330"/>
                    <a:pt x="146307" y="125330"/>
                    <a:pt x="149916" y="121721"/>
                  </a:cubicBezTo>
                  <a:lnTo>
                    <a:pt x="199953" y="71683"/>
                  </a:lnTo>
                  <a:lnTo>
                    <a:pt x="229066" y="71683"/>
                  </a:lnTo>
                  <a:cubicBezTo>
                    <a:pt x="232829" y="71683"/>
                    <a:pt x="235881" y="74735"/>
                    <a:pt x="235881" y="78498"/>
                  </a:cubicBezTo>
                  <a:lnTo>
                    <a:pt x="235881" y="465555"/>
                  </a:lnTo>
                  <a:close/>
                </a:path>
              </a:pathLst>
            </a:custGeom>
            <a:grpFill/>
            <a:ln w="8572"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13BB0355-B3FB-181A-DB44-369157C27190}"/>
                </a:ext>
              </a:extLst>
            </p:cNvPr>
            <p:cNvSpPr/>
            <p:nvPr/>
          </p:nvSpPr>
          <p:spPr>
            <a:xfrm>
              <a:off x="6471501"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1E0877C9-45E8-EFDE-4929-7B38695B858C}"/>
                </a:ext>
              </a:extLst>
            </p:cNvPr>
            <p:cNvSpPr/>
            <p:nvPr/>
          </p:nvSpPr>
          <p:spPr>
            <a:xfrm>
              <a:off x="6471501"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A4E2DFBB-C162-AC15-2895-56AF1350A5A6}"/>
                </a:ext>
              </a:extLst>
            </p:cNvPr>
            <p:cNvSpPr/>
            <p:nvPr/>
          </p:nvSpPr>
          <p:spPr>
            <a:xfrm>
              <a:off x="6471501"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A9E324A5-90BC-8D69-3615-0A88B82FABE3}"/>
                </a:ext>
              </a:extLst>
            </p:cNvPr>
            <p:cNvSpPr/>
            <p:nvPr/>
          </p:nvSpPr>
          <p:spPr>
            <a:xfrm>
              <a:off x="6471501"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4" name="任意多边形: 形状 33">
              <a:extLst>
                <a:ext uri="{FF2B5EF4-FFF2-40B4-BE49-F238E27FC236}">
                  <a16:creationId xmlns:a16="http://schemas.microsoft.com/office/drawing/2014/main" id="{C3195925-0615-D51E-D73B-02743DDAF16C}"/>
                </a:ext>
              </a:extLst>
            </p:cNvPr>
            <p:cNvSpPr/>
            <p:nvPr/>
          </p:nvSpPr>
          <p:spPr>
            <a:xfrm>
              <a:off x="6471501"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ED6F1E75-D7C0-E8AF-A151-F793EB7B560B}"/>
                </a:ext>
              </a:extLst>
            </p:cNvPr>
            <p:cNvSpPr/>
            <p:nvPr/>
          </p:nvSpPr>
          <p:spPr>
            <a:xfrm>
              <a:off x="6740051"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75 w 286749"/>
                <a:gd name="connsiteY9" fmla="*/ 786244 h 850992"/>
                <a:gd name="connsiteX10" fmla="*/ 78627 w 286749"/>
                <a:gd name="connsiteY10" fmla="*/ 721496 h 850992"/>
                <a:gd name="connsiteX11" fmla="*/ 143375 w 286749"/>
                <a:gd name="connsiteY11" fmla="*/ 656748 h 850992"/>
                <a:gd name="connsiteX12" fmla="*/ 208123 w 286749"/>
                <a:gd name="connsiteY12" fmla="*/ 721496 h 850992"/>
                <a:gd name="connsiteX13" fmla="*/ 143375 w 286749"/>
                <a:gd name="connsiteY13" fmla="*/ 786244 h 850992"/>
                <a:gd name="connsiteX14" fmla="*/ 235881 w 286749"/>
                <a:gd name="connsiteY14" fmla="*/ 465555 h 850992"/>
                <a:gd name="connsiteX15" fmla="*/ 229066 w 286749"/>
                <a:gd name="connsiteY15" fmla="*/ 472371 h 850992"/>
                <a:gd name="connsiteX16" fmla="*/ 57701 w 286749"/>
                <a:gd name="connsiteY16" fmla="*/ 472371 h 850992"/>
                <a:gd name="connsiteX17" fmla="*/ 50886 w 286749"/>
                <a:gd name="connsiteY17" fmla="*/ 465555 h 850992"/>
                <a:gd name="connsiteX18" fmla="*/ 50886 w 286749"/>
                <a:gd name="connsiteY18" fmla="*/ 78498 h 850992"/>
                <a:gd name="connsiteX19" fmla="*/ 57701 w 286749"/>
                <a:gd name="connsiteY19" fmla="*/ 71683 h 850992"/>
                <a:gd name="connsiteX20" fmla="*/ 86814 w 286749"/>
                <a:gd name="connsiteY20" fmla="*/ 71683 h 850992"/>
                <a:gd name="connsiteX21" fmla="*/ 136851 w 286749"/>
                <a:gd name="connsiteY21" fmla="*/ 121721 h 850992"/>
                <a:gd name="connsiteX22" fmla="*/ 149924 w 286749"/>
                <a:gd name="connsiteY22" fmla="*/ 121721 h 850992"/>
                <a:gd name="connsiteX23" fmla="*/ 199962 w 286749"/>
                <a:gd name="connsiteY23" fmla="*/ 71683 h 850992"/>
                <a:gd name="connsiteX24" fmla="*/ 229074 w 286749"/>
                <a:gd name="connsiteY24" fmla="*/ 71683 h 850992"/>
                <a:gd name="connsiteX25" fmla="*/ 235889 w 286749"/>
                <a:gd name="connsiteY25" fmla="*/ 78498 h 850992"/>
                <a:gd name="connsiteX26" fmla="*/ 235889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9" y="0"/>
                    <a:pt x="0" y="11710"/>
                    <a:pt x="0" y="26163"/>
                  </a:cubicBezTo>
                  <a:lnTo>
                    <a:pt x="0" y="824829"/>
                  </a:lnTo>
                  <a:cubicBezTo>
                    <a:pt x="0" y="839274"/>
                    <a:pt x="11710" y="850992"/>
                    <a:pt x="26163" y="850992"/>
                  </a:cubicBezTo>
                  <a:lnTo>
                    <a:pt x="260587" y="850992"/>
                  </a:lnTo>
                  <a:cubicBezTo>
                    <a:pt x="275040" y="850992"/>
                    <a:pt x="286750" y="839282"/>
                    <a:pt x="286750" y="824829"/>
                  </a:cubicBezTo>
                  <a:lnTo>
                    <a:pt x="286750" y="26163"/>
                  </a:lnTo>
                  <a:cubicBezTo>
                    <a:pt x="286750" y="11710"/>
                    <a:pt x="275040" y="0"/>
                    <a:pt x="260587" y="0"/>
                  </a:cubicBezTo>
                  <a:close/>
                  <a:moveTo>
                    <a:pt x="143375" y="786244"/>
                  </a:moveTo>
                  <a:cubicBezTo>
                    <a:pt x="107611" y="786244"/>
                    <a:pt x="78627" y="757252"/>
                    <a:pt x="78627" y="721496"/>
                  </a:cubicBezTo>
                  <a:cubicBezTo>
                    <a:pt x="78627" y="685731"/>
                    <a:pt x="107619" y="656748"/>
                    <a:pt x="143375" y="656748"/>
                  </a:cubicBezTo>
                  <a:cubicBezTo>
                    <a:pt x="179131" y="656748"/>
                    <a:pt x="208123" y="685740"/>
                    <a:pt x="208123" y="721496"/>
                  </a:cubicBezTo>
                  <a:cubicBezTo>
                    <a:pt x="208132" y="757252"/>
                    <a:pt x="179140" y="786244"/>
                    <a:pt x="143375" y="786244"/>
                  </a:cubicBezTo>
                  <a:close/>
                  <a:moveTo>
                    <a:pt x="235881" y="465555"/>
                  </a:moveTo>
                  <a:cubicBezTo>
                    <a:pt x="235881" y="469319"/>
                    <a:pt x="232829" y="472371"/>
                    <a:pt x="229066" y="472371"/>
                  </a:cubicBezTo>
                  <a:lnTo>
                    <a:pt x="57701" y="472371"/>
                  </a:lnTo>
                  <a:cubicBezTo>
                    <a:pt x="53938" y="472371"/>
                    <a:pt x="50886" y="469319"/>
                    <a:pt x="50886" y="465555"/>
                  </a:cubicBezTo>
                  <a:lnTo>
                    <a:pt x="50886" y="78498"/>
                  </a:lnTo>
                  <a:cubicBezTo>
                    <a:pt x="50886" y="74735"/>
                    <a:pt x="53938" y="71683"/>
                    <a:pt x="57701" y="71683"/>
                  </a:cubicBezTo>
                  <a:lnTo>
                    <a:pt x="86814" y="71683"/>
                  </a:lnTo>
                  <a:lnTo>
                    <a:pt x="136851" y="121721"/>
                  </a:lnTo>
                  <a:cubicBezTo>
                    <a:pt x="140461" y="125330"/>
                    <a:pt x="146315" y="125330"/>
                    <a:pt x="149924" y="121721"/>
                  </a:cubicBezTo>
                  <a:lnTo>
                    <a:pt x="199962" y="71683"/>
                  </a:lnTo>
                  <a:lnTo>
                    <a:pt x="229074" y="71683"/>
                  </a:lnTo>
                  <a:cubicBezTo>
                    <a:pt x="232838" y="71683"/>
                    <a:pt x="235889" y="74735"/>
                    <a:pt x="235889" y="78498"/>
                  </a:cubicBezTo>
                  <a:lnTo>
                    <a:pt x="235889" y="465555"/>
                  </a:ln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BF2CC95A-9C43-B53C-D808-26EC9D31BD10}"/>
                </a:ext>
              </a:extLst>
            </p:cNvPr>
            <p:cNvSpPr/>
            <p:nvPr/>
          </p:nvSpPr>
          <p:spPr>
            <a:xfrm>
              <a:off x="6805828"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26BFCA9B-F403-B3F5-D6AD-7BAAAFD6AB1D}"/>
                </a:ext>
              </a:extLst>
            </p:cNvPr>
            <p:cNvSpPr/>
            <p:nvPr/>
          </p:nvSpPr>
          <p:spPr>
            <a:xfrm>
              <a:off x="6805828"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8" name="任意多边形: 形状 37">
              <a:extLst>
                <a:ext uri="{FF2B5EF4-FFF2-40B4-BE49-F238E27FC236}">
                  <a16:creationId xmlns:a16="http://schemas.microsoft.com/office/drawing/2014/main" id="{B07D0BB5-71A5-53F7-AD82-96D682317C59}"/>
                </a:ext>
              </a:extLst>
            </p:cNvPr>
            <p:cNvSpPr/>
            <p:nvPr/>
          </p:nvSpPr>
          <p:spPr>
            <a:xfrm>
              <a:off x="6805828"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9" name="任意多边形: 形状 38">
              <a:extLst>
                <a:ext uri="{FF2B5EF4-FFF2-40B4-BE49-F238E27FC236}">
                  <a16:creationId xmlns:a16="http://schemas.microsoft.com/office/drawing/2014/main" id="{5B8D2B9F-8B3E-36B5-0489-34C550B8AAFD}"/>
                </a:ext>
              </a:extLst>
            </p:cNvPr>
            <p:cNvSpPr/>
            <p:nvPr/>
          </p:nvSpPr>
          <p:spPr>
            <a:xfrm>
              <a:off x="6805828"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40" name="任意多边形: 形状 39">
              <a:extLst>
                <a:ext uri="{FF2B5EF4-FFF2-40B4-BE49-F238E27FC236}">
                  <a16:creationId xmlns:a16="http://schemas.microsoft.com/office/drawing/2014/main" id="{7439F902-356A-3896-EDAC-71A5CECB1BB6}"/>
                </a:ext>
              </a:extLst>
            </p:cNvPr>
            <p:cNvSpPr/>
            <p:nvPr/>
          </p:nvSpPr>
          <p:spPr>
            <a:xfrm>
              <a:off x="6805828"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41" name="任意多边形: 形状 40">
              <a:extLst>
                <a:ext uri="{FF2B5EF4-FFF2-40B4-BE49-F238E27FC236}">
                  <a16:creationId xmlns:a16="http://schemas.microsoft.com/office/drawing/2014/main" id="{8CB2FA09-00D4-15DD-87FF-042553ED0878}"/>
                </a:ext>
              </a:extLst>
            </p:cNvPr>
            <p:cNvSpPr/>
            <p:nvPr/>
          </p:nvSpPr>
          <p:spPr>
            <a:xfrm>
              <a:off x="7054774" y="416178"/>
              <a:ext cx="445998" cy="882143"/>
            </a:xfrm>
            <a:custGeom>
              <a:avLst/>
              <a:gdLst>
                <a:gd name="connsiteX0" fmla="*/ 445435 w 445998"/>
                <a:gd name="connsiteY0" fmla="*/ 802386 h 882143"/>
                <a:gd name="connsiteX1" fmla="*/ 281178 w 445998"/>
                <a:gd name="connsiteY1" fmla="*/ 20788 h 882143"/>
                <a:gd name="connsiteX2" fmla="*/ 250196 w 445998"/>
                <a:gd name="connsiteY2" fmla="*/ 565 h 882143"/>
                <a:gd name="connsiteX3" fmla="*/ 20788 w 445998"/>
                <a:gd name="connsiteY3" fmla="*/ 48777 h 882143"/>
                <a:gd name="connsiteX4" fmla="*/ 565 w 445998"/>
                <a:gd name="connsiteY4" fmla="*/ 79758 h 882143"/>
                <a:gd name="connsiteX5" fmla="*/ 164823 w 445998"/>
                <a:gd name="connsiteY5" fmla="*/ 861356 h 882143"/>
                <a:gd name="connsiteX6" fmla="*/ 195804 w 445998"/>
                <a:gd name="connsiteY6" fmla="*/ 881578 h 882143"/>
                <a:gd name="connsiteX7" fmla="*/ 425213 w 445998"/>
                <a:gd name="connsiteY7" fmla="*/ 833367 h 882143"/>
                <a:gd name="connsiteX8" fmla="*/ 445435 w 445998"/>
                <a:gd name="connsiteY8" fmla="*/ 802386 h 882143"/>
                <a:gd name="connsiteX9" fmla="*/ 148784 w 445998"/>
                <a:gd name="connsiteY9" fmla="*/ 504568 h 882143"/>
                <a:gd name="connsiteX10" fmla="*/ 140709 w 445998"/>
                <a:gd name="connsiteY10" fmla="*/ 499296 h 882143"/>
                <a:gd name="connsiteX11" fmla="*/ 61104 w 445998"/>
                <a:gd name="connsiteY11" fmla="*/ 120512 h 882143"/>
                <a:gd name="connsiteX12" fmla="*/ 66376 w 445998"/>
                <a:gd name="connsiteY12" fmla="*/ 112436 h 882143"/>
                <a:gd name="connsiteX13" fmla="*/ 94863 w 445998"/>
                <a:gd name="connsiteY13" fmla="*/ 106453 h 882143"/>
                <a:gd name="connsiteX14" fmla="*/ 154125 w 445998"/>
                <a:gd name="connsiteY14" fmla="*/ 145132 h 882143"/>
                <a:gd name="connsiteX15" fmla="*/ 166915 w 445998"/>
                <a:gd name="connsiteY15" fmla="*/ 142440 h 882143"/>
                <a:gd name="connsiteX16" fmla="*/ 205594 w 445998"/>
                <a:gd name="connsiteY16" fmla="*/ 83178 h 882143"/>
                <a:gd name="connsiteX17" fmla="*/ 234080 w 445998"/>
                <a:gd name="connsiteY17" fmla="*/ 77195 h 882143"/>
                <a:gd name="connsiteX18" fmla="*/ 242156 w 445998"/>
                <a:gd name="connsiteY18" fmla="*/ 82467 h 882143"/>
                <a:gd name="connsiteX19" fmla="*/ 321760 w 445998"/>
                <a:gd name="connsiteY19" fmla="*/ 461251 h 882143"/>
                <a:gd name="connsiteX20" fmla="*/ 316488 w 445998"/>
                <a:gd name="connsiteY20" fmla="*/ 469318 h 882143"/>
                <a:gd name="connsiteX21" fmla="*/ 148784 w 445998"/>
                <a:gd name="connsiteY21" fmla="*/ 504568 h 882143"/>
                <a:gd name="connsiteX22" fmla="*/ 297182 w 445998"/>
                <a:gd name="connsiteY22" fmla="*/ 794105 h 882143"/>
                <a:gd name="connsiteX23" fmla="*/ 220501 w 445998"/>
                <a:gd name="connsiteY23" fmla="*/ 744058 h 882143"/>
                <a:gd name="connsiteX24" fmla="*/ 270548 w 445998"/>
                <a:gd name="connsiteY24" fmla="*/ 667377 h 882143"/>
                <a:gd name="connsiteX25" fmla="*/ 347229 w 445998"/>
                <a:gd name="connsiteY25" fmla="*/ 717423 h 882143"/>
                <a:gd name="connsiteX26" fmla="*/ 297182 w 445998"/>
                <a:gd name="connsiteY26" fmla="*/ 794105 h 88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5998" h="882143">
                  <a:moveTo>
                    <a:pt x="445435" y="802386"/>
                  </a:moveTo>
                  <a:lnTo>
                    <a:pt x="281178" y="20788"/>
                  </a:lnTo>
                  <a:cubicBezTo>
                    <a:pt x="278203" y="6652"/>
                    <a:pt x="264332" y="-2409"/>
                    <a:pt x="250196" y="565"/>
                  </a:cubicBezTo>
                  <a:lnTo>
                    <a:pt x="20788" y="48777"/>
                  </a:lnTo>
                  <a:cubicBezTo>
                    <a:pt x="6652" y="51752"/>
                    <a:pt x="-2409" y="65622"/>
                    <a:pt x="565" y="79758"/>
                  </a:cubicBezTo>
                  <a:lnTo>
                    <a:pt x="164823" y="861356"/>
                  </a:lnTo>
                  <a:cubicBezTo>
                    <a:pt x="167798" y="875492"/>
                    <a:pt x="181668" y="884553"/>
                    <a:pt x="195804" y="881578"/>
                  </a:cubicBezTo>
                  <a:lnTo>
                    <a:pt x="425213" y="833367"/>
                  </a:lnTo>
                  <a:cubicBezTo>
                    <a:pt x="439349" y="830392"/>
                    <a:pt x="448401" y="816522"/>
                    <a:pt x="445435" y="802386"/>
                  </a:cubicBezTo>
                  <a:close/>
                  <a:moveTo>
                    <a:pt x="148784" y="504568"/>
                  </a:moveTo>
                  <a:cubicBezTo>
                    <a:pt x="145097" y="505340"/>
                    <a:pt x="141489" y="502982"/>
                    <a:pt x="140709" y="499296"/>
                  </a:cubicBezTo>
                  <a:lnTo>
                    <a:pt x="61104" y="120512"/>
                  </a:lnTo>
                  <a:cubicBezTo>
                    <a:pt x="60333" y="116826"/>
                    <a:pt x="62690" y="113217"/>
                    <a:pt x="66376" y="112436"/>
                  </a:cubicBezTo>
                  <a:lnTo>
                    <a:pt x="94863" y="106453"/>
                  </a:lnTo>
                  <a:lnTo>
                    <a:pt x="154125" y="145132"/>
                  </a:lnTo>
                  <a:cubicBezTo>
                    <a:pt x="158402" y="147927"/>
                    <a:pt x="164129" y="146718"/>
                    <a:pt x="166915" y="142440"/>
                  </a:cubicBezTo>
                  <a:lnTo>
                    <a:pt x="205594" y="83178"/>
                  </a:lnTo>
                  <a:lnTo>
                    <a:pt x="234080" y="77195"/>
                  </a:lnTo>
                  <a:cubicBezTo>
                    <a:pt x="237766" y="76423"/>
                    <a:pt x="241375" y="78781"/>
                    <a:pt x="242156" y="82467"/>
                  </a:cubicBezTo>
                  <a:lnTo>
                    <a:pt x="321760" y="461251"/>
                  </a:lnTo>
                  <a:cubicBezTo>
                    <a:pt x="322531" y="464938"/>
                    <a:pt x="320174" y="468547"/>
                    <a:pt x="316488" y="469318"/>
                  </a:cubicBezTo>
                  <a:lnTo>
                    <a:pt x="148784" y="504568"/>
                  </a:lnTo>
                  <a:close/>
                  <a:moveTo>
                    <a:pt x="297182" y="794105"/>
                  </a:moveTo>
                  <a:cubicBezTo>
                    <a:pt x="262189" y="801460"/>
                    <a:pt x="227856" y="779051"/>
                    <a:pt x="220501" y="744058"/>
                  </a:cubicBezTo>
                  <a:cubicBezTo>
                    <a:pt x="213146" y="709065"/>
                    <a:pt x="235555" y="674732"/>
                    <a:pt x="270548" y="667377"/>
                  </a:cubicBezTo>
                  <a:cubicBezTo>
                    <a:pt x="305540" y="660022"/>
                    <a:pt x="339873" y="682431"/>
                    <a:pt x="347229" y="717423"/>
                  </a:cubicBezTo>
                  <a:cubicBezTo>
                    <a:pt x="354592" y="752425"/>
                    <a:pt x="332184" y="786749"/>
                    <a:pt x="297182" y="794105"/>
                  </a:cubicBezTo>
                  <a:close/>
                </a:path>
              </a:pathLst>
            </a:custGeom>
            <a:grpFill/>
            <a:ln w="8572" cap="flat">
              <a:noFill/>
              <a:prstDash val="solid"/>
              <a:miter/>
            </a:ln>
          </p:spPr>
          <p:txBody>
            <a:bodyPr rtlCol="0" anchor="ctr"/>
            <a:lstStyle/>
            <a:p>
              <a:endParaRPr lang="zh-CN" altLang="en-US"/>
            </a:p>
          </p:txBody>
        </p:sp>
        <p:sp>
          <p:nvSpPr>
            <p:cNvPr id="42" name="任意多边形: 形状 41">
              <a:extLst>
                <a:ext uri="{FF2B5EF4-FFF2-40B4-BE49-F238E27FC236}">
                  <a16:creationId xmlns:a16="http://schemas.microsoft.com/office/drawing/2014/main" id="{2E815AB7-32C0-ED72-553E-7E39B16BBB61}"/>
                </a:ext>
              </a:extLst>
            </p:cNvPr>
            <p:cNvSpPr/>
            <p:nvPr/>
          </p:nvSpPr>
          <p:spPr>
            <a:xfrm>
              <a:off x="7150353" y="587517"/>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1 w 152445"/>
                <a:gd name="connsiteY3" fmla="*/ 282 h 52359"/>
                <a:gd name="connsiteX4" fmla="*/ 152166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1" y="282"/>
                  </a:lnTo>
                  <a:cubicBezTo>
                    <a:pt x="143920" y="-1193"/>
                    <a:pt x="150701" y="3265"/>
                    <a:pt x="152166" y="10217"/>
                  </a:cubicBezTo>
                  <a:cubicBezTo>
                    <a:pt x="153632" y="17170"/>
                    <a:pt x="149174"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43" name="任意多边形: 形状 42">
              <a:extLst>
                <a:ext uri="{FF2B5EF4-FFF2-40B4-BE49-F238E27FC236}">
                  <a16:creationId xmlns:a16="http://schemas.microsoft.com/office/drawing/2014/main" id="{312B28AD-EE52-FAE7-F085-262F35A9EB1E}"/>
                </a:ext>
              </a:extLst>
            </p:cNvPr>
            <p:cNvSpPr/>
            <p:nvPr/>
          </p:nvSpPr>
          <p:spPr>
            <a:xfrm>
              <a:off x="7162105" y="643458"/>
              <a:ext cx="152445" cy="52354"/>
            </a:xfrm>
            <a:custGeom>
              <a:avLst/>
              <a:gdLst>
                <a:gd name="connsiteX0" fmla="*/ 12846 w 152445"/>
                <a:gd name="connsiteY0" fmla="*/ 52354 h 52354"/>
                <a:gd name="connsiteX1" fmla="*/ 279 w 152445"/>
                <a:gd name="connsiteY1" fmla="*/ 42136 h 52354"/>
                <a:gd name="connsiteX2" fmla="*/ 10215 w 152445"/>
                <a:gd name="connsiteY2" fmla="*/ 26911 h 52354"/>
                <a:gd name="connsiteX3" fmla="*/ 136942 w 152445"/>
                <a:gd name="connsiteY3" fmla="*/ 276 h 52354"/>
                <a:gd name="connsiteX4" fmla="*/ 152167 w 152445"/>
                <a:gd name="connsiteY4" fmla="*/ 10212 h 52354"/>
                <a:gd name="connsiteX5" fmla="*/ 142231 w 152445"/>
                <a:gd name="connsiteY5" fmla="*/ 25437 h 52354"/>
                <a:gd name="connsiteX6" fmla="*/ 15504 w 152445"/>
                <a:gd name="connsiteY6" fmla="*/ 52072 h 52354"/>
                <a:gd name="connsiteX7" fmla="*/ 12846 w 152445"/>
                <a:gd name="connsiteY7" fmla="*/ 52354 h 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4">
                  <a:moveTo>
                    <a:pt x="12846" y="52354"/>
                  </a:moveTo>
                  <a:cubicBezTo>
                    <a:pt x="6897" y="52354"/>
                    <a:pt x="1556" y="48197"/>
                    <a:pt x="279" y="42136"/>
                  </a:cubicBezTo>
                  <a:cubicBezTo>
                    <a:pt x="-1187" y="35184"/>
                    <a:pt x="3271" y="28369"/>
                    <a:pt x="10215" y="26911"/>
                  </a:cubicBezTo>
                  <a:lnTo>
                    <a:pt x="136942" y="276"/>
                  </a:lnTo>
                  <a:cubicBezTo>
                    <a:pt x="143911" y="-1181"/>
                    <a:pt x="150709" y="3268"/>
                    <a:pt x="152167" y="10212"/>
                  </a:cubicBezTo>
                  <a:cubicBezTo>
                    <a:pt x="153632" y="17164"/>
                    <a:pt x="149175" y="23979"/>
                    <a:pt x="142231" y="25437"/>
                  </a:cubicBezTo>
                  <a:lnTo>
                    <a:pt x="15504" y="52072"/>
                  </a:lnTo>
                  <a:cubicBezTo>
                    <a:pt x="14612" y="52260"/>
                    <a:pt x="13730" y="52354"/>
                    <a:pt x="12846" y="52354"/>
                  </a:cubicBezTo>
                  <a:close/>
                </a:path>
              </a:pathLst>
            </a:custGeom>
            <a:grpFill/>
            <a:ln w="8572" cap="flat">
              <a:noFill/>
              <a:prstDash val="solid"/>
              <a:miter/>
            </a:ln>
          </p:spPr>
          <p:txBody>
            <a:bodyPr rtlCol="0" anchor="ctr"/>
            <a:lstStyle/>
            <a:p>
              <a:endParaRPr lang="zh-CN" altLang="en-US"/>
            </a:p>
          </p:txBody>
        </p:sp>
        <p:sp>
          <p:nvSpPr>
            <p:cNvPr id="44" name="任意多边形: 形状 43">
              <a:extLst>
                <a:ext uri="{FF2B5EF4-FFF2-40B4-BE49-F238E27FC236}">
                  <a16:creationId xmlns:a16="http://schemas.microsoft.com/office/drawing/2014/main" id="{A7F09FC2-B13C-C9E2-27D8-3286530E8FDC}"/>
                </a:ext>
              </a:extLst>
            </p:cNvPr>
            <p:cNvSpPr/>
            <p:nvPr/>
          </p:nvSpPr>
          <p:spPr>
            <a:xfrm>
              <a:off x="7173858" y="699374"/>
              <a:ext cx="152445" cy="52356"/>
            </a:xfrm>
            <a:custGeom>
              <a:avLst/>
              <a:gdLst>
                <a:gd name="connsiteX0" fmla="*/ 12846 w 152445"/>
                <a:gd name="connsiteY0" fmla="*/ 52357 h 52356"/>
                <a:gd name="connsiteX1" fmla="*/ 279 w 152445"/>
                <a:gd name="connsiteY1" fmla="*/ 42139 h 52356"/>
                <a:gd name="connsiteX2" fmla="*/ 10215 w 152445"/>
                <a:gd name="connsiteY2" fmla="*/ 26914 h 52356"/>
                <a:gd name="connsiteX3" fmla="*/ 136941 w 152445"/>
                <a:gd name="connsiteY3" fmla="*/ 279 h 52356"/>
                <a:gd name="connsiteX4" fmla="*/ 152166 w 152445"/>
                <a:gd name="connsiteY4" fmla="*/ 10215 h 52356"/>
                <a:gd name="connsiteX5" fmla="*/ 142231 w 152445"/>
                <a:gd name="connsiteY5" fmla="*/ 25439 h 52356"/>
                <a:gd name="connsiteX6" fmla="*/ 15504 w 152445"/>
                <a:gd name="connsiteY6" fmla="*/ 52074 h 52356"/>
                <a:gd name="connsiteX7" fmla="*/ 12846 w 152445"/>
                <a:gd name="connsiteY7" fmla="*/ 52357 h 5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6">
                  <a:moveTo>
                    <a:pt x="12846" y="52357"/>
                  </a:moveTo>
                  <a:cubicBezTo>
                    <a:pt x="6897" y="52357"/>
                    <a:pt x="1556" y="48199"/>
                    <a:pt x="279" y="42139"/>
                  </a:cubicBezTo>
                  <a:cubicBezTo>
                    <a:pt x="-1187" y="35186"/>
                    <a:pt x="3271" y="28371"/>
                    <a:pt x="10215" y="26914"/>
                  </a:cubicBezTo>
                  <a:lnTo>
                    <a:pt x="136941" y="279"/>
                  </a:lnTo>
                  <a:cubicBezTo>
                    <a:pt x="143894" y="-1187"/>
                    <a:pt x="150709" y="3271"/>
                    <a:pt x="152166" y="10215"/>
                  </a:cubicBezTo>
                  <a:cubicBezTo>
                    <a:pt x="153632" y="17167"/>
                    <a:pt x="149174" y="23982"/>
                    <a:pt x="142231" y="25439"/>
                  </a:cubicBezTo>
                  <a:lnTo>
                    <a:pt x="15504" y="52074"/>
                  </a:lnTo>
                  <a:cubicBezTo>
                    <a:pt x="14621" y="52271"/>
                    <a:pt x="13729" y="52357"/>
                    <a:pt x="12846" y="52357"/>
                  </a:cubicBezTo>
                  <a:close/>
                </a:path>
              </a:pathLst>
            </a:custGeom>
            <a:grpFill/>
            <a:ln w="8572" cap="flat">
              <a:noFill/>
              <a:prstDash val="solid"/>
              <a:miter/>
            </a:ln>
          </p:spPr>
          <p:txBody>
            <a:bodyPr rtlCol="0" anchor="ctr"/>
            <a:lstStyle/>
            <a:p>
              <a:endParaRPr lang="zh-CN" altLang="en-US"/>
            </a:p>
          </p:txBody>
        </p:sp>
        <p:sp>
          <p:nvSpPr>
            <p:cNvPr id="45" name="任意多边形: 形状 44">
              <a:extLst>
                <a:ext uri="{FF2B5EF4-FFF2-40B4-BE49-F238E27FC236}">
                  <a16:creationId xmlns:a16="http://schemas.microsoft.com/office/drawing/2014/main" id="{9E15247C-9709-723F-6F56-52B996FD230C}"/>
                </a:ext>
              </a:extLst>
            </p:cNvPr>
            <p:cNvSpPr/>
            <p:nvPr/>
          </p:nvSpPr>
          <p:spPr>
            <a:xfrm>
              <a:off x="7185611" y="755306"/>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2 w 152445"/>
                <a:gd name="connsiteY3" fmla="*/ 282 h 52359"/>
                <a:gd name="connsiteX4" fmla="*/ 152167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2" y="282"/>
                  </a:lnTo>
                  <a:cubicBezTo>
                    <a:pt x="143911" y="-1193"/>
                    <a:pt x="150701" y="3265"/>
                    <a:pt x="152167" y="10217"/>
                  </a:cubicBezTo>
                  <a:cubicBezTo>
                    <a:pt x="153632" y="17170"/>
                    <a:pt x="149175"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F5D85DFB-6EB1-2583-FA8C-8427F3D4A5F7}"/>
                </a:ext>
              </a:extLst>
            </p:cNvPr>
            <p:cNvSpPr/>
            <p:nvPr/>
          </p:nvSpPr>
          <p:spPr>
            <a:xfrm>
              <a:off x="7197373" y="811241"/>
              <a:ext cx="152445" cy="52352"/>
            </a:xfrm>
            <a:custGeom>
              <a:avLst/>
              <a:gdLst>
                <a:gd name="connsiteX0" fmla="*/ 12846 w 152445"/>
                <a:gd name="connsiteY0" fmla="*/ 52352 h 52352"/>
                <a:gd name="connsiteX1" fmla="*/ 279 w 152445"/>
                <a:gd name="connsiteY1" fmla="*/ 42134 h 52352"/>
                <a:gd name="connsiteX2" fmla="*/ 10215 w 152445"/>
                <a:gd name="connsiteY2" fmla="*/ 26909 h 52352"/>
                <a:gd name="connsiteX3" fmla="*/ 136942 w 152445"/>
                <a:gd name="connsiteY3" fmla="*/ 274 h 52352"/>
                <a:gd name="connsiteX4" fmla="*/ 152167 w 152445"/>
                <a:gd name="connsiteY4" fmla="*/ 10210 h 52352"/>
                <a:gd name="connsiteX5" fmla="*/ 142231 w 152445"/>
                <a:gd name="connsiteY5" fmla="*/ 25435 h 52352"/>
                <a:gd name="connsiteX6" fmla="*/ 15504 w 152445"/>
                <a:gd name="connsiteY6" fmla="*/ 52069 h 52352"/>
                <a:gd name="connsiteX7" fmla="*/ 12846 w 152445"/>
                <a:gd name="connsiteY7" fmla="*/ 52352 h 52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2">
                  <a:moveTo>
                    <a:pt x="12846" y="52352"/>
                  </a:moveTo>
                  <a:cubicBezTo>
                    <a:pt x="6897" y="52352"/>
                    <a:pt x="1556" y="48195"/>
                    <a:pt x="279" y="42134"/>
                  </a:cubicBezTo>
                  <a:cubicBezTo>
                    <a:pt x="-1187" y="35182"/>
                    <a:pt x="3271" y="28366"/>
                    <a:pt x="10215" y="26909"/>
                  </a:cubicBezTo>
                  <a:lnTo>
                    <a:pt x="136942" y="274"/>
                  </a:lnTo>
                  <a:cubicBezTo>
                    <a:pt x="143911" y="-1174"/>
                    <a:pt x="150718" y="3258"/>
                    <a:pt x="152167" y="10210"/>
                  </a:cubicBezTo>
                  <a:cubicBezTo>
                    <a:pt x="153632" y="17162"/>
                    <a:pt x="149175" y="23977"/>
                    <a:pt x="142231" y="25435"/>
                  </a:cubicBezTo>
                  <a:lnTo>
                    <a:pt x="15504" y="52069"/>
                  </a:lnTo>
                  <a:cubicBezTo>
                    <a:pt x="14612" y="52258"/>
                    <a:pt x="13721" y="52352"/>
                    <a:pt x="12846" y="52352"/>
                  </a:cubicBezTo>
                  <a:close/>
                </a:path>
              </a:pathLst>
            </a:custGeom>
            <a:grpFill/>
            <a:ln w="8572" cap="flat">
              <a:noFill/>
              <a:prstDash val="solid"/>
              <a:miter/>
            </a:ln>
          </p:spPr>
          <p:txBody>
            <a:bodyPr rtlCol="0" anchor="ctr"/>
            <a:lstStyle/>
            <a:p>
              <a:endParaRPr lang="zh-CN" altLang="en-US"/>
            </a:p>
          </p:txBody>
        </p:sp>
      </p:grpSp>
      <p:sp>
        <p:nvSpPr>
          <p:cNvPr id="62" name="稿定-9">
            <a:extLst>
              <a:ext uri="{FF2B5EF4-FFF2-40B4-BE49-F238E27FC236}">
                <a16:creationId xmlns:a16="http://schemas.microsoft.com/office/drawing/2014/main" id="{C2C14E22-2FE9-6347-8931-B4957D42C2B1}"/>
              </a:ext>
            </a:extLst>
          </p:cNvPr>
          <p:cNvSpPr/>
          <p:nvPr/>
        </p:nvSpPr>
        <p:spPr>
          <a:xfrm flipH="1">
            <a:off x="5445422" y="4016989"/>
            <a:ext cx="1301156"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3" name="Rounded Rectangle">
            <a:extLst>
              <a:ext uri="{FF2B5EF4-FFF2-40B4-BE49-F238E27FC236}">
                <a16:creationId xmlns:a16="http://schemas.microsoft.com/office/drawing/2014/main" id="{F1BB9514-D9FB-B92F-1430-B25F4C220924}"/>
              </a:ext>
            </a:extLst>
          </p:cNvPr>
          <p:cNvSpPr/>
          <p:nvPr/>
        </p:nvSpPr>
        <p:spPr>
          <a:xfrm>
            <a:off x="1694965" y="2841012"/>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稿定-31">
            <a:extLst>
              <a:ext uri="{FF2B5EF4-FFF2-40B4-BE49-F238E27FC236}">
                <a16:creationId xmlns:a16="http://schemas.microsoft.com/office/drawing/2014/main" id="{47127FA5-855E-B877-B1DB-A7BF0FC49E16}"/>
              </a:ext>
            </a:extLst>
          </p:cNvPr>
          <p:cNvSpPr/>
          <p:nvPr/>
        </p:nvSpPr>
        <p:spPr>
          <a:xfrm flipH="1">
            <a:off x="1888482" y="2988890"/>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65" name="Rounded Rectangle">
            <a:extLst>
              <a:ext uri="{FF2B5EF4-FFF2-40B4-BE49-F238E27FC236}">
                <a16:creationId xmlns:a16="http://schemas.microsoft.com/office/drawing/2014/main" id="{DB5FCD04-8C9D-96F1-C177-E546CE45F50C}"/>
              </a:ext>
            </a:extLst>
          </p:cNvPr>
          <p:cNvSpPr/>
          <p:nvPr/>
        </p:nvSpPr>
        <p:spPr>
          <a:xfrm>
            <a:off x="1694965" y="390812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稿定-31">
            <a:extLst>
              <a:ext uri="{FF2B5EF4-FFF2-40B4-BE49-F238E27FC236}">
                <a16:creationId xmlns:a16="http://schemas.microsoft.com/office/drawing/2014/main" id="{9B5C9E5D-5E4A-BA17-B730-6E5AF7F330EF}"/>
              </a:ext>
            </a:extLst>
          </p:cNvPr>
          <p:cNvSpPr/>
          <p:nvPr/>
        </p:nvSpPr>
        <p:spPr>
          <a:xfrm flipH="1">
            <a:off x="1888482" y="405600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67" name="Rounded Rectangle">
            <a:extLst>
              <a:ext uri="{FF2B5EF4-FFF2-40B4-BE49-F238E27FC236}">
                <a16:creationId xmlns:a16="http://schemas.microsoft.com/office/drawing/2014/main" id="{DC797D48-3331-0B7E-2AE9-6F26967CF216}"/>
              </a:ext>
            </a:extLst>
          </p:cNvPr>
          <p:cNvSpPr/>
          <p:nvPr/>
        </p:nvSpPr>
        <p:spPr>
          <a:xfrm>
            <a:off x="8437603" y="2841012"/>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AD7159D1-6699-474B-6B3A-97022C12BA8A}"/>
              </a:ext>
            </a:extLst>
          </p:cNvPr>
          <p:cNvSpPr/>
          <p:nvPr/>
        </p:nvSpPr>
        <p:spPr>
          <a:xfrm flipH="1">
            <a:off x="8631120" y="2988890"/>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69" name="Rounded Rectangle">
            <a:extLst>
              <a:ext uri="{FF2B5EF4-FFF2-40B4-BE49-F238E27FC236}">
                <a16:creationId xmlns:a16="http://schemas.microsoft.com/office/drawing/2014/main" id="{0656685F-4928-F2B7-86D7-EDE6F76320B0}"/>
              </a:ext>
            </a:extLst>
          </p:cNvPr>
          <p:cNvSpPr/>
          <p:nvPr/>
        </p:nvSpPr>
        <p:spPr>
          <a:xfrm>
            <a:off x="8437603" y="390812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稿定-31">
            <a:extLst>
              <a:ext uri="{FF2B5EF4-FFF2-40B4-BE49-F238E27FC236}">
                <a16:creationId xmlns:a16="http://schemas.microsoft.com/office/drawing/2014/main" id="{407B649A-EA03-03E6-BE2F-D7EF95569915}"/>
              </a:ext>
            </a:extLst>
          </p:cNvPr>
          <p:cNvSpPr/>
          <p:nvPr/>
        </p:nvSpPr>
        <p:spPr>
          <a:xfrm flipH="1">
            <a:off x="8631120" y="405600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71" name="稿定-9">
            <a:extLst>
              <a:ext uri="{FF2B5EF4-FFF2-40B4-BE49-F238E27FC236}">
                <a16:creationId xmlns:a16="http://schemas.microsoft.com/office/drawing/2014/main" id="{36A46D7A-ECAE-A37A-8BEE-C9BE4D5A11A9}"/>
              </a:ext>
            </a:extLst>
          </p:cNvPr>
          <p:cNvSpPr/>
          <p:nvPr/>
        </p:nvSpPr>
        <p:spPr>
          <a:xfrm flipH="1">
            <a:off x="3665754" y="2040285"/>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稿定-9">
            <a:extLst>
              <a:ext uri="{FF2B5EF4-FFF2-40B4-BE49-F238E27FC236}">
                <a16:creationId xmlns:a16="http://schemas.microsoft.com/office/drawing/2014/main" id="{14AA7CFB-27C1-0AB6-077E-3B071464BC35}"/>
              </a:ext>
            </a:extLst>
          </p:cNvPr>
          <p:cNvSpPr/>
          <p:nvPr/>
        </p:nvSpPr>
        <p:spPr>
          <a:xfrm flipH="1">
            <a:off x="7450356" y="2040285"/>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稿定-9">
            <a:extLst>
              <a:ext uri="{FF2B5EF4-FFF2-40B4-BE49-F238E27FC236}">
                <a16:creationId xmlns:a16="http://schemas.microsoft.com/office/drawing/2014/main" id="{18F0D593-612C-7E6A-6B29-57652F0393B9}"/>
              </a:ext>
            </a:extLst>
          </p:cNvPr>
          <p:cNvSpPr/>
          <p:nvPr/>
        </p:nvSpPr>
        <p:spPr>
          <a:xfrm flipH="1">
            <a:off x="4369530" y="1438506"/>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9">
            <a:extLst>
              <a:ext uri="{FF2B5EF4-FFF2-40B4-BE49-F238E27FC236}">
                <a16:creationId xmlns:a16="http://schemas.microsoft.com/office/drawing/2014/main" id="{F8DDC1D3-7A87-DB35-3512-DE944B1A8605}"/>
              </a:ext>
            </a:extLst>
          </p:cNvPr>
          <p:cNvSpPr/>
          <p:nvPr/>
        </p:nvSpPr>
        <p:spPr>
          <a:xfrm flipH="1">
            <a:off x="6746578" y="1438506"/>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稿定-9">
            <a:extLst>
              <a:ext uri="{FF2B5EF4-FFF2-40B4-BE49-F238E27FC236}">
                <a16:creationId xmlns:a16="http://schemas.microsoft.com/office/drawing/2014/main" id="{E707C6AF-4627-E718-D961-3CE1908ADFD9}"/>
              </a:ext>
            </a:extLst>
          </p:cNvPr>
          <p:cNvSpPr/>
          <p:nvPr/>
        </p:nvSpPr>
        <p:spPr>
          <a:xfrm flipH="1">
            <a:off x="3665754" y="5276351"/>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9">
            <a:extLst>
              <a:ext uri="{FF2B5EF4-FFF2-40B4-BE49-F238E27FC236}">
                <a16:creationId xmlns:a16="http://schemas.microsoft.com/office/drawing/2014/main" id="{D35AA207-87C2-BAF3-497E-C778A9A17E09}"/>
              </a:ext>
            </a:extLst>
          </p:cNvPr>
          <p:cNvSpPr/>
          <p:nvPr/>
        </p:nvSpPr>
        <p:spPr>
          <a:xfrm flipH="1">
            <a:off x="7450356" y="5276351"/>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0899ABE5-2751-6F16-8F3A-023F4FEB09AA}"/>
              </a:ext>
            </a:extLst>
          </p:cNvPr>
          <p:cNvSpPr/>
          <p:nvPr/>
        </p:nvSpPr>
        <p:spPr>
          <a:xfrm flipH="1">
            <a:off x="4369530" y="5857909"/>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9">
            <a:extLst>
              <a:ext uri="{FF2B5EF4-FFF2-40B4-BE49-F238E27FC236}">
                <a16:creationId xmlns:a16="http://schemas.microsoft.com/office/drawing/2014/main" id="{A5B9B97B-0164-4A19-494C-058F7049417B}"/>
              </a:ext>
            </a:extLst>
          </p:cNvPr>
          <p:cNvSpPr/>
          <p:nvPr/>
        </p:nvSpPr>
        <p:spPr>
          <a:xfrm flipH="1">
            <a:off x="6746578" y="5857909"/>
            <a:ext cx="1075892" cy="294659"/>
          </a:xfrm>
          <a:prstGeom prst="roundRect">
            <a:avLst>
              <a:gd name="adj" fmla="val 50000"/>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输入关键词</a:t>
            </a:r>
            <a:endParaRPr kumimoji="0" lang="en-US" altLang="zh-CN" sz="12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Rounded Rectangle">
            <a:extLst>
              <a:ext uri="{FF2B5EF4-FFF2-40B4-BE49-F238E27FC236}">
                <a16:creationId xmlns:a16="http://schemas.microsoft.com/office/drawing/2014/main" id="{53944339-109C-E219-0A8A-27238F8455A3}"/>
              </a:ext>
            </a:extLst>
          </p:cNvPr>
          <p:cNvSpPr/>
          <p:nvPr/>
        </p:nvSpPr>
        <p:spPr>
          <a:xfrm>
            <a:off x="740277" y="1862271"/>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稿定-31">
            <a:extLst>
              <a:ext uri="{FF2B5EF4-FFF2-40B4-BE49-F238E27FC236}">
                <a16:creationId xmlns:a16="http://schemas.microsoft.com/office/drawing/2014/main" id="{62E06D4C-0972-6BCE-E1EB-4FBB2DD1C8E0}"/>
              </a:ext>
            </a:extLst>
          </p:cNvPr>
          <p:cNvSpPr/>
          <p:nvPr/>
        </p:nvSpPr>
        <p:spPr>
          <a:xfrm flipH="1">
            <a:off x="933794" y="2010149"/>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81" name="Rounded Rectangle">
            <a:extLst>
              <a:ext uri="{FF2B5EF4-FFF2-40B4-BE49-F238E27FC236}">
                <a16:creationId xmlns:a16="http://schemas.microsoft.com/office/drawing/2014/main" id="{6FB9FA5E-5F9F-8B45-41C3-19707396F73E}"/>
              </a:ext>
            </a:extLst>
          </p:cNvPr>
          <p:cNvSpPr/>
          <p:nvPr/>
        </p:nvSpPr>
        <p:spPr>
          <a:xfrm>
            <a:off x="740277" y="496000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稿定-31">
            <a:extLst>
              <a:ext uri="{FF2B5EF4-FFF2-40B4-BE49-F238E27FC236}">
                <a16:creationId xmlns:a16="http://schemas.microsoft.com/office/drawing/2014/main" id="{2BF05425-15E0-AB13-2034-C369EF4D6C15}"/>
              </a:ext>
            </a:extLst>
          </p:cNvPr>
          <p:cNvSpPr/>
          <p:nvPr/>
        </p:nvSpPr>
        <p:spPr>
          <a:xfrm flipH="1">
            <a:off x="933794" y="510788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83" name="Rounded Rectangle">
            <a:extLst>
              <a:ext uri="{FF2B5EF4-FFF2-40B4-BE49-F238E27FC236}">
                <a16:creationId xmlns:a16="http://schemas.microsoft.com/office/drawing/2014/main" id="{48DE976F-48A4-D8A6-A6F6-06D3FB5EA036}"/>
              </a:ext>
            </a:extLst>
          </p:cNvPr>
          <p:cNvSpPr/>
          <p:nvPr/>
        </p:nvSpPr>
        <p:spPr>
          <a:xfrm>
            <a:off x="9202262" y="1862271"/>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稿定-31">
            <a:extLst>
              <a:ext uri="{FF2B5EF4-FFF2-40B4-BE49-F238E27FC236}">
                <a16:creationId xmlns:a16="http://schemas.microsoft.com/office/drawing/2014/main" id="{5ED62C55-7EF4-7D42-DF96-84340045A716}"/>
              </a:ext>
            </a:extLst>
          </p:cNvPr>
          <p:cNvSpPr/>
          <p:nvPr/>
        </p:nvSpPr>
        <p:spPr>
          <a:xfrm flipH="1">
            <a:off x="9395779" y="2010149"/>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
        <p:nvSpPr>
          <p:cNvPr id="85" name="Rounded Rectangle">
            <a:extLst>
              <a:ext uri="{FF2B5EF4-FFF2-40B4-BE49-F238E27FC236}">
                <a16:creationId xmlns:a16="http://schemas.microsoft.com/office/drawing/2014/main" id="{5A5F4ABD-CE2B-D42B-F61B-7230247B38CF}"/>
              </a:ext>
            </a:extLst>
          </p:cNvPr>
          <p:cNvSpPr/>
          <p:nvPr/>
        </p:nvSpPr>
        <p:spPr>
          <a:xfrm>
            <a:off x="9202262" y="4960003"/>
            <a:ext cx="2055944" cy="803588"/>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稿定-31">
            <a:extLst>
              <a:ext uri="{FF2B5EF4-FFF2-40B4-BE49-F238E27FC236}">
                <a16:creationId xmlns:a16="http://schemas.microsoft.com/office/drawing/2014/main" id="{70C567BD-015F-3798-3485-5F09E287D8EB}"/>
              </a:ext>
            </a:extLst>
          </p:cNvPr>
          <p:cNvSpPr/>
          <p:nvPr/>
        </p:nvSpPr>
        <p:spPr>
          <a:xfrm flipH="1">
            <a:off x="9395779" y="5107881"/>
            <a:ext cx="1668911" cy="507831"/>
          </a:xfrm>
          <a:prstGeom prst="rect">
            <a:avLst/>
          </a:prstGeom>
        </p:spPr>
        <p:txBody>
          <a:bodyPr wrap="square" lIns="0" tIns="0" rIns="0" bIns="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100" b="0" i="0" u="none" strike="noStrike" cap="none" normalizeH="0" baseline="0" dirty="0">
                <a:ln>
                  <a:noFill/>
                </a:ln>
                <a:effectLst/>
                <a:latin typeface="阿里巴巴普惠体 2 45 Light" panose="00020600040101010101" pitchFamily="18" charset="-122"/>
                <a:ea typeface="阿里巴巴普惠体 2 45 Light" panose="00020600040101010101" pitchFamily="18" charset="-122"/>
                <a:cs typeface="阿里巴巴普惠体 2 45 Light" panose="00020600040101010101" pitchFamily="18" charset="-122"/>
              </a:rPr>
              <a:t>明确工作的目标和要求，确保所有人对工作的目标有清晰的理解。 </a:t>
            </a:r>
          </a:p>
        </p:txBody>
      </p:sp>
    </p:spTree>
    <p:extLst>
      <p:ext uri="{BB962C8B-B14F-4D97-AF65-F5344CB8AC3E}">
        <p14:creationId xmlns:p14="http://schemas.microsoft.com/office/powerpoint/2010/main" val="293236829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0C0EC307-37F4-DB13-9044-7926545624F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3D9CA5CD-EE79-C4EA-ADA7-6AA05614207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文本框 23">
            <a:extLst>
              <a:ext uri="{FF2B5EF4-FFF2-40B4-BE49-F238E27FC236}">
                <a16:creationId xmlns:a16="http://schemas.microsoft.com/office/drawing/2014/main" id="{12AFBDF6-FAB1-8BD4-8AA4-D447E014AC8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矩形: 圆角 111">
            <a:extLst>
              <a:ext uri="{FF2B5EF4-FFF2-40B4-BE49-F238E27FC236}">
                <a16:creationId xmlns:a16="http://schemas.microsoft.com/office/drawing/2014/main" id="{11D588BE-EFB5-4676-2287-72F0A4307C86}"/>
              </a:ext>
            </a:extLst>
          </p:cNvPr>
          <p:cNvSpPr/>
          <p:nvPr/>
        </p:nvSpPr>
        <p:spPr>
          <a:xfrm>
            <a:off x="1069602"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圆角 112">
            <a:extLst>
              <a:ext uri="{FF2B5EF4-FFF2-40B4-BE49-F238E27FC236}">
                <a16:creationId xmlns:a16="http://schemas.microsoft.com/office/drawing/2014/main" id="{C2F895CF-F148-45F8-42C4-304DA12FD8E1}"/>
              </a:ext>
            </a:extLst>
          </p:cNvPr>
          <p:cNvSpPr/>
          <p:nvPr/>
        </p:nvSpPr>
        <p:spPr>
          <a:xfrm>
            <a:off x="2753285"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矩形: 圆角 113">
            <a:extLst>
              <a:ext uri="{FF2B5EF4-FFF2-40B4-BE49-F238E27FC236}">
                <a16:creationId xmlns:a16="http://schemas.microsoft.com/office/drawing/2014/main" id="{0AEB7F2C-45E5-BDB4-94A6-A4280B294AB9}"/>
              </a:ext>
            </a:extLst>
          </p:cNvPr>
          <p:cNvSpPr/>
          <p:nvPr/>
        </p:nvSpPr>
        <p:spPr>
          <a:xfrm>
            <a:off x="4436968"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矩形: 圆角 114">
            <a:extLst>
              <a:ext uri="{FF2B5EF4-FFF2-40B4-BE49-F238E27FC236}">
                <a16:creationId xmlns:a16="http://schemas.microsoft.com/office/drawing/2014/main" id="{D34365BD-9B7D-4E44-F15F-B9C487238E1B}"/>
              </a:ext>
            </a:extLst>
          </p:cNvPr>
          <p:cNvSpPr/>
          <p:nvPr/>
        </p:nvSpPr>
        <p:spPr>
          <a:xfrm>
            <a:off x="6120651"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圆角 115">
            <a:extLst>
              <a:ext uri="{FF2B5EF4-FFF2-40B4-BE49-F238E27FC236}">
                <a16:creationId xmlns:a16="http://schemas.microsoft.com/office/drawing/2014/main" id="{FB5F4342-C686-1C69-9ABD-846B176EF69E}"/>
              </a:ext>
            </a:extLst>
          </p:cNvPr>
          <p:cNvSpPr/>
          <p:nvPr/>
        </p:nvSpPr>
        <p:spPr>
          <a:xfrm>
            <a:off x="7804334"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矩形: 圆角 116">
            <a:extLst>
              <a:ext uri="{FF2B5EF4-FFF2-40B4-BE49-F238E27FC236}">
                <a16:creationId xmlns:a16="http://schemas.microsoft.com/office/drawing/2014/main" id="{088D8FC1-546D-33FC-A3BC-533D3ADBE53A}"/>
              </a:ext>
            </a:extLst>
          </p:cNvPr>
          <p:cNvSpPr/>
          <p:nvPr/>
        </p:nvSpPr>
        <p:spPr>
          <a:xfrm>
            <a:off x="9488019" y="2513482"/>
            <a:ext cx="1634380" cy="3370154"/>
          </a:xfrm>
          <a:prstGeom prst="roundRect">
            <a:avLst>
              <a:gd name="adj" fmla="val 456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gaoding-5-7">
            <a:extLst>
              <a:ext uri="{FF2B5EF4-FFF2-40B4-BE49-F238E27FC236}">
                <a16:creationId xmlns:a16="http://schemas.microsoft.com/office/drawing/2014/main" id="{AA99B33B-1873-5143-790A-851878902911}"/>
              </a:ext>
            </a:extLst>
          </p:cNvPr>
          <p:cNvSpPr/>
          <p:nvPr/>
        </p:nvSpPr>
        <p:spPr>
          <a:xfrm>
            <a:off x="1560598"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gaoding-5-8">
            <a:extLst>
              <a:ext uri="{FF2B5EF4-FFF2-40B4-BE49-F238E27FC236}">
                <a16:creationId xmlns:a16="http://schemas.microsoft.com/office/drawing/2014/main" id="{D9A3F926-108F-56C7-891E-69B0BB661347}"/>
              </a:ext>
            </a:extLst>
          </p:cNvPr>
          <p:cNvSpPr/>
          <p:nvPr/>
        </p:nvSpPr>
        <p:spPr>
          <a:xfrm>
            <a:off x="3247918"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gaoding-5-9">
            <a:extLst>
              <a:ext uri="{FF2B5EF4-FFF2-40B4-BE49-F238E27FC236}">
                <a16:creationId xmlns:a16="http://schemas.microsoft.com/office/drawing/2014/main" id="{616D00A0-0844-1D49-B42F-125068CB4215}"/>
              </a:ext>
            </a:extLst>
          </p:cNvPr>
          <p:cNvSpPr/>
          <p:nvPr/>
        </p:nvSpPr>
        <p:spPr>
          <a:xfrm>
            <a:off x="4924669"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gaoding-5-10">
            <a:extLst>
              <a:ext uri="{FF2B5EF4-FFF2-40B4-BE49-F238E27FC236}">
                <a16:creationId xmlns:a16="http://schemas.microsoft.com/office/drawing/2014/main" id="{B21DEF80-9198-B143-0B84-0C98496063F9}"/>
              </a:ext>
            </a:extLst>
          </p:cNvPr>
          <p:cNvSpPr/>
          <p:nvPr/>
        </p:nvSpPr>
        <p:spPr>
          <a:xfrm>
            <a:off x="6577679"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gaoding-5-11">
            <a:extLst>
              <a:ext uri="{FF2B5EF4-FFF2-40B4-BE49-F238E27FC236}">
                <a16:creationId xmlns:a16="http://schemas.microsoft.com/office/drawing/2014/main" id="{B876B29F-0543-3CCD-D51D-73234AF74560}"/>
              </a:ext>
            </a:extLst>
          </p:cNvPr>
          <p:cNvSpPr/>
          <p:nvPr/>
        </p:nvSpPr>
        <p:spPr>
          <a:xfrm>
            <a:off x="8289615"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gaoding-5-12">
            <a:extLst>
              <a:ext uri="{FF2B5EF4-FFF2-40B4-BE49-F238E27FC236}">
                <a16:creationId xmlns:a16="http://schemas.microsoft.com/office/drawing/2014/main" id="{814C27CF-95F4-2E92-A5B9-AAFCB5C51C6C}"/>
              </a:ext>
            </a:extLst>
          </p:cNvPr>
          <p:cNvSpPr/>
          <p:nvPr/>
        </p:nvSpPr>
        <p:spPr>
          <a:xfrm>
            <a:off x="9977811" y="2839602"/>
            <a:ext cx="652388" cy="652387"/>
          </a:xfrm>
          <a:custGeom>
            <a:avLst/>
            <a:gdLst>
              <a:gd name="connsiteX0" fmla="*/ 723900 w 723900"/>
              <a:gd name="connsiteY0" fmla="*/ 361950 h 723900"/>
              <a:gd name="connsiteX1" fmla="*/ 361950 w 723900"/>
              <a:gd name="connsiteY1" fmla="*/ 723900 h 723900"/>
              <a:gd name="connsiteX2" fmla="*/ 0 w 723900"/>
              <a:gd name="connsiteY2" fmla="*/ 361950 h 723900"/>
              <a:gd name="connsiteX3" fmla="*/ 361950 w 723900"/>
              <a:gd name="connsiteY3" fmla="*/ 0 h 723900"/>
              <a:gd name="connsiteX4" fmla="*/ 723900 w 723900"/>
              <a:gd name="connsiteY4" fmla="*/ 36195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723900">
                <a:moveTo>
                  <a:pt x="723900" y="361950"/>
                </a:moveTo>
                <a:cubicBezTo>
                  <a:pt x="723900" y="561849"/>
                  <a:pt x="561849" y="723900"/>
                  <a:pt x="361950" y="723900"/>
                </a:cubicBezTo>
                <a:cubicBezTo>
                  <a:pt x="162051" y="723900"/>
                  <a:pt x="0" y="561849"/>
                  <a:pt x="0" y="361950"/>
                </a:cubicBezTo>
                <a:cubicBezTo>
                  <a:pt x="0" y="162051"/>
                  <a:pt x="162051" y="0"/>
                  <a:pt x="361950" y="0"/>
                </a:cubicBezTo>
                <a:cubicBezTo>
                  <a:pt x="561849" y="0"/>
                  <a:pt x="723900" y="162051"/>
                  <a:pt x="723900" y="36195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稿定-9">
            <a:extLst>
              <a:ext uri="{FF2B5EF4-FFF2-40B4-BE49-F238E27FC236}">
                <a16:creationId xmlns:a16="http://schemas.microsoft.com/office/drawing/2014/main" id="{153347B4-D14F-5ECA-F800-1888864D86E0}"/>
              </a:ext>
            </a:extLst>
          </p:cNvPr>
          <p:cNvSpPr/>
          <p:nvPr/>
        </p:nvSpPr>
        <p:spPr>
          <a:xfrm flipH="1">
            <a:off x="1400864" y="38687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春风得意</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4" name="稿定-31">
            <a:extLst>
              <a:ext uri="{FF2B5EF4-FFF2-40B4-BE49-F238E27FC236}">
                <a16:creationId xmlns:a16="http://schemas.microsoft.com/office/drawing/2014/main" id="{A45CCC55-5EFB-7C17-FFB6-ACD849D7114D}"/>
              </a:ext>
            </a:extLst>
          </p:cNvPr>
          <p:cNvSpPr/>
          <p:nvPr/>
        </p:nvSpPr>
        <p:spPr>
          <a:xfrm flipH="1">
            <a:off x="1203450"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稿定-9">
            <a:extLst>
              <a:ext uri="{FF2B5EF4-FFF2-40B4-BE49-F238E27FC236}">
                <a16:creationId xmlns:a16="http://schemas.microsoft.com/office/drawing/2014/main" id="{4304A89C-AFEF-A7A8-B443-B8B0D153D64F}"/>
              </a:ext>
            </a:extLst>
          </p:cNvPr>
          <p:cNvSpPr/>
          <p:nvPr/>
        </p:nvSpPr>
        <p:spPr>
          <a:xfrm flipH="1">
            <a:off x="3073358"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欢天喜地</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稿定-9">
            <a:extLst>
              <a:ext uri="{FF2B5EF4-FFF2-40B4-BE49-F238E27FC236}">
                <a16:creationId xmlns:a16="http://schemas.microsoft.com/office/drawing/2014/main" id="{2F3B7750-4037-358C-F83F-1B90C859D136}"/>
              </a:ext>
            </a:extLst>
          </p:cNvPr>
          <p:cNvSpPr/>
          <p:nvPr/>
        </p:nvSpPr>
        <p:spPr>
          <a:xfrm flipH="1">
            <a:off x="4774038"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欣欣向荣</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9" name="稿定-9">
            <a:extLst>
              <a:ext uri="{FF2B5EF4-FFF2-40B4-BE49-F238E27FC236}">
                <a16:creationId xmlns:a16="http://schemas.microsoft.com/office/drawing/2014/main" id="{F6201F22-85CF-816C-A55C-83D9B590D664}"/>
              </a:ext>
            </a:extLst>
          </p:cNvPr>
          <p:cNvSpPr/>
          <p:nvPr/>
        </p:nvSpPr>
        <p:spPr>
          <a:xfrm flipH="1">
            <a:off x="6448893"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气宇轩昂</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1" name="稿定-9">
            <a:extLst>
              <a:ext uri="{FF2B5EF4-FFF2-40B4-BE49-F238E27FC236}">
                <a16:creationId xmlns:a16="http://schemas.microsoft.com/office/drawing/2014/main" id="{A52E2578-8CAF-B445-2480-A67455076739}"/>
              </a:ext>
            </a:extLst>
          </p:cNvPr>
          <p:cNvSpPr/>
          <p:nvPr/>
        </p:nvSpPr>
        <p:spPr>
          <a:xfrm flipH="1">
            <a:off x="8160245"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相敬如宾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3" name="稿定-9">
            <a:extLst>
              <a:ext uri="{FF2B5EF4-FFF2-40B4-BE49-F238E27FC236}">
                <a16:creationId xmlns:a16="http://schemas.microsoft.com/office/drawing/2014/main" id="{FAEEFD03-09FC-A0FD-338A-A447D0C0E689}"/>
              </a:ext>
            </a:extLst>
          </p:cNvPr>
          <p:cNvSpPr/>
          <p:nvPr/>
        </p:nvSpPr>
        <p:spPr>
          <a:xfrm flipH="1">
            <a:off x="9814695" y="38687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相濡以沫</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2" name="图形 2">
            <a:extLst>
              <a:ext uri="{FF2B5EF4-FFF2-40B4-BE49-F238E27FC236}">
                <a16:creationId xmlns:a16="http://schemas.microsoft.com/office/drawing/2014/main" id="{D27F5B96-8221-DC53-8360-183FDCC86FF6}"/>
              </a:ext>
            </a:extLst>
          </p:cNvPr>
          <p:cNvGrpSpPr/>
          <p:nvPr/>
        </p:nvGrpSpPr>
        <p:grpSpPr>
          <a:xfrm>
            <a:off x="1789866" y="3019977"/>
            <a:ext cx="193852" cy="276156"/>
            <a:chOff x="3151037" y="2040075"/>
            <a:chExt cx="746424" cy="1063341"/>
          </a:xfrm>
          <a:solidFill>
            <a:schemeClr val="bg1"/>
          </a:solidFill>
        </p:grpSpPr>
        <p:sp>
          <p:nvSpPr>
            <p:cNvPr id="3" name="任意多边形: 形状 2">
              <a:extLst>
                <a:ext uri="{FF2B5EF4-FFF2-40B4-BE49-F238E27FC236}">
                  <a16:creationId xmlns:a16="http://schemas.microsoft.com/office/drawing/2014/main" id="{3677DC2E-7048-EBCD-FF8F-D7D55CCE11A6}"/>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4" name="图形 2">
              <a:extLst>
                <a:ext uri="{FF2B5EF4-FFF2-40B4-BE49-F238E27FC236}">
                  <a16:creationId xmlns:a16="http://schemas.microsoft.com/office/drawing/2014/main" id="{1B3232C0-FB8A-F7D1-18C0-2A7D8787F93F}"/>
                </a:ext>
              </a:extLst>
            </p:cNvPr>
            <p:cNvGrpSpPr/>
            <p:nvPr/>
          </p:nvGrpSpPr>
          <p:grpSpPr>
            <a:xfrm>
              <a:off x="3451323" y="2167779"/>
              <a:ext cx="306389" cy="125535"/>
              <a:chOff x="3451323" y="2167779"/>
              <a:chExt cx="306389" cy="125535"/>
            </a:xfrm>
            <a:grpFill/>
          </p:grpSpPr>
          <p:sp>
            <p:nvSpPr>
              <p:cNvPr id="25" name="任意多边形: 形状 24">
                <a:extLst>
                  <a:ext uri="{FF2B5EF4-FFF2-40B4-BE49-F238E27FC236}">
                    <a16:creationId xmlns:a16="http://schemas.microsoft.com/office/drawing/2014/main" id="{568910D0-9B5A-3F9B-72D6-C69CD4023140}"/>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6D03C39D-28E4-451E-2FEE-8DCFAACA395E}"/>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7" name="任意多边形: 形状 26">
                <a:extLst>
                  <a:ext uri="{FF2B5EF4-FFF2-40B4-BE49-F238E27FC236}">
                    <a16:creationId xmlns:a16="http://schemas.microsoft.com/office/drawing/2014/main" id="{1E6DA75C-D140-F57D-CE77-8B813305D1C3}"/>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28" name="图形 2">
            <a:extLst>
              <a:ext uri="{FF2B5EF4-FFF2-40B4-BE49-F238E27FC236}">
                <a16:creationId xmlns:a16="http://schemas.microsoft.com/office/drawing/2014/main" id="{8C3EF641-CA86-5492-CA75-15B399462722}"/>
              </a:ext>
            </a:extLst>
          </p:cNvPr>
          <p:cNvGrpSpPr/>
          <p:nvPr/>
        </p:nvGrpSpPr>
        <p:grpSpPr>
          <a:xfrm>
            <a:off x="3449803" y="3018318"/>
            <a:ext cx="256274" cy="279474"/>
            <a:chOff x="8174358" y="5462688"/>
            <a:chExt cx="986785" cy="1076122"/>
          </a:xfrm>
          <a:solidFill>
            <a:schemeClr val="bg1"/>
          </a:solidFill>
        </p:grpSpPr>
        <p:grpSp>
          <p:nvGrpSpPr>
            <p:cNvPr id="29" name="图形 2">
              <a:extLst>
                <a:ext uri="{FF2B5EF4-FFF2-40B4-BE49-F238E27FC236}">
                  <a16:creationId xmlns:a16="http://schemas.microsoft.com/office/drawing/2014/main" id="{6F2AFD6B-DCC2-955A-EDC3-38E9761976E7}"/>
                </a:ext>
              </a:extLst>
            </p:cNvPr>
            <p:cNvGrpSpPr/>
            <p:nvPr/>
          </p:nvGrpSpPr>
          <p:grpSpPr>
            <a:xfrm>
              <a:off x="8629890" y="5462688"/>
              <a:ext cx="531252" cy="481140"/>
              <a:chOff x="8629890" y="5462688"/>
              <a:chExt cx="531252" cy="481140"/>
            </a:xfrm>
            <a:grpFill/>
          </p:grpSpPr>
          <p:sp>
            <p:nvSpPr>
              <p:cNvPr id="32" name="任意多边形: 形状 31">
                <a:extLst>
                  <a:ext uri="{FF2B5EF4-FFF2-40B4-BE49-F238E27FC236}">
                    <a16:creationId xmlns:a16="http://schemas.microsoft.com/office/drawing/2014/main" id="{811CE877-118F-6018-A580-4701CDB1A0EF}"/>
                  </a:ext>
                </a:extLst>
              </p:cNvPr>
              <p:cNvSpPr/>
              <p:nvPr/>
            </p:nvSpPr>
            <p:spPr>
              <a:xfrm>
                <a:off x="8629890" y="5462688"/>
                <a:ext cx="276761" cy="276766"/>
              </a:xfrm>
              <a:custGeom>
                <a:avLst/>
                <a:gdLst>
                  <a:gd name="connsiteX0" fmla="*/ 225066 w 276761"/>
                  <a:gd name="connsiteY0" fmla="*/ 30440 h 276766"/>
                  <a:gd name="connsiteX1" fmla="*/ 246317 w 276761"/>
                  <a:gd name="connsiteY1" fmla="*/ 225071 h 276766"/>
                  <a:gd name="connsiteX2" fmla="*/ 51695 w 276761"/>
                  <a:gd name="connsiteY2" fmla="*/ 246322 h 276766"/>
                  <a:gd name="connsiteX3" fmla="*/ 30444 w 276761"/>
                  <a:gd name="connsiteY3" fmla="*/ 51692 h 276766"/>
                  <a:gd name="connsiteX4" fmla="*/ 225066 w 276761"/>
                  <a:gd name="connsiteY4" fmla="*/ 30440 h 276766"/>
                  <a:gd name="connsiteX5" fmla="*/ 89380 w 276761"/>
                  <a:gd name="connsiteY5" fmla="*/ 199405 h 276766"/>
                  <a:gd name="connsiteX6" fmla="*/ 199399 w 276761"/>
                  <a:gd name="connsiteY6" fmla="*/ 187386 h 276766"/>
                  <a:gd name="connsiteX7" fmla="*/ 187381 w 276761"/>
                  <a:gd name="connsiteY7" fmla="*/ 77366 h 276766"/>
                  <a:gd name="connsiteX8" fmla="*/ 77361 w 276761"/>
                  <a:gd name="connsiteY8" fmla="*/ 89385 h 276766"/>
                  <a:gd name="connsiteX9" fmla="*/ 89380 w 276761"/>
                  <a:gd name="connsiteY9" fmla="*/ 199405 h 27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66">
                    <a:moveTo>
                      <a:pt x="225066" y="30440"/>
                    </a:moveTo>
                    <a:cubicBezTo>
                      <a:pt x="284584" y="78241"/>
                      <a:pt x="294117" y="165552"/>
                      <a:pt x="246317" y="225071"/>
                    </a:cubicBezTo>
                    <a:cubicBezTo>
                      <a:pt x="198517" y="284590"/>
                      <a:pt x="111206" y="294122"/>
                      <a:pt x="51695" y="246322"/>
                    </a:cubicBezTo>
                    <a:cubicBezTo>
                      <a:pt x="-7823" y="198522"/>
                      <a:pt x="-17356" y="111210"/>
                      <a:pt x="30444" y="51692"/>
                    </a:cubicBezTo>
                    <a:cubicBezTo>
                      <a:pt x="78244" y="-7827"/>
                      <a:pt x="165547" y="-17351"/>
                      <a:pt x="225066" y="30440"/>
                    </a:cubicBezTo>
                    <a:close/>
                    <a:moveTo>
                      <a:pt x="89380" y="199405"/>
                    </a:moveTo>
                    <a:cubicBezTo>
                      <a:pt x="123027" y="226425"/>
                      <a:pt x="172379" y="221033"/>
                      <a:pt x="199399" y="187386"/>
                    </a:cubicBezTo>
                    <a:cubicBezTo>
                      <a:pt x="226420" y="153739"/>
                      <a:pt x="221028" y="104387"/>
                      <a:pt x="187381" y="77366"/>
                    </a:cubicBezTo>
                    <a:cubicBezTo>
                      <a:pt x="153734" y="50346"/>
                      <a:pt x="104382" y="55738"/>
                      <a:pt x="77361" y="89385"/>
                    </a:cubicBezTo>
                    <a:cubicBezTo>
                      <a:pt x="50341" y="123024"/>
                      <a:pt x="55733" y="172384"/>
                      <a:pt x="89380" y="199405"/>
                    </a:cubicBez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EB667143-0DF4-8B20-4DE6-BB6D26F40A03}"/>
                  </a:ext>
                </a:extLst>
              </p:cNvPr>
              <p:cNvSpPr/>
              <p:nvPr/>
            </p:nvSpPr>
            <p:spPr>
              <a:xfrm>
                <a:off x="8884382" y="5667073"/>
                <a:ext cx="276761" cy="276755"/>
              </a:xfrm>
              <a:custGeom>
                <a:avLst/>
                <a:gdLst>
                  <a:gd name="connsiteX0" fmla="*/ 225066 w 276761"/>
                  <a:gd name="connsiteY0" fmla="*/ 30441 h 276755"/>
                  <a:gd name="connsiteX1" fmla="*/ 246317 w 276761"/>
                  <a:gd name="connsiteY1" fmla="*/ 225063 h 276755"/>
                  <a:gd name="connsiteX2" fmla="*/ 51696 w 276761"/>
                  <a:gd name="connsiteY2" fmla="*/ 246314 h 276755"/>
                  <a:gd name="connsiteX3" fmla="*/ 30445 w 276761"/>
                  <a:gd name="connsiteY3" fmla="*/ 51693 h 276755"/>
                  <a:gd name="connsiteX4" fmla="*/ 225066 w 276761"/>
                  <a:gd name="connsiteY4" fmla="*/ 30441 h 276755"/>
                  <a:gd name="connsiteX5" fmla="*/ 89380 w 276761"/>
                  <a:gd name="connsiteY5" fmla="*/ 199397 h 276755"/>
                  <a:gd name="connsiteX6" fmla="*/ 199400 w 276761"/>
                  <a:gd name="connsiteY6" fmla="*/ 187387 h 276755"/>
                  <a:gd name="connsiteX7" fmla="*/ 187381 w 276761"/>
                  <a:gd name="connsiteY7" fmla="*/ 77367 h 276755"/>
                  <a:gd name="connsiteX8" fmla="*/ 77361 w 276761"/>
                  <a:gd name="connsiteY8" fmla="*/ 89386 h 276755"/>
                  <a:gd name="connsiteX9" fmla="*/ 89380 w 276761"/>
                  <a:gd name="connsiteY9" fmla="*/ 199397 h 2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55">
                    <a:moveTo>
                      <a:pt x="225066" y="30441"/>
                    </a:moveTo>
                    <a:cubicBezTo>
                      <a:pt x="284585" y="78242"/>
                      <a:pt x="294117" y="165553"/>
                      <a:pt x="246317" y="225063"/>
                    </a:cubicBezTo>
                    <a:cubicBezTo>
                      <a:pt x="198517" y="284573"/>
                      <a:pt x="111206" y="294114"/>
                      <a:pt x="51696" y="246314"/>
                    </a:cubicBezTo>
                    <a:cubicBezTo>
                      <a:pt x="-7824" y="198514"/>
                      <a:pt x="-17356" y="111203"/>
                      <a:pt x="30445" y="51693"/>
                    </a:cubicBezTo>
                    <a:cubicBezTo>
                      <a:pt x="78245" y="-7818"/>
                      <a:pt x="165547" y="-17359"/>
                      <a:pt x="225066" y="30441"/>
                    </a:cubicBezTo>
                    <a:close/>
                    <a:moveTo>
                      <a:pt x="89380" y="199397"/>
                    </a:moveTo>
                    <a:cubicBezTo>
                      <a:pt x="123027" y="226417"/>
                      <a:pt x="172379" y="221025"/>
                      <a:pt x="199400" y="187387"/>
                    </a:cubicBezTo>
                    <a:cubicBezTo>
                      <a:pt x="226420" y="153740"/>
                      <a:pt x="221028" y="104388"/>
                      <a:pt x="187381" y="77367"/>
                    </a:cubicBezTo>
                    <a:cubicBezTo>
                      <a:pt x="153734" y="50346"/>
                      <a:pt x="104382" y="55739"/>
                      <a:pt x="77361" y="89386"/>
                    </a:cubicBezTo>
                    <a:cubicBezTo>
                      <a:pt x="50341" y="123016"/>
                      <a:pt x="55733" y="172376"/>
                      <a:pt x="89380" y="199397"/>
                    </a:cubicBezTo>
                    <a:close/>
                  </a:path>
                </a:pathLst>
              </a:custGeom>
              <a:grpFill/>
              <a:ln w="8572" cap="flat">
                <a:noFill/>
                <a:prstDash val="solid"/>
                <a:miter/>
              </a:ln>
            </p:spPr>
            <p:txBody>
              <a:bodyPr rtlCol="0" anchor="ctr"/>
              <a:lstStyle/>
              <a:p>
                <a:endParaRPr lang="zh-CN" altLang="en-US"/>
              </a:p>
            </p:txBody>
          </p:sp>
        </p:grpSp>
        <p:sp>
          <p:nvSpPr>
            <p:cNvPr id="30" name="任意多边形: 形状 29">
              <a:extLst>
                <a:ext uri="{FF2B5EF4-FFF2-40B4-BE49-F238E27FC236}">
                  <a16:creationId xmlns:a16="http://schemas.microsoft.com/office/drawing/2014/main" id="{2091D9FC-D843-CB5A-6F6F-90D6DBC669FC}"/>
                </a:ext>
              </a:extLst>
            </p:cNvPr>
            <p:cNvSpPr/>
            <p:nvPr/>
          </p:nvSpPr>
          <p:spPr>
            <a:xfrm>
              <a:off x="8174358" y="5976395"/>
              <a:ext cx="431018" cy="360627"/>
            </a:xfrm>
            <a:custGeom>
              <a:avLst/>
              <a:gdLst>
                <a:gd name="connsiteX0" fmla="*/ 8917 w 431018"/>
                <a:gd name="connsiteY0" fmla="*/ 360628 h 360627"/>
                <a:gd name="connsiteX1" fmla="*/ 386844 w 431018"/>
                <a:gd name="connsiteY1" fmla="*/ 124593 h 360627"/>
                <a:gd name="connsiteX2" fmla="*/ 431018 w 431018"/>
                <a:gd name="connsiteY2" fmla="*/ 0 h 360627"/>
                <a:gd name="connsiteX3" fmla="*/ 67750 w 431018"/>
                <a:gd name="connsiteY3" fmla="*/ 226880 h 360627"/>
                <a:gd name="connsiteX4" fmla="*/ 8917 w 431018"/>
                <a:gd name="connsiteY4" fmla="*/ 360628 h 360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018" h="360627">
                  <a:moveTo>
                    <a:pt x="8917" y="360628"/>
                  </a:moveTo>
                  <a:lnTo>
                    <a:pt x="386844" y="124593"/>
                  </a:lnTo>
                  <a:lnTo>
                    <a:pt x="431018" y="0"/>
                  </a:lnTo>
                  <a:lnTo>
                    <a:pt x="67750" y="226880"/>
                  </a:lnTo>
                  <a:cubicBezTo>
                    <a:pt x="11188" y="262207"/>
                    <a:pt x="-15155" y="322086"/>
                    <a:pt x="8917" y="360628"/>
                  </a:cubicBezTo>
                  <a:close/>
                </a:path>
              </a:pathLst>
            </a:custGeom>
            <a:grpFill/>
            <a:ln w="8572"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DA5860C5-68F0-DA7B-29B4-CBA93D773F2C}"/>
                </a:ext>
              </a:extLst>
            </p:cNvPr>
            <p:cNvSpPr/>
            <p:nvPr/>
          </p:nvSpPr>
          <p:spPr>
            <a:xfrm>
              <a:off x="8430428" y="5761894"/>
              <a:ext cx="449019" cy="776916"/>
            </a:xfrm>
            <a:custGeom>
              <a:avLst/>
              <a:gdLst>
                <a:gd name="connsiteX0" fmla="*/ 274294 w 449019"/>
                <a:gd name="connsiteY0" fmla="*/ 0 h 776916"/>
                <a:gd name="connsiteX1" fmla="*/ 0 w 449019"/>
                <a:gd name="connsiteY1" fmla="*/ 773616 h 776916"/>
                <a:gd name="connsiteX2" fmla="*/ 117889 w 449019"/>
                <a:gd name="connsiteY2" fmla="*/ 687300 h 776916"/>
                <a:gd name="connsiteX3" fmla="*/ 272803 w 449019"/>
                <a:gd name="connsiteY3" fmla="*/ 250377 h 776916"/>
                <a:gd name="connsiteX4" fmla="*/ 302721 w 449019"/>
                <a:gd name="connsiteY4" fmla="*/ 231689 h 776916"/>
                <a:gd name="connsiteX5" fmla="*/ 302721 w 449019"/>
                <a:gd name="connsiteY5" fmla="*/ 231689 h 776916"/>
                <a:gd name="connsiteX6" fmla="*/ 449019 w 449019"/>
                <a:gd name="connsiteY6" fmla="*/ 140315 h 776916"/>
                <a:gd name="connsiteX7" fmla="*/ 431034 w 449019"/>
                <a:gd name="connsiteY7" fmla="*/ 103041 h 776916"/>
                <a:gd name="connsiteX8" fmla="*/ 238830 w 449019"/>
                <a:gd name="connsiteY8" fmla="*/ 223082 h 776916"/>
                <a:gd name="connsiteX9" fmla="*/ 314560 w 449019"/>
                <a:gd name="connsiteY9" fmla="*/ 9498 h 776916"/>
                <a:gd name="connsiteX10" fmla="*/ 274294 w 449019"/>
                <a:gd name="connsiteY10" fmla="*/ 0 h 77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9019" h="776916">
                  <a:moveTo>
                    <a:pt x="274294" y="0"/>
                  </a:moveTo>
                  <a:lnTo>
                    <a:pt x="0" y="773616"/>
                  </a:lnTo>
                  <a:cubicBezTo>
                    <a:pt x="42828" y="788798"/>
                    <a:pt x="95609" y="750153"/>
                    <a:pt x="117889" y="687300"/>
                  </a:cubicBezTo>
                  <a:lnTo>
                    <a:pt x="272803" y="250377"/>
                  </a:lnTo>
                  <a:lnTo>
                    <a:pt x="302721" y="231689"/>
                  </a:lnTo>
                  <a:lnTo>
                    <a:pt x="302721" y="231689"/>
                  </a:lnTo>
                  <a:lnTo>
                    <a:pt x="449019" y="140315"/>
                  </a:lnTo>
                  <a:cubicBezTo>
                    <a:pt x="441012" y="128776"/>
                    <a:pt x="434977" y="116200"/>
                    <a:pt x="431034" y="103041"/>
                  </a:cubicBezTo>
                  <a:lnTo>
                    <a:pt x="238830" y="223082"/>
                  </a:lnTo>
                  <a:lnTo>
                    <a:pt x="314560" y="9498"/>
                  </a:lnTo>
                  <a:cubicBezTo>
                    <a:pt x="300869" y="8495"/>
                    <a:pt x="287282" y="5323"/>
                    <a:pt x="274294" y="0"/>
                  </a:cubicBezTo>
                  <a:close/>
                </a:path>
              </a:pathLst>
            </a:custGeom>
            <a:grpFill/>
            <a:ln w="8572" cap="flat">
              <a:noFill/>
              <a:prstDash val="solid"/>
              <a:miter/>
            </a:ln>
          </p:spPr>
          <p:txBody>
            <a:bodyPr rtlCol="0" anchor="ctr"/>
            <a:lstStyle/>
            <a:p>
              <a:endParaRPr lang="zh-CN" altLang="en-US"/>
            </a:p>
          </p:txBody>
        </p:sp>
      </p:grpSp>
      <p:grpSp>
        <p:nvGrpSpPr>
          <p:cNvPr id="34" name="图形 2">
            <a:extLst>
              <a:ext uri="{FF2B5EF4-FFF2-40B4-BE49-F238E27FC236}">
                <a16:creationId xmlns:a16="http://schemas.microsoft.com/office/drawing/2014/main" id="{573368AE-1FDD-9CB9-0323-B3B16264D869}"/>
              </a:ext>
            </a:extLst>
          </p:cNvPr>
          <p:cNvGrpSpPr/>
          <p:nvPr/>
        </p:nvGrpSpPr>
        <p:grpSpPr>
          <a:xfrm>
            <a:off x="5120858" y="3033464"/>
            <a:ext cx="277178" cy="249182"/>
            <a:chOff x="4705111" y="5521007"/>
            <a:chExt cx="1067276" cy="959476"/>
          </a:xfrm>
          <a:solidFill>
            <a:schemeClr val="bg1"/>
          </a:solidFill>
        </p:grpSpPr>
        <p:sp>
          <p:nvSpPr>
            <p:cNvPr id="35" name="任意多边形: 形状 34">
              <a:extLst>
                <a:ext uri="{FF2B5EF4-FFF2-40B4-BE49-F238E27FC236}">
                  <a16:creationId xmlns:a16="http://schemas.microsoft.com/office/drawing/2014/main" id="{91EE0182-2573-DBA1-8228-1CFBBDE0AED8}"/>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2DB3DB8C-C416-D636-1038-8CD7C2F2C561}"/>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154B6D2A-9753-F9E4-2985-04C8673A9DCB}"/>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8" name="任意多边形: 形状 37">
              <a:extLst>
                <a:ext uri="{FF2B5EF4-FFF2-40B4-BE49-F238E27FC236}">
                  <a16:creationId xmlns:a16="http://schemas.microsoft.com/office/drawing/2014/main" id="{66582F4A-CE03-A002-0653-71DB2F2EE638}"/>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74" name="任意多边形: 形状 73">
              <a:extLst>
                <a:ext uri="{FF2B5EF4-FFF2-40B4-BE49-F238E27FC236}">
                  <a16:creationId xmlns:a16="http://schemas.microsoft.com/office/drawing/2014/main" id="{5022B797-669B-BFE4-DF5C-075D5BB93909}"/>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05" name="组合 104">
            <a:extLst>
              <a:ext uri="{FF2B5EF4-FFF2-40B4-BE49-F238E27FC236}">
                <a16:creationId xmlns:a16="http://schemas.microsoft.com/office/drawing/2014/main" id="{007D3452-88EA-CAB0-7B33-F9FB8D443193}"/>
              </a:ext>
            </a:extLst>
          </p:cNvPr>
          <p:cNvGrpSpPr/>
          <p:nvPr/>
        </p:nvGrpSpPr>
        <p:grpSpPr>
          <a:xfrm>
            <a:off x="6785794" y="3029242"/>
            <a:ext cx="242320" cy="257626"/>
            <a:chOff x="698562" y="5515469"/>
            <a:chExt cx="933056" cy="991992"/>
          </a:xfrm>
          <a:solidFill>
            <a:schemeClr val="bg1"/>
          </a:solidFill>
        </p:grpSpPr>
        <p:sp>
          <p:nvSpPr>
            <p:cNvPr id="106" name="任意多边形: 形状 105">
              <a:extLst>
                <a:ext uri="{FF2B5EF4-FFF2-40B4-BE49-F238E27FC236}">
                  <a16:creationId xmlns:a16="http://schemas.microsoft.com/office/drawing/2014/main" id="{888CA189-1ADE-276F-D452-A79B1C19B0AC}"/>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07" name="任意多边形: 形状 106">
              <a:extLst>
                <a:ext uri="{FF2B5EF4-FFF2-40B4-BE49-F238E27FC236}">
                  <a16:creationId xmlns:a16="http://schemas.microsoft.com/office/drawing/2014/main" id="{8688EC42-18D8-E5BC-FF2F-DC0DF7889C5E}"/>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08" name="任意多边形: 形状 107">
              <a:extLst>
                <a:ext uri="{FF2B5EF4-FFF2-40B4-BE49-F238E27FC236}">
                  <a16:creationId xmlns:a16="http://schemas.microsoft.com/office/drawing/2014/main" id="{68F85D8F-A73D-ED76-A7D9-A0F6F9122493}"/>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09" name="任意多边形: 形状 108">
              <a:extLst>
                <a:ext uri="{FF2B5EF4-FFF2-40B4-BE49-F238E27FC236}">
                  <a16:creationId xmlns:a16="http://schemas.microsoft.com/office/drawing/2014/main" id="{C2D33583-4D78-4FCD-EC37-ADBA2D0307AB}"/>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10" name="call-answer_17216">
            <a:extLst>
              <a:ext uri="{FF2B5EF4-FFF2-40B4-BE49-F238E27FC236}">
                <a16:creationId xmlns:a16="http://schemas.microsoft.com/office/drawing/2014/main" id="{6A44DCBE-B383-AACD-C844-C3D8A5E5C6B6}"/>
              </a:ext>
            </a:extLst>
          </p:cNvPr>
          <p:cNvSpPr/>
          <p:nvPr/>
        </p:nvSpPr>
        <p:spPr>
          <a:xfrm>
            <a:off x="8489969" y="3030775"/>
            <a:ext cx="254242" cy="254560"/>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iconfont-10263-5041657">
            <a:extLst>
              <a:ext uri="{FF2B5EF4-FFF2-40B4-BE49-F238E27FC236}">
                <a16:creationId xmlns:a16="http://schemas.microsoft.com/office/drawing/2014/main" id="{FCA41F5D-E735-523E-9350-C0D95964A142}"/>
              </a:ext>
            </a:extLst>
          </p:cNvPr>
          <p:cNvSpPr/>
          <p:nvPr/>
        </p:nvSpPr>
        <p:spPr>
          <a:xfrm>
            <a:off x="10173343" y="3062590"/>
            <a:ext cx="254560" cy="190930"/>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稿定-31">
            <a:extLst>
              <a:ext uri="{FF2B5EF4-FFF2-40B4-BE49-F238E27FC236}">
                <a16:creationId xmlns:a16="http://schemas.microsoft.com/office/drawing/2014/main" id="{E548CAB3-860E-A781-C241-96A6BDBF0401}"/>
              </a:ext>
            </a:extLst>
          </p:cNvPr>
          <p:cNvSpPr/>
          <p:nvPr/>
        </p:nvSpPr>
        <p:spPr>
          <a:xfrm flipH="1">
            <a:off x="2886216"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稿定-31">
            <a:extLst>
              <a:ext uri="{FF2B5EF4-FFF2-40B4-BE49-F238E27FC236}">
                <a16:creationId xmlns:a16="http://schemas.microsoft.com/office/drawing/2014/main" id="{9FC17097-E1EE-ED5A-F5B0-8E75994A3947}"/>
              </a:ext>
            </a:extLst>
          </p:cNvPr>
          <p:cNvSpPr/>
          <p:nvPr/>
        </p:nvSpPr>
        <p:spPr>
          <a:xfrm flipH="1">
            <a:off x="4568982"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稿定-31">
            <a:extLst>
              <a:ext uri="{FF2B5EF4-FFF2-40B4-BE49-F238E27FC236}">
                <a16:creationId xmlns:a16="http://schemas.microsoft.com/office/drawing/2014/main" id="{8E2FBFBA-6DC4-465C-2654-A318D666E1C3}"/>
              </a:ext>
            </a:extLst>
          </p:cNvPr>
          <p:cNvSpPr/>
          <p:nvPr/>
        </p:nvSpPr>
        <p:spPr>
          <a:xfrm flipH="1">
            <a:off x="6251748"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稿定-31">
            <a:extLst>
              <a:ext uri="{FF2B5EF4-FFF2-40B4-BE49-F238E27FC236}">
                <a16:creationId xmlns:a16="http://schemas.microsoft.com/office/drawing/2014/main" id="{653D70C9-EBB6-7512-B1F7-5920FCFE5546}"/>
              </a:ext>
            </a:extLst>
          </p:cNvPr>
          <p:cNvSpPr/>
          <p:nvPr/>
        </p:nvSpPr>
        <p:spPr>
          <a:xfrm flipH="1">
            <a:off x="7934514"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稿定-31">
            <a:extLst>
              <a:ext uri="{FF2B5EF4-FFF2-40B4-BE49-F238E27FC236}">
                <a16:creationId xmlns:a16="http://schemas.microsoft.com/office/drawing/2014/main" id="{DC334248-A456-D340-0E50-914A6EE784DB}"/>
              </a:ext>
            </a:extLst>
          </p:cNvPr>
          <p:cNvSpPr/>
          <p:nvPr/>
        </p:nvSpPr>
        <p:spPr>
          <a:xfrm flipH="1">
            <a:off x="9617280" y="4296063"/>
            <a:ext cx="1366685" cy="1276375"/>
          </a:xfrm>
          <a:prstGeom prst="rect">
            <a:avLst/>
          </a:prstGeom>
          <a:effectLst/>
        </p:spPr>
        <p:txBody>
          <a:bodyPr wrap="square" lIns="0" tIns="0" rIns="0" bIns="0" anchor="t">
            <a:spAutoFit/>
          </a:bodyPr>
          <a:lstStyle/>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50000"/>
              </a:lnSpc>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US" altLang="zh-CN"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9" name="组合 18">
            <a:extLst>
              <a:ext uri="{FF2B5EF4-FFF2-40B4-BE49-F238E27FC236}">
                <a16:creationId xmlns:a16="http://schemas.microsoft.com/office/drawing/2014/main" id="{4A82BDB7-C89E-5C76-2D2E-E40F0A0940B3}"/>
              </a:ext>
            </a:extLst>
          </p:cNvPr>
          <p:cNvGrpSpPr/>
          <p:nvPr/>
        </p:nvGrpSpPr>
        <p:grpSpPr>
          <a:xfrm>
            <a:off x="2332287" y="3148628"/>
            <a:ext cx="795455" cy="45782"/>
            <a:chOff x="1911350" y="3302000"/>
            <a:chExt cx="882650" cy="50800"/>
          </a:xfrm>
          <a:gradFill flip="none" rotWithShape="1">
            <a:gsLst>
              <a:gs pos="0">
                <a:schemeClr val="accent1">
                  <a:lumMod val="60000"/>
                  <a:lumOff val="40000"/>
                </a:schemeClr>
              </a:gs>
              <a:gs pos="84000">
                <a:schemeClr val="accent1">
                  <a:lumMod val="75000"/>
                </a:schemeClr>
              </a:gs>
            </a:gsLst>
            <a:lin ang="0" scaled="1"/>
            <a:tileRect/>
          </a:gradFill>
          <a:effectLst/>
        </p:grpSpPr>
        <p:sp>
          <p:nvSpPr>
            <p:cNvPr id="67" name="gaoding-5-13">
              <a:extLst>
                <a:ext uri="{FF2B5EF4-FFF2-40B4-BE49-F238E27FC236}">
                  <a16:creationId xmlns:a16="http://schemas.microsoft.com/office/drawing/2014/main" id="{4F27FD66-4B72-AA88-810A-00099856AA4B}"/>
                </a:ext>
              </a:extLst>
            </p:cNvPr>
            <p:cNvSpPr/>
            <p:nvPr/>
          </p:nvSpPr>
          <p:spPr>
            <a:xfrm>
              <a:off x="19113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gaoding-5-14">
              <a:extLst>
                <a:ext uri="{FF2B5EF4-FFF2-40B4-BE49-F238E27FC236}">
                  <a16:creationId xmlns:a16="http://schemas.microsoft.com/office/drawing/2014/main" id="{B3A08F1B-0A7D-891C-AB2D-B6AAB2D95959}"/>
                </a:ext>
              </a:extLst>
            </p:cNvPr>
            <p:cNvSpPr/>
            <p:nvPr/>
          </p:nvSpPr>
          <p:spPr>
            <a:xfrm>
              <a:off x="2051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gaoding-5-15">
              <a:extLst>
                <a:ext uri="{FF2B5EF4-FFF2-40B4-BE49-F238E27FC236}">
                  <a16:creationId xmlns:a16="http://schemas.microsoft.com/office/drawing/2014/main" id="{D9603161-1E73-E328-3042-40D0B9FCAD47}"/>
                </a:ext>
              </a:extLst>
            </p:cNvPr>
            <p:cNvSpPr/>
            <p:nvPr/>
          </p:nvSpPr>
          <p:spPr>
            <a:xfrm>
              <a:off x="2190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gaoding-5-16">
              <a:extLst>
                <a:ext uri="{FF2B5EF4-FFF2-40B4-BE49-F238E27FC236}">
                  <a16:creationId xmlns:a16="http://schemas.microsoft.com/office/drawing/2014/main" id="{BD9C934A-E03D-FC8E-066B-452F0A331B4A}"/>
                </a:ext>
              </a:extLst>
            </p:cNvPr>
            <p:cNvSpPr/>
            <p:nvPr/>
          </p:nvSpPr>
          <p:spPr>
            <a:xfrm>
              <a:off x="23304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gaoding-5-17">
              <a:extLst>
                <a:ext uri="{FF2B5EF4-FFF2-40B4-BE49-F238E27FC236}">
                  <a16:creationId xmlns:a16="http://schemas.microsoft.com/office/drawing/2014/main" id="{9C666478-5092-E356-916A-1814B40E68A3}"/>
                </a:ext>
              </a:extLst>
            </p:cNvPr>
            <p:cNvSpPr/>
            <p:nvPr/>
          </p:nvSpPr>
          <p:spPr>
            <a:xfrm>
              <a:off x="2463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gaoding-5-18">
              <a:extLst>
                <a:ext uri="{FF2B5EF4-FFF2-40B4-BE49-F238E27FC236}">
                  <a16:creationId xmlns:a16="http://schemas.microsoft.com/office/drawing/2014/main" id="{1D19D2D8-F692-4FDD-25E0-5C167B4B2DB5}"/>
                </a:ext>
              </a:extLst>
            </p:cNvPr>
            <p:cNvSpPr/>
            <p:nvPr/>
          </p:nvSpPr>
          <p:spPr>
            <a:xfrm>
              <a:off x="2603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gaoding-5-19">
              <a:extLst>
                <a:ext uri="{FF2B5EF4-FFF2-40B4-BE49-F238E27FC236}">
                  <a16:creationId xmlns:a16="http://schemas.microsoft.com/office/drawing/2014/main" id="{375E7604-035E-38E7-8273-A4DB067D7708}"/>
                </a:ext>
              </a:extLst>
            </p:cNvPr>
            <p:cNvSpPr/>
            <p:nvPr/>
          </p:nvSpPr>
          <p:spPr>
            <a:xfrm>
              <a:off x="27432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0" name="组合 19">
            <a:extLst>
              <a:ext uri="{FF2B5EF4-FFF2-40B4-BE49-F238E27FC236}">
                <a16:creationId xmlns:a16="http://schemas.microsoft.com/office/drawing/2014/main" id="{7C9AFF83-2E49-7094-3765-67EDCEB61A17}"/>
              </a:ext>
            </a:extLst>
          </p:cNvPr>
          <p:cNvGrpSpPr/>
          <p:nvPr/>
        </p:nvGrpSpPr>
        <p:grpSpPr>
          <a:xfrm>
            <a:off x="4009037" y="3148628"/>
            <a:ext cx="795455" cy="45782"/>
            <a:chOff x="3771900" y="3302000"/>
            <a:chExt cx="882650" cy="50800"/>
          </a:xfrm>
          <a:gradFill flip="none" rotWithShape="1">
            <a:gsLst>
              <a:gs pos="0">
                <a:schemeClr val="accent1">
                  <a:lumMod val="60000"/>
                  <a:lumOff val="40000"/>
                </a:schemeClr>
              </a:gs>
              <a:gs pos="84000">
                <a:schemeClr val="accent1">
                  <a:lumMod val="75000"/>
                </a:schemeClr>
              </a:gs>
            </a:gsLst>
            <a:lin ang="0" scaled="1"/>
            <a:tileRect/>
          </a:gradFill>
          <a:effectLst/>
        </p:grpSpPr>
        <p:sp>
          <p:nvSpPr>
            <p:cNvPr id="60" name="gaoding-5-20">
              <a:extLst>
                <a:ext uri="{FF2B5EF4-FFF2-40B4-BE49-F238E27FC236}">
                  <a16:creationId xmlns:a16="http://schemas.microsoft.com/office/drawing/2014/main" id="{99A9086E-9766-8B5D-D4D4-631A9E2C222E}"/>
                </a:ext>
              </a:extLst>
            </p:cNvPr>
            <p:cNvSpPr/>
            <p:nvPr/>
          </p:nvSpPr>
          <p:spPr>
            <a:xfrm>
              <a:off x="4603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gaoding-5-21">
              <a:extLst>
                <a:ext uri="{FF2B5EF4-FFF2-40B4-BE49-F238E27FC236}">
                  <a16:creationId xmlns:a16="http://schemas.microsoft.com/office/drawing/2014/main" id="{1DFAD7C9-717C-A6D4-B5C6-4E72DA5E008B}"/>
                </a:ext>
              </a:extLst>
            </p:cNvPr>
            <p:cNvSpPr/>
            <p:nvPr/>
          </p:nvSpPr>
          <p:spPr>
            <a:xfrm>
              <a:off x="4464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gaoding-5-22">
              <a:extLst>
                <a:ext uri="{FF2B5EF4-FFF2-40B4-BE49-F238E27FC236}">
                  <a16:creationId xmlns:a16="http://schemas.microsoft.com/office/drawing/2014/main" id="{472B2CAD-FE9E-EE1E-64D9-4200378AB783}"/>
                </a:ext>
              </a:extLst>
            </p:cNvPr>
            <p:cNvSpPr/>
            <p:nvPr/>
          </p:nvSpPr>
          <p:spPr>
            <a:xfrm>
              <a:off x="43243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gaoding-5-23">
              <a:extLst>
                <a:ext uri="{FF2B5EF4-FFF2-40B4-BE49-F238E27FC236}">
                  <a16:creationId xmlns:a16="http://schemas.microsoft.com/office/drawing/2014/main" id="{35B9AA56-AE27-4DD7-8C87-BCC62524A6FF}"/>
                </a:ext>
              </a:extLst>
            </p:cNvPr>
            <p:cNvSpPr/>
            <p:nvPr/>
          </p:nvSpPr>
          <p:spPr>
            <a:xfrm>
              <a:off x="41846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gaoding-5-24">
              <a:extLst>
                <a:ext uri="{FF2B5EF4-FFF2-40B4-BE49-F238E27FC236}">
                  <a16:creationId xmlns:a16="http://schemas.microsoft.com/office/drawing/2014/main" id="{D22070A6-063E-0EE0-55B5-0A1F953662F2}"/>
                </a:ext>
              </a:extLst>
            </p:cNvPr>
            <p:cNvSpPr/>
            <p:nvPr/>
          </p:nvSpPr>
          <p:spPr>
            <a:xfrm>
              <a:off x="40513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gaoding-5-25">
              <a:extLst>
                <a:ext uri="{FF2B5EF4-FFF2-40B4-BE49-F238E27FC236}">
                  <a16:creationId xmlns:a16="http://schemas.microsoft.com/office/drawing/2014/main" id="{E18FEA2B-4BA9-830E-62E1-04AB6C42F61B}"/>
                </a:ext>
              </a:extLst>
            </p:cNvPr>
            <p:cNvSpPr/>
            <p:nvPr/>
          </p:nvSpPr>
          <p:spPr>
            <a:xfrm>
              <a:off x="39116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gaoding-5-26">
              <a:extLst>
                <a:ext uri="{FF2B5EF4-FFF2-40B4-BE49-F238E27FC236}">
                  <a16:creationId xmlns:a16="http://schemas.microsoft.com/office/drawing/2014/main" id="{C7BC2929-87B7-E722-7044-E00A62AFE011}"/>
                </a:ext>
              </a:extLst>
            </p:cNvPr>
            <p:cNvSpPr/>
            <p:nvPr/>
          </p:nvSpPr>
          <p:spPr>
            <a:xfrm>
              <a:off x="37719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2" name="组合 21">
            <a:extLst>
              <a:ext uri="{FF2B5EF4-FFF2-40B4-BE49-F238E27FC236}">
                <a16:creationId xmlns:a16="http://schemas.microsoft.com/office/drawing/2014/main" id="{F1726FFB-A6C0-18DC-680B-386BE08BBB68}"/>
              </a:ext>
            </a:extLst>
          </p:cNvPr>
          <p:cNvGrpSpPr/>
          <p:nvPr/>
        </p:nvGrpSpPr>
        <p:grpSpPr>
          <a:xfrm>
            <a:off x="7379706" y="3148628"/>
            <a:ext cx="795455" cy="45782"/>
            <a:chOff x="7512050" y="3302000"/>
            <a:chExt cx="882650" cy="50800"/>
          </a:xfrm>
          <a:gradFill flip="none" rotWithShape="1">
            <a:gsLst>
              <a:gs pos="0">
                <a:schemeClr val="accent1">
                  <a:lumMod val="60000"/>
                  <a:lumOff val="40000"/>
                </a:schemeClr>
              </a:gs>
              <a:gs pos="84000">
                <a:schemeClr val="accent1">
                  <a:lumMod val="75000"/>
                </a:schemeClr>
              </a:gs>
            </a:gsLst>
            <a:lin ang="0" scaled="1"/>
            <a:tileRect/>
          </a:gradFill>
        </p:grpSpPr>
        <p:sp>
          <p:nvSpPr>
            <p:cNvPr id="46" name="gaoding-5-34">
              <a:extLst>
                <a:ext uri="{FF2B5EF4-FFF2-40B4-BE49-F238E27FC236}">
                  <a16:creationId xmlns:a16="http://schemas.microsoft.com/office/drawing/2014/main" id="{CE7D61EB-C993-6B47-4B02-EFB83B407837}"/>
                </a:ext>
              </a:extLst>
            </p:cNvPr>
            <p:cNvSpPr/>
            <p:nvPr/>
          </p:nvSpPr>
          <p:spPr>
            <a:xfrm>
              <a:off x="83439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gaoding-5-35">
              <a:extLst>
                <a:ext uri="{FF2B5EF4-FFF2-40B4-BE49-F238E27FC236}">
                  <a16:creationId xmlns:a16="http://schemas.microsoft.com/office/drawing/2014/main" id="{797BF3B2-B72C-549F-2B08-47832A5E8DAC}"/>
                </a:ext>
              </a:extLst>
            </p:cNvPr>
            <p:cNvSpPr/>
            <p:nvPr/>
          </p:nvSpPr>
          <p:spPr>
            <a:xfrm>
              <a:off x="82042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gaoding-5-36">
              <a:extLst>
                <a:ext uri="{FF2B5EF4-FFF2-40B4-BE49-F238E27FC236}">
                  <a16:creationId xmlns:a16="http://schemas.microsoft.com/office/drawing/2014/main" id="{45D1E1DA-19D6-A891-B099-CF387377EC82}"/>
                </a:ext>
              </a:extLst>
            </p:cNvPr>
            <p:cNvSpPr/>
            <p:nvPr/>
          </p:nvSpPr>
          <p:spPr>
            <a:xfrm>
              <a:off x="8064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gaoding-5-37">
              <a:extLst>
                <a:ext uri="{FF2B5EF4-FFF2-40B4-BE49-F238E27FC236}">
                  <a16:creationId xmlns:a16="http://schemas.microsoft.com/office/drawing/2014/main" id="{8C170975-8BB9-5BEC-073A-195068877D70}"/>
                </a:ext>
              </a:extLst>
            </p:cNvPr>
            <p:cNvSpPr/>
            <p:nvPr/>
          </p:nvSpPr>
          <p:spPr>
            <a:xfrm>
              <a:off x="7924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gaoding-5-38">
              <a:extLst>
                <a:ext uri="{FF2B5EF4-FFF2-40B4-BE49-F238E27FC236}">
                  <a16:creationId xmlns:a16="http://schemas.microsoft.com/office/drawing/2014/main" id="{C06DFFAA-DD37-9CF0-8E9E-E42F82F92EEA}"/>
                </a:ext>
              </a:extLst>
            </p:cNvPr>
            <p:cNvSpPr/>
            <p:nvPr/>
          </p:nvSpPr>
          <p:spPr>
            <a:xfrm>
              <a:off x="77914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gaoding-5-39">
              <a:extLst>
                <a:ext uri="{FF2B5EF4-FFF2-40B4-BE49-F238E27FC236}">
                  <a16:creationId xmlns:a16="http://schemas.microsoft.com/office/drawing/2014/main" id="{E2B079AB-296E-D8CE-8566-0EBCB9C313BA}"/>
                </a:ext>
              </a:extLst>
            </p:cNvPr>
            <p:cNvSpPr/>
            <p:nvPr/>
          </p:nvSpPr>
          <p:spPr>
            <a:xfrm>
              <a:off x="7651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gaoding-5-40">
              <a:extLst>
                <a:ext uri="{FF2B5EF4-FFF2-40B4-BE49-F238E27FC236}">
                  <a16:creationId xmlns:a16="http://schemas.microsoft.com/office/drawing/2014/main" id="{F5F2C601-8AAC-980C-34B1-4C2105B93364}"/>
                </a:ext>
              </a:extLst>
            </p:cNvPr>
            <p:cNvSpPr/>
            <p:nvPr/>
          </p:nvSpPr>
          <p:spPr>
            <a:xfrm>
              <a:off x="7512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3" name="组合 22">
            <a:extLst>
              <a:ext uri="{FF2B5EF4-FFF2-40B4-BE49-F238E27FC236}">
                <a16:creationId xmlns:a16="http://schemas.microsoft.com/office/drawing/2014/main" id="{7E10B4ED-929E-30B6-6B4E-BCDF0ED6F70E}"/>
              </a:ext>
            </a:extLst>
          </p:cNvPr>
          <p:cNvGrpSpPr/>
          <p:nvPr/>
        </p:nvGrpSpPr>
        <p:grpSpPr>
          <a:xfrm>
            <a:off x="9073624" y="3148628"/>
            <a:ext cx="795455" cy="45782"/>
            <a:chOff x="9391650" y="3302000"/>
            <a:chExt cx="882650" cy="50800"/>
          </a:xfrm>
          <a:gradFill flip="none" rotWithShape="1">
            <a:gsLst>
              <a:gs pos="0">
                <a:schemeClr val="accent1">
                  <a:lumMod val="60000"/>
                  <a:lumOff val="40000"/>
                </a:schemeClr>
              </a:gs>
              <a:gs pos="84000">
                <a:schemeClr val="accent1">
                  <a:lumMod val="75000"/>
                </a:schemeClr>
              </a:gs>
            </a:gsLst>
            <a:lin ang="0" scaled="1"/>
            <a:tileRect/>
          </a:gradFill>
        </p:grpSpPr>
        <p:sp>
          <p:nvSpPr>
            <p:cNvPr id="39" name="gaoding-5-41">
              <a:extLst>
                <a:ext uri="{FF2B5EF4-FFF2-40B4-BE49-F238E27FC236}">
                  <a16:creationId xmlns:a16="http://schemas.microsoft.com/office/drawing/2014/main" id="{366F5902-2C0A-CCD6-DDC5-CB2A6574B768}"/>
                </a:ext>
              </a:extLst>
            </p:cNvPr>
            <p:cNvSpPr/>
            <p:nvPr/>
          </p:nvSpPr>
          <p:spPr>
            <a:xfrm>
              <a:off x="93916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gaoding-5-42">
              <a:extLst>
                <a:ext uri="{FF2B5EF4-FFF2-40B4-BE49-F238E27FC236}">
                  <a16:creationId xmlns:a16="http://schemas.microsoft.com/office/drawing/2014/main" id="{A2455508-3449-4A6A-DA10-63C91E3DA625}"/>
                </a:ext>
              </a:extLst>
            </p:cNvPr>
            <p:cNvSpPr/>
            <p:nvPr/>
          </p:nvSpPr>
          <p:spPr>
            <a:xfrm>
              <a:off x="95313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gaoding-5-43">
              <a:extLst>
                <a:ext uri="{FF2B5EF4-FFF2-40B4-BE49-F238E27FC236}">
                  <a16:creationId xmlns:a16="http://schemas.microsoft.com/office/drawing/2014/main" id="{E78D9A9D-663B-0527-52D1-6EF09F087304}"/>
                </a:ext>
              </a:extLst>
            </p:cNvPr>
            <p:cNvSpPr/>
            <p:nvPr/>
          </p:nvSpPr>
          <p:spPr>
            <a:xfrm>
              <a:off x="96710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gaoding-5-44">
              <a:extLst>
                <a:ext uri="{FF2B5EF4-FFF2-40B4-BE49-F238E27FC236}">
                  <a16:creationId xmlns:a16="http://schemas.microsoft.com/office/drawing/2014/main" id="{24B6D676-AC2C-5244-9A6A-92E0C17008C9}"/>
                </a:ext>
              </a:extLst>
            </p:cNvPr>
            <p:cNvSpPr/>
            <p:nvPr/>
          </p:nvSpPr>
          <p:spPr>
            <a:xfrm>
              <a:off x="98107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gaoding-5-45">
              <a:extLst>
                <a:ext uri="{FF2B5EF4-FFF2-40B4-BE49-F238E27FC236}">
                  <a16:creationId xmlns:a16="http://schemas.microsoft.com/office/drawing/2014/main" id="{1CE6664F-D7AF-1B9F-A089-91011ADFF403}"/>
                </a:ext>
              </a:extLst>
            </p:cNvPr>
            <p:cNvSpPr/>
            <p:nvPr/>
          </p:nvSpPr>
          <p:spPr>
            <a:xfrm>
              <a:off x="99441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gaoding-5-46">
              <a:extLst>
                <a:ext uri="{FF2B5EF4-FFF2-40B4-BE49-F238E27FC236}">
                  <a16:creationId xmlns:a16="http://schemas.microsoft.com/office/drawing/2014/main" id="{44CAE795-6206-6BE5-61DA-9064F93B11E4}"/>
                </a:ext>
              </a:extLst>
            </p:cNvPr>
            <p:cNvSpPr/>
            <p:nvPr/>
          </p:nvSpPr>
          <p:spPr>
            <a:xfrm>
              <a:off x="10083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gaoding-5-47">
              <a:extLst>
                <a:ext uri="{FF2B5EF4-FFF2-40B4-BE49-F238E27FC236}">
                  <a16:creationId xmlns:a16="http://schemas.microsoft.com/office/drawing/2014/main" id="{B494E7E8-9EA3-62AE-AEAB-E58F84817B73}"/>
                </a:ext>
              </a:extLst>
            </p:cNvPr>
            <p:cNvSpPr/>
            <p:nvPr/>
          </p:nvSpPr>
          <p:spPr>
            <a:xfrm>
              <a:off x="10223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1" name="组合 20">
            <a:extLst>
              <a:ext uri="{FF2B5EF4-FFF2-40B4-BE49-F238E27FC236}">
                <a16:creationId xmlns:a16="http://schemas.microsoft.com/office/drawing/2014/main" id="{9B413599-D8D4-1816-AB98-1E1CD8198140}"/>
              </a:ext>
            </a:extLst>
          </p:cNvPr>
          <p:cNvGrpSpPr/>
          <p:nvPr/>
        </p:nvGrpSpPr>
        <p:grpSpPr>
          <a:xfrm>
            <a:off x="5691510" y="3148628"/>
            <a:ext cx="795455" cy="45782"/>
            <a:chOff x="5638800" y="3302000"/>
            <a:chExt cx="882650" cy="50800"/>
          </a:xfrm>
          <a:gradFill flip="none" rotWithShape="1">
            <a:gsLst>
              <a:gs pos="0">
                <a:schemeClr val="accent1">
                  <a:lumMod val="60000"/>
                  <a:lumOff val="40000"/>
                </a:schemeClr>
              </a:gs>
              <a:gs pos="84000">
                <a:schemeClr val="accent1">
                  <a:lumMod val="75000"/>
                </a:schemeClr>
              </a:gs>
            </a:gsLst>
            <a:lin ang="0" scaled="1"/>
            <a:tileRect/>
          </a:gradFill>
          <a:effectLst/>
        </p:grpSpPr>
        <p:sp>
          <p:nvSpPr>
            <p:cNvPr id="53" name="gaoding-5-27">
              <a:extLst>
                <a:ext uri="{FF2B5EF4-FFF2-40B4-BE49-F238E27FC236}">
                  <a16:creationId xmlns:a16="http://schemas.microsoft.com/office/drawing/2014/main" id="{7F722B0D-1049-74D7-C46C-FCC03EEC6BB4}"/>
                </a:ext>
              </a:extLst>
            </p:cNvPr>
            <p:cNvSpPr/>
            <p:nvPr/>
          </p:nvSpPr>
          <p:spPr>
            <a:xfrm>
              <a:off x="56388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gaoding-5-28">
              <a:extLst>
                <a:ext uri="{FF2B5EF4-FFF2-40B4-BE49-F238E27FC236}">
                  <a16:creationId xmlns:a16="http://schemas.microsoft.com/office/drawing/2014/main" id="{51CEB3E4-D8C3-F020-B64E-D30492099435}"/>
                </a:ext>
              </a:extLst>
            </p:cNvPr>
            <p:cNvSpPr/>
            <p:nvPr/>
          </p:nvSpPr>
          <p:spPr>
            <a:xfrm>
              <a:off x="57785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gaoding-5-29">
              <a:extLst>
                <a:ext uri="{FF2B5EF4-FFF2-40B4-BE49-F238E27FC236}">
                  <a16:creationId xmlns:a16="http://schemas.microsoft.com/office/drawing/2014/main" id="{C4D00D3E-5435-1602-BC25-6A382D009D4F}"/>
                </a:ext>
              </a:extLst>
            </p:cNvPr>
            <p:cNvSpPr/>
            <p:nvPr/>
          </p:nvSpPr>
          <p:spPr>
            <a:xfrm>
              <a:off x="59182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gaoding-5-30">
              <a:extLst>
                <a:ext uri="{FF2B5EF4-FFF2-40B4-BE49-F238E27FC236}">
                  <a16:creationId xmlns:a16="http://schemas.microsoft.com/office/drawing/2014/main" id="{BEA6C5DF-8083-D284-2073-30FACD3AF76C}"/>
                </a:ext>
              </a:extLst>
            </p:cNvPr>
            <p:cNvSpPr/>
            <p:nvPr/>
          </p:nvSpPr>
          <p:spPr>
            <a:xfrm>
              <a:off x="605790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gaoding-5-31">
              <a:extLst>
                <a:ext uri="{FF2B5EF4-FFF2-40B4-BE49-F238E27FC236}">
                  <a16:creationId xmlns:a16="http://schemas.microsoft.com/office/drawing/2014/main" id="{EF3BC04E-7B3E-E960-1E48-B1643E510AF2}"/>
                </a:ext>
              </a:extLst>
            </p:cNvPr>
            <p:cNvSpPr/>
            <p:nvPr/>
          </p:nvSpPr>
          <p:spPr>
            <a:xfrm>
              <a:off x="61912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gaoding-5-32">
              <a:extLst>
                <a:ext uri="{FF2B5EF4-FFF2-40B4-BE49-F238E27FC236}">
                  <a16:creationId xmlns:a16="http://schemas.microsoft.com/office/drawing/2014/main" id="{F76C381D-58A3-6F03-39F0-568E3C34DD31}"/>
                </a:ext>
              </a:extLst>
            </p:cNvPr>
            <p:cNvSpPr/>
            <p:nvPr/>
          </p:nvSpPr>
          <p:spPr>
            <a:xfrm>
              <a:off x="63309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gaoding-5-33">
              <a:extLst>
                <a:ext uri="{FF2B5EF4-FFF2-40B4-BE49-F238E27FC236}">
                  <a16:creationId xmlns:a16="http://schemas.microsoft.com/office/drawing/2014/main" id="{BD26E380-CB9A-68E5-59B1-36351E2FFE34}"/>
                </a:ext>
              </a:extLst>
            </p:cNvPr>
            <p:cNvSpPr/>
            <p:nvPr/>
          </p:nvSpPr>
          <p:spPr>
            <a:xfrm>
              <a:off x="6470650" y="33020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grpFill/>
            <a:ln w="63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4" name="文本框 123">
            <a:extLst>
              <a:ext uri="{FF2B5EF4-FFF2-40B4-BE49-F238E27FC236}">
                <a16:creationId xmlns:a16="http://schemas.microsoft.com/office/drawing/2014/main" id="{7020EABD-4B7F-77A4-1F37-4CFCDB4F6D68}"/>
              </a:ext>
            </a:extLst>
          </p:cNvPr>
          <p:cNvSpPr txBox="1"/>
          <p:nvPr/>
        </p:nvSpPr>
        <p:spPr>
          <a:xfrm>
            <a:off x="1505195" y="1794444"/>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01</a:t>
            </a:r>
            <a:endParaRPr lang="zh-CN" altLang="en-US" i="1" dirty="0">
              <a:solidFill>
                <a:schemeClr val="accent1"/>
              </a:solidFill>
              <a:sym typeface="阿里巴巴普惠体 2 45 Light" panose="00020600040101010101" pitchFamily="18" charset="-122"/>
            </a:endParaRPr>
          </a:p>
        </p:txBody>
      </p:sp>
      <p:sp>
        <p:nvSpPr>
          <p:cNvPr id="125" name="文本框 124">
            <a:extLst>
              <a:ext uri="{FF2B5EF4-FFF2-40B4-BE49-F238E27FC236}">
                <a16:creationId xmlns:a16="http://schemas.microsoft.com/office/drawing/2014/main" id="{BE89D184-6BEC-A2D5-5060-9F2CCE546C62}"/>
              </a:ext>
            </a:extLst>
          </p:cNvPr>
          <p:cNvSpPr txBox="1"/>
          <p:nvPr/>
        </p:nvSpPr>
        <p:spPr>
          <a:xfrm>
            <a:off x="3097055" y="1825222"/>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02</a:t>
            </a:r>
            <a:endParaRPr lang="zh-CN" altLang="en-US" i="1" dirty="0">
              <a:solidFill>
                <a:schemeClr val="accent1"/>
              </a:solidFill>
              <a:sym typeface="阿里巴巴普惠体 2 45 Light" panose="00020600040101010101" pitchFamily="18" charset="-122"/>
            </a:endParaRPr>
          </a:p>
        </p:txBody>
      </p:sp>
      <p:sp>
        <p:nvSpPr>
          <p:cNvPr id="126" name="文本框 125">
            <a:extLst>
              <a:ext uri="{FF2B5EF4-FFF2-40B4-BE49-F238E27FC236}">
                <a16:creationId xmlns:a16="http://schemas.microsoft.com/office/drawing/2014/main" id="{49C34A4E-F6CD-77D8-446E-DA9C1BFDFDC9}"/>
              </a:ext>
            </a:extLst>
          </p:cNvPr>
          <p:cNvSpPr txBox="1"/>
          <p:nvPr/>
        </p:nvSpPr>
        <p:spPr>
          <a:xfrm>
            <a:off x="4761051" y="1794444"/>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03</a:t>
            </a:r>
            <a:endParaRPr lang="zh-CN" altLang="en-US" i="1" dirty="0">
              <a:solidFill>
                <a:schemeClr val="accent1"/>
              </a:solidFill>
              <a:sym typeface="阿里巴巴普惠体 2 45 Light" panose="00020600040101010101" pitchFamily="18" charset="-122"/>
            </a:endParaRPr>
          </a:p>
        </p:txBody>
      </p:sp>
      <p:sp>
        <p:nvSpPr>
          <p:cNvPr id="127" name="文本框 126">
            <a:extLst>
              <a:ext uri="{FF2B5EF4-FFF2-40B4-BE49-F238E27FC236}">
                <a16:creationId xmlns:a16="http://schemas.microsoft.com/office/drawing/2014/main" id="{426549B0-6367-8029-50DF-371FAFCEF21C}"/>
              </a:ext>
            </a:extLst>
          </p:cNvPr>
          <p:cNvSpPr txBox="1"/>
          <p:nvPr/>
        </p:nvSpPr>
        <p:spPr>
          <a:xfrm>
            <a:off x="6437871" y="1825222"/>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04</a:t>
            </a:r>
            <a:endParaRPr lang="zh-CN" altLang="en-US" i="1" dirty="0">
              <a:solidFill>
                <a:schemeClr val="accent1"/>
              </a:solidFill>
              <a:sym typeface="阿里巴巴普惠体 2 45 Light" panose="00020600040101010101" pitchFamily="18" charset="-122"/>
            </a:endParaRPr>
          </a:p>
        </p:txBody>
      </p:sp>
      <p:sp>
        <p:nvSpPr>
          <p:cNvPr id="128" name="文本框 127">
            <a:extLst>
              <a:ext uri="{FF2B5EF4-FFF2-40B4-BE49-F238E27FC236}">
                <a16:creationId xmlns:a16="http://schemas.microsoft.com/office/drawing/2014/main" id="{B3D56B6A-849F-84EC-DA46-4C3D466B2A73}"/>
              </a:ext>
            </a:extLst>
          </p:cNvPr>
          <p:cNvSpPr txBox="1"/>
          <p:nvPr/>
        </p:nvSpPr>
        <p:spPr>
          <a:xfrm>
            <a:off x="8119499" y="1825222"/>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05</a:t>
            </a:r>
            <a:endParaRPr lang="zh-CN" altLang="en-US" i="1" dirty="0">
              <a:solidFill>
                <a:schemeClr val="accent1"/>
              </a:solidFill>
              <a:sym typeface="阿里巴巴普惠体 2 45 Light" panose="00020600040101010101" pitchFamily="18" charset="-122"/>
            </a:endParaRPr>
          </a:p>
        </p:txBody>
      </p:sp>
      <p:sp>
        <p:nvSpPr>
          <p:cNvPr id="129" name="文本框 128">
            <a:extLst>
              <a:ext uri="{FF2B5EF4-FFF2-40B4-BE49-F238E27FC236}">
                <a16:creationId xmlns:a16="http://schemas.microsoft.com/office/drawing/2014/main" id="{CB9E9A2C-4CDC-A25E-C66C-F7FBB15B82EC}"/>
              </a:ext>
            </a:extLst>
          </p:cNvPr>
          <p:cNvSpPr txBox="1"/>
          <p:nvPr/>
        </p:nvSpPr>
        <p:spPr>
          <a:xfrm>
            <a:off x="9833185" y="1825222"/>
            <a:ext cx="934872"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solidFill>
                  <a:schemeClr val="accent1"/>
                </a:solidFill>
                <a:sym typeface="阿里巴巴普惠体 2 45 Light" panose="00020600040101010101" pitchFamily="18" charset="-122"/>
              </a:rPr>
              <a:t>06</a:t>
            </a:r>
            <a:endParaRPr lang="zh-CN" altLang="en-US" i="1" dirty="0">
              <a:solidFill>
                <a:schemeClr val="accent1"/>
              </a:solidFill>
              <a:sym typeface="阿里巴巴普惠体 2 45 Light" panose="00020600040101010101" pitchFamily="18" charset="-122"/>
            </a:endParaRPr>
          </a:p>
        </p:txBody>
      </p:sp>
      <p:cxnSp>
        <p:nvCxnSpPr>
          <p:cNvPr id="133" name="直接连接符 132">
            <a:extLst>
              <a:ext uri="{FF2B5EF4-FFF2-40B4-BE49-F238E27FC236}">
                <a16:creationId xmlns:a16="http://schemas.microsoft.com/office/drawing/2014/main" id="{F1CD6E36-5718-0CA8-CAF1-ADBCF2C8CD8C}"/>
              </a:ext>
            </a:extLst>
          </p:cNvPr>
          <p:cNvCxnSpPr>
            <a:cxnSpLocks/>
            <a:stCxn id="13" idx="1"/>
            <a:endCxn id="93" idx="0"/>
          </p:cNvCxnSpPr>
          <p:nvPr/>
        </p:nvCxnSpPr>
        <p:spPr>
          <a:xfrm>
            <a:off x="1886792" y="3491989"/>
            <a:ext cx="0" cy="376713"/>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 name="直接连接符 135">
            <a:extLst>
              <a:ext uri="{FF2B5EF4-FFF2-40B4-BE49-F238E27FC236}">
                <a16:creationId xmlns:a16="http://schemas.microsoft.com/office/drawing/2014/main" id="{872A77F9-79F9-F4D3-95D3-1B83D64D3C37}"/>
              </a:ext>
            </a:extLst>
          </p:cNvPr>
          <p:cNvCxnSpPr>
            <a:cxnSpLocks/>
          </p:cNvCxnSpPr>
          <p:nvPr/>
        </p:nvCxnSpPr>
        <p:spPr>
          <a:xfrm>
            <a:off x="3591090"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 name="直接连接符 136">
            <a:extLst>
              <a:ext uri="{FF2B5EF4-FFF2-40B4-BE49-F238E27FC236}">
                <a16:creationId xmlns:a16="http://schemas.microsoft.com/office/drawing/2014/main" id="{8F018D0B-4F7B-CB35-A5C9-0A51ED3438D3}"/>
              </a:ext>
            </a:extLst>
          </p:cNvPr>
          <p:cNvCxnSpPr>
            <a:cxnSpLocks/>
          </p:cNvCxnSpPr>
          <p:nvPr/>
        </p:nvCxnSpPr>
        <p:spPr>
          <a:xfrm>
            <a:off x="10321828"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 name="直接连接符 137">
            <a:extLst>
              <a:ext uri="{FF2B5EF4-FFF2-40B4-BE49-F238E27FC236}">
                <a16:creationId xmlns:a16="http://schemas.microsoft.com/office/drawing/2014/main" id="{9E327DBD-4BC1-AD61-337E-59D7222DBE20}"/>
              </a:ext>
            </a:extLst>
          </p:cNvPr>
          <p:cNvCxnSpPr>
            <a:cxnSpLocks/>
          </p:cNvCxnSpPr>
          <p:nvPr/>
        </p:nvCxnSpPr>
        <p:spPr>
          <a:xfrm>
            <a:off x="8634430"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直接连接符 138">
            <a:extLst>
              <a:ext uri="{FF2B5EF4-FFF2-40B4-BE49-F238E27FC236}">
                <a16:creationId xmlns:a16="http://schemas.microsoft.com/office/drawing/2014/main" id="{804CCAC9-8ECB-0F1C-82C8-92695D3EF547}"/>
              </a:ext>
            </a:extLst>
          </p:cNvPr>
          <p:cNvCxnSpPr>
            <a:cxnSpLocks/>
          </p:cNvCxnSpPr>
          <p:nvPr/>
        </p:nvCxnSpPr>
        <p:spPr>
          <a:xfrm>
            <a:off x="6908648"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 name="直接连接符 139">
            <a:extLst>
              <a:ext uri="{FF2B5EF4-FFF2-40B4-BE49-F238E27FC236}">
                <a16:creationId xmlns:a16="http://schemas.microsoft.com/office/drawing/2014/main" id="{2A0B789A-A339-38FF-0E6D-62F6C69A82C1}"/>
              </a:ext>
            </a:extLst>
          </p:cNvPr>
          <p:cNvCxnSpPr>
            <a:cxnSpLocks/>
          </p:cNvCxnSpPr>
          <p:nvPr/>
        </p:nvCxnSpPr>
        <p:spPr>
          <a:xfrm>
            <a:off x="5263724" y="3491989"/>
            <a:ext cx="0" cy="43613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631589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8E7B79B9-5568-C7FB-41D8-AF74A72CC864}"/>
              </a:ext>
            </a:extLst>
          </p:cNvPr>
          <p:cNvSpPr>
            <a:spLocks/>
          </p:cNvSpPr>
          <p:nvPr/>
        </p:nvSpPr>
        <p:spPr bwMode="auto">
          <a:xfrm>
            <a:off x="1152287"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 name="Freeform 5">
            <a:extLst>
              <a:ext uri="{FF2B5EF4-FFF2-40B4-BE49-F238E27FC236}">
                <a16:creationId xmlns:a16="http://schemas.microsoft.com/office/drawing/2014/main" id="{978B1C58-95A0-C456-C73F-9285D84BF636}"/>
              </a:ext>
            </a:extLst>
          </p:cNvPr>
          <p:cNvSpPr>
            <a:spLocks/>
          </p:cNvSpPr>
          <p:nvPr/>
        </p:nvSpPr>
        <p:spPr bwMode="auto">
          <a:xfrm>
            <a:off x="1045606"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prstTxWarp prst="textNoShape">
              <a:avLst/>
            </a:prstTxWarp>
          </a:bodyPr>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Freeform 5">
            <a:extLst>
              <a:ext uri="{FF2B5EF4-FFF2-40B4-BE49-F238E27FC236}">
                <a16:creationId xmlns:a16="http://schemas.microsoft.com/office/drawing/2014/main" id="{99A9968E-C5A6-E66D-8846-D44152FA7C40}"/>
              </a:ext>
            </a:extLst>
          </p:cNvPr>
          <p:cNvSpPr>
            <a:spLocks/>
          </p:cNvSpPr>
          <p:nvPr/>
        </p:nvSpPr>
        <p:spPr bwMode="auto">
          <a:xfrm>
            <a:off x="3312556"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Freeform 5">
            <a:extLst>
              <a:ext uri="{FF2B5EF4-FFF2-40B4-BE49-F238E27FC236}">
                <a16:creationId xmlns:a16="http://schemas.microsoft.com/office/drawing/2014/main" id="{3EB759CE-8009-8738-ED96-60C6C78EC097}"/>
              </a:ext>
            </a:extLst>
          </p:cNvPr>
          <p:cNvSpPr>
            <a:spLocks/>
          </p:cNvSpPr>
          <p:nvPr/>
        </p:nvSpPr>
        <p:spPr bwMode="auto">
          <a:xfrm>
            <a:off x="3205876"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prstTxWarp prst="textNoShape">
              <a:avLst/>
            </a:prstTxWarp>
          </a:bodyPr>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Freeform 5">
            <a:extLst>
              <a:ext uri="{FF2B5EF4-FFF2-40B4-BE49-F238E27FC236}">
                <a16:creationId xmlns:a16="http://schemas.microsoft.com/office/drawing/2014/main" id="{EC8B553F-20B8-29FD-D146-F1227BA4F4FA}"/>
              </a:ext>
            </a:extLst>
          </p:cNvPr>
          <p:cNvSpPr>
            <a:spLocks/>
          </p:cNvSpPr>
          <p:nvPr/>
        </p:nvSpPr>
        <p:spPr bwMode="auto">
          <a:xfrm>
            <a:off x="5472827"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Freeform 5">
            <a:extLst>
              <a:ext uri="{FF2B5EF4-FFF2-40B4-BE49-F238E27FC236}">
                <a16:creationId xmlns:a16="http://schemas.microsoft.com/office/drawing/2014/main" id="{EF96C0E9-5584-D179-730A-E629C335B34F}"/>
              </a:ext>
            </a:extLst>
          </p:cNvPr>
          <p:cNvSpPr>
            <a:spLocks/>
          </p:cNvSpPr>
          <p:nvPr/>
        </p:nvSpPr>
        <p:spPr bwMode="auto">
          <a:xfrm>
            <a:off x="5366146"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prstTxWarp prst="textNoShape">
              <a:avLst/>
            </a:prstTxWarp>
          </a:bodyPr>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Freeform 5">
            <a:extLst>
              <a:ext uri="{FF2B5EF4-FFF2-40B4-BE49-F238E27FC236}">
                <a16:creationId xmlns:a16="http://schemas.microsoft.com/office/drawing/2014/main" id="{77BED8B1-0229-2F39-2E9E-E0B55D83582E}"/>
              </a:ext>
            </a:extLst>
          </p:cNvPr>
          <p:cNvSpPr>
            <a:spLocks/>
          </p:cNvSpPr>
          <p:nvPr/>
        </p:nvSpPr>
        <p:spPr bwMode="auto">
          <a:xfrm>
            <a:off x="7633096"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Freeform 5">
            <a:extLst>
              <a:ext uri="{FF2B5EF4-FFF2-40B4-BE49-F238E27FC236}">
                <a16:creationId xmlns:a16="http://schemas.microsoft.com/office/drawing/2014/main" id="{11CB42B3-26CA-5453-A580-821429B8F799}"/>
              </a:ext>
            </a:extLst>
          </p:cNvPr>
          <p:cNvSpPr>
            <a:spLocks/>
          </p:cNvSpPr>
          <p:nvPr/>
        </p:nvSpPr>
        <p:spPr bwMode="auto">
          <a:xfrm>
            <a:off x="7526417"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prstTxWarp prst="textNoShape">
              <a:avLst/>
            </a:prstTxWarp>
          </a:bodyPr>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Freeform 5">
            <a:extLst>
              <a:ext uri="{FF2B5EF4-FFF2-40B4-BE49-F238E27FC236}">
                <a16:creationId xmlns:a16="http://schemas.microsoft.com/office/drawing/2014/main" id="{317C02C1-2DC3-2BD8-2A90-92E126455EAA}"/>
              </a:ext>
            </a:extLst>
          </p:cNvPr>
          <p:cNvSpPr>
            <a:spLocks/>
          </p:cNvSpPr>
          <p:nvPr/>
        </p:nvSpPr>
        <p:spPr bwMode="auto">
          <a:xfrm>
            <a:off x="9793366" y="3300152"/>
            <a:ext cx="1066799" cy="1219298"/>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Freeform 5">
            <a:extLst>
              <a:ext uri="{FF2B5EF4-FFF2-40B4-BE49-F238E27FC236}">
                <a16:creationId xmlns:a16="http://schemas.microsoft.com/office/drawing/2014/main" id="{BDB34C14-A7E9-AC4D-AA0C-96DF219A77EF}"/>
              </a:ext>
            </a:extLst>
          </p:cNvPr>
          <p:cNvSpPr>
            <a:spLocks/>
          </p:cNvSpPr>
          <p:nvPr/>
        </p:nvSpPr>
        <p:spPr bwMode="auto">
          <a:xfrm>
            <a:off x="9686685" y="3178222"/>
            <a:ext cx="1280160" cy="1463159"/>
          </a:xfrm>
          <a:custGeom>
            <a:avLst/>
            <a:gdLst>
              <a:gd name="T0" fmla="*/ 626 w 644"/>
              <a:gd name="T1" fmla="*/ 172 h 736"/>
              <a:gd name="T2" fmla="*/ 340 w 644"/>
              <a:gd name="T3" fmla="*/ 6 h 736"/>
              <a:gd name="T4" fmla="*/ 304 w 644"/>
              <a:gd name="T5" fmla="*/ 6 h 736"/>
              <a:gd name="T6" fmla="*/ 18 w 644"/>
              <a:gd name="T7" fmla="*/ 172 h 736"/>
              <a:gd name="T8" fmla="*/ 0 w 644"/>
              <a:gd name="T9" fmla="*/ 203 h 736"/>
              <a:gd name="T10" fmla="*/ 0 w 644"/>
              <a:gd name="T11" fmla="*/ 533 h 736"/>
              <a:gd name="T12" fmla="*/ 18 w 644"/>
              <a:gd name="T13" fmla="*/ 564 h 736"/>
              <a:gd name="T14" fmla="*/ 304 w 644"/>
              <a:gd name="T15" fmla="*/ 730 h 736"/>
              <a:gd name="T16" fmla="*/ 340 w 644"/>
              <a:gd name="T17" fmla="*/ 730 h 736"/>
              <a:gd name="T18" fmla="*/ 626 w 644"/>
              <a:gd name="T19" fmla="*/ 564 h 736"/>
              <a:gd name="T20" fmla="*/ 644 w 644"/>
              <a:gd name="T21" fmla="*/ 533 h 736"/>
              <a:gd name="T22" fmla="*/ 644 w 644"/>
              <a:gd name="T23" fmla="*/ 203 h 736"/>
              <a:gd name="T24" fmla="*/ 626 w 644"/>
              <a:gd name="T25" fmla="*/ 1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4" h="736">
                <a:moveTo>
                  <a:pt x="626" y="172"/>
                </a:moveTo>
                <a:cubicBezTo>
                  <a:pt x="340" y="6"/>
                  <a:pt x="340" y="6"/>
                  <a:pt x="340" y="6"/>
                </a:cubicBezTo>
                <a:cubicBezTo>
                  <a:pt x="329" y="0"/>
                  <a:pt x="315" y="0"/>
                  <a:pt x="304" y="6"/>
                </a:cubicBezTo>
                <a:cubicBezTo>
                  <a:pt x="18" y="172"/>
                  <a:pt x="18" y="172"/>
                  <a:pt x="18" y="172"/>
                </a:cubicBezTo>
                <a:cubicBezTo>
                  <a:pt x="7" y="178"/>
                  <a:pt x="0" y="190"/>
                  <a:pt x="0" y="203"/>
                </a:cubicBezTo>
                <a:cubicBezTo>
                  <a:pt x="0" y="533"/>
                  <a:pt x="0" y="533"/>
                  <a:pt x="0" y="533"/>
                </a:cubicBezTo>
                <a:cubicBezTo>
                  <a:pt x="0" y="546"/>
                  <a:pt x="7" y="558"/>
                  <a:pt x="18" y="564"/>
                </a:cubicBezTo>
                <a:cubicBezTo>
                  <a:pt x="304" y="730"/>
                  <a:pt x="304" y="730"/>
                  <a:pt x="304" y="730"/>
                </a:cubicBezTo>
                <a:cubicBezTo>
                  <a:pt x="315" y="736"/>
                  <a:pt x="329" y="736"/>
                  <a:pt x="340" y="730"/>
                </a:cubicBezTo>
                <a:cubicBezTo>
                  <a:pt x="626" y="564"/>
                  <a:pt x="626" y="564"/>
                  <a:pt x="626" y="564"/>
                </a:cubicBezTo>
                <a:cubicBezTo>
                  <a:pt x="637" y="558"/>
                  <a:pt x="644" y="546"/>
                  <a:pt x="644" y="533"/>
                </a:cubicBezTo>
                <a:cubicBezTo>
                  <a:pt x="644" y="203"/>
                  <a:pt x="644" y="203"/>
                  <a:pt x="644" y="203"/>
                </a:cubicBezTo>
                <a:cubicBezTo>
                  <a:pt x="644" y="190"/>
                  <a:pt x="637" y="178"/>
                  <a:pt x="626" y="172"/>
                </a:cubicBezTo>
                <a:close/>
              </a:path>
            </a:pathLst>
          </a:custGeom>
          <a:noFill/>
          <a:ln>
            <a:gradFill flip="none" rotWithShape="1">
              <a:gsLst>
                <a:gs pos="74000">
                  <a:schemeClr val="accent1">
                    <a:lumMod val="20000"/>
                    <a:lumOff val="80000"/>
                  </a:schemeClr>
                </a:gs>
                <a:gs pos="36700">
                  <a:schemeClr val="accent1"/>
                </a:gs>
                <a:gs pos="0">
                  <a:schemeClr val="accent1">
                    <a:lumMod val="20000"/>
                    <a:lumOff val="80000"/>
                  </a:schemeClr>
                </a:gs>
                <a:gs pos="100000">
                  <a:schemeClr val="accent1"/>
                </a:gs>
              </a:gsLst>
              <a:lin ang="8100000" scaled="1"/>
              <a:tileRect/>
            </a:gradFill>
          </a:ln>
          <a:effectLst/>
        </p:spPr>
        <p:txBody>
          <a:bodyPr vert="horz" wrap="square" lIns="91440" tIns="45720" rIns="91440" bIns="45720" numCol="1" anchor="t" anchorCtr="0" compatLnSpc="1">
            <a:prstTxWarp prst="textNoShape">
              <a:avLst/>
            </a:prstTxWarp>
          </a:bodyPr>
          <a:lstStyle/>
          <a:p>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稿定-9">
            <a:extLst>
              <a:ext uri="{FF2B5EF4-FFF2-40B4-BE49-F238E27FC236}">
                <a16:creationId xmlns:a16="http://schemas.microsoft.com/office/drawing/2014/main" id="{2846CF99-8B40-5E2F-9271-94E12D17013D}"/>
              </a:ext>
            </a:extLst>
          </p:cNvPr>
          <p:cNvSpPr/>
          <p:nvPr/>
        </p:nvSpPr>
        <p:spPr>
          <a:xfrm flipH="1">
            <a:off x="1199758" y="50646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蒸蒸日上</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4" name="稿定-31">
            <a:extLst>
              <a:ext uri="{FF2B5EF4-FFF2-40B4-BE49-F238E27FC236}">
                <a16:creationId xmlns:a16="http://schemas.microsoft.com/office/drawing/2014/main" id="{648C2C7F-2914-9980-9952-86AFDC8450F0}"/>
              </a:ext>
            </a:extLst>
          </p:cNvPr>
          <p:cNvSpPr/>
          <p:nvPr/>
        </p:nvSpPr>
        <p:spPr>
          <a:xfrm flipH="1">
            <a:off x="1002344" y="5414603"/>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稿定-9">
            <a:extLst>
              <a:ext uri="{FF2B5EF4-FFF2-40B4-BE49-F238E27FC236}">
                <a16:creationId xmlns:a16="http://schemas.microsoft.com/office/drawing/2014/main" id="{491D8271-E629-2D74-4151-458464BC5FEC}"/>
              </a:ext>
            </a:extLst>
          </p:cNvPr>
          <p:cNvSpPr/>
          <p:nvPr/>
        </p:nvSpPr>
        <p:spPr>
          <a:xfrm flipH="1">
            <a:off x="3316765" y="20259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诲人不倦</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6" name="稿定-31">
            <a:extLst>
              <a:ext uri="{FF2B5EF4-FFF2-40B4-BE49-F238E27FC236}">
                <a16:creationId xmlns:a16="http://schemas.microsoft.com/office/drawing/2014/main" id="{431FBD60-A91B-601C-5A5D-FC70D427081A}"/>
              </a:ext>
            </a:extLst>
          </p:cNvPr>
          <p:cNvSpPr/>
          <p:nvPr/>
        </p:nvSpPr>
        <p:spPr>
          <a:xfrm flipH="1">
            <a:off x="3119351" y="2386787"/>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稿定-9">
            <a:extLst>
              <a:ext uri="{FF2B5EF4-FFF2-40B4-BE49-F238E27FC236}">
                <a16:creationId xmlns:a16="http://schemas.microsoft.com/office/drawing/2014/main" id="{3AFBA567-D915-B9F3-CCA9-C8CB1997B7C9}"/>
              </a:ext>
            </a:extLst>
          </p:cNvPr>
          <p:cNvSpPr/>
          <p:nvPr/>
        </p:nvSpPr>
        <p:spPr>
          <a:xfrm flipH="1">
            <a:off x="7637306" y="2025902"/>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金榜题名</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8" name="稿定-31">
            <a:extLst>
              <a:ext uri="{FF2B5EF4-FFF2-40B4-BE49-F238E27FC236}">
                <a16:creationId xmlns:a16="http://schemas.microsoft.com/office/drawing/2014/main" id="{B5CCED45-64C0-4814-CCC2-E30BBBED2E4B}"/>
              </a:ext>
            </a:extLst>
          </p:cNvPr>
          <p:cNvSpPr/>
          <p:nvPr/>
        </p:nvSpPr>
        <p:spPr>
          <a:xfrm flipH="1">
            <a:off x="7439892" y="2386787"/>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稿定-9">
            <a:extLst>
              <a:ext uri="{FF2B5EF4-FFF2-40B4-BE49-F238E27FC236}">
                <a16:creationId xmlns:a16="http://schemas.microsoft.com/office/drawing/2014/main" id="{6F5FD711-471D-5D65-0619-D53193AF4BDE}"/>
              </a:ext>
            </a:extLst>
          </p:cNvPr>
          <p:cNvSpPr/>
          <p:nvPr/>
        </p:nvSpPr>
        <p:spPr>
          <a:xfrm flipH="1">
            <a:off x="5563560" y="50646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郎才女貌</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稿定-31">
            <a:extLst>
              <a:ext uri="{FF2B5EF4-FFF2-40B4-BE49-F238E27FC236}">
                <a16:creationId xmlns:a16="http://schemas.microsoft.com/office/drawing/2014/main" id="{D4F6CA98-8AC7-64FB-EA91-7BA1C5A7C780}"/>
              </a:ext>
            </a:extLst>
          </p:cNvPr>
          <p:cNvSpPr/>
          <p:nvPr/>
        </p:nvSpPr>
        <p:spPr>
          <a:xfrm flipH="1">
            <a:off x="5366146" y="5414603"/>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9">
            <a:extLst>
              <a:ext uri="{FF2B5EF4-FFF2-40B4-BE49-F238E27FC236}">
                <a16:creationId xmlns:a16="http://schemas.microsoft.com/office/drawing/2014/main" id="{41DDEF31-D326-3CAC-C3F3-086621E54266}"/>
              </a:ext>
            </a:extLst>
          </p:cNvPr>
          <p:cNvSpPr/>
          <p:nvPr/>
        </p:nvSpPr>
        <p:spPr>
          <a:xfrm flipH="1">
            <a:off x="9840838" y="5064603"/>
            <a:ext cx="971857"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飞黄腾达</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2" name="稿定-31">
            <a:extLst>
              <a:ext uri="{FF2B5EF4-FFF2-40B4-BE49-F238E27FC236}">
                <a16:creationId xmlns:a16="http://schemas.microsoft.com/office/drawing/2014/main" id="{A6D9BC07-CD6A-54BD-70C8-97F7A7A79D32}"/>
              </a:ext>
            </a:extLst>
          </p:cNvPr>
          <p:cNvSpPr/>
          <p:nvPr/>
        </p:nvSpPr>
        <p:spPr>
          <a:xfrm flipH="1">
            <a:off x="9643424" y="5414603"/>
            <a:ext cx="1366685" cy="35291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76DEBD3B-B403-AA75-2D53-43FB84DAC04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1" name="矩形 10">
            <a:extLst>
              <a:ext uri="{FF2B5EF4-FFF2-40B4-BE49-F238E27FC236}">
                <a16:creationId xmlns:a16="http://schemas.microsoft.com/office/drawing/2014/main" id="{F2E7EF99-E7DD-8677-2DE5-E5813BD2B04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文本框 11">
            <a:extLst>
              <a:ext uri="{FF2B5EF4-FFF2-40B4-BE49-F238E27FC236}">
                <a16:creationId xmlns:a16="http://schemas.microsoft.com/office/drawing/2014/main" id="{6A805332-CE51-7245-1A7B-CBAA558A980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 name="图形 2">
            <a:extLst>
              <a:ext uri="{FF2B5EF4-FFF2-40B4-BE49-F238E27FC236}">
                <a16:creationId xmlns:a16="http://schemas.microsoft.com/office/drawing/2014/main" id="{12920A89-D5C0-B0C6-962D-DF2A1EE51BEA}"/>
              </a:ext>
            </a:extLst>
          </p:cNvPr>
          <p:cNvGrpSpPr/>
          <p:nvPr/>
        </p:nvGrpSpPr>
        <p:grpSpPr>
          <a:xfrm>
            <a:off x="1527860" y="3680358"/>
            <a:ext cx="315652" cy="449668"/>
            <a:chOff x="3151037" y="2040075"/>
            <a:chExt cx="746424" cy="1063341"/>
          </a:xfrm>
          <a:solidFill>
            <a:schemeClr val="bg1"/>
          </a:solidFill>
        </p:grpSpPr>
        <p:sp>
          <p:nvSpPr>
            <p:cNvPr id="4" name="任意多边形: 形状 3">
              <a:extLst>
                <a:ext uri="{FF2B5EF4-FFF2-40B4-BE49-F238E27FC236}">
                  <a16:creationId xmlns:a16="http://schemas.microsoft.com/office/drawing/2014/main" id="{45AB884C-BA32-AEC5-C938-3A6548BF9606}"/>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15" name="图形 2">
              <a:extLst>
                <a:ext uri="{FF2B5EF4-FFF2-40B4-BE49-F238E27FC236}">
                  <a16:creationId xmlns:a16="http://schemas.microsoft.com/office/drawing/2014/main" id="{3EB3CEF1-C566-8F20-523A-9C926419A8C4}"/>
                </a:ext>
              </a:extLst>
            </p:cNvPr>
            <p:cNvGrpSpPr/>
            <p:nvPr/>
          </p:nvGrpSpPr>
          <p:grpSpPr>
            <a:xfrm>
              <a:off x="3451323" y="2167779"/>
              <a:ext cx="306389" cy="125535"/>
              <a:chOff x="3451323" y="2167779"/>
              <a:chExt cx="306389" cy="125535"/>
            </a:xfrm>
            <a:grpFill/>
          </p:grpSpPr>
          <p:sp>
            <p:nvSpPr>
              <p:cNvPr id="18" name="任意多边形: 形状 17">
                <a:extLst>
                  <a:ext uri="{FF2B5EF4-FFF2-40B4-BE49-F238E27FC236}">
                    <a16:creationId xmlns:a16="http://schemas.microsoft.com/office/drawing/2014/main" id="{85566A91-5E94-FC14-4C22-832C99ABBFB6}"/>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A1840B8F-D3BB-A941-8609-E9F6369E44A6}"/>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1259A05A-D09E-4931-6D18-A57BC5A5C717}"/>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24" name="图形 2">
            <a:extLst>
              <a:ext uri="{FF2B5EF4-FFF2-40B4-BE49-F238E27FC236}">
                <a16:creationId xmlns:a16="http://schemas.microsoft.com/office/drawing/2014/main" id="{CA94F953-8056-68D9-B1DA-DDD2229FEA75}"/>
              </a:ext>
            </a:extLst>
          </p:cNvPr>
          <p:cNvGrpSpPr/>
          <p:nvPr/>
        </p:nvGrpSpPr>
        <p:grpSpPr>
          <a:xfrm>
            <a:off x="3606318" y="3702319"/>
            <a:ext cx="451332" cy="405746"/>
            <a:chOff x="4705111" y="5521007"/>
            <a:chExt cx="1067276" cy="959476"/>
          </a:xfrm>
          <a:solidFill>
            <a:schemeClr val="bg1"/>
          </a:solidFill>
        </p:grpSpPr>
        <p:sp>
          <p:nvSpPr>
            <p:cNvPr id="25" name="任意多边形: 形状 24">
              <a:extLst>
                <a:ext uri="{FF2B5EF4-FFF2-40B4-BE49-F238E27FC236}">
                  <a16:creationId xmlns:a16="http://schemas.microsoft.com/office/drawing/2014/main" id="{38E65D7D-C673-123E-6983-58E74EE7A386}"/>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B87DD7C3-CA52-6F9B-1F1E-D5B2BD8B6EBA}"/>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0D35F566-D7AF-BD2C-43C3-20BE1D0F4CB5}"/>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BF7F5864-68F2-2AB3-1FA2-C9B5F9A8735F}"/>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B51C6120-C8D3-D6E3-B039-B54253331305}"/>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43" name="组合 42">
            <a:extLst>
              <a:ext uri="{FF2B5EF4-FFF2-40B4-BE49-F238E27FC236}">
                <a16:creationId xmlns:a16="http://schemas.microsoft.com/office/drawing/2014/main" id="{EA44EF92-4E2D-31E3-B78A-4009D2DB46F3}"/>
              </a:ext>
            </a:extLst>
          </p:cNvPr>
          <p:cNvGrpSpPr/>
          <p:nvPr/>
        </p:nvGrpSpPr>
        <p:grpSpPr>
          <a:xfrm>
            <a:off x="5805230" y="3695445"/>
            <a:ext cx="394572" cy="419494"/>
            <a:chOff x="698562" y="5515469"/>
            <a:chExt cx="933056" cy="991992"/>
          </a:xfrm>
          <a:solidFill>
            <a:schemeClr val="bg1"/>
          </a:solidFill>
        </p:grpSpPr>
        <p:sp>
          <p:nvSpPr>
            <p:cNvPr id="44" name="任意多边形: 形状 43">
              <a:extLst>
                <a:ext uri="{FF2B5EF4-FFF2-40B4-BE49-F238E27FC236}">
                  <a16:creationId xmlns:a16="http://schemas.microsoft.com/office/drawing/2014/main" id="{FC86CE09-835B-E59A-54AC-55A34875410D}"/>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45" name="任意多边形: 形状 44">
              <a:extLst>
                <a:ext uri="{FF2B5EF4-FFF2-40B4-BE49-F238E27FC236}">
                  <a16:creationId xmlns:a16="http://schemas.microsoft.com/office/drawing/2014/main" id="{113AD0A9-3732-73B6-2C96-3DEE5BC51049}"/>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332C0150-E238-9B84-7CF7-D4E94497FD74}"/>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1EB269C3-E20D-CA74-009A-7ACAC436142A}"/>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48" name="call-answer_17216">
            <a:extLst>
              <a:ext uri="{FF2B5EF4-FFF2-40B4-BE49-F238E27FC236}">
                <a16:creationId xmlns:a16="http://schemas.microsoft.com/office/drawing/2014/main" id="{C653108F-D93E-5FEC-17CB-25FB8B711A12}"/>
              </a:ext>
            </a:extLst>
          </p:cNvPr>
          <p:cNvSpPr/>
          <p:nvPr/>
        </p:nvSpPr>
        <p:spPr>
          <a:xfrm>
            <a:off x="7954587" y="3697940"/>
            <a:ext cx="413986" cy="414504"/>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iconfont-10263-5041657">
            <a:extLst>
              <a:ext uri="{FF2B5EF4-FFF2-40B4-BE49-F238E27FC236}">
                <a16:creationId xmlns:a16="http://schemas.microsoft.com/office/drawing/2014/main" id="{0D8283C1-B128-0A74-4348-648758A9B430}"/>
              </a:ext>
            </a:extLst>
          </p:cNvPr>
          <p:cNvSpPr/>
          <p:nvPr/>
        </p:nvSpPr>
        <p:spPr>
          <a:xfrm>
            <a:off x="10119514" y="3749746"/>
            <a:ext cx="414502" cy="310892"/>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1" name="直接连接符 50">
            <a:extLst>
              <a:ext uri="{FF2B5EF4-FFF2-40B4-BE49-F238E27FC236}">
                <a16:creationId xmlns:a16="http://schemas.microsoft.com/office/drawing/2014/main" id="{7CB10A8C-B982-CF75-59B3-3855C1CD2835}"/>
              </a:ext>
            </a:extLst>
          </p:cNvPr>
          <p:cNvCxnSpPr/>
          <p:nvPr/>
        </p:nvCxnSpPr>
        <p:spPr>
          <a:xfrm>
            <a:off x="2325766"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52" name="直接连接符 51">
            <a:extLst>
              <a:ext uri="{FF2B5EF4-FFF2-40B4-BE49-F238E27FC236}">
                <a16:creationId xmlns:a16="http://schemas.microsoft.com/office/drawing/2014/main" id="{7FA52A1D-92CA-9150-38F2-927B50D8CAF5}"/>
              </a:ext>
            </a:extLst>
          </p:cNvPr>
          <p:cNvCxnSpPr/>
          <p:nvPr/>
        </p:nvCxnSpPr>
        <p:spPr>
          <a:xfrm>
            <a:off x="4486036"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53" name="直接连接符 52">
            <a:extLst>
              <a:ext uri="{FF2B5EF4-FFF2-40B4-BE49-F238E27FC236}">
                <a16:creationId xmlns:a16="http://schemas.microsoft.com/office/drawing/2014/main" id="{12A86BE2-8FC6-2013-E4AB-10D7BEA0FCC3}"/>
              </a:ext>
            </a:extLst>
          </p:cNvPr>
          <p:cNvCxnSpPr/>
          <p:nvPr/>
        </p:nvCxnSpPr>
        <p:spPr>
          <a:xfrm>
            <a:off x="6640044"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cxnSp>
        <p:nvCxnSpPr>
          <p:cNvPr id="54" name="直接连接符 53">
            <a:extLst>
              <a:ext uri="{FF2B5EF4-FFF2-40B4-BE49-F238E27FC236}">
                <a16:creationId xmlns:a16="http://schemas.microsoft.com/office/drawing/2014/main" id="{48043455-AEA7-3AED-61AE-4A0507880B8C}"/>
              </a:ext>
            </a:extLst>
          </p:cNvPr>
          <p:cNvCxnSpPr/>
          <p:nvPr/>
        </p:nvCxnSpPr>
        <p:spPr>
          <a:xfrm>
            <a:off x="8806575" y="3930463"/>
            <a:ext cx="880110" cy="0"/>
          </a:xfrm>
          <a:prstGeom prst="line">
            <a:avLst/>
          </a:prstGeom>
          <a:ln>
            <a:headEnd type="oval"/>
            <a:tailEnd type="oval"/>
          </a:ln>
        </p:spPr>
        <p:style>
          <a:lnRef idx="1">
            <a:schemeClr val="accent1"/>
          </a:lnRef>
          <a:fillRef idx="0">
            <a:schemeClr val="accent1"/>
          </a:fillRef>
          <a:effectRef idx="0">
            <a:schemeClr val="accent1"/>
          </a:effectRef>
          <a:fontRef idx="minor">
            <a:schemeClr val="tx1"/>
          </a:fontRef>
        </p:style>
      </p:cxnSp>
      <p:sp>
        <p:nvSpPr>
          <p:cNvPr id="55" name="箭头: V 形 54">
            <a:extLst>
              <a:ext uri="{FF2B5EF4-FFF2-40B4-BE49-F238E27FC236}">
                <a16:creationId xmlns:a16="http://schemas.microsoft.com/office/drawing/2014/main" id="{0268E1DE-4B61-460D-091C-FA7554244C60}"/>
              </a:ext>
            </a:extLst>
          </p:cNvPr>
          <p:cNvSpPr/>
          <p:nvPr/>
        </p:nvSpPr>
        <p:spPr>
          <a:xfrm rot="5400000">
            <a:off x="10177884" y="468281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 name="箭头: V 形 55">
            <a:extLst>
              <a:ext uri="{FF2B5EF4-FFF2-40B4-BE49-F238E27FC236}">
                <a16:creationId xmlns:a16="http://schemas.microsoft.com/office/drawing/2014/main" id="{2284FCDC-76A0-863A-512B-738076BF9C6C}"/>
              </a:ext>
            </a:extLst>
          </p:cNvPr>
          <p:cNvSpPr/>
          <p:nvPr/>
        </p:nvSpPr>
        <p:spPr>
          <a:xfrm rot="5400000">
            <a:off x="5852469" y="468281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 name="箭头: V 形 56">
            <a:extLst>
              <a:ext uri="{FF2B5EF4-FFF2-40B4-BE49-F238E27FC236}">
                <a16:creationId xmlns:a16="http://schemas.microsoft.com/office/drawing/2014/main" id="{0E0ECAE4-FB7F-15DD-BCBC-D04C68A2E605}"/>
              </a:ext>
            </a:extLst>
          </p:cNvPr>
          <p:cNvSpPr/>
          <p:nvPr/>
        </p:nvSpPr>
        <p:spPr>
          <a:xfrm rot="5400000">
            <a:off x="1529408" y="468281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 name="箭头: V 形 57">
            <a:extLst>
              <a:ext uri="{FF2B5EF4-FFF2-40B4-BE49-F238E27FC236}">
                <a16:creationId xmlns:a16="http://schemas.microsoft.com/office/drawing/2014/main" id="{58A41384-EFCF-DAB9-1056-53E3DA000BA0}"/>
              </a:ext>
            </a:extLst>
          </p:cNvPr>
          <p:cNvSpPr/>
          <p:nvPr/>
        </p:nvSpPr>
        <p:spPr>
          <a:xfrm rot="16200000" flipV="1">
            <a:off x="8012699" y="2807986"/>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 name="箭头: V 形 58">
            <a:extLst>
              <a:ext uri="{FF2B5EF4-FFF2-40B4-BE49-F238E27FC236}">
                <a16:creationId xmlns:a16="http://schemas.microsoft.com/office/drawing/2014/main" id="{EC1D168F-DDB5-0D07-05EB-989A12F20B8D}"/>
              </a:ext>
            </a:extLst>
          </p:cNvPr>
          <p:cNvSpPr/>
          <p:nvPr/>
        </p:nvSpPr>
        <p:spPr>
          <a:xfrm rot="16200000" flipV="1">
            <a:off x="3697074" y="2807986"/>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Tree>
    <p:extLst>
      <p:ext uri="{BB962C8B-B14F-4D97-AF65-F5344CB8AC3E}">
        <p14:creationId xmlns:p14="http://schemas.microsoft.com/office/powerpoint/2010/main" val="396600558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aoding-2">
            <a:extLst>
              <a:ext uri="{FF2B5EF4-FFF2-40B4-BE49-F238E27FC236}">
                <a16:creationId xmlns:a16="http://schemas.microsoft.com/office/drawing/2014/main" id="{4824FFFD-11F5-F7CA-EDAE-B597EB0CF9A5}"/>
              </a:ext>
            </a:extLst>
          </p:cNvPr>
          <p:cNvSpPr/>
          <p:nvPr>
            <p:custDataLst>
              <p:tags r:id="rId1"/>
            </p:custDataLst>
          </p:nvPr>
        </p:nvSpPr>
        <p:spPr bwMode="auto">
          <a:xfrm>
            <a:off x="956469" y="4649772"/>
            <a:ext cx="10279062" cy="1219153"/>
          </a:xfrm>
          <a:prstGeom prst="roundRect">
            <a:avLst>
              <a:gd name="adj" fmla="val 1138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gaoding-4">
            <a:extLst>
              <a:ext uri="{FF2B5EF4-FFF2-40B4-BE49-F238E27FC236}">
                <a16:creationId xmlns:a16="http://schemas.microsoft.com/office/drawing/2014/main" id="{3CFE3875-F54B-29BD-5D4C-A90FD373A7AC}"/>
              </a:ext>
            </a:extLst>
          </p:cNvPr>
          <p:cNvSpPr/>
          <p:nvPr>
            <p:custDataLst>
              <p:tags r:id="rId2"/>
            </p:custDataLst>
          </p:nvPr>
        </p:nvSpPr>
        <p:spPr bwMode="auto">
          <a:xfrm>
            <a:off x="956469" y="2217818"/>
            <a:ext cx="10279062" cy="81074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gaoding-5-1">
            <a:extLst>
              <a:ext uri="{FF2B5EF4-FFF2-40B4-BE49-F238E27FC236}">
                <a16:creationId xmlns:a16="http://schemas.microsoft.com/office/drawing/2014/main" id="{B131EF59-B166-1567-119B-F24A2FB47D57}"/>
              </a:ext>
            </a:extLst>
          </p:cNvPr>
          <p:cNvSpPr/>
          <p:nvPr>
            <p:custDataLst>
              <p:tags r:id="rId3"/>
            </p:custDataLst>
          </p:nvPr>
        </p:nvSpPr>
        <p:spPr bwMode="auto">
          <a:xfrm>
            <a:off x="1131792" y="2463643"/>
            <a:ext cx="1619246" cy="336176"/>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gaoding-5-2">
            <a:extLst>
              <a:ext uri="{FF2B5EF4-FFF2-40B4-BE49-F238E27FC236}">
                <a16:creationId xmlns:a16="http://schemas.microsoft.com/office/drawing/2014/main" id="{3E831D54-D3EF-1F1D-7244-21BF6A199692}"/>
              </a:ext>
            </a:extLst>
          </p:cNvPr>
          <p:cNvSpPr/>
          <p:nvPr>
            <p:custDataLst>
              <p:tags r:id="rId4"/>
            </p:custDataLst>
          </p:nvPr>
        </p:nvSpPr>
        <p:spPr bwMode="auto">
          <a:xfrm>
            <a:off x="5279598"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gaoding-5-3">
            <a:extLst>
              <a:ext uri="{FF2B5EF4-FFF2-40B4-BE49-F238E27FC236}">
                <a16:creationId xmlns:a16="http://schemas.microsoft.com/office/drawing/2014/main" id="{FB46039D-4091-CF6D-90B3-6B294A3520A3}"/>
              </a:ext>
            </a:extLst>
          </p:cNvPr>
          <p:cNvSpPr/>
          <p:nvPr>
            <p:custDataLst>
              <p:tags r:id="rId5"/>
            </p:custDataLst>
          </p:nvPr>
        </p:nvSpPr>
        <p:spPr bwMode="auto">
          <a:xfrm>
            <a:off x="7353502"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gaoding-5-4">
            <a:extLst>
              <a:ext uri="{FF2B5EF4-FFF2-40B4-BE49-F238E27FC236}">
                <a16:creationId xmlns:a16="http://schemas.microsoft.com/office/drawing/2014/main" id="{A7890AA6-0DA8-08BE-4C5C-BE3C776B6042}"/>
              </a:ext>
            </a:extLst>
          </p:cNvPr>
          <p:cNvSpPr/>
          <p:nvPr>
            <p:custDataLst>
              <p:tags r:id="rId6"/>
            </p:custDataLst>
          </p:nvPr>
        </p:nvSpPr>
        <p:spPr bwMode="auto">
          <a:xfrm>
            <a:off x="9427406"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gaoding-5-5">
            <a:extLst>
              <a:ext uri="{FF2B5EF4-FFF2-40B4-BE49-F238E27FC236}">
                <a16:creationId xmlns:a16="http://schemas.microsoft.com/office/drawing/2014/main" id="{DCB275C4-A434-68CD-67FE-1256B1011A91}"/>
              </a:ext>
            </a:extLst>
          </p:cNvPr>
          <p:cNvSpPr/>
          <p:nvPr>
            <p:custDataLst>
              <p:tags r:id="rId7"/>
            </p:custDataLst>
          </p:nvPr>
        </p:nvSpPr>
        <p:spPr bwMode="auto">
          <a:xfrm>
            <a:off x="3205695" y="2462460"/>
            <a:ext cx="1619246" cy="338542"/>
          </a:xfrm>
          <a:prstGeom prst="roundRect">
            <a:avLst/>
          </a:prstGeom>
          <a:gradFill>
            <a:gsLst>
              <a:gs pos="0">
                <a:schemeClr val="accent1">
                  <a:lumMod val="74000"/>
                  <a:lumOff val="26000"/>
                </a:schemeClr>
              </a:gs>
              <a:gs pos="100000">
                <a:schemeClr val="accent1">
                  <a:lumMod val="75000"/>
                </a:schemeClr>
              </a:gs>
            </a:gsLst>
            <a:lin ang="2700000" scaled="1"/>
          </a:gradFill>
        </p:spPr>
        <p:txBody>
          <a:bodyPr wrap="square" lIns="0" tIns="0" rIns="0" bIns="0" anchor="ctr">
            <a:noAutofit/>
          </a:bodyPr>
          <a:lstStyle/>
          <a:p>
            <a:pPr algn="ctr">
              <a:lnSpc>
                <a:spcPct val="120000"/>
              </a:lnSpc>
            </a:pPr>
            <a:endPar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gaoding-8">
            <a:extLst>
              <a:ext uri="{FF2B5EF4-FFF2-40B4-BE49-F238E27FC236}">
                <a16:creationId xmlns:a16="http://schemas.microsoft.com/office/drawing/2014/main" id="{D197C307-281F-AC9D-8FBC-65DA8EAB6F48}"/>
              </a:ext>
            </a:extLst>
          </p:cNvPr>
          <p:cNvSpPr/>
          <p:nvPr>
            <p:custDataLst>
              <p:tags r:id="rId8"/>
            </p:custDataLst>
          </p:nvPr>
        </p:nvSpPr>
        <p:spPr bwMode="auto">
          <a:xfrm>
            <a:off x="956469" y="3329729"/>
            <a:ext cx="10279062" cy="81074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gaoding-10-1">
            <a:extLst>
              <a:ext uri="{FF2B5EF4-FFF2-40B4-BE49-F238E27FC236}">
                <a16:creationId xmlns:a16="http://schemas.microsoft.com/office/drawing/2014/main" id="{6E79F1AF-5782-7A05-6105-45DE04D6B388}"/>
              </a:ext>
            </a:extLst>
          </p:cNvPr>
          <p:cNvSpPr/>
          <p:nvPr>
            <p:custDataLst>
              <p:tags r:id="rId9"/>
            </p:custDataLst>
          </p:nvPr>
        </p:nvSpPr>
        <p:spPr bwMode="auto">
          <a:xfrm>
            <a:off x="1047686" y="3589069"/>
            <a:ext cx="3270799" cy="313624"/>
          </a:xfrm>
          <a:prstGeom prst="roundRect">
            <a:avLst/>
          </a:prstGeom>
          <a:solidFill>
            <a:schemeClr val="bg1"/>
          </a:solidFill>
          <a:ln w="6350">
            <a:solidFill>
              <a:schemeClr val="accent1">
                <a:lumMod val="100000"/>
              </a:schemeClr>
            </a:solidFill>
            <a:prstDash val="dash"/>
            <a:round/>
            <a:headEnd/>
            <a:tailEnd type="stealth" w="lg" len="lg"/>
          </a:ln>
          <a:effectLst/>
        </p:spPr>
        <p:txBody>
          <a:bodyPr wrap="none"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gaoding-10-2">
            <a:extLst>
              <a:ext uri="{FF2B5EF4-FFF2-40B4-BE49-F238E27FC236}">
                <a16:creationId xmlns:a16="http://schemas.microsoft.com/office/drawing/2014/main" id="{EDDD181C-8345-F008-24F6-11D80003C402}"/>
              </a:ext>
            </a:extLst>
          </p:cNvPr>
          <p:cNvSpPr/>
          <p:nvPr>
            <p:custDataLst>
              <p:tags r:id="rId10"/>
            </p:custDataLst>
          </p:nvPr>
        </p:nvSpPr>
        <p:spPr bwMode="auto">
          <a:xfrm>
            <a:off x="4453821" y="3589069"/>
            <a:ext cx="3270799" cy="313624"/>
          </a:xfrm>
          <a:prstGeom prst="roundRect">
            <a:avLst/>
          </a:prstGeom>
          <a:solidFill>
            <a:schemeClr val="bg1"/>
          </a:solidFill>
          <a:ln w="6350">
            <a:solidFill>
              <a:schemeClr val="accent1">
                <a:lumMod val="100000"/>
              </a:schemeClr>
            </a:solidFill>
            <a:prstDash val="dash"/>
            <a:round/>
            <a:headEnd/>
            <a:tailEnd type="stealth" w="lg" len="lg"/>
          </a:ln>
          <a:effectLst/>
        </p:spPr>
        <p:txBody>
          <a:bodyPr wrap="none"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gaoding-10-3">
            <a:extLst>
              <a:ext uri="{FF2B5EF4-FFF2-40B4-BE49-F238E27FC236}">
                <a16:creationId xmlns:a16="http://schemas.microsoft.com/office/drawing/2014/main" id="{5FF6AFFD-28B1-25D5-98E2-BAB0ED09ED2A}"/>
              </a:ext>
            </a:extLst>
          </p:cNvPr>
          <p:cNvSpPr/>
          <p:nvPr>
            <p:custDataLst>
              <p:tags r:id="rId11"/>
            </p:custDataLst>
          </p:nvPr>
        </p:nvSpPr>
        <p:spPr bwMode="auto">
          <a:xfrm>
            <a:off x="7859957" y="3589069"/>
            <a:ext cx="3270799" cy="313624"/>
          </a:xfrm>
          <a:prstGeom prst="roundRect">
            <a:avLst/>
          </a:prstGeom>
          <a:solidFill>
            <a:schemeClr val="bg1"/>
          </a:solidFill>
          <a:ln w="6350">
            <a:solidFill>
              <a:schemeClr val="accent1">
                <a:lumMod val="100000"/>
              </a:schemeClr>
            </a:solidFill>
            <a:prstDash val="dash"/>
            <a:round/>
            <a:headEnd/>
            <a:tailEnd type="stealth" w="lg" len="lg"/>
          </a:ln>
          <a:effectLst/>
        </p:spPr>
        <p:txBody>
          <a:bodyPr wrap="none"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稿定-9">
            <a:extLst>
              <a:ext uri="{FF2B5EF4-FFF2-40B4-BE49-F238E27FC236}">
                <a16:creationId xmlns:a16="http://schemas.microsoft.com/office/drawing/2014/main" id="{383231F2-F91F-114C-9E67-C2582982F30C}"/>
              </a:ext>
            </a:extLst>
          </p:cNvPr>
          <p:cNvSpPr/>
          <p:nvPr/>
        </p:nvSpPr>
        <p:spPr>
          <a:xfrm flipH="1">
            <a:off x="1455486"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鹏程万里</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2" name="稿定-9">
            <a:extLst>
              <a:ext uri="{FF2B5EF4-FFF2-40B4-BE49-F238E27FC236}">
                <a16:creationId xmlns:a16="http://schemas.microsoft.com/office/drawing/2014/main" id="{AE779776-6D58-E968-A4BA-50873BEAD8E4}"/>
              </a:ext>
            </a:extLst>
          </p:cNvPr>
          <p:cNvSpPr/>
          <p:nvPr/>
        </p:nvSpPr>
        <p:spPr>
          <a:xfrm flipH="1">
            <a:off x="3520901"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寿比南山</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3" name="稿定-9">
            <a:extLst>
              <a:ext uri="{FF2B5EF4-FFF2-40B4-BE49-F238E27FC236}">
                <a16:creationId xmlns:a16="http://schemas.microsoft.com/office/drawing/2014/main" id="{FE055498-354F-A7AA-893A-9C1980746E7F}"/>
              </a:ext>
            </a:extLst>
          </p:cNvPr>
          <p:cNvSpPr/>
          <p:nvPr/>
        </p:nvSpPr>
        <p:spPr>
          <a:xfrm flipH="1">
            <a:off x="5610071"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锦绣前程</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4" name="稿定-9">
            <a:extLst>
              <a:ext uri="{FF2B5EF4-FFF2-40B4-BE49-F238E27FC236}">
                <a16:creationId xmlns:a16="http://schemas.microsoft.com/office/drawing/2014/main" id="{9ACFDD63-37D2-9260-DDCF-A7E491CF0ADE}"/>
              </a:ext>
            </a:extLst>
          </p:cNvPr>
          <p:cNvSpPr/>
          <p:nvPr/>
        </p:nvSpPr>
        <p:spPr>
          <a:xfrm flipH="1">
            <a:off x="7684928"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万事大吉</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5" name="稿定-9">
            <a:extLst>
              <a:ext uri="{FF2B5EF4-FFF2-40B4-BE49-F238E27FC236}">
                <a16:creationId xmlns:a16="http://schemas.microsoft.com/office/drawing/2014/main" id="{E178FC18-616E-5148-0208-B8A299A65AF3}"/>
              </a:ext>
            </a:extLst>
          </p:cNvPr>
          <p:cNvSpPr/>
          <p:nvPr/>
        </p:nvSpPr>
        <p:spPr>
          <a:xfrm flipH="1">
            <a:off x="9788345" y="2454466"/>
            <a:ext cx="971857" cy="315619"/>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德才兼备</a:t>
            </a:r>
            <a:endParaRPr kumimoji="0" lang="en-US" sz="14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6" name="稿定-31">
            <a:extLst>
              <a:ext uri="{FF2B5EF4-FFF2-40B4-BE49-F238E27FC236}">
                <a16:creationId xmlns:a16="http://schemas.microsoft.com/office/drawing/2014/main" id="{44F962DD-2613-2F13-436A-E982AC25374D}"/>
              </a:ext>
            </a:extLst>
          </p:cNvPr>
          <p:cNvSpPr/>
          <p:nvPr/>
        </p:nvSpPr>
        <p:spPr>
          <a:xfrm flipH="1">
            <a:off x="1112960" y="3641065"/>
            <a:ext cx="3058990" cy="209632"/>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稿定-31">
            <a:extLst>
              <a:ext uri="{FF2B5EF4-FFF2-40B4-BE49-F238E27FC236}">
                <a16:creationId xmlns:a16="http://schemas.microsoft.com/office/drawing/2014/main" id="{4D3BFF45-BD60-0D00-C464-083080B8A48F}"/>
              </a:ext>
            </a:extLst>
          </p:cNvPr>
          <p:cNvSpPr/>
          <p:nvPr/>
        </p:nvSpPr>
        <p:spPr>
          <a:xfrm flipH="1">
            <a:off x="4566504" y="3641065"/>
            <a:ext cx="3058990" cy="209632"/>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稿定-31">
            <a:extLst>
              <a:ext uri="{FF2B5EF4-FFF2-40B4-BE49-F238E27FC236}">
                <a16:creationId xmlns:a16="http://schemas.microsoft.com/office/drawing/2014/main" id="{679DE370-E0AD-BC51-98B7-E720A3339677}"/>
              </a:ext>
            </a:extLst>
          </p:cNvPr>
          <p:cNvSpPr/>
          <p:nvPr/>
        </p:nvSpPr>
        <p:spPr>
          <a:xfrm flipH="1">
            <a:off x="7965861" y="3641065"/>
            <a:ext cx="3058990" cy="209632"/>
          </a:xfrm>
          <a:prstGeom prst="round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稿定-31">
            <a:extLst>
              <a:ext uri="{FF2B5EF4-FFF2-40B4-BE49-F238E27FC236}">
                <a16:creationId xmlns:a16="http://schemas.microsoft.com/office/drawing/2014/main" id="{5115C8DD-8BE8-AD0F-A930-503AC7482E04}"/>
              </a:ext>
            </a:extLst>
          </p:cNvPr>
          <p:cNvSpPr/>
          <p:nvPr/>
        </p:nvSpPr>
        <p:spPr>
          <a:xfrm flipH="1">
            <a:off x="1462266" y="5009979"/>
            <a:ext cx="9267468" cy="512694"/>
          </a:xfrm>
          <a:prstGeom prst="roundRect">
            <a:avLst/>
          </a:prstGeom>
        </p:spPr>
        <p:txBody>
          <a:bodyPr wrap="square" lIns="0" tIns="0" rIns="0" bIns="0" anchor="ctr">
            <a:spAutoFit/>
          </a:bodyPr>
          <a:lstStyle/>
          <a:p>
            <a:pPr>
              <a:lnSpc>
                <a:spcPct val="150000"/>
              </a:lnSpc>
              <a:defRPr/>
            </a:pPr>
            <a:r>
              <a:rPr kumimoji="0" lang="zh-CN" altLang="en-US" sz="105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请根据标题在此处输入正文内容支持主题模式一键自由换色，请根据标题在此处输入正文内容支持主题模式一键自由换色，请根据标题在此处输入正文内容支持主题模式一键自由换色，请根据标题在此处输入正文内容支持主题模式一键自由换色</a:t>
            </a:r>
            <a:endParaRPr kumimoji="0" lang="en-US" altLang="zh-CN" sz="105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文本框 13">
            <a:extLst>
              <a:ext uri="{FF2B5EF4-FFF2-40B4-BE49-F238E27FC236}">
                <a16:creationId xmlns:a16="http://schemas.microsoft.com/office/drawing/2014/main" id="{54B1581A-6D1A-5AE7-E62D-6DDDD8AC743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5" name="矩形 14">
            <a:extLst>
              <a:ext uri="{FF2B5EF4-FFF2-40B4-BE49-F238E27FC236}">
                <a16:creationId xmlns:a16="http://schemas.microsoft.com/office/drawing/2014/main" id="{737C7976-F296-C83B-6103-71ACACA6E1A7}"/>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文本框 15">
            <a:extLst>
              <a:ext uri="{FF2B5EF4-FFF2-40B4-BE49-F238E27FC236}">
                <a16:creationId xmlns:a16="http://schemas.microsoft.com/office/drawing/2014/main" id="{5DFFBCCE-B21D-3D1D-3ED5-5228645925F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任意多边形: 形状 1">
            <a:extLst>
              <a:ext uri="{FF2B5EF4-FFF2-40B4-BE49-F238E27FC236}">
                <a16:creationId xmlns:a16="http://schemas.microsoft.com/office/drawing/2014/main" id="{EE90091A-5FA8-ED9B-1B2E-AE552A6A8843}"/>
              </a:ext>
            </a:extLst>
          </p:cNvPr>
          <p:cNvSpPr/>
          <p:nvPr/>
        </p:nvSpPr>
        <p:spPr bwMode="auto">
          <a:xfrm rot="5400000" flipV="1">
            <a:off x="5945421" y="288844"/>
            <a:ext cx="301164" cy="5780610"/>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任意多边形: 形状 2">
            <a:extLst>
              <a:ext uri="{FF2B5EF4-FFF2-40B4-BE49-F238E27FC236}">
                <a16:creationId xmlns:a16="http://schemas.microsoft.com/office/drawing/2014/main" id="{D3820FE9-83F4-3012-AAD6-1043ED84FC5D}"/>
              </a:ext>
            </a:extLst>
          </p:cNvPr>
          <p:cNvSpPr/>
          <p:nvPr/>
        </p:nvSpPr>
        <p:spPr bwMode="auto">
          <a:xfrm rot="5400000" flipV="1">
            <a:off x="5841356" y="-744408"/>
            <a:ext cx="509296" cy="10279063"/>
          </a:xfrm>
          <a:custGeom>
            <a:avLst/>
            <a:gdLst>
              <a:gd name="connsiteX0" fmla="*/ 0 w 584758"/>
              <a:gd name="connsiteY0" fmla="*/ 0 h 1683209"/>
              <a:gd name="connsiteX1" fmla="*/ 0 w 584758"/>
              <a:gd name="connsiteY1" fmla="*/ 841604 h 1683209"/>
              <a:gd name="connsiteX2" fmla="*/ 0 w 584758"/>
              <a:gd name="connsiteY2" fmla="*/ 1683209 h 1683209"/>
              <a:gd name="connsiteX3" fmla="*/ 530640 w 584758"/>
              <a:gd name="connsiteY3" fmla="*/ 1045305 h 1683209"/>
              <a:gd name="connsiteX4" fmla="*/ 584758 w 584758"/>
              <a:gd name="connsiteY4" fmla="*/ 1033839 h 1683209"/>
              <a:gd name="connsiteX5" fmla="*/ 584758 w 584758"/>
              <a:gd name="connsiteY5" fmla="*/ 613050 h 1683209"/>
              <a:gd name="connsiteX6" fmla="*/ 530639 w 584758"/>
              <a:gd name="connsiteY6" fmla="*/ 602351 h 1683209"/>
              <a:gd name="connsiteX7" fmla="*/ 0 w 584758"/>
              <a:gd name="connsiteY7" fmla="*/ 0 h 168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758" h="1683209">
                <a:moveTo>
                  <a:pt x="0" y="0"/>
                </a:moveTo>
                <a:lnTo>
                  <a:pt x="0" y="841604"/>
                </a:lnTo>
                <a:lnTo>
                  <a:pt x="0" y="1683209"/>
                </a:lnTo>
                <a:cubicBezTo>
                  <a:pt x="150536" y="1377364"/>
                  <a:pt x="284861" y="1126081"/>
                  <a:pt x="530640" y="1045305"/>
                </a:cubicBezTo>
                <a:lnTo>
                  <a:pt x="584758" y="1033839"/>
                </a:lnTo>
                <a:lnTo>
                  <a:pt x="584758" y="613050"/>
                </a:lnTo>
                <a:lnTo>
                  <a:pt x="530639" y="602351"/>
                </a:lnTo>
                <a:cubicBezTo>
                  <a:pt x="284861" y="528686"/>
                  <a:pt x="150536" y="305845"/>
                  <a:pt x="0" y="0"/>
                </a:cubicBezTo>
                <a:close/>
              </a:path>
            </a:pathLst>
          </a:custGeom>
          <a:gradFill flip="none" rotWithShape="1">
            <a:gsLst>
              <a:gs pos="100000">
                <a:schemeClr val="accent1">
                  <a:alpha val="0"/>
                </a:schemeClr>
              </a:gs>
              <a:gs pos="0">
                <a:schemeClr val="accent1">
                  <a:alpha val="43000"/>
                </a:schemeClr>
              </a:gs>
            </a:gsLst>
            <a:lin ang="10800000" scaled="0"/>
            <a:tileRect/>
          </a:gradFill>
          <a:ln>
            <a:noFill/>
          </a:ln>
          <a:effectLst>
            <a:outerShdw blurRad="381000" sx="103000" sy="103000" algn="ctr" rotWithShape="0">
              <a:schemeClr val="accent1">
                <a:alpha val="4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文本框 138">
            <a:extLst>
              <a:ext uri="{FF2B5EF4-FFF2-40B4-BE49-F238E27FC236}">
                <a16:creationId xmlns:a16="http://schemas.microsoft.com/office/drawing/2014/main" id="{FB5B4D6B-C9A3-F839-3761-8674E25B4159}"/>
              </a:ext>
            </a:extLst>
          </p:cNvPr>
          <p:cNvSpPr txBox="1"/>
          <p:nvPr/>
        </p:nvSpPr>
        <p:spPr>
          <a:xfrm>
            <a:off x="1486887" y="1852768"/>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01</a:t>
            </a:r>
            <a:endParaRPr lang="zh-CN" altLang="en-US" dirty="0">
              <a:solidFill>
                <a:schemeClr val="accent1"/>
              </a:solidFill>
              <a:sym typeface="阿里巴巴普惠体 2 45 Light" panose="00020600040101010101" pitchFamily="18" charset="-122"/>
            </a:endParaRPr>
          </a:p>
        </p:txBody>
      </p:sp>
      <p:sp>
        <p:nvSpPr>
          <p:cNvPr id="140" name="文本框 139">
            <a:extLst>
              <a:ext uri="{FF2B5EF4-FFF2-40B4-BE49-F238E27FC236}">
                <a16:creationId xmlns:a16="http://schemas.microsoft.com/office/drawing/2014/main" id="{7732EF50-72FD-B72D-12CF-4E988CD55AE0}"/>
              </a:ext>
            </a:extLst>
          </p:cNvPr>
          <p:cNvSpPr txBox="1"/>
          <p:nvPr/>
        </p:nvSpPr>
        <p:spPr>
          <a:xfrm>
            <a:off x="3500536" y="1852768"/>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02</a:t>
            </a:r>
            <a:endParaRPr lang="zh-CN" altLang="en-US" dirty="0">
              <a:solidFill>
                <a:schemeClr val="accent1"/>
              </a:solidFill>
              <a:sym typeface="阿里巴巴普惠体 2 45 Light" panose="00020600040101010101" pitchFamily="18" charset="-122"/>
            </a:endParaRPr>
          </a:p>
        </p:txBody>
      </p:sp>
      <p:sp>
        <p:nvSpPr>
          <p:cNvPr id="141" name="文本框 140">
            <a:extLst>
              <a:ext uri="{FF2B5EF4-FFF2-40B4-BE49-F238E27FC236}">
                <a16:creationId xmlns:a16="http://schemas.microsoft.com/office/drawing/2014/main" id="{09A1D68F-AA41-1EB2-E1AE-3E810313DD6F}"/>
              </a:ext>
            </a:extLst>
          </p:cNvPr>
          <p:cNvSpPr txBox="1"/>
          <p:nvPr/>
        </p:nvSpPr>
        <p:spPr>
          <a:xfrm>
            <a:off x="5586321" y="1852768"/>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03</a:t>
            </a:r>
            <a:endParaRPr lang="zh-CN" altLang="en-US" dirty="0">
              <a:solidFill>
                <a:schemeClr val="accent1"/>
              </a:solidFill>
              <a:sym typeface="阿里巴巴普惠体 2 45 Light" panose="00020600040101010101" pitchFamily="18" charset="-122"/>
            </a:endParaRPr>
          </a:p>
        </p:txBody>
      </p:sp>
      <p:sp>
        <p:nvSpPr>
          <p:cNvPr id="142" name="文本框 141">
            <a:extLst>
              <a:ext uri="{FF2B5EF4-FFF2-40B4-BE49-F238E27FC236}">
                <a16:creationId xmlns:a16="http://schemas.microsoft.com/office/drawing/2014/main" id="{F20C2A46-2859-E1C3-DEA1-D2E141F4B8F9}"/>
              </a:ext>
            </a:extLst>
          </p:cNvPr>
          <p:cNvSpPr txBox="1"/>
          <p:nvPr/>
        </p:nvSpPr>
        <p:spPr>
          <a:xfrm>
            <a:off x="7684930" y="1852768"/>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04</a:t>
            </a:r>
            <a:endParaRPr lang="zh-CN" altLang="en-US" dirty="0">
              <a:solidFill>
                <a:schemeClr val="accent1"/>
              </a:solidFill>
              <a:sym typeface="阿里巴巴普惠体 2 45 Light" panose="00020600040101010101" pitchFamily="18" charset="-122"/>
            </a:endParaRPr>
          </a:p>
        </p:txBody>
      </p:sp>
      <p:sp>
        <p:nvSpPr>
          <p:cNvPr id="143" name="文本框 142">
            <a:extLst>
              <a:ext uri="{FF2B5EF4-FFF2-40B4-BE49-F238E27FC236}">
                <a16:creationId xmlns:a16="http://schemas.microsoft.com/office/drawing/2014/main" id="{F34C6E3F-038E-8483-DEEE-43C48E22DAF7}"/>
              </a:ext>
            </a:extLst>
          </p:cNvPr>
          <p:cNvSpPr txBox="1"/>
          <p:nvPr/>
        </p:nvSpPr>
        <p:spPr>
          <a:xfrm>
            <a:off x="9788345" y="1852768"/>
            <a:ext cx="89319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accent1"/>
                </a:solidFill>
                <a:sym typeface="阿里巴巴普惠体 2 45 Light" panose="00020600040101010101" pitchFamily="18" charset="-122"/>
              </a:rPr>
              <a:t>05</a:t>
            </a:r>
            <a:endParaRPr lang="zh-CN" altLang="en-US" dirty="0">
              <a:solidFill>
                <a:schemeClr val="accent1"/>
              </a:solidFill>
              <a:sym typeface="阿里巴巴普惠体 2 45 Light" panose="00020600040101010101" pitchFamily="18" charset="-122"/>
            </a:endParaRPr>
          </a:p>
        </p:txBody>
      </p:sp>
    </p:spTree>
    <p:extLst>
      <p:ext uri="{BB962C8B-B14F-4D97-AF65-F5344CB8AC3E}">
        <p14:creationId xmlns:p14="http://schemas.microsoft.com/office/powerpoint/2010/main" val="371396405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1">
            <a:extLst>
              <a:ext uri="{FF2B5EF4-FFF2-40B4-BE49-F238E27FC236}">
                <a16:creationId xmlns:a16="http://schemas.microsoft.com/office/drawing/2014/main" id="{B4CED916-2E9D-0146-801D-636EC6E0AE2F}"/>
              </a:ext>
            </a:extLst>
          </p:cNvPr>
          <p:cNvSpPr/>
          <p:nvPr/>
        </p:nvSpPr>
        <p:spPr>
          <a:xfrm>
            <a:off x="-133350" y="1489220"/>
            <a:ext cx="11277600" cy="1400400"/>
          </a:xfrm>
          <a:prstGeom prst="round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2">
            <a:extLst>
              <a:ext uri="{FF2B5EF4-FFF2-40B4-BE49-F238E27FC236}">
                <a16:creationId xmlns:a16="http://schemas.microsoft.com/office/drawing/2014/main" id="{26D15CD2-CED6-0A68-B693-515F586460E2}"/>
              </a:ext>
            </a:extLst>
          </p:cNvPr>
          <p:cNvSpPr/>
          <p:nvPr/>
        </p:nvSpPr>
        <p:spPr>
          <a:xfrm>
            <a:off x="1047750" y="3198773"/>
            <a:ext cx="11144250" cy="140040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矩形 3">
            <a:extLst>
              <a:ext uri="{FF2B5EF4-FFF2-40B4-BE49-F238E27FC236}">
                <a16:creationId xmlns:a16="http://schemas.microsoft.com/office/drawing/2014/main" id="{4DDA58E4-6BDD-D30C-2B35-8A9A42A58B19}"/>
              </a:ext>
            </a:extLst>
          </p:cNvPr>
          <p:cNvSpPr/>
          <p:nvPr/>
        </p:nvSpPr>
        <p:spPr>
          <a:xfrm>
            <a:off x="-133350" y="4903899"/>
            <a:ext cx="11277600" cy="1400400"/>
          </a:xfrm>
          <a:prstGeom prst="round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zh-CN" altLang="en-US" dirty="0">
              <a:solidFill>
                <a:prstClr val="white"/>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97FA46B9-8C6D-4FBB-A53A-AED4CFB40EAE}"/>
              </a:ext>
            </a:extLst>
          </p:cNvPr>
          <p:cNvSpPr txBox="1"/>
          <p:nvPr/>
        </p:nvSpPr>
        <p:spPr>
          <a:xfrm>
            <a:off x="2220684"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cxnSp>
        <p:nvCxnSpPr>
          <p:cNvPr id="12" name="直接连接符 11">
            <a:extLst>
              <a:ext uri="{FF2B5EF4-FFF2-40B4-BE49-F238E27FC236}">
                <a16:creationId xmlns:a16="http://schemas.microsoft.com/office/drawing/2014/main" id="{C337983E-09F4-0A0B-069B-9B06DA2E6EDA}"/>
              </a:ext>
            </a:extLst>
          </p:cNvPr>
          <p:cNvCxnSpPr>
            <a:cxnSpLocks/>
          </p:cNvCxnSpPr>
          <p:nvPr/>
        </p:nvCxnSpPr>
        <p:spPr>
          <a:xfrm>
            <a:off x="4242198" y="1794211"/>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直接连接符 12">
            <a:extLst>
              <a:ext uri="{FF2B5EF4-FFF2-40B4-BE49-F238E27FC236}">
                <a16:creationId xmlns:a16="http://schemas.microsoft.com/office/drawing/2014/main" id="{71039F91-10B9-4D09-06FC-7B70BE2453F0}"/>
              </a:ext>
            </a:extLst>
          </p:cNvPr>
          <p:cNvCxnSpPr>
            <a:cxnSpLocks/>
          </p:cNvCxnSpPr>
          <p:nvPr/>
        </p:nvCxnSpPr>
        <p:spPr>
          <a:xfrm>
            <a:off x="6464182" y="1794211"/>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a16="http://schemas.microsoft.com/office/drawing/2014/main" id="{17F74F93-3CD8-8FB3-6F6A-1D611B06A981}"/>
              </a:ext>
            </a:extLst>
          </p:cNvPr>
          <p:cNvCxnSpPr>
            <a:cxnSpLocks/>
          </p:cNvCxnSpPr>
          <p:nvPr/>
        </p:nvCxnSpPr>
        <p:spPr>
          <a:xfrm>
            <a:off x="8686166" y="1794211"/>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 name="直接连接符 22">
            <a:extLst>
              <a:ext uri="{FF2B5EF4-FFF2-40B4-BE49-F238E27FC236}">
                <a16:creationId xmlns:a16="http://schemas.microsoft.com/office/drawing/2014/main" id="{832950B3-2C8B-4604-BBAA-9FD7933DFF0D}"/>
              </a:ext>
            </a:extLst>
          </p:cNvPr>
          <p:cNvCxnSpPr>
            <a:cxnSpLocks/>
          </p:cNvCxnSpPr>
          <p:nvPr/>
        </p:nvCxnSpPr>
        <p:spPr>
          <a:xfrm>
            <a:off x="5336317" y="3501307"/>
            <a:ext cx="0" cy="7904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1E0BF80B-5FAE-8867-BC29-73D50EA79B41}"/>
              </a:ext>
            </a:extLst>
          </p:cNvPr>
          <p:cNvCxnSpPr>
            <a:cxnSpLocks/>
          </p:cNvCxnSpPr>
          <p:nvPr/>
        </p:nvCxnSpPr>
        <p:spPr>
          <a:xfrm>
            <a:off x="7558301" y="3501307"/>
            <a:ext cx="0" cy="7904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a16="http://schemas.microsoft.com/office/drawing/2014/main" id="{39FCE59E-1164-46BF-3F9E-F569CFAD2570}"/>
              </a:ext>
            </a:extLst>
          </p:cNvPr>
          <p:cNvCxnSpPr>
            <a:cxnSpLocks/>
          </p:cNvCxnSpPr>
          <p:nvPr/>
        </p:nvCxnSpPr>
        <p:spPr>
          <a:xfrm>
            <a:off x="9780285" y="3501307"/>
            <a:ext cx="0" cy="7904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443A79B7-4394-2E82-2D94-2EEBC12932E2}"/>
              </a:ext>
            </a:extLst>
          </p:cNvPr>
          <p:cNvCxnSpPr>
            <a:cxnSpLocks/>
          </p:cNvCxnSpPr>
          <p:nvPr/>
        </p:nvCxnSpPr>
        <p:spPr>
          <a:xfrm>
            <a:off x="4242198" y="5208890"/>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接连接符 38">
            <a:extLst>
              <a:ext uri="{FF2B5EF4-FFF2-40B4-BE49-F238E27FC236}">
                <a16:creationId xmlns:a16="http://schemas.microsoft.com/office/drawing/2014/main" id="{D0AAEFF1-21AB-A9A5-3691-599826344FA2}"/>
              </a:ext>
            </a:extLst>
          </p:cNvPr>
          <p:cNvCxnSpPr>
            <a:cxnSpLocks/>
          </p:cNvCxnSpPr>
          <p:nvPr/>
        </p:nvCxnSpPr>
        <p:spPr>
          <a:xfrm>
            <a:off x="6464182" y="5208890"/>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接连接符 39">
            <a:extLst>
              <a:ext uri="{FF2B5EF4-FFF2-40B4-BE49-F238E27FC236}">
                <a16:creationId xmlns:a16="http://schemas.microsoft.com/office/drawing/2014/main" id="{89700B90-D3A1-6201-C025-EE2B0C2DC400}"/>
              </a:ext>
            </a:extLst>
          </p:cNvPr>
          <p:cNvCxnSpPr>
            <a:cxnSpLocks/>
          </p:cNvCxnSpPr>
          <p:nvPr/>
        </p:nvCxnSpPr>
        <p:spPr>
          <a:xfrm>
            <a:off x="8686166" y="5208890"/>
            <a:ext cx="0" cy="7904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稿定-9">
            <a:extLst>
              <a:ext uri="{FF2B5EF4-FFF2-40B4-BE49-F238E27FC236}">
                <a16:creationId xmlns:a16="http://schemas.microsoft.com/office/drawing/2014/main" id="{955EC5A3-1D6A-65A0-E789-E9044CF5DD04}"/>
              </a:ext>
            </a:extLst>
          </p:cNvPr>
          <p:cNvSpPr/>
          <p:nvPr/>
        </p:nvSpPr>
        <p:spPr>
          <a:xfrm flipH="1">
            <a:off x="170984" y="1956890"/>
            <a:ext cx="14879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稿定-9">
            <a:extLst>
              <a:ext uri="{FF2B5EF4-FFF2-40B4-BE49-F238E27FC236}">
                <a16:creationId xmlns:a16="http://schemas.microsoft.com/office/drawing/2014/main" id="{BD865512-F4E9-B4FB-AD3D-30FB2612D75E}"/>
              </a:ext>
            </a:extLst>
          </p:cNvPr>
          <p:cNvSpPr/>
          <p:nvPr/>
        </p:nvSpPr>
        <p:spPr>
          <a:xfrm flipH="1">
            <a:off x="1374505" y="3725379"/>
            <a:ext cx="14879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稿定-9">
            <a:extLst>
              <a:ext uri="{FF2B5EF4-FFF2-40B4-BE49-F238E27FC236}">
                <a16:creationId xmlns:a16="http://schemas.microsoft.com/office/drawing/2014/main" id="{34C3BF84-27A2-937F-3CFE-FBF9B5DBDDC9}"/>
              </a:ext>
            </a:extLst>
          </p:cNvPr>
          <p:cNvSpPr/>
          <p:nvPr/>
        </p:nvSpPr>
        <p:spPr>
          <a:xfrm flipH="1">
            <a:off x="170984" y="5495861"/>
            <a:ext cx="1487944" cy="294440"/>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kumimoji="0" lang="en-US" sz="1400" i="0" u="none" strike="noStrike" kern="1200" cap="none" spc="0" normalizeH="0" baseline="0" noProof="0" dirty="0">
              <a:ln>
                <a:noFill/>
              </a:ln>
              <a:gradFill>
                <a:gsLst>
                  <a:gs pos="0">
                    <a:schemeClr val="accent1"/>
                  </a:gs>
                  <a:gs pos="100000">
                    <a:schemeClr val="accent1">
                      <a:lumMod val="50000"/>
                    </a:schemeClr>
                  </a:gs>
                </a:gsLst>
                <a:lin ang="0" scaled="0"/>
              </a:gra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C9B6A680-DACB-7A8B-C08A-FCFCAD2F1CE9}"/>
              </a:ext>
            </a:extLst>
          </p:cNvPr>
          <p:cNvSpPr txBox="1"/>
          <p:nvPr/>
        </p:nvSpPr>
        <p:spPr>
          <a:xfrm>
            <a:off x="4471009"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72" name="文本框 71">
            <a:extLst>
              <a:ext uri="{FF2B5EF4-FFF2-40B4-BE49-F238E27FC236}">
                <a16:creationId xmlns:a16="http://schemas.microsoft.com/office/drawing/2014/main" id="{6703CD1E-505F-AEA6-5910-6C7510725AD6}"/>
              </a:ext>
            </a:extLst>
          </p:cNvPr>
          <p:cNvSpPr txBox="1"/>
          <p:nvPr/>
        </p:nvSpPr>
        <p:spPr>
          <a:xfrm>
            <a:off x="6774052"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73" name="文本框 72">
            <a:extLst>
              <a:ext uri="{FF2B5EF4-FFF2-40B4-BE49-F238E27FC236}">
                <a16:creationId xmlns:a16="http://schemas.microsoft.com/office/drawing/2014/main" id="{C30F34AC-5667-5D6C-19E5-DE624596318E}"/>
              </a:ext>
            </a:extLst>
          </p:cNvPr>
          <p:cNvSpPr txBox="1"/>
          <p:nvPr/>
        </p:nvSpPr>
        <p:spPr>
          <a:xfrm>
            <a:off x="9024377" y="2217082"/>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74" name="文本框 73">
            <a:extLst>
              <a:ext uri="{FF2B5EF4-FFF2-40B4-BE49-F238E27FC236}">
                <a16:creationId xmlns:a16="http://schemas.microsoft.com/office/drawing/2014/main" id="{59F5E01B-2912-EBB3-5A65-6B71979E0C37}"/>
              </a:ext>
            </a:extLst>
          </p:cNvPr>
          <p:cNvSpPr txBox="1"/>
          <p:nvPr/>
        </p:nvSpPr>
        <p:spPr>
          <a:xfrm>
            <a:off x="2220684"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92" name="文本框 91">
            <a:extLst>
              <a:ext uri="{FF2B5EF4-FFF2-40B4-BE49-F238E27FC236}">
                <a16:creationId xmlns:a16="http://schemas.microsoft.com/office/drawing/2014/main" id="{AB930949-D79C-8778-86BE-E5A83FABF5A5}"/>
              </a:ext>
            </a:extLst>
          </p:cNvPr>
          <p:cNvSpPr txBox="1"/>
          <p:nvPr/>
        </p:nvSpPr>
        <p:spPr>
          <a:xfrm>
            <a:off x="4471009"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93" name="文本框 92">
            <a:extLst>
              <a:ext uri="{FF2B5EF4-FFF2-40B4-BE49-F238E27FC236}">
                <a16:creationId xmlns:a16="http://schemas.microsoft.com/office/drawing/2014/main" id="{DC9B1ED1-EF10-960D-AA8E-0F2D204FAB17}"/>
              </a:ext>
            </a:extLst>
          </p:cNvPr>
          <p:cNvSpPr txBox="1"/>
          <p:nvPr/>
        </p:nvSpPr>
        <p:spPr>
          <a:xfrm>
            <a:off x="6774052"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94" name="文本框 93">
            <a:extLst>
              <a:ext uri="{FF2B5EF4-FFF2-40B4-BE49-F238E27FC236}">
                <a16:creationId xmlns:a16="http://schemas.microsoft.com/office/drawing/2014/main" id="{8253EE9C-0862-4362-8CB8-A77D538C923B}"/>
              </a:ext>
            </a:extLst>
          </p:cNvPr>
          <p:cNvSpPr txBox="1"/>
          <p:nvPr/>
        </p:nvSpPr>
        <p:spPr>
          <a:xfrm>
            <a:off x="9024377" y="5695383"/>
            <a:ext cx="1821044" cy="324512"/>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lnSpc>
                <a:spcPct val="12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95" name="文本框 94">
            <a:extLst>
              <a:ext uri="{FF2B5EF4-FFF2-40B4-BE49-F238E27FC236}">
                <a16:creationId xmlns:a16="http://schemas.microsoft.com/office/drawing/2014/main" id="{9B0D0F95-1558-2DAB-3BE3-F7BC455B9B2E}"/>
              </a:ext>
            </a:extLst>
          </p:cNvPr>
          <p:cNvSpPr txBox="1"/>
          <p:nvPr/>
        </p:nvSpPr>
        <p:spPr>
          <a:xfrm>
            <a:off x="3180708"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113" name="文本框 112">
            <a:extLst>
              <a:ext uri="{FF2B5EF4-FFF2-40B4-BE49-F238E27FC236}">
                <a16:creationId xmlns:a16="http://schemas.microsoft.com/office/drawing/2014/main" id="{824523C9-3C32-6341-942A-0BA6D85B4479}"/>
              </a:ext>
            </a:extLst>
          </p:cNvPr>
          <p:cNvSpPr txBox="1"/>
          <p:nvPr/>
        </p:nvSpPr>
        <p:spPr>
          <a:xfrm>
            <a:off x="5507231"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114" name="文本框 113">
            <a:extLst>
              <a:ext uri="{FF2B5EF4-FFF2-40B4-BE49-F238E27FC236}">
                <a16:creationId xmlns:a16="http://schemas.microsoft.com/office/drawing/2014/main" id="{DAB0EB00-A5C1-2E97-E6E9-F4600BCA1A6F}"/>
              </a:ext>
            </a:extLst>
          </p:cNvPr>
          <p:cNvSpPr txBox="1"/>
          <p:nvPr/>
        </p:nvSpPr>
        <p:spPr>
          <a:xfrm>
            <a:off x="7734076"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115" name="文本框 114">
            <a:extLst>
              <a:ext uri="{FF2B5EF4-FFF2-40B4-BE49-F238E27FC236}">
                <a16:creationId xmlns:a16="http://schemas.microsoft.com/office/drawing/2014/main" id="{7C08AB59-10CA-76FB-EB86-CACDD526EC2D}"/>
              </a:ext>
            </a:extLst>
          </p:cNvPr>
          <p:cNvSpPr txBox="1"/>
          <p:nvPr/>
        </p:nvSpPr>
        <p:spPr>
          <a:xfrm>
            <a:off x="9984401" y="3967447"/>
            <a:ext cx="1821044" cy="352917"/>
          </a:xfrm>
          <a:prstGeom prst="rect">
            <a:avLst/>
          </a:prstGeom>
        </p:spPr>
        <p:txBody>
          <a:bodyPr wrap="square" lIns="0" tIns="0" rIns="0" bIns="0" anchor="ctr">
            <a:spAutoFit/>
          </a:bodyPr>
          <a:lstStyle>
            <a:defPPr>
              <a:defRPr lang="zh-CN"/>
            </a:defPPr>
            <a:lvl1pPr marR="0" lvl="0" indent="0" fontAlgn="auto">
              <a:lnSpc>
                <a:spcPct val="150000"/>
              </a:lnSpc>
              <a:spcBef>
                <a:spcPts val="0"/>
              </a:spcBef>
              <a:spcAft>
                <a:spcPts val="0"/>
              </a:spcAft>
              <a:buClrTx/>
              <a:buSzTx/>
              <a:buFontTx/>
              <a:buNone/>
              <a:tabLst/>
              <a:defRPr kumimoji="0" sz="800" b="0" i="0" u="none" strike="noStrike" cap="none" spc="0" normalizeH="0" baseline="0">
                <a:ln>
                  <a:noFill/>
                </a:ln>
                <a:effectLst/>
                <a:uLnTx/>
                <a:uFillTx/>
                <a:latin typeface="OPPOSans R" panose="00020600040101010101" pitchFamily="18" charset="-122"/>
                <a:ea typeface="OPPOSans R" panose="00020600040101010101" pitchFamily="18" charset="-122"/>
                <a:cs typeface="OPPOSans R" panose="00020600040101010101" pitchFamily="18" charset="-122"/>
              </a:defRPr>
            </a:lvl1p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p>
        </p:txBody>
      </p:sp>
      <p:sp>
        <p:nvSpPr>
          <p:cNvPr id="8" name="文本框 7">
            <a:extLst>
              <a:ext uri="{FF2B5EF4-FFF2-40B4-BE49-F238E27FC236}">
                <a16:creationId xmlns:a16="http://schemas.microsoft.com/office/drawing/2014/main" id="{E5D54096-EE7C-9A37-6BC2-69004751E24F}"/>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9" name="矩形 8">
            <a:extLst>
              <a:ext uri="{FF2B5EF4-FFF2-40B4-BE49-F238E27FC236}">
                <a16:creationId xmlns:a16="http://schemas.microsoft.com/office/drawing/2014/main" id="{F4DA5D6E-C9D9-1A06-E635-2C8D991E1C0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文本框 9">
            <a:extLst>
              <a:ext uri="{FF2B5EF4-FFF2-40B4-BE49-F238E27FC236}">
                <a16:creationId xmlns:a16="http://schemas.microsoft.com/office/drawing/2014/main" id="{D77F88E8-4E5D-23B7-2A0D-4CE1DE6846B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图形 2">
            <a:extLst>
              <a:ext uri="{FF2B5EF4-FFF2-40B4-BE49-F238E27FC236}">
                <a16:creationId xmlns:a16="http://schemas.microsoft.com/office/drawing/2014/main" id="{4917F9F6-2DC4-6277-2AB5-7A62F90345F3}"/>
              </a:ext>
            </a:extLst>
          </p:cNvPr>
          <p:cNvGrpSpPr/>
          <p:nvPr/>
        </p:nvGrpSpPr>
        <p:grpSpPr>
          <a:xfrm>
            <a:off x="2981614" y="1746203"/>
            <a:ext cx="261800" cy="372952"/>
            <a:chOff x="3151037" y="2040075"/>
            <a:chExt cx="746424" cy="1063341"/>
          </a:xfrm>
          <a:gradFill>
            <a:gsLst>
              <a:gs pos="0">
                <a:schemeClr val="accent1"/>
              </a:gs>
              <a:gs pos="100000">
                <a:schemeClr val="accent1">
                  <a:lumMod val="50000"/>
                </a:schemeClr>
              </a:gs>
            </a:gsLst>
            <a:lin ang="2700000" scaled="1"/>
          </a:gradFill>
        </p:grpSpPr>
        <p:sp>
          <p:nvSpPr>
            <p:cNvPr id="3" name="任意多边形: 形状 2">
              <a:extLst>
                <a:ext uri="{FF2B5EF4-FFF2-40B4-BE49-F238E27FC236}">
                  <a16:creationId xmlns:a16="http://schemas.microsoft.com/office/drawing/2014/main" id="{2A0DD684-5E43-4B4E-3563-49695F094E6B}"/>
                </a:ext>
              </a:extLst>
            </p:cNvPr>
            <p:cNvSpPr/>
            <p:nvPr/>
          </p:nvSpPr>
          <p:spPr>
            <a:xfrm>
              <a:off x="3151037" y="2040075"/>
              <a:ext cx="746424" cy="1063341"/>
            </a:xfrm>
            <a:custGeom>
              <a:avLst/>
              <a:gdLst>
                <a:gd name="connsiteX0" fmla="*/ 0 w 746424"/>
                <a:gd name="connsiteY0" fmla="*/ 54967 h 1063341"/>
                <a:gd name="connsiteX1" fmla="*/ 0 w 746424"/>
                <a:gd name="connsiteY1" fmla="*/ 1008375 h 1063341"/>
                <a:gd name="connsiteX2" fmla="*/ 54967 w 746424"/>
                <a:gd name="connsiteY2" fmla="*/ 1063341 h 1063341"/>
                <a:gd name="connsiteX3" fmla="*/ 691458 w 746424"/>
                <a:gd name="connsiteY3" fmla="*/ 1063341 h 1063341"/>
                <a:gd name="connsiteX4" fmla="*/ 746425 w 746424"/>
                <a:gd name="connsiteY4" fmla="*/ 1008375 h 1063341"/>
                <a:gd name="connsiteX5" fmla="*/ 746425 w 746424"/>
                <a:gd name="connsiteY5" fmla="*/ 54967 h 1063341"/>
                <a:gd name="connsiteX6" fmla="*/ 691458 w 746424"/>
                <a:gd name="connsiteY6" fmla="*/ 0 h 1063341"/>
                <a:gd name="connsiteX7" fmla="*/ 54967 w 746424"/>
                <a:gd name="connsiteY7" fmla="*/ 0 h 1063341"/>
                <a:gd name="connsiteX8" fmla="*/ 0 w 746424"/>
                <a:gd name="connsiteY8" fmla="*/ 54967 h 1063341"/>
                <a:gd name="connsiteX9" fmla="*/ 169650 w 746424"/>
                <a:gd name="connsiteY9" fmla="*/ 969258 h 1063341"/>
                <a:gd name="connsiteX10" fmla="*/ 112711 w 746424"/>
                <a:gd name="connsiteY10" fmla="*/ 969258 h 1063341"/>
                <a:gd name="connsiteX11" fmla="*/ 95755 w 746424"/>
                <a:gd name="connsiteY11" fmla="*/ 952302 h 1063341"/>
                <a:gd name="connsiteX12" fmla="*/ 95755 w 746424"/>
                <a:gd name="connsiteY12" fmla="*/ 895363 h 1063341"/>
                <a:gd name="connsiteX13" fmla="*/ 112711 w 746424"/>
                <a:gd name="connsiteY13" fmla="*/ 878407 h 1063341"/>
                <a:gd name="connsiteX14" fmla="*/ 169650 w 746424"/>
                <a:gd name="connsiteY14" fmla="*/ 878407 h 1063341"/>
                <a:gd name="connsiteX15" fmla="*/ 186606 w 746424"/>
                <a:gd name="connsiteY15" fmla="*/ 895363 h 1063341"/>
                <a:gd name="connsiteX16" fmla="*/ 186606 w 746424"/>
                <a:gd name="connsiteY16" fmla="*/ 952302 h 1063341"/>
                <a:gd name="connsiteX17" fmla="*/ 169650 w 746424"/>
                <a:gd name="connsiteY17" fmla="*/ 969258 h 1063341"/>
                <a:gd name="connsiteX18" fmla="*/ 169650 w 746424"/>
                <a:gd name="connsiteY18" fmla="*/ 823166 h 1063341"/>
                <a:gd name="connsiteX19" fmla="*/ 112711 w 746424"/>
                <a:gd name="connsiteY19" fmla="*/ 823166 h 1063341"/>
                <a:gd name="connsiteX20" fmla="*/ 95755 w 746424"/>
                <a:gd name="connsiteY20" fmla="*/ 806209 h 1063341"/>
                <a:gd name="connsiteX21" fmla="*/ 95755 w 746424"/>
                <a:gd name="connsiteY21" fmla="*/ 749271 h 1063341"/>
                <a:gd name="connsiteX22" fmla="*/ 112711 w 746424"/>
                <a:gd name="connsiteY22" fmla="*/ 732314 h 1063341"/>
                <a:gd name="connsiteX23" fmla="*/ 169650 w 746424"/>
                <a:gd name="connsiteY23" fmla="*/ 732314 h 1063341"/>
                <a:gd name="connsiteX24" fmla="*/ 186606 w 746424"/>
                <a:gd name="connsiteY24" fmla="*/ 749271 h 1063341"/>
                <a:gd name="connsiteX25" fmla="*/ 186606 w 746424"/>
                <a:gd name="connsiteY25" fmla="*/ 806209 h 1063341"/>
                <a:gd name="connsiteX26" fmla="*/ 169650 w 746424"/>
                <a:gd name="connsiteY26" fmla="*/ 823166 h 1063341"/>
                <a:gd name="connsiteX27" fmla="*/ 169650 w 746424"/>
                <a:gd name="connsiteY27" fmla="*/ 677073 h 1063341"/>
                <a:gd name="connsiteX28" fmla="*/ 112711 w 746424"/>
                <a:gd name="connsiteY28" fmla="*/ 677073 h 1063341"/>
                <a:gd name="connsiteX29" fmla="*/ 95755 w 746424"/>
                <a:gd name="connsiteY29" fmla="*/ 660117 h 1063341"/>
                <a:gd name="connsiteX30" fmla="*/ 95755 w 746424"/>
                <a:gd name="connsiteY30" fmla="*/ 603178 h 1063341"/>
                <a:gd name="connsiteX31" fmla="*/ 112711 w 746424"/>
                <a:gd name="connsiteY31" fmla="*/ 586222 h 1063341"/>
                <a:gd name="connsiteX32" fmla="*/ 169650 w 746424"/>
                <a:gd name="connsiteY32" fmla="*/ 586222 h 1063341"/>
                <a:gd name="connsiteX33" fmla="*/ 186606 w 746424"/>
                <a:gd name="connsiteY33" fmla="*/ 603178 h 1063341"/>
                <a:gd name="connsiteX34" fmla="*/ 186606 w 746424"/>
                <a:gd name="connsiteY34" fmla="*/ 660117 h 1063341"/>
                <a:gd name="connsiteX35" fmla="*/ 169650 w 746424"/>
                <a:gd name="connsiteY35" fmla="*/ 677073 h 1063341"/>
                <a:gd name="connsiteX36" fmla="*/ 169650 w 746424"/>
                <a:gd name="connsiteY36" fmla="*/ 530981 h 1063341"/>
                <a:gd name="connsiteX37" fmla="*/ 112711 w 746424"/>
                <a:gd name="connsiteY37" fmla="*/ 530981 h 1063341"/>
                <a:gd name="connsiteX38" fmla="*/ 95755 w 746424"/>
                <a:gd name="connsiteY38" fmla="*/ 514024 h 1063341"/>
                <a:gd name="connsiteX39" fmla="*/ 95755 w 746424"/>
                <a:gd name="connsiteY39" fmla="*/ 457086 h 1063341"/>
                <a:gd name="connsiteX40" fmla="*/ 112711 w 746424"/>
                <a:gd name="connsiteY40" fmla="*/ 440129 h 1063341"/>
                <a:gd name="connsiteX41" fmla="*/ 169650 w 746424"/>
                <a:gd name="connsiteY41" fmla="*/ 440129 h 1063341"/>
                <a:gd name="connsiteX42" fmla="*/ 186606 w 746424"/>
                <a:gd name="connsiteY42" fmla="*/ 457086 h 1063341"/>
                <a:gd name="connsiteX43" fmla="*/ 186606 w 746424"/>
                <a:gd name="connsiteY43" fmla="*/ 514024 h 1063341"/>
                <a:gd name="connsiteX44" fmla="*/ 169650 w 746424"/>
                <a:gd name="connsiteY44" fmla="*/ 530981 h 1063341"/>
                <a:gd name="connsiteX45" fmla="*/ 310830 w 746424"/>
                <a:gd name="connsiteY45" fmla="*/ 969258 h 1063341"/>
                <a:gd name="connsiteX46" fmla="*/ 253892 w 746424"/>
                <a:gd name="connsiteY46" fmla="*/ 969258 h 1063341"/>
                <a:gd name="connsiteX47" fmla="*/ 236935 w 746424"/>
                <a:gd name="connsiteY47" fmla="*/ 952302 h 1063341"/>
                <a:gd name="connsiteX48" fmla="*/ 236935 w 746424"/>
                <a:gd name="connsiteY48" fmla="*/ 895363 h 1063341"/>
                <a:gd name="connsiteX49" fmla="*/ 253892 w 746424"/>
                <a:gd name="connsiteY49" fmla="*/ 878407 h 1063341"/>
                <a:gd name="connsiteX50" fmla="*/ 310830 w 746424"/>
                <a:gd name="connsiteY50" fmla="*/ 878407 h 1063341"/>
                <a:gd name="connsiteX51" fmla="*/ 327787 w 746424"/>
                <a:gd name="connsiteY51" fmla="*/ 895363 h 1063341"/>
                <a:gd name="connsiteX52" fmla="*/ 327787 w 746424"/>
                <a:gd name="connsiteY52" fmla="*/ 952302 h 1063341"/>
                <a:gd name="connsiteX53" fmla="*/ 310830 w 746424"/>
                <a:gd name="connsiteY53" fmla="*/ 969258 h 1063341"/>
                <a:gd name="connsiteX54" fmla="*/ 310830 w 746424"/>
                <a:gd name="connsiteY54" fmla="*/ 823166 h 1063341"/>
                <a:gd name="connsiteX55" fmla="*/ 253892 w 746424"/>
                <a:gd name="connsiteY55" fmla="*/ 823166 h 1063341"/>
                <a:gd name="connsiteX56" fmla="*/ 236935 w 746424"/>
                <a:gd name="connsiteY56" fmla="*/ 806209 h 1063341"/>
                <a:gd name="connsiteX57" fmla="*/ 236935 w 746424"/>
                <a:gd name="connsiteY57" fmla="*/ 749271 h 1063341"/>
                <a:gd name="connsiteX58" fmla="*/ 253892 w 746424"/>
                <a:gd name="connsiteY58" fmla="*/ 732314 h 1063341"/>
                <a:gd name="connsiteX59" fmla="*/ 310830 w 746424"/>
                <a:gd name="connsiteY59" fmla="*/ 732314 h 1063341"/>
                <a:gd name="connsiteX60" fmla="*/ 327787 w 746424"/>
                <a:gd name="connsiteY60" fmla="*/ 749271 h 1063341"/>
                <a:gd name="connsiteX61" fmla="*/ 327787 w 746424"/>
                <a:gd name="connsiteY61" fmla="*/ 806209 h 1063341"/>
                <a:gd name="connsiteX62" fmla="*/ 310830 w 746424"/>
                <a:gd name="connsiteY62" fmla="*/ 823166 h 1063341"/>
                <a:gd name="connsiteX63" fmla="*/ 310830 w 746424"/>
                <a:gd name="connsiteY63" fmla="*/ 677073 h 1063341"/>
                <a:gd name="connsiteX64" fmla="*/ 253892 w 746424"/>
                <a:gd name="connsiteY64" fmla="*/ 677073 h 1063341"/>
                <a:gd name="connsiteX65" fmla="*/ 236935 w 746424"/>
                <a:gd name="connsiteY65" fmla="*/ 660117 h 1063341"/>
                <a:gd name="connsiteX66" fmla="*/ 236935 w 746424"/>
                <a:gd name="connsiteY66" fmla="*/ 603178 h 1063341"/>
                <a:gd name="connsiteX67" fmla="*/ 253892 w 746424"/>
                <a:gd name="connsiteY67" fmla="*/ 586222 h 1063341"/>
                <a:gd name="connsiteX68" fmla="*/ 310830 w 746424"/>
                <a:gd name="connsiteY68" fmla="*/ 586222 h 1063341"/>
                <a:gd name="connsiteX69" fmla="*/ 327787 w 746424"/>
                <a:gd name="connsiteY69" fmla="*/ 603178 h 1063341"/>
                <a:gd name="connsiteX70" fmla="*/ 327787 w 746424"/>
                <a:gd name="connsiteY70" fmla="*/ 660117 h 1063341"/>
                <a:gd name="connsiteX71" fmla="*/ 310830 w 746424"/>
                <a:gd name="connsiteY71" fmla="*/ 677073 h 1063341"/>
                <a:gd name="connsiteX72" fmla="*/ 310830 w 746424"/>
                <a:gd name="connsiteY72" fmla="*/ 530981 h 1063341"/>
                <a:gd name="connsiteX73" fmla="*/ 253892 w 746424"/>
                <a:gd name="connsiteY73" fmla="*/ 530981 h 1063341"/>
                <a:gd name="connsiteX74" fmla="*/ 236935 w 746424"/>
                <a:gd name="connsiteY74" fmla="*/ 514024 h 1063341"/>
                <a:gd name="connsiteX75" fmla="*/ 236935 w 746424"/>
                <a:gd name="connsiteY75" fmla="*/ 457086 h 1063341"/>
                <a:gd name="connsiteX76" fmla="*/ 253892 w 746424"/>
                <a:gd name="connsiteY76" fmla="*/ 440129 h 1063341"/>
                <a:gd name="connsiteX77" fmla="*/ 310830 w 746424"/>
                <a:gd name="connsiteY77" fmla="*/ 440129 h 1063341"/>
                <a:gd name="connsiteX78" fmla="*/ 327787 w 746424"/>
                <a:gd name="connsiteY78" fmla="*/ 457086 h 1063341"/>
                <a:gd name="connsiteX79" fmla="*/ 327787 w 746424"/>
                <a:gd name="connsiteY79" fmla="*/ 514024 h 1063341"/>
                <a:gd name="connsiteX80" fmla="*/ 310830 w 746424"/>
                <a:gd name="connsiteY80" fmla="*/ 530981 h 1063341"/>
                <a:gd name="connsiteX81" fmla="*/ 452019 w 746424"/>
                <a:gd name="connsiteY81" fmla="*/ 969258 h 1063341"/>
                <a:gd name="connsiteX82" fmla="*/ 395081 w 746424"/>
                <a:gd name="connsiteY82" fmla="*/ 969258 h 1063341"/>
                <a:gd name="connsiteX83" fmla="*/ 378124 w 746424"/>
                <a:gd name="connsiteY83" fmla="*/ 952302 h 1063341"/>
                <a:gd name="connsiteX84" fmla="*/ 378124 w 746424"/>
                <a:gd name="connsiteY84" fmla="*/ 895363 h 1063341"/>
                <a:gd name="connsiteX85" fmla="*/ 395081 w 746424"/>
                <a:gd name="connsiteY85" fmla="*/ 878407 h 1063341"/>
                <a:gd name="connsiteX86" fmla="*/ 452019 w 746424"/>
                <a:gd name="connsiteY86" fmla="*/ 878407 h 1063341"/>
                <a:gd name="connsiteX87" fmla="*/ 468976 w 746424"/>
                <a:gd name="connsiteY87" fmla="*/ 895363 h 1063341"/>
                <a:gd name="connsiteX88" fmla="*/ 468976 w 746424"/>
                <a:gd name="connsiteY88" fmla="*/ 952302 h 1063341"/>
                <a:gd name="connsiteX89" fmla="*/ 452019 w 746424"/>
                <a:gd name="connsiteY89" fmla="*/ 969258 h 1063341"/>
                <a:gd name="connsiteX90" fmla="*/ 452019 w 746424"/>
                <a:gd name="connsiteY90" fmla="*/ 823166 h 1063341"/>
                <a:gd name="connsiteX91" fmla="*/ 395081 w 746424"/>
                <a:gd name="connsiteY91" fmla="*/ 823166 h 1063341"/>
                <a:gd name="connsiteX92" fmla="*/ 378124 w 746424"/>
                <a:gd name="connsiteY92" fmla="*/ 806209 h 1063341"/>
                <a:gd name="connsiteX93" fmla="*/ 378124 w 746424"/>
                <a:gd name="connsiteY93" fmla="*/ 749271 h 1063341"/>
                <a:gd name="connsiteX94" fmla="*/ 395081 w 746424"/>
                <a:gd name="connsiteY94" fmla="*/ 732314 h 1063341"/>
                <a:gd name="connsiteX95" fmla="*/ 452019 w 746424"/>
                <a:gd name="connsiteY95" fmla="*/ 732314 h 1063341"/>
                <a:gd name="connsiteX96" fmla="*/ 468976 w 746424"/>
                <a:gd name="connsiteY96" fmla="*/ 749271 h 1063341"/>
                <a:gd name="connsiteX97" fmla="*/ 468976 w 746424"/>
                <a:gd name="connsiteY97" fmla="*/ 806209 h 1063341"/>
                <a:gd name="connsiteX98" fmla="*/ 452019 w 746424"/>
                <a:gd name="connsiteY98" fmla="*/ 823166 h 1063341"/>
                <a:gd name="connsiteX99" fmla="*/ 452019 w 746424"/>
                <a:gd name="connsiteY99" fmla="*/ 677073 h 1063341"/>
                <a:gd name="connsiteX100" fmla="*/ 395081 w 746424"/>
                <a:gd name="connsiteY100" fmla="*/ 677073 h 1063341"/>
                <a:gd name="connsiteX101" fmla="*/ 378124 w 746424"/>
                <a:gd name="connsiteY101" fmla="*/ 660117 h 1063341"/>
                <a:gd name="connsiteX102" fmla="*/ 378124 w 746424"/>
                <a:gd name="connsiteY102" fmla="*/ 603178 h 1063341"/>
                <a:gd name="connsiteX103" fmla="*/ 395081 w 746424"/>
                <a:gd name="connsiteY103" fmla="*/ 586222 h 1063341"/>
                <a:gd name="connsiteX104" fmla="*/ 452019 w 746424"/>
                <a:gd name="connsiteY104" fmla="*/ 586222 h 1063341"/>
                <a:gd name="connsiteX105" fmla="*/ 468976 w 746424"/>
                <a:gd name="connsiteY105" fmla="*/ 603178 h 1063341"/>
                <a:gd name="connsiteX106" fmla="*/ 468976 w 746424"/>
                <a:gd name="connsiteY106" fmla="*/ 660117 h 1063341"/>
                <a:gd name="connsiteX107" fmla="*/ 452019 w 746424"/>
                <a:gd name="connsiteY107" fmla="*/ 677073 h 1063341"/>
                <a:gd name="connsiteX108" fmla="*/ 452019 w 746424"/>
                <a:gd name="connsiteY108" fmla="*/ 530981 h 1063341"/>
                <a:gd name="connsiteX109" fmla="*/ 395081 w 746424"/>
                <a:gd name="connsiteY109" fmla="*/ 530981 h 1063341"/>
                <a:gd name="connsiteX110" fmla="*/ 378124 w 746424"/>
                <a:gd name="connsiteY110" fmla="*/ 514024 h 1063341"/>
                <a:gd name="connsiteX111" fmla="*/ 378124 w 746424"/>
                <a:gd name="connsiteY111" fmla="*/ 457086 h 1063341"/>
                <a:gd name="connsiteX112" fmla="*/ 395081 w 746424"/>
                <a:gd name="connsiteY112" fmla="*/ 440129 h 1063341"/>
                <a:gd name="connsiteX113" fmla="*/ 452019 w 746424"/>
                <a:gd name="connsiteY113" fmla="*/ 440129 h 1063341"/>
                <a:gd name="connsiteX114" fmla="*/ 468976 w 746424"/>
                <a:gd name="connsiteY114" fmla="*/ 457086 h 1063341"/>
                <a:gd name="connsiteX115" fmla="*/ 468976 w 746424"/>
                <a:gd name="connsiteY115" fmla="*/ 514024 h 1063341"/>
                <a:gd name="connsiteX116" fmla="*/ 452019 w 746424"/>
                <a:gd name="connsiteY116" fmla="*/ 530981 h 1063341"/>
                <a:gd name="connsiteX117" fmla="*/ 633714 w 746424"/>
                <a:gd name="connsiteY117" fmla="*/ 969258 h 1063341"/>
                <a:gd name="connsiteX118" fmla="*/ 576766 w 746424"/>
                <a:gd name="connsiteY118" fmla="*/ 969258 h 1063341"/>
                <a:gd name="connsiteX119" fmla="*/ 559810 w 746424"/>
                <a:gd name="connsiteY119" fmla="*/ 952302 h 1063341"/>
                <a:gd name="connsiteX120" fmla="*/ 559810 w 746424"/>
                <a:gd name="connsiteY120" fmla="*/ 749271 h 1063341"/>
                <a:gd name="connsiteX121" fmla="*/ 576766 w 746424"/>
                <a:gd name="connsiteY121" fmla="*/ 732314 h 1063341"/>
                <a:gd name="connsiteX122" fmla="*/ 633714 w 746424"/>
                <a:gd name="connsiteY122" fmla="*/ 732314 h 1063341"/>
                <a:gd name="connsiteX123" fmla="*/ 650670 w 746424"/>
                <a:gd name="connsiteY123" fmla="*/ 749271 h 1063341"/>
                <a:gd name="connsiteX124" fmla="*/ 650670 w 746424"/>
                <a:gd name="connsiteY124" fmla="*/ 952302 h 1063341"/>
                <a:gd name="connsiteX125" fmla="*/ 633714 w 746424"/>
                <a:gd name="connsiteY125" fmla="*/ 969258 h 1063341"/>
                <a:gd name="connsiteX126" fmla="*/ 633714 w 746424"/>
                <a:gd name="connsiteY126" fmla="*/ 677073 h 1063341"/>
                <a:gd name="connsiteX127" fmla="*/ 576766 w 746424"/>
                <a:gd name="connsiteY127" fmla="*/ 677073 h 1063341"/>
                <a:gd name="connsiteX128" fmla="*/ 559810 w 746424"/>
                <a:gd name="connsiteY128" fmla="*/ 660117 h 1063341"/>
                <a:gd name="connsiteX129" fmla="*/ 559810 w 746424"/>
                <a:gd name="connsiteY129" fmla="*/ 603178 h 1063341"/>
                <a:gd name="connsiteX130" fmla="*/ 576766 w 746424"/>
                <a:gd name="connsiteY130" fmla="*/ 586222 h 1063341"/>
                <a:gd name="connsiteX131" fmla="*/ 633714 w 746424"/>
                <a:gd name="connsiteY131" fmla="*/ 586222 h 1063341"/>
                <a:gd name="connsiteX132" fmla="*/ 650670 w 746424"/>
                <a:gd name="connsiteY132" fmla="*/ 603178 h 1063341"/>
                <a:gd name="connsiteX133" fmla="*/ 650670 w 746424"/>
                <a:gd name="connsiteY133" fmla="*/ 660117 h 1063341"/>
                <a:gd name="connsiteX134" fmla="*/ 633714 w 746424"/>
                <a:gd name="connsiteY134" fmla="*/ 677073 h 1063341"/>
                <a:gd name="connsiteX135" fmla="*/ 633714 w 746424"/>
                <a:gd name="connsiteY135" fmla="*/ 530981 h 1063341"/>
                <a:gd name="connsiteX136" fmla="*/ 576766 w 746424"/>
                <a:gd name="connsiteY136" fmla="*/ 530981 h 1063341"/>
                <a:gd name="connsiteX137" fmla="*/ 559810 w 746424"/>
                <a:gd name="connsiteY137" fmla="*/ 514024 h 1063341"/>
                <a:gd name="connsiteX138" fmla="*/ 559810 w 746424"/>
                <a:gd name="connsiteY138" fmla="*/ 457086 h 1063341"/>
                <a:gd name="connsiteX139" fmla="*/ 576766 w 746424"/>
                <a:gd name="connsiteY139" fmla="*/ 440129 h 1063341"/>
                <a:gd name="connsiteX140" fmla="*/ 633714 w 746424"/>
                <a:gd name="connsiteY140" fmla="*/ 440129 h 1063341"/>
                <a:gd name="connsiteX141" fmla="*/ 650670 w 746424"/>
                <a:gd name="connsiteY141" fmla="*/ 457086 h 1063341"/>
                <a:gd name="connsiteX142" fmla="*/ 650670 w 746424"/>
                <a:gd name="connsiteY142" fmla="*/ 514024 h 1063341"/>
                <a:gd name="connsiteX143" fmla="*/ 633714 w 746424"/>
                <a:gd name="connsiteY143" fmla="*/ 530981 h 1063341"/>
                <a:gd name="connsiteX144" fmla="*/ 639191 w 746424"/>
                <a:gd name="connsiteY144" fmla="*/ 290522 h 1063341"/>
                <a:gd name="connsiteX145" fmla="*/ 107233 w 746424"/>
                <a:gd name="connsiteY145" fmla="*/ 290522 h 1063341"/>
                <a:gd name="connsiteX146" fmla="*/ 95755 w 746424"/>
                <a:gd name="connsiteY146" fmla="*/ 279043 h 1063341"/>
                <a:gd name="connsiteX147" fmla="*/ 95755 w 746424"/>
                <a:gd name="connsiteY147" fmla="*/ 105579 h 1063341"/>
                <a:gd name="connsiteX148" fmla="*/ 107233 w 746424"/>
                <a:gd name="connsiteY148" fmla="*/ 94100 h 1063341"/>
                <a:gd name="connsiteX149" fmla="*/ 639183 w 746424"/>
                <a:gd name="connsiteY149" fmla="*/ 94100 h 1063341"/>
                <a:gd name="connsiteX150" fmla="*/ 650661 w 746424"/>
                <a:gd name="connsiteY150" fmla="*/ 105579 h 1063341"/>
                <a:gd name="connsiteX151" fmla="*/ 650661 w 746424"/>
                <a:gd name="connsiteY151" fmla="*/ 279043 h 1063341"/>
                <a:gd name="connsiteX152" fmla="*/ 639191 w 746424"/>
                <a:gd name="connsiteY152" fmla="*/ 290522 h 106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746424" h="1063341">
                  <a:moveTo>
                    <a:pt x="0" y="54967"/>
                  </a:moveTo>
                  <a:lnTo>
                    <a:pt x="0" y="1008375"/>
                  </a:lnTo>
                  <a:cubicBezTo>
                    <a:pt x="0" y="1038730"/>
                    <a:pt x="24612" y="1063341"/>
                    <a:pt x="54967" y="1063341"/>
                  </a:cubicBezTo>
                  <a:lnTo>
                    <a:pt x="691458" y="1063341"/>
                  </a:lnTo>
                  <a:cubicBezTo>
                    <a:pt x="721822" y="1063341"/>
                    <a:pt x="746425" y="1038730"/>
                    <a:pt x="746425" y="1008375"/>
                  </a:cubicBezTo>
                  <a:lnTo>
                    <a:pt x="746425" y="54967"/>
                  </a:lnTo>
                  <a:cubicBezTo>
                    <a:pt x="746425" y="24612"/>
                    <a:pt x="721813" y="0"/>
                    <a:pt x="691458" y="0"/>
                  </a:cubicBezTo>
                  <a:lnTo>
                    <a:pt x="54967" y="0"/>
                  </a:lnTo>
                  <a:cubicBezTo>
                    <a:pt x="24603" y="0"/>
                    <a:pt x="0" y="24612"/>
                    <a:pt x="0" y="54967"/>
                  </a:cubicBezTo>
                  <a:close/>
                  <a:moveTo>
                    <a:pt x="169650" y="969258"/>
                  </a:moveTo>
                  <a:lnTo>
                    <a:pt x="112711" y="969258"/>
                  </a:lnTo>
                  <a:cubicBezTo>
                    <a:pt x="103350" y="969258"/>
                    <a:pt x="95755" y="961672"/>
                    <a:pt x="95755" y="952302"/>
                  </a:cubicBezTo>
                  <a:lnTo>
                    <a:pt x="95755" y="895363"/>
                  </a:lnTo>
                  <a:cubicBezTo>
                    <a:pt x="95755" y="886002"/>
                    <a:pt x="103341" y="878407"/>
                    <a:pt x="112711" y="878407"/>
                  </a:cubicBezTo>
                  <a:lnTo>
                    <a:pt x="169650" y="878407"/>
                  </a:lnTo>
                  <a:cubicBezTo>
                    <a:pt x="179011" y="878407"/>
                    <a:pt x="186606" y="885994"/>
                    <a:pt x="186606" y="895363"/>
                  </a:cubicBezTo>
                  <a:lnTo>
                    <a:pt x="186606" y="952302"/>
                  </a:lnTo>
                  <a:cubicBezTo>
                    <a:pt x="186606" y="961672"/>
                    <a:pt x="179011" y="969258"/>
                    <a:pt x="169650" y="969258"/>
                  </a:cubicBezTo>
                  <a:close/>
                  <a:moveTo>
                    <a:pt x="169650" y="823166"/>
                  </a:moveTo>
                  <a:lnTo>
                    <a:pt x="112711" y="823166"/>
                  </a:lnTo>
                  <a:cubicBezTo>
                    <a:pt x="103350" y="823166"/>
                    <a:pt x="95755" y="815579"/>
                    <a:pt x="95755" y="806209"/>
                  </a:cubicBezTo>
                  <a:lnTo>
                    <a:pt x="95755" y="749271"/>
                  </a:lnTo>
                  <a:cubicBezTo>
                    <a:pt x="95755" y="739909"/>
                    <a:pt x="103341" y="732314"/>
                    <a:pt x="112711" y="732314"/>
                  </a:cubicBezTo>
                  <a:lnTo>
                    <a:pt x="169650" y="732314"/>
                  </a:lnTo>
                  <a:cubicBezTo>
                    <a:pt x="179011" y="732314"/>
                    <a:pt x="186606" y="739901"/>
                    <a:pt x="186606" y="749271"/>
                  </a:cubicBezTo>
                  <a:lnTo>
                    <a:pt x="186606" y="806209"/>
                  </a:lnTo>
                  <a:cubicBezTo>
                    <a:pt x="186606" y="815571"/>
                    <a:pt x="179011" y="823166"/>
                    <a:pt x="169650" y="823166"/>
                  </a:cubicBezTo>
                  <a:close/>
                  <a:moveTo>
                    <a:pt x="169650" y="677073"/>
                  </a:moveTo>
                  <a:lnTo>
                    <a:pt x="112711" y="677073"/>
                  </a:lnTo>
                  <a:cubicBezTo>
                    <a:pt x="103350" y="677073"/>
                    <a:pt x="95755" y="669486"/>
                    <a:pt x="95755" y="660117"/>
                  </a:cubicBezTo>
                  <a:lnTo>
                    <a:pt x="95755" y="603178"/>
                  </a:lnTo>
                  <a:cubicBezTo>
                    <a:pt x="95755" y="593817"/>
                    <a:pt x="103341" y="586222"/>
                    <a:pt x="112711" y="586222"/>
                  </a:cubicBezTo>
                  <a:lnTo>
                    <a:pt x="169650" y="586222"/>
                  </a:lnTo>
                  <a:cubicBezTo>
                    <a:pt x="179011" y="586222"/>
                    <a:pt x="186606" y="593808"/>
                    <a:pt x="186606" y="603178"/>
                  </a:cubicBezTo>
                  <a:lnTo>
                    <a:pt x="186606" y="660117"/>
                  </a:lnTo>
                  <a:cubicBezTo>
                    <a:pt x="186606" y="669478"/>
                    <a:pt x="179011" y="677073"/>
                    <a:pt x="169650" y="677073"/>
                  </a:cubicBezTo>
                  <a:close/>
                  <a:moveTo>
                    <a:pt x="169650" y="530981"/>
                  </a:moveTo>
                  <a:lnTo>
                    <a:pt x="112711" y="530981"/>
                  </a:lnTo>
                  <a:cubicBezTo>
                    <a:pt x="103350" y="530981"/>
                    <a:pt x="95755" y="523394"/>
                    <a:pt x="95755" y="514024"/>
                  </a:cubicBezTo>
                  <a:lnTo>
                    <a:pt x="95755" y="457086"/>
                  </a:lnTo>
                  <a:cubicBezTo>
                    <a:pt x="95755" y="447725"/>
                    <a:pt x="103341" y="440129"/>
                    <a:pt x="112711" y="440129"/>
                  </a:cubicBezTo>
                  <a:lnTo>
                    <a:pt x="169650" y="440129"/>
                  </a:lnTo>
                  <a:cubicBezTo>
                    <a:pt x="179011" y="440129"/>
                    <a:pt x="186606" y="447716"/>
                    <a:pt x="186606" y="457086"/>
                  </a:cubicBezTo>
                  <a:lnTo>
                    <a:pt x="186606" y="514024"/>
                  </a:lnTo>
                  <a:cubicBezTo>
                    <a:pt x="186606" y="523385"/>
                    <a:pt x="179011" y="530981"/>
                    <a:pt x="169650" y="530981"/>
                  </a:cubicBezTo>
                  <a:close/>
                  <a:moveTo>
                    <a:pt x="310830" y="969258"/>
                  </a:moveTo>
                  <a:lnTo>
                    <a:pt x="253892" y="969258"/>
                  </a:lnTo>
                  <a:cubicBezTo>
                    <a:pt x="244531" y="969258"/>
                    <a:pt x="236935" y="961672"/>
                    <a:pt x="236935" y="952302"/>
                  </a:cubicBezTo>
                  <a:lnTo>
                    <a:pt x="236935" y="895363"/>
                  </a:lnTo>
                  <a:cubicBezTo>
                    <a:pt x="236935" y="886002"/>
                    <a:pt x="244522" y="878407"/>
                    <a:pt x="253892" y="878407"/>
                  </a:cubicBezTo>
                  <a:lnTo>
                    <a:pt x="310830" y="878407"/>
                  </a:lnTo>
                  <a:cubicBezTo>
                    <a:pt x="320191" y="878407"/>
                    <a:pt x="327787" y="885994"/>
                    <a:pt x="327787" y="895363"/>
                  </a:cubicBezTo>
                  <a:lnTo>
                    <a:pt x="327787" y="952302"/>
                  </a:lnTo>
                  <a:cubicBezTo>
                    <a:pt x="327787" y="961672"/>
                    <a:pt x="320200" y="969258"/>
                    <a:pt x="310830" y="969258"/>
                  </a:cubicBezTo>
                  <a:close/>
                  <a:moveTo>
                    <a:pt x="310830" y="823166"/>
                  </a:moveTo>
                  <a:lnTo>
                    <a:pt x="253892" y="823166"/>
                  </a:lnTo>
                  <a:cubicBezTo>
                    <a:pt x="244531" y="823166"/>
                    <a:pt x="236935" y="815579"/>
                    <a:pt x="236935" y="806209"/>
                  </a:cubicBezTo>
                  <a:lnTo>
                    <a:pt x="236935" y="749271"/>
                  </a:lnTo>
                  <a:cubicBezTo>
                    <a:pt x="236935" y="739909"/>
                    <a:pt x="244522" y="732314"/>
                    <a:pt x="253892" y="732314"/>
                  </a:cubicBezTo>
                  <a:lnTo>
                    <a:pt x="310830" y="732314"/>
                  </a:lnTo>
                  <a:cubicBezTo>
                    <a:pt x="320191" y="732314"/>
                    <a:pt x="327787" y="739901"/>
                    <a:pt x="327787" y="749271"/>
                  </a:cubicBezTo>
                  <a:lnTo>
                    <a:pt x="327787" y="806209"/>
                  </a:lnTo>
                  <a:cubicBezTo>
                    <a:pt x="327787" y="815571"/>
                    <a:pt x="320200" y="823166"/>
                    <a:pt x="310830" y="823166"/>
                  </a:cubicBezTo>
                  <a:close/>
                  <a:moveTo>
                    <a:pt x="310830" y="677073"/>
                  </a:moveTo>
                  <a:lnTo>
                    <a:pt x="253892" y="677073"/>
                  </a:lnTo>
                  <a:cubicBezTo>
                    <a:pt x="244531" y="677073"/>
                    <a:pt x="236935" y="669486"/>
                    <a:pt x="236935" y="660117"/>
                  </a:cubicBezTo>
                  <a:lnTo>
                    <a:pt x="236935" y="603178"/>
                  </a:lnTo>
                  <a:cubicBezTo>
                    <a:pt x="236935" y="593817"/>
                    <a:pt x="244522" y="586222"/>
                    <a:pt x="253892" y="586222"/>
                  </a:cubicBezTo>
                  <a:lnTo>
                    <a:pt x="310830" y="586222"/>
                  </a:lnTo>
                  <a:cubicBezTo>
                    <a:pt x="320191" y="586222"/>
                    <a:pt x="327787" y="593808"/>
                    <a:pt x="327787" y="603178"/>
                  </a:cubicBezTo>
                  <a:lnTo>
                    <a:pt x="327787" y="660117"/>
                  </a:lnTo>
                  <a:cubicBezTo>
                    <a:pt x="327787" y="669478"/>
                    <a:pt x="320200" y="677073"/>
                    <a:pt x="310830" y="677073"/>
                  </a:cubicBezTo>
                  <a:close/>
                  <a:moveTo>
                    <a:pt x="310830" y="530981"/>
                  </a:moveTo>
                  <a:lnTo>
                    <a:pt x="253892" y="530981"/>
                  </a:lnTo>
                  <a:cubicBezTo>
                    <a:pt x="244531" y="530981"/>
                    <a:pt x="236935" y="523394"/>
                    <a:pt x="236935" y="514024"/>
                  </a:cubicBezTo>
                  <a:lnTo>
                    <a:pt x="236935" y="457086"/>
                  </a:lnTo>
                  <a:cubicBezTo>
                    <a:pt x="236935" y="447725"/>
                    <a:pt x="244522" y="440129"/>
                    <a:pt x="253892" y="440129"/>
                  </a:cubicBezTo>
                  <a:lnTo>
                    <a:pt x="310830" y="440129"/>
                  </a:lnTo>
                  <a:cubicBezTo>
                    <a:pt x="320191" y="440129"/>
                    <a:pt x="327787" y="447716"/>
                    <a:pt x="327787" y="457086"/>
                  </a:cubicBezTo>
                  <a:lnTo>
                    <a:pt x="327787" y="514024"/>
                  </a:lnTo>
                  <a:cubicBezTo>
                    <a:pt x="327787" y="523385"/>
                    <a:pt x="320200" y="530981"/>
                    <a:pt x="310830" y="530981"/>
                  </a:cubicBezTo>
                  <a:close/>
                  <a:moveTo>
                    <a:pt x="452019" y="969258"/>
                  </a:moveTo>
                  <a:lnTo>
                    <a:pt x="395081" y="969258"/>
                  </a:lnTo>
                  <a:cubicBezTo>
                    <a:pt x="385720" y="969258"/>
                    <a:pt x="378124" y="961672"/>
                    <a:pt x="378124" y="952302"/>
                  </a:cubicBezTo>
                  <a:lnTo>
                    <a:pt x="378124" y="895363"/>
                  </a:lnTo>
                  <a:cubicBezTo>
                    <a:pt x="378124" y="886002"/>
                    <a:pt x="385711" y="878407"/>
                    <a:pt x="395081" y="878407"/>
                  </a:cubicBezTo>
                  <a:lnTo>
                    <a:pt x="452019" y="878407"/>
                  </a:lnTo>
                  <a:cubicBezTo>
                    <a:pt x="461381" y="878407"/>
                    <a:pt x="468976" y="885994"/>
                    <a:pt x="468976" y="895363"/>
                  </a:cubicBezTo>
                  <a:lnTo>
                    <a:pt x="468976" y="952302"/>
                  </a:lnTo>
                  <a:cubicBezTo>
                    <a:pt x="468967" y="961672"/>
                    <a:pt x="461381" y="969258"/>
                    <a:pt x="452019" y="969258"/>
                  </a:cubicBezTo>
                  <a:close/>
                  <a:moveTo>
                    <a:pt x="452019" y="823166"/>
                  </a:moveTo>
                  <a:lnTo>
                    <a:pt x="395081" y="823166"/>
                  </a:lnTo>
                  <a:cubicBezTo>
                    <a:pt x="385720" y="823166"/>
                    <a:pt x="378124" y="815579"/>
                    <a:pt x="378124" y="806209"/>
                  </a:cubicBezTo>
                  <a:lnTo>
                    <a:pt x="378124" y="749271"/>
                  </a:lnTo>
                  <a:cubicBezTo>
                    <a:pt x="378124" y="739909"/>
                    <a:pt x="385711" y="732314"/>
                    <a:pt x="395081" y="732314"/>
                  </a:cubicBezTo>
                  <a:lnTo>
                    <a:pt x="452019" y="732314"/>
                  </a:lnTo>
                  <a:cubicBezTo>
                    <a:pt x="461381" y="732314"/>
                    <a:pt x="468976" y="739901"/>
                    <a:pt x="468976" y="749271"/>
                  </a:cubicBezTo>
                  <a:lnTo>
                    <a:pt x="468976" y="806209"/>
                  </a:lnTo>
                  <a:cubicBezTo>
                    <a:pt x="468967" y="815571"/>
                    <a:pt x="461381" y="823166"/>
                    <a:pt x="452019" y="823166"/>
                  </a:cubicBezTo>
                  <a:close/>
                  <a:moveTo>
                    <a:pt x="452019" y="677073"/>
                  </a:moveTo>
                  <a:lnTo>
                    <a:pt x="395081" y="677073"/>
                  </a:lnTo>
                  <a:cubicBezTo>
                    <a:pt x="385720" y="677073"/>
                    <a:pt x="378124" y="669486"/>
                    <a:pt x="378124" y="660117"/>
                  </a:cubicBezTo>
                  <a:lnTo>
                    <a:pt x="378124" y="603178"/>
                  </a:lnTo>
                  <a:cubicBezTo>
                    <a:pt x="378124" y="593817"/>
                    <a:pt x="385711" y="586222"/>
                    <a:pt x="395081" y="586222"/>
                  </a:cubicBezTo>
                  <a:lnTo>
                    <a:pt x="452019" y="586222"/>
                  </a:lnTo>
                  <a:cubicBezTo>
                    <a:pt x="461381" y="586222"/>
                    <a:pt x="468976" y="593808"/>
                    <a:pt x="468976" y="603178"/>
                  </a:cubicBezTo>
                  <a:lnTo>
                    <a:pt x="468976" y="660117"/>
                  </a:lnTo>
                  <a:cubicBezTo>
                    <a:pt x="468967" y="669478"/>
                    <a:pt x="461381" y="677073"/>
                    <a:pt x="452019" y="677073"/>
                  </a:cubicBezTo>
                  <a:close/>
                  <a:moveTo>
                    <a:pt x="452019" y="530981"/>
                  </a:moveTo>
                  <a:lnTo>
                    <a:pt x="395081" y="530981"/>
                  </a:lnTo>
                  <a:cubicBezTo>
                    <a:pt x="385720" y="530981"/>
                    <a:pt x="378124" y="523394"/>
                    <a:pt x="378124" y="514024"/>
                  </a:cubicBezTo>
                  <a:lnTo>
                    <a:pt x="378124" y="457086"/>
                  </a:lnTo>
                  <a:cubicBezTo>
                    <a:pt x="378124" y="447725"/>
                    <a:pt x="385711" y="440129"/>
                    <a:pt x="395081" y="440129"/>
                  </a:cubicBezTo>
                  <a:lnTo>
                    <a:pt x="452019" y="440129"/>
                  </a:lnTo>
                  <a:cubicBezTo>
                    <a:pt x="461381" y="440129"/>
                    <a:pt x="468976" y="447716"/>
                    <a:pt x="468976" y="457086"/>
                  </a:cubicBezTo>
                  <a:lnTo>
                    <a:pt x="468976" y="514024"/>
                  </a:lnTo>
                  <a:cubicBezTo>
                    <a:pt x="468967" y="523385"/>
                    <a:pt x="461381" y="530981"/>
                    <a:pt x="452019" y="530981"/>
                  </a:cubicBezTo>
                  <a:close/>
                  <a:moveTo>
                    <a:pt x="633714" y="969258"/>
                  </a:moveTo>
                  <a:lnTo>
                    <a:pt x="576766" y="969258"/>
                  </a:lnTo>
                  <a:cubicBezTo>
                    <a:pt x="567405" y="969258"/>
                    <a:pt x="559810" y="961672"/>
                    <a:pt x="559810" y="952302"/>
                  </a:cubicBezTo>
                  <a:lnTo>
                    <a:pt x="559810" y="749271"/>
                  </a:lnTo>
                  <a:cubicBezTo>
                    <a:pt x="559810" y="739909"/>
                    <a:pt x="567397" y="732314"/>
                    <a:pt x="576766" y="732314"/>
                  </a:cubicBezTo>
                  <a:lnTo>
                    <a:pt x="633714" y="732314"/>
                  </a:lnTo>
                  <a:cubicBezTo>
                    <a:pt x="643075" y="732314"/>
                    <a:pt x="650670" y="739901"/>
                    <a:pt x="650670" y="749271"/>
                  </a:cubicBezTo>
                  <a:lnTo>
                    <a:pt x="650670" y="952302"/>
                  </a:lnTo>
                  <a:cubicBezTo>
                    <a:pt x="650670" y="961672"/>
                    <a:pt x="643083" y="969258"/>
                    <a:pt x="633714" y="969258"/>
                  </a:cubicBezTo>
                  <a:close/>
                  <a:moveTo>
                    <a:pt x="633714" y="677073"/>
                  </a:moveTo>
                  <a:lnTo>
                    <a:pt x="576766" y="677073"/>
                  </a:lnTo>
                  <a:cubicBezTo>
                    <a:pt x="567405" y="677073"/>
                    <a:pt x="559810" y="669486"/>
                    <a:pt x="559810" y="660117"/>
                  </a:cubicBezTo>
                  <a:lnTo>
                    <a:pt x="559810" y="603178"/>
                  </a:lnTo>
                  <a:cubicBezTo>
                    <a:pt x="559810" y="593817"/>
                    <a:pt x="567397" y="586222"/>
                    <a:pt x="576766" y="586222"/>
                  </a:cubicBezTo>
                  <a:lnTo>
                    <a:pt x="633714" y="586222"/>
                  </a:lnTo>
                  <a:cubicBezTo>
                    <a:pt x="643075" y="586222"/>
                    <a:pt x="650670" y="593808"/>
                    <a:pt x="650670" y="603178"/>
                  </a:cubicBezTo>
                  <a:lnTo>
                    <a:pt x="650670" y="660117"/>
                  </a:lnTo>
                  <a:cubicBezTo>
                    <a:pt x="650670" y="669478"/>
                    <a:pt x="643083" y="677073"/>
                    <a:pt x="633714" y="677073"/>
                  </a:cubicBezTo>
                  <a:close/>
                  <a:moveTo>
                    <a:pt x="633714" y="530981"/>
                  </a:moveTo>
                  <a:lnTo>
                    <a:pt x="576766" y="530981"/>
                  </a:lnTo>
                  <a:cubicBezTo>
                    <a:pt x="567405" y="530981"/>
                    <a:pt x="559810" y="523394"/>
                    <a:pt x="559810" y="514024"/>
                  </a:cubicBezTo>
                  <a:lnTo>
                    <a:pt x="559810" y="457086"/>
                  </a:lnTo>
                  <a:cubicBezTo>
                    <a:pt x="559810" y="447725"/>
                    <a:pt x="567397" y="440129"/>
                    <a:pt x="576766" y="440129"/>
                  </a:cubicBezTo>
                  <a:lnTo>
                    <a:pt x="633714" y="440129"/>
                  </a:lnTo>
                  <a:cubicBezTo>
                    <a:pt x="643075" y="440129"/>
                    <a:pt x="650670" y="447716"/>
                    <a:pt x="650670" y="457086"/>
                  </a:cubicBezTo>
                  <a:lnTo>
                    <a:pt x="650670" y="514024"/>
                  </a:lnTo>
                  <a:cubicBezTo>
                    <a:pt x="650670" y="523385"/>
                    <a:pt x="643083" y="530981"/>
                    <a:pt x="633714" y="530981"/>
                  </a:cubicBezTo>
                  <a:close/>
                  <a:moveTo>
                    <a:pt x="639191" y="290522"/>
                  </a:moveTo>
                  <a:lnTo>
                    <a:pt x="107233" y="290522"/>
                  </a:lnTo>
                  <a:cubicBezTo>
                    <a:pt x="100890" y="290522"/>
                    <a:pt x="95755" y="285379"/>
                    <a:pt x="95755" y="279043"/>
                  </a:cubicBezTo>
                  <a:lnTo>
                    <a:pt x="95755" y="105579"/>
                  </a:lnTo>
                  <a:cubicBezTo>
                    <a:pt x="95755" y="99235"/>
                    <a:pt x="100898" y="94100"/>
                    <a:pt x="107233" y="94100"/>
                  </a:cubicBezTo>
                  <a:lnTo>
                    <a:pt x="639183" y="94100"/>
                  </a:lnTo>
                  <a:cubicBezTo>
                    <a:pt x="645526" y="94100"/>
                    <a:pt x="650661" y="99244"/>
                    <a:pt x="650661" y="105579"/>
                  </a:cubicBezTo>
                  <a:lnTo>
                    <a:pt x="650661" y="279043"/>
                  </a:lnTo>
                  <a:cubicBezTo>
                    <a:pt x="650670" y="285379"/>
                    <a:pt x="645526" y="290522"/>
                    <a:pt x="639191" y="290522"/>
                  </a:cubicBezTo>
                  <a:close/>
                </a:path>
              </a:pathLst>
            </a:custGeom>
            <a:grpFill/>
            <a:ln w="8572" cap="flat">
              <a:noFill/>
              <a:prstDash val="solid"/>
              <a:miter/>
            </a:ln>
          </p:spPr>
          <p:txBody>
            <a:bodyPr rtlCol="0" anchor="ctr"/>
            <a:lstStyle/>
            <a:p>
              <a:endParaRPr lang="zh-CN" altLang="en-US"/>
            </a:p>
          </p:txBody>
        </p:sp>
        <p:grpSp>
          <p:nvGrpSpPr>
            <p:cNvPr id="4" name="图形 2">
              <a:extLst>
                <a:ext uri="{FF2B5EF4-FFF2-40B4-BE49-F238E27FC236}">
                  <a16:creationId xmlns:a16="http://schemas.microsoft.com/office/drawing/2014/main" id="{D93AFF14-01A2-2825-FF0F-80408B25D317}"/>
                </a:ext>
              </a:extLst>
            </p:cNvPr>
            <p:cNvGrpSpPr/>
            <p:nvPr/>
          </p:nvGrpSpPr>
          <p:grpSpPr>
            <a:xfrm>
              <a:off x="3451323" y="2167779"/>
              <a:ext cx="306389" cy="125535"/>
              <a:chOff x="3451323" y="2167779"/>
              <a:chExt cx="306389" cy="125535"/>
            </a:xfrm>
            <a:grpFill/>
          </p:grpSpPr>
          <p:sp>
            <p:nvSpPr>
              <p:cNvPr id="15" name="任意多边形: 形状 14">
                <a:extLst>
                  <a:ext uri="{FF2B5EF4-FFF2-40B4-BE49-F238E27FC236}">
                    <a16:creationId xmlns:a16="http://schemas.microsoft.com/office/drawing/2014/main" id="{9C01E61A-C4B6-32FD-4625-2372DC2B8CC9}"/>
                  </a:ext>
                </a:extLst>
              </p:cNvPr>
              <p:cNvSpPr/>
              <p:nvPr/>
            </p:nvSpPr>
            <p:spPr>
              <a:xfrm>
                <a:off x="3451323"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6 w 88656"/>
                  <a:gd name="connsiteY10" fmla="*/ 106839 h 125535"/>
                  <a:gd name="connsiteX11" fmla="*/ 68769 w 88656"/>
                  <a:gd name="connsiteY11" fmla="*/ 93552 h 125535"/>
                  <a:gd name="connsiteX12" fmla="*/ 68769 w 88656"/>
                  <a:gd name="connsiteY12" fmla="*/ 31993 h 125535"/>
                  <a:gd name="connsiteX13" fmla="*/ 55516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6" y="106839"/>
                    </a:lnTo>
                    <a:cubicBezTo>
                      <a:pt x="64148" y="106839"/>
                      <a:pt x="68769" y="102810"/>
                      <a:pt x="68769" y="93552"/>
                    </a:cubicBezTo>
                    <a:lnTo>
                      <a:pt x="68769" y="31993"/>
                    </a:lnTo>
                    <a:cubicBezTo>
                      <a:pt x="68769" y="24106"/>
                      <a:pt x="65383" y="18697"/>
                      <a:pt x="55516"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6" name="任意多边形: 形状 15">
                <a:extLst>
                  <a:ext uri="{FF2B5EF4-FFF2-40B4-BE49-F238E27FC236}">
                    <a16:creationId xmlns:a16="http://schemas.microsoft.com/office/drawing/2014/main" id="{7D6EBEB2-9E29-AF12-EB33-1FEFAFEA2AB6}"/>
                  </a:ext>
                </a:extLst>
              </p:cNvPr>
              <p:cNvSpPr/>
              <p:nvPr/>
            </p:nvSpPr>
            <p:spPr>
              <a:xfrm>
                <a:off x="3560194"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sp>
            <p:nvSpPr>
              <p:cNvPr id="17" name="任意多边形: 形状 16">
                <a:extLst>
                  <a:ext uri="{FF2B5EF4-FFF2-40B4-BE49-F238E27FC236}">
                    <a16:creationId xmlns:a16="http://schemas.microsoft.com/office/drawing/2014/main" id="{496BA077-A790-5DE7-AC9B-9D779C6A2846}"/>
                  </a:ext>
                </a:extLst>
              </p:cNvPr>
              <p:cNvSpPr/>
              <p:nvPr/>
            </p:nvSpPr>
            <p:spPr>
              <a:xfrm>
                <a:off x="3669056" y="2167779"/>
                <a:ext cx="88656" cy="125535"/>
              </a:xfrm>
              <a:custGeom>
                <a:avLst/>
                <a:gdLst>
                  <a:gd name="connsiteX0" fmla="*/ 0 w 88656"/>
                  <a:gd name="connsiteY0" fmla="*/ 30184 h 125535"/>
                  <a:gd name="connsiteX1" fmla="*/ 30818 w 88656"/>
                  <a:gd name="connsiteY1" fmla="*/ 0 h 125535"/>
                  <a:gd name="connsiteX2" fmla="*/ 58936 w 88656"/>
                  <a:gd name="connsiteY2" fmla="*/ 0 h 125535"/>
                  <a:gd name="connsiteX3" fmla="*/ 88657 w 88656"/>
                  <a:gd name="connsiteY3" fmla="*/ 29584 h 125535"/>
                  <a:gd name="connsiteX4" fmla="*/ 88657 w 88656"/>
                  <a:gd name="connsiteY4" fmla="*/ 95952 h 125535"/>
                  <a:gd name="connsiteX5" fmla="*/ 58876 w 88656"/>
                  <a:gd name="connsiteY5" fmla="*/ 125536 h 125535"/>
                  <a:gd name="connsiteX6" fmla="*/ 30758 w 88656"/>
                  <a:gd name="connsiteY6" fmla="*/ 125536 h 125535"/>
                  <a:gd name="connsiteX7" fmla="*/ 0 w 88656"/>
                  <a:gd name="connsiteY7" fmla="*/ 95952 h 125535"/>
                  <a:gd name="connsiteX8" fmla="*/ 0 w 88656"/>
                  <a:gd name="connsiteY8" fmla="*/ 30184 h 125535"/>
                  <a:gd name="connsiteX9" fmla="*/ 34230 w 88656"/>
                  <a:gd name="connsiteY9" fmla="*/ 106839 h 125535"/>
                  <a:gd name="connsiteX10" fmla="*/ 55035 w 88656"/>
                  <a:gd name="connsiteY10" fmla="*/ 106839 h 125535"/>
                  <a:gd name="connsiteX11" fmla="*/ 68769 w 88656"/>
                  <a:gd name="connsiteY11" fmla="*/ 93552 h 125535"/>
                  <a:gd name="connsiteX12" fmla="*/ 68769 w 88656"/>
                  <a:gd name="connsiteY12" fmla="*/ 31993 h 125535"/>
                  <a:gd name="connsiteX13" fmla="*/ 55515 w 88656"/>
                  <a:gd name="connsiteY13" fmla="*/ 18697 h 125535"/>
                  <a:gd name="connsiteX14" fmla="*/ 33819 w 88656"/>
                  <a:gd name="connsiteY14" fmla="*/ 18697 h 125535"/>
                  <a:gd name="connsiteX15" fmla="*/ 19897 w 88656"/>
                  <a:gd name="connsiteY15" fmla="*/ 31993 h 125535"/>
                  <a:gd name="connsiteX16" fmla="*/ 19897 w 88656"/>
                  <a:gd name="connsiteY16" fmla="*/ 93492 h 125535"/>
                  <a:gd name="connsiteX17" fmla="*/ 34230 w 88656"/>
                  <a:gd name="connsiteY17" fmla="*/ 106839 h 12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6" h="125535">
                    <a:moveTo>
                      <a:pt x="0" y="30184"/>
                    </a:moveTo>
                    <a:cubicBezTo>
                      <a:pt x="0" y="10347"/>
                      <a:pt x="12722" y="0"/>
                      <a:pt x="30818" y="0"/>
                    </a:cubicBezTo>
                    <a:lnTo>
                      <a:pt x="58936" y="0"/>
                    </a:lnTo>
                    <a:cubicBezTo>
                      <a:pt x="81242" y="0"/>
                      <a:pt x="88657" y="13759"/>
                      <a:pt x="88657" y="29584"/>
                    </a:cubicBezTo>
                    <a:lnTo>
                      <a:pt x="88657" y="95952"/>
                    </a:lnTo>
                    <a:cubicBezTo>
                      <a:pt x="88657" y="116355"/>
                      <a:pt x="77110" y="125536"/>
                      <a:pt x="58876" y="125536"/>
                    </a:cubicBezTo>
                    <a:lnTo>
                      <a:pt x="30758" y="125536"/>
                    </a:lnTo>
                    <a:cubicBezTo>
                      <a:pt x="12807" y="125536"/>
                      <a:pt x="0" y="116535"/>
                      <a:pt x="0" y="95952"/>
                    </a:cubicBezTo>
                    <a:lnTo>
                      <a:pt x="0" y="30184"/>
                    </a:lnTo>
                    <a:close/>
                    <a:moveTo>
                      <a:pt x="34230" y="106839"/>
                    </a:moveTo>
                    <a:lnTo>
                      <a:pt x="55035" y="106839"/>
                    </a:lnTo>
                    <a:cubicBezTo>
                      <a:pt x="64148" y="106839"/>
                      <a:pt x="68769" y="102810"/>
                      <a:pt x="68769" y="93552"/>
                    </a:cubicBezTo>
                    <a:lnTo>
                      <a:pt x="68769" y="31993"/>
                    </a:lnTo>
                    <a:cubicBezTo>
                      <a:pt x="68769" y="24106"/>
                      <a:pt x="65382" y="18697"/>
                      <a:pt x="55515" y="18697"/>
                    </a:cubicBezTo>
                    <a:lnTo>
                      <a:pt x="33819" y="18697"/>
                    </a:lnTo>
                    <a:cubicBezTo>
                      <a:pt x="22897" y="18697"/>
                      <a:pt x="19897" y="25863"/>
                      <a:pt x="19897" y="31993"/>
                    </a:cubicBezTo>
                    <a:lnTo>
                      <a:pt x="19897" y="93492"/>
                    </a:lnTo>
                    <a:cubicBezTo>
                      <a:pt x="19888" y="104319"/>
                      <a:pt x="27569" y="106839"/>
                      <a:pt x="34230" y="106839"/>
                    </a:cubicBezTo>
                    <a:close/>
                  </a:path>
                </a:pathLst>
              </a:custGeom>
              <a:grpFill/>
              <a:ln w="8572" cap="flat">
                <a:noFill/>
                <a:prstDash val="solid"/>
                <a:miter/>
              </a:ln>
            </p:spPr>
            <p:txBody>
              <a:bodyPr rtlCol="0" anchor="ctr"/>
              <a:lstStyle/>
              <a:p>
                <a:endParaRPr lang="zh-CN" altLang="en-US"/>
              </a:p>
            </p:txBody>
          </p:sp>
        </p:grpSp>
      </p:grpSp>
      <p:grpSp>
        <p:nvGrpSpPr>
          <p:cNvPr id="18" name="图形 2">
            <a:extLst>
              <a:ext uri="{FF2B5EF4-FFF2-40B4-BE49-F238E27FC236}">
                <a16:creationId xmlns:a16="http://schemas.microsoft.com/office/drawing/2014/main" id="{62F715CA-27DF-8D3A-F526-D9252F88D16F}"/>
              </a:ext>
            </a:extLst>
          </p:cNvPr>
          <p:cNvGrpSpPr/>
          <p:nvPr/>
        </p:nvGrpSpPr>
        <p:grpSpPr>
          <a:xfrm>
            <a:off x="5213919" y="1743962"/>
            <a:ext cx="346102" cy="377434"/>
            <a:chOff x="8174358" y="5462688"/>
            <a:chExt cx="986785" cy="1076122"/>
          </a:xfrm>
          <a:gradFill>
            <a:gsLst>
              <a:gs pos="0">
                <a:schemeClr val="accent1"/>
              </a:gs>
              <a:gs pos="100000">
                <a:schemeClr val="accent1">
                  <a:lumMod val="50000"/>
                </a:schemeClr>
              </a:gs>
            </a:gsLst>
            <a:lin ang="2700000" scaled="1"/>
          </a:gradFill>
        </p:grpSpPr>
        <p:grpSp>
          <p:nvGrpSpPr>
            <p:cNvPr id="19" name="图形 2">
              <a:extLst>
                <a:ext uri="{FF2B5EF4-FFF2-40B4-BE49-F238E27FC236}">
                  <a16:creationId xmlns:a16="http://schemas.microsoft.com/office/drawing/2014/main" id="{9838D652-B8D6-1090-3413-669EEC0D4A2F}"/>
                </a:ext>
              </a:extLst>
            </p:cNvPr>
            <p:cNvGrpSpPr/>
            <p:nvPr/>
          </p:nvGrpSpPr>
          <p:grpSpPr>
            <a:xfrm>
              <a:off x="8629890" y="5462688"/>
              <a:ext cx="531252" cy="481140"/>
              <a:chOff x="8629890" y="5462688"/>
              <a:chExt cx="531252" cy="481140"/>
            </a:xfrm>
            <a:grpFill/>
          </p:grpSpPr>
          <p:sp>
            <p:nvSpPr>
              <p:cNvPr id="22" name="任意多边形: 形状 21">
                <a:extLst>
                  <a:ext uri="{FF2B5EF4-FFF2-40B4-BE49-F238E27FC236}">
                    <a16:creationId xmlns:a16="http://schemas.microsoft.com/office/drawing/2014/main" id="{37701718-2414-1081-E412-FB60B7496B3D}"/>
                  </a:ext>
                </a:extLst>
              </p:cNvPr>
              <p:cNvSpPr/>
              <p:nvPr/>
            </p:nvSpPr>
            <p:spPr>
              <a:xfrm>
                <a:off x="8629890" y="5462688"/>
                <a:ext cx="276761" cy="276766"/>
              </a:xfrm>
              <a:custGeom>
                <a:avLst/>
                <a:gdLst>
                  <a:gd name="connsiteX0" fmla="*/ 225066 w 276761"/>
                  <a:gd name="connsiteY0" fmla="*/ 30440 h 276766"/>
                  <a:gd name="connsiteX1" fmla="*/ 246317 w 276761"/>
                  <a:gd name="connsiteY1" fmla="*/ 225071 h 276766"/>
                  <a:gd name="connsiteX2" fmla="*/ 51695 w 276761"/>
                  <a:gd name="connsiteY2" fmla="*/ 246322 h 276766"/>
                  <a:gd name="connsiteX3" fmla="*/ 30444 w 276761"/>
                  <a:gd name="connsiteY3" fmla="*/ 51692 h 276766"/>
                  <a:gd name="connsiteX4" fmla="*/ 225066 w 276761"/>
                  <a:gd name="connsiteY4" fmla="*/ 30440 h 276766"/>
                  <a:gd name="connsiteX5" fmla="*/ 89380 w 276761"/>
                  <a:gd name="connsiteY5" fmla="*/ 199405 h 276766"/>
                  <a:gd name="connsiteX6" fmla="*/ 199399 w 276761"/>
                  <a:gd name="connsiteY6" fmla="*/ 187386 h 276766"/>
                  <a:gd name="connsiteX7" fmla="*/ 187381 w 276761"/>
                  <a:gd name="connsiteY7" fmla="*/ 77366 h 276766"/>
                  <a:gd name="connsiteX8" fmla="*/ 77361 w 276761"/>
                  <a:gd name="connsiteY8" fmla="*/ 89385 h 276766"/>
                  <a:gd name="connsiteX9" fmla="*/ 89380 w 276761"/>
                  <a:gd name="connsiteY9" fmla="*/ 199405 h 27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66">
                    <a:moveTo>
                      <a:pt x="225066" y="30440"/>
                    </a:moveTo>
                    <a:cubicBezTo>
                      <a:pt x="284584" y="78241"/>
                      <a:pt x="294117" y="165552"/>
                      <a:pt x="246317" y="225071"/>
                    </a:cubicBezTo>
                    <a:cubicBezTo>
                      <a:pt x="198517" y="284590"/>
                      <a:pt x="111206" y="294122"/>
                      <a:pt x="51695" y="246322"/>
                    </a:cubicBezTo>
                    <a:cubicBezTo>
                      <a:pt x="-7823" y="198522"/>
                      <a:pt x="-17356" y="111210"/>
                      <a:pt x="30444" y="51692"/>
                    </a:cubicBezTo>
                    <a:cubicBezTo>
                      <a:pt x="78244" y="-7827"/>
                      <a:pt x="165547" y="-17351"/>
                      <a:pt x="225066" y="30440"/>
                    </a:cubicBezTo>
                    <a:close/>
                    <a:moveTo>
                      <a:pt x="89380" y="199405"/>
                    </a:moveTo>
                    <a:cubicBezTo>
                      <a:pt x="123027" y="226425"/>
                      <a:pt x="172379" y="221033"/>
                      <a:pt x="199399" y="187386"/>
                    </a:cubicBezTo>
                    <a:cubicBezTo>
                      <a:pt x="226420" y="153739"/>
                      <a:pt x="221028" y="104387"/>
                      <a:pt x="187381" y="77366"/>
                    </a:cubicBezTo>
                    <a:cubicBezTo>
                      <a:pt x="153734" y="50346"/>
                      <a:pt x="104382" y="55738"/>
                      <a:pt x="77361" y="89385"/>
                    </a:cubicBezTo>
                    <a:cubicBezTo>
                      <a:pt x="50341" y="123024"/>
                      <a:pt x="55733" y="172384"/>
                      <a:pt x="89380" y="199405"/>
                    </a:cubicBez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C74AFECC-0F5E-29C9-67C3-BD075E4D0E47}"/>
                  </a:ext>
                </a:extLst>
              </p:cNvPr>
              <p:cNvSpPr/>
              <p:nvPr/>
            </p:nvSpPr>
            <p:spPr>
              <a:xfrm>
                <a:off x="8884382" y="5667073"/>
                <a:ext cx="276761" cy="276755"/>
              </a:xfrm>
              <a:custGeom>
                <a:avLst/>
                <a:gdLst>
                  <a:gd name="connsiteX0" fmla="*/ 225066 w 276761"/>
                  <a:gd name="connsiteY0" fmla="*/ 30441 h 276755"/>
                  <a:gd name="connsiteX1" fmla="*/ 246317 w 276761"/>
                  <a:gd name="connsiteY1" fmla="*/ 225063 h 276755"/>
                  <a:gd name="connsiteX2" fmla="*/ 51696 w 276761"/>
                  <a:gd name="connsiteY2" fmla="*/ 246314 h 276755"/>
                  <a:gd name="connsiteX3" fmla="*/ 30445 w 276761"/>
                  <a:gd name="connsiteY3" fmla="*/ 51693 h 276755"/>
                  <a:gd name="connsiteX4" fmla="*/ 225066 w 276761"/>
                  <a:gd name="connsiteY4" fmla="*/ 30441 h 276755"/>
                  <a:gd name="connsiteX5" fmla="*/ 89380 w 276761"/>
                  <a:gd name="connsiteY5" fmla="*/ 199397 h 276755"/>
                  <a:gd name="connsiteX6" fmla="*/ 199400 w 276761"/>
                  <a:gd name="connsiteY6" fmla="*/ 187387 h 276755"/>
                  <a:gd name="connsiteX7" fmla="*/ 187381 w 276761"/>
                  <a:gd name="connsiteY7" fmla="*/ 77367 h 276755"/>
                  <a:gd name="connsiteX8" fmla="*/ 77361 w 276761"/>
                  <a:gd name="connsiteY8" fmla="*/ 89386 h 276755"/>
                  <a:gd name="connsiteX9" fmla="*/ 89380 w 276761"/>
                  <a:gd name="connsiteY9" fmla="*/ 199397 h 2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55">
                    <a:moveTo>
                      <a:pt x="225066" y="30441"/>
                    </a:moveTo>
                    <a:cubicBezTo>
                      <a:pt x="284585" y="78242"/>
                      <a:pt x="294117" y="165553"/>
                      <a:pt x="246317" y="225063"/>
                    </a:cubicBezTo>
                    <a:cubicBezTo>
                      <a:pt x="198517" y="284573"/>
                      <a:pt x="111206" y="294114"/>
                      <a:pt x="51696" y="246314"/>
                    </a:cubicBezTo>
                    <a:cubicBezTo>
                      <a:pt x="-7824" y="198514"/>
                      <a:pt x="-17356" y="111203"/>
                      <a:pt x="30445" y="51693"/>
                    </a:cubicBezTo>
                    <a:cubicBezTo>
                      <a:pt x="78245" y="-7818"/>
                      <a:pt x="165547" y="-17359"/>
                      <a:pt x="225066" y="30441"/>
                    </a:cubicBezTo>
                    <a:close/>
                    <a:moveTo>
                      <a:pt x="89380" y="199397"/>
                    </a:moveTo>
                    <a:cubicBezTo>
                      <a:pt x="123027" y="226417"/>
                      <a:pt x="172379" y="221025"/>
                      <a:pt x="199400" y="187387"/>
                    </a:cubicBezTo>
                    <a:cubicBezTo>
                      <a:pt x="226420" y="153740"/>
                      <a:pt x="221028" y="104388"/>
                      <a:pt x="187381" y="77367"/>
                    </a:cubicBezTo>
                    <a:cubicBezTo>
                      <a:pt x="153734" y="50346"/>
                      <a:pt x="104382" y="55739"/>
                      <a:pt x="77361" y="89386"/>
                    </a:cubicBezTo>
                    <a:cubicBezTo>
                      <a:pt x="50341" y="123016"/>
                      <a:pt x="55733" y="172376"/>
                      <a:pt x="89380" y="199397"/>
                    </a:cubicBezTo>
                    <a:close/>
                  </a:path>
                </a:pathLst>
              </a:custGeom>
              <a:grpFill/>
              <a:ln w="8572" cap="flat">
                <a:noFill/>
                <a:prstDash val="solid"/>
                <a:miter/>
              </a:ln>
            </p:spPr>
            <p:txBody>
              <a:bodyPr rtlCol="0" anchor="ctr"/>
              <a:lstStyle/>
              <a:p>
                <a:endParaRPr lang="zh-CN" altLang="en-US"/>
              </a:p>
            </p:txBody>
          </p:sp>
        </p:grpSp>
        <p:sp>
          <p:nvSpPr>
            <p:cNvPr id="20" name="任意多边形: 形状 19">
              <a:extLst>
                <a:ext uri="{FF2B5EF4-FFF2-40B4-BE49-F238E27FC236}">
                  <a16:creationId xmlns:a16="http://schemas.microsoft.com/office/drawing/2014/main" id="{1551A889-A5DE-9F03-80D8-5CDAA38B0B20}"/>
                </a:ext>
              </a:extLst>
            </p:cNvPr>
            <p:cNvSpPr/>
            <p:nvPr/>
          </p:nvSpPr>
          <p:spPr>
            <a:xfrm>
              <a:off x="8174358" y="5976395"/>
              <a:ext cx="431018" cy="360627"/>
            </a:xfrm>
            <a:custGeom>
              <a:avLst/>
              <a:gdLst>
                <a:gd name="connsiteX0" fmla="*/ 8917 w 431018"/>
                <a:gd name="connsiteY0" fmla="*/ 360628 h 360627"/>
                <a:gd name="connsiteX1" fmla="*/ 386844 w 431018"/>
                <a:gd name="connsiteY1" fmla="*/ 124593 h 360627"/>
                <a:gd name="connsiteX2" fmla="*/ 431018 w 431018"/>
                <a:gd name="connsiteY2" fmla="*/ 0 h 360627"/>
                <a:gd name="connsiteX3" fmla="*/ 67750 w 431018"/>
                <a:gd name="connsiteY3" fmla="*/ 226880 h 360627"/>
                <a:gd name="connsiteX4" fmla="*/ 8917 w 431018"/>
                <a:gd name="connsiteY4" fmla="*/ 360628 h 360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018" h="360627">
                  <a:moveTo>
                    <a:pt x="8917" y="360628"/>
                  </a:moveTo>
                  <a:lnTo>
                    <a:pt x="386844" y="124593"/>
                  </a:lnTo>
                  <a:lnTo>
                    <a:pt x="431018" y="0"/>
                  </a:lnTo>
                  <a:lnTo>
                    <a:pt x="67750" y="226880"/>
                  </a:lnTo>
                  <a:cubicBezTo>
                    <a:pt x="11188" y="262207"/>
                    <a:pt x="-15155" y="322086"/>
                    <a:pt x="8917" y="360628"/>
                  </a:cubicBezTo>
                  <a:close/>
                </a:path>
              </a:pathLst>
            </a:custGeom>
            <a:grpFill/>
            <a:ln w="8572" cap="flat">
              <a:noFill/>
              <a:prstDash val="solid"/>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9D5668F4-7B2C-1D45-9898-2E50B66C4014}"/>
                </a:ext>
              </a:extLst>
            </p:cNvPr>
            <p:cNvSpPr/>
            <p:nvPr/>
          </p:nvSpPr>
          <p:spPr>
            <a:xfrm>
              <a:off x="8430428" y="5761894"/>
              <a:ext cx="449019" cy="776916"/>
            </a:xfrm>
            <a:custGeom>
              <a:avLst/>
              <a:gdLst>
                <a:gd name="connsiteX0" fmla="*/ 274294 w 449019"/>
                <a:gd name="connsiteY0" fmla="*/ 0 h 776916"/>
                <a:gd name="connsiteX1" fmla="*/ 0 w 449019"/>
                <a:gd name="connsiteY1" fmla="*/ 773616 h 776916"/>
                <a:gd name="connsiteX2" fmla="*/ 117889 w 449019"/>
                <a:gd name="connsiteY2" fmla="*/ 687300 h 776916"/>
                <a:gd name="connsiteX3" fmla="*/ 272803 w 449019"/>
                <a:gd name="connsiteY3" fmla="*/ 250377 h 776916"/>
                <a:gd name="connsiteX4" fmla="*/ 302721 w 449019"/>
                <a:gd name="connsiteY4" fmla="*/ 231689 h 776916"/>
                <a:gd name="connsiteX5" fmla="*/ 302721 w 449019"/>
                <a:gd name="connsiteY5" fmla="*/ 231689 h 776916"/>
                <a:gd name="connsiteX6" fmla="*/ 449019 w 449019"/>
                <a:gd name="connsiteY6" fmla="*/ 140315 h 776916"/>
                <a:gd name="connsiteX7" fmla="*/ 431034 w 449019"/>
                <a:gd name="connsiteY7" fmla="*/ 103041 h 776916"/>
                <a:gd name="connsiteX8" fmla="*/ 238830 w 449019"/>
                <a:gd name="connsiteY8" fmla="*/ 223082 h 776916"/>
                <a:gd name="connsiteX9" fmla="*/ 314560 w 449019"/>
                <a:gd name="connsiteY9" fmla="*/ 9498 h 776916"/>
                <a:gd name="connsiteX10" fmla="*/ 274294 w 449019"/>
                <a:gd name="connsiteY10" fmla="*/ 0 h 77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9019" h="776916">
                  <a:moveTo>
                    <a:pt x="274294" y="0"/>
                  </a:moveTo>
                  <a:lnTo>
                    <a:pt x="0" y="773616"/>
                  </a:lnTo>
                  <a:cubicBezTo>
                    <a:pt x="42828" y="788798"/>
                    <a:pt x="95609" y="750153"/>
                    <a:pt x="117889" y="687300"/>
                  </a:cubicBezTo>
                  <a:lnTo>
                    <a:pt x="272803" y="250377"/>
                  </a:lnTo>
                  <a:lnTo>
                    <a:pt x="302721" y="231689"/>
                  </a:lnTo>
                  <a:lnTo>
                    <a:pt x="302721" y="231689"/>
                  </a:lnTo>
                  <a:lnTo>
                    <a:pt x="449019" y="140315"/>
                  </a:lnTo>
                  <a:cubicBezTo>
                    <a:pt x="441012" y="128776"/>
                    <a:pt x="434977" y="116200"/>
                    <a:pt x="431034" y="103041"/>
                  </a:cubicBezTo>
                  <a:lnTo>
                    <a:pt x="238830" y="223082"/>
                  </a:lnTo>
                  <a:lnTo>
                    <a:pt x="314560" y="9498"/>
                  </a:lnTo>
                  <a:cubicBezTo>
                    <a:pt x="300869" y="8495"/>
                    <a:pt x="287282" y="5323"/>
                    <a:pt x="274294" y="0"/>
                  </a:cubicBezTo>
                  <a:close/>
                </a:path>
              </a:pathLst>
            </a:custGeom>
            <a:grpFill/>
            <a:ln w="8572" cap="flat">
              <a:noFill/>
              <a:prstDash val="solid"/>
              <a:miter/>
            </a:ln>
          </p:spPr>
          <p:txBody>
            <a:bodyPr rtlCol="0" anchor="ctr"/>
            <a:lstStyle/>
            <a:p>
              <a:endParaRPr lang="zh-CN" altLang="en-US"/>
            </a:p>
          </p:txBody>
        </p:sp>
      </p:grpSp>
      <p:grpSp>
        <p:nvGrpSpPr>
          <p:cNvPr id="27" name="图形 2">
            <a:extLst>
              <a:ext uri="{FF2B5EF4-FFF2-40B4-BE49-F238E27FC236}">
                <a16:creationId xmlns:a16="http://schemas.microsoft.com/office/drawing/2014/main" id="{89F30F11-7968-8C1D-BC23-6FE56DA4E141}"/>
              </a:ext>
            </a:extLst>
          </p:cNvPr>
          <p:cNvGrpSpPr/>
          <p:nvPr/>
        </p:nvGrpSpPr>
        <p:grpSpPr>
          <a:xfrm>
            <a:off x="7503037" y="1764417"/>
            <a:ext cx="374334" cy="336524"/>
            <a:chOff x="4705111" y="5521007"/>
            <a:chExt cx="1067276" cy="959476"/>
          </a:xfrm>
          <a:gradFill>
            <a:gsLst>
              <a:gs pos="0">
                <a:schemeClr val="accent1"/>
              </a:gs>
              <a:gs pos="100000">
                <a:schemeClr val="accent1">
                  <a:lumMod val="50000"/>
                </a:schemeClr>
              </a:gs>
            </a:gsLst>
            <a:lin ang="2700000" scaled="1"/>
          </a:gradFill>
        </p:grpSpPr>
        <p:sp>
          <p:nvSpPr>
            <p:cNvPr id="28" name="任意多边形: 形状 27">
              <a:extLst>
                <a:ext uri="{FF2B5EF4-FFF2-40B4-BE49-F238E27FC236}">
                  <a16:creationId xmlns:a16="http://schemas.microsoft.com/office/drawing/2014/main" id="{487FC8FB-321C-A4FD-8031-C8D31BF93481}"/>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E221A5D6-1379-D0C8-84C5-77EB8D4186D7}"/>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50242B10-4384-9B1D-82C4-2D74EE668C03}"/>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D37079C8-236D-4913-E8DD-5A1E46A15274}"/>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E537E319-1A03-9779-690E-DF6A28C7B2FE}"/>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33" name="组合 32">
            <a:extLst>
              <a:ext uri="{FF2B5EF4-FFF2-40B4-BE49-F238E27FC236}">
                <a16:creationId xmlns:a16="http://schemas.microsoft.com/office/drawing/2014/main" id="{650AAFDA-58C4-6A7A-C1FB-143E993B0E11}"/>
              </a:ext>
            </a:extLst>
          </p:cNvPr>
          <p:cNvGrpSpPr/>
          <p:nvPr/>
        </p:nvGrpSpPr>
        <p:grpSpPr>
          <a:xfrm>
            <a:off x="9794594" y="1758715"/>
            <a:ext cx="327258" cy="347928"/>
            <a:chOff x="698562" y="5515469"/>
            <a:chExt cx="933056" cy="991992"/>
          </a:xfrm>
          <a:gradFill>
            <a:gsLst>
              <a:gs pos="0">
                <a:schemeClr val="accent1"/>
              </a:gs>
              <a:gs pos="100000">
                <a:schemeClr val="accent1">
                  <a:lumMod val="50000"/>
                </a:schemeClr>
              </a:gs>
            </a:gsLst>
            <a:lin ang="2700000" scaled="1"/>
          </a:gradFill>
        </p:grpSpPr>
        <p:sp>
          <p:nvSpPr>
            <p:cNvPr id="34" name="任意多边形: 形状 33">
              <a:extLst>
                <a:ext uri="{FF2B5EF4-FFF2-40B4-BE49-F238E27FC236}">
                  <a16:creationId xmlns:a16="http://schemas.microsoft.com/office/drawing/2014/main" id="{D45A1B37-959B-61CD-A562-E549E5628A1D}"/>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2DD5E94C-0AC3-6F78-CE22-5727775CFF1E}"/>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968C8247-5CF4-B9DE-F65C-B96EEA549B51}"/>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801D4464-1BA7-417D-F877-451DC821787C}"/>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grpSp>
        <p:nvGrpSpPr>
          <p:cNvPr id="135" name="图形 2">
            <a:extLst>
              <a:ext uri="{FF2B5EF4-FFF2-40B4-BE49-F238E27FC236}">
                <a16:creationId xmlns:a16="http://schemas.microsoft.com/office/drawing/2014/main" id="{7BB1793A-18BD-61AB-8862-7F8A712E71A8}"/>
              </a:ext>
            </a:extLst>
          </p:cNvPr>
          <p:cNvGrpSpPr/>
          <p:nvPr/>
        </p:nvGrpSpPr>
        <p:grpSpPr>
          <a:xfrm>
            <a:off x="3901678" y="3504342"/>
            <a:ext cx="374334" cy="336524"/>
            <a:chOff x="4705111" y="5521007"/>
            <a:chExt cx="1067276" cy="959476"/>
          </a:xfrm>
          <a:solidFill>
            <a:schemeClr val="bg1"/>
          </a:solidFill>
        </p:grpSpPr>
        <p:sp>
          <p:nvSpPr>
            <p:cNvPr id="136" name="任意多边形: 形状 135">
              <a:extLst>
                <a:ext uri="{FF2B5EF4-FFF2-40B4-BE49-F238E27FC236}">
                  <a16:creationId xmlns:a16="http://schemas.microsoft.com/office/drawing/2014/main" id="{BE7F86F9-D579-F834-2201-763F554EC3DD}"/>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37" name="任意多边形: 形状 136">
              <a:extLst>
                <a:ext uri="{FF2B5EF4-FFF2-40B4-BE49-F238E27FC236}">
                  <a16:creationId xmlns:a16="http://schemas.microsoft.com/office/drawing/2014/main" id="{B085DFF1-E97B-9B71-1DE7-B11F5D6FD16C}"/>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38" name="任意多边形: 形状 137">
              <a:extLst>
                <a:ext uri="{FF2B5EF4-FFF2-40B4-BE49-F238E27FC236}">
                  <a16:creationId xmlns:a16="http://schemas.microsoft.com/office/drawing/2014/main" id="{DF332A67-FCB2-DC88-D569-781EBA02CAEE}"/>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39" name="任意多边形: 形状 138">
              <a:extLst>
                <a:ext uri="{FF2B5EF4-FFF2-40B4-BE49-F238E27FC236}">
                  <a16:creationId xmlns:a16="http://schemas.microsoft.com/office/drawing/2014/main" id="{2B8667CE-0B40-0BCC-05A7-328076384C4D}"/>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40" name="任意多边形: 形状 139">
              <a:extLst>
                <a:ext uri="{FF2B5EF4-FFF2-40B4-BE49-F238E27FC236}">
                  <a16:creationId xmlns:a16="http://schemas.microsoft.com/office/drawing/2014/main" id="{B78FA233-8C13-B5E1-DCA0-F1B62CE4969A}"/>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41" name="组合 140">
            <a:extLst>
              <a:ext uri="{FF2B5EF4-FFF2-40B4-BE49-F238E27FC236}">
                <a16:creationId xmlns:a16="http://schemas.microsoft.com/office/drawing/2014/main" id="{813E7C12-905C-EFBE-AC8B-B842AF70F9CB}"/>
              </a:ext>
            </a:extLst>
          </p:cNvPr>
          <p:cNvGrpSpPr/>
          <p:nvPr/>
        </p:nvGrpSpPr>
        <p:grpSpPr>
          <a:xfrm>
            <a:off x="6254124" y="3492938"/>
            <a:ext cx="327258" cy="347928"/>
            <a:chOff x="698562" y="5515469"/>
            <a:chExt cx="933056" cy="991992"/>
          </a:xfrm>
          <a:solidFill>
            <a:schemeClr val="bg1"/>
          </a:solidFill>
        </p:grpSpPr>
        <p:sp>
          <p:nvSpPr>
            <p:cNvPr id="142" name="任意多边形: 形状 141">
              <a:extLst>
                <a:ext uri="{FF2B5EF4-FFF2-40B4-BE49-F238E27FC236}">
                  <a16:creationId xmlns:a16="http://schemas.microsoft.com/office/drawing/2014/main" id="{47B48FE5-E500-ED62-C329-BEA1BC5CA1B5}"/>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43" name="任意多边形: 形状 142">
              <a:extLst>
                <a:ext uri="{FF2B5EF4-FFF2-40B4-BE49-F238E27FC236}">
                  <a16:creationId xmlns:a16="http://schemas.microsoft.com/office/drawing/2014/main" id="{C024E9D7-74BC-4B37-2524-FC3AA30D05A0}"/>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44" name="任意多边形: 形状 143">
              <a:extLst>
                <a:ext uri="{FF2B5EF4-FFF2-40B4-BE49-F238E27FC236}">
                  <a16:creationId xmlns:a16="http://schemas.microsoft.com/office/drawing/2014/main" id="{FFC2A704-E570-1ECC-835A-D4DC38A2898F}"/>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45" name="任意多边形: 形状 144">
              <a:extLst>
                <a:ext uri="{FF2B5EF4-FFF2-40B4-BE49-F238E27FC236}">
                  <a16:creationId xmlns:a16="http://schemas.microsoft.com/office/drawing/2014/main" id="{8BE1883E-48DA-23B4-DE3B-1D54A0393FD7}"/>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46" name="call-answer_17216">
            <a:extLst>
              <a:ext uri="{FF2B5EF4-FFF2-40B4-BE49-F238E27FC236}">
                <a16:creationId xmlns:a16="http://schemas.microsoft.com/office/drawing/2014/main" id="{80F11680-C433-CFB6-A208-43464AF4A461}"/>
              </a:ext>
            </a:extLst>
          </p:cNvPr>
          <p:cNvSpPr/>
          <p:nvPr/>
        </p:nvSpPr>
        <p:spPr>
          <a:xfrm>
            <a:off x="8514487" y="3495008"/>
            <a:ext cx="343358" cy="343788"/>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iconfont-10263-5041657">
            <a:extLst>
              <a:ext uri="{FF2B5EF4-FFF2-40B4-BE49-F238E27FC236}">
                <a16:creationId xmlns:a16="http://schemas.microsoft.com/office/drawing/2014/main" id="{AC9E88B9-60F2-2492-3F7E-01EE08F6D820}"/>
              </a:ext>
            </a:extLst>
          </p:cNvPr>
          <p:cNvSpPr/>
          <p:nvPr/>
        </p:nvSpPr>
        <p:spPr>
          <a:xfrm>
            <a:off x="10779591" y="3537975"/>
            <a:ext cx="343788" cy="257854"/>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8" name="图形 2">
            <a:extLst>
              <a:ext uri="{FF2B5EF4-FFF2-40B4-BE49-F238E27FC236}">
                <a16:creationId xmlns:a16="http://schemas.microsoft.com/office/drawing/2014/main" id="{A77C8B21-5008-7382-54D6-910ED0BD1FC2}"/>
              </a:ext>
            </a:extLst>
          </p:cNvPr>
          <p:cNvGrpSpPr/>
          <p:nvPr/>
        </p:nvGrpSpPr>
        <p:grpSpPr>
          <a:xfrm>
            <a:off x="3020979" y="5183403"/>
            <a:ext cx="346102" cy="377434"/>
            <a:chOff x="8174358" y="5462688"/>
            <a:chExt cx="986785" cy="1076122"/>
          </a:xfrm>
          <a:gradFill>
            <a:gsLst>
              <a:gs pos="0">
                <a:schemeClr val="accent1"/>
              </a:gs>
              <a:gs pos="100000">
                <a:schemeClr val="accent1">
                  <a:lumMod val="50000"/>
                </a:schemeClr>
              </a:gs>
            </a:gsLst>
          </a:gradFill>
        </p:grpSpPr>
        <p:grpSp>
          <p:nvGrpSpPr>
            <p:cNvPr id="149" name="图形 2">
              <a:extLst>
                <a:ext uri="{FF2B5EF4-FFF2-40B4-BE49-F238E27FC236}">
                  <a16:creationId xmlns:a16="http://schemas.microsoft.com/office/drawing/2014/main" id="{5F95E883-01BD-F542-4E33-B4363B7EFFB8}"/>
                </a:ext>
              </a:extLst>
            </p:cNvPr>
            <p:cNvGrpSpPr/>
            <p:nvPr/>
          </p:nvGrpSpPr>
          <p:grpSpPr>
            <a:xfrm>
              <a:off x="8629890" y="5462688"/>
              <a:ext cx="531252" cy="481140"/>
              <a:chOff x="8629890" y="5462688"/>
              <a:chExt cx="531252" cy="481140"/>
            </a:xfrm>
            <a:grpFill/>
          </p:grpSpPr>
          <p:sp>
            <p:nvSpPr>
              <p:cNvPr id="152" name="任意多边形: 形状 151">
                <a:extLst>
                  <a:ext uri="{FF2B5EF4-FFF2-40B4-BE49-F238E27FC236}">
                    <a16:creationId xmlns:a16="http://schemas.microsoft.com/office/drawing/2014/main" id="{90A6FA4C-E22D-0B66-F193-365AC61D1C28}"/>
                  </a:ext>
                </a:extLst>
              </p:cNvPr>
              <p:cNvSpPr/>
              <p:nvPr/>
            </p:nvSpPr>
            <p:spPr>
              <a:xfrm>
                <a:off x="8629890" y="5462688"/>
                <a:ext cx="276761" cy="276766"/>
              </a:xfrm>
              <a:custGeom>
                <a:avLst/>
                <a:gdLst>
                  <a:gd name="connsiteX0" fmla="*/ 225066 w 276761"/>
                  <a:gd name="connsiteY0" fmla="*/ 30440 h 276766"/>
                  <a:gd name="connsiteX1" fmla="*/ 246317 w 276761"/>
                  <a:gd name="connsiteY1" fmla="*/ 225071 h 276766"/>
                  <a:gd name="connsiteX2" fmla="*/ 51695 w 276761"/>
                  <a:gd name="connsiteY2" fmla="*/ 246322 h 276766"/>
                  <a:gd name="connsiteX3" fmla="*/ 30444 w 276761"/>
                  <a:gd name="connsiteY3" fmla="*/ 51692 h 276766"/>
                  <a:gd name="connsiteX4" fmla="*/ 225066 w 276761"/>
                  <a:gd name="connsiteY4" fmla="*/ 30440 h 276766"/>
                  <a:gd name="connsiteX5" fmla="*/ 89380 w 276761"/>
                  <a:gd name="connsiteY5" fmla="*/ 199405 h 276766"/>
                  <a:gd name="connsiteX6" fmla="*/ 199399 w 276761"/>
                  <a:gd name="connsiteY6" fmla="*/ 187386 h 276766"/>
                  <a:gd name="connsiteX7" fmla="*/ 187381 w 276761"/>
                  <a:gd name="connsiteY7" fmla="*/ 77366 h 276766"/>
                  <a:gd name="connsiteX8" fmla="*/ 77361 w 276761"/>
                  <a:gd name="connsiteY8" fmla="*/ 89385 h 276766"/>
                  <a:gd name="connsiteX9" fmla="*/ 89380 w 276761"/>
                  <a:gd name="connsiteY9" fmla="*/ 199405 h 27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66">
                    <a:moveTo>
                      <a:pt x="225066" y="30440"/>
                    </a:moveTo>
                    <a:cubicBezTo>
                      <a:pt x="284584" y="78241"/>
                      <a:pt x="294117" y="165552"/>
                      <a:pt x="246317" y="225071"/>
                    </a:cubicBezTo>
                    <a:cubicBezTo>
                      <a:pt x="198517" y="284590"/>
                      <a:pt x="111206" y="294122"/>
                      <a:pt x="51695" y="246322"/>
                    </a:cubicBezTo>
                    <a:cubicBezTo>
                      <a:pt x="-7823" y="198522"/>
                      <a:pt x="-17356" y="111210"/>
                      <a:pt x="30444" y="51692"/>
                    </a:cubicBezTo>
                    <a:cubicBezTo>
                      <a:pt x="78244" y="-7827"/>
                      <a:pt x="165547" y="-17351"/>
                      <a:pt x="225066" y="30440"/>
                    </a:cubicBezTo>
                    <a:close/>
                    <a:moveTo>
                      <a:pt x="89380" y="199405"/>
                    </a:moveTo>
                    <a:cubicBezTo>
                      <a:pt x="123027" y="226425"/>
                      <a:pt x="172379" y="221033"/>
                      <a:pt x="199399" y="187386"/>
                    </a:cubicBezTo>
                    <a:cubicBezTo>
                      <a:pt x="226420" y="153739"/>
                      <a:pt x="221028" y="104387"/>
                      <a:pt x="187381" y="77366"/>
                    </a:cubicBezTo>
                    <a:cubicBezTo>
                      <a:pt x="153734" y="50346"/>
                      <a:pt x="104382" y="55738"/>
                      <a:pt x="77361" y="89385"/>
                    </a:cubicBezTo>
                    <a:cubicBezTo>
                      <a:pt x="50341" y="123024"/>
                      <a:pt x="55733" y="172384"/>
                      <a:pt x="89380" y="199405"/>
                    </a:cubicBezTo>
                    <a:close/>
                  </a:path>
                </a:pathLst>
              </a:custGeom>
              <a:grpFill/>
              <a:ln w="8572" cap="flat">
                <a:noFill/>
                <a:prstDash val="solid"/>
                <a:miter/>
              </a:ln>
            </p:spPr>
            <p:txBody>
              <a:bodyPr rtlCol="0" anchor="ctr"/>
              <a:lstStyle/>
              <a:p>
                <a:endParaRPr lang="zh-CN" altLang="en-US"/>
              </a:p>
            </p:txBody>
          </p:sp>
          <p:sp>
            <p:nvSpPr>
              <p:cNvPr id="153" name="任意多边形: 形状 152">
                <a:extLst>
                  <a:ext uri="{FF2B5EF4-FFF2-40B4-BE49-F238E27FC236}">
                    <a16:creationId xmlns:a16="http://schemas.microsoft.com/office/drawing/2014/main" id="{4C575C1C-ED7B-9A59-29F0-D7BEF430FF8E}"/>
                  </a:ext>
                </a:extLst>
              </p:cNvPr>
              <p:cNvSpPr/>
              <p:nvPr/>
            </p:nvSpPr>
            <p:spPr>
              <a:xfrm>
                <a:off x="8884382" y="5667073"/>
                <a:ext cx="276761" cy="276755"/>
              </a:xfrm>
              <a:custGeom>
                <a:avLst/>
                <a:gdLst>
                  <a:gd name="connsiteX0" fmla="*/ 225066 w 276761"/>
                  <a:gd name="connsiteY0" fmla="*/ 30441 h 276755"/>
                  <a:gd name="connsiteX1" fmla="*/ 246317 w 276761"/>
                  <a:gd name="connsiteY1" fmla="*/ 225063 h 276755"/>
                  <a:gd name="connsiteX2" fmla="*/ 51696 w 276761"/>
                  <a:gd name="connsiteY2" fmla="*/ 246314 h 276755"/>
                  <a:gd name="connsiteX3" fmla="*/ 30445 w 276761"/>
                  <a:gd name="connsiteY3" fmla="*/ 51693 h 276755"/>
                  <a:gd name="connsiteX4" fmla="*/ 225066 w 276761"/>
                  <a:gd name="connsiteY4" fmla="*/ 30441 h 276755"/>
                  <a:gd name="connsiteX5" fmla="*/ 89380 w 276761"/>
                  <a:gd name="connsiteY5" fmla="*/ 199397 h 276755"/>
                  <a:gd name="connsiteX6" fmla="*/ 199400 w 276761"/>
                  <a:gd name="connsiteY6" fmla="*/ 187387 h 276755"/>
                  <a:gd name="connsiteX7" fmla="*/ 187381 w 276761"/>
                  <a:gd name="connsiteY7" fmla="*/ 77367 h 276755"/>
                  <a:gd name="connsiteX8" fmla="*/ 77361 w 276761"/>
                  <a:gd name="connsiteY8" fmla="*/ 89386 h 276755"/>
                  <a:gd name="connsiteX9" fmla="*/ 89380 w 276761"/>
                  <a:gd name="connsiteY9" fmla="*/ 199397 h 2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761" h="276755">
                    <a:moveTo>
                      <a:pt x="225066" y="30441"/>
                    </a:moveTo>
                    <a:cubicBezTo>
                      <a:pt x="284585" y="78242"/>
                      <a:pt x="294117" y="165553"/>
                      <a:pt x="246317" y="225063"/>
                    </a:cubicBezTo>
                    <a:cubicBezTo>
                      <a:pt x="198517" y="284573"/>
                      <a:pt x="111206" y="294114"/>
                      <a:pt x="51696" y="246314"/>
                    </a:cubicBezTo>
                    <a:cubicBezTo>
                      <a:pt x="-7824" y="198514"/>
                      <a:pt x="-17356" y="111203"/>
                      <a:pt x="30445" y="51693"/>
                    </a:cubicBezTo>
                    <a:cubicBezTo>
                      <a:pt x="78245" y="-7818"/>
                      <a:pt x="165547" y="-17359"/>
                      <a:pt x="225066" y="30441"/>
                    </a:cubicBezTo>
                    <a:close/>
                    <a:moveTo>
                      <a:pt x="89380" y="199397"/>
                    </a:moveTo>
                    <a:cubicBezTo>
                      <a:pt x="123027" y="226417"/>
                      <a:pt x="172379" y="221025"/>
                      <a:pt x="199400" y="187387"/>
                    </a:cubicBezTo>
                    <a:cubicBezTo>
                      <a:pt x="226420" y="153740"/>
                      <a:pt x="221028" y="104388"/>
                      <a:pt x="187381" y="77367"/>
                    </a:cubicBezTo>
                    <a:cubicBezTo>
                      <a:pt x="153734" y="50346"/>
                      <a:pt x="104382" y="55739"/>
                      <a:pt x="77361" y="89386"/>
                    </a:cubicBezTo>
                    <a:cubicBezTo>
                      <a:pt x="50341" y="123016"/>
                      <a:pt x="55733" y="172376"/>
                      <a:pt x="89380" y="199397"/>
                    </a:cubicBezTo>
                    <a:close/>
                  </a:path>
                </a:pathLst>
              </a:custGeom>
              <a:grpFill/>
              <a:ln w="8572" cap="flat">
                <a:noFill/>
                <a:prstDash val="solid"/>
                <a:miter/>
              </a:ln>
            </p:spPr>
            <p:txBody>
              <a:bodyPr rtlCol="0" anchor="ctr"/>
              <a:lstStyle/>
              <a:p>
                <a:endParaRPr lang="zh-CN" altLang="en-US"/>
              </a:p>
            </p:txBody>
          </p:sp>
        </p:grpSp>
        <p:sp>
          <p:nvSpPr>
            <p:cNvPr id="150" name="任意多边形: 形状 149">
              <a:extLst>
                <a:ext uri="{FF2B5EF4-FFF2-40B4-BE49-F238E27FC236}">
                  <a16:creationId xmlns:a16="http://schemas.microsoft.com/office/drawing/2014/main" id="{06681D4D-4054-F7F4-79AC-FA1989013DDB}"/>
                </a:ext>
              </a:extLst>
            </p:cNvPr>
            <p:cNvSpPr/>
            <p:nvPr/>
          </p:nvSpPr>
          <p:spPr>
            <a:xfrm>
              <a:off x="8174358" y="5976395"/>
              <a:ext cx="431018" cy="360627"/>
            </a:xfrm>
            <a:custGeom>
              <a:avLst/>
              <a:gdLst>
                <a:gd name="connsiteX0" fmla="*/ 8917 w 431018"/>
                <a:gd name="connsiteY0" fmla="*/ 360628 h 360627"/>
                <a:gd name="connsiteX1" fmla="*/ 386844 w 431018"/>
                <a:gd name="connsiteY1" fmla="*/ 124593 h 360627"/>
                <a:gd name="connsiteX2" fmla="*/ 431018 w 431018"/>
                <a:gd name="connsiteY2" fmla="*/ 0 h 360627"/>
                <a:gd name="connsiteX3" fmla="*/ 67750 w 431018"/>
                <a:gd name="connsiteY3" fmla="*/ 226880 h 360627"/>
                <a:gd name="connsiteX4" fmla="*/ 8917 w 431018"/>
                <a:gd name="connsiteY4" fmla="*/ 360628 h 360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018" h="360627">
                  <a:moveTo>
                    <a:pt x="8917" y="360628"/>
                  </a:moveTo>
                  <a:lnTo>
                    <a:pt x="386844" y="124593"/>
                  </a:lnTo>
                  <a:lnTo>
                    <a:pt x="431018" y="0"/>
                  </a:lnTo>
                  <a:lnTo>
                    <a:pt x="67750" y="226880"/>
                  </a:lnTo>
                  <a:cubicBezTo>
                    <a:pt x="11188" y="262207"/>
                    <a:pt x="-15155" y="322086"/>
                    <a:pt x="8917" y="360628"/>
                  </a:cubicBezTo>
                  <a:close/>
                </a:path>
              </a:pathLst>
            </a:custGeom>
            <a:grpFill/>
            <a:ln w="8572" cap="flat">
              <a:noFill/>
              <a:prstDash val="solid"/>
              <a:miter/>
            </a:ln>
          </p:spPr>
          <p:txBody>
            <a:bodyPr rtlCol="0" anchor="ctr"/>
            <a:lstStyle/>
            <a:p>
              <a:endParaRPr lang="zh-CN" altLang="en-US"/>
            </a:p>
          </p:txBody>
        </p:sp>
        <p:sp>
          <p:nvSpPr>
            <p:cNvPr id="151" name="任意多边形: 形状 150">
              <a:extLst>
                <a:ext uri="{FF2B5EF4-FFF2-40B4-BE49-F238E27FC236}">
                  <a16:creationId xmlns:a16="http://schemas.microsoft.com/office/drawing/2014/main" id="{EAB44A70-0032-17F3-F132-FD850F06E6C4}"/>
                </a:ext>
              </a:extLst>
            </p:cNvPr>
            <p:cNvSpPr/>
            <p:nvPr/>
          </p:nvSpPr>
          <p:spPr>
            <a:xfrm>
              <a:off x="8430428" y="5761894"/>
              <a:ext cx="449019" cy="776916"/>
            </a:xfrm>
            <a:custGeom>
              <a:avLst/>
              <a:gdLst>
                <a:gd name="connsiteX0" fmla="*/ 274294 w 449019"/>
                <a:gd name="connsiteY0" fmla="*/ 0 h 776916"/>
                <a:gd name="connsiteX1" fmla="*/ 0 w 449019"/>
                <a:gd name="connsiteY1" fmla="*/ 773616 h 776916"/>
                <a:gd name="connsiteX2" fmla="*/ 117889 w 449019"/>
                <a:gd name="connsiteY2" fmla="*/ 687300 h 776916"/>
                <a:gd name="connsiteX3" fmla="*/ 272803 w 449019"/>
                <a:gd name="connsiteY3" fmla="*/ 250377 h 776916"/>
                <a:gd name="connsiteX4" fmla="*/ 302721 w 449019"/>
                <a:gd name="connsiteY4" fmla="*/ 231689 h 776916"/>
                <a:gd name="connsiteX5" fmla="*/ 302721 w 449019"/>
                <a:gd name="connsiteY5" fmla="*/ 231689 h 776916"/>
                <a:gd name="connsiteX6" fmla="*/ 449019 w 449019"/>
                <a:gd name="connsiteY6" fmla="*/ 140315 h 776916"/>
                <a:gd name="connsiteX7" fmla="*/ 431034 w 449019"/>
                <a:gd name="connsiteY7" fmla="*/ 103041 h 776916"/>
                <a:gd name="connsiteX8" fmla="*/ 238830 w 449019"/>
                <a:gd name="connsiteY8" fmla="*/ 223082 h 776916"/>
                <a:gd name="connsiteX9" fmla="*/ 314560 w 449019"/>
                <a:gd name="connsiteY9" fmla="*/ 9498 h 776916"/>
                <a:gd name="connsiteX10" fmla="*/ 274294 w 449019"/>
                <a:gd name="connsiteY10" fmla="*/ 0 h 77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9019" h="776916">
                  <a:moveTo>
                    <a:pt x="274294" y="0"/>
                  </a:moveTo>
                  <a:lnTo>
                    <a:pt x="0" y="773616"/>
                  </a:lnTo>
                  <a:cubicBezTo>
                    <a:pt x="42828" y="788798"/>
                    <a:pt x="95609" y="750153"/>
                    <a:pt x="117889" y="687300"/>
                  </a:cubicBezTo>
                  <a:lnTo>
                    <a:pt x="272803" y="250377"/>
                  </a:lnTo>
                  <a:lnTo>
                    <a:pt x="302721" y="231689"/>
                  </a:lnTo>
                  <a:lnTo>
                    <a:pt x="302721" y="231689"/>
                  </a:lnTo>
                  <a:lnTo>
                    <a:pt x="449019" y="140315"/>
                  </a:lnTo>
                  <a:cubicBezTo>
                    <a:pt x="441012" y="128776"/>
                    <a:pt x="434977" y="116200"/>
                    <a:pt x="431034" y="103041"/>
                  </a:cubicBezTo>
                  <a:lnTo>
                    <a:pt x="238830" y="223082"/>
                  </a:lnTo>
                  <a:lnTo>
                    <a:pt x="314560" y="9498"/>
                  </a:lnTo>
                  <a:cubicBezTo>
                    <a:pt x="300869" y="8495"/>
                    <a:pt x="287282" y="5323"/>
                    <a:pt x="274294" y="0"/>
                  </a:cubicBezTo>
                  <a:close/>
                </a:path>
              </a:pathLst>
            </a:custGeom>
            <a:grpFill/>
            <a:ln w="8572" cap="flat">
              <a:noFill/>
              <a:prstDash val="solid"/>
              <a:miter/>
            </a:ln>
          </p:spPr>
          <p:txBody>
            <a:bodyPr rtlCol="0" anchor="ctr"/>
            <a:lstStyle/>
            <a:p>
              <a:endParaRPr lang="zh-CN" altLang="en-US"/>
            </a:p>
          </p:txBody>
        </p:sp>
      </p:grpSp>
      <p:grpSp>
        <p:nvGrpSpPr>
          <p:cNvPr id="154" name="图形 2">
            <a:extLst>
              <a:ext uri="{FF2B5EF4-FFF2-40B4-BE49-F238E27FC236}">
                <a16:creationId xmlns:a16="http://schemas.microsoft.com/office/drawing/2014/main" id="{F4A53EA7-4476-E6F4-CCE1-CDC727248203}"/>
              </a:ext>
            </a:extLst>
          </p:cNvPr>
          <p:cNvGrpSpPr/>
          <p:nvPr/>
        </p:nvGrpSpPr>
        <p:grpSpPr>
          <a:xfrm>
            <a:off x="5149150" y="5203858"/>
            <a:ext cx="374334" cy="336524"/>
            <a:chOff x="4705111" y="5521007"/>
            <a:chExt cx="1067276" cy="959476"/>
          </a:xfrm>
          <a:gradFill>
            <a:gsLst>
              <a:gs pos="0">
                <a:schemeClr val="accent1"/>
              </a:gs>
              <a:gs pos="100000">
                <a:schemeClr val="accent1">
                  <a:lumMod val="50000"/>
                </a:schemeClr>
              </a:gs>
            </a:gsLst>
          </a:gradFill>
        </p:grpSpPr>
        <p:sp>
          <p:nvSpPr>
            <p:cNvPr id="155" name="任意多边形: 形状 154">
              <a:extLst>
                <a:ext uri="{FF2B5EF4-FFF2-40B4-BE49-F238E27FC236}">
                  <a16:creationId xmlns:a16="http://schemas.microsoft.com/office/drawing/2014/main" id="{A4489FB2-D572-7E58-872A-E93FAA7B4F30}"/>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156" name="任意多边形: 形状 155">
              <a:extLst>
                <a:ext uri="{FF2B5EF4-FFF2-40B4-BE49-F238E27FC236}">
                  <a16:creationId xmlns:a16="http://schemas.microsoft.com/office/drawing/2014/main" id="{D7791DF9-E243-BBC7-A7A4-922A67898CD2}"/>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157" name="任意多边形: 形状 156">
              <a:extLst>
                <a:ext uri="{FF2B5EF4-FFF2-40B4-BE49-F238E27FC236}">
                  <a16:creationId xmlns:a16="http://schemas.microsoft.com/office/drawing/2014/main" id="{A661FB99-FE69-CA5B-DCC3-FA54FA316F7B}"/>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58" name="任意多边形: 形状 157">
              <a:extLst>
                <a:ext uri="{FF2B5EF4-FFF2-40B4-BE49-F238E27FC236}">
                  <a16:creationId xmlns:a16="http://schemas.microsoft.com/office/drawing/2014/main" id="{3CFDE5F9-A4D8-B3A1-07AF-BFE4AC34B830}"/>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59" name="任意多边形: 形状 158">
              <a:extLst>
                <a:ext uri="{FF2B5EF4-FFF2-40B4-BE49-F238E27FC236}">
                  <a16:creationId xmlns:a16="http://schemas.microsoft.com/office/drawing/2014/main" id="{54CDD722-525E-A779-73F0-5AF3B560F937}"/>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60" name="组合 159">
            <a:extLst>
              <a:ext uri="{FF2B5EF4-FFF2-40B4-BE49-F238E27FC236}">
                <a16:creationId xmlns:a16="http://schemas.microsoft.com/office/drawing/2014/main" id="{CECB8098-6EC9-99B8-7D66-A4F616B17E2B}"/>
              </a:ext>
            </a:extLst>
          </p:cNvPr>
          <p:cNvGrpSpPr/>
          <p:nvPr/>
        </p:nvGrpSpPr>
        <p:grpSpPr>
          <a:xfrm>
            <a:off x="7458397" y="5198156"/>
            <a:ext cx="327258" cy="347928"/>
            <a:chOff x="698562" y="5515469"/>
            <a:chExt cx="933056" cy="991992"/>
          </a:xfrm>
          <a:gradFill>
            <a:gsLst>
              <a:gs pos="0">
                <a:schemeClr val="accent1"/>
              </a:gs>
              <a:gs pos="100000">
                <a:schemeClr val="accent1">
                  <a:lumMod val="50000"/>
                </a:schemeClr>
              </a:gs>
            </a:gsLst>
          </a:gradFill>
        </p:grpSpPr>
        <p:sp>
          <p:nvSpPr>
            <p:cNvPr id="161" name="任意多边形: 形状 160">
              <a:extLst>
                <a:ext uri="{FF2B5EF4-FFF2-40B4-BE49-F238E27FC236}">
                  <a16:creationId xmlns:a16="http://schemas.microsoft.com/office/drawing/2014/main" id="{8FE472AB-5700-3D2E-75C5-8EF02F3448E6}"/>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62" name="任意多边形: 形状 161">
              <a:extLst>
                <a:ext uri="{FF2B5EF4-FFF2-40B4-BE49-F238E27FC236}">
                  <a16:creationId xmlns:a16="http://schemas.microsoft.com/office/drawing/2014/main" id="{DA754917-DBD2-2E69-A915-0E48C79EA852}"/>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63" name="任意多边形: 形状 162">
              <a:extLst>
                <a:ext uri="{FF2B5EF4-FFF2-40B4-BE49-F238E27FC236}">
                  <a16:creationId xmlns:a16="http://schemas.microsoft.com/office/drawing/2014/main" id="{3DB8B329-961D-87D0-D22F-736BB43C86C8}"/>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64" name="任意多边形: 形状 163">
              <a:extLst>
                <a:ext uri="{FF2B5EF4-FFF2-40B4-BE49-F238E27FC236}">
                  <a16:creationId xmlns:a16="http://schemas.microsoft.com/office/drawing/2014/main" id="{0A794A9C-F6C9-7474-D7B4-BA73A1CA560F}"/>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65" name="call-answer_17216">
            <a:extLst>
              <a:ext uri="{FF2B5EF4-FFF2-40B4-BE49-F238E27FC236}">
                <a16:creationId xmlns:a16="http://schemas.microsoft.com/office/drawing/2014/main" id="{C2BFBD22-439E-57CB-112E-E1777EE412FC}"/>
              </a:ext>
            </a:extLst>
          </p:cNvPr>
          <p:cNvSpPr/>
          <p:nvPr/>
        </p:nvSpPr>
        <p:spPr>
          <a:xfrm>
            <a:off x="9763220" y="5200226"/>
            <a:ext cx="343358" cy="343788"/>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gradFill>
            <a:gsLst>
              <a:gs pos="0">
                <a:schemeClr val="accent1"/>
              </a:gs>
              <a:gs pos="100000">
                <a:schemeClr val="accent1">
                  <a:lumMod val="50000"/>
                </a:schemeClr>
              </a:gs>
            </a:gsLs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1883292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椭圆 5">
            <a:extLst>
              <a:ext uri="{FF2B5EF4-FFF2-40B4-BE49-F238E27FC236}">
                <a16:creationId xmlns:a16="http://schemas.microsoft.com/office/drawing/2014/main" id="{7643DC89-DC40-4B19-48A4-03E2051C502A}"/>
              </a:ext>
            </a:extLst>
          </p:cNvPr>
          <p:cNvSpPr/>
          <p:nvPr/>
        </p:nvSpPr>
        <p:spPr>
          <a:xfrm>
            <a:off x="1237438" y="2569892"/>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D9F46B27-4348-B35D-0C69-4ECC949C1E11}"/>
              </a:ext>
            </a:extLst>
          </p:cNvPr>
          <p:cNvSpPr/>
          <p:nvPr/>
        </p:nvSpPr>
        <p:spPr>
          <a:xfrm>
            <a:off x="1326538" y="2658991"/>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5AB4DA31-BA1C-93DF-D922-3B94E25346C8}"/>
              </a:ext>
            </a:extLst>
          </p:cNvPr>
          <p:cNvSpPr/>
          <p:nvPr/>
        </p:nvSpPr>
        <p:spPr>
          <a:xfrm>
            <a:off x="6638559" y="2569892"/>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00F5D42F-5E66-E781-0A73-4C92A0BFB2AC}"/>
              </a:ext>
            </a:extLst>
          </p:cNvPr>
          <p:cNvSpPr/>
          <p:nvPr/>
        </p:nvSpPr>
        <p:spPr>
          <a:xfrm>
            <a:off x="6727659" y="2658991"/>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45680323-A2DD-6FB9-8012-4FFA3644EAFE}"/>
              </a:ext>
            </a:extLst>
          </p:cNvPr>
          <p:cNvSpPr/>
          <p:nvPr/>
        </p:nvSpPr>
        <p:spPr>
          <a:xfrm>
            <a:off x="3916186" y="2234241"/>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719C08E4-9A27-051B-F6D9-0F70F4DBC800}"/>
              </a:ext>
            </a:extLst>
          </p:cNvPr>
          <p:cNvSpPr/>
          <p:nvPr/>
        </p:nvSpPr>
        <p:spPr>
          <a:xfrm>
            <a:off x="4005286" y="2323340"/>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椭圆 19">
            <a:extLst>
              <a:ext uri="{FF2B5EF4-FFF2-40B4-BE49-F238E27FC236}">
                <a16:creationId xmlns:a16="http://schemas.microsoft.com/office/drawing/2014/main" id="{F081D10C-0A96-4F0E-58DD-7E9D60C7D54B}"/>
              </a:ext>
            </a:extLst>
          </p:cNvPr>
          <p:cNvSpPr/>
          <p:nvPr/>
        </p:nvSpPr>
        <p:spPr>
          <a:xfrm>
            <a:off x="9362103" y="2234241"/>
            <a:ext cx="1592728" cy="1592728"/>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FC5B87E9-FD44-BE15-C1A8-5802057EF026}"/>
              </a:ext>
            </a:extLst>
          </p:cNvPr>
          <p:cNvSpPr/>
          <p:nvPr/>
        </p:nvSpPr>
        <p:spPr>
          <a:xfrm>
            <a:off x="9451203" y="2323340"/>
            <a:ext cx="1414529" cy="141452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弧形 22">
            <a:extLst>
              <a:ext uri="{FF2B5EF4-FFF2-40B4-BE49-F238E27FC236}">
                <a16:creationId xmlns:a16="http://schemas.microsoft.com/office/drawing/2014/main" id="{FF7902A2-D617-625D-6F47-0E661774F39D}"/>
              </a:ext>
            </a:extLst>
          </p:cNvPr>
          <p:cNvSpPr/>
          <p:nvPr/>
        </p:nvSpPr>
        <p:spPr>
          <a:xfrm rot="18404973">
            <a:off x="2601144" y="2955683"/>
            <a:ext cx="1798130" cy="1798131"/>
          </a:xfrm>
          <a:prstGeom prst="arc">
            <a:avLst>
              <a:gd name="adj1" fmla="val 16825165"/>
              <a:gd name="adj2" fmla="val 20855904"/>
            </a:avLst>
          </a:prstGeom>
          <a:ln w="6350">
            <a:solidFill>
              <a:schemeClr val="accent1">
                <a:lumMod val="100000"/>
              </a:schemeClr>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弧形 23">
            <a:extLst>
              <a:ext uri="{FF2B5EF4-FFF2-40B4-BE49-F238E27FC236}">
                <a16:creationId xmlns:a16="http://schemas.microsoft.com/office/drawing/2014/main" id="{7409037C-12D5-42A3-31F4-F9E76B215668}"/>
              </a:ext>
            </a:extLst>
          </p:cNvPr>
          <p:cNvSpPr/>
          <p:nvPr/>
        </p:nvSpPr>
        <p:spPr>
          <a:xfrm rot="18404973">
            <a:off x="7985755" y="2955683"/>
            <a:ext cx="1798130" cy="1798131"/>
          </a:xfrm>
          <a:prstGeom prst="arc">
            <a:avLst>
              <a:gd name="adj1" fmla="val 16825165"/>
              <a:gd name="adj2" fmla="val 20855904"/>
            </a:avLst>
          </a:prstGeom>
          <a:ln w="6350">
            <a:solidFill>
              <a:schemeClr val="accent1">
                <a:lumMod val="100000"/>
              </a:schemeClr>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弧形 24">
            <a:extLst>
              <a:ext uri="{FF2B5EF4-FFF2-40B4-BE49-F238E27FC236}">
                <a16:creationId xmlns:a16="http://schemas.microsoft.com/office/drawing/2014/main" id="{633EC26C-AAA6-9FA6-B6F6-3A596F3E595A}"/>
              </a:ext>
            </a:extLst>
          </p:cNvPr>
          <p:cNvSpPr/>
          <p:nvPr/>
        </p:nvSpPr>
        <p:spPr>
          <a:xfrm rot="3195027" flipV="1">
            <a:off x="5172600" y="2006050"/>
            <a:ext cx="1798130" cy="1798131"/>
          </a:xfrm>
          <a:prstGeom prst="arc">
            <a:avLst>
              <a:gd name="adj1" fmla="val 16825165"/>
              <a:gd name="adj2" fmla="val 21468755"/>
            </a:avLst>
          </a:prstGeom>
          <a:ln w="6350">
            <a:solidFill>
              <a:schemeClr val="accent1">
                <a:lumMod val="100000"/>
              </a:schemeClr>
            </a:solidFill>
            <a:prstDash val="dash"/>
            <a:headEnd type="oval" w="sm" len="sm"/>
            <a:tailEnd type="oval"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稿定-9">
            <a:extLst>
              <a:ext uri="{FF2B5EF4-FFF2-40B4-BE49-F238E27FC236}">
                <a16:creationId xmlns:a16="http://schemas.microsoft.com/office/drawing/2014/main" id="{714CA2A0-6E41-0CE0-37A8-6E5E9485F32F}"/>
              </a:ext>
            </a:extLst>
          </p:cNvPr>
          <p:cNvSpPr/>
          <p:nvPr/>
        </p:nvSpPr>
        <p:spPr>
          <a:xfrm flipH="1">
            <a:off x="1209554" y="4564126"/>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财运亨通</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7" name="稿定-31">
            <a:extLst>
              <a:ext uri="{FF2B5EF4-FFF2-40B4-BE49-F238E27FC236}">
                <a16:creationId xmlns:a16="http://schemas.microsoft.com/office/drawing/2014/main" id="{FC8870F0-7C0D-D41F-5C11-B3CCCD0B54FE}"/>
              </a:ext>
            </a:extLst>
          </p:cNvPr>
          <p:cNvSpPr/>
          <p:nvPr/>
        </p:nvSpPr>
        <p:spPr>
          <a:xfrm flipH="1">
            <a:off x="1209555" y="4936636"/>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稿定-9">
            <a:extLst>
              <a:ext uri="{FF2B5EF4-FFF2-40B4-BE49-F238E27FC236}">
                <a16:creationId xmlns:a16="http://schemas.microsoft.com/office/drawing/2014/main" id="{FADAE2F2-BF52-A654-3635-062EC8E526BD}"/>
              </a:ext>
            </a:extLst>
          </p:cNvPr>
          <p:cNvSpPr/>
          <p:nvPr/>
        </p:nvSpPr>
        <p:spPr>
          <a:xfrm flipH="1">
            <a:off x="3888302" y="4199354"/>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吉祥如意</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9" name="稿定-31">
            <a:extLst>
              <a:ext uri="{FF2B5EF4-FFF2-40B4-BE49-F238E27FC236}">
                <a16:creationId xmlns:a16="http://schemas.microsoft.com/office/drawing/2014/main" id="{B4D63A19-3F93-CC1A-35D7-6D2FE2EC470B}"/>
              </a:ext>
            </a:extLst>
          </p:cNvPr>
          <p:cNvSpPr/>
          <p:nvPr/>
        </p:nvSpPr>
        <p:spPr>
          <a:xfrm flipH="1">
            <a:off x="3888303" y="4571863"/>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稿定-9">
            <a:extLst>
              <a:ext uri="{FF2B5EF4-FFF2-40B4-BE49-F238E27FC236}">
                <a16:creationId xmlns:a16="http://schemas.microsoft.com/office/drawing/2014/main" id="{012788F6-06D7-7D6D-2F48-8C9C4FDCAAD5}"/>
              </a:ext>
            </a:extLst>
          </p:cNvPr>
          <p:cNvSpPr/>
          <p:nvPr/>
        </p:nvSpPr>
        <p:spPr>
          <a:xfrm flipH="1">
            <a:off x="6610675" y="4570113"/>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平步青云</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稿定-31">
            <a:extLst>
              <a:ext uri="{FF2B5EF4-FFF2-40B4-BE49-F238E27FC236}">
                <a16:creationId xmlns:a16="http://schemas.microsoft.com/office/drawing/2014/main" id="{E363BE5E-DA57-5E55-74B0-9E74F3C816EB}"/>
              </a:ext>
            </a:extLst>
          </p:cNvPr>
          <p:cNvSpPr/>
          <p:nvPr/>
        </p:nvSpPr>
        <p:spPr>
          <a:xfrm flipH="1">
            <a:off x="6610676" y="4942622"/>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稿定-9">
            <a:extLst>
              <a:ext uri="{FF2B5EF4-FFF2-40B4-BE49-F238E27FC236}">
                <a16:creationId xmlns:a16="http://schemas.microsoft.com/office/drawing/2014/main" id="{60EF4C72-A78D-CABE-0B5D-DBD45A5DBD75}"/>
              </a:ext>
            </a:extLst>
          </p:cNvPr>
          <p:cNvSpPr/>
          <p:nvPr/>
        </p:nvSpPr>
        <p:spPr>
          <a:xfrm flipH="1">
            <a:off x="9334219" y="4199354"/>
            <a:ext cx="1648496"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花好月圆</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3" name="稿定-31">
            <a:extLst>
              <a:ext uri="{FF2B5EF4-FFF2-40B4-BE49-F238E27FC236}">
                <a16:creationId xmlns:a16="http://schemas.microsoft.com/office/drawing/2014/main" id="{91B79C2C-8EA9-42FE-ECE9-F528B559C916}"/>
              </a:ext>
            </a:extLst>
          </p:cNvPr>
          <p:cNvSpPr/>
          <p:nvPr/>
        </p:nvSpPr>
        <p:spPr>
          <a:xfrm flipH="1">
            <a:off x="9334220" y="4571863"/>
            <a:ext cx="1648494" cy="360548"/>
          </a:xfrm>
          <a:prstGeom prst="rect">
            <a:avLst/>
          </a:prstGeom>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10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0FD024A8-6AB7-D8B3-402F-8D7EAB2B6CA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 name="矩形 7">
            <a:extLst>
              <a:ext uri="{FF2B5EF4-FFF2-40B4-BE49-F238E27FC236}">
                <a16:creationId xmlns:a16="http://schemas.microsoft.com/office/drawing/2014/main" id="{E044966C-DCB9-07F2-0179-25A131346B3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29E0426D-CDF0-7D0B-6E55-3F36A413EEBF}"/>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4AADB0A9-5396-17D4-55B7-3E6A108FC004}"/>
              </a:ext>
            </a:extLst>
          </p:cNvPr>
          <p:cNvSpPr txBox="1"/>
          <p:nvPr/>
        </p:nvSpPr>
        <p:spPr>
          <a:xfrm>
            <a:off x="1648120" y="3114199"/>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01</a:t>
            </a:r>
            <a:endParaRPr lang="zh-CN" altLang="en-US" dirty="0">
              <a:solidFill>
                <a:schemeClr val="bg1"/>
              </a:solidFill>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E54572F9-3623-2978-4B39-EE58567DB491}"/>
              </a:ext>
            </a:extLst>
          </p:cNvPr>
          <p:cNvSpPr txBox="1"/>
          <p:nvPr/>
        </p:nvSpPr>
        <p:spPr>
          <a:xfrm>
            <a:off x="4290800" y="2766177"/>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02</a:t>
            </a:r>
            <a:endParaRPr lang="zh-CN" altLang="en-US" dirty="0">
              <a:solidFill>
                <a:schemeClr val="bg1"/>
              </a:solidFill>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DD4B0EA9-D6A3-7FE3-E0AF-CB58981E5769}"/>
              </a:ext>
            </a:extLst>
          </p:cNvPr>
          <p:cNvSpPr txBox="1"/>
          <p:nvPr/>
        </p:nvSpPr>
        <p:spPr>
          <a:xfrm>
            <a:off x="7006761" y="3094374"/>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03</a:t>
            </a:r>
            <a:endParaRPr lang="zh-CN" altLang="en-US" dirty="0">
              <a:solidFill>
                <a:schemeClr val="bg1"/>
              </a:solidFill>
              <a:sym typeface="阿里巴巴普惠体 2 45 Light" panose="00020600040101010101" pitchFamily="18" charset="-122"/>
            </a:endParaRPr>
          </a:p>
        </p:txBody>
      </p:sp>
      <p:sp>
        <p:nvSpPr>
          <p:cNvPr id="12" name="文本框 11">
            <a:extLst>
              <a:ext uri="{FF2B5EF4-FFF2-40B4-BE49-F238E27FC236}">
                <a16:creationId xmlns:a16="http://schemas.microsoft.com/office/drawing/2014/main" id="{E1B3A01D-A48C-19FD-BD8C-A61518A52A27}"/>
              </a:ext>
            </a:extLst>
          </p:cNvPr>
          <p:cNvSpPr txBox="1"/>
          <p:nvPr/>
        </p:nvSpPr>
        <p:spPr>
          <a:xfrm>
            <a:off x="9727901" y="2787999"/>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sym typeface="阿里巴巴普惠体 2 45 Light" panose="00020600040101010101" pitchFamily="18" charset="-122"/>
              </a:rPr>
              <a:t>04</a:t>
            </a:r>
            <a:endParaRPr lang="zh-CN" altLang="en-US" dirty="0">
              <a:solidFill>
                <a:schemeClr val="bg1"/>
              </a:solidFill>
              <a:sym typeface="阿里巴巴普惠体 2 45 Light" panose="00020600040101010101" pitchFamily="18" charset="-122"/>
            </a:endParaRPr>
          </a:p>
        </p:txBody>
      </p:sp>
      <p:sp>
        <p:nvSpPr>
          <p:cNvPr id="17" name="箭头: V 形 16">
            <a:extLst>
              <a:ext uri="{FF2B5EF4-FFF2-40B4-BE49-F238E27FC236}">
                <a16:creationId xmlns:a16="http://schemas.microsoft.com/office/drawing/2014/main" id="{4CBFA5DA-1B4F-4E69-B222-744817BE2B5E}"/>
              </a:ext>
            </a:extLst>
          </p:cNvPr>
          <p:cNvSpPr/>
          <p:nvPr/>
        </p:nvSpPr>
        <p:spPr>
          <a:xfrm rot="5400000">
            <a:off x="1884921" y="4217940"/>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箭头: V 形 17">
            <a:extLst>
              <a:ext uri="{FF2B5EF4-FFF2-40B4-BE49-F238E27FC236}">
                <a16:creationId xmlns:a16="http://schemas.microsoft.com/office/drawing/2014/main" id="{A2CE4EB1-F0C2-72C8-8B50-BA5BBC0F0BCB}"/>
              </a:ext>
            </a:extLst>
          </p:cNvPr>
          <p:cNvSpPr/>
          <p:nvPr/>
        </p:nvSpPr>
        <p:spPr>
          <a:xfrm rot="5400000">
            <a:off x="4563669" y="385270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 name="箭头: V 形 18">
            <a:extLst>
              <a:ext uri="{FF2B5EF4-FFF2-40B4-BE49-F238E27FC236}">
                <a16:creationId xmlns:a16="http://schemas.microsoft.com/office/drawing/2014/main" id="{6222C4FB-4774-BFDB-7D01-11EE3D824B2F}"/>
              </a:ext>
            </a:extLst>
          </p:cNvPr>
          <p:cNvSpPr/>
          <p:nvPr/>
        </p:nvSpPr>
        <p:spPr>
          <a:xfrm rot="5400000">
            <a:off x="7286042" y="4217940"/>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2" name="箭头: V 形 21">
            <a:extLst>
              <a:ext uri="{FF2B5EF4-FFF2-40B4-BE49-F238E27FC236}">
                <a16:creationId xmlns:a16="http://schemas.microsoft.com/office/drawing/2014/main" id="{451BC706-C148-DA0D-4379-E45FE6803A50}"/>
              </a:ext>
            </a:extLst>
          </p:cNvPr>
          <p:cNvSpPr/>
          <p:nvPr/>
        </p:nvSpPr>
        <p:spPr>
          <a:xfrm rot="5400000">
            <a:off x="10009586" y="3852707"/>
            <a:ext cx="297762" cy="297762"/>
          </a:xfrm>
          <a:prstGeom prst="chevron">
            <a:avLst/>
          </a:prstGeom>
          <a:gradFill flip="none" rotWithShape="1">
            <a:gsLst>
              <a:gs pos="0">
                <a:schemeClr val="accent1">
                  <a:lumMod val="74000"/>
                  <a:lumOff val="26000"/>
                  <a:alpha val="0"/>
                </a:schemeClr>
              </a:gs>
              <a:gs pos="100000">
                <a:schemeClr val="accent1">
                  <a:lumMod val="75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Tree>
    <p:extLst>
      <p:ext uri="{BB962C8B-B14F-4D97-AF65-F5344CB8AC3E}">
        <p14:creationId xmlns:p14="http://schemas.microsoft.com/office/powerpoint/2010/main" val="270839780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矩形 1">
            <a:extLst>
              <a:ext uri="{FF2B5EF4-FFF2-40B4-BE49-F238E27FC236}">
                <a16:creationId xmlns:a16="http://schemas.microsoft.com/office/drawing/2014/main" id="{DE0C6B56-0347-4282-701B-8FBF32F4761F}"/>
              </a:ext>
            </a:extLst>
          </p:cNvPr>
          <p:cNvSpPr/>
          <p:nvPr/>
        </p:nvSpPr>
        <p:spPr>
          <a:xfrm>
            <a:off x="9050527"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1">
            <a:extLst>
              <a:ext uri="{FF2B5EF4-FFF2-40B4-BE49-F238E27FC236}">
                <a16:creationId xmlns:a16="http://schemas.microsoft.com/office/drawing/2014/main" id="{ADD3ACC4-ABE7-F70B-2000-73B5E1D9C968}"/>
              </a:ext>
            </a:extLst>
          </p:cNvPr>
          <p:cNvSpPr/>
          <p:nvPr/>
        </p:nvSpPr>
        <p:spPr>
          <a:xfrm>
            <a:off x="1500573"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矩形 1">
            <a:extLst>
              <a:ext uri="{FF2B5EF4-FFF2-40B4-BE49-F238E27FC236}">
                <a16:creationId xmlns:a16="http://schemas.microsoft.com/office/drawing/2014/main" id="{5B7B86AE-2219-746A-B4FC-AAE8349F0F48}"/>
              </a:ext>
            </a:extLst>
          </p:cNvPr>
          <p:cNvSpPr/>
          <p:nvPr/>
        </p:nvSpPr>
        <p:spPr>
          <a:xfrm>
            <a:off x="3388061"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矩形 1">
            <a:extLst>
              <a:ext uri="{FF2B5EF4-FFF2-40B4-BE49-F238E27FC236}">
                <a16:creationId xmlns:a16="http://schemas.microsoft.com/office/drawing/2014/main" id="{F52B2EB0-9263-F2BF-66F7-E47E222F8912}"/>
              </a:ext>
            </a:extLst>
          </p:cNvPr>
          <p:cNvSpPr/>
          <p:nvPr/>
        </p:nvSpPr>
        <p:spPr>
          <a:xfrm>
            <a:off x="5275550"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矩形 1">
            <a:extLst>
              <a:ext uri="{FF2B5EF4-FFF2-40B4-BE49-F238E27FC236}">
                <a16:creationId xmlns:a16="http://schemas.microsoft.com/office/drawing/2014/main" id="{B9517476-6B0E-CDAB-976B-8231D7AAFB2E}"/>
              </a:ext>
            </a:extLst>
          </p:cNvPr>
          <p:cNvSpPr/>
          <p:nvPr/>
        </p:nvSpPr>
        <p:spPr>
          <a:xfrm>
            <a:off x="7163039" y="2417590"/>
            <a:ext cx="1571447" cy="3924740"/>
          </a:xfrm>
          <a:prstGeom prst="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任意多边形: 形状 1">
            <a:extLst>
              <a:ext uri="{FF2B5EF4-FFF2-40B4-BE49-F238E27FC236}">
                <a16:creationId xmlns:a16="http://schemas.microsoft.com/office/drawing/2014/main" id="{3274A797-6679-4B2B-0169-5D83831DC5B1}"/>
              </a:ext>
            </a:extLst>
          </p:cNvPr>
          <p:cNvSpPr/>
          <p:nvPr/>
        </p:nvSpPr>
        <p:spPr>
          <a:xfrm>
            <a:off x="1485121" y="1532731"/>
            <a:ext cx="9221760" cy="1704668"/>
          </a:xfrm>
          <a:custGeom>
            <a:avLst/>
            <a:gdLst>
              <a:gd name="connsiteX0" fmla="*/ 999180 w 10810551"/>
              <a:gd name="connsiteY0" fmla="*/ 0 h 1998360"/>
              <a:gd name="connsiteX1" fmla="*/ 1557831 w 10810551"/>
              <a:gd name="connsiteY1" fmla="*/ 170644 h 1998360"/>
              <a:gd name="connsiteX2" fmla="*/ 1651049 w 10810551"/>
              <a:gd name="connsiteY2" fmla="*/ 247556 h 1998360"/>
              <a:gd name="connsiteX3" fmla="*/ 1658091 w 10810551"/>
              <a:gd name="connsiteY3" fmla="*/ 256091 h 1998360"/>
              <a:gd name="connsiteX4" fmla="*/ 2100703 w 10810551"/>
              <a:gd name="connsiteY4" fmla="*/ 439427 h 1998360"/>
              <a:gd name="connsiteX5" fmla="*/ 2543316 w 10810551"/>
              <a:gd name="connsiteY5" fmla="*/ 256091 h 1998360"/>
              <a:gd name="connsiteX6" fmla="*/ 2550356 w 10810551"/>
              <a:gd name="connsiteY6" fmla="*/ 247558 h 1998360"/>
              <a:gd name="connsiteX7" fmla="*/ 2643577 w 10810551"/>
              <a:gd name="connsiteY7" fmla="*/ 170644 h 1998360"/>
              <a:gd name="connsiteX8" fmla="*/ 3202228 w 10810551"/>
              <a:gd name="connsiteY8" fmla="*/ 0 h 1998360"/>
              <a:gd name="connsiteX9" fmla="*/ 3760879 w 10810551"/>
              <a:gd name="connsiteY9" fmla="*/ 170644 h 1998360"/>
              <a:gd name="connsiteX10" fmla="*/ 3854093 w 10810551"/>
              <a:gd name="connsiteY10" fmla="*/ 247553 h 1998360"/>
              <a:gd name="connsiteX11" fmla="*/ 3861138 w 10810551"/>
              <a:gd name="connsiteY11" fmla="*/ 256091 h 1998360"/>
              <a:gd name="connsiteX12" fmla="*/ 4303750 w 10810551"/>
              <a:gd name="connsiteY12" fmla="*/ 439427 h 1998360"/>
              <a:gd name="connsiteX13" fmla="*/ 4746363 w 10810551"/>
              <a:gd name="connsiteY13" fmla="*/ 256091 h 1998360"/>
              <a:gd name="connsiteX14" fmla="*/ 4753401 w 10810551"/>
              <a:gd name="connsiteY14" fmla="*/ 247560 h 1998360"/>
              <a:gd name="connsiteX15" fmla="*/ 4846624 w 10810551"/>
              <a:gd name="connsiteY15" fmla="*/ 170644 h 1998360"/>
              <a:gd name="connsiteX16" fmla="*/ 5405275 w 10810551"/>
              <a:gd name="connsiteY16" fmla="*/ 0 h 1998360"/>
              <a:gd name="connsiteX17" fmla="*/ 5963926 w 10810551"/>
              <a:gd name="connsiteY17" fmla="*/ 170644 h 1998360"/>
              <a:gd name="connsiteX18" fmla="*/ 6057138 w 10810551"/>
              <a:gd name="connsiteY18" fmla="*/ 247550 h 1998360"/>
              <a:gd name="connsiteX19" fmla="*/ 6064184 w 10810551"/>
              <a:gd name="connsiteY19" fmla="*/ 256091 h 1998360"/>
              <a:gd name="connsiteX20" fmla="*/ 6506797 w 10810551"/>
              <a:gd name="connsiteY20" fmla="*/ 439427 h 1998360"/>
              <a:gd name="connsiteX21" fmla="*/ 6949410 w 10810551"/>
              <a:gd name="connsiteY21" fmla="*/ 256091 h 1998360"/>
              <a:gd name="connsiteX22" fmla="*/ 6956446 w 10810551"/>
              <a:gd name="connsiteY22" fmla="*/ 247563 h 1998360"/>
              <a:gd name="connsiteX23" fmla="*/ 7049672 w 10810551"/>
              <a:gd name="connsiteY23" fmla="*/ 170644 h 1998360"/>
              <a:gd name="connsiteX24" fmla="*/ 7608323 w 10810551"/>
              <a:gd name="connsiteY24" fmla="*/ 0 h 1998360"/>
              <a:gd name="connsiteX25" fmla="*/ 8166974 w 10810551"/>
              <a:gd name="connsiteY25" fmla="*/ 170644 h 1998360"/>
              <a:gd name="connsiteX26" fmla="*/ 8260188 w 10810551"/>
              <a:gd name="connsiteY26" fmla="*/ 247553 h 1998360"/>
              <a:gd name="connsiteX27" fmla="*/ 8267232 w 10810551"/>
              <a:gd name="connsiteY27" fmla="*/ 256091 h 1998360"/>
              <a:gd name="connsiteX28" fmla="*/ 8709845 w 10810551"/>
              <a:gd name="connsiteY28" fmla="*/ 439427 h 1998360"/>
              <a:gd name="connsiteX29" fmla="*/ 9152458 w 10810551"/>
              <a:gd name="connsiteY29" fmla="*/ 256091 h 1998360"/>
              <a:gd name="connsiteX30" fmla="*/ 9159494 w 10810551"/>
              <a:gd name="connsiteY30" fmla="*/ 247563 h 1998360"/>
              <a:gd name="connsiteX31" fmla="*/ 9252720 w 10810551"/>
              <a:gd name="connsiteY31" fmla="*/ 170644 h 1998360"/>
              <a:gd name="connsiteX32" fmla="*/ 9811371 w 10810551"/>
              <a:gd name="connsiteY32" fmla="*/ 0 h 1998360"/>
              <a:gd name="connsiteX33" fmla="*/ 10810551 w 10810551"/>
              <a:gd name="connsiteY33" fmla="*/ 999180 h 1998360"/>
              <a:gd name="connsiteX34" fmla="*/ 9811371 w 10810551"/>
              <a:gd name="connsiteY34" fmla="*/ 1998360 h 1998360"/>
              <a:gd name="connsiteX35" fmla="*/ 9252720 w 10810551"/>
              <a:gd name="connsiteY35" fmla="*/ 1827716 h 1998360"/>
              <a:gd name="connsiteX36" fmla="*/ 9159493 w 10810551"/>
              <a:gd name="connsiteY36" fmla="*/ 1750797 h 1998360"/>
              <a:gd name="connsiteX37" fmla="*/ 9152458 w 10810551"/>
              <a:gd name="connsiteY37" fmla="*/ 1742270 h 1998360"/>
              <a:gd name="connsiteX38" fmla="*/ 8709845 w 10810551"/>
              <a:gd name="connsiteY38" fmla="*/ 1558934 h 1998360"/>
              <a:gd name="connsiteX39" fmla="*/ 8267232 w 10810551"/>
              <a:gd name="connsiteY39" fmla="*/ 1742270 h 1998360"/>
              <a:gd name="connsiteX40" fmla="*/ 8260191 w 10810551"/>
              <a:gd name="connsiteY40" fmla="*/ 1750805 h 1998360"/>
              <a:gd name="connsiteX41" fmla="*/ 8166974 w 10810551"/>
              <a:gd name="connsiteY41" fmla="*/ 1827716 h 1998360"/>
              <a:gd name="connsiteX42" fmla="*/ 7608323 w 10810551"/>
              <a:gd name="connsiteY42" fmla="*/ 1998360 h 1998360"/>
              <a:gd name="connsiteX43" fmla="*/ 7049672 w 10810551"/>
              <a:gd name="connsiteY43" fmla="*/ 1827716 h 1998360"/>
              <a:gd name="connsiteX44" fmla="*/ 6956443 w 10810551"/>
              <a:gd name="connsiteY44" fmla="*/ 1750795 h 1998360"/>
              <a:gd name="connsiteX45" fmla="*/ 6949410 w 10810551"/>
              <a:gd name="connsiteY45" fmla="*/ 1742270 h 1998360"/>
              <a:gd name="connsiteX46" fmla="*/ 6506797 w 10810551"/>
              <a:gd name="connsiteY46" fmla="*/ 1558934 h 1998360"/>
              <a:gd name="connsiteX47" fmla="*/ 6064184 w 10810551"/>
              <a:gd name="connsiteY47" fmla="*/ 1742270 h 1998360"/>
              <a:gd name="connsiteX48" fmla="*/ 6057141 w 10810551"/>
              <a:gd name="connsiteY48" fmla="*/ 1750807 h 1998360"/>
              <a:gd name="connsiteX49" fmla="*/ 5963926 w 10810551"/>
              <a:gd name="connsiteY49" fmla="*/ 1827716 h 1998360"/>
              <a:gd name="connsiteX50" fmla="*/ 5405275 w 10810551"/>
              <a:gd name="connsiteY50" fmla="*/ 1998360 h 1998360"/>
              <a:gd name="connsiteX51" fmla="*/ 4846624 w 10810551"/>
              <a:gd name="connsiteY51" fmla="*/ 1827716 h 1998360"/>
              <a:gd name="connsiteX52" fmla="*/ 4753398 w 10810551"/>
              <a:gd name="connsiteY52" fmla="*/ 1750797 h 1998360"/>
              <a:gd name="connsiteX53" fmla="*/ 4746363 w 10810551"/>
              <a:gd name="connsiteY53" fmla="*/ 1742270 h 1998360"/>
              <a:gd name="connsiteX54" fmla="*/ 4303750 w 10810551"/>
              <a:gd name="connsiteY54" fmla="*/ 1558934 h 1998360"/>
              <a:gd name="connsiteX55" fmla="*/ 3861138 w 10810551"/>
              <a:gd name="connsiteY55" fmla="*/ 1742270 h 1998360"/>
              <a:gd name="connsiteX56" fmla="*/ 3854096 w 10810551"/>
              <a:gd name="connsiteY56" fmla="*/ 1750805 h 1998360"/>
              <a:gd name="connsiteX57" fmla="*/ 3760879 w 10810551"/>
              <a:gd name="connsiteY57" fmla="*/ 1827716 h 1998360"/>
              <a:gd name="connsiteX58" fmla="*/ 3202228 w 10810551"/>
              <a:gd name="connsiteY58" fmla="*/ 1998360 h 1998360"/>
              <a:gd name="connsiteX59" fmla="*/ 2643577 w 10810551"/>
              <a:gd name="connsiteY59" fmla="*/ 1827716 h 1998360"/>
              <a:gd name="connsiteX60" fmla="*/ 2550353 w 10810551"/>
              <a:gd name="connsiteY60" fmla="*/ 1750799 h 1998360"/>
              <a:gd name="connsiteX61" fmla="*/ 2543316 w 10810551"/>
              <a:gd name="connsiteY61" fmla="*/ 1742270 h 1998360"/>
              <a:gd name="connsiteX62" fmla="*/ 2100703 w 10810551"/>
              <a:gd name="connsiteY62" fmla="*/ 1558934 h 1998360"/>
              <a:gd name="connsiteX63" fmla="*/ 1658091 w 10810551"/>
              <a:gd name="connsiteY63" fmla="*/ 1742270 h 1998360"/>
              <a:gd name="connsiteX64" fmla="*/ 1651051 w 10810551"/>
              <a:gd name="connsiteY64" fmla="*/ 1750802 h 1998360"/>
              <a:gd name="connsiteX65" fmla="*/ 1557831 w 10810551"/>
              <a:gd name="connsiteY65" fmla="*/ 1827716 h 1998360"/>
              <a:gd name="connsiteX66" fmla="*/ 999180 w 10810551"/>
              <a:gd name="connsiteY66" fmla="*/ 1998360 h 1998360"/>
              <a:gd name="connsiteX67" fmla="*/ 0 w 10810551"/>
              <a:gd name="connsiteY67" fmla="*/ 999180 h 1998360"/>
              <a:gd name="connsiteX68" fmla="*/ 999180 w 10810551"/>
              <a:gd name="connsiteY68" fmla="*/ 0 h 1998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0810551" h="1998360">
                <a:moveTo>
                  <a:pt x="999180" y="0"/>
                </a:moveTo>
                <a:cubicBezTo>
                  <a:pt x="1206117" y="0"/>
                  <a:pt x="1398361" y="62908"/>
                  <a:pt x="1557831" y="170644"/>
                </a:cubicBezTo>
                <a:lnTo>
                  <a:pt x="1651049" y="247556"/>
                </a:lnTo>
                <a:lnTo>
                  <a:pt x="1658091" y="256091"/>
                </a:lnTo>
                <a:cubicBezTo>
                  <a:pt x="1771365" y="369365"/>
                  <a:pt x="1927852" y="439427"/>
                  <a:pt x="2100703" y="439427"/>
                </a:cubicBezTo>
                <a:cubicBezTo>
                  <a:pt x="2273554" y="439427"/>
                  <a:pt x="2430042" y="369365"/>
                  <a:pt x="2543316" y="256091"/>
                </a:cubicBezTo>
                <a:lnTo>
                  <a:pt x="2550356" y="247558"/>
                </a:lnTo>
                <a:lnTo>
                  <a:pt x="2643577" y="170644"/>
                </a:lnTo>
                <a:cubicBezTo>
                  <a:pt x="2803047" y="62908"/>
                  <a:pt x="2995291" y="0"/>
                  <a:pt x="3202228" y="0"/>
                </a:cubicBezTo>
                <a:cubicBezTo>
                  <a:pt x="3409164" y="0"/>
                  <a:pt x="3601408" y="62908"/>
                  <a:pt x="3760879" y="170644"/>
                </a:cubicBezTo>
                <a:lnTo>
                  <a:pt x="3854093" y="247553"/>
                </a:lnTo>
                <a:lnTo>
                  <a:pt x="3861138" y="256091"/>
                </a:lnTo>
                <a:cubicBezTo>
                  <a:pt x="3974412" y="369365"/>
                  <a:pt x="4130899" y="439427"/>
                  <a:pt x="4303750" y="439427"/>
                </a:cubicBezTo>
                <a:cubicBezTo>
                  <a:pt x="4476601" y="439427"/>
                  <a:pt x="4633089" y="369365"/>
                  <a:pt x="4746363" y="256091"/>
                </a:cubicBezTo>
                <a:lnTo>
                  <a:pt x="4753401" y="247560"/>
                </a:lnTo>
                <a:lnTo>
                  <a:pt x="4846624" y="170644"/>
                </a:lnTo>
                <a:cubicBezTo>
                  <a:pt x="5006094" y="62908"/>
                  <a:pt x="5198338" y="0"/>
                  <a:pt x="5405275" y="0"/>
                </a:cubicBezTo>
                <a:cubicBezTo>
                  <a:pt x="5612212" y="0"/>
                  <a:pt x="5804456" y="62908"/>
                  <a:pt x="5963926" y="170644"/>
                </a:cubicBezTo>
                <a:lnTo>
                  <a:pt x="6057138" y="247550"/>
                </a:lnTo>
                <a:lnTo>
                  <a:pt x="6064184" y="256091"/>
                </a:lnTo>
                <a:cubicBezTo>
                  <a:pt x="6177459" y="369365"/>
                  <a:pt x="6333946" y="439427"/>
                  <a:pt x="6506797" y="439427"/>
                </a:cubicBezTo>
                <a:cubicBezTo>
                  <a:pt x="6679648" y="439427"/>
                  <a:pt x="6836136" y="369365"/>
                  <a:pt x="6949410" y="256091"/>
                </a:cubicBezTo>
                <a:lnTo>
                  <a:pt x="6956446" y="247563"/>
                </a:lnTo>
                <a:lnTo>
                  <a:pt x="7049672" y="170644"/>
                </a:lnTo>
                <a:cubicBezTo>
                  <a:pt x="7209142" y="62908"/>
                  <a:pt x="7401386" y="0"/>
                  <a:pt x="7608323" y="0"/>
                </a:cubicBezTo>
                <a:cubicBezTo>
                  <a:pt x="7815260" y="0"/>
                  <a:pt x="8007504" y="62908"/>
                  <a:pt x="8166974" y="170644"/>
                </a:cubicBezTo>
                <a:lnTo>
                  <a:pt x="8260188" y="247553"/>
                </a:lnTo>
                <a:lnTo>
                  <a:pt x="8267232" y="256091"/>
                </a:lnTo>
                <a:cubicBezTo>
                  <a:pt x="8380507" y="369365"/>
                  <a:pt x="8536994" y="439427"/>
                  <a:pt x="8709845" y="439427"/>
                </a:cubicBezTo>
                <a:cubicBezTo>
                  <a:pt x="8882696" y="439427"/>
                  <a:pt x="9039183" y="369365"/>
                  <a:pt x="9152458" y="256091"/>
                </a:cubicBezTo>
                <a:lnTo>
                  <a:pt x="9159494" y="247563"/>
                </a:lnTo>
                <a:lnTo>
                  <a:pt x="9252720" y="170644"/>
                </a:lnTo>
                <a:cubicBezTo>
                  <a:pt x="9412190" y="62908"/>
                  <a:pt x="9604434" y="0"/>
                  <a:pt x="9811371" y="0"/>
                </a:cubicBezTo>
                <a:cubicBezTo>
                  <a:pt x="10363203" y="0"/>
                  <a:pt x="10810551" y="447348"/>
                  <a:pt x="10810551" y="999180"/>
                </a:cubicBezTo>
                <a:cubicBezTo>
                  <a:pt x="10810551" y="1551012"/>
                  <a:pt x="10363203" y="1998360"/>
                  <a:pt x="9811371" y="1998360"/>
                </a:cubicBezTo>
                <a:cubicBezTo>
                  <a:pt x="9604434" y="1998360"/>
                  <a:pt x="9412190" y="1935452"/>
                  <a:pt x="9252720" y="1827716"/>
                </a:cubicBezTo>
                <a:lnTo>
                  <a:pt x="9159493" y="1750797"/>
                </a:lnTo>
                <a:lnTo>
                  <a:pt x="9152458" y="1742270"/>
                </a:lnTo>
                <a:cubicBezTo>
                  <a:pt x="9039183" y="1628996"/>
                  <a:pt x="8882696" y="1558934"/>
                  <a:pt x="8709845" y="1558934"/>
                </a:cubicBezTo>
                <a:cubicBezTo>
                  <a:pt x="8536994" y="1558934"/>
                  <a:pt x="8380507" y="1628996"/>
                  <a:pt x="8267232" y="1742270"/>
                </a:cubicBezTo>
                <a:lnTo>
                  <a:pt x="8260191" y="1750805"/>
                </a:lnTo>
                <a:lnTo>
                  <a:pt x="8166974" y="1827716"/>
                </a:lnTo>
                <a:cubicBezTo>
                  <a:pt x="8007504" y="1935452"/>
                  <a:pt x="7815260" y="1998360"/>
                  <a:pt x="7608323" y="1998360"/>
                </a:cubicBezTo>
                <a:cubicBezTo>
                  <a:pt x="7401386" y="1998360"/>
                  <a:pt x="7209142" y="1935452"/>
                  <a:pt x="7049672" y="1827716"/>
                </a:cubicBezTo>
                <a:lnTo>
                  <a:pt x="6956443" y="1750795"/>
                </a:lnTo>
                <a:lnTo>
                  <a:pt x="6949410" y="1742270"/>
                </a:lnTo>
                <a:cubicBezTo>
                  <a:pt x="6836136" y="1628996"/>
                  <a:pt x="6679648" y="1558934"/>
                  <a:pt x="6506797" y="1558934"/>
                </a:cubicBezTo>
                <a:cubicBezTo>
                  <a:pt x="6333946" y="1558934"/>
                  <a:pt x="6177459" y="1628996"/>
                  <a:pt x="6064184" y="1742270"/>
                </a:cubicBezTo>
                <a:lnTo>
                  <a:pt x="6057141" y="1750807"/>
                </a:lnTo>
                <a:lnTo>
                  <a:pt x="5963926" y="1827716"/>
                </a:lnTo>
                <a:cubicBezTo>
                  <a:pt x="5804456" y="1935452"/>
                  <a:pt x="5612212" y="1998360"/>
                  <a:pt x="5405275" y="1998360"/>
                </a:cubicBezTo>
                <a:cubicBezTo>
                  <a:pt x="5198338" y="1998360"/>
                  <a:pt x="5006094" y="1935452"/>
                  <a:pt x="4846624" y="1827716"/>
                </a:cubicBezTo>
                <a:lnTo>
                  <a:pt x="4753398" y="1750797"/>
                </a:lnTo>
                <a:lnTo>
                  <a:pt x="4746363" y="1742270"/>
                </a:lnTo>
                <a:cubicBezTo>
                  <a:pt x="4633089" y="1628996"/>
                  <a:pt x="4476601" y="1558934"/>
                  <a:pt x="4303750" y="1558934"/>
                </a:cubicBezTo>
                <a:cubicBezTo>
                  <a:pt x="4130899" y="1558934"/>
                  <a:pt x="3974412" y="1628996"/>
                  <a:pt x="3861138" y="1742270"/>
                </a:cubicBezTo>
                <a:lnTo>
                  <a:pt x="3854096" y="1750805"/>
                </a:lnTo>
                <a:lnTo>
                  <a:pt x="3760879" y="1827716"/>
                </a:lnTo>
                <a:cubicBezTo>
                  <a:pt x="3601408" y="1935452"/>
                  <a:pt x="3409164" y="1998360"/>
                  <a:pt x="3202228" y="1998360"/>
                </a:cubicBezTo>
                <a:cubicBezTo>
                  <a:pt x="2995291" y="1998360"/>
                  <a:pt x="2803047" y="1935452"/>
                  <a:pt x="2643577" y="1827716"/>
                </a:cubicBezTo>
                <a:lnTo>
                  <a:pt x="2550353" y="1750799"/>
                </a:lnTo>
                <a:lnTo>
                  <a:pt x="2543316" y="1742270"/>
                </a:lnTo>
                <a:cubicBezTo>
                  <a:pt x="2430042" y="1628996"/>
                  <a:pt x="2273554" y="1558934"/>
                  <a:pt x="2100703" y="1558934"/>
                </a:cubicBezTo>
                <a:cubicBezTo>
                  <a:pt x="1927852" y="1558934"/>
                  <a:pt x="1771365" y="1628996"/>
                  <a:pt x="1658091" y="1742270"/>
                </a:cubicBezTo>
                <a:lnTo>
                  <a:pt x="1651051" y="1750802"/>
                </a:lnTo>
                <a:lnTo>
                  <a:pt x="1557831" y="1827716"/>
                </a:lnTo>
                <a:cubicBezTo>
                  <a:pt x="1398361" y="1935452"/>
                  <a:pt x="1206117" y="1998360"/>
                  <a:pt x="999180" y="1998360"/>
                </a:cubicBezTo>
                <a:cubicBezTo>
                  <a:pt x="447348" y="1998360"/>
                  <a:pt x="0" y="1551012"/>
                  <a:pt x="0" y="999180"/>
                </a:cubicBezTo>
                <a:cubicBezTo>
                  <a:pt x="0" y="447348"/>
                  <a:pt x="447348" y="0"/>
                  <a:pt x="99918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椭圆 45">
            <a:extLst>
              <a:ext uri="{FF2B5EF4-FFF2-40B4-BE49-F238E27FC236}">
                <a16:creationId xmlns:a16="http://schemas.microsoft.com/office/drawing/2014/main" id="{B2C4FFF0-D84C-1140-FFD1-A8391B8845F0}"/>
              </a:ext>
            </a:extLst>
          </p:cNvPr>
          <p:cNvSpPr/>
          <p:nvPr/>
        </p:nvSpPr>
        <p:spPr>
          <a:xfrm>
            <a:off x="1696007" y="1743773"/>
            <a:ext cx="1282584" cy="128258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椭圆 53">
            <a:extLst>
              <a:ext uri="{FF2B5EF4-FFF2-40B4-BE49-F238E27FC236}">
                <a16:creationId xmlns:a16="http://schemas.microsoft.com/office/drawing/2014/main" id="{3516086C-6496-9A02-C8AA-6761463626BA}"/>
              </a:ext>
            </a:extLst>
          </p:cNvPr>
          <p:cNvSpPr/>
          <p:nvPr/>
        </p:nvSpPr>
        <p:spPr>
          <a:xfrm>
            <a:off x="3571296" y="1743773"/>
            <a:ext cx="1282584" cy="128258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9" name="椭圆 58">
            <a:extLst>
              <a:ext uri="{FF2B5EF4-FFF2-40B4-BE49-F238E27FC236}">
                <a16:creationId xmlns:a16="http://schemas.microsoft.com/office/drawing/2014/main" id="{A6D5D665-F294-D237-2104-F52A8ABD98CD}"/>
              </a:ext>
            </a:extLst>
          </p:cNvPr>
          <p:cNvSpPr/>
          <p:nvPr/>
        </p:nvSpPr>
        <p:spPr>
          <a:xfrm>
            <a:off x="5454709" y="1743773"/>
            <a:ext cx="1282584" cy="128258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椭圆 63">
            <a:extLst>
              <a:ext uri="{FF2B5EF4-FFF2-40B4-BE49-F238E27FC236}">
                <a16:creationId xmlns:a16="http://schemas.microsoft.com/office/drawing/2014/main" id="{46E81928-A8AB-952B-DA76-3401986D6F7A}"/>
              </a:ext>
            </a:extLst>
          </p:cNvPr>
          <p:cNvSpPr/>
          <p:nvPr/>
        </p:nvSpPr>
        <p:spPr>
          <a:xfrm>
            <a:off x="7321872" y="1743773"/>
            <a:ext cx="1282584" cy="1282584"/>
          </a:xfrm>
          <a:prstGeom prst="ellipse">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椭圆 68">
            <a:extLst>
              <a:ext uri="{FF2B5EF4-FFF2-40B4-BE49-F238E27FC236}">
                <a16:creationId xmlns:a16="http://schemas.microsoft.com/office/drawing/2014/main" id="{2CC2B1D6-0C30-502F-5A80-22D7DA1947ED}"/>
              </a:ext>
            </a:extLst>
          </p:cNvPr>
          <p:cNvSpPr/>
          <p:nvPr/>
        </p:nvSpPr>
        <p:spPr>
          <a:xfrm>
            <a:off x="9197159" y="1743773"/>
            <a:ext cx="1282584" cy="128258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89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5" name="稿定-31">
            <a:extLst>
              <a:ext uri="{FF2B5EF4-FFF2-40B4-BE49-F238E27FC236}">
                <a16:creationId xmlns:a16="http://schemas.microsoft.com/office/drawing/2014/main" id="{0294256F-0F95-52D7-465E-4F28AF671A9F}"/>
              </a:ext>
            </a:extLst>
          </p:cNvPr>
          <p:cNvSpPr/>
          <p:nvPr/>
        </p:nvSpPr>
        <p:spPr>
          <a:xfrm flipH="1">
            <a:off x="1611906"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稿定-31">
            <a:extLst>
              <a:ext uri="{FF2B5EF4-FFF2-40B4-BE49-F238E27FC236}">
                <a16:creationId xmlns:a16="http://schemas.microsoft.com/office/drawing/2014/main" id="{D91CF8CC-A7AF-D647-DBB5-69E8CC2C80FA}"/>
              </a:ext>
            </a:extLst>
          </p:cNvPr>
          <p:cNvSpPr/>
          <p:nvPr/>
        </p:nvSpPr>
        <p:spPr>
          <a:xfrm flipH="1">
            <a:off x="1611906"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稿定-31">
            <a:extLst>
              <a:ext uri="{FF2B5EF4-FFF2-40B4-BE49-F238E27FC236}">
                <a16:creationId xmlns:a16="http://schemas.microsoft.com/office/drawing/2014/main" id="{D98E3AEA-44E8-BE32-EFEF-884075294327}"/>
              </a:ext>
            </a:extLst>
          </p:cNvPr>
          <p:cNvSpPr/>
          <p:nvPr/>
        </p:nvSpPr>
        <p:spPr>
          <a:xfrm flipH="1">
            <a:off x="1611906"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稿定-9">
            <a:extLst>
              <a:ext uri="{FF2B5EF4-FFF2-40B4-BE49-F238E27FC236}">
                <a16:creationId xmlns:a16="http://schemas.microsoft.com/office/drawing/2014/main" id="{105664FF-96D1-4A32-1037-02167DBACDE1}"/>
              </a:ext>
            </a:extLst>
          </p:cNvPr>
          <p:cNvSpPr/>
          <p:nvPr/>
        </p:nvSpPr>
        <p:spPr>
          <a:xfrm flipH="1">
            <a:off x="3684609"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2" name="稿定-31">
            <a:extLst>
              <a:ext uri="{FF2B5EF4-FFF2-40B4-BE49-F238E27FC236}">
                <a16:creationId xmlns:a16="http://schemas.microsoft.com/office/drawing/2014/main" id="{A85FC7FA-CD8C-69B4-A458-78F8843F7CC8}"/>
              </a:ext>
            </a:extLst>
          </p:cNvPr>
          <p:cNvSpPr/>
          <p:nvPr/>
        </p:nvSpPr>
        <p:spPr>
          <a:xfrm flipH="1">
            <a:off x="3487195"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稿定-9">
            <a:extLst>
              <a:ext uri="{FF2B5EF4-FFF2-40B4-BE49-F238E27FC236}">
                <a16:creationId xmlns:a16="http://schemas.microsoft.com/office/drawing/2014/main" id="{08D763D0-6065-A8EF-AF3B-1B76ED7FFA92}"/>
              </a:ext>
            </a:extLst>
          </p:cNvPr>
          <p:cNvSpPr/>
          <p:nvPr/>
        </p:nvSpPr>
        <p:spPr>
          <a:xfrm flipH="1">
            <a:off x="3684609"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4" name="稿定-31">
            <a:extLst>
              <a:ext uri="{FF2B5EF4-FFF2-40B4-BE49-F238E27FC236}">
                <a16:creationId xmlns:a16="http://schemas.microsoft.com/office/drawing/2014/main" id="{9DBF7C42-DC30-B2A1-CE9E-7E48E78B7336}"/>
              </a:ext>
            </a:extLst>
          </p:cNvPr>
          <p:cNvSpPr/>
          <p:nvPr/>
        </p:nvSpPr>
        <p:spPr>
          <a:xfrm flipH="1">
            <a:off x="3487195"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稿定-9">
            <a:extLst>
              <a:ext uri="{FF2B5EF4-FFF2-40B4-BE49-F238E27FC236}">
                <a16:creationId xmlns:a16="http://schemas.microsoft.com/office/drawing/2014/main" id="{F76A25CA-FB81-527A-A82A-E399575997BC}"/>
              </a:ext>
            </a:extLst>
          </p:cNvPr>
          <p:cNvSpPr/>
          <p:nvPr/>
        </p:nvSpPr>
        <p:spPr>
          <a:xfrm flipH="1">
            <a:off x="3684609"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6" name="稿定-31">
            <a:extLst>
              <a:ext uri="{FF2B5EF4-FFF2-40B4-BE49-F238E27FC236}">
                <a16:creationId xmlns:a16="http://schemas.microsoft.com/office/drawing/2014/main" id="{390E6C81-24AD-3BD2-FC8B-E7414B55CE5F}"/>
              </a:ext>
            </a:extLst>
          </p:cNvPr>
          <p:cNvSpPr/>
          <p:nvPr/>
        </p:nvSpPr>
        <p:spPr>
          <a:xfrm flipH="1">
            <a:off x="3487195"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稿定-9">
            <a:extLst>
              <a:ext uri="{FF2B5EF4-FFF2-40B4-BE49-F238E27FC236}">
                <a16:creationId xmlns:a16="http://schemas.microsoft.com/office/drawing/2014/main" id="{D5BB2AD7-415F-347C-892B-FE0DE5F3CC2B}"/>
              </a:ext>
            </a:extLst>
          </p:cNvPr>
          <p:cNvSpPr/>
          <p:nvPr/>
        </p:nvSpPr>
        <p:spPr>
          <a:xfrm flipH="1">
            <a:off x="5568022"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0" name="稿定-31">
            <a:extLst>
              <a:ext uri="{FF2B5EF4-FFF2-40B4-BE49-F238E27FC236}">
                <a16:creationId xmlns:a16="http://schemas.microsoft.com/office/drawing/2014/main" id="{074E2747-2114-DECE-1FC0-40BA88C4AA2B}"/>
              </a:ext>
            </a:extLst>
          </p:cNvPr>
          <p:cNvSpPr/>
          <p:nvPr/>
        </p:nvSpPr>
        <p:spPr>
          <a:xfrm flipH="1">
            <a:off x="5370608"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稿定-9">
            <a:extLst>
              <a:ext uri="{FF2B5EF4-FFF2-40B4-BE49-F238E27FC236}">
                <a16:creationId xmlns:a16="http://schemas.microsoft.com/office/drawing/2014/main" id="{53B1ABB8-52FE-839B-0694-5A8FD09FAAB2}"/>
              </a:ext>
            </a:extLst>
          </p:cNvPr>
          <p:cNvSpPr/>
          <p:nvPr/>
        </p:nvSpPr>
        <p:spPr>
          <a:xfrm flipH="1">
            <a:off x="5568022"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2" name="稿定-31">
            <a:extLst>
              <a:ext uri="{FF2B5EF4-FFF2-40B4-BE49-F238E27FC236}">
                <a16:creationId xmlns:a16="http://schemas.microsoft.com/office/drawing/2014/main" id="{D3F38976-4FD9-BDC8-05EE-6804ECC098AD}"/>
              </a:ext>
            </a:extLst>
          </p:cNvPr>
          <p:cNvSpPr/>
          <p:nvPr/>
        </p:nvSpPr>
        <p:spPr>
          <a:xfrm flipH="1">
            <a:off x="5370608"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稿定-9">
            <a:extLst>
              <a:ext uri="{FF2B5EF4-FFF2-40B4-BE49-F238E27FC236}">
                <a16:creationId xmlns:a16="http://schemas.microsoft.com/office/drawing/2014/main" id="{AA1D2549-55A9-72CA-1C78-CD852F872483}"/>
              </a:ext>
            </a:extLst>
          </p:cNvPr>
          <p:cNvSpPr/>
          <p:nvPr/>
        </p:nvSpPr>
        <p:spPr>
          <a:xfrm flipH="1">
            <a:off x="5568022"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4" name="稿定-31">
            <a:extLst>
              <a:ext uri="{FF2B5EF4-FFF2-40B4-BE49-F238E27FC236}">
                <a16:creationId xmlns:a16="http://schemas.microsoft.com/office/drawing/2014/main" id="{F79B4975-6742-A9FE-2065-70B774D95DBC}"/>
              </a:ext>
            </a:extLst>
          </p:cNvPr>
          <p:cNvSpPr/>
          <p:nvPr/>
        </p:nvSpPr>
        <p:spPr>
          <a:xfrm flipH="1">
            <a:off x="5370608"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稿定-9">
            <a:extLst>
              <a:ext uri="{FF2B5EF4-FFF2-40B4-BE49-F238E27FC236}">
                <a16:creationId xmlns:a16="http://schemas.microsoft.com/office/drawing/2014/main" id="{0FF7AAB4-2398-AEAD-82A0-19F39B3A6453}"/>
              </a:ext>
            </a:extLst>
          </p:cNvPr>
          <p:cNvSpPr/>
          <p:nvPr/>
        </p:nvSpPr>
        <p:spPr>
          <a:xfrm flipH="1">
            <a:off x="7470509"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0" name="稿定-31">
            <a:extLst>
              <a:ext uri="{FF2B5EF4-FFF2-40B4-BE49-F238E27FC236}">
                <a16:creationId xmlns:a16="http://schemas.microsoft.com/office/drawing/2014/main" id="{352673E9-7D9F-2E9C-0EFA-E02F4E3BFD23}"/>
              </a:ext>
            </a:extLst>
          </p:cNvPr>
          <p:cNvSpPr/>
          <p:nvPr/>
        </p:nvSpPr>
        <p:spPr>
          <a:xfrm flipH="1">
            <a:off x="7273095"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1" name="稿定-9">
            <a:extLst>
              <a:ext uri="{FF2B5EF4-FFF2-40B4-BE49-F238E27FC236}">
                <a16:creationId xmlns:a16="http://schemas.microsoft.com/office/drawing/2014/main" id="{459C8F78-8F96-DA2F-1690-7D59F58ADCA5}"/>
              </a:ext>
            </a:extLst>
          </p:cNvPr>
          <p:cNvSpPr/>
          <p:nvPr/>
        </p:nvSpPr>
        <p:spPr>
          <a:xfrm flipH="1">
            <a:off x="7470509"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2" name="稿定-31">
            <a:extLst>
              <a:ext uri="{FF2B5EF4-FFF2-40B4-BE49-F238E27FC236}">
                <a16:creationId xmlns:a16="http://schemas.microsoft.com/office/drawing/2014/main" id="{7814D076-7F36-45C6-A143-F9118141A87B}"/>
              </a:ext>
            </a:extLst>
          </p:cNvPr>
          <p:cNvSpPr/>
          <p:nvPr/>
        </p:nvSpPr>
        <p:spPr>
          <a:xfrm flipH="1">
            <a:off x="7273095"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稿定-9">
            <a:extLst>
              <a:ext uri="{FF2B5EF4-FFF2-40B4-BE49-F238E27FC236}">
                <a16:creationId xmlns:a16="http://schemas.microsoft.com/office/drawing/2014/main" id="{67679845-AC9C-8512-281E-41715713A4DE}"/>
              </a:ext>
            </a:extLst>
          </p:cNvPr>
          <p:cNvSpPr/>
          <p:nvPr/>
        </p:nvSpPr>
        <p:spPr>
          <a:xfrm flipH="1">
            <a:off x="7470509"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4" name="稿定-31">
            <a:extLst>
              <a:ext uri="{FF2B5EF4-FFF2-40B4-BE49-F238E27FC236}">
                <a16:creationId xmlns:a16="http://schemas.microsoft.com/office/drawing/2014/main" id="{83A3769F-054C-B65E-A0D5-250D0E344B0E}"/>
              </a:ext>
            </a:extLst>
          </p:cNvPr>
          <p:cNvSpPr/>
          <p:nvPr/>
        </p:nvSpPr>
        <p:spPr>
          <a:xfrm flipH="1">
            <a:off x="7273095"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稿定-9">
            <a:extLst>
              <a:ext uri="{FF2B5EF4-FFF2-40B4-BE49-F238E27FC236}">
                <a16:creationId xmlns:a16="http://schemas.microsoft.com/office/drawing/2014/main" id="{4C904D43-6BC7-3360-9F07-80645BFCCCFB}"/>
              </a:ext>
            </a:extLst>
          </p:cNvPr>
          <p:cNvSpPr/>
          <p:nvPr/>
        </p:nvSpPr>
        <p:spPr>
          <a:xfrm flipH="1">
            <a:off x="9362859"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6" name="稿定-31">
            <a:extLst>
              <a:ext uri="{FF2B5EF4-FFF2-40B4-BE49-F238E27FC236}">
                <a16:creationId xmlns:a16="http://schemas.microsoft.com/office/drawing/2014/main" id="{6000095E-ECD5-1105-D20D-A6E8604FE329}"/>
              </a:ext>
            </a:extLst>
          </p:cNvPr>
          <p:cNvSpPr/>
          <p:nvPr/>
        </p:nvSpPr>
        <p:spPr>
          <a:xfrm flipH="1">
            <a:off x="9165445" y="387152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稿定-9">
            <a:extLst>
              <a:ext uri="{FF2B5EF4-FFF2-40B4-BE49-F238E27FC236}">
                <a16:creationId xmlns:a16="http://schemas.microsoft.com/office/drawing/2014/main" id="{BA1B0681-3F50-E04D-6BBA-DE6BC19631C7}"/>
              </a:ext>
            </a:extLst>
          </p:cNvPr>
          <p:cNvSpPr/>
          <p:nvPr/>
        </p:nvSpPr>
        <p:spPr>
          <a:xfrm flipH="1">
            <a:off x="9362859"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8" name="稿定-31">
            <a:extLst>
              <a:ext uri="{FF2B5EF4-FFF2-40B4-BE49-F238E27FC236}">
                <a16:creationId xmlns:a16="http://schemas.microsoft.com/office/drawing/2014/main" id="{102428A5-261A-54C4-DDB3-912BC9CB0354}"/>
              </a:ext>
            </a:extLst>
          </p:cNvPr>
          <p:cNvSpPr/>
          <p:nvPr/>
        </p:nvSpPr>
        <p:spPr>
          <a:xfrm flipH="1">
            <a:off x="9165445" y="4746273"/>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稿定-9">
            <a:extLst>
              <a:ext uri="{FF2B5EF4-FFF2-40B4-BE49-F238E27FC236}">
                <a16:creationId xmlns:a16="http://schemas.microsoft.com/office/drawing/2014/main" id="{971B5557-C579-B713-41F4-6EE4A00943FE}"/>
              </a:ext>
            </a:extLst>
          </p:cNvPr>
          <p:cNvSpPr/>
          <p:nvPr/>
        </p:nvSpPr>
        <p:spPr>
          <a:xfrm flipH="1">
            <a:off x="9362859"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0" name="稿定-31">
            <a:extLst>
              <a:ext uri="{FF2B5EF4-FFF2-40B4-BE49-F238E27FC236}">
                <a16:creationId xmlns:a16="http://schemas.microsoft.com/office/drawing/2014/main" id="{8F9E3FB9-97B9-9F71-FABA-CC7ED91843ED}"/>
              </a:ext>
            </a:extLst>
          </p:cNvPr>
          <p:cNvSpPr/>
          <p:nvPr/>
        </p:nvSpPr>
        <p:spPr>
          <a:xfrm flipH="1">
            <a:off x="9165445" y="5621018"/>
            <a:ext cx="1366685" cy="352917"/>
          </a:xfrm>
          <a:prstGeom prst="rect">
            <a:avLst/>
          </a:prstGeom>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06645CB1-38C1-5A4A-6B47-73628D1AE60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A7731601-5DAC-23AB-A929-6B0868C84F2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3A4B8359-E7D9-012D-DBD2-7FF22404137F}"/>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C6D8BCC3-4A58-A051-F257-421F5B70FA71}"/>
              </a:ext>
            </a:extLst>
          </p:cNvPr>
          <p:cNvSpPr txBox="1"/>
          <p:nvPr/>
        </p:nvSpPr>
        <p:spPr>
          <a:xfrm>
            <a:off x="1901610" y="2092463"/>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01</a:t>
            </a:r>
            <a:endParaRPr lang="zh-CN" altLang="en-US" dirty="0">
              <a:solidFill>
                <a:schemeClr val="bg1"/>
              </a:solidFill>
              <a:latin typeface="Facon" pitchFamily="2" charset="0"/>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85BB8231-B860-5DD4-1122-AB7BF4A7C9CF}"/>
              </a:ext>
            </a:extLst>
          </p:cNvPr>
          <p:cNvSpPr txBox="1"/>
          <p:nvPr/>
        </p:nvSpPr>
        <p:spPr>
          <a:xfrm>
            <a:off x="3731141" y="2092463"/>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02</a:t>
            </a:r>
            <a:endParaRPr lang="zh-CN" altLang="en-US" dirty="0">
              <a:solidFill>
                <a:schemeClr val="bg1"/>
              </a:solidFill>
              <a:latin typeface="Facon" pitchFamily="2" charset="0"/>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281AB9E3-4C51-747E-3F9C-743E4F1C105D}"/>
              </a:ext>
            </a:extLst>
          </p:cNvPr>
          <p:cNvSpPr txBox="1"/>
          <p:nvPr/>
        </p:nvSpPr>
        <p:spPr>
          <a:xfrm>
            <a:off x="5632808" y="2092463"/>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03</a:t>
            </a:r>
            <a:endParaRPr lang="zh-CN" altLang="en-US" dirty="0">
              <a:solidFill>
                <a:schemeClr val="bg1"/>
              </a:solidFill>
              <a:latin typeface="Facon" pitchFamily="2" charset="0"/>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65013D93-66F9-05E6-E870-C2904852CA25}"/>
              </a:ext>
            </a:extLst>
          </p:cNvPr>
          <p:cNvSpPr txBox="1"/>
          <p:nvPr/>
        </p:nvSpPr>
        <p:spPr>
          <a:xfrm>
            <a:off x="7547299" y="2092463"/>
            <a:ext cx="82266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04</a:t>
            </a:r>
            <a:endParaRPr lang="zh-CN" altLang="en-US" dirty="0">
              <a:solidFill>
                <a:schemeClr val="bg1"/>
              </a:solidFill>
              <a:latin typeface="Facon" pitchFamily="2" charset="0"/>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0FFB9EEB-4611-76E3-35C9-6A13131B4461}"/>
              </a:ext>
            </a:extLst>
          </p:cNvPr>
          <p:cNvSpPr txBox="1"/>
          <p:nvPr/>
        </p:nvSpPr>
        <p:spPr>
          <a:xfrm>
            <a:off x="9428125" y="2092463"/>
            <a:ext cx="816249"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dirty="0">
                <a:solidFill>
                  <a:schemeClr val="bg1"/>
                </a:solidFill>
                <a:latin typeface="Facon" pitchFamily="2" charset="0"/>
                <a:sym typeface="阿里巴巴普惠体 2 45 Light" panose="00020600040101010101" pitchFamily="18" charset="-122"/>
              </a:rPr>
              <a:t>05</a:t>
            </a:r>
            <a:endParaRPr lang="zh-CN" altLang="en-US" dirty="0">
              <a:solidFill>
                <a:schemeClr val="bg1"/>
              </a:solidFill>
              <a:latin typeface="Facon" pitchFamily="2" charset="0"/>
              <a:sym typeface="阿里巴巴普惠体 2 45 Light" panose="00020600040101010101" pitchFamily="18" charset="-122"/>
            </a:endParaRPr>
          </a:p>
        </p:txBody>
      </p:sp>
      <p:sp>
        <p:nvSpPr>
          <p:cNvPr id="10" name="稿定-9">
            <a:extLst>
              <a:ext uri="{FF2B5EF4-FFF2-40B4-BE49-F238E27FC236}">
                <a16:creationId xmlns:a16="http://schemas.microsoft.com/office/drawing/2014/main" id="{DBE5DDAD-5198-5FC9-9BA6-014EF13E520C}"/>
              </a:ext>
            </a:extLst>
          </p:cNvPr>
          <p:cNvSpPr/>
          <p:nvPr/>
        </p:nvSpPr>
        <p:spPr>
          <a:xfrm flipH="1">
            <a:off x="1809320" y="360579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稿定-9">
            <a:extLst>
              <a:ext uri="{FF2B5EF4-FFF2-40B4-BE49-F238E27FC236}">
                <a16:creationId xmlns:a16="http://schemas.microsoft.com/office/drawing/2014/main" id="{2DDA0153-0C7D-38D3-99A3-A410D8E6E344}"/>
              </a:ext>
            </a:extLst>
          </p:cNvPr>
          <p:cNvSpPr/>
          <p:nvPr/>
        </p:nvSpPr>
        <p:spPr>
          <a:xfrm flipH="1">
            <a:off x="1809320" y="4480538"/>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稿定-9">
            <a:extLst>
              <a:ext uri="{FF2B5EF4-FFF2-40B4-BE49-F238E27FC236}">
                <a16:creationId xmlns:a16="http://schemas.microsoft.com/office/drawing/2014/main" id="{F4B4002B-BCB3-5563-D186-EC689C137EA7}"/>
              </a:ext>
            </a:extLst>
          </p:cNvPr>
          <p:cNvSpPr/>
          <p:nvPr/>
        </p:nvSpPr>
        <p:spPr>
          <a:xfrm flipH="1">
            <a:off x="1809320" y="5355283"/>
            <a:ext cx="971857" cy="231410"/>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Tree>
    <p:custDataLst>
      <p:tags r:id="rId1"/>
    </p:custDataLst>
    <p:extLst>
      <p:ext uri="{BB962C8B-B14F-4D97-AF65-F5344CB8AC3E}">
        <p14:creationId xmlns:p14="http://schemas.microsoft.com/office/powerpoint/2010/main" val="409441514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gaoding-5">
            <a:extLst>
              <a:ext uri="{FF2B5EF4-FFF2-40B4-BE49-F238E27FC236}">
                <a16:creationId xmlns:a16="http://schemas.microsoft.com/office/drawing/2014/main" id="{36B6860D-EBDD-5826-12F6-1CD08537E62C}"/>
              </a:ext>
            </a:extLst>
          </p:cNvPr>
          <p:cNvSpPr/>
          <p:nvPr/>
        </p:nvSpPr>
        <p:spPr>
          <a:xfrm>
            <a:off x="476281" y="2468744"/>
            <a:ext cx="11239438" cy="358033"/>
          </a:xfrm>
          <a:prstGeom prst="roundRect">
            <a:avLst>
              <a:gd name="adj" fmla="val 50000"/>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gaoding-6">
            <a:extLst>
              <a:ext uri="{FF2B5EF4-FFF2-40B4-BE49-F238E27FC236}">
                <a16:creationId xmlns:a16="http://schemas.microsoft.com/office/drawing/2014/main" id="{E11C83FE-5A70-88C1-B4E4-F7E7644E7EE3}"/>
              </a:ext>
            </a:extLst>
          </p:cNvPr>
          <p:cNvSpPr/>
          <p:nvPr/>
        </p:nvSpPr>
        <p:spPr>
          <a:xfrm>
            <a:off x="1764927" y="3093398"/>
            <a:ext cx="1997783" cy="2757618"/>
          </a:xfrm>
          <a:prstGeom prst="roundRect">
            <a:avLst>
              <a:gd name="adj" fmla="val 565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gaoding-7">
            <a:extLst>
              <a:ext uri="{FF2B5EF4-FFF2-40B4-BE49-F238E27FC236}">
                <a16:creationId xmlns:a16="http://schemas.microsoft.com/office/drawing/2014/main" id="{274BE485-3147-15BD-31BA-D78435344264}"/>
              </a:ext>
            </a:extLst>
          </p:cNvPr>
          <p:cNvSpPr/>
          <p:nvPr/>
        </p:nvSpPr>
        <p:spPr>
          <a:xfrm>
            <a:off x="6202752" y="3093398"/>
            <a:ext cx="1997783" cy="2757618"/>
          </a:xfrm>
          <a:prstGeom prst="roundRect">
            <a:avLst>
              <a:gd name="adj" fmla="val 623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gaoding-8">
            <a:extLst>
              <a:ext uri="{FF2B5EF4-FFF2-40B4-BE49-F238E27FC236}">
                <a16:creationId xmlns:a16="http://schemas.microsoft.com/office/drawing/2014/main" id="{CC94DA3E-8875-EAAA-8030-4A01FA26CCFE}"/>
              </a:ext>
            </a:extLst>
          </p:cNvPr>
          <p:cNvSpPr/>
          <p:nvPr/>
        </p:nvSpPr>
        <p:spPr>
          <a:xfrm>
            <a:off x="3983840" y="3093398"/>
            <a:ext cx="1997783" cy="1877280"/>
          </a:xfrm>
          <a:prstGeom prst="roundRect">
            <a:avLst>
              <a:gd name="adj" fmla="val 641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gaoding-9">
            <a:extLst>
              <a:ext uri="{FF2B5EF4-FFF2-40B4-BE49-F238E27FC236}">
                <a16:creationId xmlns:a16="http://schemas.microsoft.com/office/drawing/2014/main" id="{18CA5D14-0A5E-5F47-7030-89D2BF83F4EA}"/>
              </a:ext>
            </a:extLst>
          </p:cNvPr>
          <p:cNvSpPr/>
          <p:nvPr/>
        </p:nvSpPr>
        <p:spPr>
          <a:xfrm>
            <a:off x="8513166" y="3093398"/>
            <a:ext cx="1997783" cy="1877280"/>
          </a:xfrm>
          <a:prstGeom prst="roundRect">
            <a:avLst>
              <a:gd name="adj" fmla="val 797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gaoding-18">
            <a:extLst>
              <a:ext uri="{FF2B5EF4-FFF2-40B4-BE49-F238E27FC236}">
                <a16:creationId xmlns:a16="http://schemas.microsoft.com/office/drawing/2014/main" id="{1801CF7C-38F7-3832-56A0-B7712E6FA66D}"/>
              </a:ext>
            </a:extLst>
          </p:cNvPr>
          <p:cNvSpPr txBox="1"/>
          <p:nvPr/>
        </p:nvSpPr>
        <p:spPr>
          <a:xfrm>
            <a:off x="1837435" y="2535614"/>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2019.06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gaoding-19">
            <a:extLst>
              <a:ext uri="{FF2B5EF4-FFF2-40B4-BE49-F238E27FC236}">
                <a16:creationId xmlns:a16="http://schemas.microsoft.com/office/drawing/2014/main" id="{3F4BD0C0-3516-268A-04C0-29392DE8567A}"/>
              </a:ext>
            </a:extLst>
          </p:cNvPr>
          <p:cNvSpPr txBox="1"/>
          <p:nvPr/>
        </p:nvSpPr>
        <p:spPr>
          <a:xfrm>
            <a:off x="4090305" y="2543607"/>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2021.06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gaoding-20">
            <a:extLst>
              <a:ext uri="{FF2B5EF4-FFF2-40B4-BE49-F238E27FC236}">
                <a16:creationId xmlns:a16="http://schemas.microsoft.com/office/drawing/2014/main" id="{7EB291B8-71DB-6DF6-73C4-829610520EEE}"/>
              </a:ext>
            </a:extLst>
          </p:cNvPr>
          <p:cNvSpPr txBox="1"/>
          <p:nvPr/>
        </p:nvSpPr>
        <p:spPr>
          <a:xfrm>
            <a:off x="6258940" y="2543607"/>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2023.06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gaoding-21">
            <a:extLst>
              <a:ext uri="{FF2B5EF4-FFF2-40B4-BE49-F238E27FC236}">
                <a16:creationId xmlns:a16="http://schemas.microsoft.com/office/drawing/2014/main" id="{2A197F53-F619-BF7C-6C62-E0DC0B71B9E9}"/>
              </a:ext>
            </a:extLst>
          </p:cNvPr>
          <p:cNvSpPr txBox="1"/>
          <p:nvPr/>
        </p:nvSpPr>
        <p:spPr>
          <a:xfrm>
            <a:off x="8513403" y="2543607"/>
            <a:ext cx="982641" cy="215444"/>
          </a:xfrm>
          <a:prstGeom prst="rect">
            <a:avLst/>
          </a:prstGeom>
          <a:noFill/>
        </p:spPr>
        <p:txBody>
          <a:bodyPr wrap="none" lIns="0" tIns="0" rIns="0" bIns="0"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en-US" altLang="zh-CN"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2025.06</a:t>
            </a:r>
            <a:endParaRPr kumimoji="1" lang="zh-CN" altLang="en-US" sz="1400" b="0" i="0" u="none" strike="noStrike" kern="1200" cap="none" spc="0" normalizeH="0" baseline="0" noProof="0" dirty="0">
              <a:ln>
                <a:noFill/>
              </a:ln>
              <a:solidFill>
                <a:prstClr val="white"/>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gaoding-22">
            <a:extLst>
              <a:ext uri="{FF2B5EF4-FFF2-40B4-BE49-F238E27FC236}">
                <a16:creationId xmlns:a16="http://schemas.microsoft.com/office/drawing/2014/main" id="{4CFF8C5E-D50C-E4A1-7412-886365903238}"/>
              </a:ext>
            </a:extLst>
          </p:cNvPr>
          <p:cNvSpPr/>
          <p:nvPr/>
        </p:nvSpPr>
        <p:spPr>
          <a:xfrm>
            <a:off x="602456" y="2508234"/>
            <a:ext cx="754166" cy="27905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w="2540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稿定-9">
            <a:extLst>
              <a:ext uri="{FF2B5EF4-FFF2-40B4-BE49-F238E27FC236}">
                <a16:creationId xmlns:a16="http://schemas.microsoft.com/office/drawing/2014/main" id="{24B22667-0EF2-3517-7802-61DCFD3D402E}"/>
              </a:ext>
            </a:extLst>
          </p:cNvPr>
          <p:cNvSpPr/>
          <p:nvPr/>
        </p:nvSpPr>
        <p:spPr>
          <a:xfrm flipH="1">
            <a:off x="1968890" y="3261194"/>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稿定-31">
            <a:extLst>
              <a:ext uri="{FF2B5EF4-FFF2-40B4-BE49-F238E27FC236}">
                <a16:creationId xmlns:a16="http://schemas.microsoft.com/office/drawing/2014/main" id="{9318140F-0825-6E5D-B5B1-EA4BF882B8B1}"/>
              </a:ext>
            </a:extLst>
          </p:cNvPr>
          <p:cNvSpPr/>
          <p:nvPr/>
        </p:nvSpPr>
        <p:spPr>
          <a:xfrm flipH="1">
            <a:off x="1968890"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稿定-9">
            <a:extLst>
              <a:ext uri="{FF2B5EF4-FFF2-40B4-BE49-F238E27FC236}">
                <a16:creationId xmlns:a16="http://schemas.microsoft.com/office/drawing/2014/main" id="{B9C5D87B-060B-4D8D-7EA8-B742A98562F2}"/>
              </a:ext>
            </a:extLst>
          </p:cNvPr>
          <p:cNvSpPr/>
          <p:nvPr/>
        </p:nvSpPr>
        <p:spPr>
          <a:xfrm flipH="1">
            <a:off x="1968890" y="397589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稿定-31">
            <a:extLst>
              <a:ext uri="{FF2B5EF4-FFF2-40B4-BE49-F238E27FC236}">
                <a16:creationId xmlns:a16="http://schemas.microsoft.com/office/drawing/2014/main" id="{3755EAAA-AAA1-F61E-87CE-40CC75BA2B78}"/>
              </a:ext>
            </a:extLst>
          </p:cNvPr>
          <p:cNvSpPr/>
          <p:nvPr/>
        </p:nvSpPr>
        <p:spPr>
          <a:xfrm flipH="1">
            <a:off x="1968890"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稿定-9">
            <a:extLst>
              <a:ext uri="{FF2B5EF4-FFF2-40B4-BE49-F238E27FC236}">
                <a16:creationId xmlns:a16="http://schemas.microsoft.com/office/drawing/2014/main" id="{767BD4BB-40EA-D7A9-5493-8CEECAD0407B}"/>
              </a:ext>
            </a:extLst>
          </p:cNvPr>
          <p:cNvSpPr/>
          <p:nvPr/>
        </p:nvSpPr>
        <p:spPr>
          <a:xfrm flipH="1">
            <a:off x="1968890" y="4711360"/>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稿定-31">
            <a:extLst>
              <a:ext uri="{FF2B5EF4-FFF2-40B4-BE49-F238E27FC236}">
                <a16:creationId xmlns:a16="http://schemas.microsoft.com/office/drawing/2014/main" id="{4BC55DE6-ECBE-8596-FDE9-1D1573C7532B}"/>
              </a:ext>
            </a:extLst>
          </p:cNvPr>
          <p:cNvSpPr/>
          <p:nvPr/>
        </p:nvSpPr>
        <p:spPr>
          <a:xfrm flipH="1">
            <a:off x="1968890" y="499759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稿定-9">
            <a:extLst>
              <a:ext uri="{FF2B5EF4-FFF2-40B4-BE49-F238E27FC236}">
                <a16:creationId xmlns:a16="http://schemas.microsoft.com/office/drawing/2014/main" id="{BD28B385-3D53-06D8-B0A9-8167ED6096FB}"/>
              </a:ext>
            </a:extLst>
          </p:cNvPr>
          <p:cNvSpPr/>
          <p:nvPr/>
        </p:nvSpPr>
        <p:spPr>
          <a:xfrm flipH="1">
            <a:off x="4152955" y="3261195"/>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稿定-31">
            <a:extLst>
              <a:ext uri="{FF2B5EF4-FFF2-40B4-BE49-F238E27FC236}">
                <a16:creationId xmlns:a16="http://schemas.microsoft.com/office/drawing/2014/main" id="{89EB61DC-8200-09E4-8279-B04703A32970}"/>
              </a:ext>
            </a:extLst>
          </p:cNvPr>
          <p:cNvSpPr/>
          <p:nvPr/>
        </p:nvSpPr>
        <p:spPr>
          <a:xfrm flipH="1">
            <a:off x="4152955"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稿定-9">
            <a:extLst>
              <a:ext uri="{FF2B5EF4-FFF2-40B4-BE49-F238E27FC236}">
                <a16:creationId xmlns:a16="http://schemas.microsoft.com/office/drawing/2014/main" id="{C66EF619-3FFF-42F3-9C8F-9262D512E80F}"/>
              </a:ext>
            </a:extLst>
          </p:cNvPr>
          <p:cNvSpPr/>
          <p:nvPr/>
        </p:nvSpPr>
        <p:spPr>
          <a:xfrm flipH="1">
            <a:off x="4152955" y="397589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稿定-31">
            <a:extLst>
              <a:ext uri="{FF2B5EF4-FFF2-40B4-BE49-F238E27FC236}">
                <a16:creationId xmlns:a16="http://schemas.microsoft.com/office/drawing/2014/main" id="{964E18B5-13A2-04B1-E42F-A5706D2CB780}"/>
              </a:ext>
            </a:extLst>
          </p:cNvPr>
          <p:cNvSpPr/>
          <p:nvPr/>
        </p:nvSpPr>
        <p:spPr>
          <a:xfrm flipH="1">
            <a:off x="4152955"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稿定-9">
            <a:extLst>
              <a:ext uri="{FF2B5EF4-FFF2-40B4-BE49-F238E27FC236}">
                <a16:creationId xmlns:a16="http://schemas.microsoft.com/office/drawing/2014/main" id="{BE16ABBC-1BB7-6C4F-1DD7-3427380EA0E0}"/>
              </a:ext>
            </a:extLst>
          </p:cNvPr>
          <p:cNvSpPr/>
          <p:nvPr/>
        </p:nvSpPr>
        <p:spPr>
          <a:xfrm flipH="1">
            <a:off x="8701546" y="3261195"/>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稿定-31">
            <a:extLst>
              <a:ext uri="{FF2B5EF4-FFF2-40B4-BE49-F238E27FC236}">
                <a16:creationId xmlns:a16="http://schemas.microsoft.com/office/drawing/2014/main" id="{C7DC23AB-DE7F-3346-6B4B-92A628A3BA5E}"/>
              </a:ext>
            </a:extLst>
          </p:cNvPr>
          <p:cNvSpPr/>
          <p:nvPr/>
        </p:nvSpPr>
        <p:spPr>
          <a:xfrm flipH="1">
            <a:off x="8701546"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稿定-9">
            <a:extLst>
              <a:ext uri="{FF2B5EF4-FFF2-40B4-BE49-F238E27FC236}">
                <a16:creationId xmlns:a16="http://schemas.microsoft.com/office/drawing/2014/main" id="{943275A3-ACD9-582A-933A-66B61889997B}"/>
              </a:ext>
            </a:extLst>
          </p:cNvPr>
          <p:cNvSpPr/>
          <p:nvPr/>
        </p:nvSpPr>
        <p:spPr>
          <a:xfrm flipH="1">
            <a:off x="8701546" y="397589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稿定-31">
            <a:extLst>
              <a:ext uri="{FF2B5EF4-FFF2-40B4-BE49-F238E27FC236}">
                <a16:creationId xmlns:a16="http://schemas.microsoft.com/office/drawing/2014/main" id="{05654A39-A395-4365-2112-C7F76CDD38ED}"/>
              </a:ext>
            </a:extLst>
          </p:cNvPr>
          <p:cNvSpPr/>
          <p:nvPr/>
        </p:nvSpPr>
        <p:spPr>
          <a:xfrm flipH="1">
            <a:off x="8701546"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稿定-9">
            <a:extLst>
              <a:ext uri="{FF2B5EF4-FFF2-40B4-BE49-F238E27FC236}">
                <a16:creationId xmlns:a16="http://schemas.microsoft.com/office/drawing/2014/main" id="{9FC858AF-AFAE-46C0-87B0-747BAF086FBD}"/>
              </a:ext>
            </a:extLst>
          </p:cNvPr>
          <p:cNvSpPr/>
          <p:nvPr/>
        </p:nvSpPr>
        <p:spPr>
          <a:xfrm flipH="1">
            <a:off x="6368949" y="3261195"/>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稿定-31">
            <a:extLst>
              <a:ext uri="{FF2B5EF4-FFF2-40B4-BE49-F238E27FC236}">
                <a16:creationId xmlns:a16="http://schemas.microsoft.com/office/drawing/2014/main" id="{F9D4AC53-3ABB-8B1B-89F6-9EA38A773E5A}"/>
              </a:ext>
            </a:extLst>
          </p:cNvPr>
          <p:cNvSpPr/>
          <p:nvPr/>
        </p:nvSpPr>
        <p:spPr>
          <a:xfrm flipH="1">
            <a:off x="6368949" y="3547432"/>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稿定-9">
            <a:extLst>
              <a:ext uri="{FF2B5EF4-FFF2-40B4-BE49-F238E27FC236}">
                <a16:creationId xmlns:a16="http://schemas.microsoft.com/office/drawing/2014/main" id="{A36EF515-9166-70FE-E388-6A272D78727D}"/>
              </a:ext>
            </a:extLst>
          </p:cNvPr>
          <p:cNvSpPr/>
          <p:nvPr/>
        </p:nvSpPr>
        <p:spPr>
          <a:xfrm flipH="1">
            <a:off x="6368949" y="397589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稿定-31">
            <a:extLst>
              <a:ext uri="{FF2B5EF4-FFF2-40B4-BE49-F238E27FC236}">
                <a16:creationId xmlns:a16="http://schemas.microsoft.com/office/drawing/2014/main" id="{6997F382-04C5-A3B5-E2C6-B4D15853FDE5}"/>
              </a:ext>
            </a:extLst>
          </p:cNvPr>
          <p:cNvSpPr/>
          <p:nvPr/>
        </p:nvSpPr>
        <p:spPr>
          <a:xfrm flipH="1">
            <a:off x="6368949" y="426212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稿定-9">
            <a:extLst>
              <a:ext uri="{FF2B5EF4-FFF2-40B4-BE49-F238E27FC236}">
                <a16:creationId xmlns:a16="http://schemas.microsoft.com/office/drawing/2014/main" id="{87D2CC0F-E007-6FB2-DDA3-6B458687098C}"/>
              </a:ext>
            </a:extLst>
          </p:cNvPr>
          <p:cNvSpPr/>
          <p:nvPr/>
        </p:nvSpPr>
        <p:spPr>
          <a:xfrm flipH="1">
            <a:off x="6368949" y="4711361"/>
            <a:ext cx="971857" cy="272415"/>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输入</a:t>
            </a:r>
            <a:r>
              <a:rPr lang="zh-CN" alt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标题文字</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稿定-31">
            <a:extLst>
              <a:ext uri="{FF2B5EF4-FFF2-40B4-BE49-F238E27FC236}">
                <a16:creationId xmlns:a16="http://schemas.microsoft.com/office/drawing/2014/main" id="{713DCEB6-AF95-1837-94E2-DB31B0BEDB61}"/>
              </a:ext>
            </a:extLst>
          </p:cNvPr>
          <p:cNvSpPr/>
          <p:nvPr/>
        </p:nvSpPr>
        <p:spPr>
          <a:xfrm flipH="1">
            <a:off x="6368949" y="4997598"/>
            <a:ext cx="1366685" cy="352917"/>
          </a:xfrm>
          <a:prstGeom prst="rect">
            <a:avLst/>
          </a:prstGeom>
        </p:spPr>
        <p:txBody>
          <a:bodyPr wrap="square" lIns="0" tIns="0" rIns="0" bIns="0" anchor="ctr">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8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4BEB7B90-DDA7-2191-F04B-81A227F88F4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51360D85-40A0-3179-1D93-F49341A028E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9C322CEA-5A16-2EF0-073C-093CD8754822}"/>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6044361D-F802-E155-CB83-FF8CBCAF8452}"/>
              </a:ext>
            </a:extLst>
          </p:cNvPr>
          <p:cNvSpPr txBox="1"/>
          <p:nvPr/>
        </p:nvSpPr>
        <p:spPr>
          <a:xfrm>
            <a:off x="2057346" y="1788473"/>
            <a:ext cx="77136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01</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82921687-17D4-9987-36D3-17E60075DEE7}"/>
              </a:ext>
            </a:extLst>
          </p:cNvPr>
          <p:cNvSpPr txBox="1"/>
          <p:nvPr/>
        </p:nvSpPr>
        <p:spPr>
          <a:xfrm>
            <a:off x="4197502" y="1788473"/>
            <a:ext cx="843501"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02</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0E2F2767-76EB-F8A2-F7BE-341AFB1ABC74}"/>
              </a:ext>
            </a:extLst>
          </p:cNvPr>
          <p:cNvSpPr txBox="1"/>
          <p:nvPr/>
        </p:nvSpPr>
        <p:spPr>
          <a:xfrm>
            <a:off x="6409794" y="1788473"/>
            <a:ext cx="856325"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03</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
        <p:nvSpPr>
          <p:cNvPr id="13" name="文本框 12">
            <a:extLst>
              <a:ext uri="{FF2B5EF4-FFF2-40B4-BE49-F238E27FC236}">
                <a16:creationId xmlns:a16="http://schemas.microsoft.com/office/drawing/2014/main" id="{0483A408-70E7-4810-1617-1861F9B9FFFC}"/>
              </a:ext>
            </a:extLst>
          </p:cNvPr>
          <p:cNvSpPr txBox="1"/>
          <p:nvPr/>
        </p:nvSpPr>
        <p:spPr>
          <a:xfrm>
            <a:off x="8634911" y="1788473"/>
            <a:ext cx="861133" cy="646331"/>
          </a:xfrm>
          <a:prstGeom prst="rect">
            <a:avLst/>
          </a:prstGeom>
          <a:noFill/>
        </p:spPr>
        <p:txBody>
          <a:bodyPr wrap="none" rtlCol="0">
            <a:spAutoFit/>
          </a:bodyPr>
          <a:lstStyle>
            <a:defPPr>
              <a:defRPr lang="zh-CN"/>
            </a:defPPr>
            <a:lvl1pPr>
              <a:defRPr sz="3600">
                <a:solidFill>
                  <a:schemeClr val="accent4"/>
                </a:solidFill>
                <a:latin typeface="Monoton" pitchFamily="2" charset="0"/>
                <a:ea typeface="+mj-ea"/>
              </a:defRPr>
            </a:lvl1pPr>
          </a:lstStyle>
          <a:p>
            <a:pPr algn="ctr"/>
            <a:r>
              <a:rPr lang="en-US" altLang="zh-CN"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rPr>
              <a:t>04</a:t>
            </a:r>
            <a:endParaRPr lang="zh-CN" altLang="en-US" i="1" dirty="0">
              <a:gradFill>
                <a:gsLst>
                  <a:gs pos="65000">
                    <a:schemeClr val="accent1"/>
                  </a:gs>
                  <a:gs pos="88000">
                    <a:schemeClr val="accent1">
                      <a:lumMod val="10000"/>
                      <a:lumOff val="90000"/>
                    </a:schemeClr>
                  </a:gs>
                </a:gsLst>
                <a:path path="circle">
                  <a:fillToRect l="100000" b="100000"/>
                </a:path>
              </a:gradFill>
              <a:sym typeface="阿里巴巴普惠体 2 45 Light" panose="00020600040101010101" pitchFamily="18" charset="-122"/>
            </a:endParaRPr>
          </a:p>
        </p:txBody>
      </p:sp>
    </p:spTree>
    <p:extLst>
      <p:ext uri="{BB962C8B-B14F-4D97-AF65-F5344CB8AC3E}">
        <p14:creationId xmlns:p14="http://schemas.microsoft.com/office/powerpoint/2010/main" val="316990065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82F5E0FE-960D-BF75-A275-8D7298A6F84B}"/>
              </a:ext>
            </a:extLst>
          </p:cNvPr>
          <p:cNvGrpSpPr/>
          <p:nvPr/>
        </p:nvGrpSpPr>
        <p:grpSpPr>
          <a:xfrm>
            <a:off x="4956166" y="2593678"/>
            <a:ext cx="2216269" cy="2236472"/>
            <a:chOff x="4956166" y="2260191"/>
            <a:chExt cx="2216269" cy="2236472"/>
          </a:xfrm>
          <a:effectLst/>
        </p:grpSpPr>
        <p:sp>
          <p:nvSpPr>
            <p:cNvPr id="68" name="椭圆 67">
              <a:extLst>
                <a:ext uri="{FF2B5EF4-FFF2-40B4-BE49-F238E27FC236}">
                  <a16:creationId xmlns:a16="http://schemas.microsoft.com/office/drawing/2014/main" id="{F2A0BB39-051D-7F78-72B1-C407B4E24A9D}"/>
                </a:ext>
              </a:extLst>
            </p:cNvPr>
            <p:cNvSpPr/>
            <p:nvPr/>
          </p:nvSpPr>
          <p:spPr>
            <a:xfrm rot="16200000">
              <a:off x="4958244" y="2276548"/>
              <a:ext cx="2214192" cy="22141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椭圆 68">
              <a:extLst>
                <a:ext uri="{FF2B5EF4-FFF2-40B4-BE49-F238E27FC236}">
                  <a16:creationId xmlns:a16="http://schemas.microsoft.com/office/drawing/2014/main" id="{E034FA3D-ACD5-A9FF-65BA-CC5CE371C9FF}"/>
                </a:ext>
              </a:extLst>
            </p:cNvPr>
            <p:cNvSpPr/>
            <p:nvPr/>
          </p:nvSpPr>
          <p:spPr>
            <a:xfrm rot="15726438">
              <a:off x="4956165" y="2260192"/>
              <a:ext cx="2214192" cy="22141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椭圆 69">
              <a:extLst>
                <a:ext uri="{FF2B5EF4-FFF2-40B4-BE49-F238E27FC236}">
                  <a16:creationId xmlns:a16="http://schemas.microsoft.com/office/drawing/2014/main" id="{E8844168-6557-70AC-8587-F7667A05A6DC}"/>
                </a:ext>
              </a:extLst>
            </p:cNvPr>
            <p:cNvSpPr/>
            <p:nvPr/>
          </p:nvSpPr>
          <p:spPr>
            <a:xfrm rot="16200000">
              <a:off x="4957741" y="2282472"/>
              <a:ext cx="2214192" cy="22141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3" name="Freeform 6">
            <a:extLst>
              <a:ext uri="{FF2B5EF4-FFF2-40B4-BE49-F238E27FC236}">
                <a16:creationId xmlns:a16="http://schemas.microsoft.com/office/drawing/2014/main" id="{831C54C8-9E39-5E0A-02C5-C7902A849B89}"/>
              </a:ext>
            </a:extLst>
          </p:cNvPr>
          <p:cNvSpPr>
            <a:spLocks/>
          </p:cNvSpPr>
          <p:nvPr/>
        </p:nvSpPr>
        <p:spPr bwMode="auto">
          <a:xfrm>
            <a:off x="3282427" y="2816336"/>
            <a:ext cx="5627146" cy="1568451"/>
          </a:xfrm>
          <a:custGeom>
            <a:avLst/>
            <a:gdLst>
              <a:gd name="T0" fmla="*/ 1120 w 1757"/>
              <a:gd name="T1" fmla="*/ 2 h 540"/>
              <a:gd name="T2" fmla="*/ 1757 w 1757"/>
              <a:gd name="T3" fmla="*/ 266 h 540"/>
              <a:gd name="T4" fmla="*/ 878 w 1757"/>
              <a:gd name="T5" fmla="*/ 540 h 540"/>
              <a:gd name="T6" fmla="*/ 0 w 1757"/>
              <a:gd name="T7" fmla="*/ 266 h 540"/>
              <a:gd name="T8" fmla="*/ 0 w 1757"/>
              <a:gd name="T9" fmla="*/ 266 h 540"/>
              <a:gd name="T10" fmla="*/ 664 w 1757"/>
              <a:gd name="T11" fmla="*/ 0 h 540"/>
            </a:gdLst>
            <a:ahLst/>
            <a:cxnLst>
              <a:cxn ang="0">
                <a:pos x="T0" y="T1"/>
              </a:cxn>
              <a:cxn ang="0">
                <a:pos x="T2" y="T3"/>
              </a:cxn>
              <a:cxn ang="0">
                <a:pos x="T4" y="T5"/>
              </a:cxn>
              <a:cxn ang="0">
                <a:pos x="T6" y="T7"/>
              </a:cxn>
              <a:cxn ang="0">
                <a:pos x="T8" y="T9"/>
              </a:cxn>
              <a:cxn ang="0">
                <a:pos x="T10" y="T11"/>
              </a:cxn>
            </a:cxnLst>
            <a:rect l="0" t="0" r="r" b="b"/>
            <a:pathLst>
              <a:path w="1757" h="540">
                <a:moveTo>
                  <a:pt x="1120" y="2"/>
                </a:moveTo>
                <a:cubicBezTo>
                  <a:pt x="1488" y="35"/>
                  <a:pt x="1757" y="140"/>
                  <a:pt x="1757" y="266"/>
                </a:cubicBezTo>
                <a:cubicBezTo>
                  <a:pt x="1757" y="417"/>
                  <a:pt x="1363" y="540"/>
                  <a:pt x="878" y="540"/>
                </a:cubicBezTo>
                <a:cubicBezTo>
                  <a:pt x="393" y="540"/>
                  <a:pt x="0" y="417"/>
                  <a:pt x="0" y="266"/>
                </a:cubicBezTo>
                <a:cubicBezTo>
                  <a:pt x="0" y="266"/>
                  <a:pt x="0" y="266"/>
                  <a:pt x="0" y="266"/>
                </a:cubicBezTo>
                <a:cubicBezTo>
                  <a:pt x="0" y="137"/>
                  <a:pt x="282" y="29"/>
                  <a:pt x="664" y="0"/>
                </a:cubicBezTo>
              </a:path>
            </a:pathLst>
          </a:custGeom>
          <a:noFill/>
          <a:ln w="15875" cap="rnd">
            <a:gradFill flip="none" rotWithShape="1">
              <a:gsLst>
                <a:gs pos="0">
                  <a:schemeClr val="accent1">
                    <a:alpha val="0"/>
                  </a:schemeClr>
                </a:gs>
                <a:gs pos="100000">
                  <a:schemeClr val="accent1"/>
                </a:gs>
              </a:gsLst>
              <a:lin ang="5400000" scaled="1"/>
              <a:tileRect/>
            </a:gradFill>
            <a:prstDash val="solid"/>
            <a:round/>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椭圆 142">
            <a:extLst>
              <a:ext uri="{FF2B5EF4-FFF2-40B4-BE49-F238E27FC236}">
                <a16:creationId xmlns:a16="http://schemas.microsoft.com/office/drawing/2014/main" id="{F3302443-7694-06F3-C457-41109082DD8C}"/>
              </a:ext>
            </a:extLst>
          </p:cNvPr>
          <p:cNvSpPr/>
          <p:nvPr/>
        </p:nvSpPr>
        <p:spPr>
          <a:xfrm rot="16200000">
            <a:off x="2964929" y="3284263"/>
            <a:ext cx="635591" cy="6355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椭圆 143">
            <a:extLst>
              <a:ext uri="{FF2B5EF4-FFF2-40B4-BE49-F238E27FC236}">
                <a16:creationId xmlns:a16="http://schemas.microsoft.com/office/drawing/2014/main" id="{44E4CB49-B884-1863-8CB0-C52D7B963272}"/>
              </a:ext>
            </a:extLst>
          </p:cNvPr>
          <p:cNvSpPr/>
          <p:nvPr/>
        </p:nvSpPr>
        <p:spPr>
          <a:xfrm rot="15726438">
            <a:off x="2964332" y="3279568"/>
            <a:ext cx="635591" cy="6355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椭圆 144">
            <a:extLst>
              <a:ext uri="{FF2B5EF4-FFF2-40B4-BE49-F238E27FC236}">
                <a16:creationId xmlns:a16="http://schemas.microsoft.com/office/drawing/2014/main" id="{D51FB59C-8151-5AE8-F443-380B6CA95C30}"/>
              </a:ext>
            </a:extLst>
          </p:cNvPr>
          <p:cNvSpPr/>
          <p:nvPr/>
        </p:nvSpPr>
        <p:spPr>
          <a:xfrm rot="16200000">
            <a:off x="2964785" y="3285963"/>
            <a:ext cx="635591" cy="6355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椭圆 146">
            <a:extLst>
              <a:ext uri="{FF2B5EF4-FFF2-40B4-BE49-F238E27FC236}">
                <a16:creationId xmlns:a16="http://schemas.microsoft.com/office/drawing/2014/main" id="{75569A12-66F6-07CB-A071-A1678DF20939}"/>
              </a:ext>
            </a:extLst>
          </p:cNvPr>
          <p:cNvSpPr/>
          <p:nvPr/>
        </p:nvSpPr>
        <p:spPr>
          <a:xfrm rot="16200000">
            <a:off x="3972800" y="3894619"/>
            <a:ext cx="635591" cy="6355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椭圆 147">
            <a:extLst>
              <a:ext uri="{FF2B5EF4-FFF2-40B4-BE49-F238E27FC236}">
                <a16:creationId xmlns:a16="http://schemas.microsoft.com/office/drawing/2014/main" id="{EB8E462A-913F-622A-ECEE-80613DDB1706}"/>
              </a:ext>
            </a:extLst>
          </p:cNvPr>
          <p:cNvSpPr/>
          <p:nvPr/>
        </p:nvSpPr>
        <p:spPr>
          <a:xfrm rot="15726438">
            <a:off x="3972203" y="3889924"/>
            <a:ext cx="635591" cy="6355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椭圆 148">
            <a:extLst>
              <a:ext uri="{FF2B5EF4-FFF2-40B4-BE49-F238E27FC236}">
                <a16:creationId xmlns:a16="http://schemas.microsoft.com/office/drawing/2014/main" id="{2887F0EB-FD4F-08A5-B60B-65264B08AA8C}"/>
              </a:ext>
            </a:extLst>
          </p:cNvPr>
          <p:cNvSpPr/>
          <p:nvPr/>
        </p:nvSpPr>
        <p:spPr>
          <a:xfrm rot="16200000">
            <a:off x="3972656" y="3896319"/>
            <a:ext cx="635591" cy="6355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0" name="组合 149">
            <a:extLst>
              <a:ext uri="{FF2B5EF4-FFF2-40B4-BE49-F238E27FC236}">
                <a16:creationId xmlns:a16="http://schemas.microsoft.com/office/drawing/2014/main" id="{029670E2-168F-02F6-3608-67FB33B5ADE9}"/>
              </a:ext>
            </a:extLst>
          </p:cNvPr>
          <p:cNvGrpSpPr/>
          <p:nvPr/>
        </p:nvGrpSpPr>
        <p:grpSpPr>
          <a:xfrm>
            <a:off x="7517879" y="3889923"/>
            <a:ext cx="636187" cy="641987"/>
            <a:chOff x="4956166" y="2260191"/>
            <a:chExt cx="2216269" cy="2236472"/>
          </a:xfrm>
          <a:effectLst/>
        </p:grpSpPr>
        <p:sp>
          <p:nvSpPr>
            <p:cNvPr id="151" name="椭圆 150">
              <a:extLst>
                <a:ext uri="{FF2B5EF4-FFF2-40B4-BE49-F238E27FC236}">
                  <a16:creationId xmlns:a16="http://schemas.microsoft.com/office/drawing/2014/main" id="{502FBBD6-9995-F57A-EFD3-096C6FAD41E5}"/>
                </a:ext>
              </a:extLst>
            </p:cNvPr>
            <p:cNvSpPr/>
            <p:nvPr/>
          </p:nvSpPr>
          <p:spPr>
            <a:xfrm rot="16200000">
              <a:off x="4958244" y="2276548"/>
              <a:ext cx="2214192" cy="22141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椭圆 151">
              <a:extLst>
                <a:ext uri="{FF2B5EF4-FFF2-40B4-BE49-F238E27FC236}">
                  <a16:creationId xmlns:a16="http://schemas.microsoft.com/office/drawing/2014/main" id="{722E34CC-9FF2-BB83-C2DA-1EB8C2265212}"/>
                </a:ext>
              </a:extLst>
            </p:cNvPr>
            <p:cNvSpPr/>
            <p:nvPr/>
          </p:nvSpPr>
          <p:spPr>
            <a:xfrm rot="15726438">
              <a:off x="4956165" y="2260192"/>
              <a:ext cx="2214192" cy="22141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椭圆 152">
              <a:extLst>
                <a:ext uri="{FF2B5EF4-FFF2-40B4-BE49-F238E27FC236}">
                  <a16:creationId xmlns:a16="http://schemas.microsoft.com/office/drawing/2014/main" id="{1C93A422-4AC0-C6FA-0263-6B415AA02730}"/>
                </a:ext>
              </a:extLst>
            </p:cNvPr>
            <p:cNvSpPr/>
            <p:nvPr/>
          </p:nvSpPr>
          <p:spPr>
            <a:xfrm rot="16200000">
              <a:off x="4957741" y="2282472"/>
              <a:ext cx="2214192" cy="22141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55" name="椭圆 154">
            <a:extLst>
              <a:ext uri="{FF2B5EF4-FFF2-40B4-BE49-F238E27FC236}">
                <a16:creationId xmlns:a16="http://schemas.microsoft.com/office/drawing/2014/main" id="{06EC6BEC-7583-5ADD-0A88-09C909B4B447}"/>
              </a:ext>
            </a:extLst>
          </p:cNvPr>
          <p:cNvSpPr/>
          <p:nvPr/>
        </p:nvSpPr>
        <p:spPr>
          <a:xfrm rot="16200000">
            <a:off x="8592148" y="3284263"/>
            <a:ext cx="635591" cy="635590"/>
          </a:xfrm>
          <a:prstGeom prst="ellipse">
            <a:avLst/>
          </a:prstGeom>
          <a:gradFill flip="none" rotWithShape="1">
            <a:gsLst>
              <a:gs pos="55000">
                <a:schemeClr val="accent1"/>
              </a:gs>
              <a:gs pos="100000">
                <a:schemeClr val="accent1"/>
              </a:gs>
            </a:gsLst>
            <a:path path="circle">
              <a:fillToRect l="50000" t="50000" r="50000" b="50000"/>
            </a:path>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椭圆 155">
            <a:extLst>
              <a:ext uri="{FF2B5EF4-FFF2-40B4-BE49-F238E27FC236}">
                <a16:creationId xmlns:a16="http://schemas.microsoft.com/office/drawing/2014/main" id="{3FA25E15-C32A-A1FB-6851-D242826EBB2F}"/>
              </a:ext>
            </a:extLst>
          </p:cNvPr>
          <p:cNvSpPr/>
          <p:nvPr/>
        </p:nvSpPr>
        <p:spPr>
          <a:xfrm rot="15726438">
            <a:off x="8591551" y="3279568"/>
            <a:ext cx="635591" cy="635590"/>
          </a:xfrm>
          <a:prstGeom prst="ellipse">
            <a:avLst/>
          </a:prstGeom>
          <a:gradFill flip="none" rotWithShape="1">
            <a:gsLst>
              <a:gs pos="70000">
                <a:schemeClr val="accent1"/>
              </a:gs>
              <a:gs pos="85000">
                <a:schemeClr val="accent1">
                  <a:lumMod val="10000"/>
                  <a:lumOff val="90000"/>
                </a:schemeClr>
              </a:gs>
            </a:gsLst>
            <a:path path="circle">
              <a:fillToRect t="100000" r="100000"/>
            </a:path>
            <a:tileRect l="-100000" b="-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椭圆 156">
            <a:extLst>
              <a:ext uri="{FF2B5EF4-FFF2-40B4-BE49-F238E27FC236}">
                <a16:creationId xmlns:a16="http://schemas.microsoft.com/office/drawing/2014/main" id="{3F3DFD84-7BE9-CAA9-D495-D3E8CB493B10}"/>
              </a:ext>
            </a:extLst>
          </p:cNvPr>
          <p:cNvSpPr/>
          <p:nvPr/>
        </p:nvSpPr>
        <p:spPr>
          <a:xfrm rot="16200000">
            <a:off x="8592004" y="3285963"/>
            <a:ext cx="635591" cy="635590"/>
          </a:xfrm>
          <a:prstGeom prst="ellipse">
            <a:avLst/>
          </a:prstGeom>
          <a:gradFill flip="none" rotWithShape="1">
            <a:gsLst>
              <a:gs pos="65000">
                <a:schemeClr val="accent1"/>
              </a:gs>
              <a:gs pos="88000">
                <a:schemeClr val="accent1">
                  <a:lumMod val="10000"/>
                  <a:lumOff val="90000"/>
                </a:schemeClr>
              </a:gs>
            </a:gsLst>
            <a:path path="circle">
              <a:fillToRect l="100000" b="100000"/>
            </a:path>
            <a:tileRect t="-100000" r="-100000"/>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Freeform 7">
            <a:extLst>
              <a:ext uri="{FF2B5EF4-FFF2-40B4-BE49-F238E27FC236}">
                <a16:creationId xmlns:a16="http://schemas.microsoft.com/office/drawing/2014/main" id="{E820A71C-42E9-D77B-A0F4-1DC068F2D359}"/>
              </a:ext>
            </a:extLst>
          </p:cNvPr>
          <p:cNvSpPr>
            <a:spLocks/>
          </p:cNvSpPr>
          <p:nvPr/>
        </p:nvSpPr>
        <p:spPr bwMode="auto">
          <a:xfrm>
            <a:off x="4608643" y="3325441"/>
            <a:ext cx="2974714" cy="618472"/>
          </a:xfrm>
          <a:custGeom>
            <a:avLst/>
            <a:gdLst>
              <a:gd name="T0" fmla="*/ 819 w 929"/>
              <a:gd name="T1" fmla="*/ 7 h 192"/>
              <a:gd name="T2" fmla="*/ 929 w 929"/>
              <a:gd name="T3" fmla="*/ 79 h 192"/>
              <a:gd name="T4" fmla="*/ 464 w 929"/>
              <a:gd name="T5" fmla="*/ 192 h 192"/>
              <a:gd name="T6" fmla="*/ 0 w 929"/>
              <a:gd name="T7" fmla="*/ 79 h 192"/>
              <a:gd name="T8" fmla="*/ 0 w 929"/>
              <a:gd name="T9" fmla="*/ 79 h 192"/>
              <a:gd name="T10" fmla="*/ 136 w 929"/>
              <a:gd name="T11" fmla="*/ 0 h 192"/>
            </a:gdLst>
            <a:ahLst/>
            <a:cxnLst>
              <a:cxn ang="0">
                <a:pos x="T0" y="T1"/>
              </a:cxn>
              <a:cxn ang="0">
                <a:pos x="T2" y="T3"/>
              </a:cxn>
              <a:cxn ang="0">
                <a:pos x="T4" y="T5"/>
              </a:cxn>
              <a:cxn ang="0">
                <a:pos x="T6" y="T7"/>
              </a:cxn>
              <a:cxn ang="0">
                <a:pos x="T8" y="T9"/>
              </a:cxn>
              <a:cxn ang="0">
                <a:pos x="T10" y="T11"/>
              </a:cxn>
            </a:cxnLst>
            <a:rect l="0" t="0" r="r" b="b"/>
            <a:pathLst>
              <a:path w="929" h="192">
                <a:moveTo>
                  <a:pt x="819" y="7"/>
                </a:moveTo>
                <a:cubicBezTo>
                  <a:pt x="888" y="26"/>
                  <a:pt x="929" y="52"/>
                  <a:pt x="929" y="79"/>
                </a:cubicBezTo>
                <a:cubicBezTo>
                  <a:pt x="929" y="142"/>
                  <a:pt x="721" y="192"/>
                  <a:pt x="464" y="192"/>
                </a:cubicBezTo>
                <a:cubicBezTo>
                  <a:pt x="208" y="192"/>
                  <a:pt x="0" y="142"/>
                  <a:pt x="0" y="79"/>
                </a:cubicBezTo>
                <a:cubicBezTo>
                  <a:pt x="0" y="79"/>
                  <a:pt x="0" y="79"/>
                  <a:pt x="0" y="79"/>
                </a:cubicBezTo>
                <a:cubicBezTo>
                  <a:pt x="0" y="48"/>
                  <a:pt x="52" y="20"/>
                  <a:pt x="136" y="0"/>
                </a:cubicBezTo>
              </a:path>
            </a:pathLst>
          </a:custGeom>
          <a:noFill/>
          <a:ln w="15875" cap="rnd">
            <a:gradFill flip="none" rotWithShape="1">
              <a:gsLst>
                <a:gs pos="0">
                  <a:schemeClr val="accent1">
                    <a:alpha val="0"/>
                  </a:schemeClr>
                </a:gs>
                <a:gs pos="100000">
                  <a:schemeClr val="accent1"/>
                </a:gs>
              </a:gsLst>
              <a:lin ang="5400000" scaled="1"/>
              <a:tileRect/>
            </a:gradFill>
            <a:prstDash val="solid"/>
            <a:round/>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6" name="稿定-9">
            <a:extLst>
              <a:ext uri="{FF2B5EF4-FFF2-40B4-BE49-F238E27FC236}">
                <a16:creationId xmlns:a16="http://schemas.microsoft.com/office/drawing/2014/main" id="{3B9E237E-D209-EC44-E153-8914516B4A4F}"/>
              </a:ext>
            </a:extLst>
          </p:cNvPr>
          <p:cNvSpPr/>
          <p:nvPr/>
        </p:nvSpPr>
        <p:spPr>
          <a:xfrm flipH="1">
            <a:off x="1606032" y="3196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登峰造极</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77" name="稿定-31">
            <a:extLst>
              <a:ext uri="{FF2B5EF4-FFF2-40B4-BE49-F238E27FC236}">
                <a16:creationId xmlns:a16="http://schemas.microsoft.com/office/drawing/2014/main" id="{03746982-E990-35B5-1E7D-824BE9602634}"/>
              </a:ext>
            </a:extLst>
          </p:cNvPr>
          <p:cNvSpPr/>
          <p:nvPr/>
        </p:nvSpPr>
        <p:spPr>
          <a:xfrm flipH="1">
            <a:off x="1038924" y="3582839"/>
            <a:ext cx="1680658" cy="324512"/>
          </a:xfrm>
          <a:prstGeom prst="rect">
            <a:avLst/>
          </a:prstGeom>
          <a:effectLst/>
        </p:spPr>
        <p:txBody>
          <a:bodyPr wrap="square" lIns="0" tIns="0" rIns="0" bIns="0" anchor="ctr">
            <a:spAutoFit/>
          </a:bodyPr>
          <a:lstStyle/>
          <a:p>
            <a:pPr marL="0" marR="0" lvl="0" indent="0" algn="r"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8" name="稿定-9">
            <a:extLst>
              <a:ext uri="{FF2B5EF4-FFF2-40B4-BE49-F238E27FC236}">
                <a16:creationId xmlns:a16="http://schemas.microsoft.com/office/drawing/2014/main" id="{884995F2-31E3-956B-BEF4-EEB10796B041}"/>
              </a:ext>
            </a:extLst>
          </p:cNvPr>
          <p:cNvSpPr/>
          <p:nvPr/>
        </p:nvSpPr>
        <p:spPr>
          <a:xfrm flipH="1">
            <a:off x="9475100" y="3196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珠联璧合</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79" name="稿定-31">
            <a:extLst>
              <a:ext uri="{FF2B5EF4-FFF2-40B4-BE49-F238E27FC236}">
                <a16:creationId xmlns:a16="http://schemas.microsoft.com/office/drawing/2014/main" id="{C0842D3B-3E5A-EA10-0301-D6E8684F91AD}"/>
              </a:ext>
            </a:extLst>
          </p:cNvPr>
          <p:cNvSpPr/>
          <p:nvPr/>
        </p:nvSpPr>
        <p:spPr>
          <a:xfrm flipH="1">
            <a:off x="9472418" y="3582839"/>
            <a:ext cx="1680658" cy="324512"/>
          </a:xfrm>
          <a:prstGeom prst="rect">
            <a:avLst/>
          </a:prstGeom>
          <a:effectLst/>
        </p:spPr>
        <p:txBody>
          <a:bodyPr wrap="square" lIns="0" tIns="0" rIns="0" bIns="0" anchor="ctr">
            <a:spAutoFit/>
          </a:bodyPr>
          <a:lstStyle/>
          <a:p>
            <a:pPr marL="0" marR="0" lvl="0" indent="0"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稿定-9">
            <a:extLst>
              <a:ext uri="{FF2B5EF4-FFF2-40B4-BE49-F238E27FC236}">
                <a16:creationId xmlns:a16="http://schemas.microsoft.com/office/drawing/2014/main" id="{C757A808-AC9D-23E1-B07E-360D06F69B0F}"/>
              </a:ext>
            </a:extLst>
          </p:cNvPr>
          <p:cNvSpPr/>
          <p:nvPr/>
        </p:nvSpPr>
        <p:spPr>
          <a:xfrm flipH="1">
            <a:off x="3718713" y="4710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恭贺新禧</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1" name="稿定-31">
            <a:extLst>
              <a:ext uri="{FF2B5EF4-FFF2-40B4-BE49-F238E27FC236}">
                <a16:creationId xmlns:a16="http://schemas.microsoft.com/office/drawing/2014/main" id="{EEAB7A70-5A00-C636-AA86-791DB18A35A3}"/>
              </a:ext>
            </a:extLst>
          </p:cNvPr>
          <p:cNvSpPr/>
          <p:nvPr/>
        </p:nvSpPr>
        <p:spPr>
          <a:xfrm flipH="1">
            <a:off x="3433818" y="5096839"/>
            <a:ext cx="1680658" cy="324512"/>
          </a:xfrm>
          <a:prstGeom prst="rect">
            <a:avLst/>
          </a:prstGeom>
          <a:effectLst/>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稿定-9">
            <a:extLst>
              <a:ext uri="{FF2B5EF4-FFF2-40B4-BE49-F238E27FC236}">
                <a16:creationId xmlns:a16="http://schemas.microsoft.com/office/drawing/2014/main" id="{F6C5EBA5-364B-2EE4-90D8-9F44A18C12CE}"/>
              </a:ext>
            </a:extLst>
          </p:cNvPr>
          <p:cNvSpPr/>
          <p:nvPr/>
        </p:nvSpPr>
        <p:spPr>
          <a:xfrm flipH="1">
            <a:off x="7352759" y="4710305"/>
            <a:ext cx="1110868" cy="306467"/>
          </a:xfrm>
          <a:prstGeom prst="roundRect">
            <a:avLst/>
          </a:prstGeom>
          <a:gradFill flip="none" rotWithShape="1">
            <a:gsLst>
              <a:gs pos="0">
                <a:schemeClr val="accent1">
                  <a:lumMod val="74000"/>
                  <a:lumOff val="26000"/>
                </a:schemeClr>
              </a:gs>
              <a:gs pos="100000">
                <a:schemeClr val="accent1">
                  <a:lumMod val="75000"/>
                </a:schemeClr>
              </a:gs>
            </a:gsLst>
            <a:lin ang="2700000" scaled="1"/>
            <a:tileRect/>
          </a:gra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招财进宝</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3" name="稿定-31">
            <a:extLst>
              <a:ext uri="{FF2B5EF4-FFF2-40B4-BE49-F238E27FC236}">
                <a16:creationId xmlns:a16="http://schemas.microsoft.com/office/drawing/2014/main" id="{612CF4E4-1F23-ABFC-DAB9-1306A34A4B5A}"/>
              </a:ext>
            </a:extLst>
          </p:cNvPr>
          <p:cNvSpPr/>
          <p:nvPr/>
        </p:nvSpPr>
        <p:spPr>
          <a:xfrm flipH="1">
            <a:off x="7067864" y="5096839"/>
            <a:ext cx="1680658" cy="324512"/>
          </a:xfrm>
          <a:prstGeom prst="rect">
            <a:avLst/>
          </a:prstGeom>
          <a:effectLst/>
        </p:spPr>
        <p:txBody>
          <a:bodyPr wrap="square" lIns="0" tIns="0" rIns="0" bIns="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zh-CN" alt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请根据标题在此处输入正文内容支持主题模式一键自由换色</a:t>
            </a:r>
            <a:endParaRPr kumimoji="0" lang="en-US" sz="900" b="0" i="0" u="none" strike="noStrike" kern="120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6A20322B-F2C9-A428-C3E6-9ED6C6AFFAA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AC62F2E3-E0C5-27C0-6B2E-A5831177DD2B}"/>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74D49FA4-9753-7C50-DFE3-970B8E881FEA}"/>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6" name="图形 2">
            <a:extLst>
              <a:ext uri="{FF2B5EF4-FFF2-40B4-BE49-F238E27FC236}">
                <a16:creationId xmlns:a16="http://schemas.microsoft.com/office/drawing/2014/main" id="{50DE23CA-35ED-4009-817A-004F9A5B3576}"/>
              </a:ext>
            </a:extLst>
          </p:cNvPr>
          <p:cNvGrpSpPr/>
          <p:nvPr/>
        </p:nvGrpSpPr>
        <p:grpSpPr>
          <a:xfrm>
            <a:off x="3135784" y="3472236"/>
            <a:ext cx="293530" cy="263882"/>
            <a:chOff x="4705111" y="5521007"/>
            <a:chExt cx="1067276" cy="959476"/>
          </a:xfrm>
          <a:solidFill>
            <a:schemeClr val="bg1"/>
          </a:solidFill>
        </p:grpSpPr>
        <p:sp>
          <p:nvSpPr>
            <p:cNvPr id="7" name="任意多边形: 形状 6">
              <a:extLst>
                <a:ext uri="{FF2B5EF4-FFF2-40B4-BE49-F238E27FC236}">
                  <a16:creationId xmlns:a16="http://schemas.microsoft.com/office/drawing/2014/main" id="{CDB1D12F-3196-3C99-A9BF-8DD7551D71F1}"/>
                </a:ext>
              </a:extLst>
            </p:cNvPr>
            <p:cNvSpPr/>
            <p:nvPr/>
          </p:nvSpPr>
          <p:spPr>
            <a:xfrm>
              <a:off x="4705111" y="5521007"/>
              <a:ext cx="1067276" cy="88657"/>
            </a:xfrm>
            <a:custGeom>
              <a:avLst/>
              <a:gdLst>
                <a:gd name="connsiteX0" fmla="*/ 1022948 w 1067276"/>
                <a:gd name="connsiteY0" fmla="*/ 88657 h 88657"/>
                <a:gd name="connsiteX1" fmla="*/ 44328 w 1067276"/>
                <a:gd name="connsiteY1" fmla="*/ 88657 h 88657"/>
                <a:gd name="connsiteX2" fmla="*/ 0 w 1067276"/>
                <a:gd name="connsiteY2" fmla="*/ 44329 h 88657"/>
                <a:gd name="connsiteX3" fmla="*/ 0 w 1067276"/>
                <a:gd name="connsiteY3" fmla="*/ 44329 h 88657"/>
                <a:gd name="connsiteX4" fmla="*/ 44328 w 1067276"/>
                <a:gd name="connsiteY4" fmla="*/ 0 h 88657"/>
                <a:gd name="connsiteX5" fmla="*/ 1022948 w 1067276"/>
                <a:gd name="connsiteY5" fmla="*/ 0 h 88657"/>
                <a:gd name="connsiteX6" fmla="*/ 1067276 w 1067276"/>
                <a:gd name="connsiteY6" fmla="*/ 44329 h 88657"/>
                <a:gd name="connsiteX7" fmla="*/ 1067276 w 1067276"/>
                <a:gd name="connsiteY7" fmla="*/ 44329 h 88657"/>
                <a:gd name="connsiteX8" fmla="*/ 1022948 w 1067276"/>
                <a:gd name="connsiteY8" fmla="*/ 88657 h 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7">
                  <a:moveTo>
                    <a:pt x="1022948" y="88657"/>
                  </a:moveTo>
                  <a:lnTo>
                    <a:pt x="44328" y="88657"/>
                  </a:lnTo>
                  <a:cubicBezTo>
                    <a:pt x="19845" y="88657"/>
                    <a:pt x="0" y="68812"/>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2"/>
                    <a:pt x="1047431" y="88657"/>
                    <a:pt x="1022948" y="88657"/>
                  </a:cubicBezTo>
                  <a:close/>
                </a:path>
              </a:pathLst>
            </a:custGeom>
            <a:grpFill/>
            <a:ln w="8572" cap="flat">
              <a:noFill/>
              <a:prstDash val="solid"/>
              <a:miter/>
            </a:ln>
          </p:spPr>
          <p:txBody>
            <a:bodyPr rtlCol="0" anchor="ctr"/>
            <a:lstStyle/>
            <a:p>
              <a:endParaRPr lang="zh-CN" altLang="en-US"/>
            </a:p>
          </p:txBody>
        </p:sp>
        <p:sp>
          <p:nvSpPr>
            <p:cNvPr id="8" name="任意多边形: 形状 7">
              <a:extLst>
                <a:ext uri="{FF2B5EF4-FFF2-40B4-BE49-F238E27FC236}">
                  <a16:creationId xmlns:a16="http://schemas.microsoft.com/office/drawing/2014/main" id="{E48DE27C-A8C5-B118-254C-67930E306DB8}"/>
                </a:ext>
              </a:extLst>
            </p:cNvPr>
            <p:cNvSpPr/>
            <p:nvPr/>
          </p:nvSpPr>
          <p:spPr>
            <a:xfrm>
              <a:off x="4705111" y="6391827"/>
              <a:ext cx="1067276" cy="88656"/>
            </a:xfrm>
            <a:custGeom>
              <a:avLst/>
              <a:gdLst>
                <a:gd name="connsiteX0" fmla="*/ 1022948 w 1067276"/>
                <a:gd name="connsiteY0" fmla="*/ 88657 h 88656"/>
                <a:gd name="connsiteX1" fmla="*/ 44328 w 1067276"/>
                <a:gd name="connsiteY1" fmla="*/ 88657 h 88656"/>
                <a:gd name="connsiteX2" fmla="*/ 0 w 1067276"/>
                <a:gd name="connsiteY2" fmla="*/ 44329 h 88656"/>
                <a:gd name="connsiteX3" fmla="*/ 0 w 1067276"/>
                <a:gd name="connsiteY3" fmla="*/ 44329 h 88656"/>
                <a:gd name="connsiteX4" fmla="*/ 44328 w 1067276"/>
                <a:gd name="connsiteY4" fmla="*/ 0 h 88656"/>
                <a:gd name="connsiteX5" fmla="*/ 1022948 w 1067276"/>
                <a:gd name="connsiteY5" fmla="*/ 0 h 88656"/>
                <a:gd name="connsiteX6" fmla="*/ 1067276 w 1067276"/>
                <a:gd name="connsiteY6" fmla="*/ 44329 h 88656"/>
                <a:gd name="connsiteX7" fmla="*/ 1067276 w 1067276"/>
                <a:gd name="connsiteY7" fmla="*/ 44329 h 88656"/>
                <a:gd name="connsiteX8" fmla="*/ 1022948 w 1067276"/>
                <a:gd name="connsiteY8" fmla="*/ 88657 h 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7276" h="88656">
                  <a:moveTo>
                    <a:pt x="1022948" y="88657"/>
                  </a:moveTo>
                  <a:lnTo>
                    <a:pt x="44328" y="88657"/>
                  </a:lnTo>
                  <a:cubicBezTo>
                    <a:pt x="19845" y="88657"/>
                    <a:pt x="0" y="68811"/>
                    <a:pt x="0" y="44329"/>
                  </a:cubicBezTo>
                  <a:lnTo>
                    <a:pt x="0" y="44329"/>
                  </a:lnTo>
                  <a:cubicBezTo>
                    <a:pt x="0" y="19845"/>
                    <a:pt x="19845" y="0"/>
                    <a:pt x="44328" y="0"/>
                  </a:cubicBezTo>
                  <a:lnTo>
                    <a:pt x="1022948" y="0"/>
                  </a:lnTo>
                  <a:cubicBezTo>
                    <a:pt x="1047431" y="0"/>
                    <a:pt x="1067276" y="19845"/>
                    <a:pt x="1067276" y="44329"/>
                  </a:cubicBezTo>
                  <a:lnTo>
                    <a:pt x="1067276" y="44329"/>
                  </a:lnTo>
                  <a:cubicBezTo>
                    <a:pt x="1067276" y="68811"/>
                    <a:pt x="1047431" y="88657"/>
                    <a:pt x="1022948" y="88657"/>
                  </a:cubicBezTo>
                  <a:close/>
                </a:path>
              </a:pathLst>
            </a:custGeom>
            <a:grpFill/>
            <a:ln w="8572" cap="flat">
              <a:noFill/>
              <a:prstDash val="solid"/>
              <a:miter/>
            </a:ln>
          </p:spPr>
          <p:txBody>
            <a:bodyPr rtlCol="0" anchor="ctr"/>
            <a:lstStyle/>
            <a:p>
              <a:endParaRPr lang="zh-CN" altLang="en-US"/>
            </a:p>
          </p:txBody>
        </p:sp>
        <p:sp>
          <p:nvSpPr>
            <p:cNvPr id="9" name="任意多边形: 形状 8">
              <a:extLst>
                <a:ext uri="{FF2B5EF4-FFF2-40B4-BE49-F238E27FC236}">
                  <a16:creationId xmlns:a16="http://schemas.microsoft.com/office/drawing/2014/main" id="{483F1AC6-D5AD-A047-0395-D8FBDDA84F6C}"/>
                </a:ext>
              </a:extLst>
            </p:cNvPr>
            <p:cNvSpPr/>
            <p:nvPr/>
          </p:nvSpPr>
          <p:spPr>
            <a:xfrm>
              <a:off x="4748694" y="5562523"/>
              <a:ext cx="980119" cy="876460"/>
            </a:xfrm>
            <a:custGeom>
              <a:avLst/>
              <a:gdLst>
                <a:gd name="connsiteX0" fmla="*/ 944947 w 980119"/>
                <a:gd name="connsiteY0" fmla="*/ 876461 h 876460"/>
                <a:gd name="connsiteX1" fmla="*/ 35164 w 980119"/>
                <a:gd name="connsiteY1" fmla="*/ 876461 h 876460"/>
                <a:gd name="connsiteX2" fmla="*/ 0 w 980119"/>
                <a:gd name="connsiteY2" fmla="*/ 841296 h 876460"/>
                <a:gd name="connsiteX3" fmla="*/ 0 w 980119"/>
                <a:gd name="connsiteY3" fmla="*/ 35164 h 876460"/>
                <a:gd name="connsiteX4" fmla="*/ 35164 w 980119"/>
                <a:gd name="connsiteY4" fmla="*/ 0 h 876460"/>
                <a:gd name="connsiteX5" fmla="*/ 944955 w 980119"/>
                <a:gd name="connsiteY5" fmla="*/ 0 h 876460"/>
                <a:gd name="connsiteX6" fmla="*/ 980120 w 980119"/>
                <a:gd name="connsiteY6" fmla="*/ 35164 h 876460"/>
                <a:gd name="connsiteX7" fmla="*/ 980120 w 980119"/>
                <a:gd name="connsiteY7" fmla="*/ 841296 h 876460"/>
                <a:gd name="connsiteX8" fmla="*/ 944947 w 980119"/>
                <a:gd name="connsiteY8" fmla="*/ 876461 h 876460"/>
                <a:gd name="connsiteX9" fmla="*/ 42854 w 980119"/>
                <a:gd name="connsiteY9" fmla="*/ 833598 h 876460"/>
                <a:gd name="connsiteX10" fmla="*/ 937248 w 980119"/>
                <a:gd name="connsiteY10" fmla="*/ 833598 h 876460"/>
                <a:gd name="connsiteX11" fmla="*/ 937248 w 980119"/>
                <a:gd name="connsiteY11" fmla="*/ 42854 h 876460"/>
                <a:gd name="connsiteX12" fmla="*/ 42854 w 980119"/>
                <a:gd name="connsiteY12" fmla="*/ 42854 h 876460"/>
                <a:gd name="connsiteX13" fmla="*/ 42854 w 980119"/>
                <a:gd name="connsiteY13" fmla="*/ 833598 h 87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0119" h="876460">
                  <a:moveTo>
                    <a:pt x="944947" y="876461"/>
                  </a:moveTo>
                  <a:lnTo>
                    <a:pt x="35164" y="876461"/>
                  </a:lnTo>
                  <a:cubicBezTo>
                    <a:pt x="15773" y="876461"/>
                    <a:pt x="0" y="860679"/>
                    <a:pt x="0" y="841296"/>
                  </a:cubicBezTo>
                  <a:lnTo>
                    <a:pt x="0" y="35164"/>
                  </a:lnTo>
                  <a:cubicBezTo>
                    <a:pt x="0" y="15773"/>
                    <a:pt x="15773" y="0"/>
                    <a:pt x="35164" y="0"/>
                  </a:cubicBezTo>
                  <a:lnTo>
                    <a:pt x="944955" y="0"/>
                  </a:lnTo>
                  <a:cubicBezTo>
                    <a:pt x="964346" y="0"/>
                    <a:pt x="980120" y="15782"/>
                    <a:pt x="980120" y="35164"/>
                  </a:cubicBezTo>
                  <a:lnTo>
                    <a:pt x="980120" y="841296"/>
                  </a:lnTo>
                  <a:cubicBezTo>
                    <a:pt x="980120" y="860679"/>
                    <a:pt x="964338" y="876461"/>
                    <a:pt x="944947" y="876461"/>
                  </a:cubicBezTo>
                  <a:close/>
                  <a:moveTo>
                    <a:pt x="42854" y="833598"/>
                  </a:moveTo>
                  <a:lnTo>
                    <a:pt x="937248" y="833598"/>
                  </a:lnTo>
                  <a:lnTo>
                    <a:pt x="937248" y="42854"/>
                  </a:lnTo>
                  <a:lnTo>
                    <a:pt x="42854" y="42854"/>
                  </a:lnTo>
                  <a:lnTo>
                    <a:pt x="42854" y="833598"/>
                  </a:ln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41D5E33D-65CE-4E55-55E5-24F2BD402F5C}"/>
                </a:ext>
              </a:extLst>
            </p:cNvPr>
            <p:cNvSpPr/>
            <p:nvPr/>
          </p:nvSpPr>
          <p:spPr>
            <a:xfrm>
              <a:off x="4982286" y="5762220"/>
              <a:ext cx="471418" cy="471418"/>
            </a:xfrm>
            <a:custGeom>
              <a:avLst/>
              <a:gdLst>
                <a:gd name="connsiteX0" fmla="*/ 235709 w 471418"/>
                <a:gd name="connsiteY0" fmla="*/ 0 h 471418"/>
                <a:gd name="connsiteX1" fmla="*/ 0 w 471418"/>
                <a:gd name="connsiteY1" fmla="*/ 235710 h 471418"/>
                <a:gd name="connsiteX2" fmla="*/ 235709 w 471418"/>
                <a:gd name="connsiteY2" fmla="*/ 471419 h 471418"/>
                <a:gd name="connsiteX3" fmla="*/ 471419 w 471418"/>
                <a:gd name="connsiteY3" fmla="*/ 235710 h 471418"/>
                <a:gd name="connsiteX4" fmla="*/ 235709 w 471418"/>
                <a:gd name="connsiteY4" fmla="*/ 235710 h 471418"/>
                <a:gd name="connsiteX5" fmla="*/ 235709 w 471418"/>
                <a:gd name="connsiteY5" fmla="*/ 0 h 47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418" h="471418">
                  <a:moveTo>
                    <a:pt x="235709" y="0"/>
                  </a:moveTo>
                  <a:cubicBezTo>
                    <a:pt x="105527" y="0"/>
                    <a:pt x="0" y="105527"/>
                    <a:pt x="0" y="235710"/>
                  </a:cubicBezTo>
                  <a:cubicBezTo>
                    <a:pt x="0" y="365892"/>
                    <a:pt x="105527" y="471419"/>
                    <a:pt x="235709" y="471419"/>
                  </a:cubicBezTo>
                  <a:cubicBezTo>
                    <a:pt x="365892" y="471419"/>
                    <a:pt x="471419" y="365892"/>
                    <a:pt x="471419" y="235710"/>
                  </a:cubicBezTo>
                  <a:lnTo>
                    <a:pt x="235709" y="235710"/>
                  </a:lnTo>
                  <a:lnTo>
                    <a:pt x="235709" y="0"/>
                  </a:lnTo>
                  <a:close/>
                </a:path>
              </a:pathLst>
            </a:custGeom>
            <a:grpFill/>
            <a:ln w="8572" cap="flat">
              <a:noFill/>
              <a:prstDash val="solid"/>
              <a:miter/>
            </a:ln>
          </p:spPr>
          <p:txBody>
            <a:bodyPr rtlCol="0" anchor="ctr"/>
            <a:lstStyle/>
            <a:p>
              <a:endParaRPr lang="zh-CN" altLang="en-US"/>
            </a:p>
          </p:txBody>
        </p:sp>
        <p:sp>
          <p:nvSpPr>
            <p:cNvPr id="11" name="任意多边形: 形状 10">
              <a:extLst>
                <a:ext uri="{FF2B5EF4-FFF2-40B4-BE49-F238E27FC236}">
                  <a16:creationId xmlns:a16="http://schemas.microsoft.com/office/drawing/2014/main" id="{948817DA-38E4-2634-DA30-A6C5ECE0B027}"/>
                </a:ext>
              </a:extLst>
            </p:cNvPr>
            <p:cNvSpPr/>
            <p:nvPr/>
          </p:nvSpPr>
          <p:spPr>
            <a:xfrm>
              <a:off x="5255217" y="5690708"/>
              <a:ext cx="269999" cy="269999"/>
            </a:xfrm>
            <a:custGeom>
              <a:avLst/>
              <a:gdLst>
                <a:gd name="connsiteX0" fmla="*/ 269999 w 269999"/>
                <a:gd name="connsiteY0" fmla="*/ 269999 h 269999"/>
                <a:gd name="connsiteX1" fmla="*/ 0 w 269999"/>
                <a:gd name="connsiteY1" fmla="*/ 269999 h 269999"/>
                <a:gd name="connsiteX2" fmla="*/ 0 w 269999"/>
                <a:gd name="connsiteY2" fmla="*/ 0 h 269999"/>
                <a:gd name="connsiteX3" fmla="*/ 17145 w 269999"/>
                <a:gd name="connsiteY3" fmla="*/ 0 h 269999"/>
                <a:gd name="connsiteX4" fmla="*/ 269999 w 269999"/>
                <a:gd name="connsiteY4" fmla="*/ 252854 h 269999"/>
                <a:gd name="connsiteX5" fmla="*/ 269999 w 269999"/>
                <a:gd name="connsiteY5" fmla="*/ 269999 h 269999"/>
                <a:gd name="connsiteX6" fmla="*/ 34290 w 269999"/>
                <a:gd name="connsiteY6" fmla="*/ 235709 h 269999"/>
                <a:gd name="connsiteX7" fmla="*/ 235041 w 269999"/>
                <a:gd name="connsiteY7" fmla="*/ 235709 h 269999"/>
                <a:gd name="connsiteX8" fmla="*/ 34290 w 269999"/>
                <a:gd name="connsiteY8" fmla="*/ 34959 h 269999"/>
                <a:gd name="connsiteX9" fmla="*/ 34290 w 269999"/>
                <a:gd name="connsiteY9" fmla="*/ 235709 h 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999" h="269999">
                  <a:moveTo>
                    <a:pt x="269999" y="269999"/>
                  </a:moveTo>
                  <a:lnTo>
                    <a:pt x="0" y="269999"/>
                  </a:lnTo>
                  <a:lnTo>
                    <a:pt x="0" y="0"/>
                  </a:lnTo>
                  <a:lnTo>
                    <a:pt x="17145" y="0"/>
                  </a:lnTo>
                  <a:cubicBezTo>
                    <a:pt x="156568" y="0"/>
                    <a:pt x="269999" y="113431"/>
                    <a:pt x="269999" y="252854"/>
                  </a:cubicBezTo>
                  <a:lnTo>
                    <a:pt x="269999" y="269999"/>
                  </a:lnTo>
                  <a:close/>
                  <a:moveTo>
                    <a:pt x="34290" y="235709"/>
                  </a:moveTo>
                  <a:lnTo>
                    <a:pt x="235041" y="235709"/>
                  </a:lnTo>
                  <a:cubicBezTo>
                    <a:pt x="226708" y="128828"/>
                    <a:pt x="141172" y="43283"/>
                    <a:pt x="34290" y="34959"/>
                  </a:cubicBezTo>
                  <a:lnTo>
                    <a:pt x="34290" y="235709"/>
                  </a:lnTo>
                  <a:close/>
                </a:path>
              </a:pathLst>
            </a:custGeom>
            <a:grpFill/>
            <a:ln w="8572" cap="flat">
              <a:noFill/>
              <a:prstDash val="solid"/>
              <a:miter/>
            </a:ln>
          </p:spPr>
          <p:txBody>
            <a:bodyPr rtlCol="0" anchor="ctr"/>
            <a:lstStyle/>
            <a:p>
              <a:endParaRPr lang="zh-CN" altLang="en-US"/>
            </a:p>
          </p:txBody>
        </p:sp>
      </p:grpSp>
      <p:grpSp>
        <p:nvGrpSpPr>
          <p:cNvPr id="12" name="组合 11">
            <a:extLst>
              <a:ext uri="{FF2B5EF4-FFF2-40B4-BE49-F238E27FC236}">
                <a16:creationId xmlns:a16="http://schemas.microsoft.com/office/drawing/2014/main" id="{F3010EA8-9917-7376-135D-E6E80864FB37}"/>
              </a:ext>
            </a:extLst>
          </p:cNvPr>
          <p:cNvGrpSpPr/>
          <p:nvPr/>
        </p:nvGrpSpPr>
        <p:grpSpPr>
          <a:xfrm>
            <a:off x="4161690" y="4074011"/>
            <a:ext cx="256616" cy="272824"/>
            <a:chOff x="698562" y="5515469"/>
            <a:chExt cx="933056" cy="991992"/>
          </a:xfrm>
          <a:solidFill>
            <a:schemeClr val="bg1"/>
          </a:solidFill>
        </p:grpSpPr>
        <p:sp>
          <p:nvSpPr>
            <p:cNvPr id="13" name="任意多边形: 形状 12">
              <a:extLst>
                <a:ext uri="{FF2B5EF4-FFF2-40B4-BE49-F238E27FC236}">
                  <a16:creationId xmlns:a16="http://schemas.microsoft.com/office/drawing/2014/main" id="{9EE4ECC9-6028-0A27-8EE6-3E484F1FDDE9}"/>
                </a:ext>
              </a:extLst>
            </p:cNvPr>
            <p:cNvSpPr/>
            <p:nvPr/>
          </p:nvSpPr>
          <p:spPr>
            <a:xfrm>
              <a:off x="698562" y="6464599"/>
              <a:ext cx="933056" cy="42862"/>
            </a:xfrm>
            <a:custGeom>
              <a:avLst/>
              <a:gdLst>
                <a:gd name="connsiteX0" fmla="*/ 911625 w 933056"/>
                <a:gd name="connsiteY0" fmla="*/ 42863 h 42862"/>
                <a:gd name="connsiteX1" fmla="*/ 21431 w 933056"/>
                <a:gd name="connsiteY1" fmla="*/ 42863 h 42862"/>
                <a:gd name="connsiteX2" fmla="*/ 0 w 933056"/>
                <a:gd name="connsiteY2" fmla="*/ 21431 h 42862"/>
                <a:gd name="connsiteX3" fmla="*/ 21431 w 933056"/>
                <a:gd name="connsiteY3" fmla="*/ 0 h 42862"/>
                <a:gd name="connsiteX4" fmla="*/ 911625 w 933056"/>
                <a:gd name="connsiteY4" fmla="*/ 0 h 42862"/>
                <a:gd name="connsiteX5" fmla="*/ 933057 w 933056"/>
                <a:gd name="connsiteY5" fmla="*/ 21431 h 42862"/>
                <a:gd name="connsiteX6" fmla="*/ 911625 w 933056"/>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056" h="42862">
                  <a:moveTo>
                    <a:pt x="911625" y="42863"/>
                  </a:moveTo>
                  <a:lnTo>
                    <a:pt x="21431" y="42863"/>
                  </a:lnTo>
                  <a:cubicBezTo>
                    <a:pt x="9593" y="42863"/>
                    <a:pt x="0" y="33270"/>
                    <a:pt x="0" y="21431"/>
                  </a:cubicBezTo>
                  <a:cubicBezTo>
                    <a:pt x="0" y="9593"/>
                    <a:pt x="9593" y="0"/>
                    <a:pt x="21431" y="0"/>
                  </a:cubicBezTo>
                  <a:lnTo>
                    <a:pt x="911625" y="0"/>
                  </a:lnTo>
                  <a:cubicBezTo>
                    <a:pt x="923464" y="0"/>
                    <a:pt x="933057" y="9593"/>
                    <a:pt x="933057" y="21431"/>
                  </a:cubicBezTo>
                  <a:cubicBezTo>
                    <a:pt x="933057" y="33270"/>
                    <a:pt x="923464" y="42863"/>
                    <a:pt x="911625" y="42863"/>
                  </a:cubicBezTo>
                  <a:close/>
                </a:path>
              </a:pathLst>
            </a:custGeom>
            <a:grpFill/>
            <a:ln w="8572" cap="flat">
              <a:noFill/>
              <a:prstDash val="solid"/>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0BE2E6FD-1B44-1C93-8BD0-040F60EE11F9}"/>
                </a:ext>
              </a:extLst>
            </p:cNvPr>
            <p:cNvSpPr/>
            <p:nvPr/>
          </p:nvSpPr>
          <p:spPr>
            <a:xfrm>
              <a:off x="949745" y="5874939"/>
              <a:ext cx="210591" cy="196284"/>
            </a:xfrm>
            <a:custGeom>
              <a:avLst/>
              <a:gdLst>
                <a:gd name="connsiteX0" fmla="*/ 55155 w 210591"/>
                <a:gd name="connsiteY0" fmla="*/ 0 h 196284"/>
                <a:gd name="connsiteX1" fmla="*/ 210592 w 210591"/>
                <a:gd name="connsiteY1" fmla="*/ 124130 h 196284"/>
                <a:gd name="connsiteX2" fmla="*/ 141789 w 210591"/>
                <a:gd name="connsiteY2" fmla="*/ 196285 h 196284"/>
                <a:gd name="connsiteX3" fmla="*/ 0 w 210591"/>
                <a:gd name="connsiteY3" fmla="*/ 83059 h 196284"/>
              </a:gdLst>
              <a:ahLst/>
              <a:cxnLst>
                <a:cxn ang="0">
                  <a:pos x="connsiteX0" y="connsiteY0"/>
                </a:cxn>
                <a:cxn ang="0">
                  <a:pos x="connsiteX1" y="connsiteY1"/>
                </a:cxn>
                <a:cxn ang="0">
                  <a:pos x="connsiteX2" y="connsiteY2"/>
                </a:cxn>
                <a:cxn ang="0">
                  <a:pos x="connsiteX3" y="connsiteY3"/>
                </a:cxn>
              </a:cxnLst>
              <a:rect l="l" t="t" r="r" b="b"/>
              <a:pathLst>
                <a:path w="210591" h="196284">
                  <a:moveTo>
                    <a:pt x="55155" y="0"/>
                  </a:moveTo>
                  <a:lnTo>
                    <a:pt x="210592" y="124130"/>
                  </a:lnTo>
                  <a:lnTo>
                    <a:pt x="141789" y="196285"/>
                  </a:lnTo>
                  <a:lnTo>
                    <a:pt x="0" y="83059"/>
                  </a:lnTo>
                  <a:close/>
                </a:path>
              </a:pathLst>
            </a:custGeom>
            <a:grpFill/>
            <a:ln w="8572" cap="flat">
              <a:noFill/>
              <a:prstDash val="solid"/>
              <a:miter/>
            </a:ln>
          </p:spPr>
          <p:txBody>
            <a:bodyPr rtlCol="0" anchor="ctr"/>
            <a:lstStyle/>
            <a:p>
              <a:endParaRPr lang="zh-CN" altLang="en-US"/>
            </a:p>
          </p:txBody>
        </p:sp>
        <p:sp>
          <p:nvSpPr>
            <p:cNvPr id="15" name="任意多边形: 形状 14">
              <a:extLst>
                <a:ext uri="{FF2B5EF4-FFF2-40B4-BE49-F238E27FC236}">
                  <a16:creationId xmlns:a16="http://schemas.microsoft.com/office/drawing/2014/main" id="{AE261126-B52E-7205-8B1A-DD6B6AACA6B3}"/>
                </a:ext>
              </a:extLst>
            </p:cNvPr>
            <p:cNvSpPr/>
            <p:nvPr/>
          </p:nvSpPr>
          <p:spPr>
            <a:xfrm>
              <a:off x="1030952" y="5515469"/>
              <a:ext cx="409448" cy="450982"/>
            </a:xfrm>
            <a:custGeom>
              <a:avLst/>
              <a:gdLst>
                <a:gd name="connsiteX0" fmla="*/ 0 w 409448"/>
                <a:gd name="connsiteY0" fmla="*/ 326852 h 450982"/>
                <a:gd name="connsiteX1" fmla="*/ 155428 w 409448"/>
                <a:gd name="connsiteY1" fmla="*/ 450982 h 450982"/>
                <a:gd name="connsiteX2" fmla="*/ 409448 w 409448"/>
                <a:gd name="connsiteY2" fmla="*/ 93235 h 450982"/>
                <a:gd name="connsiteX3" fmla="*/ 292708 w 409448"/>
                <a:gd name="connsiteY3" fmla="*/ 0 h 450982"/>
              </a:gdLst>
              <a:ahLst/>
              <a:cxnLst>
                <a:cxn ang="0">
                  <a:pos x="connsiteX0" y="connsiteY0"/>
                </a:cxn>
                <a:cxn ang="0">
                  <a:pos x="connsiteX1" y="connsiteY1"/>
                </a:cxn>
                <a:cxn ang="0">
                  <a:pos x="connsiteX2" y="connsiteY2"/>
                </a:cxn>
                <a:cxn ang="0">
                  <a:pos x="connsiteX3" y="connsiteY3"/>
                </a:cxn>
              </a:cxnLst>
              <a:rect l="l" t="t" r="r" b="b"/>
              <a:pathLst>
                <a:path w="409448" h="450982">
                  <a:moveTo>
                    <a:pt x="0" y="326852"/>
                  </a:moveTo>
                  <a:lnTo>
                    <a:pt x="155428" y="450982"/>
                  </a:lnTo>
                  <a:lnTo>
                    <a:pt x="409448" y="93235"/>
                  </a:lnTo>
                  <a:lnTo>
                    <a:pt x="292708" y="0"/>
                  </a:lnTo>
                  <a:close/>
                </a:path>
              </a:pathLst>
            </a:custGeom>
            <a:grpFill/>
            <a:ln w="8572" cap="flat">
              <a:noFill/>
              <a:prstDash val="solid"/>
              <a:miter/>
            </a:ln>
          </p:spPr>
          <p:txBody>
            <a:bodyPr rtlCol="0" anchor="ctr"/>
            <a:lstStyle/>
            <a:p>
              <a:endParaRPr lang="zh-CN" altLang="en-US"/>
            </a:p>
          </p:txBody>
        </p:sp>
        <p:sp>
          <p:nvSpPr>
            <p:cNvPr id="16" name="任意多边形: 形状 15">
              <a:extLst>
                <a:ext uri="{FF2B5EF4-FFF2-40B4-BE49-F238E27FC236}">
                  <a16:creationId xmlns:a16="http://schemas.microsoft.com/office/drawing/2014/main" id="{4C9729BA-5CEB-8B31-B6C0-CF80E6A9F444}"/>
                </a:ext>
              </a:extLst>
            </p:cNvPr>
            <p:cNvSpPr/>
            <p:nvPr/>
          </p:nvSpPr>
          <p:spPr>
            <a:xfrm>
              <a:off x="715179" y="5990951"/>
              <a:ext cx="349797" cy="398009"/>
            </a:xfrm>
            <a:custGeom>
              <a:avLst/>
              <a:gdLst>
                <a:gd name="connsiteX0" fmla="*/ 622 w 349797"/>
                <a:gd name="connsiteY0" fmla="*/ 366860 h 398009"/>
                <a:gd name="connsiteX1" fmla="*/ 13052 w 349797"/>
                <a:gd name="connsiteY1" fmla="*/ 374284 h 398009"/>
                <a:gd name="connsiteX2" fmla="*/ 138751 w 349797"/>
                <a:gd name="connsiteY2" fmla="*/ 216884 h 398009"/>
                <a:gd name="connsiteX3" fmla="*/ 139068 w 349797"/>
                <a:gd name="connsiteY3" fmla="*/ 167533 h 398009"/>
                <a:gd name="connsiteX4" fmla="*/ 195295 w 349797"/>
                <a:gd name="connsiteY4" fmla="*/ 161240 h 398009"/>
                <a:gd name="connsiteX5" fmla="*/ 201587 w 349797"/>
                <a:gd name="connsiteY5" fmla="*/ 217467 h 398009"/>
                <a:gd name="connsiteX6" fmla="*/ 153530 w 349797"/>
                <a:gd name="connsiteY6" fmla="*/ 228689 h 398009"/>
                <a:gd name="connsiteX7" fmla="*/ 27831 w 349797"/>
                <a:gd name="connsiteY7" fmla="*/ 386088 h 398009"/>
                <a:gd name="connsiteX8" fmla="*/ 37818 w 349797"/>
                <a:gd name="connsiteY8" fmla="*/ 396572 h 398009"/>
                <a:gd name="connsiteX9" fmla="*/ 237618 w 349797"/>
                <a:gd name="connsiteY9" fmla="*/ 293625 h 398009"/>
                <a:gd name="connsiteX10" fmla="*/ 349797 w 349797"/>
                <a:gd name="connsiteY10" fmla="*/ 113509 h 398009"/>
                <a:gd name="connsiteX11" fmla="*/ 286121 w 349797"/>
                <a:gd name="connsiteY11" fmla="*/ 62657 h 398009"/>
                <a:gd name="connsiteX12" fmla="*/ 271342 w 349797"/>
                <a:gd name="connsiteY12" fmla="*/ 50852 h 398009"/>
                <a:gd name="connsiteX13" fmla="*/ 207665 w 349797"/>
                <a:gd name="connsiteY13" fmla="*/ 0 h 398009"/>
                <a:gd name="connsiteX14" fmla="*/ 56824 w 349797"/>
                <a:gd name="connsiteY14" fmla="*/ 149239 h 398009"/>
                <a:gd name="connsiteX15" fmla="*/ 622 w 349797"/>
                <a:gd name="connsiteY15" fmla="*/ 366860 h 39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9797" h="398009">
                  <a:moveTo>
                    <a:pt x="622" y="366860"/>
                  </a:moveTo>
                  <a:cubicBezTo>
                    <a:pt x="-2644" y="374704"/>
                    <a:pt x="7755" y="380919"/>
                    <a:pt x="13052" y="374284"/>
                  </a:cubicBezTo>
                  <a:lnTo>
                    <a:pt x="138751" y="216884"/>
                  </a:lnTo>
                  <a:cubicBezTo>
                    <a:pt x="127735" y="202628"/>
                    <a:pt x="127324" y="182243"/>
                    <a:pt x="139068" y="167533"/>
                  </a:cubicBezTo>
                  <a:cubicBezTo>
                    <a:pt x="152853" y="150267"/>
                    <a:pt x="178030" y="147447"/>
                    <a:pt x="195295" y="161240"/>
                  </a:cubicBezTo>
                  <a:cubicBezTo>
                    <a:pt x="212560" y="175025"/>
                    <a:pt x="215381" y="200202"/>
                    <a:pt x="201587" y="217467"/>
                  </a:cubicBezTo>
                  <a:cubicBezTo>
                    <a:pt x="189843" y="232169"/>
                    <a:pt x="169869" y="236284"/>
                    <a:pt x="153530" y="228689"/>
                  </a:cubicBezTo>
                  <a:lnTo>
                    <a:pt x="27831" y="386088"/>
                  </a:lnTo>
                  <a:cubicBezTo>
                    <a:pt x="22534" y="392723"/>
                    <a:pt x="30892" y="401493"/>
                    <a:pt x="37818" y="396572"/>
                  </a:cubicBezTo>
                  <a:cubicBezTo>
                    <a:pt x="149398" y="317388"/>
                    <a:pt x="237618" y="293625"/>
                    <a:pt x="237618" y="293625"/>
                  </a:cubicBezTo>
                  <a:lnTo>
                    <a:pt x="349797" y="113509"/>
                  </a:lnTo>
                  <a:lnTo>
                    <a:pt x="286121" y="62657"/>
                  </a:lnTo>
                  <a:lnTo>
                    <a:pt x="271342" y="50852"/>
                  </a:lnTo>
                  <a:lnTo>
                    <a:pt x="207665" y="0"/>
                  </a:lnTo>
                  <a:lnTo>
                    <a:pt x="56824" y="149239"/>
                  </a:lnTo>
                  <a:cubicBezTo>
                    <a:pt x="56832" y="149239"/>
                    <a:pt x="53172" y="240527"/>
                    <a:pt x="622" y="366860"/>
                  </a:cubicBezTo>
                  <a:close/>
                </a:path>
              </a:pathLst>
            </a:custGeom>
            <a:grpFill/>
            <a:ln w="8572" cap="flat">
              <a:noFill/>
              <a:prstDash val="solid"/>
              <a:miter/>
            </a:ln>
          </p:spPr>
          <p:txBody>
            <a:bodyPr rtlCol="0" anchor="ctr"/>
            <a:lstStyle/>
            <a:p>
              <a:endParaRPr lang="zh-CN" altLang="en-US"/>
            </a:p>
          </p:txBody>
        </p:sp>
      </p:grpSp>
      <p:sp>
        <p:nvSpPr>
          <p:cNvPr id="17" name="call-answer_17216">
            <a:extLst>
              <a:ext uri="{FF2B5EF4-FFF2-40B4-BE49-F238E27FC236}">
                <a16:creationId xmlns:a16="http://schemas.microsoft.com/office/drawing/2014/main" id="{6D923D7A-91D1-FBA5-3BCC-55C486DAF862}"/>
              </a:ext>
            </a:extLst>
          </p:cNvPr>
          <p:cNvSpPr/>
          <p:nvPr/>
        </p:nvSpPr>
        <p:spPr>
          <a:xfrm>
            <a:off x="7701052" y="4092069"/>
            <a:ext cx="269242" cy="269578"/>
          </a:xfrm>
          <a:custGeom>
            <a:avLst/>
            <a:gdLst>
              <a:gd name="T0" fmla="*/ 4617 w 4759"/>
              <a:gd name="T1" fmla="*/ 3701 h 4772"/>
              <a:gd name="T2" fmla="*/ 3900 w 4759"/>
              <a:gd name="T3" fmla="*/ 2984 h 4772"/>
              <a:gd name="T4" fmla="*/ 3373 w 4759"/>
              <a:gd name="T5" fmla="*/ 2994 h 4772"/>
              <a:gd name="T6" fmla="*/ 3012 w 4759"/>
              <a:gd name="T7" fmla="*/ 3355 h 4772"/>
              <a:gd name="T8" fmla="*/ 2941 w 4759"/>
              <a:gd name="T9" fmla="*/ 3315 h 4772"/>
              <a:gd name="T10" fmla="*/ 2072 w 4759"/>
              <a:gd name="T11" fmla="*/ 2687 h 4772"/>
              <a:gd name="T12" fmla="*/ 1443 w 4759"/>
              <a:gd name="T13" fmla="*/ 1817 h 4772"/>
              <a:gd name="T14" fmla="*/ 1404 w 4759"/>
              <a:gd name="T15" fmla="*/ 1747 h 4772"/>
              <a:gd name="T16" fmla="*/ 1647 w 4759"/>
              <a:gd name="T17" fmla="*/ 1505 h 4772"/>
              <a:gd name="T18" fmla="*/ 1766 w 4759"/>
              <a:gd name="T19" fmla="*/ 1386 h 4772"/>
              <a:gd name="T20" fmla="*/ 1775 w 4759"/>
              <a:gd name="T21" fmla="*/ 859 h 4772"/>
              <a:gd name="T22" fmla="*/ 1059 w 4759"/>
              <a:gd name="T23" fmla="*/ 142 h 4772"/>
              <a:gd name="T24" fmla="*/ 532 w 4759"/>
              <a:gd name="T25" fmla="*/ 152 h 4772"/>
              <a:gd name="T26" fmla="*/ 330 w 4759"/>
              <a:gd name="T27" fmla="*/ 355 h 4772"/>
              <a:gd name="T28" fmla="*/ 335 w 4759"/>
              <a:gd name="T29" fmla="*/ 361 h 4772"/>
              <a:gd name="T30" fmla="*/ 169 w 4759"/>
              <a:gd name="T31" fmla="*/ 654 h 4772"/>
              <a:gd name="T32" fmla="*/ 95 w 4759"/>
              <a:gd name="T33" fmla="*/ 952 h 4772"/>
              <a:gd name="T34" fmla="*/ 1332 w 4759"/>
              <a:gd name="T35" fmla="*/ 3427 h 4772"/>
              <a:gd name="T36" fmla="*/ 3807 w 4759"/>
              <a:gd name="T37" fmla="*/ 4665 h 4772"/>
              <a:gd name="T38" fmla="*/ 4106 w 4759"/>
              <a:gd name="T39" fmla="*/ 4590 h 4772"/>
              <a:gd name="T40" fmla="*/ 4398 w 4759"/>
              <a:gd name="T41" fmla="*/ 4424 h 4772"/>
              <a:gd name="T42" fmla="*/ 4403 w 4759"/>
              <a:gd name="T43" fmla="*/ 4428 h 4772"/>
              <a:gd name="T44" fmla="*/ 4607 w 4759"/>
              <a:gd name="T45" fmla="*/ 4228 h 4772"/>
              <a:gd name="T46" fmla="*/ 4617 w 4759"/>
              <a:gd name="T47" fmla="*/ 3701 h 4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9" h="4772">
                <a:moveTo>
                  <a:pt x="4617" y="3701"/>
                </a:moveTo>
                <a:lnTo>
                  <a:pt x="3900" y="2984"/>
                </a:lnTo>
                <a:cubicBezTo>
                  <a:pt x="3757" y="2842"/>
                  <a:pt x="3521" y="2846"/>
                  <a:pt x="3373" y="2994"/>
                </a:cubicBezTo>
                <a:lnTo>
                  <a:pt x="3012" y="3355"/>
                </a:lnTo>
                <a:cubicBezTo>
                  <a:pt x="2989" y="3342"/>
                  <a:pt x="2966" y="3329"/>
                  <a:pt x="2941" y="3315"/>
                </a:cubicBezTo>
                <a:cubicBezTo>
                  <a:pt x="2713" y="3189"/>
                  <a:pt x="2401" y="3016"/>
                  <a:pt x="2072" y="2687"/>
                </a:cubicBezTo>
                <a:cubicBezTo>
                  <a:pt x="1743" y="2358"/>
                  <a:pt x="1570" y="2045"/>
                  <a:pt x="1443" y="1817"/>
                </a:cubicBezTo>
                <a:cubicBezTo>
                  <a:pt x="1430" y="1793"/>
                  <a:pt x="1417" y="1770"/>
                  <a:pt x="1404" y="1747"/>
                </a:cubicBezTo>
                <a:lnTo>
                  <a:pt x="1647" y="1505"/>
                </a:lnTo>
                <a:lnTo>
                  <a:pt x="1766" y="1386"/>
                </a:lnTo>
                <a:cubicBezTo>
                  <a:pt x="1914" y="1238"/>
                  <a:pt x="1918" y="1002"/>
                  <a:pt x="1775" y="859"/>
                </a:cubicBezTo>
                <a:lnTo>
                  <a:pt x="1059" y="142"/>
                </a:lnTo>
                <a:cubicBezTo>
                  <a:pt x="916" y="0"/>
                  <a:pt x="680" y="4"/>
                  <a:pt x="532" y="152"/>
                </a:cubicBezTo>
                <a:lnTo>
                  <a:pt x="330" y="355"/>
                </a:lnTo>
                <a:lnTo>
                  <a:pt x="335" y="361"/>
                </a:lnTo>
                <a:cubicBezTo>
                  <a:pt x="267" y="447"/>
                  <a:pt x="211" y="547"/>
                  <a:pt x="169" y="654"/>
                </a:cubicBezTo>
                <a:cubicBezTo>
                  <a:pt x="130" y="757"/>
                  <a:pt x="106" y="854"/>
                  <a:pt x="95" y="952"/>
                </a:cubicBezTo>
                <a:cubicBezTo>
                  <a:pt x="0" y="1737"/>
                  <a:pt x="359" y="2454"/>
                  <a:pt x="1332" y="3427"/>
                </a:cubicBezTo>
                <a:cubicBezTo>
                  <a:pt x="2677" y="4772"/>
                  <a:pt x="3760" y="4670"/>
                  <a:pt x="3807" y="4665"/>
                </a:cubicBezTo>
                <a:cubicBezTo>
                  <a:pt x="3909" y="4653"/>
                  <a:pt x="4007" y="4629"/>
                  <a:pt x="4106" y="4590"/>
                </a:cubicBezTo>
                <a:cubicBezTo>
                  <a:pt x="4212" y="4549"/>
                  <a:pt x="4312" y="4492"/>
                  <a:pt x="4398" y="4424"/>
                </a:cubicBezTo>
                <a:lnTo>
                  <a:pt x="4403" y="4428"/>
                </a:lnTo>
                <a:lnTo>
                  <a:pt x="4607" y="4228"/>
                </a:lnTo>
                <a:cubicBezTo>
                  <a:pt x="4755" y="4080"/>
                  <a:pt x="4759" y="3844"/>
                  <a:pt x="4617" y="37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iconfont-10263-5041657">
            <a:extLst>
              <a:ext uri="{FF2B5EF4-FFF2-40B4-BE49-F238E27FC236}">
                <a16:creationId xmlns:a16="http://schemas.microsoft.com/office/drawing/2014/main" id="{C854D6A8-E215-4118-58DD-1E73DCF17926}"/>
              </a:ext>
            </a:extLst>
          </p:cNvPr>
          <p:cNvSpPr/>
          <p:nvPr/>
        </p:nvSpPr>
        <p:spPr>
          <a:xfrm>
            <a:off x="8778567" y="3509541"/>
            <a:ext cx="269578" cy="202194"/>
          </a:xfrm>
          <a:custGeom>
            <a:avLst/>
            <a:gdLst>
              <a:gd name="T0" fmla="*/ 12800 w 12800"/>
              <a:gd name="T1" fmla="*/ 832 h 9600"/>
              <a:gd name="T2" fmla="*/ 12766 w 12800"/>
              <a:gd name="T3" fmla="*/ 852 h 9600"/>
              <a:gd name="T4" fmla="*/ 11469 w 12800"/>
              <a:gd name="T5" fmla="*/ 1718 h 9600"/>
              <a:gd name="T6" fmla="*/ 6212 w 12800"/>
              <a:gd name="T7" fmla="*/ 5254 h 9600"/>
              <a:gd name="T8" fmla="*/ 914 w 12800"/>
              <a:gd name="T9" fmla="*/ 1642 h 9600"/>
              <a:gd name="T10" fmla="*/ 0 w 12800"/>
              <a:gd name="T11" fmla="*/ 1024 h 9600"/>
              <a:gd name="T12" fmla="*/ 0 w 12800"/>
              <a:gd name="T13" fmla="*/ 800 h 9600"/>
              <a:gd name="T14" fmla="*/ 800 w 12800"/>
              <a:gd name="T15" fmla="*/ 0 h 9600"/>
              <a:gd name="T16" fmla="*/ 12000 w 12800"/>
              <a:gd name="T17" fmla="*/ 0 h 9600"/>
              <a:gd name="T18" fmla="*/ 12800 w 12800"/>
              <a:gd name="T19" fmla="*/ 800 h 9600"/>
              <a:gd name="T20" fmla="*/ 12800 w 12800"/>
              <a:gd name="T21" fmla="*/ 832 h 9600"/>
              <a:gd name="T22" fmla="*/ 12800 w 12800"/>
              <a:gd name="T23" fmla="*/ 1792 h 9600"/>
              <a:gd name="T24" fmla="*/ 12800 w 12800"/>
              <a:gd name="T25" fmla="*/ 8800 h 9600"/>
              <a:gd name="T26" fmla="*/ 12000 w 12800"/>
              <a:gd name="T27" fmla="*/ 9600 h 9600"/>
              <a:gd name="T28" fmla="*/ 800 w 12800"/>
              <a:gd name="T29" fmla="*/ 9600 h 9600"/>
              <a:gd name="T30" fmla="*/ 0 w 12800"/>
              <a:gd name="T31" fmla="*/ 8800 h 9600"/>
              <a:gd name="T32" fmla="*/ 0 w 12800"/>
              <a:gd name="T33" fmla="*/ 1990 h 9600"/>
              <a:gd name="T34" fmla="*/ 464 w 12800"/>
              <a:gd name="T35" fmla="*/ 2304 h 9600"/>
              <a:gd name="T36" fmla="*/ 5761 w 12800"/>
              <a:gd name="T37" fmla="*/ 5915 h 9600"/>
              <a:gd name="T38" fmla="*/ 6686 w 12800"/>
              <a:gd name="T39" fmla="*/ 5918 h 9600"/>
              <a:gd name="T40" fmla="*/ 11917 w 12800"/>
              <a:gd name="T41" fmla="*/ 2380 h 9600"/>
              <a:gd name="T42" fmla="*/ 12800 w 12800"/>
              <a:gd name="T43" fmla="*/ 1790 h 9600"/>
              <a:gd name="T44" fmla="*/ 12800 w 12800"/>
              <a:gd name="T45" fmla="*/ 1792 h 9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800" h="9600">
                <a:moveTo>
                  <a:pt x="12800" y="832"/>
                </a:moveTo>
                <a:cubicBezTo>
                  <a:pt x="12788" y="838"/>
                  <a:pt x="12777" y="844"/>
                  <a:pt x="12766" y="852"/>
                </a:cubicBezTo>
                <a:lnTo>
                  <a:pt x="11469" y="1718"/>
                </a:lnTo>
                <a:cubicBezTo>
                  <a:pt x="7970" y="4079"/>
                  <a:pt x="6217" y="5258"/>
                  <a:pt x="6212" y="5254"/>
                </a:cubicBezTo>
                <a:lnTo>
                  <a:pt x="914" y="1642"/>
                </a:lnTo>
                <a:lnTo>
                  <a:pt x="0" y="1024"/>
                </a:lnTo>
                <a:lnTo>
                  <a:pt x="0" y="800"/>
                </a:lnTo>
                <a:cubicBezTo>
                  <a:pt x="0" y="358"/>
                  <a:pt x="358" y="0"/>
                  <a:pt x="800" y="0"/>
                </a:cubicBezTo>
                <a:lnTo>
                  <a:pt x="12000" y="0"/>
                </a:lnTo>
                <a:cubicBezTo>
                  <a:pt x="12442" y="0"/>
                  <a:pt x="12800" y="358"/>
                  <a:pt x="12800" y="800"/>
                </a:cubicBezTo>
                <a:lnTo>
                  <a:pt x="12800" y="832"/>
                </a:lnTo>
                <a:close/>
                <a:moveTo>
                  <a:pt x="12800" y="1792"/>
                </a:moveTo>
                <a:lnTo>
                  <a:pt x="12800" y="8800"/>
                </a:lnTo>
                <a:cubicBezTo>
                  <a:pt x="12800" y="9242"/>
                  <a:pt x="12442" y="9600"/>
                  <a:pt x="12000" y="9600"/>
                </a:cubicBezTo>
                <a:lnTo>
                  <a:pt x="800" y="9600"/>
                </a:lnTo>
                <a:cubicBezTo>
                  <a:pt x="358" y="9600"/>
                  <a:pt x="0" y="9242"/>
                  <a:pt x="0" y="8800"/>
                </a:cubicBezTo>
                <a:lnTo>
                  <a:pt x="0" y="1990"/>
                </a:lnTo>
                <a:lnTo>
                  <a:pt x="464" y="2304"/>
                </a:lnTo>
                <a:lnTo>
                  <a:pt x="5761" y="5915"/>
                </a:lnTo>
                <a:cubicBezTo>
                  <a:pt x="6040" y="6105"/>
                  <a:pt x="6406" y="6107"/>
                  <a:pt x="6686" y="5918"/>
                </a:cubicBezTo>
                <a:lnTo>
                  <a:pt x="11917" y="2380"/>
                </a:lnTo>
                <a:cubicBezTo>
                  <a:pt x="11955" y="2354"/>
                  <a:pt x="12250" y="2157"/>
                  <a:pt x="12800" y="1790"/>
                </a:cubicBezTo>
                <a:lnTo>
                  <a:pt x="12800" y="17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图形 2">
            <a:extLst>
              <a:ext uri="{FF2B5EF4-FFF2-40B4-BE49-F238E27FC236}">
                <a16:creationId xmlns:a16="http://schemas.microsoft.com/office/drawing/2014/main" id="{AAB3B19E-A87A-CAF8-0792-049864FBFC91}"/>
              </a:ext>
            </a:extLst>
          </p:cNvPr>
          <p:cNvGrpSpPr/>
          <p:nvPr/>
        </p:nvGrpSpPr>
        <p:grpSpPr>
          <a:xfrm>
            <a:off x="5665761" y="3162948"/>
            <a:ext cx="860478" cy="693186"/>
            <a:chOff x="6405733" y="416178"/>
            <a:chExt cx="1095039" cy="882144"/>
          </a:xfrm>
          <a:solidFill>
            <a:schemeClr val="bg1"/>
          </a:solidFill>
        </p:grpSpPr>
        <p:sp>
          <p:nvSpPr>
            <p:cNvPr id="20" name="任意多边形: 形状 19">
              <a:extLst>
                <a:ext uri="{FF2B5EF4-FFF2-40B4-BE49-F238E27FC236}">
                  <a16:creationId xmlns:a16="http://schemas.microsoft.com/office/drawing/2014/main" id="{524E2048-84A2-7A27-98CE-704E62217EF9}"/>
                </a:ext>
              </a:extLst>
            </p:cNvPr>
            <p:cNvSpPr/>
            <p:nvPr/>
          </p:nvSpPr>
          <p:spPr>
            <a:xfrm>
              <a:off x="6405733"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66 w 286749"/>
                <a:gd name="connsiteY9" fmla="*/ 786244 h 850992"/>
                <a:gd name="connsiteX10" fmla="*/ 78618 w 286749"/>
                <a:gd name="connsiteY10" fmla="*/ 721496 h 850992"/>
                <a:gd name="connsiteX11" fmla="*/ 143366 w 286749"/>
                <a:gd name="connsiteY11" fmla="*/ 656748 h 850992"/>
                <a:gd name="connsiteX12" fmla="*/ 208114 w 286749"/>
                <a:gd name="connsiteY12" fmla="*/ 721496 h 850992"/>
                <a:gd name="connsiteX13" fmla="*/ 143366 w 286749"/>
                <a:gd name="connsiteY13" fmla="*/ 786244 h 850992"/>
                <a:gd name="connsiteX14" fmla="*/ 235872 w 286749"/>
                <a:gd name="connsiteY14" fmla="*/ 465555 h 850992"/>
                <a:gd name="connsiteX15" fmla="*/ 229057 w 286749"/>
                <a:gd name="connsiteY15" fmla="*/ 472371 h 850992"/>
                <a:gd name="connsiteX16" fmla="*/ 57693 w 286749"/>
                <a:gd name="connsiteY16" fmla="*/ 472371 h 850992"/>
                <a:gd name="connsiteX17" fmla="*/ 50878 w 286749"/>
                <a:gd name="connsiteY17" fmla="*/ 465555 h 850992"/>
                <a:gd name="connsiteX18" fmla="*/ 50878 w 286749"/>
                <a:gd name="connsiteY18" fmla="*/ 78498 h 850992"/>
                <a:gd name="connsiteX19" fmla="*/ 57693 w 286749"/>
                <a:gd name="connsiteY19" fmla="*/ 71683 h 850992"/>
                <a:gd name="connsiteX20" fmla="*/ 86805 w 286749"/>
                <a:gd name="connsiteY20" fmla="*/ 71683 h 850992"/>
                <a:gd name="connsiteX21" fmla="*/ 136843 w 286749"/>
                <a:gd name="connsiteY21" fmla="*/ 121721 h 850992"/>
                <a:gd name="connsiteX22" fmla="*/ 149916 w 286749"/>
                <a:gd name="connsiteY22" fmla="*/ 121721 h 850992"/>
                <a:gd name="connsiteX23" fmla="*/ 199953 w 286749"/>
                <a:gd name="connsiteY23" fmla="*/ 71683 h 850992"/>
                <a:gd name="connsiteX24" fmla="*/ 229066 w 286749"/>
                <a:gd name="connsiteY24" fmla="*/ 71683 h 850992"/>
                <a:gd name="connsiteX25" fmla="*/ 235881 w 286749"/>
                <a:gd name="connsiteY25" fmla="*/ 78498 h 850992"/>
                <a:gd name="connsiteX26" fmla="*/ 235881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8" y="0"/>
                    <a:pt x="0" y="11710"/>
                    <a:pt x="0" y="26163"/>
                  </a:cubicBezTo>
                  <a:lnTo>
                    <a:pt x="0" y="824829"/>
                  </a:lnTo>
                  <a:cubicBezTo>
                    <a:pt x="0" y="839274"/>
                    <a:pt x="11710" y="850992"/>
                    <a:pt x="26163" y="850992"/>
                  </a:cubicBezTo>
                  <a:lnTo>
                    <a:pt x="260587" y="850992"/>
                  </a:lnTo>
                  <a:cubicBezTo>
                    <a:pt x="275031" y="850992"/>
                    <a:pt x="286750" y="839282"/>
                    <a:pt x="286750" y="824829"/>
                  </a:cubicBezTo>
                  <a:lnTo>
                    <a:pt x="286750" y="26163"/>
                  </a:lnTo>
                  <a:cubicBezTo>
                    <a:pt x="286741" y="11710"/>
                    <a:pt x="275031" y="0"/>
                    <a:pt x="260587" y="0"/>
                  </a:cubicBezTo>
                  <a:close/>
                  <a:moveTo>
                    <a:pt x="143366" y="786244"/>
                  </a:moveTo>
                  <a:cubicBezTo>
                    <a:pt x="107602" y="786244"/>
                    <a:pt x="78618" y="757252"/>
                    <a:pt x="78618" y="721496"/>
                  </a:cubicBezTo>
                  <a:cubicBezTo>
                    <a:pt x="78618" y="685731"/>
                    <a:pt x="107610" y="656748"/>
                    <a:pt x="143366" y="656748"/>
                  </a:cubicBezTo>
                  <a:cubicBezTo>
                    <a:pt x="179122" y="656748"/>
                    <a:pt x="208114" y="685740"/>
                    <a:pt x="208114" y="721496"/>
                  </a:cubicBezTo>
                  <a:cubicBezTo>
                    <a:pt x="208123" y="757252"/>
                    <a:pt x="179131" y="786244"/>
                    <a:pt x="143366" y="786244"/>
                  </a:cubicBezTo>
                  <a:close/>
                  <a:moveTo>
                    <a:pt x="235872" y="465555"/>
                  </a:moveTo>
                  <a:cubicBezTo>
                    <a:pt x="235872" y="469319"/>
                    <a:pt x="232821" y="472371"/>
                    <a:pt x="229057" y="472371"/>
                  </a:cubicBezTo>
                  <a:lnTo>
                    <a:pt x="57693" y="472371"/>
                  </a:lnTo>
                  <a:cubicBezTo>
                    <a:pt x="53929" y="472371"/>
                    <a:pt x="50878" y="469319"/>
                    <a:pt x="50878" y="465555"/>
                  </a:cubicBezTo>
                  <a:lnTo>
                    <a:pt x="50878" y="78498"/>
                  </a:lnTo>
                  <a:cubicBezTo>
                    <a:pt x="50878" y="74735"/>
                    <a:pt x="53929" y="71683"/>
                    <a:pt x="57693" y="71683"/>
                  </a:cubicBezTo>
                  <a:lnTo>
                    <a:pt x="86805" y="71683"/>
                  </a:lnTo>
                  <a:lnTo>
                    <a:pt x="136843" y="121721"/>
                  </a:lnTo>
                  <a:cubicBezTo>
                    <a:pt x="140452" y="125330"/>
                    <a:pt x="146307" y="125330"/>
                    <a:pt x="149916" y="121721"/>
                  </a:cubicBezTo>
                  <a:lnTo>
                    <a:pt x="199953" y="71683"/>
                  </a:lnTo>
                  <a:lnTo>
                    <a:pt x="229066" y="71683"/>
                  </a:lnTo>
                  <a:cubicBezTo>
                    <a:pt x="232829" y="71683"/>
                    <a:pt x="235881" y="74735"/>
                    <a:pt x="235881" y="78498"/>
                  </a:cubicBezTo>
                  <a:lnTo>
                    <a:pt x="235881" y="465555"/>
                  </a:lnTo>
                  <a:close/>
                </a:path>
              </a:pathLst>
            </a:custGeom>
            <a:grpFill/>
            <a:ln w="8572" cap="flat">
              <a:noFill/>
              <a:prstDash val="solid"/>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C33A8D06-EDA7-9720-28FD-139D5C968EF3}"/>
                </a:ext>
              </a:extLst>
            </p:cNvPr>
            <p:cNvSpPr/>
            <p:nvPr/>
          </p:nvSpPr>
          <p:spPr>
            <a:xfrm>
              <a:off x="6471501"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C3987CDE-A8CF-54B2-02B5-EAE217982794}"/>
                </a:ext>
              </a:extLst>
            </p:cNvPr>
            <p:cNvSpPr/>
            <p:nvPr/>
          </p:nvSpPr>
          <p:spPr>
            <a:xfrm>
              <a:off x="6471501"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DE4DBD41-CF22-D35F-6900-4C2A707C5349}"/>
                </a:ext>
              </a:extLst>
            </p:cNvPr>
            <p:cNvSpPr/>
            <p:nvPr/>
          </p:nvSpPr>
          <p:spPr>
            <a:xfrm>
              <a:off x="6471501"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4" name="任意多边形: 形状 23">
              <a:extLst>
                <a:ext uri="{FF2B5EF4-FFF2-40B4-BE49-F238E27FC236}">
                  <a16:creationId xmlns:a16="http://schemas.microsoft.com/office/drawing/2014/main" id="{0E5EADC2-1F39-585B-30B0-8DEC9E1A2FEA}"/>
                </a:ext>
              </a:extLst>
            </p:cNvPr>
            <p:cNvSpPr/>
            <p:nvPr/>
          </p:nvSpPr>
          <p:spPr>
            <a:xfrm>
              <a:off x="6471501"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5A332831-DAC7-0F05-C962-C8ECA7AA31FC}"/>
                </a:ext>
              </a:extLst>
            </p:cNvPr>
            <p:cNvSpPr/>
            <p:nvPr/>
          </p:nvSpPr>
          <p:spPr>
            <a:xfrm>
              <a:off x="6471501"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2BD8C172-D833-E2B9-7B15-82EDBC23130A}"/>
                </a:ext>
              </a:extLst>
            </p:cNvPr>
            <p:cNvSpPr/>
            <p:nvPr/>
          </p:nvSpPr>
          <p:spPr>
            <a:xfrm>
              <a:off x="6740051" y="447330"/>
              <a:ext cx="286749" cy="850992"/>
            </a:xfrm>
            <a:custGeom>
              <a:avLst/>
              <a:gdLst>
                <a:gd name="connsiteX0" fmla="*/ 260587 w 286749"/>
                <a:gd name="connsiteY0" fmla="*/ 0 h 850992"/>
                <a:gd name="connsiteX1" fmla="*/ 26163 w 286749"/>
                <a:gd name="connsiteY1" fmla="*/ 0 h 850992"/>
                <a:gd name="connsiteX2" fmla="*/ 0 w 286749"/>
                <a:gd name="connsiteY2" fmla="*/ 26163 h 850992"/>
                <a:gd name="connsiteX3" fmla="*/ 0 w 286749"/>
                <a:gd name="connsiteY3" fmla="*/ 824829 h 850992"/>
                <a:gd name="connsiteX4" fmla="*/ 26163 w 286749"/>
                <a:gd name="connsiteY4" fmla="*/ 850992 h 850992"/>
                <a:gd name="connsiteX5" fmla="*/ 260587 w 286749"/>
                <a:gd name="connsiteY5" fmla="*/ 850992 h 850992"/>
                <a:gd name="connsiteX6" fmla="*/ 286750 w 286749"/>
                <a:gd name="connsiteY6" fmla="*/ 824829 h 850992"/>
                <a:gd name="connsiteX7" fmla="*/ 286750 w 286749"/>
                <a:gd name="connsiteY7" fmla="*/ 26163 h 850992"/>
                <a:gd name="connsiteX8" fmla="*/ 260587 w 286749"/>
                <a:gd name="connsiteY8" fmla="*/ 0 h 850992"/>
                <a:gd name="connsiteX9" fmla="*/ 143375 w 286749"/>
                <a:gd name="connsiteY9" fmla="*/ 786244 h 850992"/>
                <a:gd name="connsiteX10" fmla="*/ 78627 w 286749"/>
                <a:gd name="connsiteY10" fmla="*/ 721496 h 850992"/>
                <a:gd name="connsiteX11" fmla="*/ 143375 w 286749"/>
                <a:gd name="connsiteY11" fmla="*/ 656748 h 850992"/>
                <a:gd name="connsiteX12" fmla="*/ 208123 w 286749"/>
                <a:gd name="connsiteY12" fmla="*/ 721496 h 850992"/>
                <a:gd name="connsiteX13" fmla="*/ 143375 w 286749"/>
                <a:gd name="connsiteY13" fmla="*/ 786244 h 850992"/>
                <a:gd name="connsiteX14" fmla="*/ 235881 w 286749"/>
                <a:gd name="connsiteY14" fmla="*/ 465555 h 850992"/>
                <a:gd name="connsiteX15" fmla="*/ 229066 w 286749"/>
                <a:gd name="connsiteY15" fmla="*/ 472371 h 850992"/>
                <a:gd name="connsiteX16" fmla="*/ 57701 w 286749"/>
                <a:gd name="connsiteY16" fmla="*/ 472371 h 850992"/>
                <a:gd name="connsiteX17" fmla="*/ 50886 w 286749"/>
                <a:gd name="connsiteY17" fmla="*/ 465555 h 850992"/>
                <a:gd name="connsiteX18" fmla="*/ 50886 w 286749"/>
                <a:gd name="connsiteY18" fmla="*/ 78498 h 850992"/>
                <a:gd name="connsiteX19" fmla="*/ 57701 w 286749"/>
                <a:gd name="connsiteY19" fmla="*/ 71683 h 850992"/>
                <a:gd name="connsiteX20" fmla="*/ 86814 w 286749"/>
                <a:gd name="connsiteY20" fmla="*/ 71683 h 850992"/>
                <a:gd name="connsiteX21" fmla="*/ 136851 w 286749"/>
                <a:gd name="connsiteY21" fmla="*/ 121721 h 850992"/>
                <a:gd name="connsiteX22" fmla="*/ 149924 w 286749"/>
                <a:gd name="connsiteY22" fmla="*/ 121721 h 850992"/>
                <a:gd name="connsiteX23" fmla="*/ 199962 w 286749"/>
                <a:gd name="connsiteY23" fmla="*/ 71683 h 850992"/>
                <a:gd name="connsiteX24" fmla="*/ 229074 w 286749"/>
                <a:gd name="connsiteY24" fmla="*/ 71683 h 850992"/>
                <a:gd name="connsiteX25" fmla="*/ 235889 w 286749"/>
                <a:gd name="connsiteY25" fmla="*/ 78498 h 850992"/>
                <a:gd name="connsiteX26" fmla="*/ 235889 w 286749"/>
                <a:gd name="connsiteY26" fmla="*/ 465555 h 85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6749" h="850992">
                  <a:moveTo>
                    <a:pt x="260587" y="0"/>
                  </a:moveTo>
                  <a:lnTo>
                    <a:pt x="26163" y="0"/>
                  </a:lnTo>
                  <a:cubicBezTo>
                    <a:pt x="11719" y="0"/>
                    <a:pt x="0" y="11710"/>
                    <a:pt x="0" y="26163"/>
                  </a:cubicBezTo>
                  <a:lnTo>
                    <a:pt x="0" y="824829"/>
                  </a:lnTo>
                  <a:cubicBezTo>
                    <a:pt x="0" y="839274"/>
                    <a:pt x="11710" y="850992"/>
                    <a:pt x="26163" y="850992"/>
                  </a:cubicBezTo>
                  <a:lnTo>
                    <a:pt x="260587" y="850992"/>
                  </a:lnTo>
                  <a:cubicBezTo>
                    <a:pt x="275040" y="850992"/>
                    <a:pt x="286750" y="839282"/>
                    <a:pt x="286750" y="824829"/>
                  </a:cubicBezTo>
                  <a:lnTo>
                    <a:pt x="286750" y="26163"/>
                  </a:lnTo>
                  <a:cubicBezTo>
                    <a:pt x="286750" y="11710"/>
                    <a:pt x="275040" y="0"/>
                    <a:pt x="260587" y="0"/>
                  </a:cubicBezTo>
                  <a:close/>
                  <a:moveTo>
                    <a:pt x="143375" y="786244"/>
                  </a:moveTo>
                  <a:cubicBezTo>
                    <a:pt x="107611" y="786244"/>
                    <a:pt x="78627" y="757252"/>
                    <a:pt x="78627" y="721496"/>
                  </a:cubicBezTo>
                  <a:cubicBezTo>
                    <a:pt x="78627" y="685731"/>
                    <a:pt x="107619" y="656748"/>
                    <a:pt x="143375" y="656748"/>
                  </a:cubicBezTo>
                  <a:cubicBezTo>
                    <a:pt x="179131" y="656748"/>
                    <a:pt x="208123" y="685740"/>
                    <a:pt x="208123" y="721496"/>
                  </a:cubicBezTo>
                  <a:cubicBezTo>
                    <a:pt x="208132" y="757252"/>
                    <a:pt x="179140" y="786244"/>
                    <a:pt x="143375" y="786244"/>
                  </a:cubicBezTo>
                  <a:close/>
                  <a:moveTo>
                    <a:pt x="235881" y="465555"/>
                  </a:moveTo>
                  <a:cubicBezTo>
                    <a:pt x="235881" y="469319"/>
                    <a:pt x="232829" y="472371"/>
                    <a:pt x="229066" y="472371"/>
                  </a:cubicBezTo>
                  <a:lnTo>
                    <a:pt x="57701" y="472371"/>
                  </a:lnTo>
                  <a:cubicBezTo>
                    <a:pt x="53938" y="472371"/>
                    <a:pt x="50886" y="469319"/>
                    <a:pt x="50886" y="465555"/>
                  </a:cubicBezTo>
                  <a:lnTo>
                    <a:pt x="50886" y="78498"/>
                  </a:lnTo>
                  <a:cubicBezTo>
                    <a:pt x="50886" y="74735"/>
                    <a:pt x="53938" y="71683"/>
                    <a:pt x="57701" y="71683"/>
                  </a:cubicBezTo>
                  <a:lnTo>
                    <a:pt x="86814" y="71683"/>
                  </a:lnTo>
                  <a:lnTo>
                    <a:pt x="136851" y="121721"/>
                  </a:lnTo>
                  <a:cubicBezTo>
                    <a:pt x="140461" y="125330"/>
                    <a:pt x="146315" y="125330"/>
                    <a:pt x="149924" y="121721"/>
                  </a:cubicBezTo>
                  <a:lnTo>
                    <a:pt x="199962" y="71683"/>
                  </a:lnTo>
                  <a:lnTo>
                    <a:pt x="229074" y="71683"/>
                  </a:lnTo>
                  <a:cubicBezTo>
                    <a:pt x="232838" y="71683"/>
                    <a:pt x="235889" y="74735"/>
                    <a:pt x="235889" y="78498"/>
                  </a:cubicBezTo>
                  <a:lnTo>
                    <a:pt x="235889" y="465555"/>
                  </a:lnTo>
                  <a:close/>
                </a:path>
              </a:pathLst>
            </a:custGeom>
            <a:grpFill/>
            <a:ln w="8572" cap="flat">
              <a:noFill/>
              <a:prstDash val="solid"/>
              <a:miter/>
            </a:ln>
          </p:spPr>
          <p:txBody>
            <a:bodyPr rtlCol="0" anchor="ctr"/>
            <a:lstStyle/>
            <a:p>
              <a:endParaRPr lang="zh-CN" altLang="en-US"/>
            </a:p>
          </p:txBody>
        </p:sp>
        <p:sp>
          <p:nvSpPr>
            <p:cNvPr id="27" name="任意多边形: 形状 26">
              <a:extLst>
                <a:ext uri="{FF2B5EF4-FFF2-40B4-BE49-F238E27FC236}">
                  <a16:creationId xmlns:a16="http://schemas.microsoft.com/office/drawing/2014/main" id="{E39174FF-BF00-10B9-9F0B-FA4996AD357D}"/>
                </a:ext>
              </a:extLst>
            </p:cNvPr>
            <p:cNvSpPr/>
            <p:nvPr/>
          </p:nvSpPr>
          <p:spPr>
            <a:xfrm>
              <a:off x="6805828" y="61109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28" name="任意多边形: 形状 27">
              <a:extLst>
                <a:ext uri="{FF2B5EF4-FFF2-40B4-BE49-F238E27FC236}">
                  <a16:creationId xmlns:a16="http://schemas.microsoft.com/office/drawing/2014/main" id="{61B9E522-F4D7-40CB-69CE-8DAACB16F956}"/>
                </a:ext>
              </a:extLst>
            </p:cNvPr>
            <p:cNvSpPr/>
            <p:nvPr/>
          </p:nvSpPr>
          <p:spPr>
            <a:xfrm>
              <a:off x="6805828" y="66824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10BD9D4B-9090-197A-4922-5EA2F8C9F57C}"/>
                </a:ext>
              </a:extLst>
            </p:cNvPr>
            <p:cNvSpPr/>
            <p:nvPr/>
          </p:nvSpPr>
          <p:spPr>
            <a:xfrm>
              <a:off x="6805828" y="725396"/>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CC79C7CE-CC12-0CFD-8DF9-00FA7B19F55E}"/>
                </a:ext>
              </a:extLst>
            </p:cNvPr>
            <p:cNvSpPr/>
            <p:nvPr/>
          </p:nvSpPr>
          <p:spPr>
            <a:xfrm>
              <a:off x="6805828" y="782549"/>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57"/>
                    <a:pt x="149444" y="25718"/>
                    <a:pt x="142346" y="25718"/>
                  </a:cubicBezTo>
                  <a:close/>
                </a:path>
              </a:pathLst>
            </a:custGeom>
            <a:grpFill/>
            <a:ln w="8572"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BE1D4E03-3B19-23B5-B7E2-F924B8A67CDB}"/>
                </a:ext>
              </a:extLst>
            </p:cNvPr>
            <p:cNvSpPr/>
            <p:nvPr/>
          </p:nvSpPr>
          <p:spPr>
            <a:xfrm>
              <a:off x="6805828" y="839693"/>
              <a:ext cx="155204" cy="25717"/>
            </a:xfrm>
            <a:custGeom>
              <a:avLst/>
              <a:gdLst>
                <a:gd name="connsiteX0" fmla="*/ 142346 w 155204"/>
                <a:gd name="connsiteY0" fmla="*/ 25718 h 25717"/>
                <a:gd name="connsiteX1" fmla="*/ 12859 w 155204"/>
                <a:gd name="connsiteY1" fmla="*/ 25718 h 25717"/>
                <a:gd name="connsiteX2" fmla="*/ 0 w 155204"/>
                <a:gd name="connsiteY2" fmla="*/ 12859 h 25717"/>
                <a:gd name="connsiteX3" fmla="*/ 12859 w 155204"/>
                <a:gd name="connsiteY3" fmla="*/ 0 h 25717"/>
                <a:gd name="connsiteX4" fmla="*/ 142346 w 155204"/>
                <a:gd name="connsiteY4" fmla="*/ 0 h 25717"/>
                <a:gd name="connsiteX5" fmla="*/ 155205 w 155204"/>
                <a:gd name="connsiteY5" fmla="*/ 12859 h 25717"/>
                <a:gd name="connsiteX6" fmla="*/ 142346 w 155204"/>
                <a:gd name="connsiteY6" fmla="*/ 25718 h 2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04" h="25717">
                  <a:moveTo>
                    <a:pt x="142346" y="25718"/>
                  </a:moveTo>
                  <a:lnTo>
                    <a:pt x="12859" y="25718"/>
                  </a:lnTo>
                  <a:cubicBezTo>
                    <a:pt x="5761" y="25718"/>
                    <a:pt x="0" y="19965"/>
                    <a:pt x="0" y="12859"/>
                  </a:cubicBezTo>
                  <a:cubicBezTo>
                    <a:pt x="0" y="5752"/>
                    <a:pt x="5761" y="0"/>
                    <a:pt x="12859" y="0"/>
                  </a:cubicBezTo>
                  <a:lnTo>
                    <a:pt x="142346" y="0"/>
                  </a:lnTo>
                  <a:cubicBezTo>
                    <a:pt x="149444" y="0"/>
                    <a:pt x="155205" y="5752"/>
                    <a:pt x="155205" y="12859"/>
                  </a:cubicBezTo>
                  <a:cubicBezTo>
                    <a:pt x="155205" y="19965"/>
                    <a:pt x="149444" y="25718"/>
                    <a:pt x="142346" y="25718"/>
                  </a:cubicBez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A6AC8E41-5188-E600-4E04-765F988E35D1}"/>
                </a:ext>
              </a:extLst>
            </p:cNvPr>
            <p:cNvSpPr/>
            <p:nvPr/>
          </p:nvSpPr>
          <p:spPr>
            <a:xfrm>
              <a:off x="7054774" y="416178"/>
              <a:ext cx="445998" cy="882143"/>
            </a:xfrm>
            <a:custGeom>
              <a:avLst/>
              <a:gdLst>
                <a:gd name="connsiteX0" fmla="*/ 445435 w 445998"/>
                <a:gd name="connsiteY0" fmla="*/ 802386 h 882143"/>
                <a:gd name="connsiteX1" fmla="*/ 281178 w 445998"/>
                <a:gd name="connsiteY1" fmla="*/ 20788 h 882143"/>
                <a:gd name="connsiteX2" fmla="*/ 250196 w 445998"/>
                <a:gd name="connsiteY2" fmla="*/ 565 h 882143"/>
                <a:gd name="connsiteX3" fmla="*/ 20788 w 445998"/>
                <a:gd name="connsiteY3" fmla="*/ 48777 h 882143"/>
                <a:gd name="connsiteX4" fmla="*/ 565 w 445998"/>
                <a:gd name="connsiteY4" fmla="*/ 79758 h 882143"/>
                <a:gd name="connsiteX5" fmla="*/ 164823 w 445998"/>
                <a:gd name="connsiteY5" fmla="*/ 861356 h 882143"/>
                <a:gd name="connsiteX6" fmla="*/ 195804 w 445998"/>
                <a:gd name="connsiteY6" fmla="*/ 881578 h 882143"/>
                <a:gd name="connsiteX7" fmla="*/ 425213 w 445998"/>
                <a:gd name="connsiteY7" fmla="*/ 833367 h 882143"/>
                <a:gd name="connsiteX8" fmla="*/ 445435 w 445998"/>
                <a:gd name="connsiteY8" fmla="*/ 802386 h 882143"/>
                <a:gd name="connsiteX9" fmla="*/ 148784 w 445998"/>
                <a:gd name="connsiteY9" fmla="*/ 504568 h 882143"/>
                <a:gd name="connsiteX10" fmla="*/ 140709 w 445998"/>
                <a:gd name="connsiteY10" fmla="*/ 499296 h 882143"/>
                <a:gd name="connsiteX11" fmla="*/ 61104 w 445998"/>
                <a:gd name="connsiteY11" fmla="*/ 120512 h 882143"/>
                <a:gd name="connsiteX12" fmla="*/ 66376 w 445998"/>
                <a:gd name="connsiteY12" fmla="*/ 112436 h 882143"/>
                <a:gd name="connsiteX13" fmla="*/ 94863 w 445998"/>
                <a:gd name="connsiteY13" fmla="*/ 106453 h 882143"/>
                <a:gd name="connsiteX14" fmla="*/ 154125 w 445998"/>
                <a:gd name="connsiteY14" fmla="*/ 145132 h 882143"/>
                <a:gd name="connsiteX15" fmla="*/ 166915 w 445998"/>
                <a:gd name="connsiteY15" fmla="*/ 142440 h 882143"/>
                <a:gd name="connsiteX16" fmla="*/ 205594 w 445998"/>
                <a:gd name="connsiteY16" fmla="*/ 83178 h 882143"/>
                <a:gd name="connsiteX17" fmla="*/ 234080 w 445998"/>
                <a:gd name="connsiteY17" fmla="*/ 77195 h 882143"/>
                <a:gd name="connsiteX18" fmla="*/ 242156 w 445998"/>
                <a:gd name="connsiteY18" fmla="*/ 82467 h 882143"/>
                <a:gd name="connsiteX19" fmla="*/ 321760 w 445998"/>
                <a:gd name="connsiteY19" fmla="*/ 461251 h 882143"/>
                <a:gd name="connsiteX20" fmla="*/ 316488 w 445998"/>
                <a:gd name="connsiteY20" fmla="*/ 469318 h 882143"/>
                <a:gd name="connsiteX21" fmla="*/ 148784 w 445998"/>
                <a:gd name="connsiteY21" fmla="*/ 504568 h 882143"/>
                <a:gd name="connsiteX22" fmla="*/ 297182 w 445998"/>
                <a:gd name="connsiteY22" fmla="*/ 794105 h 882143"/>
                <a:gd name="connsiteX23" fmla="*/ 220501 w 445998"/>
                <a:gd name="connsiteY23" fmla="*/ 744058 h 882143"/>
                <a:gd name="connsiteX24" fmla="*/ 270548 w 445998"/>
                <a:gd name="connsiteY24" fmla="*/ 667377 h 882143"/>
                <a:gd name="connsiteX25" fmla="*/ 347229 w 445998"/>
                <a:gd name="connsiteY25" fmla="*/ 717423 h 882143"/>
                <a:gd name="connsiteX26" fmla="*/ 297182 w 445998"/>
                <a:gd name="connsiteY26" fmla="*/ 794105 h 88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5998" h="882143">
                  <a:moveTo>
                    <a:pt x="445435" y="802386"/>
                  </a:moveTo>
                  <a:lnTo>
                    <a:pt x="281178" y="20788"/>
                  </a:lnTo>
                  <a:cubicBezTo>
                    <a:pt x="278203" y="6652"/>
                    <a:pt x="264332" y="-2409"/>
                    <a:pt x="250196" y="565"/>
                  </a:cubicBezTo>
                  <a:lnTo>
                    <a:pt x="20788" y="48777"/>
                  </a:lnTo>
                  <a:cubicBezTo>
                    <a:pt x="6652" y="51752"/>
                    <a:pt x="-2409" y="65622"/>
                    <a:pt x="565" y="79758"/>
                  </a:cubicBezTo>
                  <a:lnTo>
                    <a:pt x="164823" y="861356"/>
                  </a:lnTo>
                  <a:cubicBezTo>
                    <a:pt x="167798" y="875492"/>
                    <a:pt x="181668" y="884553"/>
                    <a:pt x="195804" y="881578"/>
                  </a:cubicBezTo>
                  <a:lnTo>
                    <a:pt x="425213" y="833367"/>
                  </a:lnTo>
                  <a:cubicBezTo>
                    <a:pt x="439349" y="830392"/>
                    <a:pt x="448401" y="816522"/>
                    <a:pt x="445435" y="802386"/>
                  </a:cubicBezTo>
                  <a:close/>
                  <a:moveTo>
                    <a:pt x="148784" y="504568"/>
                  </a:moveTo>
                  <a:cubicBezTo>
                    <a:pt x="145097" y="505340"/>
                    <a:pt x="141489" y="502982"/>
                    <a:pt x="140709" y="499296"/>
                  </a:cubicBezTo>
                  <a:lnTo>
                    <a:pt x="61104" y="120512"/>
                  </a:lnTo>
                  <a:cubicBezTo>
                    <a:pt x="60333" y="116826"/>
                    <a:pt x="62690" y="113217"/>
                    <a:pt x="66376" y="112436"/>
                  </a:cubicBezTo>
                  <a:lnTo>
                    <a:pt x="94863" y="106453"/>
                  </a:lnTo>
                  <a:lnTo>
                    <a:pt x="154125" y="145132"/>
                  </a:lnTo>
                  <a:cubicBezTo>
                    <a:pt x="158402" y="147927"/>
                    <a:pt x="164129" y="146718"/>
                    <a:pt x="166915" y="142440"/>
                  </a:cubicBezTo>
                  <a:lnTo>
                    <a:pt x="205594" y="83178"/>
                  </a:lnTo>
                  <a:lnTo>
                    <a:pt x="234080" y="77195"/>
                  </a:lnTo>
                  <a:cubicBezTo>
                    <a:pt x="237766" y="76423"/>
                    <a:pt x="241375" y="78781"/>
                    <a:pt x="242156" y="82467"/>
                  </a:cubicBezTo>
                  <a:lnTo>
                    <a:pt x="321760" y="461251"/>
                  </a:lnTo>
                  <a:cubicBezTo>
                    <a:pt x="322531" y="464938"/>
                    <a:pt x="320174" y="468547"/>
                    <a:pt x="316488" y="469318"/>
                  </a:cubicBezTo>
                  <a:lnTo>
                    <a:pt x="148784" y="504568"/>
                  </a:lnTo>
                  <a:close/>
                  <a:moveTo>
                    <a:pt x="297182" y="794105"/>
                  </a:moveTo>
                  <a:cubicBezTo>
                    <a:pt x="262189" y="801460"/>
                    <a:pt x="227856" y="779051"/>
                    <a:pt x="220501" y="744058"/>
                  </a:cubicBezTo>
                  <a:cubicBezTo>
                    <a:pt x="213146" y="709065"/>
                    <a:pt x="235555" y="674732"/>
                    <a:pt x="270548" y="667377"/>
                  </a:cubicBezTo>
                  <a:cubicBezTo>
                    <a:pt x="305540" y="660022"/>
                    <a:pt x="339873" y="682431"/>
                    <a:pt x="347229" y="717423"/>
                  </a:cubicBezTo>
                  <a:cubicBezTo>
                    <a:pt x="354592" y="752425"/>
                    <a:pt x="332184" y="786749"/>
                    <a:pt x="297182" y="794105"/>
                  </a:cubicBez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88D290FC-EDBA-1652-F14B-D4DC4EF83D4B}"/>
                </a:ext>
              </a:extLst>
            </p:cNvPr>
            <p:cNvSpPr/>
            <p:nvPr/>
          </p:nvSpPr>
          <p:spPr>
            <a:xfrm>
              <a:off x="7150353" y="587517"/>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1 w 152445"/>
                <a:gd name="connsiteY3" fmla="*/ 282 h 52359"/>
                <a:gd name="connsiteX4" fmla="*/ 152166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1" y="282"/>
                  </a:lnTo>
                  <a:cubicBezTo>
                    <a:pt x="143920" y="-1193"/>
                    <a:pt x="150701" y="3265"/>
                    <a:pt x="152166" y="10217"/>
                  </a:cubicBezTo>
                  <a:cubicBezTo>
                    <a:pt x="153632" y="17170"/>
                    <a:pt x="149174"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34" name="任意多边形: 形状 33">
              <a:extLst>
                <a:ext uri="{FF2B5EF4-FFF2-40B4-BE49-F238E27FC236}">
                  <a16:creationId xmlns:a16="http://schemas.microsoft.com/office/drawing/2014/main" id="{037C45D4-C072-D3F3-83C1-6FADBB2ADF82}"/>
                </a:ext>
              </a:extLst>
            </p:cNvPr>
            <p:cNvSpPr/>
            <p:nvPr/>
          </p:nvSpPr>
          <p:spPr>
            <a:xfrm>
              <a:off x="7162105" y="643458"/>
              <a:ext cx="152445" cy="52354"/>
            </a:xfrm>
            <a:custGeom>
              <a:avLst/>
              <a:gdLst>
                <a:gd name="connsiteX0" fmla="*/ 12846 w 152445"/>
                <a:gd name="connsiteY0" fmla="*/ 52354 h 52354"/>
                <a:gd name="connsiteX1" fmla="*/ 279 w 152445"/>
                <a:gd name="connsiteY1" fmla="*/ 42136 h 52354"/>
                <a:gd name="connsiteX2" fmla="*/ 10215 w 152445"/>
                <a:gd name="connsiteY2" fmla="*/ 26911 h 52354"/>
                <a:gd name="connsiteX3" fmla="*/ 136942 w 152445"/>
                <a:gd name="connsiteY3" fmla="*/ 276 h 52354"/>
                <a:gd name="connsiteX4" fmla="*/ 152167 w 152445"/>
                <a:gd name="connsiteY4" fmla="*/ 10212 h 52354"/>
                <a:gd name="connsiteX5" fmla="*/ 142231 w 152445"/>
                <a:gd name="connsiteY5" fmla="*/ 25437 h 52354"/>
                <a:gd name="connsiteX6" fmla="*/ 15504 w 152445"/>
                <a:gd name="connsiteY6" fmla="*/ 52072 h 52354"/>
                <a:gd name="connsiteX7" fmla="*/ 12846 w 152445"/>
                <a:gd name="connsiteY7" fmla="*/ 52354 h 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4">
                  <a:moveTo>
                    <a:pt x="12846" y="52354"/>
                  </a:moveTo>
                  <a:cubicBezTo>
                    <a:pt x="6897" y="52354"/>
                    <a:pt x="1556" y="48197"/>
                    <a:pt x="279" y="42136"/>
                  </a:cubicBezTo>
                  <a:cubicBezTo>
                    <a:pt x="-1187" y="35184"/>
                    <a:pt x="3271" y="28369"/>
                    <a:pt x="10215" y="26911"/>
                  </a:cubicBezTo>
                  <a:lnTo>
                    <a:pt x="136942" y="276"/>
                  </a:lnTo>
                  <a:cubicBezTo>
                    <a:pt x="143911" y="-1181"/>
                    <a:pt x="150709" y="3268"/>
                    <a:pt x="152167" y="10212"/>
                  </a:cubicBezTo>
                  <a:cubicBezTo>
                    <a:pt x="153632" y="17164"/>
                    <a:pt x="149175" y="23979"/>
                    <a:pt x="142231" y="25437"/>
                  </a:cubicBezTo>
                  <a:lnTo>
                    <a:pt x="15504" y="52072"/>
                  </a:lnTo>
                  <a:cubicBezTo>
                    <a:pt x="14612" y="52260"/>
                    <a:pt x="13730" y="52354"/>
                    <a:pt x="12846" y="52354"/>
                  </a:cubicBezTo>
                  <a:close/>
                </a:path>
              </a:pathLst>
            </a:custGeom>
            <a:grpFill/>
            <a:ln w="8572"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3F58CC9B-5D03-1876-3C49-D1F69DA8E119}"/>
                </a:ext>
              </a:extLst>
            </p:cNvPr>
            <p:cNvSpPr/>
            <p:nvPr/>
          </p:nvSpPr>
          <p:spPr>
            <a:xfrm>
              <a:off x="7173858" y="699374"/>
              <a:ext cx="152445" cy="52356"/>
            </a:xfrm>
            <a:custGeom>
              <a:avLst/>
              <a:gdLst>
                <a:gd name="connsiteX0" fmla="*/ 12846 w 152445"/>
                <a:gd name="connsiteY0" fmla="*/ 52357 h 52356"/>
                <a:gd name="connsiteX1" fmla="*/ 279 w 152445"/>
                <a:gd name="connsiteY1" fmla="*/ 42139 h 52356"/>
                <a:gd name="connsiteX2" fmla="*/ 10215 w 152445"/>
                <a:gd name="connsiteY2" fmla="*/ 26914 h 52356"/>
                <a:gd name="connsiteX3" fmla="*/ 136941 w 152445"/>
                <a:gd name="connsiteY3" fmla="*/ 279 h 52356"/>
                <a:gd name="connsiteX4" fmla="*/ 152166 w 152445"/>
                <a:gd name="connsiteY4" fmla="*/ 10215 h 52356"/>
                <a:gd name="connsiteX5" fmla="*/ 142231 w 152445"/>
                <a:gd name="connsiteY5" fmla="*/ 25439 h 52356"/>
                <a:gd name="connsiteX6" fmla="*/ 15504 w 152445"/>
                <a:gd name="connsiteY6" fmla="*/ 52074 h 52356"/>
                <a:gd name="connsiteX7" fmla="*/ 12846 w 152445"/>
                <a:gd name="connsiteY7" fmla="*/ 52357 h 5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6">
                  <a:moveTo>
                    <a:pt x="12846" y="52357"/>
                  </a:moveTo>
                  <a:cubicBezTo>
                    <a:pt x="6897" y="52357"/>
                    <a:pt x="1556" y="48199"/>
                    <a:pt x="279" y="42139"/>
                  </a:cubicBezTo>
                  <a:cubicBezTo>
                    <a:pt x="-1187" y="35186"/>
                    <a:pt x="3271" y="28371"/>
                    <a:pt x="10215" y="26914"/>
                  </a:cubicBezTo>
                  <a:lnTo>
                    <a:pt x="136941" y="279"/>
                  </a:lnTo>
                  <a:cubicBezTo>
                    <a:pt x="143894" y="-1187"/>
                    <a:pt x="150709" y="3271"/>
                    <a:pt x="152166" y="10215"/>
                  </a:cubicBezTo>
                  <a:cubicBezTo>
                    <a:pt x="153632" y="17167"/>
                    <a:pt x="149174" y="23982"/>
                    <a:pt x="142231" y="25439"/>
                  </a:cubicBezTo>
                  <a:lnTo>
                    <a:pt x="15504" y="52074"/>
                  </a:lnTo>
                  <a:cubicBezTo>
                    <a:pt x="14621" y="52271"/>
                    <a:pt x="13729" y="52357"/>
                    <a:pt x="12846" y="52357"/>
                  </a:cubicBezTo>
                  <a:close/>
                </a:path>
              </a:pathLst>
            </a:custGeom>
            <a:grpFill/>
            <a:ln w="8572" cap="flat">
              <a:noFill/>
              <a:prstDash val="solid"/>
              <a:miter/>
            </a:ln>
          </p:spPr>
          <p:txBody>
            <a:bodyPr rtlCol="0" anchor="ctr"/>
            <a:lstStyle/>
            <a:p>
              <a:endParaRPr lang="zh-CN" altLang="en-US"/>
            </a:p>
          </p:txBody>
        </p:sp>
        <p:sp>
          <p:nvSpPr>
            <p:cNvPr id="36" name="任意多边形: 形状 35">
              <a:extLst>
                <a:ext uri="{FF2B5EF4-FFF2-40B4-BE49-F238E27FC236}">
                  <a16:creationId xmlns:a16="http://schemas.microsoft.com/office/drawing/2014/main" id="{144AD1C8-2EFB-9787-06C2-02EB2807FDC5}"/>
                </a:ext>
              </a:extLst>
            </p:cNvPr>
            <p:cNvSpPr/>
            <p:nvPr/>
          </p:nvSpPr>
          <p:spPr>
            <a:xfrm>
              <a:off x="7185611" y="755306"/>
              <a:ext cx="152445" cy="52359"/>
            </a:xfrm>
            <a:custGeom>
              <a:avLst/>
              <a:gdLst>
                <a:gd name="connsiteX0" fmla="*/ 12846 w 152445"/>
                <a:gd name="connsiteY0" fmla="*/ 52360 h 52359"/>
                <a:gd name="connsiteX1" fmla="*/ 279 w 152445"/>
                <a:gd name="connsiteY1" fmla="*/ 42141 h 52359"/>
                <a:gd name="connsiteX2" fmla="*/ 10215 w 152445"/>
                <a:gd name="connsiteY2" fmla="*/ 26917 h 52359"/>
                <a:gd name="connsiteX3" fmla="*/ 136942 w 152445"/>
                <a:gd name="connsiteY3" fmla="*/ 282 h 52359"/>
                <a:gd name="connsiteX4" fmla="*/ 152167 w 152445"/>
                <a:gd name="connsiteY4" fmla="*/ 10217 h 52359"/>
                <a:gd name="connsiteX5" fmla="*/ 142231 w 152445"/>
                <a:gd name="connsiteY5" fmla="*/ 25442 h 52359"/>
                <a:gd name="connsiteX6" fmla="*/ 15504 w 152445"/>
                <a:gd name="connsiteY6" fmla="*/ 52077 h 52359"/>
                <a:gd name="connsiteX7" fmla="*/ 12846 w 152445"/>
                <a:gd name="connsiteY7" fmla="*/ 52360 h 5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9">
                  <a:moveTo>
                    <a:pt x="12846" y="52360"/>
                  </a:moveTo>
                  <a:cubicBezTo>
                    <a:pt x="6897" y="52360"/>
                    <a:pt x="1556" y="48202"/>
                    <a:pt x="279" y="42141"/>
                  </a:cubicBezTo>
                  <a:cubicBezTo>
                    <a:pt x="-1187" y="35189"/>
                    <a:pt x="3271" y="28374"/>
                    <a:pt x="10215" y="26917"/>
                  </a:cubicBezTo>
                  <a:lnTo>
                    <a:pt x="136942" y="282"/>
                  </a:lnTo>
                  <a:cubicBezTo>
                    <a:pt x="143911" y="-1193"/>
                    <a:pt x="150701" y="3265"/>
                    <a:pt x="152167" y="10217"/>
                  </a:cubicBezTo>
                  <a:cubicBezTo>
                    <a:pt x="153632" y="17170"/>
                    <a:pt x="149175" y="23985"/>
                    <a:pt x="142231" y="25442"/>
                  </a:cubicBezTo>
                  <a:lnTo>
                    <a:pt x="15504" y="52077"/>
                  </a:lnTo>
                  <a:cubicBezTo>
                    <a:pt x="14612" y="52266"/>
                    <a:pt x="13729" y="52360"/>
                    <a:pt x="12846" y="52360"/>
                  </a:cubicBez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6D0CBB14-59BA-0C8F-4B48-91A9FA8639D4}"/>
                </a:ext>
              </a:extLst>
            </p:cNvPr>
            <p:cNvSpPr/>
            <p:nvPr/>
          </p:nvSpPr>
          <p:spPr>
            <a:xfrm>
              <a:off x="7197373" y="811241"/>
              <a:ext cx="152445" cy="52352"/>
            </a:xfrm>
            <a:custGeom>
              <a:avLst/>
              <a:gdLst>
                <a:gd name="connsiteX0" fmla="*/ 12846 w 152445"/>
                <a:gd name="connsiteY0" fmla="*/ 52352 h 52352"/>
                <a:gd name="connsiteX1" fmla="*/ 279 w 152445"/>
                <a:gd name="connsiteY1" fmla="*/ 42134 h 52352"/>
                <a:gd name="connsiteX2" fmla="*/ 10215 w 152445"/>
                <a:gd name="connsiteY2" fmla="*/ 26909 h 52352"/>
                <a:gd name="connsiteX3" fmla="*/ 136942 w 152445"/>
                <a:gd name="connsiteY3" fmla="*/ 274 h 52352"/>
                <a:gd name="connsiteX4" fmla="*/ 152167 w 152445"/>
                <a:gd name="connsiteY4" fmla="*/ 10210 h 52352"/>
                <a:gd name="connsiteX5" fmla="*/ 142231 w 152445"/>
                <a:gd name="connsiteY5" fmla="*/ 25435 h 52352"/>
                <a:gd name="connsiteX6" fmla="*/ 15504 w 152445"/>
                <a:gd name="connsiteY6" fmla="*/ 52069 h 52352"/>
                <a:gd name="connsiteX7" fmla="*/ 12846 w 152445"/>
                <a:gd name="connsiteY7" fmla="*/ 52352 h 52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45" h="52352">
                  <a:moveTo>
                    <a:pt x="12846" y="52352"/>
                  </a:moveTo>
                  <a:cubicBezTo>
                    <a:pt x="6897" y="52352"/>
                    <a:pt x="1556" y="48195"/>
                    <a:pt x="279" y="42134"/>
                  </a:cubicBezTo>
                  <a:cubicBezTo>
                    <a:pt x="-1187" y="35182"/>
                    <a:pt x="3271" y="28366"/>
                    <a:pt x="10215" y="26909"/>
                  </a:cubicBezTo>
                  <a:lnTo>
                    <a:pt x="136942" y="274"/>
                  </a:lnTo>
                  <a:cubicBezTo>
                    <a:pt x="143911" y="-1174"/>
                    <a:pt x="150718" y="3258"/>
                    <a:pt x="152167" y="10210"/>
                  </a:cubicBezTo>
                  <a:cubicBezTo>
                    <a:pt x="153632" y="17162"/>
                    <a:pt x="149175" y="23977"/>
                    <a:pt x="142231" y="25435"/>
                  </a:cubicBezTo>
                  <a:lnTo>
                    <a:pt x="15504" y="52069"/>
                  </a:lnTo>
                  <a:cubicBezTo>
                    <a:pt x="14612" y="52258"/>
                    <a:pt x="13721" y="52352"/>
                    <a:pt x="12846" y="52352"/>
                  </a:cubicBezTo>
                  <a:close/>
                </a:path>
              </a:pathLst>
            </a:custGeom>
            <a:grpFill/>
            <a:ln w="8572" cap="flat">
              <a:noFill/>
              <a:prstDash val="solid"/>
              <a:miter/>
            </a:ln>
          </p:spPr>
          <p:txBody>
            <a:bodyPr rtlCol="0" anchor="ctr"/>
            <a:lstStyle/>
            <a:p>
              <a:endParaRPr lang="zh-CN" altLang="en-US"/>
            </a:p>
          </p:txBody>
        </p:sp>
      </p:grpSp>
      <p:sp>
        <p:nvSpPr>
          <p:cNvPr id="38" name="稿定-9">
            <a:extLst>
              <a:ext uri="{FF2B5EF4-FFF2-40B4-BE49-F238E27FC236}">
                <a16:creationId xmlns:a16="http://schemas.microsoft.com/office/drawing/2014/main" id="{60F5146F-9948-791D-BA3C-C87A3244AF15}"/>
              </a:ext>
            </a:extLst>
          </p:cNvPr>
          <p:cNvSpPr/>
          <p:nvPr/>
        </p:nvSpPr>
        <p:spPr>
          <a:xfrm flipH="1">
            <a:off x="5445422" y="3959625"/>
            <a:ext cx="1301156" cy="325987"/>
          </a:xfrm>
          <a:prstGeom prst="rect">
            <a:avLst/>
          </a:prstGeom>
          <a:effectLst/>
        </p:spPr>
        <p:txBody>
          <a:bodyPr wrap="square" lIns="0" tIns="0" rIns="0" bIns="0"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zh-CN" alt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输入标题文字</a:t>
            </a:r>
            <a:endParaRPr kumimoji="0" lang="en-US" sz="1600" i="0" u="none" strike="noStrike" kern="120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椭圆 39">
            <a:extLst>
              <a:ext uri="{FF2B5EF4-FFF2-40B4-BE49-F238E27FC236}">
                <a16:creationId xmlns:a16="http://schemas.microsoft.com/office/drawing/2014/main" id="{F324D67A-AD4D-015E-137B-27262BA79980}"/>
              </a:ext>
            </a:extLst>
          </p:cNvPr>
          <p:cNvSpPr/>
          <p:nvPr/>
        </p:nvSpPr>
        <p:spPr>
          <a:xfrm rot="16200000">
            <a:off x="4876272" y="2517828"/>
            <a:ext cx="2378291" cy="2378287"/>
          </a:xfrm>
          <a:prstGeom prst="ellipse">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99875407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Object 2" descr="preencoded.png">
            <a:extLst>
              <a:ext uri="{FF2B5EF4-FFF2-40B4-BE49-F238E27FC236}">
                <a16:creationId xmlns:a16="http://schemas.microsoft.com/office/drawing/2014/main" id="{848EC8F9-0A00-F145-AC40-78F2AA312487}"/>
              </a:ext>
            </a:extLst>
          </p:cNvPr>
          <p:cNvSpPr/>
          <p:nvPr/>
        </p:nvSpPr>
        <p:spPr>
          <a:xfrm>
            <a:off x="8263110" y="2413482"/>
            <a:ext cx="2876626" cy="160886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 4" descr="preencoded.png">
            <a:extLst>
              <a:ext uri="{FF2B5EF4-FFF2-40B4-BE49-F238E27FC236}">
                <a16:creationId xmlns:a16="http://schemas.microsoft.com/office/drawing/2014/main" id="{7E0CA1AB-0D12-3F44-902F-F1986D346478}"/>
              </a:ext>
            </a:extLst>
          </p:cNvPr>
          <p:cNvSpPr/>
          <p:nvPr/>
        </p:nvSpPr>
        <p:spPr>
          <a:xfrm>
            <a:off x="8263110" y="4278267"/>
            <a:ext cx="2876626" cy="1622048"/>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a:extLst>
              <a:ext uri="{FF2B5EF4-FFF2-40B4-BE49-F238E27FC236}">
                <a16:creationId xmlns:a16="http://schemas.microsoft.com/office/drawing/2014/main" id="{0386969B-0392-5442-9B95-2C13713CBC91}"/>
              </a:ext>
            </a:extLst>
          </p:cNvPr>
          <p:cNvSpPr/>
          <p:nvPr/>
        </p:nvSpPr>
        <p:spPr>
          <a:xfrm>
            <a:off x="2056196" y="4360767"/>
            <a:ext cx="1457048" cy="1457048"/>
          </a:xfrm>
          <a:prstGeom prst="ellipse">
            <a:avLst/>
          </a:prstGeom>
          <a:noFill/>
          <a:ln w="12700" cap="flat">
            <a:solidFill>
              <a:schemeClr val="accent1">
                <a:lumMod val="100000"/>
              </a:schemeClr>
            </a:solidFill>
            <a:prstDash val="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7115B162-7E7E-9C4A-9E2C-BD7C6ADEAFDD}"/>
              </a:ext>
            </a:extLst>
          </p:cNvPr>
          <p:cNvSpPr/>
          <p:nvPr/>
        </p:nvSpPr>
        <p:spPr>
          <a:xfrm>
            <a:off x="2180578" y="4485149"/>
            <a:ext cx="1208284" cy="1208284"/>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52DA1FCD-33DA-694C-A3DF-E3DB4657B4D3}"/>
              </a:ext>
            </a:extLst>
          </p:cNvPr>
          <p:cNvSpPr/>
          <p:nvPr/>
        </p:nvSpPr>
        <p:spPr>
          <a:xfrm>
            <a:off x="2056196" y="2489389"/>
            <a:ext cx="1457048" cy="1457048"/>
          </a:xfrm>
          <a:prstGeom prst="ellipse">
            <a:avLst/>
          </a:prstGeom>
          <a:noFill/>
          <a:ln w="12700" cap="flat">
            <a:solidFill>
              <a:schemeClr val="accent1">
                <a:lumMod val="100000"/>
              </a:schemeClr>
            </a:solidFill>
            <a:prstDash val="dash"/>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0B85940E-C76E-DC45-B445-C50DC901CCE7}"/>
              </a:ext>
            </a:extLst>
          </p:cNvPr>
          <p:cNvSpPr/>
          <p:nvPr/>
        </p:nvSpPr>
        <p:spPr>
          <a:xfrm>
            <a:off x="2180578" y="2613771"/>
            <a:ext cx="1208284" cy="1208284"/>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 2" descr="preencoded.png">
            <a:extLst>
              <a:ext uri="{FF2B5EF4-FFF2-40B4-BE49-F238E27FC236}">
                <a16:creationId xmlns:a16="http://schemas.microsoft.com/office/drawing/2014/main" id="{BD9CDDC2-60B9-1B4B-A309-1B32AD1AFC59}"/>
              </a:ext>
            </a:extLst>
          </p:cNvPr>
          <p:cNvSpPr/>
          <p:nvPr/>
        </p:nvSpPr>
        <p:spPr>
          <a:xfrm>
            <a:off x="4282214" y="2413482"/>
            <a:ext cx="2876626" cy="16088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 4" descr="preencoded.png">
            <a:extLst>
              <a:ext uri="{FF2B5EF4-FFF2-40B4-BE49-F238E27FC236}">
                <a16:creationId xmlns:a16="http://schemas.microsoft.com/office/drawing/2014/main" id="{00869635-7A0C-8644-BFFC-92E29DB5D18B}"/>
              </a:ext>
            </a:extLst>
          </p:cNvPr>
          <p:cNvSpPr/>
          <p:nvPr/>
        </p:nvSpPr>
        <p:spPr>
          <a:xfrm>
            <a:off x="4282214" y="4278267"/>
            <a:ext cx="2876626" cy="162204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59">
            <a:extLst>
              <a:ext uri="{FF2B5EF4-FFF2-40B4-BE49-F238E27FC236}">
                <a16:creationId xmlns:a16="http://schemas.microsoft.com/office/drawing/2014/main" id="{95D4BEA1-77F0-8344-87A3-F6E8C10A31F3}"/>
              </a:ext>
            </a:extLst>
          </p:cNvPr>
          <p:cNvSpPr/>
          <p:nvPr/>
        </p:nvSpPr>
        <p:spPr>
          <a:xfrm>
            <a:off x="4387861" y="2498274"/>
            <a:ext cx="2665332" cy="143927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60">
            <a:extLst>
              <a:ext uri="{FF2B5EF4-FFF2-40B4-BE49-F238E27FC236}">
                <a16:creationId xmlns:a16="http://schemas.microsoft.com/office/drawing/2014/main" id="{4DF3D2A6-CA61-3E4D-ACD4-E3B3C98AB3FD}"/>
              </a:ext>
            </a:extLst>
          </p:cNvPr>
          <p:cNvSpPr/>
          <p:nvPr/>
        </p:nvSpPr>
        <p:spPr>
          <a:xfrm>
            <a:off x="4387861" y="4369652"/>
            <a:ext cx="2665332" cy="143927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57">
            <a:extLst>
              <a:ext uri="{FF2B5EF4-FFF2-40B4-BE49-F238E27FC236}">
                <a16:creationId xmlns:a16="http://schemas.microsoft.com/office/drawing/2014/main" id="{1320D73A-BC9A-F940-9CCB-964BFD34DD6C}"/>
              </a:ext>
            </a:extLst>
          </p:cNvPr>
          <p:cNvSpPr/>
          <p:nvPr/>
        </p:nvSpPr>
        <p:spPr>
          <a:xfrm>
            <a:off x="8368757" y="2498274"/>
            <a:ext cx="2665332" cy="143927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58">
            <a:extLst>
              <a:ext uri="{FF2B5EF4-FFF2-40B4-BE49-F238E27FC236}">
                <a16:creationId xmlns:a16="http://schemas.microsoft.com/office/drawing/2014/main" id="{EFE47D21-F7F2-594F-BFC1-9B1285B375EF}"/>
              </a:ext>
            </a:extLst>
          </p:cNvPr>
          <p:cNvSpPr/>
          <p:nvPr/>
        </p:nvSpPr>
        <p:spPr>
          <a:xfrm>
            <a:off x="8368757" y="4369652"/>
            <a:ext cx="2665332" cy="143927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19">
            <a:extLst>
              <a:ext uri="{FF2B5EF4-FFF2-40B4-BE49-F238E27FC236}">
                <a16:creationId xmlns:a16="http://schemas.microsoft.com/office/drawing/2014/main" id="{F9E5B883-212F-7B46-A06E-4FC722341954}"/>
              </a:ext>
            </a:extLst>
          </p:cNvPr>
          <p:cNvSpPr/>
          <p:nvPr/>
        </p:nvSpPr>
        <p:spPr>
          <a:xfrm>
            <a:off x="8835739" y="2673052"/>
            <a:ext cx="2409644" cy="1089722"/>
          </a:xfrm>
          <a:prstGeom prst="rect">
            <a:avLst/>
          </a:prstGeom>
          <a:noFill/>
        </p:spPr>
        <p:txBody>
          <a:bodyPr wrap="square" lIns="0" tIns="0" rIns="0" bIns="0" rtlCol="0" anchor="t">
            <a:spAutoFit/>
          </a:bodyPr>
          <a:lstStyle/>
          <a:p>
            <a:pPr algn="ctr">
              <a:lnSpc>
                <a:spcPts val="2900"/>
              </a:lnSpc>
            </a:pP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相关推荐，</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引导发现</a:t>
            </a:r>
            <a:r>
              <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权益激励，</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引导决策</a:t>
            </a:r>
            <a:r>
              <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情感输出，</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引导操作</a:t>
            </a:r>
            <a:endPar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0">
            <a:extLst>
              <a:ext uri="{FF2B5EF4-FFF2-40B4-BE49-F238E27FC236}">
                <a16:creationId xmlns:a16="http://schemas.microsoft.com/office/drawing/2014/main" id="{515FA2F7-EA9D-9848-9665-E4B6A5A65647}"/>
              </a:ext>
            </a:extLst>
          </p:cNvPr>
          <p:cNvSpPr/>
          <p:nvPr/>
        </p:nvSpPr>
        <p:spPr>
          <a:xfrm>
            <a:off x="8835739" y="4730379"/>
            <a:ext cx="2409644" cy="717825"/>
          </a:xfrm>
          <a:prstGeom prst="rect">
            <a:avLst/>
          </a:prstGeom>
          <a:noFill/>
        </p:spPr>
        <p:txBody>
          <a:bodyPr wrap="square" lIns="0" tIns="0" rIns="0" bIns="0" rtlCol="0" anchor="ctr">
            <a:spAutoFit/>
          </a:bodyPr>
          <a:lstStyle/>
          <a:p>
            <a:pPr algn="ctr">
              <a:lnSpc>
                <a:spcPts val="2900"/>
              </a:lnSpc>
            </a:pP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推荐目标，</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引导找到</a:t>
            </a:r>
            <a:r>
              <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sz="1200" kern="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操作提示，</a:t>
            </a:r>
            <a:r>
              <a:rPr lang="en-US" sz="1200" kern="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引导完成</a:t>
            </a:r>
            <a:endParaRPr 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1">
            <a:extLst>
              <a:ext uri="{FF2B5EF4-FFF2-40B4-BE49-F238E27FC236}">
                <a16:creationId xmlns:a16="http://schemas.microsoft.com/office/drawing/2014/main" id="{631A11B8-F500-4A4A-940C-F823601E3BB6}"/>
              </a:ext>
            </a:extLst>
          </p:cNvPr>
          <p:cNvSpPr/>
          <p:nvPr/>
        </p:nvSpPr>
        <p:spPr>
          <a:xfrm>
            <a:off x="5120828" y="2957130"/>
            <a:ext cx="1199399" cy="276999"/>
          </a:xfrm>
          <a:prstGeom prst="rect">
            <a:avLst/>
          </a:prstGeom>
          <a:noFill/>
        </p:spPr>
        <p:txBody>
          <a:bodyPr wrap="square" lIns="0" tIns="0" rIns="0" bIns="0" rtlCol="0" anchor="t">
            <a:spAutoFit/>
          </a:bodyPr>
          <a:lstStyle/>
          <a:p>
            <a:pPr algn="ctr"/>
            <a:r>
              <a:rPr lang="en-US" kern="0"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积极心智</a:t>
            </a:r>
            <a:endParaRPr lang="en-US"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 name="Object23">
            <a:extLst>
              <a:ext uri="{FF2B5EF4-FFF2-40B4-BE49-F238E27FC236}">
                <a16:creationId xmlns:a16="http://schemas.microsoft.com/office/drawing/2014/main" id="{23640D82-DD2F-2447-95F8-5859A82102C3}"/>
              </a:ext>
            </a:extLst>
          </p:cNvPr>
          <p:cNvSpPr/>
          <p:nvPr/>
        </p:nvSpPr>
        <p:spPr>
          <a:xfrm>
            <a:off x="4800988" y="3294030"/>
            <a:ext cx="1839079" cy="184666"/>
          </a:xfrm>
          <a:prstGeom prst="rect">
            <a:avLst/>
          </a:prstGeom>
          <a:noFill/>
        </p:spPr>
        <p:txBody>
          <a:bodyPr wrap="square" lIns="0" tIns="0" rIns="0" bIns="0" rtlCol="0" anchor="t">
            <a:spAutoFit/>
          </a:bodyPr>
          <a:lstStyle/>
          <a:p>
            <a:pPr algn="ctr"/>
            <a:r>
              <a:rPr lang="en-US" sz="1200" kern="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感兴趣、喜欢但犹豫、关注</a:t>
            </a:r>
            <a:endParaRPr lang="en-US" sz="1200" kern="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2">
            <a:extLst>
              <a:ext uri="{FF2B5EF4-FFF2-40B4-BE49-F238E27FC236}">
                <a16:creationId xmlns:a16="http://schemas.microsoft.com/office/drawing/2014/main" id="{93671E5B-7C9E-BD4B-BA35-FD5D38504F9A}"/>
              </a:ext>
            </a:extLst>
          </p:cNvPr>
          <p:cNvSpPr/>
          <p:nvPr/>
        </p:nvSpPr>
        <p:spPr>
          <a:xfrm>
            <a:off x="5120828" y="4842332"/>
            <a:ext cx="1199399" cy="276999"/>
          </a:xfrm>
          <a:prstGeom prst="rect">
            <a:avLst/>
          </a:prstGeom>
          <a:noFill/>
        </p:spPr>
        <p:txBody>
          <a:bodyPr wrap="square" lIns="0" tIns="0" rIns="0" bIns="0" rtlCol="0" anchor="t">
            <a:spAutoFit/>
          </a:bodyPr>
          <a:lstStyle/>
          <a:p>
            <a:pPr algn="ctr"/>
            <a:r>
              <a:rPr lang="en-US" kern="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消极心智</a:t>
            </a:r>
            <a:endParaRPr lang="en-US"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5" name="Object24">
            <a:extLst>
              <a:ext uri="{FF2B5EF4-FFF2-40B4-BE49-F238E27FC236}">
                <a16:creationId xmlns:a16="http://schemas.microsoft.com/office/drawing/2014/main" id="{261D48AA-4AF3-114E-A92D-32C004A59E43}"/>
              </a:ext>
            </a:extLst>
          </p:cNvPr>
          <p:cNvSpPr/>
          <p:nvPr/>
        </p:nvSpPr>
        <p:spPr>
          <a:xfrm>
            <a:off x="4800988" y="5151585"/>
            <a:ext cx="1839079" cy="184666"/>
          </a:xfrm>
          <a:prstGeom prst="rect">
            <a:avLst/>
          </a:prstGeom>
          <a:noFill/>
        </p:spPr>
        <p:txBody>
          <a:bodyPr wrap="square" lIns="0" tIns="0" rIns="0" bIns="0" rtlCol="0" anchor="t">
            <a:spAutoFit/>
          </a:bodyPr>
          <a:lstStyle/>
          <a:p>
            <a:pPr algn="ctr"/>
            <a:r>
              <a:rPr lang="en-US" sz="1200" kern="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找不到、如何操作、不喜欢</a:t>
            </a:r>
            <a:endParaRPr lang="en-US" sz="1200" kern="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25">
            <a:extLst>
              <a:ext uri="{FF2B5EF4-FFF2-40B4-BE49-F238E27FC236}">
                <a16:creationId xmlns:a16="http://schemas.microsoft.com/office/drawing/2014/main" id="{8136EE69-ADE6-BD4E-B1D0-AC8919952623}"/>
              </a:ext>
            </a:extLst>
          </p:cNvPr>
          <p:cNvSpPr/>
          <p:nvPr/>
        </p:nvSpPr>
        <p:spPr>
          <a:xfrm>
            <a:off x="2451554" y="2975418"/>
            <a:ext cx="666333" cy="276999"/>
          </a:xfrm>
          <a:prstGeom prst="rect">
            <a:avLst/>
          </a:prstGeom>
          <a:noFill/>
        </p:spPr>
        <p:txBody>
          <a:bodyPr wrap="square" lIns="0" tIns="0" rIns="0" bIns="0" rtlCol="0" anchor="t">
            <a:spAutoFit/>
          </a:bodyPr>
          <a:lstStyle/>
          <a:p>
            <a:pPr algn="ctr"/>
            <a:r>
              <a:rPr lang="en-US" kern="0" dirty="0" err="1">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行为</a:t>
            </a:r>
            <a:endParaRPr lang="en-US" kern="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Object27">
            <a:extLst>
              <a:ext uri="{FF2B5EF4-FFF2-40B4-BE49-F238E27FC236}">
                <a16:creationId xmlns:a16="http://schemas.microsoft.com/office/drawing/2014/main" id="{8D4FE2C4-4835-4D41-B695-28102B0AC47F}"/>
              </a:ext>
            </a:extLst>
          </p:cNvPr>
          <p:cNvSpPr/>
          <p:nvPr/>
        </p:nvSpPr>
        <p:spPr>
          <a:xfrm>
            <a:off x="2404910" y="3184949"/>
            <a:ext cx="759620" cy="275460"/>
          </a:xfrm>
          <a:prstGeom prst="rect">
            <a:avLst/>
          </a:prstGeom>
          <a:noFill/>
        </p:spPr>
        <p:txBody>
          <a:bodyPr wrap="square" lIns="0" tIns="0" rIns="0" bIns="0" rtlCol="0" anchor="t">
            <a:spAutoFit/>
          </a:bodyPr>
          <a:lstStyle/>
          <a:p>
            <a:pPr algn="ctr">
              <a:lnSpc>
                <a:spcPts val="2400"/>
              </a:lnSpc>
            </a:pPr>
            <a:r>
              <a:rPr lang="en-US" sz="1000" kern="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BEHAVIOR</a:t>
            </a:r>
            <a:endParaRPr lang="en-US" sz="1000" kern="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6">
            <a:extLst>
              <a:ext uri="{FF2B5EF4-FFF2-40B4-BE49-F238E27FC236}">
                <a16:creationId xmlns:a16="http://schemas.microsoft.com/office/drawing/2014/main" id="{FF577053-AFCE-DC44-816A-7FDF62BAC1F0}"/>
              </a:ext>
            </a:extLst>
          </p:cNvPr>
          <p:cNvSpPr/>
          <p:nvPr/>
        </p:nvSpPr>
        <p:spPr>
          <a:xfrm>
            <a:off x="2451554" y="4849188"/>
            <a:ext cx="666333" cy="276999"/>
          </a:xfrm>
          <a:prstGeom prst="rect">
            <a:avLst/>
          </a:prstGeom>
          <a:noFill/>
        </p:spPr>
        <p:txBody>
          <a:bodyPr wrap="square" lIns="0" tIns="0" rIns="0" bIns="0" rtlCol="0" anchor="t">
            <a:spAutoFit/>
          </a:bodyPr>
          <a:lstStyle/>
          <a:p>
            <a:pPr algn="ctr"/>
            <a:r>
              <a:rPr lang="en-US" kern="0" dirty="0" err="1">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程度</a:t>
            </a:r>
            <a:endParaRPr lang="en-US" kern="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1" name="Object28">
            <a:extLst>
              <a:ext uri="{FF2B5EF4-FFF2-40B4-BE49-F238E27FC236}">
                <a16:creationId xmlns:a16="http://schemas.microsoft.com/office/drawing/2014/main" id="{1FA0A2B9-DC0F-BF44-AB22-375A2EC08EA6}"/>
              </a:ext>
            </a:extLst>
          </p:cNvPr>
          <p:cNvSpPr/>
          <p:nvPr/>
        </p:nvSpPr>
        <p:spPr>
          <a:xfrm>
            <a:off x="2404910" y="5053934"/>
            <a:ext cx="759620" cy="275460"/>
          </a:xfrm>
          <a:prstGeom prst="rect">
            <a:avLst/>
          </a:prstGeom>
          <a:noFill/>
        </p:spPr>
        <p:txBody>
          <a:bodyPr wrap="square" lIns="0" tIns="0" rIns="0" bIns="0" rtlCol="0" anchor="t">
            <a:spAutoFit/>
          </a:bodyPr>
          <a:lstStyle/>
          <a:p>
            <a:pPr algn="ctr">
              <a:lnSpc>
                <a:spcPts val="2400"/>
              </a:lnSpc>
            </a:pPr>
            <a:r>
              <a:rPr lang="en-US" sz="1000" kern="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DEGREE</a:t>
            </a:r>
            <a:endParaRPr lang="en-US" sz="1000" kern="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29">
            <a:extLst>
              <a:ext uri="{FF2B5EF4-FFF2-40B4-BE49-F238E27FC236}">
                <a16:creationId xmlns:a16="http://schemas.microsoft.com/office/drawing/2014/main" id="{9262AB52-3F86-6245-97AB-5EEF3DB5F9CA}"/>
              </a:ext>
            </a:extLst>
          </p:cNvPr>
          <p:cNvSpPr/>
          <p:nvPr/>
        </p:nvSpPr>
        <p:spPr>
          <a:xfrm>
            <a:off x="2291634" y="1940859"/>
            <a:ext cx="986173" cy="184666"/>
          </a:xfrm>
          <a:prstGeom prst="rect">
            <a:avLst/>
          </a:prstGeom>
          <a:ln w="12700">
            <a:miter lim="400000"/>
          </a:ln>
        </p:spPr>
        <p:txBody>
          <a:bodyPr wrap="none" lIns="25400" tIns="25400" rIns="25400" bIns="25400" anchor="ctr">
            <a:noAutofit/>
          </a:bodyPr>
          <a:lstStyle/>
          <a:p>
            <a:pPr algn="ctr" defTabSz="1219169" hangingPunct="0"/>
            <a:r>
              <a:rPr lang="en-US" altLang="zh-CN"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1</a:t>
            </a:r>
            <a:r>
              <a:rPr lang="zh-CN" alt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行为分析</a:t>
            </a:r>
            <a:endParaRPr 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任意多边形: 形状 45">
            <a:extLst>
              <a:ext uri="{FF2B5EF4-FFF2-40B4-BE49-F238E27FC236}">
                <a16:creationId xmlns:a16="http://schemas.microsoft.com/office/drawing/2014/main" id="{2E20534D-1B29-CC4E-B3B8-898D02445AEC}"/>
              </a:ext>
            </a:extLst>
          </p:cNvPr>
          <p:cNvSpPr/>
          <p:nvPr/>
        </p:nvSpPr>
        <p:spPr>
          <a:xfrm>
            <a:off x="7444504" y="2968060"/>
            <a:ext cx="526709" cy="499707"/>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9000">
                <a:schemeClr val="accent1">
                  <a:lumMod val="75000"/>
                </a:schemeClr>
              </a:gs>
              <a:gs pos="93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48">
            <a:extLst>
              <a:ext uri="{FF2B5EF4-FFF2-40B4-BE49-F238E27FC236}">
                <a16:creationId xmlns:a16="http://schemas.microsoft.com/office/drawing/2014/main" id="{19ACDCFB-F503-F640-B546-A66301BCF3B7}"/>
              </a:ext>
            </a:extLst>
          </p:cNvPr>
          <p:cNvSpPr/>
          <p:nvPr/>
        </p:nvSpPr>
        <p:spPr>
          <a:xfrm>
            <a:off x="7444498" y="4839438"/>
            <a:ext cx="526714" cy="499707"/>
          </a:xfrm>
          <a:custGeom>
            <a:avLst/>
            <a:gdLst>
              <a:gd name="connsiteX0" fmla="*/ 752920 w 752919"/>
              <a:gd name="connsiteY0" fmla="*/ 552529 h 714313"/>
              <a:gd name="connsiteX1" fmla="*/ 752920 w 752919"/>
              <a:gd name="connsiteY1" fmla="*/ 161826 h 714313"/>
              <a:gd name="connsiteX2" fmla="*/ 564676 w 752919"/>
              <a:gd name="connsiteY2" fmla="*/ 161826 h 714313"/>
              <a:gd name="connsiteX3" fmla="*/ 564676 w 752919"/>
              <a:gd name="connsiteY3" fmla="*/ 0 h 714313"/>
              <a:gd name="connsiteX4" fmla="*/ 0 w 752919"/>
              <a:gd name="connsiteY4" fmla="*/ 357156 h 714313"/>
              <a:gd name="connsiteX5" fmla="*/ 564676 w 752919"/>
              <a:gd name="connsiteY5" fmla="*/ 714313 h 714313"/>
              <a:gd name="connsiteX6" fmla="*/ 564676 w 752919"/>
              <a:gd name="connsiteY6" fmla="*/ 552529 h 714313"/>
              <a:gd name="connsiteX7" fmla="*/ 752920 w 752919"/>
              <a:gd name="connsiteY7" fmla="*/ 55252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9" h="714313">
                <a:moveTo>
                  <a:pt x="752920" y="552529"/>
                </a:moveTo>
                <a:lnTo>
                  <a:pt x="752920" y="161826"/>
                </a:lnTo>
                <a:lnTo>
                  <a:pt x="564676" y="161826"/>
                </a:lnTo>
                <a:lnTo>
                  <a:pt x="564676" y="0"/>
                </a:lnTo>
                <a:lnTo>
                  <a:pt x="0" y="357156"/>
                </a:lnTo>
                <a:lnTo>
                  <a:pt x="564676" y="714313"/>
                </a:lnTo>
                <a:lnTo>
                  <a:pt x="564676" y="552529"/>
                </a:lnTo>
                <a:lnTo>
                  <a:pt x="752920" y="552529"/>
                </a:lnTo>
                <a:close/>
              </a:path>
            </a:pathLst>
          </a:custGeom>
          <a:gradFill flip="none" rotWithShape="1">
            <a:gsLst>
              <a:gs pos="9000">
                <a:schemeClr val="accent1">
                  <a:lumMod val="75000"/>
                </a:schemeClr>
              </a:gs>
              <a:gs pos="93000">
                <a:schemeClr val="accent1">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1" name="直接连接符 64">
            <a:extLst>
              <a:ext uri="{FF2B5EF4-FFF2-40B4-BE49-F238E27FC236}">
                <a16:creationId xmlns:a16="http://schemas.microsoft.com/office/drawing/2014/main" id="{8CB66829-3C82-1A4A-8B63-6476CA19C04B}"/>
              </a:ext>
            </a:extLst>
          </p:cNvPr>
          <p:cNvCxnSpPr>
            <a:cxnSpLocks/>
          </p:cNvCxnSpPr>
          <p:nvPr/>
        </p:nvCxnSpPr>
        <p:spPr>
          <a:xfrm>
            <a:off x="3509752" y="3217913"/>
            <a:ext cx="788794" cy="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接连接符 65">
            <a:extLst>
              <a:ext uri="{FF2B5EF4-FFF2-40B4-BE49-F238E27FC236}">
                <a16:creationId xmlns:a16="http://schemas.microsoft.com/office/drawing/2014/main" id="{4F5475BC-CEE8-3048-B1F7-61815104A9D1}"/>
              </a:ext>
            </a:extLst>
          </p:cNvPr>
          <p:cNvCxnSpPr>
            <a:cxnSpLocks/>
          </p:cNvCxnSpPr>
          <p:nvPr/>
        </p:nvCxnSpPr>
        <p:spPr>
          <a:xfrm>
            <a:off x="3509752" y="5089291"/>
            <a:ext cx="788794" cy="0"/>
          </a:xfrm>
          <a:prstGeom prst="line">
            <a:avLst/>
          </a:prstGeom>
          <a:ln w="12700">
            <a:solidFill>
              <a:schemeClr val="dk1"/>
            </a:solidFill>
            <a:prstDash val="dash"/>
          </a:ln>
        </p:spPr>
        <p:style>
          <a:lnRef idx="1">
            <a:schemeClr val="accent1"/>
          </a:lnRef>
          <a:fillRef idx="0">
            <a:schemeClr val="accent1"/>
          </a:fillRef>
          <a:effectRef idx="0">
            <a:schemeClr val="accent1"/>
          </a:effectRef>
          <a:fontRef idx="minor">
            <a:schemeClr val="tx1"/>
          </a:fontRef>
        </p:style>
      </p:cxnSp>
      <p:sp>
        <p:nvSpPr>
          <p:cNvPr id="43" name="弧形 72">
            <a:extLst>
              <a:ext uri="{FF2B5EF4-FFF2-40B4-BE49-F238E27FC236}">
                <a16:creationId xmlns:a16="http://schemas.microsoft.com/office/drawing/2014/main" id="{8C4275F8-51AE-2E4E-ADAE-7C8A6A4D0FC2}"/>
              </a:ext>
            </a:extLst>
          </p:cNvPr>
          <p:cNvSpPr/>
          <p:nvPr/>
        </p:nvSpPr>
        <p:spPr>
          <a:xfrm rot="10800000">
            <a:off x="1052265" y="3217912"/>
            <a:ext cx="1813618" cy="1871378"/>
          </a:xfrm>
          <a:prstGeom prst="arc">
            <a:avLst>
              <a:gd name="adj1" fmla="val 16200000"/>
              <a:gd name="adj2" fmla="val 5439561"/>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29">
            <a:extLst>
              <a:ext uri="{FF2B5EF4-FFF2-40B4-BE49-F238E27FC236}">
                <a16:creationId xmlns:a16="http://schemas.microsoft.com/office/drawing/2014/main" id="{7C0FACBC-C473-3041-AFB0-2CE6F9E4BF2A}"/>
              </a:ext>
            </a:extLst>
          </p:cNvPr>
          <p:cNvSpPr/>
          <p:nvPr/>
        </p:nvSpPr>
        <p:spPr>
          <a:xfrm>
            <a:off x="4571376" y="1884498"/>
            <a:ext cx="2298302" cy="297389"/>
          </a:xfrm>
          <a:prstGeom prst="rect">
            <a:avLst/>
          </a:prstGeom>
          <a:ln w="12700">
            <a:miter lim="400000"/>
          </a:ln>
        </p:spPr>
        <p:txBody>
          <a:bodyPr wrap="none" lIns="25400" tIns="25400" rIns="25400" bIns="25400" anchor="ctr">
            <a:noAutofit/>
          </a:bodyPr>
          <a:lstStyle/>
          <a:p>
            <a:pPr algn="ctr" defTabSz="1219169" hangingPunct="0"/>
            <a:r>
              <a:rPr lang="en-US" altLang="zh-CN"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a:t>
            </a:r>
            <a:r>
              <a:rPr lang="zh-CN" alt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判断用户心智或需求</a:t>
            </a:r>
          </a:p>
        </p:txBody>
      </p:sp>
      <p:sp>
        <p:nvSpPr>
          <p:cNvPr id="46" name="Object29">
            <a:extLst>
              <a:ext uri="{FF2B5EF4-FFF2-40B4-BE49-F238E27FC236}">
                <a16:creationId xmlns:a16="http://schemas.microsoft.com/office/drawing/2014/main" id="{203A7762-9D1A-CE49-A897-00F8C70A07D8}"/>
              </a:ext>
            </a:extLst>
          </p:cNvPr>
          <p:cNvSpPr/>
          <p:nvPr/>
        </p:nvSpPr>
        <p:spPr>
          <a:xfrm>
            <a:off x="8552272" y="1884498"/>
            <a:ext cx="2298302" cy="297389"/>
          </a:xfrm>
          <a:prstGeom prst="rect">
            <a:avLst/>
          </a:prstGeom>
          <a:ln w="12700">
            <a:miter lim="400000"/>
          </a:ln>
        </p:spPr>
        <p:txBody>
          <a:bodyPr wrap="none" lIns="25400" tIns="25400" rIns="25400" bIns="25400" anchor="ctr">
            <a:noAutofit/>
          </a:bodyPr>
          <a:lstStyle/>
          <a:p>
            <a:pPr algn="ctr" defTabSz="1219169" hangingPunct="0"/>
            <a:r>
              <a:rPr lang="en-US" altLang="zh-CN"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3</a:t>
            </a:r>
            <a:r>
              <a:rPr lang="zh-CN" altLang="en-US" sz="1600" kern="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提供相应引导</a:t>
            </a:r>
          </a:p>
        </p:txBody>
      </p:sp>
      <p:grpSp>
        <p:nvGrpSpPr>
          <p:cNvPr id="2" name="组合 1">
            <a:extLst>
              <a:ext uri="{FF2B5EF4-FFF2-40B4-BE49-F238E27FC236}">
                <a16:creationId xmlns:a16="http://schemas.microsoft.com/office/drawing/2014/main" id="{6CB6AC7C-1E19-9BE1-07FB-AEAAE3F8CBFE}"/>
              </a:ext>
            </a:extLst>
          </p:cNvPr>
          <p:cNvGrpSpPr/>
          <p:nvPr/>
        </p:nvGrpSpPr>
        <p:grpSpPr>
          <a:xfrm>
            <a:off x="8577238" y="2925041"/>
            <a:ext cx="618176" cy="618176"/>
            <a:chOff x="1165523" y="-209359"/>
            <a:chExt cx="618176" cy="618176"/>
          </a:xfrm>
        </p:grpSpPr>
        <p:sp>
          <p:nvSpPr>
            <p:cNvPr id="3" name="椭圆 2">
              <a:extLst>
                <a:ext uri="{FF2B5EF4-FFF2-40B4-BE49-F238E27FC236}">
                  <a16:creationId xmlns:a16="http://schemas.microsoft.com/office/drawing/2014/main" id="{444ED9DE-DAF7-FCA7-1668-85D04F21C9F6}"/>
                </a:ext>
              </a:extLst>
            </p:cNvPr>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 name="图形 2">
              <a:extLst>
                <a:ext uri="{FF2B5EF4-FFF2-40B4-BE49-F238E27FC236}">
                  <a16:creationId xmlns:a16="http://schemas.microsoft.com/office/drawing/2014/main" id="{A8549312-F59B-BC37-3B69-8988627F20A7}"/>
                </a:ext>
              </a:extLst>
            </p:cNvPr>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16" name="任意多边形: 形状 15">
                <a:extLst>
                  <a:ext uri="{FF2B5EF4-FFF2-40B4-BE49-F238E27FC236}">
                    <a16:creationId xmlns:a16="http://schemas.microsoft.com/office/drawing/2014/main" id="{FEEEC2DE-6C50-6BBA-2FC6-66FDE033A5A5}"/>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7" name="任意多边形: 形状 16">
                <a:extLst>
                  <a:ext uri="{FF2B5EF4-FFF2-40B4-BE49-F238E27FC236}">
                    <a16:creationId xmlns:a16="http://schemas.microsoft.com/office/drawing/2014/main" id="{5BBE4AE9-D34A-86C6-6CAD-6A557E7A2F66}"/>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B835EF4A-DC73-D448-23D4-4E6687F9D1D2}"/>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3" name="图形 2">
                <a:extLst>
                  <a:ext uri="{FF2B5EF4-FFF2-40B4-BE49-F238E27FC236}">
                    <a16:creationId xmlns:a16="http://schemas.microsoft.com/office/drawing/2014/main" id="{E1E77841-C400-13CA-730F-6912A122C64F}"/>
                  </a:ext>
                </a:extLst>
              </p:cNvPr>
              <p:cNvGrpSpPr/>
              <p:nvPr/>
            </p:nvGrpSpPr>
            <p:grpSpPr>
              <a:xfrm>
                <a:off x="3318475" y="356830"/>
                <a:ext cx="411548" cy="147447"/>
                <a:chOff x="3318475" y="356830"/>
                <a:chExt cx="411548" cy="147447"/>
              </a:xfrm>
              <a:grpFill/>
            </p:grpSpPr>
            <p:sp>
              <p:nvSpPr>
                <p:cNvPr id="26" name="任意多边形: 形状 25">
                  <a:extLst>
                    <a:ext uri="{FF2B5EF4-FFF2-40B4-BE49-F238E27FC236}">
                      <a16:creationId xmlns:a16="http://schemas.microsoft.com/office/drawing/2014/main" id="{F6A1CCB4-B0A2-8249-09C4-68F8EE467C1F}"/>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BD2DEDE2-95DA-A9CD-8AF8-F332E392C565}"/>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33" name="组合 32">
            <a:extLst>
              <a:ext uri="{FF2B5EF4-FFF2-40B4-BE49-F238E27FC236}">
                <a16:creationId xmlns:a16="http://schemas.microsoft.com/office/drawing/2014/main" id="{81BD3D13-12DE-BF1E-093A-64118B5DDE85}"/>
              </a:ext>
            </a:extLst>
          </p:cNvPr>
          <p:cNvGrpSpPr/>
          <p:nvPr/>
        </p:nvGrpSpPr>
        <p:grpSpPr>
          <a:xfrm>
            <a:off x="8577238" y="4810243"/>
            <a:ext cx="618176" cy="618176"/>
            <a:chOff x="4688995" y="-209359"/>
            <a:chExt cx="618176" cy="618176"/>
          </a:xfrm>
        </p:grpSpPr>
        <p:sp>
          <p:nvSpPr>
            <p:cNvPr id="34" name="椭圆 33">
              <a:extLst>
                <a:ext uri="{FF2B5EF4-FFF2-40B4-BE49-F238E27FC236}">
                  <a16:creationId xmlns:a16="http://schemas.microsoft.com/office/drawing/2014/main" id="{29405A5E-9129-289F-3402-849B7EF4B2B4}"/>
                </a:ext>
              </a:extLst>
            </p:cNvPr>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35" name="图形 2">
              <a:extLst>
                <a:ext uri="{FF2B5EF4-FFF2-40B4-BE49-F238E27FC236}">
                  <a16:creationId xmlns:a16="http://schemas.microsoft.com/office/drawing/2014/main" id="{BA708F3C-1743-E885-52FD-35E1D1D51690}"/>
                </a:ext>
              </a:extLst>
            </p:cNvPr>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6" name="图形 2">
                <a:extLst>
                  <a:ext uri="{FF2B5EF4-FFF2-40B4-BE49-F238E27FC236}">
                    <a16:creationId xmlns:a16="http://schemas.microsoft.com/office/drawing/2014/main" id="{BEF08ECE-B3FD-BDE1-A730-B635A0652478}"/>
                  </a:ext>
                </a:extLst>
              </p:cNvPr>
              <p:cNvGrpSpPr/>
              <p:nvPr/>
            </p:nvGrpSpPr>
            <p:grpSpPr>
              <a:xfrm>
                <a:off x="8040885" y="2227778"/>
                <a:ext cx="850117" cy="687943"/>
                <a:chOff x="8040885" y="2227778"/>
                <a:chExt cx="850117" cy="687943"/>
              </a:xfrm>
              <a:grpFill/>
            </p:grpSpPr>
            <p:sp>
              <p:nvSpPr>
                <p:cNvPr id="44" name="任意多边形: 形状 43">
                  <a:extLst>
                    <a:ext uri="{FF2B5EF4-FFF2-40B4-BE49-F238E27FC236}">
                      <a16:creationId xmlns:a16="http://schemas.microsoft.com/office/drawing/2014/main" id="{CBE62EEE-02DC-55A8-35B8-7F8FADF3BD78}"/>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47" name="图形 2">
                  <a:extLst>
                    <a:ext uri="{FF2B5EF4-FFF2-40B4-BE49-F238E27FC236}">
                      <a16:creationId xmlns:a16="http://schemas.microsoft.com/office/drawing/2014/main" id="{EB274557-77B7-A12F-231B-7236AD89B1B6}"/>
                    </a:ext>
                  </a:extLst>
                </p:cNvPr>
                <p:cNvGrpSpPr/>
                <p:nvPr/>
              </p:nvGrpSpPr>
              <p:grpSpPr>
                <a:xfrm>
                  <a:off x="8058228" y="2720817"/>
                  <a:ext cx="815424" cy="87465"/>
                  <a:chOff x="8058228" y="2720817"/>
                  <a:chExt cx="815424" cy="87465"/>
                </a:xfrm>
                <a:grpFill/>
              </p:grpSpPr>
              <p:sp>
                <p:nvSpPr>
                  <p:cNvPr id="52" name="任意多边形: 形状 51">
                    <a:extLst>
                      <a:ext uri="{FF2B5EF4-FFF2-40B4-BE49-F238E27FC236}">
                        <a16:creationId xmlns:a16="http://schemas.microsoft.com/office/drawing/2014/main" id="{4F43F867-8A69-B12A-7072-E5BFDD48783E}"/>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3" name="任意多边形: 形状 52">
                    <a:extLst>
                      <a:ext uri="{FF2B5EF4-FFF2-40B4-BE49-F238E27FC236}">
                        <a16:creationId xmlns:a16="http://schemas.microsoft.com/office/drawing/2014/main" id="{318D682F-0A8A-09B7-8F5D-53489743C3CF}"/>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8" name="图形 2">
                  <a:extLst>
                    <a:ext uri="{FF2B5EF4-FFF2-40B4-BE49-F238E27FC236}">
                      <a16:creationId xmlns:a16="http://schemas.microsoft.com/office/drawing/2014/main" id="{485C687E-06BB-6F20-E360-329ADB8EC1FA}"/>
                    </a:ext>
                  </a:extLst>
                </p:cNvPr>
                <p:cNvGrpSpPr/>
                <p:nvPr/>
              </p:nvGrpSpPr>
              <p:grpSpPr>
                <a:xfrm>
                  <a:off x="8375359" y="2800112"/>
                  <a:ext cx="181153" cy="98266"/>
                  <a:chOff x="8375359" y="2800112"/>
                  <a:chExt cx="181153" cy="98266"/>
                </a:xfrm>
                <a:grpFill/>
              </p:grpSpPr>
              <p:sp>
                <p:nvSpPr>
                  <p:cNvPr id="50" name="任意多边形: 形状 49">
                    <a:extLst>
                      <a:ext uri="{FF2B5EF4-FFF2-40B4-BE49-F238E27FC236}">
                        <a16:creationId xmlns:a16="http://schemas.microsoft.com/office/drawing/2014/main" id="{DC5DB611-E02C-F305-41BA-359740458FA3}"/>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1" name="任意多边形: 形状 50">
                    <a:extLst>
                      <a:ext uri="{FF2B5EF4-FFF2-40B4-BE49-F238E27FC236}">
                        <a16:creationId xmlns:a16="http://schemas.microsoft.com/office/drawing/2014/main" id="{6113A0C8-3258-B860-BBD6-2A88097E350E}"/>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49" name="任意多边形: 形状 48">
                  <a:extLst>
                    <a:ext uri="{FF2B5EF4-FFF2-40B4-BE49-F238E27FC236}">
                      <a16:creationId xmlns:a16="http://schemas.microsoft.com/office/drawing/2014/main" id="{91AC08CC-4545-2046-4CDA-3FFC9685496F}"/>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7" name="任意多边形: 形状 36">
                <a:extLst>
                  <a:ext uri="{FF2B5EF4-FFF2-40B4-BE49-F238E27FC236}">
                    <a16:creationId xmlns:a16="http://schemas.microsoft.com/office/drawing/2014/main" id="{A8D21750-98EE-D3C6-DB14-23C30D821BA7}"/>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63" name="任意多边形: 形状 45">
            <a:extLst>
              <a:ext uri="{FF2B5EF4-FFF2-40B4-BE49-F238E27FC236}">
                <a16:creationId xmlns:a16="http://schemas.microsoft.com/office/drawing/2014/main" id="{BE44C89B-B045-B75A-749E-C4F815F61723}"/>
              </a:ext>
            </a:extLst>
          </p:cNvPr>
          <p:cNvSpPr/>
          <p:nvPr/>
        </p:nvSpPr>
        <p:spPr>
          <a:xfrm>
            <a:off x="7345091" y="2873742"/>
            <a:ext cx="725536" cy="688340"/>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noFill/>
          <a:ln w="3175" cap="flat">
            <a:gradFill flip="none" rotWithShape="1">
              <a:gsLst>
                <a:gs pos="0">
                  <a:schemeClr val="accent1"/>
                </a:gs>
                <a:gs pos="100000">
                  <a:schemeClr val="accent1">
                    <a:alpha val="0"/>
                  </a:schemeClr>
                </a:gs>
              </a:gsLst>
              <a:lin ang="0" scaled="1"/>
              <a:tileRect/>
            </a:gra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45">
            <a:extLst>
              <a:ext uri="{FF2B5EF4-FFF2-40B4-BE49-F238E27FC236}">
                <a16:creationId xmlns:a16="http://schemas.microsoft.com/office/drawing/2014/main" id="{D6025D9B-87E7-0350-03B1-46C55649A15B}"/>
              </a:ext>
            </a:extLst>
          </p:cNvPr>
          <p:cNvSpPr/>
          <p:nvPr/>
        </p:nvSpPr>
        <p:spPr>
          <a:xfrm>
            <a:off x="7345091" y="4746968"/>
            <a:ext cx="725536" cy="688340"/>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noFill/>
          <a:ln w="3175" cap="flat">
            <a:gradFill flip="none" rotWithShape="1">
              <a:gsLst>
                <a:gs pos="0">
                  <a:schemeClr val="accent1"/>
                </a:gs>
                <a:gs pos="100000">
                  <a:schemeClr val="accent1">
                    <a:alpha val="0"/>
                  </a:schemeClr>
                </a:gs>
              </a:gsLst>
              <a:lin ang="0" scaled="1"/>
              <a:tileRect/>
            </a:grad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文本框 53">
            <a:extLst>
              <a:ext uri="{FF2B5EF4-FFF2-40B4-BE49-F238E27FC236}">
                <a16:creationId xmlns:a16="http://schemas.microsoft.com/office/drawing/2014/main" id="{20AA161C-74A6-5A04-301A-9E620695793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55" name="矩形 54">
            <a:extLst>
              <a:ext uri="{FF2B5EF4-FFF2-40B4-BE49-F238E27FC236}">
                <a16:creationId xmlns:a16="http://schemas.microsoft.com/office/drawing/2014/main" id="{F336C1CF-E2B8-86F8-89F5-F5A741E8609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a:extLst>
              <a:ext uri="{FF2B5EF4-FFF2-40B4-BE49-F238E27FC236}">
                <a16:creationId xmlns:a16="http://schemas.microsoft.com/office/drawing/2014/main" id="{FF7C2D10-B870-0472-1B14-2956BD37605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02425926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7">
            <a:extLst>
              <a:ext uri="{FF2B5EF4-FFF2-40B4-BE49-F238E27FC236}">
                <a16:creationId xmlns:a16="http://schemas.microsoft.com/office/drawing/2014/main" id="{643F0262-2EFF-5B43-B7A9-AE8C0EC3062B}"/>
              </a:ext>
            </a:extLst>
          </p:cNvPr>
          <p:cNvSpPr/>
          <p:nvPr/>
        </p:nvSpPr>
        <p:spPr>
          <a:xfrm>
            <a:off x="4851911" y="2023408"/>
            <a:ext cx="2850422" cy="2850422"/>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noFill/>
          <a:ln w="12700"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86">
            <a:extLst>
              <a:ext uri="{FF2B5EF4-FFF2-40B4-BE49-F238E27FC236}">
                <a16:creationId xmlns:a16="http://schemas.microsoft.com/office/drawing/2014/main" id="{6C8D1F05-732A-2A46-AD77-677AA3E0779C}"/>
              </a:ext>
            </a:extLst>
          </p:cNvPr>
          <p:cNvSpPr/>
          <p:nvPr/>
        </p:nvSpPr>
        <p:spPr>
          <a:xfrm>
            <a:off x="6786649" y="1749197"/>
            <a:ext cx="1175473" cy="1175473"/>
          </a:xfrm>
          <a:custGeom>
            <a:avLst/>
            <a:gdLst>
              <a:gd name="connsiteX0" fmla="*/ 1632755 w 1632754"/>
              <a:gd name="connsiteY0" fmla="*/ 816377 h 1632754"/>
              <a:gd name="connsiteX1" fmla="*/ 816377 w 1632754"/>
              <a:gd name="connsiteY1" fmla="*/ 1632755 h 1632754"/>
              <a:gd name="connsiteX2" fmla="*/ 0 w 1632754"/>
              <a:gd name="connsiteY2" fmla="*/ 816377 h 1632754"/>
              <a:gd name="connsiteX3" fmla="*/ 816377 w 1632754"/>
              <a:gd name="connsiteY3" fmla="*/ 0 h 1632754"/>
              <a:gd name="connsiteX4" fmla="*/ 1632755 w 1632754"/>
              <a:gd name="connsiteY4" fmla="*/ 816377 h 1632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2754" h="1632754">
                <a:moveTo>
                  <a:pt x="1632755" y="816377"/>
                </a:moveTo>
                <a:cubicBezTo>
                  <a:pt x="1632755" y="1267250"/>
                  <a:pt x="1267250" y="1632755"/>
                  <a:pt x="816377" y="1632755"/>
                </a:cubicBezTo>
                <a:cubicBezTo>
                  <a:pt x="365505" y="1632755"/>
                  <a:pt x="0" y="1267250"/>
                  <a:pt x="0" y="816377"/>
                </a:cubicBezTo>
                <a:cubicBezTo>
                  <a:pt x="0" y="365505"/>
                  <a:pt x="365504" y="0"/>
                  <a:pt x="816377" y="0"/>
                </a:cubicBezTo>
                <a:cubicBezTo>
                  <a:pt x="1267250" y="0"/>
                  <a:pt x="1632755" y="365505"/>
                  <a:pt x="1632755" y="816377"/>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Object54">
            <a:extLst>
              <a:ext uri="{FF2B5EF4-FFF2-40B4-BE49-F238E27FC236}">
                <a16:creationId xmlns:a16="http://schemas.microsoft.com/office/drawing/2014/main" id="{50B5E530-D28A-524A-858E-1C2075ABF24F}"/>
              </a:ext>
            </a:extLst>
          </p:cNvPr>
          <p:cNvSpPr/>
          <p:nvPr/>
        </p:nvSpPr>
        <p:spPr>
          <a:xfrm>
            <a:off x="6997195" y="2093093"/>
            <a:ext cx="754380" cy="487680"/>
          </a:xfrm>
          <a:prstGeom prst="rect">
            <a:avLst/>
          </a:prstGeom>
          <a:noFill/>
          <a:ln/>
        </p:spPr>
        <p:txBody>
          <a:bodyPr wrap="square" lIns="0" tIns="0" rIns="0" bIns="0" rtlCol="0" anchor="ctr"/>
          <a:lstStyle/>
          <a:p>
            <a:pPr algn="ctr" defTabSz="731520">
              <a:lnSpc>
                <a:spcPts val="1680"/>
              </a:lnSpc>
            </a:pPr>
            <a:r>
              <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用户获取
行为</a:t>
            </a:r>
          </a:p>
        </p:txBody>
      </p:sp>
      <p:sp>
        <p:nvSpPr>
          <p:cNvPr id="21" name="任意多边形: 形状 90">
            <a:extLst>
              <a:ext uri="{FF2B5EF4-FFF2-40B4-BE49-F238E27FC236}">
                <a16:creationId xmlns:a16="http://schemas.microsoft.com/office/drawing/2014/main" id="{2FB23A27-FA6E-0C4D-BC9E-EB6B34F07DA1}"/>
              </a:ext>
            </a:extLst>
          </p:cNvPr>
          <p:cNvSpPr/>
          <p:nvPr/>
        </p:nvSpPr>
        <p:spPr>
          <a:xfrm>
            <a:off x="5874425" y="4546813"/>
            <a:ext cx="1181084" cy="1181084"/>
          </a:xfrm>
          <a:custGeom>
            <a:avLst/>
            <a:gdLst>
              <a:gd name="connsiteX0" fmla="*/ 1640548 w 1640547"/>
              <a:gd name="connsiteY0" fmla="*/ 820274 h 1640547"/>
              <a:gd name="connsiteX1" fmla="*/ 820274 w 1640547"/>
              <a:gd name="connsiteY1" fmla="*/ 1640548 h 1640547"/>
              <a:gd name="connsiteX2" fmla="*/ 0 w 1640547"/>
              <a:gd name="connsiteY2" fmla="*/ 820274 h 1640547"/>
              <a:gd name="connsiteX3" fmla="*/ 820274 w 1640547"/>
              <a:gd name="connsiteY3" fmla="*/ 0 h 1640547"/>
              <a:gd name="connsiteX4" fmla="*/ 1640548 w 1640547"/>
              <a:gd name="connsiteY4" fmla="*/ 820274 h 1640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0547" h="1640547">
                <a:moveTo>
                  <a:pt x="1640548" y="820274"/>
                </a:moveTo>
                <a:cubicBezTo>
                  <a:pt x="1640548" y="1273299"/>
                  <a:pt x="1273299" y="1640548"/>
                  <a:pt x="820274" y="1640548"/>
                </a:cubicBezTo>
                <a:cubicBezTo>
                  <a:pt x="367249" y="1640548"/>
                  <a:pt x="0" y="1273299"/>
                  <a:pt x="0" y="820274"/>
                </a:cubicBezTo>
                <a:cubicBezTo>
                  <a:pt x="0" y="367249"/>
                  <a:pt x="367249" y="0"/>
                  <a:pt x="820274" y="0"/>
                </a:cubicBezTo>
                <a:cubicBezTo>
                  <a:pt x="1273299" y="0"/>
                  <a:pt x="1640548" y="367249"/>
                  <a:pt x="1640548" y="82027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Object55">
            <a:extLst>
              <a:ext uri="{FF2B5EF4-FFF2-40B4-BE49-F238E27FC236}">
                <a16:creationId xmlns:a16="http://schemas.microsoft.com/office/drawing/2014/main" id="{410C10E1-C8E0-AF49-AB17-11AC17C493A9}"/>
              </a:ext>
            </a:extLst>
          </p:cNvPr>
          <p:cNvSpPr/>
          <p:nvPr/>
        </p:nvSpPr>
        <p:spPr>
          <a:xfrm>
            <a:off x="6179217" y="4893515"/>
            <a:ext cx="571500" cy="487680"/>
          </a:xfrm>
          <a:prstGeom prst="rect">
            <a:avLst/>
          </a:prstGeom>
          <a:noFill/>
          <a:ln/>
        </p:spPr>
        <p:txBody>
          <a:bodyPr wrap="square" lIns="0" tIns="0" rIns="0" bIns="0" rtlCol="0" anchor="ctr"/>
          <a:lstStyle/>
          <a:p>
            <a:pPr algn="ctr" defTabSz="731520">
              <a:lnSpc>
                <a:spcPts val="1680"/>
              </a:lnSpc>
            </a:pPr>
            <a:r>
              <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产品
记忆点</a:t>
            </a:r>
          </a:p>
        </p:txBody>
      </p:sp>
      <p:sp>
        <p:nvSpPr>
          <p:cNvPr id="31" name="任意多边形: 形状 100">
            <a:extLst>
              <a:ext uri="{FF2B5EF4-FFF2-40B4-BE49-F238E27FC236}">
                <a16:creationId xmlns:a16="http://schemas.microsoft.com/office/drawing/2014/main" id="{68AECDEC-0114-4B49-AAC9-6A3040A2053A}"/>
              </a:ext>
            </a:extLst>
          </p:cNvPr>
          <p:cNvSpPr/>
          <p:nvPr/>
        </p:nvSpPr>
        <p:spPr>
          <a:xfrm>
            <a:off x="8347838" y="3991180"/>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101">
            <a:extLst>
              <a:ext uri="{FF2B5EF4-FFF2-40B4-BE49-F238E27FC236}">
                <a16:creationId xmlns:a16="http://schemas.microsoft.com/office/drawing/2014/main" id="{6D6A45D3-CB28-8F47-8C26-DD4FD9BFF203}"/>
              </a:ext>
            </a:extLst>
          </p:cNvPr>
          <p:cNvSpPr/>
          <p:nvPr/>
        </p:nvSpPr>
        <p:spPr>
          <a:xfrm>
            <a:off x="8347838" y="5019880"/>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102">
            <a:extLst>
              <a:ext uri="{FF2B5EF4-FFF2-40B4-BE49-F238E27FC236}">
                <a16:creationId xmlns:a16="http://schemas.microsoft.com/office/drawing/2014/main" id="{412DD716-A0F7-9F49-985C-2DA9CEA27B61}"/>
              </a:ext>
            </a:extLst>
          </p:cNvPr>
          <p:cNvSpPr/>
          <p:nvPr/>
        </p:nvSpPr>
        <p:spPr>
          <a:xfrm>
            <a:off x="8347838" y="6048580"/>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103">
            <a:extLst>
              <a:ext uri="{FF2B5EF4-FFF2-40B4-BE49-F238E27FC236}">
                <a16:creationId xmlns:a16="http://schemas.microsoft.com/office/drawing/2014/main" id="{14EE9A7D-A8EC-D14F-A471-FAB1431D2A70}"/>
              </a:ext>
            </a:extLst>
          </p:cNvPr>
          <p:cNvSpPr/>
          <p:nvPr/>
        </p:nvSpPr>
        <p:spPr>
          <a:xfrm>
            <a:off x="7307708" y="5057980"/>
            <a:ext cx="1036320" cy="7620"/>
          </a:xfrm>
          <a:custGeom>
            <a:avLst/>
            <a:gdLst>
              <a:gd name="connsiteX0" fmla="*/ 0 w 1295400"/>
              <a:gd name="connsiteY0" fmla="*/ 0 h 9525"/>
              <a:gd name="connsiteX1" fmla="*/ 1295400 w 1295400"/>
              <a:gd name="connsiteY1" fmla="*/ 0 h 9525"/>
            </a:gdLst>
            <a:ahLst/>
            <a:cxnLst>
              <a:cxn ang="0">
                <a:pos x="connsiteX0" y="connsiteY0"/>
              </a:cxn>
              <a:cxn ang="0">
                <a:pos x="connsiteX1" y="connsiteY1"/>
              </a:cxn>
            </a:cxnLst>
            <a:rect l="l" t="t" r="r" b="b"/>
            <a:pathLst>
              <a:path w="1295400" h="9525">
                <a:moveTo>
                  <a:pt x="0" y="0"/>
                </a:moveTo>
                <a:lnTo>
                  <a:pt x="1295400"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104">
            <a:extLst>
              <a:ext uri="{FF2B5EF4-FFF2-40B4-BE49-F238E27FC236}">
                <a16:creationId xmlns:a16="http://schemas.microsoft.com/office/drawing/2014/main" id="{D92C9E4D-7044-7E42-ACAD-C1D6044A2B6F}"/>
              </a:ext>
            </a:extLst>
          </p:cNvPr>
          <p:cNvSpPr/>
          <p:nvPr/>
        </p:nvSpPr>
        <p:spPr>
          <a:xfrm>
            <a:off x="7305064" y="4060827"/>
            <a:ext cx="1036297" cy="998220"/>
          </a:xfrm>
          <a:custGeom>
            <a:avLst/>
            <a:gdLst>
              <a:gd name="connsiteX0" fmla="*/ 0 w 1295371"/>
              <a:gd name="connsiteY0" fmla="*/ 1247775 h 1247775"/>
              <a:gd name="connsiteX1" fmla="*/ 1295372 w 1295371"/>
              <a:gd name="connsiteY1" fmla="*/ 0 h 1247775"/>
            </a:gdLst>
            <a:ahLst/>
            <a:cxnLst>
              <a:cxn ang="0">
                <a:pos x="connsiteX0" y="connsiteY0"/>
              </a:cxn>
              <a:cxn ang="0">
                <a:pos x="connsiteX1" y="connsiteY1"/>
              </a:cxn>
            </a:cxnLst>
            <a:rect l="l" t="t" r="r" b="b"/>
            <a:pathLst>
              <a:path w="1295371" h="1247775">
                <a:moveTo>
                  <a:pt x="0" y="1247775"/>
                </a:moveTo>
                <a:lnTo>
                  <a:pt x="1295372"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105">
            <a:extLst>
              <a:ext uri="{FF2B5EF4-FFF2-40B4-BE49-F238E27FC236}">
                <a16:creationId xmlns:a16="http://schemas.microsoft.com/office/drawing/2014/main" id="{6E1ADE88-8B20-C34A-86F3-BEBFE2405A23}"/>
              </a:ext>
            </a:extLst>
          </p:cNvPr>
          <p:cNvSpPr/>
          <p:nvPr/>
        </p:nvSpPr>
        <p:spPr>
          <a:xfrm>
            <a:off x="7310329" y="5059024"/>
            <a:ext cx="1036289" cy="982980"/>
          </a:xfrm>
          <a:custGeom>
            <a:avLst/>
            <a:gdLst>
              <a:gd name="connsiteX0" fmla="*/ 0 w 1295361"/>
              <a:gd name="connsiteY0" fmla="*/ 0 h 1228725"/>
              <a:gd name="connsiteX1" fmla="*/ 1295362 w 1295361"/>
              <a:gd name="connsiteY1" fmla="*/ 1228725 h 1228725"/>
            </a:gdLst>
            <a:ahLst/>
            <a:cxnLst>
              <a:cxn ang="0">
                <a:pos x="connsiteX0" y="connsiteY0"/>
              </a:cxn>
              <a:cxn ang="0">
                <a:pos x="connsiteX1" y="connsiteY1"/>
              </a:cxn>
            </a:cxnLst>
            <a:rect l="l" t="t" r="r" b="b"/>
            <a:pathLst>
              <a:path w="1295361" h="1228725">
                <a:moveTo>
                  <a:pt x="0" y="0"/>
                </a:moveTo>
                <a:lnTo>
                  <a:pt x="1295362" y="1228725"/>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106">
            <a:extLst>
              <a:ext uri="{FF2B5EF4-FFF2-40B4-BE49-F238E27FC236}">
                <a16:creationId xmlns:a16="http://schemas.microsoft.com/office/drawing/2014/main" id="{35EDC95B-EE31-3344-9C21-5BF54A11AC9F}"/>
              </a:ext>
            </a:extLst>
          </p:cNvPr>
          <p:cNvSpPr/>
          <p:nvPr/>
        </p:nvSpPr>
        <p:spPr>
          <a:xfrm>
            <a:off x="7261988" y="5008450"/>
            <a:ext cx="91440" cy="9144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lumMod val="100000"/>
            </a:schemeClr>
          </a:solidFill>
          <a:ln w="9525" cap="flat">
            <a:no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115">
            <a:extLst>
              <a:ext uri="{FF2B5EF4-FFF2-40B4-BE49-F238E27FC236}">
                <a16:creationId xmlns:a16="http://schemas.microsoft.com/office/drawing/2014/main" id="{0675DB2D-CC2B-5543-B55C-0B306DC0D2CC}"/>
              </a:ext>
            </a:extLst>
          </p:cNvPr>
          <p:cNvSpPr/>
          <p:nvPr/>
        </p:nvSpPr>
        <p:spPr>
          <a:xfrm>
            <a:off x="8568818" y="3822270"/>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117">
            <a:extLst>
              <a:ext uri="{FF2B5EF4-FFF2-40B4-BE49-F238E27FC236}">
                <a16:creationId xmlns:a16="http://schemas.microsoft.com/office/drawing/2014/main" id="{8A969EBC-E47F-D246-86E0-25513E34AE24}"/>
              </a:ext>
            </a:extLst>
          </p:cNvPr>
          <p:cNvSpPr/>
          <p:nvPr/>
        </p:nvSpPr>
        <p:spPr>
          <a:xfrm>
            <a:off x="8568818" y="4873830"/>
            <a:ext cx="1981200" cy="52705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118">
            <a:extLst>
              <a:ext uri="{FF2B5EF4-FFF2-40B4-BE49-F238E27FC236}">
                <a16:creationId xmlns:a16="http://schemas.microsoft.com/office/drawing/2014/main" id="{590F83F5-FF61-7341-B43C-14E418B864BD}"/>
              </a:ext>
            </a:extLst>
          </p:cNvPr>
          <p:cNvSpPr/>
          <p:nvPr/>
        </p:nvSpPr>
        <p:spPr>
          <a:xfrm>
            <a:off x="8568818" y="5925390"/>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Object56">
            <a:extLst>
              <a:ext uri="{FF2B5EF4-FFF2-40B4-BE49-F238E27FC236}">
                <a16:creationId xmlns:a16="http://schemas.microsoft.com/office/drawing/2014/main" id="{1379615F-A942-3544-ABDE-556DE62E2417}"/>
              </a:ext>
            </a:extLst>
          </p:cNvPr>
          <p:cNvSpPr/>
          <p:nvPr/>
        </p:nvSpPr>
        <p:spPr>
          <a:xfrm>
            <a:off x="8831321" y="3868764"/>
            <a:ext cx="1295400" cy="213360"/>
          </a:xfrm>
          <a:prstGeom prst="rect">
            <a:avLst/>
          </a:prstGeom>
          <a:noFill/>
          <a:ln/>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凸显产品属性</a:t>
            </a:r>
          </a:p>
        </p:txBody>
      </p:sp>
      <p:sp>
        <p:nvSpPr>
          <p:cNvPr id="60" name="Object58">
            <a:extLst>
              <a:ext uri="{FF2B5EF4-FFF2-40B4-BE49-F238E27FC236}">
                <a16:creationId xmlns:a16="http://schemas.microsoft.com/office/drawing/2014/main" id="{4ABEA283-6949-1E4B-A597-9FBEA527C7E6}"/>
              </a:ext>
            </a:extLst>
          </p:cNvPr>
          <p:cNvSpPr/>
          <p:nvPr/>
        </p:nvSpPr>
        <p:spPr>
          <a:xfrm>
            <a:off x="8831321" y="4120224"/>
            <a:ext cx="1531620" cy="152400"/>
          </a:xfrm>
          <a:prstGeom prst="rect">
            <a:avLst/>
          </a:prstGeom>
          <a:noFill/>
          <a:ln/>
        </p:spPr>
        <p:txBody>
          <a:bodyPr wrap="square" lIns="0" tIns="0" rIns="0" bIns="0" rtlCol="0" anchor="t"/>
          <a:lstStyle/>
          <a:p>
            <a:pP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定义符合该产品属性的设计风格</a:t>
            </a:r>
          </a:p>
        </p:txBody>
      </p:sp>
      <p:sp>
        <p:nvSpPr>
          <p:cNvPr id="64" name="Object62">
            <a:extLst>
              <a:ext uri="{FF2B5EF4-FFF2-40B4-BE49-F238E27FC236}">
                <a16:creationId xmlns:a16="http://schemas.microsoft.com/office/drawing/2014/main" id="{F2C8835F-5798-004E-AD1A-69468CB90F14}"/>
              </a:ext>
            </a:extLst>
          </p:cNvPr>
          <p:cNvSpPr/>
          <p:nvPr/>
        </p:nvSpPr>
        <p:spPr>
          <a:xfrm>
            <a:off x="8831321" y="4920324"/>
            <a:ext cx="1295400" cy="213360"/>
          </a:xfrm>
          <a:prstGeom prst="rect">
            <a:avLst/>
          </a:prstGeom>
          <a:noFill/>
          <a:ln/>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孵化产品DNA</a:t>
            </a:r>
          </a:p>
        </p:txBody>
      </p:sp>
      <p:sp>
        <p:nvSpPr>
          <p:cNvPr id="65" name="Object63">
            <a:extLst>
              <a:ext uri="{FF2B5EF4-FFF2-40B4-BE49-F238E27FC236}">
                <a16:creationId xmlns:a16="http://schemas.microsoft.com/office/drawing/2014/main" id="{DA2827F0-A2A6-9D4F-B9A8-FD013BC51EB3}"/>
              </a:ext>
            </a:extLst>
          </p:cNvPr>
          <p:cNvSpPr/>
          <p:nvPr/>
        </p:nvSpPr>
        <p:spPr>
          <a:xfrm>
            <a:off x="8831321" y="5971884"/>
            <a:ext cx="1295400" cy="213360"/>
          </a:xfrm>
          <a:prstGeom prst="rect">
            <a:avLst/>
          </a:prstGeom>
          <a:noFill/>
          <a:ln/>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情感化氛围</a:t>
            </a:r>
          </a:p>
        </p:txBody>
      </p:sp>
      <p:sp>
        <p:nvSpPr>
          <p:cNvPr id="66" name="Object64">
            <a:extLst>
              <a:ext uri="{FF2B5EF4-FFF2-40B4-BE49-F238E27FC236}">
                <a16:creationId xmlns:a16="http://schemas.microsoft.com/office/drawing/2014/main" id="{511ED0B2-403F-5042-BE7E-E187796653C1}"/>
              </a:ext>
            </a:extLst>
          </p:cNvPr>
          <p:cNvSpPr/>
          <p:nvPr/>
        </p:nvSpPr>
        <p:spPr>
          <a:xfrm>
            <a:off x="8831321" y="5171784"/>
            <a:ext cx="1531620" cy="152400"/>
          </a:xfrm>
          <a:prstGeom prst="rect">
            <a:avLst/>
          </a:prstGeom>
          <a:noFill/>
          <a:ln/>
        </p:spPr>
        <p:txBody>
          <a:bodyPr wrap="square" lIns="0" tIns="0" rIns="0" bIns="0" rtlCol="0" anchor="t"/>
          <a:lstStyle/>
          <a:p>
            <a:pP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深挖产品细节上的特殊性</a:t>
            </a:r>
          </a:p>
        </p:txBody>
      </p:sp>
      <p:sp>
        <p:nvSpPr>
          <p:cNvPr id="67" name="Object65">
            <a:extLst>
              <a:ext uri="{FF2B5EF4-FFF2-40B4-BE49-F238E27FC236}">
                <a16:creationId xmlns:a16="http://schemas.microsoft.com/office/drawing/2014/main" id="{340FD0B9-4FD9-274A-A5F4-45D8B1AA8DEF}"/>
              </a:ext>
            </a:extLst>
          </p:cNvPr>
          <p:cNvSpPr/>
          <p:nvPr/>
        </p:nvSpPr>
        <p:spPr>
          <a:xfrm>
            <a:off x="8831321" y="6223344"/>
            <a:ext cx="1531620" cy="152400"/>
          </a:xfrm>
          <a:prstGeom prst="rect">
            <a:avLst/>
          </a:prstGeom>
          <a:noFill/>
          <a:ln/>
        </p:spPr>
        <p:txBody>
          <a:bodyPr wrap="square" lIns="0" tIns="0" rIns="0" bIns="0" rtlCol="0" anchor="t"/>
          <a:lstStyle/>
          <a:p>
            <a:pP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拉近用户与产品之间的距离</a:t>
            </a:r>
          </a:p>
        </p:txBody>
      </p:sp>
      <p:sp>
        <p:nvSpPr>
          <p:cNvPr id="25" name="任意多边形: 形状 94">
            <a:extLst>
              <a:ext uri="{FF2B5EF4-FFF2-40B4-BE49-F238E27FC236}">
                <a16:creationId xmlns:a16="http://schemas.microsoft.com/office/drawing/2014/main" id="{01EBE95F-54CD-7245-908A-8BDEFAB33CAD}"/>
              </a:ext>
            </a:extLst>
          </p:cNvPr>
          <p:cNvSpPr/>
          <p:nvPr/>
        </p:nvSpPr>
        <p:spPr>
          <a:xfrm>
            <a:off x="9138224" y="2188566"/>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95">
            <a:extLst>
              <a:ext uri="{FF2B5EF4-FFF2-40B4-BE49-F238E27FC236}">
                <a16:creationId xmlns:a16="http://schemas.microsoft.com/office/drawing/2014/main" id="{0B7C87E2-B276-194B-BEA3-BEBBE7D795FF}"/>
              </a:ext>
            </a:extLst>
          </p:cNvPr>
          <p:cNvSpPr/>
          <p:nvPr/>
        </p:nvSpPr>
        <p:spPr>
          <a:xfrm>
            <a:off x="9138224" y="3217266"/>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96">
            <a:extLst>
              <a:ext uri="{FF2B5EF4-FFF2-40B4-BE49-F238E27FC236}">
                <a16:creationId xmlns:a16="http://schemas.microsoft.com/office/drawing/2014/main" id="{84FB370F-2AD8-AA40-82AE-136187315650}"/>
              </a:ext>
            </a:extLst>
          </p:cNvPr>
          <p:cNvSpPr/>
          <p:nvPr/>
        </p:nvSpPr>
        <p:spPr>
          <a:xfrm>
            <a:off x="8098094" y="2226666"/>
            <a:ext cx="1036320" cy="7620"/>
          </a:xfrm>
          <a:custGeom>
            <a:avLst/>
            <a:gdLst>
              <a:gd name="connsiteX0" fmla="*/ 0 w 1295400"/>
              <a:gd name="connsiteY0" fmla="*/ 0 h 9525"/>
              <a:gd name="connsiteX1" fmla="*/ 1295400 w 1295400"/>
              <a:gd name="connsiteY1" fmla="*/ 0 h 9525"/>
            </a:gdLst>
            <a:ahLst/>
            <a:cxnLst>
              <a:cxn ang="0">
                <a:pos x="connsiteX0" y="connsiteY0"/>
              </a:cxn>
              <a:cxn ang="0">
                <a:pos x="connsiteX1" y="connsiteY1"/>
              </a:cxn>
            </a:cxnLst>
            <a:rect l="l" t="t" r="r" b="b"/>
            <a:pathLst>
              <a:path w="1295400" h="9525">
                <a:moveTo>
                  <a:pt x="0" y="0"/>
                </a:moveTo>
                <a:lnTo>
                  <a:pt x="1295400"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97">
            <a:extLst>
              <a:ext uri="{FF2B5EF4-FFF2-40B4-BE49-F238E27FC236}">
                <a16:creationId xmlns:a16="http://schemas.microsoft.com/office/drawing/2014/main" id="{02F0D66A-48F1-924F-B86B-4EEB76CD9E84}"/>
              </a:ext>
            </a:extLst>
          </p:cNvPr>
          <p:cNvSpPr/>
          <p:nvPr/>
        </p:nvSpPr>
        <p:spPr>
          <a:xfrm>
            <a:off x="8095427" y="1229512"/>
            <a:ext cx="1036320" cy="998220"/>
          </a:xfrm>
          <a:custGeom>
            <a:avLst/>
            <a:gdLst>
              <a:gd name="connsiteX0" fmla="*/ 0 w 1295400"/>
              <a:gd name="connsiteY0" fmla="*/ 1247776 h 1247775"/>
              <a:gd name="connsiteX1" fmla="*/ 1295400 w 1295400"/>
              <a:gd name="connsiteY1" fmla="*/ 0 h 1247775"/>
            </a:gdLst>
            <a:ahLst/>
            <a:cxnLst>
              <a:cxn ang="0">
                <a:pos x="connsiteX0" y="connsiteY0"/>
              </a:cxn>
              <a:cxn ang="0">
                <a:pos x="connsiteX1" y="connsiteY1"/>
              </a:cxn>
            </a:cxnLst>
            <a:rect l="l" t="t" r="r" b="b"/>
            <a:pathLst>
              <a:path w="1295400" h="1247775">
                <a:moveTo>
                  <a:pt x="0" y="1247776"/>
                </a:moveTo>
                <a:lnTo>
                  <a:pt x="1295400" y="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98">
            <a:extLst>
              <a:ext uri="{FF2B5EF4-FFF2-40B4-BE49-F238E27FC236}">
                <a16:creationId xmlns:a16="http://schemas.microsoft.com/office/drawing/2014/main" id="{A9C44F62-6B0A-5D44-A058-DAB570B4F44E}"/>
              </a:ext>
            </a:extLst>
          </p:cNvPr>
          <p:cNvSpPr/>
          <p:nvPr/>
        </p:nvSpPr>
        <p:spPr>
          <a:xfrm>
            <a:off x="8100685" y="2227710"/>
            <a:ext cx="1036319" cy="982980"/>
          </a:xfrm>
          <a:custGeom>
            <a:avLst/>
            <a:gdLst>
              <a:gd name="connsiteX0" fmla="*/ 0 w 1295399"/>
              <a:gd name="connsiteY0" fmla="*/ 0 h 1228725"/>
              <a:gd name="connsiteX1" fmla="*/ 1295400 w 1295399"/>
              <a:gd name="connsiteY1" fmla="*/ 1228725 h 1228725"/>
            </a:gdLst>
            <a:ahLst/>
            <a:cxnLst>
              <a:cxn ang="0">
                <a:pos x="connsiteX0" y="connsiteY0"/>
              </a:cxn>
              <a:cxn ang="0">
                <a:pos x="connsiteX1" y="connsiteY1"/>
              </a:cxn>
            </a:cxnLst>
            <a:rect l="l" t="t" r="r" b="b"/>
            <a:pathLst>
              <a:path w="1295399" h="1228725">
                <a:moveTo>
                  <a:pt x="0" y="0"/>
                </a:moveTo>
                <a:lnTo>
                  <a:pt x="1295400" y="1228725"/>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99">
            <a:extLst>
              <a:ext uri="{FF2B5EF4-FFF2-40B4-BE49-F238E27FC236}">
                <a16:creationId xmlns:a16="http://schemas.microsoft.com/office/drawing/2014/main" id="{AE40BDBC-8F5A-3C4F-9D58-23411E41FDD2}"/>
              </a:ext>
            </a:extLst>
          </p:cNvPr>
          <p:cNvSpPr/>
          <p:nvPr/>
        </p:nvSpPr>
        <p:spPr>
          <a:xfrm>
            <a:off x="8052374" y="2177136"/>
            <a:ext cx="91440" cy="9144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lumMod val="100000"/>
            </a:schemeClr>
          </a:solidFill>
          <a:ln w="9525" cap="flat">
            <a:no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114">
            <a:extLst>
              <a:ext uri="{FF2B5EF4-FFF2-40B4-BE49-F238E27FC236}">
                <a16:creationId xmlns:a16="http://schemas.microsoft.com/office/drawing/2014/main" id="{E1D4C120-5964-074B-8E49-513409721994}"/>
              </a:ext>
            </a:extLst>
          </p:cNvPr>
          <p:cNvSpPr/>
          <p:nvPr/>
        </p:nvSpPr>
        <p:spPr>
          <a:xfrm>
            <a:off x="9359204" y="990956"/>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119">
            <a:extLst>
              <a:ext uri="{FF2B5EF4-FFF2-40B4-BE49-F238E27FC236}">
                <a16:creationId xmlns:a16="http://schemas.microsoft.com/office/drawing/2014/main" id="{CAA46460-6826-E247-BDF8-D43C4BCE9ECD}"/>
              </a:ext>
            </a:extLst>
          </p:cNvPr>
          <p:cNvSpPr/>
          <p:nvPr/>
        </p:nvSpPr>
        <p:spPr>
          <a:xfrm>
            <a:off x="9359204" y="2042516"/>
            <a:ext cx="1981200" cy="52705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121">
            <a:extLst>
              <a:ext uri="{FF2B5EF4-FFF2-40B4-BE49-F238E27FC236}">
                <a16:creationId xmlns:a16="http://schemas.microsoft.com/office/drawing/2014/main" id="{E44B9B69-EC8E-B041-B001-64443DD945C1}"/>
              </a:ext>
            </a:extLst>
          </p:cNvPr>
          <p:cNvSpPr/>
          <p:nvPr/>
        </p:nvSpPr>
        <p:spPr>
          <a:xfrm>
            <a:off x="9359204" y="3094076"/>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Object57">
            <a:extLst>
              <a:ext uri="{FF2B5EF4-FFF2-40B4-BE49-F238E27FC236}">
                <a16:creationId xmlns:a16="http://schemas.microsoft.com/office/drawing/2014/main" id="{4BC6CDA7-FF68-B94F-BDA8-356E4AF6C78D}"/>
              </a:ext>
            </a:extLst>
          </p:cNvPr>
          <p:cNvSpPr/>
          <p:nvPr/>
        </p:nvSpPr>
        <p:spPr>
          <a:xfrm>
            <a:off x="9621707" y="1037450"/>
            <a:ext cx="1295400" cy="213360"/>
          </a:xfrm>
          <a:prstGeom prst="rect">
            <a:avLst/>
          </a:prstGeom>
          <a:noFill/>
          <a:ln/>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内容需求审核</a:t>
            </a:r>
          </a:p>
        </p:txBody>
      </p:sp>
      <p:sp>
        <p:nvSpPr>
          <p:cNvPr id="62" name="Object60">
            <a:extLst>
              <a:ext uri="{FF2B5EF4-FFF2-40B4-BE49-F238E27FC236}">
                <a16:creationId xmlns:a16="http://schemas.microsoft.com/office/drawing/2014/main" id="{4DD1D47D-F2FB-DD42-B6C9-B1C25716B6FE}"/>
              </a:ext>
            </a:extLst>
          </p:cNvPr>
          <p:cNvSpPr/>
          <p:nvPr/>
        </p:nvSpPr>
        <p:spPr>
          <a:xfrm>
            <a:off x="9621707" y="1288910"/>
            <a:ext cx="1531620" cy="152400"/>
          </a:xfrm>
          <a:prstGeom prst="rect">
            <a:avLst/>
          </a:prstGeom>
          <a:noFill/>
          <a:ln/>
        </p:spPr>
        <p:txBody>
          <a:bodyPr wrap="square" lIns="0" tIns="0" rIns="0" bIns="0" rtlCol="0" anchor="t"/>
          <a:lstStyle/>
          <a:p>
            <a:pP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批判性思维思考内容存在价值</a:t>
            </a:r>
          </a:p>
        </p:txBody>
      </p:sp>
      <p:sp>
        <p:nvSpPr>
          <p:cNvPr id="68" name="Object66">
            <a:extLst>
              <a:ext uri="{FF2B5EF4-FFF2-40B4-BE49-F238E27FC236}">
                <a16:creationId xmlns:a16="http://schemas.microsoft.com/office/drawing/2014/main" id="{93BD91A7-0BE6-A449-B75A-AF675388452D}"/>
              </a:ext>
            </a:extLst>
          </p:cNvPr>
          <p:cNvSpPr/>
          <p:nvPr/>
        </p:nvSpPr>
        <p:spPr>
          <a:xfrm>
            <a:off x="9621707" y="2089010"/>
            <a:ext cx="1295400" cy="213360"/>
          </a:xfrm>
          <a:prstGeom prst="rect">
            <a:avLst/>
          </a:prstGeom>
          <a:noFill/>
          <a:ln/>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内容优先级划分</a:t>
            </a:r>
          </a:p>
        </p:txBody>
      </p:sp>
      <p:sp>
        <p:nvSpPr>
          <p:cNvPr id="70" name="Object68">
            <a:extLst>
              <a:ext uri="{FF2B5EF4-FFF2-40B4-BE49-F238E27FC236}">
                <a16:creationId xmlns:a16="http://schemas.microsoft.com/office/drawing/2014/main" id="{58ED3463-67C5-004C-836B-0B7E171B819E}"/>
              </a:ext>
            </a:extLst>
          </p:cNvPr>
          <p:cNvSpPr/>
          <p:nvPr/>
        </p:nvSpPr>
        <p:spPr>
          <a:xfrm>
            <a:off x="9621707" y="3140570"/>
            <a:ext cx="1295400" cy="213360"/>
          </a:xfrm>
          <a:prstGeom prst="rect">
            <a:avLst/>
          </a:prstGeom>
          <a:noFill/>
          <a:ln/>
        </p:spPr>
        <p:txBody>
          <a:bodyPr wrap="square" lIns="0" tIns="0" rIns="0" bIns="0" rtlCol="0" anchor="t"/>
          <a:lstStyle/>
          <a:p>
            <a:pP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引导性设计</a:t>
            </a:r>
          </a:p>
        </p:txBody>
      </p:sp>
      <p:sp>
        <p:nvSpPr>
          <p:cNvPr id="72" name="Object70">
            <a:extLst>
              <a:ext uri="{FF2B5EF4-FFF2-40B4-BE49-F238E27FC236}">
                <a16:creationId xmlns:a16="http://schemas.microsoft.com/office/drawing/2014/main" id="{CAB0770F-1BC7-9F45-A475-48084479A598}"/>
              </a:ext>
            </a:extLst>
          </p:cNvPr>
          <p:cNvSpPr/>
          <p:nvPr/>
        </p:nvSpPr>
        <p:spPr>
          <a:xfrm>
            <a:off x="9621707" y="2340470"/>
            <a:ext cx="1531620" cy="152400"/>
          </a:xfrm>
          <a:prstGeom prst="rect">
            <a:avLst/>
          </a:prstGeom>
          <a:noFill/>
          <a:ln/>
        </p:spPr>
        <p:txBody>
          <a:bodyPr wrap="square" lIns="0" tIns="0" rIns="0" bIns="0" rtlCol="0" anchor="t"/>
          <a:lstStyle/>
          <a:p>
            <a:pP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从用户跟产品角度权衡优先级</a:t>
            </a:r>
          </a:p>
        </p:txBody>
      </p:sp>
      <p:sp>
        <p:nvSpPr>
          <p:cNvPr id="74" name="Object72">
            <a:extLst>
              <a:ext uri="{FF2B5EF4-FFF2-40B4-BE49-F238E27FC236}">
                <a16:creationId xmlns:a16="http://schemas.microsoft.com/office/drawing/2014/main" id="{81E65410-C3C6-B44C-BC2E-5CFA21A3EAEA}"/>
              </a:ext>
            </a:extLst>
          </p:cNvPr>
          <p:cNvSpPr/>
          <p:nvPr/>
        </p:nvSpPr>
        <p:spPr>
          <a:xfrm>
            <a:off x="9621707" y="3392030"/>
            <a:ext cx="1531620" cy="152400"/>
          </a:xfrm>
          <a:prstGeom prst="rect">
            <a:avLst/>
          </a:prstGeom>
          <a:noFill/>
          <a:ln/>
        </p:spPr>
        <p:txBody>
          <a:bodyPr wrap="square" lIns="0" tIns="0" rIns="0" bIns="0" rtlCol="0" anchor="t"/>
          <a:lstStyle/>
          <a:p>
            <a:pP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引导用户发起积极性交互行为</a:t>
            </a:r>
          </a:p>
        </p:txBody>
      </p:sp>
      <p:sp>
        <p:nvSpPr>
          <p:cNvPr id="76" name="任意多边形: 形状 74">
            <a:extLst>
              <a:ext uri="{FF2B5EF4-FFF2-40B4-BE49-F238E27FC236}">
                <a16:creationId xmlns:a16="http://schemas.microsoft.com/office/drawing/2014/main" id="{41DBE745-71F8-AF4B-B30D-4C086CD95654}"/>
              </a:ext>
            </a:extLst>
          </p:cNvPr>
          <p:cNvSpPr/>
          <p:nvPr/>
        </p:nvSpPr>
        <p:spPr>
          <a:xfrm>
            <a:off x="9138224" y="1167282"/>
            <a:ext cx="83820" cy="83820"/>
          </a:xfrm>
          <a:custGeom>
            <a:avLst/>
            <a:gdLst>
              <a:gd name="connsiteX0" fmla="*/ 104775 w 104775"/>
              <a:gd name="connsiteY0" fmla="*/ 52388 h 104775"/>
              <a:gd name="connsiteX1" fmla="*/ 52388 w 104775"/>
              <a:gd name="connsiteY1" fmla="*/ 104775 h 104775"/>
              <a:gd name="connsiteX2" fmla="*/ 0 w 104775"/>
              <a:gd name="connsiteY2" fmla="*/ 52388 h 104775"/>
              <a:gd name="connsiteX3" fmla="*/ 52388 w 104775"/>
              <a:gd name="connsiteY3" fmla="*/ 0 h 104775"/>
              <a:gd name="connsiteX4" fmla="*/ 104775 w 104775"/>
              <a:gd name="connsiteY4" fmla="*/ 5238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8"/>
                </a:moveTo>
                <a:cubicBezTo>
                  <a:pt x="104775" y="81320"/>
                  <a:pt x="81321" y="104775"/>
                  <a:pt x="52388" y="104775"/>
                </a:cubicBezTo>
                <a:cubicBezTo>
                  <a:pt x="23454" y="104775"/>
                  <a:pt x="0" y="81320"/>
                  <a:pt x="0" y="52388"/>
                </a:cubicBezTo>
                <a:cubicBezTo>
                  <a:pt x="0" y="23455"/>
                  <a:pt x="23454" y="0"/>
                  <a:pt x="52388" y="0"/>
                </a:cubicBezTo>
                <a:cubicBezTo>
                  <a:pt x="81321" y="0"/>
                  <a:pt x="104775" y="23455"/>
                  <a:pt x="104775" y="5238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82">
            <a:extLst>
              <a:ext uri="{FF2B5EF4-FFF2-40B4-BE49-F238E27FC236}">
                <a16:creationId xmlns:a16="http://schemas.microsoft.com/office/drawing/2014/main" id="{3AE46E83-5C1C-2F4B-9D65-4A6F3548DDD0}"/>
              </a:ext>
            </a:extLst>
          </p:cNvPr>
          <p:cNvSpPr/>
          <p:nvPr/>
        </p:nvSpPr>
        <p:spPr>
          <a:xfrm>
            <a:off x="4036901" y="2728755"/>
            <a:ext cx="1170154" cy="1170154"/>
          </a:xfrm>
          <a:custGeom>
            <a:avLst/>
            <a:gdLst>
              <a:gd name="connsiteX0" fmla="*/ 1625367 w 1625366"/>
              <a:gd name="connsiteY0" fmla="*/ 812684 h 1625366"/>
              <a:gd name="connsiteX1" fmla="*/ 812683 w 1625366"/>
              <a:gd name="connsiteY1" fmla="*/ 1625367 h 1625366"/>
              <a:gd name="connsiteX2" fmla="*/ 0 w 1625366"/>
              <a:gd name="connsiteY2" fmla="*/ 812684 h 1625366"/>
              <a:gd name="connsiteX3" fmla="*/ 812683 w 1625366"/>
              <a:gd name="connsiteY3" fmla="*/ 0 h 1625366"/>
              <a:gd name="connsiteX4" fmla="*/ 1625367 w 1625366"/>
              <a:gd name="connsiteY4" fmla="*/ 812684 h 162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366" h="1625366">
                <a:moveTo>
                  <a:pt x="1625367" y="812684"/>
                </a:moveTo>
                <a:cubicBezTo>
                  <a:pt x="1625367" y="1261516"/>
                  <a:pt x="1261516" y="1625367"/>
                  <a:pt x="812683" y="1625367"/>
                </a:cubicBezTo>
                <a:cubicBezTo>
                  <a:pt x="363850" y="1625367"/>
                  <a:pt x="0" y="1261516"/>
                  <a:pt x="0" y="812684"/>
                </a:cubicBezTo>
                <a:cubicBezTo>
                  <a:pt x="0" y="363851"/>
                  <a:pt x="363850" y="0"/>
                  <a:pt x="812683" y="0"/>
                </a:cubicBezTo>
                <a:cubicBezTo>
                  <a:pt x="1261516" y="0"/>
                  <a:pt x="1625367" y="363851"/>
                  <a:pt x="1625367" y="81268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53">
            <a:extLst>
              <a:ext uri="{FF2B5EF4-FFF2-40B4-BE49-F238E27FC236}">
                <a16:creationId xmlns:a16="http://schemas.microsoft.com/office/drawing/2014/main" id="{1F10CD26-F3EA-D349-B184-93141DF9A715}"/>
              </a:ext>
            </a:extLst>
          </p:cNvPr>
          <p:cNvSpPr/>
          <p:nvPr/>
        </p:nvSpPr>
        <p:spPr>
          <a:xfrm>
            <a:off x="4244788" y="3069992"/>
            <a:ext cx="754380" cy="487680"/>
          </a:xfrm>
          <a:prstGeom prst="rect">
            <a:avLst/>
          </a:prstGeom>
          <a:noFill/>
          <a:ln/>
        </p:spPr>
        <p:txBody>
          <a:bodyPr wrap="square" lIns="0" tIns="0" rIns="0" bIns="0" rtlCol="0" anchor="ctr"/>
          <a:lstStyle/>
          <a:p>
            <a:pPr algn="ctr" defTabSz="731520">
              <a:lnSpc>
                <a:spcPts val="1680"/>
              </a:lnSpc>
            </a:pPr>
            <a:r>
              <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视觉感受
传达</a:t>
            </a:r>
          </a:p>
        </p:txBody>
      </p:sp>
      <p:sp>
        <p:nvSpPr>
          <p:cNvPr id="38" name="任意多边形: 形状 107">
            <a:extLst>
              <a:ext uri="{FF2B5EF4-FFF2-40B4-BE49-F238E27FC236}">
                <a16:creationId xmlns:a16="http://schemas.microsoft.com/office/drawing/2014/main" id="{C18738A0-D11D-9F44-AE6A-531C1581705A}"/>
              </a:ext>
            </a:extLst>
          </p:cNvPr>
          <p:cNvSpPr/>
          <p:nvPr/>
        </p:nvSpPr>
        <p:spPr>
          <a:xfrm rot="10800000" flipV="1">
            <a:off x="2758905" y="2137177"/>
            <a:ext cx="83820" cy="83820"/>
          </a:xfrm>
          <a:custGeom>
            <a:avLst/>
            <a:gdLst>
              <a:gd name="connsiteX0" fmla="*/ 105057 w 104775"/>
              <a:gd name="connsiteY0" fmla="*/ 52608 h 104775"/>
              <a:gd name="connsiteX1" fmla="*/ 52670 w 104775"/>
              <a:gd name="connsiteY1" fmla="*/ 104995 h 104775"/>
              <a:gd name="connsiteX2" fmla="*/ 282 w 104775"/>
              <a:gd name="connsiteY2" fmla="*/ 52608 h 104775"/>
              <a:gd name="connsiteX3" fmla="*/ 52670 w 104775"/>
              <a:gd name="connsiteY3" fmla="*/ 220 h 104775"/>
              <a:gd name="connsiteX4" fmla="*/ 105057 w 104775"/>
              <a:gd name="connsiteY4" fmla="*/ 5260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5057" y="52608"/>
                </a:moveTo>
                <a:cubicBezTo>
                  <a:pt x="105057" y="81540"/>
                  <a:pt x="81602" y="104995"/>
                  <a:pt x="52670" y="104995"/>
                </a:cubicBezTo>
                <a:cubicBezTo>
                  <a:pt x="23737" y="104995"/>
                  <a:pt x="282" y="81540"/>
                  <a:pt x="282" y="52608"/>
                </a:cubicBezTo>
                <a:cubicBezTo>
                  <a:pt x="282" y="23675"/>
                  <a:pt x="23737" y="220"/>
                  <a:pt x="52670" y="220"/>
                </a:cubicBezTo>
                <a:cubicBezTo>
                  <a:pt x="81602" y="220"/>
                  <a:pt x="105057" y="23675"/>
                  <a:pt x="105057" y="5260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108">
            <a:extLst>
              <a:ext uri="{FF2B5EF4-FFF2-40B4-BE49-F238E27FC236}">
                <a16:creationId xmlns:a16="http://schemas.microsoft.com/office/drawing/2014/main" id="{EF280B14-AB43-C141-9A1B-A77B20C77E47}"/>
              </a:ext>
            </a:extLst>
          </p:cNvPr>
          <p:cNvSpPr/>
          <p:nvPr/>
        </p:nvSpPr>
        <p:spPr>
          <a:xfrm rot="10800000" flipV="1">
            <a:off x="2758905" y="3165877"/>
            <a:ext cx="83820" cy="83820"/>
          </a:xfrm>
          <a:custGeom>
            <a:avLst/>
            <a:gdLst>
              <a:gd name="connsiteX0" fmla="*/ 105057 w 104775"/>
              <a:gd name="connsiteY0" fmla="*/ 52743 h 104775"/>
              <a:gd name="connsiteX1" fmla="*/ 52670 w 104775"/>
              <a:gd name="connsiteY1" fmla="*/ 105130 h 104775"/>
              <a:gd name="connsiteX2" fmla="*/ 282 w 104775"/>
              <a:gd name="connsiteY2" fmla="*/ 52743 h 104775"/>
              <a:gd name="connsiteX3" fmla="*/ 52670 w 104775"/>
              <a:gd name="connsiteY3" fmla="*/ 355 h 104775"/>
              <a:gd name="connsiteX4" fmla="*/ 105057 w 104775"/>
              <a:gd name="connsiteY4" fmla="*/ 52743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5057" y="52743"/>
                </a:moveTo>
                <a:cubicBezTo>
                  <a:pt x="105057" y="81675"/>
                  <a:pt x="81602" y="105130"/>
                  <a:pt x="52670" y="105130"/>
                </a:cubicBezTo>
                <a:cubicBezTo>
                  <a:pt x="23737" y="105130"/>
                  <a:pt x="282" y="81675"/>
                  <a:pt x="282" y="52743"/>
                </a:cubicBezTo>
                <a:cubicBezTo>
                  <a:pt x="282" y="23810"/>
                  <a:pt x="23737" y="355"/>
                  <a:pt x="52670" y="355"/>
                </a:cubicBezTo>
                <a:cubicBezTo>
                  <a:pt x="81602" y="355"/>
                  <a:pt x="105057" y="23810"/>
                  <a:pt x="105057" y="52743"/>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109">
            <a:extLst>
              <a:ext uri="{FF2B5EF4-FFF2-40B4-BE49-F238E27FC236}">
                <a16:creationId xmlns:a16="http://schemas.microsoft.com/office/drawing/2014/main" id="{99154A8A-4A05-8145-B006-07F949674864}"/>
              </a:ext>
            </a:extLst>
          </p:cNvPr>
          <p:cNvSpPr/>
          <p:nvPr/>
        </p:nvSpPr>
        <p:spPr>
          <a:xfrm rot="10800000" flipV="1">
            <a:off x="2758905" y="4194577"/>
            <a:ext cx="83820" cy="83820"/>
          </a:xfrm>
          <a:custGeom>
            <a:avLst/>
            <a:gdLst>
              <a:gd name="connsiteX0" fmla="*/ 105057 w 104775"/>
              <a:gd name="connsiteY0" fmla="*/ 52878 h 104775"/>
              <a:gd name="connsiteX1" fmla="*/ 52670 w 104775"/>
              <a:gd name="connsiteY1" fmla="*/ 105265 h 104775"/>
              <a:gd name="connsiteX2" fmla="*/ 282 w 104775"/>
              <a:gd name="connsiteY2" fmla="*/ 52878 h 104775"/>
              <a:gd name="connsiteX3" fmla="*/ 52670 w 104775"/>
              <a:gd name="connsiteY3" fmla="*/ 490 h 104775"/>
              <a:gd name="connsiteX4" fmla="*/ 105057 w 104775"/>
              <a:gd name="connsiteY4" fmla="*/ 52878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5057" y="52878"/>
                </a:moveTo>
                <a:cubicBezTo>
                  <a:pt x="105057" y="81810"/>
                  <a:pt x="81602" y="105265"/>
                  <a:pt x="52670" y="105265"/>
                </a:cubicBezTo>
                <a:cubicBezTo>
                  <a:pt x="23737" y="105265"/>
                  <a:pt x="282" y="81810"/>
                  <a:pt x="282" y="52878"/>
                </a:cubicBezTo>
                <a:cubicBezTo>
                  <a:pt x="282" y="23945"/>
                  <a:pt x="23737" y="490"/>
                  <a:pt x="52670" y="490"/>
                </a:cubicBezTo>
                <a:cubicBezTo>
                  <a:pt x="81602" y="490"/>
                  <a:pt x="105057" y="23945"/>
                  <a:pt x="105057" y="52878"/>
                </a:cubicBezTo>
                <a:close/>
              </a:path>
            </a:pathLst>
          </a:custGeom>
          <a:noFill/>
          <a:ln w="9525" cap="flat">
            <a:solidFill>
              <a:schemeClr val="accent1">
                <a:lumMod val="100000"/>
              </a:schemeClr>
            </a:solid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110">
            <a:extLst>
              <a:ext uri="{FF2B5EF4-FFF2-40B4-BE49-F238E27FC236}">
                <a16:creationId xmlns:a16="http://schemas.microsoft.com/office/drawing/2014/main" id="{6422F7B2-9D2E-8443-891C-A772E7430016}"/>
              </a:ext>
            </a:extLst>
          </p:cNvPr>
          <p:cNvSpPr/>
          <p:nvPr/>
        </p:nvSpPr>
        <p:spPr>
          <a:xfrm rot="10800000" flipV="1">
            <a:off x="2846535" y="3203977"/>
            <a:ext cx="1036320" cy="7620"/>
          </a:xfrm>
          <a:custGeom>
            <a:avLst/>
            <a:gdLst>
              <a:gd name="connsiteX0" fmla="*/ 288 w 1295400"/>
              <a:gd name="connsiteY0" fmla="*/ 355 h 9525"/>
              <a:gd name="connsiteX1" fmla="*/ 1295688 w 1295400"/>
              <a:gd name="connsiteY1" fmla="*/ 355 h 9525"/>
            </a:gdLst>
            <a:ahLst/>
            <a:cxnLst>
              <a:cxn ang="0">
                <a:pos x="connsiteX0" y="connsiteY0"/>
              </a:cxn>
              <a:cxn ang="0">
                <a:pos x="connsiteX1" y="connsiteY1"/>
              </a:cxn>
            </a:cxnLst>
            <a:rect l="l" t="t" r="r" b="b"/>
            <a:pathLst>
              <a:path w="1295400" h="9525">
                <a:moveTo>
                  <a:pt x="288" y="355"/>
                </a:moveTo>
                <a:lnTo>
                  <a:pt x="1295688" y="355"/>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111">
            <a:extLst>
              <a:ext uri="{FF2B5EF4-FFF2-40B4-BE49-F238E27FC236}">
                <a16:creationId xmlns:a16="http://schemas.microsoft.com/office/drawing/2014/main" id="{F61DE0E5-112B-8C4D-9E34-0B40CD25A92A}"/>
              </a:ext>
            </a:extLst>
          </p:cNvPr>
          <p:cNvSpPr/>
          <p:nvPr/>
        </p:nvSpPr>
        <p:spPr>
          <a:xfrm rot="13435629" flipV="1">
            <a:off x="2647891" y="2705932"/>
            <a:ext cx="1438891" cy="7620"/>
          </a:xfrm>
          <a:custGeom>
            <a:avLst/>
            <a:gdLst>
              <a:gd name="connsiteX0" fmla="*/ 262 w 1798614"/>
              <a:gd name="connsiteY0" fmla="*/ 290 h 9525"/>
              <a:gd name="connsiteX1" fmla="*/ 1798876 w 1798614"/>
              <a:gd name="connsiteY1" fmla="*/ 290 h 9525"/>
            </a:gdLst>
            <a:ahLst/>
            <a:cxnLst>
              <a:cxn ang="0">
                <a:pos x="connsiteX0" y="connsiteY0"/>
              </a:cxn>
              <a:cxn ang="0">
                <a:pos x="connsiteX1" y="connsiteY1"/>
              </a:cxn>
            </a:cxnLst>
            <a:rect l="l" t="t" r="r" b="b"/>
            <a:pathLst>
              <a:path w="1798614" h="9525">
                <a:moveTo>
                  <a:pt x="262" y="290"/>
                </a:moveTo>
                <a:lnTo>
                  <a:pt x="1798876" y="29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112">
            <a:extLst>
              <a:ext uri="{FF2B5EF4-FFF2-40B4-BE49-F238E27FC236}">
                <a16:creationId xmlns:a16="http://schemas.microsoft.com/office/drawing/2014/main" id="{95DA7E12-073A-6A40-B3CF-23CBC99A6174}"/>
              </a:ext>
            </a:extLst>
          </p:cNvPr>
          <p:cNvSpPr/>
          <p:nvPr/>
        </p:nvSpPr>
        <p:spPr>
          <a:xfrm rot="8190788" flipV="1">
            <a:off x="2647891" y="3696513"/>
            <a:ext cx="1428361" cy="7620"/>
          </a:xfrm>
          <a:custGeom>
            <a:avLst/>
            <a:gdLst>
              <a:gd name="connsiteX0" fmla="*/ 262 w 1785451"/>
              <a:gd name="connsiteY0" fmla="*/ 420 h 9525"/>
              <a:gd name="connsiteX1" fmla="*/ 1785713 w 1785451"/>
              <a:gd name="connsiteY1" fmla="*/ 420 h 9525"/>
            </a:gdLst>
            <a:ahLst/>
            <a:cxnLst>
              <a:cxn ang="0">
                <a:pos x="connsiteX0" y="connsiteY0"/>
              </a:cxn>
              <a:cxn ang="0">
                <a:pos x="connsiteX1" y="connsiteY1"/>
              </a:cxn>
            </a:cxnLst>
            <a:rect l="l" t="t" r="r" b="b"/>
            <a:pathLst>
              <a:path w="1785451" h="9525">
                <a:moveTo>
                  <a:pt x="262" y="420"/>
                </a:moveTo>
                <a:lnTo>
                  <a:pt x="1785713" y="420"/>
                </a:lnTo>
              </a:path>
            </a:pathLst>
          </a:custGeom>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113">
            <a:extLst>
              <a:ext uri="{FF2B5EF4-FFF2-40B4-BE49-F238E27FC236}">
                <a16:creationId xmlns:a16="http://schemas.microsoft.com/office/drawing/2014/main" id="{B828B129-AD8D-F742-B95E-AC6733C47F77}"/>
              </a:ext>
            </a:extLst>
          </p:cNvPr>
          <p:cNvSpPr/>
          <p:nvPr/>
        </p:nvSpPr>
        <p:spPr>
          <a:xfrm rot="10800000" flipV="1">
            <a:off x="3837135" y="3154447"/>
            <a:ext cx="91440" cy="91440"/>
          </a:xfrm>
          <a:custGeom>
            <a:avLst/>
            <a:gdLst>
              <a:gd name="connsiteX0" fmla="*/ 114724 w 114300"/>
              <a:gd name="connsiteY0" fmla="*/ 57504 h 114300"/>
              <a:gd name="connsiteX1" fmla="*/ 57574 w 114300"/>
              <a:gd name="connsiteY1" fmla="*/ 114654 h 114300"/>
              <a:gd name="connsiteX2" fmla="*/ 424 w 114300"/>
              <a:gd name="connsiteY2" fmla="*/ 57504 h 114300"/>
              <a:gd name="connsiteX3" fmla="*/ 57574 w 114300"/>
              <a:gd name="connsiteY3" fmla="*/ 354 h 114300"/>
              <a:gd name="connsiteX4" fmla="*/ 114724 w 114300"/>
              <a:gd name="connsiteY4" fmla="*/ 57504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724" y="57504"/>
                </a:moveTo>
                <a:cubicBezTo>
                  <a:pt x="114724" y="89067"/>
                  <a:pt x="89137" y="114654"/>
                  <a:pt x="57574" y="114654"/>
                </a:cubicBezTo>
                <a:cubicBezTo>
                  <a:pt x="26011" y="114654"/>
                  <a:pt x="424" y="89067"/>
                  <a:pt x="424" y="57504"/>
                </a:cubicBezTo>
                <a:cubicBezTo>
                  <a:pt x="424" y="25941"/>
                  <a:pt x="26011" y="354"/>
                  <a:pt x="57574" y="354"/>
                </a:cubicBezTo>
                <a:cubicBezTo>
                  <a:pt x="89137" y="354"/>
                  <a:pt x="114724" y="25941"/>
                  <a:pt x="114724" y="57504"/>
                </a:cubicBezTo>
                <a:close/>
              </a:path>
            </a:pathLst>
          </a:custGeom>
          <a:solidFill>
            <a:schemeClr val="accent1">
              <a:lumMod val="100000"/>
            </a:schemeClr>
          </a:solidFill>
          <a:ln w="9525" cap="flat">
            <a:noFill/>
            <a:prstDash val="solid"/>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116">
            <a:extLst>
              <a:ext uri="{FF2B5EF4-FFF2-40B4-BE49-F238E27FC236}">
                <a16:creationId xmlns:a16="http://schemas.microsoft.com/office/drawing/2014/main" id="{304E581C-C8BB-0D4C-A381-DB4FFFEA62F3}"/>
              </a:ext>
            </a:extLst>
          </p:cNvPr>
          <p:cNvSpPr/>
          <p:nvPr/>
        </p:nvSpPr>
        <p:spPr>
          <a:xfrm>
            <a:off x="655785" y="1998747"/>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120">
            <a:extLst>
              <a:ext uri="{FF2B5EF4-FFF2-40B4-BE49-F238E27FC236}">
                <a16:creationId xmlns:a16="http://schemas.microsoft.com/office/drawing/2014/main" id="{D063F77F-D0B7-6740-8F6B-FDBEB3DCAB36}"/>
              </a:ext>
            </a:extLst>
          </p:cNvPr>
          <p:cNvSpPr/>
          <p:nvPr/>
        </p:nvSpPr>
        <p:spPr>
          <a:xfrm>
            <a:off x="655785" y="3050307"/>
            <a:ext cx="1981200" cy="52705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122">
            <a:extLst>
              <a:ext uri="{FF2B5EF4-FFF2-40B4-BE49-F238E27FC236}">
                <a16:creationId xmlns:a16="http://schemas.microsoft.com/office/drawing/2014/main" id="{E3E6207A-EAAC-B340-A3AE-DBC1D2AD748C}"/>
              </a:ext>
            </a:extLst>
          </p:cNvPr>
          <p:cNvSpPr/>
          <p:nvPr/>
        </p:nvSpPr>
        <p:spPr>
          <a:xfrm>
            <a:off x="655785" y="4101867"/>
            <a:ext cx="1981200" cy="52705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Object59">
            <a:extLst>
              <a:ext uri="{FF2B5EF4-FFF2-40B4-BE49-F238E27FC236}">
                <a16:creationId xmlns:a16="http://schemas.microsoft.com/office/drawing/2014/main" id="{2B8A72F5-A6FF-F84A-B2E5-4BE5C883A64E}"/>
              </a:ext>
            </a:extLst>
          </p:cNvPr>
          <p:cNvSpPr/>
          <p:nvPr/>
        </p:nvSpPr>
        <p:spPr>
          <a:xfrm>
            <a:off x="1040595" y="2045241"/>
            <a:ext cx="1295400" cy="213360"/>
          </a:xfrm>
          <a:prstGeom prst="rect">
            <a:avLst/>
          </a:prstGeom>
          <a:noFill/>
          <a:ln/>
        </p:spPr>
        <p:txBody>
          <a:bodyPr wrap="square" lIns="0" tIns="0" rIns="0" bIns="0" rtlCol="0" anchor="t"/>
          <a:lstStyle/>
          <a:p>
            <a:pPr algn="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格式塔布局</a:t>
            </a:r>
          </a:p>
        </p:txBody>
      </p:sp>
      <p:sp>
        <p:nvSpPr>
          <p:cNvPr id="63" name="Object61">
            <a:extLst>
              <a:ext uri="{FF2B5EF4-FFF2-40B4-BE49-F238E27FC236}">
                <a16:creationId xmlns:a16="http://schemas.microsoft.com/office/drawing/2014/main" id="{E18D58E9-28C7-774F-9627-E8474721CCF4}"/>
              </a:ext>
            </a:extLst>
          </p:cNvPr>
          <p:cNvSpPr/>
          <p:nvPr/>
        </p:nvSpPr>
        <p:spPr>
          <a:xfrm>
            <a:off x="804375" y="2296701"/>
            <a:ext cx="1531620" cy="152400"/>
          </a:xfrm>
          <a:prstGeom prst="rect">
            <a:avLst/>
          </a:prstGeom>
          <a:noFill/>
          <a:ln/>
        </p:spPr>
        <p:txBody>
          <a:bodyPr wrap="square" lIns="0" tIns="0" rIns="0" bIns="0" rtlCol="0" anchor="t"/>
          <a:lstStyle/>
          <a:p>
            <a:pPr algn="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原型设计界面规矩化处理</a:t>
            </a:r>
          </a:p>
        </p:txBody>
      </p:sp>
      <p:sp>
        <p:nvSpPr>
          <p:cNvPr id="69" name="Object67">
            <a:extLst>
              <a:ext uri="{FF2B5EF4-FFF2-40B4-BE49-F238E27FC236}">
                <a16:creationId xmlns:a16="http://schemas.microsoft.com/office/drawing/2014/main" id="{85E8080F-659E-0647-A891-D9A7BD4C1DD2}"/>
              </a:ext>
            </a:extLst>
          </p:cNvPr>
          <p:cNvSpPr/>
          <p:nvPr/>
        </p:nvSpPr>
        <p:spPr>
          <a:xfrm>
            <a:off x="1040595" y="3096801"/>
            <a:ext cx="1295400" cy="213360"/>
          </a:xfrm>
          <a:prstGeom prst="rect">
            <a:avLst/>
          </a:prstGeom>
          <a:noFill/>
          <a:ln/>
        </p:spPr>
        <p:txBody>
          <a:bodyPr wrap="square" lIns="0" tIns="0" rIns="0" bIns="0" rtlCol="0" anchor="t"/>
          <a:lstStyle/>
          <a:p>
            <a:pPr algn="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品质感塑造</a:t>
            </a:r>
          </a:p>
        </p:txBody>
      </p:sp>
      <p:sp>
        <p:nvSpPr>
          <p:cNvPr id="71" name="Object69">
            <a:extLst>
              <a:ext uri="{FF2B5EF4-FFF2-40B4-BE49-F238E27FC236}">
                <a16:creationId xmlns:a16="http://schemas.microsoft.com/office/drawing/2014/main" id="{FBFFB6CC-2EAF-4C45-AC68-7FBC296832C3}"/>
              </a:ext>
            </a:extLst>
          </p:cNvPr>
          <p:cNvSpPr/>
          <p:nvPr/>
        </p:nvSpPr>
        <p:spPr>
          <a:xfrm>
            <a:off x="1040595" y="4148361"/>
            <a:ext cx="1295400" cy="213360"/>
          </a:xfrm>
          <a:prstGeom prst="rect">
            <a:avLst/>
          </a:prstGeom>
          <a:noFill/>
          <a:ln/>
        </p:spPr>
        <p:txBody>
          <a:bodyPr wrap="square" lIns="0" tIns="0" rIns="0" bIns="0" rtlCol="0" anchor="t"/>
          <a:lstStyle/>
          <a:p>
            <a:pPr algn="r" defTabSz="731520">
              <a:lnSpc>
                <a:spcPts val="1680"/>
              </a:lnSpc>
            </a:pP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规范性走查</a:t>
            </a:r>
          </a:p>
        </p:txBody>
      </p:sp>
      <p:sp>
        <p:nvSpPr>
          <p:cNvPr id="73" name="Object71">
            <a:extLst>
              <a:ext uri="{FF2B5EF4-FFF2-40B4-BE49-F238E27FC236}">
                <a16:creationId xmlns:a16="http://schemas.microsoft.com/office/drawing/2014/main" id="{00ADECE2-529C-1A47-846E-A841D3689FF0}"/>
              </a:ext>
            </a:extLst>
          </p:cNvPr>
          <p:cNvSpPr/>
          <p:nvPr/>
        </p:nvSpPr>
        <p:spPr>
          <a:xfrm>
            <a:off x="804375" y="3348261"/>
            <a:ext cx="1531620" cy="152400"/>
          </a:xfrm>
          <a:prstGeom prst="rect">
            <a:avLst/>
          </a:prstGeom>
          <a:noFill/>
          <a:ln/>
        </p:spPr>
        <p:txBody>
          <a:bodyPr wrap="square" lIns="0" tIns="0" rIns="0" bIns="0" rtlCol="0" anchor="t"/>
          <a:lstStyle/>
          <a:p>
            <a:pPr algn="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深入刻画界面主观控制元素</a:t>
            </a:r>
          </a:p>
        </p:txBody>
      </p:sp>
      <p:sp>
        <p:nvSpPr>
          <p:cNvPr id="75" name="Object73">
            <a:extLst>
              <a:ext uri="{FF2B5EF4-FFF2-40B4-BE49-F238E27FC236}">
                <a16:creationId xmlns:a16="http://schemas.microsoft.com/office/drawing/2014/main" id="{1CCC1A35-171C-A543-9E3C-306C835EB176}"/>
              </a:ext>
            </a:extLst>
          </p:cNvPr>
          <p:cNvSpPr/>
          <p:nvPr/>
        </p:nvSpPr>
        <p:spPr>
          <a:xfrm>
            <a:off x="804375" y="4399821"/>
            <a:ext cx="1531620" cy="152400"/>
          </a:xfrm>
          <a:prstGeom prst="rect">
            <a:avLst/>
          </a:prstGeom>
          <a:noFill/>
          <a:ln/>
        </p:spPr>
        <p:txBody>
          <a:bodyPr wrap="square" lIns="0" tIns="0" rIns="0" bIns="0" rtlCol="0" anchor="t"/>
          <a:lstStyle/>
          <a:p>
            <a:pPr algn="r" defTabSz="731520">
              <a:lnSpc>
                <a:spcPts val="1176"/>
              </a:lnSpc>
            </a:pPr>
            <a:r>
              <a:rPr lang="en-US" sz="84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设计语言统一规范化走查</a:t>
            </a:r>
          </a:p>
        </p:txBody>
      </p:sp>
      <p:sp>
        <p:nvSpPr>
          <p:cNvPr id="83" name="Object29">
            <a:extLst>
              <a:ext uri="{FF2B5EF4-FFF2-40B4-BE49-F238E27FC236}">
                <a16:creationId xmlns:a16="http://schemas.microsoft.com/office/drawing/2014/main" id="{81B09DEB-8883-654D-8C3E-180655CC947A}"/>
              </a:ext>
            </a:extLst>
          </p:cNvPr>
          <p:cNvSpPr/>
          <p:nvPr/>
        </p:nvSpPr>
        <p:spPr>
          <a:xfrm>
            <a:off x="3819531" y="2167677"/>
            <a:ext cx="1538931" cy="487680"/>
          </a:xfrm>
          <a:prstGeom prst="rect">
            <a:avLst/>
          </a:prstGeom>
          <a:ln w="12700">
            <a:miter lim="400000"/>
          </a:ln>
        </p:spPr>
        <p:txBody>
          <a:bodyPr wrap="none" lIns="25400" tIns="25400" rIns="25400" bIns="25400" anchor="ctr">
            <a:noAutofit/>
          </a:bodyPr>
          <a:lstStyle/>
          <a:p>
            <a:pPr algn="ctr" defTabSz="1219169"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开启</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169"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视觉基础体验合理</a:t>
            </a:r>
            <a:endParaRPr 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114">
            <a:extLst>
              <a:ext uri="{FF2B5EF4-FFF2-40B4-BE49-F238E27FC236}">
                <a16:creationId xmlns:a16="http://schemas.microsoft.com/office/drawing/2014/main" id="{8ECD31E9-985C-2643-8530-6023CBFB89C2}"/>
              </a:ext>
            </a:extLst>
          </p:cNvPr>
          <p:cNvSpPr/>
          <p:nvPr/>
        </p:nvSpPr>
        <p:spPr>
          <a:xfrm>
            <a:off x="5645119" y="3185094"/>
            <a:ext cx="1264007" cy="5270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52">
            <a:extLst>
              <a:ext uri="{FF2B5EF4-FFF2-40B4-BE49-F238E27FC236}">
                <a16:creationId xmlns:a16="http://schemas.microsoft.com/office/drawing/2014/main" id="{96455A26-3915-0B43-9EED-CDC5FF17C991}"/>
              </a:ext>
            </a:extLst>
          </p:cNvPr>
          <p:cNvSpPr/>
          <p:nvPr/>
        </p:nvSpPr>
        <p:spPr>
          <a:xfrm>
            <a:off x="5837321" y="3337380"/>
            <a:ext cx="879603" cy="222478"/>
          </a:xfrm>
          <a:prstGeom prst="rect">
            <a:avLst/>
          </a:prstGeom>
          <a:noFill/>
          <a:ln/>
        </p:spPr>
        <p:txBody>
          <a:bodyPr wrap="square" lIns="0" tIns="0" rIns="0" bIns="0" rtlCol="0" anchor="ctr"/>
          <a:lstStyle/>
          <a:p>
            <a:pPr algn="ctr" defTabSz="731520"/>
            <a:r>
              <a:rPr lang="en-US" sz="1600"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核心内容</a:t>
            </a:r>
            <a:endParaRPr lang="en-US" sz="16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9" name="Object29">
            <a:extLst>
              <a:ext uri="{FF2B5EF4-FFF2-40B4-BE49-F238E27FC236}">
                <a16:creationId xmlns:a16="http://schemas.microsoft.com/office/drawing/2014/main" id="{1231703C-3EE7-E042-B094-B9DE34A1205A}"/>
              </a:ext>
            </a:extLst>
          </p:cNvPr>
          <p:cNvSpPr/>
          <p:nvPr/>
        </p:nvSpPr>
        <p:spPr>
          <a:xfrm>
            <a:off x="5566126" y="5767111"/>
            <a:ext cx="1797682" cy="487680"/>
          </a:xfrm>
          <a:prstGeom prst="rect">
            <a:avLst/>
          </a:prstGeom>
          <a:ln w="12700">
            <a:miter lim="400000"/>
          </a:ln>
        </p:spPr>
        <p:txBody>
          <a:bodyPr wrap="none" lIns="25400" tIns="25400" rIns="25400" bIns="25400" anchor="ctr">
            <a:noAutofit/>
          </a:bodyPr>
          <a:lstStyle/>
          <a:p>
            <a:pPr algn="ctr" defTabSz="1219169"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离开</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169"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加深产品品牌印象促进留存</a:t>
            </a:r>
            <a:endParaRPr 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a:extLst>
              <a:ext uri="{FF2B5EF4-FFF2-40B4-BE49-F238E27FC236}">
                <a16:creationId xmlns:a16="http://schemas.microsoft.com/office/drawing/2014/main" id="{55DA5066-BFB1-D54F-B5B7-7A3AAF7A07E9}"/>
              </a:ext>
            </a:extLst>
          </p:cNvPr>
          <p:cNvSpPr/>
          <p:nvPr/>
        </p:nvSpPr>
        <p:spPr>
          <a:xfrm>
            <a:off x="6604920" y="1202127"/>
            <a:ext cx="1538931" cy="487680"/>
          </a:xfrm>
          <a:prstGeom prst="rect">
            <a:avLst/>
          </a:prstGeom>
          <a:ln w="12700">
            <a:miter lim="400000"/>
          </a:ln>
        </p:spPr>
        <p:txBody>
          <a:bodyPr wrap="none" lIns="25400" tIns="25400" rIns="25400" bIns="25400" anchor="ctr">
            <a:noAutofit/>
          </a:bodyPr>
          <a:lstStyle/>
          <a:p>
            <a:pPr algn="ctr" defTabSz="1219169"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解决</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169"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让高效的获取有效内容</a:t>
            </a:r>
            <a:endParaRPr 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三角形 97">
            <a:extLst>
              <a:ext uri="{FF2B5EF4-FFF2-40B4-BE49-F238E27FC236}">
                <a16:creationId xmlns:a16="http://schemas.microsoft.com/office/drawing/2014/main" id="{B4683C73-1A50-9449-AE37-F7FAA0829891}"/>
              </a:ext>
            </a:extLst>
          </p:cNvPr>
          <p:cNvSpPr/>
          <p:nvPr/>
        </p:nvSpPr>
        <p:spPr>
          <a:xfrm rot="18900000">
            <a:off x="5111495" y="4301735"/>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三角形 99">
            <a:extLst>
              <a:ext uri="{FF2B5EF4-FFF2-40B4-BE49-F238E27FC236}">
                <a16:creationId xmlns:a16="http://schemas.microsoft.com/office/drawing/2014/main" id="{11952430-8D25-9348-97C6-645D5C771807}"/>
              </a:ext>
            </a:extLst>
          </p:cNvPr>
          <p:cNvSpPr/>
          <p:nvPr/>
        </p:nvSpPr>
        <p:spPr>
          <a:xfrm rot="3600000">
            <a:off x="5600312" y="2095212"/>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三角形 100">
            <a:extLst>
              <a:ext uri="{FF2B5EF4-FFF2-40B4-BE49-F238E27FC236}">
                <a16:creationId xmlns:a16="http://schemas.microsoft.com/office/drawing/2014/main" id="{A0D19778-9B82-F94C-99A6-6CBC4DA024DF}"/>
              </a:ext>
            </a:extLst>
          </p:cNvPr>
          <p:cNvSpPr/>
          <p:nvPr/>
        </p:nvSpPr>
        <p:spPr>
          <a:xfrm rot="11700000">
            <a:off x="7541922" y="3888751"/>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a:extLst>
              <a:ext uri="{FF2B5EF4-FFF2-40B4-BE49-F238E27FC236}">
                <a16:creationId xmlns:a16="http://schemas.microsoft.com/office/drawing/2014/main" id="{7EF16BA8-211A-E9E8-AECA-17E4A68FCCCE}"/>
              </a:ext>
            </a:extLst>
          </p:cNvPr>
          <p:cNvGrpSpPr/>
          <p:nvPr/>
        </p:nvGrpSpPr>
        <p:grpSpPr>
          <a:xfrm>
            <a:off x="750190" y="2139305"/>
            <a:ext cx="273412" cy="273412"/>
            <a:chOff x="1165523" y="-209359"/>
            <a:chExt cx="618176" cy="618176"/>
          </a:xfrm>
        </p:grpSpPr>
        <p:sp>
          <p:nvSpPr>
            <p:cNvPr id="3" name="椭圆 2">
              <a:extLst>
                <a:ext uri="{FF2B5EF4-FFF2-40B4-BE49-F238E27FC236}">
                  <a16:creationId xmlns:a16="http://schemas.microsoft.com/office/drawing/2014/main" id="{4EC9AB22-FE4D-9604-7B06-F68C0A77018B}"/>
                </a:ext>
              </a:extLst>
            </p:cNvPr>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 name="图形 2">
              <a:extLst>
                <a:ext uri="{FF2B5EF4-FFF2-40B4-BE49-F238E27FC236}">
                  <a16:creationId xmlns:a16="http://schemas.microsoft.com/office/drawing/2014/main" id="{422FD3D4-A229-856B-A526-0D59461692EB}"/>
                </a:ext>
              </a:extLst>
            </p:cNvPr>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5" name="任意多边形: 形状 4">
                <a:extLst>
                  <a:ext uri="{FF2B5EF4-FFF2-40B4-BE49-F238E27FC236}">
                    <a16:creationId xmlns:a16="http://schemas.microsoft.com/office/drawing/2014/main" id="{F1DDBB75-302F-C554-AD0E-DE88490A698D}"/>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a:extLst>
                  <a:ext uri="{FF2B5EF4-FFF2-40B4-BE49-F238E27FC236}">
                    <a16:creationId xmlns:a16="http://schemas.microsoft.com/office/drawing/2014/main" id="{F271EB93-A874-E26D-EE53-D0472B95F1BC}"/>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7" name="任意多边形: 形状 6">
                <a:extLst>
                  <a:ext uri="{FF2B5EF4-FFF2-40B4-BE49-F238E27FC236}">
                    <a16:creationId xmlns:a16="http://schemas.microsoft.com/office/drawing/2014/main" id="{9E6287E5-461F-390C-35AB-5A8500C09D35}"/>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9" name="图形 2">
                <a:extLst>
                  <a:ext uri="{FF2B5EF4-FFF2-40B4-BE49-F238E27FC236}">
                    <a16:creationId xmlns:a16="http://schemas.microsoft.com/office/drawing/2014/main" id="{B2589AA5-72CF-4053-72B8-FAB84306CE5D}"/>
                  </a:ext>
                </a:extLst>
              </p:cNvPr>
              <p:cNvGrpSpPr/>
              <p:nvPr/>
            </p:nvGrpSpPr>
            <p:grpSpPr>
              <a:xfrm>
                <a:off x="3318475" y="356830"/>
                <a:ext cx="411548" cy="147447"/>
                <a:chOff x="3318475" y="356830"/>
                <a:chExt cx="411548" cy="147447"/>
              </a:xfrm>
              <a:grpFill/>
            </p:grpSpPr>
            <p:sp>
              <p:nvSpPr>
                <p:cNvPr id="10" name="任意多边形: 形状 9">
                  <a:extLst>
                    <a:ext uri="{FF2B5EF4-FFF2-40B4-BE49-F238E27FC236}">
                      <a16:creationId xmlns:a16="http://schemas.microsoft.com/office/drawing/2014/main" id="{2C2F108D-01C8-5B69-D097-F2E48FC80818}"/>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1" name="任意多边形: 形状 10">
                  <a:extLst>
                    <a:ext uri="{FF2B5EF4-FFF2-40B4-BE49-F238E27FC236}">
                      <a16:creationId xmlns:a16="http://schemas.microsoft.com/office/drawing/2014/main" id="{5309ACA1-0B24-FCC2-49B5-562EF6888CCB}"/>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12" name="组合 11">
            <a:extLst>
              <a:ext uri="{FF2B5EF4-FFF2-40B4-BE49-F238E27FC236}">
                <a16:creationId xmlns:a16="http://schemas.microsoft.com/office/drawing/2014/main" id="{E00AE9CE-1528-F7D0-0EC5-4030EA72F18B}"/>
              </a:ext>
            </a:extLst>
          </p:cNvPr>
          <p:cNvGrpSpPr/>
          <p:nvPr/>
        </p:nvGrpSpPr>
        <p:grpSpPr>
          <a:xfrm>
            <a:off x="750190" y="3169791"/>
            <a:ext cx="273412" cy="273412"/>
            <a:chOff x="4688995" y="-209359"/>
            <a:chExt cx="618176" cy="618176"/>
          </a:xfrm>
        </p:grpSpPr>
        <p:sp>
          <p:nvSpPr>
            <p:cNvPr id="14" name="椭圆 13">
              <a:extLst>
                <a:ext uri="{FF2B5EF4-FFF2-40B4-BE49-F238E27FC236}">
                  <a16:creationId xmlns:a16="http://schemas.microsoft.com/office/drawing/2014/main" id="{BF3EDFC7-F1C2-8111-F2B1-77E8F14026CD}"/>
                </a:ext>
              </a:extLst>
            </p:cNvPr>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 name="图形 2">
              <a:extLst>
                <a:ext uri="{FF2B5EF4-FFF2-40B4-BE49-F238E27FC236}">
                  <a16:creationId xmlns:a16="http://schemas.microsoft.com/office/drawing/2014/main" id="{BC95AB99-6CFB-D2BB-14BE-63E227DF6AFD}"/>
                </a:ext>
              </a:extLst>
            </p:cNvPr>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6" name="图形 2">
                <a:extLst>
                  <a:ext uri="{FF2B5EF4-FFF2-40B4-BE49-F238E27FC236}">
                    <a16:creationId xmlns:a16="http://schemas.microsoft.com/office/drawing/2014/main" id="{EA9CE23B-7C14-8929-FA0C-269CF4125B01}"/>
                  </a:ext>
                </a:extLst>
              </p:cNvPr>
              <p:cNvGrpSpPr/>
              <p:nvPr/>
            </p:nvGrpSpPr>
            <p:grpSpPr>
              <a:xfrm>
                <a:off x="8040885" y="2227778"/>
                <a:ext cx="850117" cy="687943"/>
                <a:chOff x="8040885" y="2227778"/>
                <a:chExt cx="850117" cy="687943"/>
              </a:xfrm>
              <a:grpFill/>
            </p:grpSpPr>
            <p:sp>
              <p:nvSpPr>
                <p:cNvPr id="19" name="任意多边形: 形状 18">
                  <a:extLst>
                    <a:ext uri="{FF2B5EF4-FFF2-40B4-BE49-F238E27FC236}">
                      <a16:creationId xmlns:a16="http://schemas.microsoft.com/office/drawing/2014/main" id="{F1A988DF-2278-1029-D2F9-6A7885762AF5}"/>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20" name="图形 2">
                  <a:extLst>
                    <a:ext uri="{FF2B5EF4-FFF2-40B4-BE49-F238E27FC236}">
                      <a16:creationId xmlns:a16="http://schemas.microsoft.com/office/drawing/2014/main" id="{D2E1F0C5-8AF5-FE0B-BF06-BDD00BDE504B}"/>
                    </a:ext>
                  </a:extLst>
                </p:cNvPr>
                <p:cNvGrpSpPr/>
                <p:nvPr/>
              </p:nvGrpSpPr>
              <p:grpSpPr>
                <a:xfrm>
                  <a:off x="8058228" y="2720817"/>
                  <a:ext cx="815424" cy="87465"/>
                  <a:chOff x="8058228" y="2720817"/>
                  <a:chExt cx="815424" cy="87465"/>
                </a:xfrm>
                <a:grpFill/>
              </p:grpSpPr>
              <p:sp>
                <p:nvSpPr>
                  <p:cNvPr id="77" name="任意多边形: 形状 76">
                    <a:extLst>
                      <a:ext uri="{FF2B5EF4-FFF2-40B4-BE49-F238E27FC236}">
                        <a16:creationId xmlns:a16="http://schemas.microsoft.com/office/drawing/2014/main" id="{ACCCDB32-2FE3-EF87-1539-DE7117B56A8A}"/>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1715AF3E-437D-AE1C-39B6-935BD29A8263}"/>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22" name="图形 2">
                  <a:extLst>
                    <a:ext uri="{FF2B5EF4-FFF2-40B4-BE49-F238E27FC236}">
                      <a16:creationId xmlns:a16="http://schemas.microsoft.com/office/drawing/2014/main" id="{4A03A66B-E039-0229-B512-2F104E5488E7}"/>
                    </a:ext>
                  </a:extLst>
                </p:cNvPr>
                <p:cNvGrpSpPr/>
                <p:nvPr/>
              </p:nvGrpSpPr>
              <p:grpSpPr>
                <a:xfrm>
                  <a:off x="8375359" y="2800112"/>
                  <a:ext cx="181153" cy="98266"/>
                  <a:chOff x="8375359" y="2800112"/>
                  <a:chExt cx="181153" cy="98266"/>
                </a:xfrm>
                <a:grpFill/>
              </p:grpSpPr>
              <p:sp>
                <p:nvSpPr>
                  <p:cNvPr id="24" name="任意多边形: 形状 23">
                    <a:extLst>
                      <a:ext uri="{FF2B5EF4-FFF2-40B4-BE49-F238E27FC236}">
                        <a16:creationId xmlns:a16="http://schemas.microsoft.com/office/drawing/2014/main" id="{6532E17B-4EA9-5A17-C5EC-8725B60DA2DD}"/>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4" name="任意多边形: 形状 53">
                    <a:extLst>
                      <a:ext uri="{FF2B5EF4-FFF2-40B4-BE49-F238E27FC236}">
                        <a16:creationId xmlns:a16="http://schemas.microsoft.com/office/drawing/2014/main" id="{0C67D5EF-AE25-732F-1BFE-1E4D9433855F}"/>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23" name="任意多边形: 形状 22">
                  <a:extLst>
                    <a:ext uri="{FF2B5EF4-FFF2-40B4-BE49-F238E27FC236}">
                      <a16:creationId xmlns:a16="http://schemas.microsoft.com/office/drawing/2014/main" id="{9ACD4FC3-1002-5241-499D-D2A21862148F}"/>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8" name="任意多边形: 形状 17">
                <a:extLst>
                  <a:ext uri="{FF2B5EF4-FFF2-40B4-BE49-F238E27FC236}">
                    <a16:creationId xmlns:a16="http://schemas.microsoft.com/office/drawing/2014/main" id="{6F9199DB-A94D-AA1D-D27A-6C1182BF1F3B}"/>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79" name="组合 78">
            <a:extLst>
              <a:ext uri="{FF2B5EF4-FFF2-40B4-BE49-F238E27FC236}">
                <a16:creationId xmlns:a16="http://schemas.microsoft.com/office/drawing/2014/main" id="{EEA31D3E-DDA5-E632-95E7-CF53B6A03E72}"/>
              </a:ext>
            </a:extLst>
          </p:cNvPr>
          <p:cNvGrpSpPr/>
          <p:nvPr/>
        </p:nvGrpSpPr>
        <p:grpSpPr>
          <a:xfrm>
            <a:off x="750190" y="4231607"/>
            <a:ext cx="273412" cy="273412"/>
            <a:chOff x="8294219" y="-207325"/>
            <a:chExt cx="618176" cy="618176"/>
          </a:xfrm>
        </p:grpSpPr>
        <p:sp>
          <p:nvSpPr>
            <p:cNvPr id="80" name="椭圆 79">
              <a:extLst>
                <a:ext uri="{FF2B5EF4-FFF2-40B4-BE49-F238E27FC236}">
                  <a16:creationId xmlns:a16="http://schemas.microsoft.com/office/drawing/2014/main" id="{134ECE10-D17C-D0C1-1B03-E228137EA242}"/>
                </a:ext>
              </a:extLst>
            </p:cNvPr>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1" name="图形 2">
              <a:extLst>
                <a:ext uri="{FF2B5EF4-FFF2-40B4-BE49-F238E27FC236}">
                  <a16:creationId xmlns:a16="http://schemas.microsoft.com/office/drawing/2014/main" id="{F1F07137-0C76-C1A7-A01F-88BEFF1E391F}"/>
                </a:ext>
              </a:extLst>
            </p:cNvPr>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82" name="任意多边形: 形状 81">
                <a:extLst>
                  <a:ext uri="{FF2B5EF4-FFF2-40B4-BE49-F238E27FC236}">
                    <a16:creationId xmlns:a16="http://schemas.microsoft.com/office/drawing/2014/main" id="{F1EFE4BE-FF99-334F-6961-A8D145B6641C}"/>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9EEC7616-60F6-EB24-A442-CB0AE7786AB0}"/>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FE0D79A9-0774-3F98-787F-03B30D393480}"/>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7" name="图形 2">
                <a:extLst>
                  <a:ext uri="{FF2B5EF4-FFF2-40B4-BE49-F238E27FC236}">
                    <a16:creationId xmlns:a16="http://schemas.microsoft.com/office/drawing/2014/main" id="{0C3CC5A0-F191-90D0-E6F4-EC6F92D4029B}"/>
                  </a:ext>
                </a:extLst>
              </p:cNvPr>
              <p:cNvGrpSpPr/>
              <p:nvPr/>
            </p:nvGrpSpPr>
            <p:grpSpPr>
              <a:xfrm>
                <a:off x="5372739" y="2423233"/>
                <a:ext cx="133924" cy="191216"/>
                <a:chOff x="5372739" y="2423233"/>
                <a:chExt cx="133924" cy="191216"/>
              </a:xfrm>
              <a:grpFill/>
            </p:grpSpPr>
            <p:sp>
              <p:nvSpPr>
                <p:cNvPr id="91" name="任意多边形: 形状 90">
                  <a:extLst>
                    <a:ext uri="{FF2B5EF4-FFF2-40B4-BE49-F238E27FC236}">
                      <a16:creationId xmlns:a16="http://schemas.microsoft.com/office/drawing/2014/main" id="{A16477B1-2136-AA75-BF54-F40D4C33891A}"/>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92" name="任意多边形: 形状 91">
                  <a:extLst>
                    <a:ext uri="{FF2B5EF4-FFF2-40B4-BE49-F238E27FC236}">
                      <a16:creationId xmlns:a16="http://schemas.microsoft.com/office/drawing/2014/main" id="{BA3C8F55-B833-744B-9C68-E3B2FA794FF9}"/>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93" name="文本框 92">
            <a:extLst>
              <a:ext uri="{FF2B5EF4-FFF2-40B4-BE49-F238E27FC236}">
                <a16:creationId xmlns:a16="http://schemas.microsoft.com/office/drawing/2014/main" id="{C4CDAEBA-F202-56EE-A751-A9BE1581112E}"/>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94" name="矩形 93">
            <a:extLst>
              <a:ext uri="{FF2B5EF4-FFF2-40B4-BE49-F238E27FC236}">
                <a16:creationId xmlns:a16="http://schemas.microsoft.com/office/drawing/2014/main" id="{75EC4B30-DBE6-4332-60C4-65A63002775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a:extLst>
              <a:ext uri="{FF2B5EF4-FFF2-40B4-BE49-F238E27FC236}">
                <a16:creationId xmlns:a16="http://schemas.microsoft.com/office/drawing/2014/main" id="{42135F6E-C48A-7233-718F-CE7AF4D1D38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58571238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矩形: 圆角 114">
            <a:extLst>
              <a:ext uri="{FF2B5EF4-FFF2-40B4-BE49-F238E27FC236}">
                <a16:creationId xmlns:a16="http://schemas.microsoft.com/office/drawing/2014/main" id="{8F803D10-780E-0246-A8A4-B837BDBF7D5E}"/>
              </a:ext>
            </a:extLst>
          </p:cNvPr>
          <p:cNvSpPr/>
          <p:nvPr/>
        </p:nvSpPr>
        <p:spPr>
          <a:xfrm>
            <a:off x="4690149" y="2422744"/>
            <a:ext cx="2544007" cy="2277884"/>
          </a:xfrm>
          <a:prstGeom prst="roundRect">
            <a:avLst>
              <a:gd name="adj" fmla="val 571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57">
            <a:extLst>
              <a:ext uri="{FF2B5EF4-FFF2-40B4-BE49-F238E27FC236}">
                <a16:creationId xmlns:a16="http://schemas.microsoft.com/office/drawing/2014/main" id="{24C4AE30-81D5-EC40-B00F-989FB4C93425}"/>
              </a:ext>
            </a:extLst>
          </p:cNvPr>
          <p:cNvSpPr/>
          <p:nvPr/>
        </p:nvSpPr>
        <p:spPr>
          <a:xfrm>
            <a:off x="5314452" y="3393143"/>
            <a:ext cx="1295400" cy="213360"/>
          </a:xfrm>
          <a:prstGeom prst="rect">
            <a:avLst/>
          </a:prstGeom>
          <a:noFill/>
          <a:ln/>
        </p:spPr>
        <p:txBody>
          <a:bodyPr wrap="square" lIns="0" tIns="0" rIns="0" bIns="0" rtlCol="0" anchor="t"/>
          <a:lstStyle/>
          <a:p>
            <a:pPr algn="ctr" defTabSz="731520">
              <a:lnSpc>
                <a:spcPts val="1680"/>
              </a:lnSpc>
            </a:pPr>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付费体系</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7" name="Object60">
            <a:extLst>
              <a:ext uri="{FF2B5EF4-FFF2-40B4-BE49-F238E27FC236}">
                <a16:creationId xmlns:a16="http://schemas.microsoft.com/office/drawing/2014/main" id="{5446A5C3-7910-3E4C-8986-0BEF3FBE9B19}"/>
              </a:ext>
            </a:extLst>
          </p:cNvPr>
          <p:cNvSpPr/>
          <p:nvPr/>
        </p:nvSpPr>
        <p:spPr>
          <a:xfrm>
            <a:off x="5196342" y="3655399"/>
            <a:ext cx="1531620" cy="279206"/>
          </a:xfrm>
          <a:prstGeom prst="rect">
            <a:avLst/>
          </a:prstGeom>
          <a:noFill/>
          <a:ln/>
        </p:spPr>
        <p:txBody>
          <a:bodyPr wrap="square" lIns="0" tIns="0" rIns="0" bIns="0" rtlCol="0" anchor="t"/>
          <a:lstStyle/>
          <a:p>
            <a:pPr algn="ctr" defTabSz="731520"/>
            <a:r>
              <a:rPr lang="en-US" sz="14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身份体系or权益包</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4" name="组合 23">
            <a:extLst>
              <a:ext uri="{FF2B5EF4-FFF2-40B4-BE49-F238E27FC236}">
                <a16:creationId xmlns:a16="http://schemas.microsoft.com/office/drawing/2014/main" id="{92985F6A-3EDF-ED4B-8617-88E7A787F0EC}"/>
              </a:ext>
            </a:extLst>
          </p:cNvPr>
          <p:cNvGrpSpPr/>
          <p:nvPr/>
        </p:nvGrpSpPr>
        <p:grpSpPr>
          <a:xfrm>
            <a:off x="5325189" y="4177152"/>
            <a:ext cx="1273926" cy="152400"/>
            <a:chOff x="5400477" y="4424200"/>
            <a:chExt cx="1273926" cy="152400"/>
          </a:xfrm>
        </p:grpSpPr>
        <p:sp>
          <p:nvSpPr>
            <p:cNvPr id="91" name="Object60">
              <a:extLst>
                <a:ext uri="{FF2B5EF4-FFF2-40B4-BE49-F238E27FC236}">
                  <a16:creationId xmlns:a16="http://schemas.microsoft.com/office/drawing/2014/main" id="{D69E5776-1166-EF4A-9263-164F09276FBF}"/>
                </a:ext>
              </a:extLst>
            </p:cNvPr>
            <p:cNvSpPr/>
            <p:nvPr/>
          </p:nvSpPr>
          <p:spPr>
            <a:xfrm>
              <a:off x="5517597" y="4424200"/>
              <a:ext cx="1156806" cy="152400"/>
            </a:xfrm>
            <a:prstGeom prst="rect">
              <a:avLst/>
            </a:prstGeom>
            <a:noFill/>
            <a:ln/>
          </p:spPr>
          <p:txBody>
            <a:bodyPr wrap="square" lIns="0" tIns="0" rIns="0" bIns="0" rtlCol="0" anchor="t"/>
            <a:lstStyle/>
            <a:p>
              <a:pPr defTabSz="731520">
                <a:lnSpc>
                  <a:spcPts val="1176"/>
                </a:lnSpc>
              </a:pPr>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飞猪省钱卡项目</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三角形 91">
              <a:extLst>
                <a:ext uri="{FF2B5EF4-FFF2-40B4-BE49-F238E27FC236}">
                  <a16:creationId xmlns:a16="http://schemas.microsoft.com/office/drawing/2014/main" id="{460167DA-C7ED-7146-9830-C6D351AB0719}"/>
                </a:ext>
              </a:extLst>
            </p:cNvPr>
            <p:cNvSpPr/>
            <p:nvPr/>
          </p:nvSpPr>
          <p:spPr>
            <a:xfrm rot="5400000">
              <a:off x="5398323" y="4456664"/>
              <a:ext cx="80705" cy="76398"/>
            </a:xfrm>
            <a:prstGeom prst="triangle">
              <a:avLst/>
            </a:prstGeom>
            <a:solidFill>
              <a:schemeClr val="l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95" name="矩形: 圆角 114">
            <a:extLst>
              <a:ext uri="{FF2B5EF4-FFF2-40B4-BE49-F238E27FC236}">
                <a16:creationId xmlns:a16="http://schemas.microsoft.com/office/drawing/2014/main" id="{6BAC79C2-5814-A042-A4A9-29F078EA2409}"/>
              </a:ext>
            </a:extLst>
          </p:cNvPr>
          <p:cNvSpPr/>
          <p:nvPr/>
        </p:nvSpPr>
        <p:spPr>
          <a:xfrm>
            <a:off x="1258460" y="2422744"/>
            <a:ext cx="3054049" cy="2277884"/>
          </a:xfrm>
          <a:prstGeom prst="roundRect">
            <a:avLst>
              <a:gd name="adj" fmla="val 608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57">
            <a:extLst>
              <a:ext uri="{FF2B5EF4-FFF2-40B4-BE49-F238E27FC236}">
                <a16:creationId xmlns:a16="http://schemas.microsoft.com/office/drawing/2014/main" id="{B684B914-5DF1-4049-9539-5B0FD9F66AFC}"/>
              </a:ext>
            </a:extLst>
          </p:cNvPr>
          <p:cNvSpPr/>
          <p:nvPr/>
        </p:nvSpPr>
        <p:spPr>
          <a:xfrm>
            <a:off x="2137784" y="3393143"/>
            <a:ext cx="1295400" cy="213360"/>
          </a:xfrm>
          <a:prstGeom prst="rect">
            <a:avLst/>
          </a:prstGeom>
          <a:noFill/>
          <a:ln/>
        </p:spPr>
        <p:txBody>
          <a:bodyPr wrap="square" lIns="0" tIns="0" rIns="0" bIns="0" rtlCol="0" anchor="t"/>
          <a:lstStyle/>
          <a:p>
            <a:pPr algn="ctr" defTabSz="731520">
              <a:lnSpc>
                <a:spcPts val="1680"/>
              </a:lnSpc>
            </a:pPr>
            <a:r>
              <a:rPr lang="en-US" dirty="0" err="1">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成长体系</a:t>
            </a:r>
            <a:endParaRPr lang="en-US"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Object60">
            <a:extLst>
              <a:ext uri="{FF2B5EF4-FFF2-40B4-BE49-F238E27FC236}">
                <a16:creationId xmlns:a16="http://schemas.microsoft.com/office/drawing/2014/main" id="{C3D4004F-3D76-C944-964B-CA55E953CE06}"/>
              </a:ext>
            </a:extLst>
          </p:cNvPr>
          <p:cNvSpPr/>
          <p:nvPr/>
        </p:nvSpPr>
        <p:spPr>
          <a:xfrm>
            <a:off x="1749449" y="3684220"/>
            <a:ext cx="2072071" cy="221565"/>
          </a:xfrm>
          <a:prstGeom prst="rect">
            <a:avLst/>
          </a:prstGeom>
          <a:noFill/>
          <a:ln/>
        </p:spPr>
        <p:txBody>
          <a:bodyPr wrap="square" lIns="0" tIns="0" rIns="0" bIns="0" rtlCol="0" anchor="t"/>
          <a:lstStyle/>
          <a:p>
            <a:pPr algn="ctr" defTabSz="731520"/>
            <a:r>
              <a:rPr lang="en-US" sz="14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等级体系</a:t>
            </a:r>
            <a:r>
              <a:rPr lang="en-US" altLang="zh-CN"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权益体系</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3" name="组合 22">
            <a:extLst>
              <a:ext uri="{FF2B5EF4-FFF2-40B4-BE49-F238E27FC236}">
                <a16:creationId xmlns:a16="http://schemas.microsoft.com/office/drawing/2014/main" id="{AB5DBD06-7C57-EA4C-9191-4A227D9DC5A4}"/>
              </a:ext>
            </a:extLst>
          </p:cNvPr>
          <p:cNvGrpSpPr/>
          <p:nvPr/>
        </p:nvGrpSpPr>
        <p:grpSpPr>
          <a:xfrm>
            <a:off x="1847196" y="4177152"/>
            <a:ext cx="1876577" cy="200167"/>
            <a:chOff x="1968788" y="4424200"/>
            <a:chExt cx="1876577" cy="200167"/>
          </a:xfrm>
        </p:grpSpPr>
        <p:sp>
          <p:nvSpPr>
            <p:cNvPr id="99" name="Object60">
              <a:extLst>
                <a:ext uri="{FF2B5EF4-FFF2-40B4-BE49-F238E27FC236}">
                  <a16:creationId xmlns:a16="http://schemas.microsoft.com/office/drawing/2014/main" id="{E63EE2F7-6222-364E-9FF9-1D2E6D9EBCA8}"/>
                </a:ext>
              </a:extLst>
            </p:cNvPr>
            <p:cNvSpPr/>
            <p:nvPr/>
          </p:nvSpPr>
          <p:spPr>
            <a:xfrm>
              <a:off x="2085908" y="4424200"/>
              <a:ext cx="1759457" cy="200167"/>
            </a:xfrm>
            <a:prstGeom prst="rect">
              <a:avLst/>
            </a:prstGeom>
            <a:noFill/>
            <a:ln/>
          </p:spPr>
          <p:txBody>
            <a:bodyPr wrap="square" lIns="0" tIns="0" rIns="0" bIns="0" rtlCol="0" anchor="t"/>
            <a:lstStyle/>
            <a:p>
              <a:pPr defTabSz="731520">
                <a:lnSpc>
                  <a:spcPts val="1176"/>
                </a:lnSpc>
              </a:pPr>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会员成长路径的体验整合</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三角形 101">
              <a:extLst>
                <a:ext uri="{FF2B5EF4-FFF2-40B4-BE49-F238E27FC236}">
                  <a16:creationId xmlns:a16="http://schemas.microsoft.com/office/drawing/2014/main" id="{731D91DC-B4B2-5443-A6D8-43E537D27B14}"/>
                </a:ext>
              </a:extLst>
            </p:cNvPr>
            <p:cNvSpPr/>
            <p:nvPr/>
          </p:nvSpPr>
          <p:spPr>
            <a:xfrm rot="5400000">
              <a:off x="1966634" y="4456664"/>
              <a:ext cx="80705" cy="76398"/>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05" name="矩形: 圆角 114">
            <a:extLst>
              <a:ext uri="{FF2B5EF4-FFF2-40B4-BE49-F238E27FC236}">
                <a16:creationId xmlns:a16="http://schemas.microsoft.com/office/drawing/2014/main" id="{9F552099-1048-704A-A8BC-A3800C3D57B5}"/>
              </a:ext>
            </a:extLst>
          </p:cNvPr>
          <p:cNvSpPr/>
          <p:nvPr/>
        </p:nvSpPr>
        <p:spPr>
          <a:xfrm>
            <a:off x="1255794" y="5293586"/>
            <a:ext cx="9679439" cy="978500"/>
          </a:xfrm>
          <a:prstGeom prst="roundRect">
            <a:avLst>
              <a:gd name="adj" fmla="val 1157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57">
            <a:extLst>
              <a:ext uri="{FF2B5EF4-FFF2-40B4-BE49-F238E27FC236}">
                <a16:creationId xmlns:a16="http://schemas.microsoft.com/office/drawing/2014/main" id="{4373B57C-EE0D-6648-9308-0FECB13618BB}"/>
              </a:ext>
            </a:extLst>
          </p:cNvPr>
          <p:cNvSpPr/>
          <p:nvPr/>
        </p:nvSpPr>
        <p:spPr>
          <a:xfrm>
            <a:off x="5447813" y="5571294"/>
            <a:ext cx="1295400" cy="213360"/>
          </a:xfrm>
          <a:prstGeom prst="rect">
            <a:avLst/>
          </a:prstGeom>
          <a:noFill/>
          <a:ln/>
        </p:spPr>
        <p:txBody>
          <a:bodyPr wrap="square" lIns="0" tIns="0" rIns="0" bIns="0" rtlCol="0" anchor="t"/>
          <a:lstStyle/>
          <a:p>
            <a:pPr algn="ctr" defTabSz="731520">
              <a:lnSpc>
                <a:spcPts val="1680"/>
              </a:lnSpc>
            </a:pPr>
            <a:r>
              <a:rPr lang="en-US" dirty="0" err="1">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里程体系</a:t>
            </a:r>
            <a:endParaRPr lang="en-US"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08" name="Object60">
            <a:extLst>
              <a:ext uri="{FF2B5EF4-FFF2-40B4-BE49-F238E27FC236}">
                <a16:creationId xmlns:a16="http://schemas.microsoft.com/office/drawing/2014/main" id="{5B96FC7F-7A1F-D346-B943-513971A1A9FE}"/>
              </a:ext>
            </a:extLst>
          </p:cNvPr>
          <p:cNvSpPr/>
          <p:nvPr/>
        </p:nvSpPr>
        <p:spPr>
          <a:xfrm>
            <a:off x="5059477" y="5887641"/>
            <a:ext cx="2072072" cy="221566"/>
          </a:xfrm>
          <a:prstGeom prst="rect">
            <a:avLst/>
          </a:prstGeom>
          <a:noFill/>
          <a:ln/>
        </p:spPr>
        <p:txBody>
          <a:bodyPr wrap="square" lIns="0" tIns="0" rIns="0" bIns="0" rtlCol="0" anchor="t"/>
          <a:lstStyle/>
          <a:p>
            <a:pPr algn="ctr" defTabSz="731520">
              <a:lnSpc>
                <a:spcPts val="1176"/>
              </a:lnSpc>
            </a:pPr>
            <a:r>
              <a:rPr lang="en-US" sz="14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货币银行</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矩形: 圆角 114">
            <a:extLst>
              <a:ext uri="{FF2B5EF4-FFF2-40B4-BE49-F238E27FC236}">
                <a16:creationId xmlns:a16="http://schemas.microsoft.com/office/drawing/2014/main" id="{D1AF36CC-0ACD-954A-8556-57D2A1911BD5}"/>
              </a:ext>
            </a:extLst>
          </p:cNvPr>
          <p:cNvSpPr/>
          <p:nvPr/>
        </p:nvSpPr>
        <p:spPr>
          <a:xfrm>
            <a:off x="8238976" y="2422744"/>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Object60">
            <a:extLst>
              <a:ext uri="{FF2B5EF4-FFF2-40B4-BE49-F238E27FC236}">
                <a16:creationId xmlns:a16="http://schemas.microsoft.com/office/drawing/2014/main" id="{F70C82D6-2A98-A446-93CC-9E94E99EE588}"/>
              </a:ext>
            </a:extLst>
          </p:cNvPr>
          <p:cNvSpPr/>
          <p:nvPr/>
        </p:nvSpPr>
        <p:spPr>
          <a:xfrm>
            <a:off x="8551068" y="2567608"/>
            <a:ext cx="2072072" cy="169008"/>
          </a:xfrm>
          <a:prstGeom prst="rect">
            <a:avLst/>
          </a:prstGeom>
          <a:noFill/>
          <a:ln/>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单体酒店会员</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矩形: 圆角 114">
            <a:extLst>
              <a:ext uri="{FF2B5EF4-FFF2-40B4-BE49-F238E27FC236}">
                <a16:creationId xmlns:a16="http://schemas.microsoft.com/office/drawing/2014/main" id="{E8F286D3-B494-3D4F-9EC5-F12949488FAC}"/>
              </a:ext>
            </a:extLst>
          </p:cNvPr>
          <p:cNvSpPr/>
          <p:nvPr/>
        </p:nvSpPr>
        <p:spPr>
          <a:xfrm>
            <a:off x="8238976" y="3059351"/>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Object60">
            <a:extLst>
              <a:ext uri="{FF2B5EF4-FFF2-40B4-BE49-F238E27FC236}">
                <a16:creationId xmlns:a16="http://schemas.microsoft.com/office/drawing/2014/main" id="{A1A7A1BB-F49D-F443-B85C-CDB1A9444331}"/>
              </a:ext>
            </a:extLst>
          </p:cNvPr>
          <p:cNvSpPr/>
          <p:nvPr/>
        </p:nvSpPr>
        <p:spPr>
          <a:xfrm>
            <a:off x="8551068" y="3204215"/>
            <a:ext cx="2072072" cy="169008"/>
          </a:xfrm>
          <a:prstGeom prst="rect">
            <a:avLst/>
          </a:prstGeom>
          <a:noFill/>
          <a:ln/>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酒店集团会员</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圆角 114">
            <a:extLst>
              <a:ext uri="{FF2B5EF4-FFF2-40B4-BE49-F238E27FC236}">
                <a16:creationId xmlns:a16="http://schemas.microsoft.com/office/drawing/2014/main" id="{24CD49E6-BF30-0946-B7C9-EAA0BF66BD6B}"/>
              </a:ext>
            </a:extLst>
          </p:cNvPr>
          <p:cNvSpPr/>
          <p:nvPr/>
        </p:nvSpPr>
        <p:spPr>
          <a:xfrm>
            <a:off x="8238976" y="3672809"/>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Object60">
            <a:extLst>
              <a:ext uri="{FF2B5EF4-FFF2-40B4-BE49-F238E27FC236}">
                <a16:creationId xmlns:a16="http://schemas.microsoft.com/office/drawing/2014/main" id="{7D351A2F-0E7E-2342-AC24-C58226838BAC}"/>
              </a:ext>
            </a:extLst>
          </p:cNvPr>
          <p:cNvSpPr/>
          <p:nvPr/>
        </p:nvSpPr>
        <p:spPr>
          <a:xfrm>
            <a:off x="8551068" y="3808246"/>
            <a:ext cx="2072072" cy="169008"/>
          </a:xfrm>
          <a:prstGeom prst="rect">
            <a:avLst/>
          </a:prstGeom>
          <a:noFill/>
          <a:ln/>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航司会员</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矩形: 圆角 114">
            <a:extLst>
              <a:ext uri="{FF2B5EF4-FFF2-40B4-BE49-F238E27FC236}">
                <a16:creationId xmlns:a16="http://schemas.microsoft.com/office/drawing/2014/main" id="{08D9D56C-6485-6A41-9537-95202E171A36}"/>
              </a:ext>
            </a:extLst>
          </p:cNvPr>
          <p:cNvSpPr/>
          <p:nvPr/>
        </p:nvSpPr>
        <p:spPr>
          <a:xfrm>
            <a:off x="8238976" y="4286268"/>
            <a:ext cx="2696257"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Object60">
            <a:extLst>
              <a:ext uri="{FF2B5EF4-FFF2-40B4-BE49-F238E27FC236}">
                <a16:creationId xmlns:a16="http://schemas.microsoft.com/office/drawing/2014/main" id="{2D6E932E-CC2C-474F-B2B7-93E1F01351AB}"/>
              </a:ext>
            </a:extLst>
          </p:cNvPr>
          <p:cNvSpPr/>
          <p:nvPr/>
        </p:nvSpPr>
        <p:spPr>
          <a:xfrm>
            <a:off x="8551068" y="4421705"/>
            <a:ext cx="2072072" cy="169008"/>
          </a:xfrm>
          <a:prstGeom prst="rect">
            <a:avLst/>
          </a:prstGeom>
          <a:noFill/>
          <a:ln/>
        </p:spPr>
        <p:txBody>
          <a:bodyPr wrap="square" lIns="0" tIns="0" rIns="0" bIns="0" rtlCol="0" anchor="t"/>
          <a:lstStyle/>
          <a:p>
            <a:pPr algn="ctr" defTabSz="731520"/>
            <a:r>
              <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cxnSp>
        <p:nvCxnSpPr>
          <p:cNvPr id="14" name="直线箭头连接符 13">
            <a:extLst>
              <a:ext uri="{FF2B5EF4-FFF2-40B4-BE49-F238E27FC236}">
                <a16:creationId xmlns:a16="http://schemas.microsoft.com/office/drawing/2014/main" id="{030FD2F1-0C2D-844D-A5B0-8FA793D2FE9C}"/>
              </a:ext>
            </a:extLst>
          </p:cNvPr>
          <p:cNvCxnSpPr/>
          <p:nvPr/>
        </p:nvCxnSpPr>
        <p:spPr>
          <a:xfrm flipH="1">
            <a:off x="7341619" y="3672809"/>
            <a:ext cx="776976" cy="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3" name="Object58">
            <a:extLst>
              <a:ext uri="{FF2B5EF4-FFF2-40B4-BE49-F238E27FC236}">
                <a16:creationId xmlns:a16="http://schemas.microsoft.com/office/drawing/2014/main" id="{9B9EFDBB-6B38-064E-A002-6F460B2AF736}"/>
              </a:ext>
            </a:extLst>
          </p:cNvPr>
          <p:cNvSpPr/>
          <p:nvPr/>
        </p:nvSpPr>
        <p:spPr>
          <a:xfrm>
            <a:off x="7394630" y="3487802"/>
            <a:ext cx="623301" cy="152400"/>
          </a:xfrm>
          <a:prstGeom prst="rect">
            <a:avLst/>
          </a:prstGeom>
          <a:noFill/>
          <a:ln/>
        </p:spPr>
        <p:txBody>
          <a:bodyPr wrap="square" lIns="0" tIns="0" rIns="0" bIns="0" rtlCol="0" anchor="t"/>
          <a:lstStyle/>
          <a:p>
            <a:pPr algn="ctr" defTabSz="731520">
              <a:lnSpc>
                <a:spcPts val="1176"/>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权益反哺</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61" name="组合 160">
            <a:extLst>
              <a:ext uri="{FF2B5EF4-FFF2-40B4-BE49-F238E27FC236}">
                <a16:creationId xmlns:a16="http://schemas.microsoft.com/office/drawing/2014/main" id="{7EA71E27-6F2A-EA4D-B861-245CFADA88A9}"/>
              </a:ext>
            </a:extLst>
          </p:cNvPr>
          <p:cNvGrpSpPr/>
          <p:nvPr/>
        </p:nvGrpSpPr>
        <p:grpSpPr>
          <a:xfrm>
            <a:off x="5650502" y="4844486"/>
            <a:ext cx="623301" cy="270755"/>
            <a:chOff x="5732733" y="5091534"/>
            <a:chExt cx="623301" cy="270755"/>
          </a:xfrm>
        </p:grpSpPr>
        <p:cxnSp>
          <p:nvCxnSpPr>
            <p:cNvPr id="144" name="直线箭头连接符 143">
              <a:extLst>
                <a:ext uri="{FF2B5EF4-FFF2-40B4-BE49-F238E27FC236}">
                  <a16:creationId xmlns:a16="http://schemas.microsoft.com/office/drawing/2014/main" id="{3CBCB669-AB3D-3A4B-A6C7-1DC3CAAEE83B}"/>
                </a:ext>
              </a:extLst>
            </p:cNvPr>
            <p:cNvCxnSpPr>
              <a:cxnSpLocks/>
            </p:cNvCxnSpPr>
            <p:nvPr/>
          </p:nvCxnSpPr>
          <p:spPr>
            <a:xfrm>
              <a:off x="5744685" y="5091534"/>
              <a:ext cx="0" cy="270755"/>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5" name="Object58">
              <a:extLst>
                <a:ext uri="{FF2B5EF4-FFF2-40B4-BE49-F238E27FC236}">
                  <a16:creationId xmlns:a16="http://schemas.microsoft.com/office/drawing/2014/main" id="{A747DC6C-A8A3-A54F-90BE-7960F300D082}"/>
                </a:ext>
              </a:extLst>
            </p:cNvPr>
            <p:cNvSpPr/>
            <p:nvPr/>
          </p:nvSpPr>
          <p:spPr>
            <a:xfrm>
              <a:off x="5732733" y="5150711"/>
              <a:ext cx="623301" cy="152400"/>
            </a:xfrm>
            <a:prstGeom prst="rect">
              <a:avLst/>
            </a:prstGeom>
            <a:noFill/>
            <a:ln/>
          </p:spPr>
          <p:txBody>
            <a:bodyPr wrap="square" lIns="0" tIns="0" rIns="0" bIns="0" rtlCol="0" anchor="t"/>
            <a:lstStyle/>
            <a:p>
              <a:pPr algn="ctr" defTabSz="731520">
                <a:lnSpc>
                  <a:spcPts val="1176"/>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发放</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54" name="组合 53">
            <a:extLst>
              <a:ext uri="{FF2B5EF4-FFF2-40B4-BE49-F238E27FC236}">
                <a16:creationId xmlns:a16="http://schemas.microsoft.com/office/drawing/2014/main" id="{BA5ED205-05E9-6449-965B-E62F37E71190}"/>
              </a:ext>
            </a:extLst>
          </p:cNvPr>
          <p:cNvGrpSpPr/>
          <p:nvPr/>
        </p:nvGrpSpPr>
        <p:grpSpPr>
          <a:xfrm>
            <a:off x="9275454" y="4847398"/>
            <a:ext cx="623301" cy="264930"/>
            <a:chOff x="9342831" y="5094446"/>
            <a:chExt cx="623301" cy="264930"/>
          </a:xfrm>
        </p:grpSpPr>
        <p:cxnSp>
          <p:nvCxnSpPr>
            <p:cNvPr id="151" name="直线箭头连接符 150">
              <a:extLst>
                <a:ext uri="{FF2B5EF4-FFF2-40B4-BE49-F238E27FC236}">
                  <a16:creationId xmlns:a16="http://schemas.microsoft.com/office/drawing/2014/main" id="{D750C558-F994-DD4A-98D0-4C3A31BC3319}"/>
                </a:ext>
              </a:extLst>
            </p:cNvPr>
            <p:cNvCxnSpPr>
              <a:cxnSpLocks/>
            </p:cNvCxnSpPr>
            <p:nvPr/>
          </p:nvCxnSpPr>
          <p:spPr>
            <a:xfrm flipV="1">
              <a:off x="9374589" y="5094446"/>
              <a:ext cx="0" cy="26493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2" name="Object58">
              <a:extLst>
                <a:ext uri="{FF2B5EF4-FFF2-40B4-BE49-F238E27FC236}">
                  <a16:creationId xmlns:a16="http://schemas.microsoft.com/office/drawing/2014/main" id="{FABC0349-E34A-4740-AF91-53F62EE3B4E9}"/>
                </a:ext>
              </a:extLst>
            </p:cNvPr>
            <p:cNvSpPr/>
            <p:nvPr/>
          </p:nvSpPr>
          <p:spPr>
            <a:xfrm>
              <a:off x="9342831" y="5150711"/>
              <a:ext cx="623301" cy="152400"/>
            </a:xfrm>
            <a:prstGeom prst="rect">
              <a:avLst/>
            </a:prstGeom>
            <a:noFill/>
            <a:ln/>
          </p:spPr>
          <p:txBody>
            <a:bodyPr wrap="square" lIns="0" tIns="0" rIns="0" bIns="0" rtlCol="0" anchor="t"/>
            <a:lstStyle/>
            <a:p>
              <a:pPr algn="ctr" defTabSz="731520">
                <a:lnSpc>
                  <a:spcPts val="1176"/>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回收</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62" name="组合 161">
            <a:extLst>
              <a:ext uri="{FF2B5EF4-FFF2-40B4-BE49-F238E27FC236}">
                <a16:creationId xmlns:a16="http://schemas.microsoft.com/office/drawing/2014/main" id="{A2AC2D56-7458-9449-8296-CCBF261BC012}"/>
              </a:ext>
            </a:extLst>
          </p:cNvPr>
          <p:cNvGrpSpPr/>
          <p:nvPr/>
        </p:nvGrpSpPr>
        <p:grpSpPr>
          <a:xfrm>
            <a:off x="2109740" y="4844486"/>
            <a:ext cx="1351488" cy="270755"/>
            <a:chOff x="2122635" y="5091534"/>
            <a:chExt cx="1351488" cy="270755"/>
          </a:xfrm>
        </p:grpSpPr>
        <p:cxnSp>
          <p:nvCxnSpPr>
            <p:cNvPr id="154" name="直线箭头连接符 153">
              <a:extLst>
                <a:ext uri="{FF2B5EF4-FFF2-40B4-BE49-F238E27FC236}">
                  <a16:creationId xmlns:a16="http://schemas.microsoft.com/office/drawing/2014/main" id="{C0C800BF-08E4-D24C-9795-85822ABDDB05}"/>
                </a:ext>
              </a:extLst>
            </p:cNvPr>
            <p:cNvCxnSpPr>
              <a:cxnSpLocks/>
            </p:cNvCxnSpPr>
            <p:nvPr/>
          </p:nvCxnSpPr>
          <p:spPr>
            <a:xfrm flipV="1">
              <a:off x="2882580" y="5094446"/>
              <a:ext cx="0" cy="26493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55" name="Object58">
              <a:extLst>
                <a:ext uri="{FF2B5EF4-FFF2-40B4-BE49-F238E27FC236}">
                  <a16:creationId xmlns:a16="http://schemas.microsoft.com/office/drawing/2014/main" id="{A13A97DA-7B91-FC47-A4C9-F14ED19F5D84}"/>
                </a:ext>
              </a:extLst>
            </p:cNvPr>
            <p:cNvSpPr/>
            <p:nvPr/>
          </p:nvSpPr>
          <p:spPr>
            <a:xfrm>
              <a:off x="2850822" y="5150711"/>
              <a:ext cx="623301" cy="152400"/>
            </a:xfrm>
            <a:prstGeom prst="rect">
              <a:avLst/>
            </a:prstGeom>
            <a:noFill/>
            <a:ln/>
          </p:spPr>
          <p:txBody>
            <a:bodyPr wrap="square" lIns="0" tIns="0" rIns="0" bIns="0" rtlCol="0" anchor="t"/>
            <a:lstStyle/>
            <a:p>
              <a:pPr algn="ctr" defTabSz="731520">
                <a:lnSpc>
                  <a:spcPts val="1176"/>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回收</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9" name="直线箭头连接符 158">
              <a:extLst>
                <a:ext uri="{FF2B5EF4-FFF2-40B4-BE49-F238E27FC236}">
                  <a16:creationId xmlns:a16="http://schemas.microsoft.com/office/drawing/2014/main" id="{474197EF-DFEE-DB4C-8F05-D01C2976FD78}"/>
                </a:ext>
              </a:extLst>
            </p:cNvPr>
            <p:cNvCxnSpPr>
              <a:cxnSpLocks/>
            </p:cNvCxnSpPr>
            <p:nvPr/>
          </p:nvCxnSpPr>
          <p:spPr>
            <a:xfrm flipH="1">
              <a:off x="2733984" y="5091534"/>
              <a:ext cx="0" cy="270755"/>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60" name="Object58">
              <a:extLst>
                <a:ext uri="{FF2B5EF4-FFF2-40B4-BE49-F238E27FC236}">
                  <a16:creationId xmlns:a16="http://schemas.microsoft.com/office/drawing/2014/main" id="{33EF6218-4AEB-4748-9110-2721B8C611FB}"/>
                </a:ext>
              </a:extLst>
            </p:cNvPr>
            <p:cNvSpPr/>
            <p:nvPr/>
          </p:nvSpPr>
          <p:spPr>
            <a:xfrm flipH="1">
              <a:off x="2122635" y="5150711"/>
              <a:ext cx="623301" cy="152400"/>
            </a:xfrm>
            <a:prstGeom prst="rect">
              <a:avLst/>
            </a:prstGeom>
            <a:noFill/>
            <a:ln/>
          </p:spPr>
          <p:txBody>
            <a:bodyPr wrap="square" lIns="0" tIns="0" rIns="0" bIns="0" rtlCol="0" anchor="t"/>
            <a:lstStyle/>
            <a:p>
              <a:pPr algn="ctr" defTabSz="731520">
                <a:lnSpc>
                  <a:spcPts val="1176"/>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发放</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cxnSp>
        <p:nvCxnSpPr>
          <p:cNvPr id="165" name="直线箭头连接符 164">
            <a:extLst>
              <a:ext uri="{FF2B5EF4-FFF2-40B4-BE49-F238E27FC236}">
                <a16:creationId xmlns:a16="http://schemas.microsoft.com/office/drawing/2014/main" id="{1023990A-9F78-FF4D-9CFF-23CEBF78C8F6}"/>
              </a:ext>
            </a:extLst>
          </p:cNvPr>
          <p:cNvCxnSpPr>
            <a:cxnSpLocks/>
          </p:cNvCxnSpPr>
          <p:nvPr/>
        </p:nvCxnSpPr>
        <p:spPr>
          <a:xfrm>
            <a:off x="7388759" y="1845702"/>
            <a:ext cx="729836" cy="0"/>
          </a:xfrm>
          <a:prstGeom prst="straightConnector1">
            <a:avLst/>
          </a:prstGeom>
          <a:ln>
            <a:solidFill>
              <a:schemeClr val="accent1">
                <a:lumMod val="10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68" name="Object58">
            <a:extLst>
              <a:ext uri="{FF2B5EF4-FFF2-40B4-BE49-F238E27FC236}">
                <a16:creationId xmlns:a16="http://schemas.microsoft.com/office/drawing/2014/main" id="{345FC7C9-A951-FC48-85E4-1612525760E8}"/>
              </a:ext>
            </a:extLst>
          </p:cNvPr>
          <p:cNvSpPr/>
          <p:nvPr/>
        </p:nvSpPr>
        <p:spPr>
          <a:xfrm>
            <a:off x="7299328" y="1596687"/>
            <a:ext cx="908700" cy="177013"/>
          </a:xfrm>
          <a:prstGeom prst="rect">
            <a:avLst/>
          </a:prstGeom>
          <a:noFill/>
          <a:ln/>
        </p:spPr>
        <p:txBody>
          <a:bodyPr wrap="square" lIns="0" tIns="0" rIns="0" bIns="0" rtlCol="0" anchor="t"/>
          <a:lstStyle/>
          <a:p>
            <a:pPr algn="ctr" defTabSz="731520">
              <a:lnSpc>
                <a:spcPts val="1176"/>
              </a:lnSpc>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一卡通百卡</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70" name="直线连接符 169">
            <a:extLst>
              <a:ext uri="{FF2B5EF4-FFF2-40B4-BE49-F238E27FC236}">
                <a16:creationId xmlns:a16="http://schemas.microsoft.com/office/drawing/2014/main" id="{F4B4D8E3-418F-DC48-B91F-939AB8BF3405}"/>
              </a:ext>
            </a:extLst>
          </p:cNvPr>
          <p:cNvCxnSpPr>
            <a:cxnSpLocks/>
          </p:cNvCxnSpPr>
          <p:nvPr/>
        </p:nvCxnSpPr>
        <p:spPr>
          <a:xfrm>
            <a:off x="1255794" y="2023186"/>
            <a:ext cx="5978362" cy="0"/>
          </a:xfrm>
          <a:prstGeom prst="line">
            <a:avLst/>
          </a:prstGeom>
          <a:ln>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171" name="Object57">
            <a:extLst>
              <a:ext uri="{FF2B5EF4-FFF2-40B4-BE49-F238E27FC236}">
                <a16:creationId xmlns:a16="http://schemas.microsoft.com/office/drawing/2014/main" id="{E78BC075-1342-CC40-81BB-5F67E4F9DAB2}"/>
              </a:ext>
            </a:extLst>
          </p:cNvPr>
          <p:cNvSpPr/>
          <p:nvPr/>
        </p:nvSpPr>
        <p:spPr>
          <a:xfrm>
            <a:off x="3597275" y="1637327"/>
            <a:ext cx="1295400" cy="213360"/>
          </a:xfrm>
          <a:prstGeom prst="rect">
            <a:avLst/>
          </a:prstGeom>
          <a:noFill/>
          <a:ln/>
        </p:spPr>
        <p:txBody>
          <a:bodyPr wrap="square" lIns="0" tIns="0" rIns="0" bIns="0" rtlCol="0" anchor="t"/>
          <a:lstStyle/>
          <a:p>
            <a:pPr algn="ctr" defTabSz="731520">
              <a:lnSpc>
                <a:spcPts val="1680"/>
              </a:lnSpc>
            </a:pPr>
            <a:r>
              <a:rPr lang="en-US" dirty="0" err="1">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平台会员</a:t>
            </a:r>
            <a:endParaRPr lang="en-US"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72" name="直线连接符 171">
            <a:extLst>
              <a:ext uri="{FF2B5EF4-FFF2-40B4-BE49-F238E27FC236}">
                <a16:creationId xmlns:a16="http://schemas.microsoft.com/office/drawing/2014/main" id="{8DE346E4-81DF-2B45-9CA0-95E162B9D6A8}"/>
              </a:ext>
            </a:extLst>
          </p:cNvPr>
          <p:cNvCxnSpPr>
            <a:cxnSpLocks/>
          </p:cNvCxnSpPr>
          <p:nvPr/>
        </p:nvCxnSpPr>
        <p:spPr>
          <a:xfrm>
            <a:off x="8231106" y="2023186"/>
            <a:ext cx="2704127" cy="0"/>
          </a:xfrm>
          <a:prstGeom prst="line">
            <a:avLst/>
          </a:prstGeom>
          <a:ln>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175" name="Object57">
            <a:extLst>
              <a:ext uri="{FF2B5EF4-FFF2-40B4-BE49-F238E27FC236}">
                <a16:creationId xmlns:a16="http://schemas.microsoft.com/office/drawing/2014/main" id="{51983409-CB98-CC44-BC83-717C8BAFDAC2}"/>
              </a:ext>
            </a:extLst>
          </p:cNvPr>
          <p:cNvSpPr/>
          <p:nvPr/>
        </p:nvSpPr>
        <p:spPr>
          <a:xfrm>
            <a:off x="8950605" y="1641884"/>
            <a:ext cx="1295400" cy="213360"/>
          </a:xfrm>
          <a:prstGeom prst="rect">
            <a:avLst/>
          </a:prstGeom>
          <a:noFill/>
          <a:ln/>
        </p:spPr>
        <p:txBody>
          <a:bodyPr wrap="square" lIns="0" tIns="0" rIns="0" bIns="0" rtlCol="0" anchor="t"/>
          <a:lstStyle/>
          <a:p>
            <a:pPr algn="ctr" defTabSz="731520">
              <a:lnSpc>
                <a:spcPts val="1680"/>
              </a:lnSpc>
            </a:pPr>
            <a:r>
              <a:rPr lang="en-US" dirty="0" err="1">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行业会员</a:t>
            </a:r>
            <a:endParaRPr lang="en-US"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77" name="直线连接符 176">
            <a:extLst>
              <a:ext uri="{FF2B5EF4-FFF2-40B4-BE49-F238E27FC236}">
                <a16:creationId xmlns:a16="http://schemas.microsoft.com/office/drawing/2014/main" id="{EC6CD939-D652-F041-88DE-AB9653493A47}"/>
              </a:ext>
            </a:extLst>
          </p:cNvPr>
          <p:cNvCxnSpPr>
            <a:cxnSpLocks/>
          </p:cNvCxnSpPr>
          <p:nvPr/>
        </p:nvCxnSpPr>
        <p:spPr>
          <a:xfrm>
            <a:off x="7240506"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cxnSp>
        <p:nvCxnSpPr>
          <p:cNvPr id="179" name="直线连接符 178">
            <a:extLst>
              <a:ext uri="{FF2B5EF4-FFF2-40B4-BE49-F238E27FC236}">
                <a16:creationId xmlns:a16="http://schemas.microsoft.com/office/drawing/2014/main" id="{69CC8639-46AE-D041-AB76-DF1E1AF5E45A}"/>
              </a:ext>
            </a:extLst>
          </p:cNvPr>
          <p:cNvCxnSpPr>
            <a:cxnSpLocks/>
          </p:cNvCxnSpPr>
          <p:nvPr/>
        </p:nvCxnSpPr>
        <p:spPr>
          <a:xfrm>
            <a:off x="1255794"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cxnSp>
        <p:nvCxnSpPr>
          <p:cNvPr id="180" name="直线连接符 179">
            <a:extLst>
              <a:ext uri="{FF2B5EF4-FFF2-40B4-BE49-F238E27FC236}">
                <a16:creationId xmlns:a16="http://schemas.microsoft.com/office/drawing/2014/main" id="{79DCEB10-08F7-4449-8D53-AC4EB17648A0}"/>
              </a:ext>
            </a:extLst>
          </p:cNvPr>
          <p:cNvCxnSpPr>
            <a:cxnSpLocks/>
          </p:cNvCxnSpPr>
          <p:nvPr/>
        </p:nvCxnSpPr>
        <p:spPr>
          <a:xfrm>
            <a:off x="8231106"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cxnSp>
        <p:nvCxnSpPr>
          <p:cNvPr id="182" name="直线连接符 181">
            <a:extLst>
              <a:ext uri="{FF2B5EF4-FFF2-40B4-BE49-F238E27FC236}">
                <a16:creationId xmlns:a16="http://schemas.microsoft.com/office/drawing/2014/main" id="{DF79C8B2-19AE-A840-BAE1-E75E763E0516}"/>
              </a:ext>
            </a:extLst>
          </p:cNvPr>
          <p:cNvCxnSpPr>
            <a:cxnSpLocks/>
          </p:cNvCxnSpPr>
          <p:nvPr/>
        </p:nvCxnSpPr>
        <p:spPr>
          <a:xfrm>
            <a:off x="10936206" y="1992147"/>
            <a:ext cx="0" cy="62077"/>
          </a:xfrm>
          <a:prstGeom prst="line">
            <a:avLst/>
          </a:prstGeom>
          <a:ln w="15875">
            <a:solidFill>
              <a:schemeClr val="accent1">
                <a:lumMod val="100000"/>
                <a:shade val="95000"/>
              </a:schemeClr>
            </a:solidFill>
          </a:ln>
        </p:spPr>
        <p:style>
          <a:lnRef idx="1">
            <a:schemeClr val="accent1"/>
          </a:lnRef>
          <a:fillRef idx="0">
            <a:schemeClr val="accent1"/>
          </a:fillRef>
          <a:effectRef idx="0">
            <a:schemeClr val="accent1"/>
          </a:effectRef>
          <a:fontRef idx="minor">
            <a:schemeClr val="tx1"/>
          </a:fontRef>
        </p:style>
      </p:cxnSp>
      <p:sp>
        <p:nvSpPr>
          <p:cNvPr id="3" name="椭圆 2">
            <a:extLst>
              <a:ext uri="{FF2B5EF4-FFF2-40B4-BE49-F238E27FC236}">
                <a16:creationId xmlns:a16="http://schemas.microsoft.com/office/drawing/2014/main" id="{1D4CF182-1C46-F572-4263-44479D72B8FA}"/>
              </a:ext>
            </a:extLst>
          </p:cNvPr>
          <p:cNvSpPr/>
          <p:nvPr/>
        </p:nvSpPr>
        <p:spPr>
          <a:xfrm>
            <a:off x="2476396" y="2570354"/>
            <a:ext cx="618176" cy="61817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 name="图形 2">
            <a:extLst>
              <a:ext uri="{FF2B5EF4-FFF2-40B4-BE49-F238E27FC236}">
                <a16:creationId xmlns:a16="http://schemas.microsoft.com/office/drawing/2014/main" id="{835BD292-AF92-5EE7-412C-2DAE151A023C}"/>
              </a:ext>
            </a:extLst>
          </p:cNvPr>
          <p:cNvGrpSpPr/>
          <p:nvPr/>
        </p:nvGrpSpPr>
        <p:grpSpPr>
          <a:xfrm>
            <a:off x="2665378" y="2721488"/>
            <a:ext cx="232688" cy="315908"/>
            <a:chOff x="3154072" y="343971"/>
            <a:chExt cx="740346" cy="1005125"/>
          </a:xfrm>
          <a:solidFill>
            <a:schemeClr val="bg1"/>
          </a:solidFill>
        </p:grpSpPr>
        <p:sp>
          <p:nvSpPr>
            <p:cNvPr id="5" name="任意多边形: 形状 4">
              <a:extLst>
                <a:ext uri="{FF2B5EF4-FFF2-40B4-BE49-F238E27FC236}">
                  <a16:creationId xmlns:a16="http://schemas.microsoft.com/office/drawing/2014/main" id="{0C18C779-8E64-7A27-4A65-9533107C6AA3}"/>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a:extLst>
                <a:ext uri="{FF2B5EF4-FFF2-40B4-BE49-F238E27FC236}">
                  <a16:creationId xmlns:a16="http://schemas.microsoft.com/office/drawing/2014/main" id="{599B3141-E01C-FC8E-7E15-6D131AEAFADC}"/>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7" name="任意多边形: 形状 6">
              <a:extLst>
                <a:ext uri="{FF2B5EF4-FFF2-40B4-BE49-F238E27FC236}">
                  <a16:creationId xmlns:a16="http://schemas.microsoft.com/office/drawing/2014/main" id="{48813CCD-0B4C-3757-BD55-70FA6F04C3A9}"/>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8" name="图形 2">
              <a:extLst>
                <a:ext uri="{FF2B5EF4-FFF2-40B4-BE49-F238E27FC236}">
                  <a16:creationId xmlns:a16="http://schemas.microsoft.com/office/drawing/2014/main" id="{CCB8D3FD-85C8-DE67-19E3-09DB617714D8}"/>
                </a:ext>
              </a:extLst>
            </p:cNvPr>
            <p:cNvGrpSpPr/>
            <p:nvPr/>
          </p:nvGrpSpPr>
          <p:grpSpPr>
            <a:xfrm>
              <a:off x="3318475" y="356830"/>
              <a:ext cx="411548" cy="147447"/>
              <a:chOff x="3318475" y="356830"/>
              <a:chExt cx="411548" cy="147447"/>
            </a:xfrm>
            <a:grpFill/>
          </p:grpSpPr>
          <p:sp>
            <p:nvSpPr>
              <p:cNvPr id="9" name="任意多边形: 形状 8">
                <a:extLst>
                  <a:ext uri="{FF2B5EF4-FFF2-40B4-BE49-F238E27FC236}">
                    <a16:creationId xmlns:a16="http://schemas.microsoft.com/office/drawing/2014/main" id="{39ECE417-7743-9EFF-2CE6-E839F7DAAD25}"/>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B4776A42-613C-8B32-44C3-0F218DB0DF60}"/>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11" name="组合 10">
            <a:extLst>
              <a:ext uri="{FF2B5EF4-FFF2-40B4-BE49-F238E27FC236}">
                <a16:creationId xmlns:a16="http://schemas.microsoft.com/office/drawing/2014/main" id="{8FE1CF12-6328-CD1B-5CD2-40BD1B9E5D18}"/>
              </a:ext>
            </a:extLst>
          </p:cNvPr>
          <p:cNvGrpSpPr/>
          <p:nvPr/>
        </p:nvGrpSpPr>
        <p:grpSpPr>
          <a:xfrm>
            <a:off x="5625080" y="2570354"/>
            <a:ext cx="618176" cy="618176"/>
            <a:chOff x="4688995" y="-209359"/>
            <a:chExt cx="618176" cy="618176"/>
          </a:xfrm>
        </p:grpSpPr>
        <p:sp>
          <p:nvSpPr>
            <p:cNvPr id="12" name="椭圆 11">
              <a:extLst>
                <a:ext uri="{FF2B5EF4-FFF2-40B4-BE49-F238E27FC236}">
                  <a16:creationId xmlns:a16="http://schemas.microsoft.com/office/drawing/2014/main" id="{AE8750D3-8B2E-5369-D4C8-00AA8E27DBC3}"/>
                </a:ext>
              </a:extLst>
            </p:cNvPr>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3" name="图形 2">
              <a:extLst>
                <a:ext uri="{FF2B5EF4-FFF2-40B4-BE49-F238E27FC236}">
                  <a16:creationId xmlns:a16="http://schemas.microsoft.com/office/drawing/2014/main" id="{1788B9DF-081F-46F7-502F-B8A04AAB9B86}"/>
                </a:ext>
              </a:extLst>
            </p:cNvPr>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5" name="图形 2">
                <a:extLst>
                  <a:ext uri="{FF2B5EF4-FFF2-40B4-BE49-F238E27FC236}">
                    <a16:creationId xmlns:a16="http://schemas.microsoft.com/office/drawing/2014/main" id="{6DF553F1-4B9B-7727-467F-E781926A07F4}"/>
                  </a:ext>
                </a:extLst>
              </p:cNvPr>
              <p:cNvGrpSpPr/>
              <p:nvPr/>
            </p:nvGrpSpPr>
            <p:grpSpPr>
              <a:xfrm>
                <a:off x="8040885" y="2227778"/>
                <a:ext cx="850117" cy="687943"/>
                <a:chOff x="8040885" y="2227778"/>
                <a:chExt cx="850117" cy="687943"/>
              </a:xfrm>
              <a:grpFill/>
            </p:grpSpPr>
            <p:sp>
              <p:nvSpPr>
                <p:cNvPr id="17" name="任意多边形: 形状 16">
                  <a:extLst>
                    <a:ext uri="{FF2B5EF4-FFF2-40B4-BE49-F238E27FC236}">
                      <a16:creationId xmlns:a16="http://schemas.microsoft.com/office/drawing/2014/main" id="{7F6134DC-7FD7-C5F2-3F9B-DD1EA87E729D}"/>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8" name="图形 2">
                  <a:extLst>
                    <a:ext uri="{FF2B5EF4-FFF2-40B4-BE49-F238E27FC236}">
                      <a16:creationId xmlns:a16="http://schemas.microsoft.com/office/drawing/2014/main" id="{094F76BF-CF4F-B659-2A0A-B292513FAFA1}"/>
                    </a:ext>
                  </a:extLst>
                </p:cNvPr>
                <p:cNvGrpSpPr/>
                <p:nvPr/>
              </p:nvGrpSpPr>
              <p:grpSpPr>
                <a:xfrm>
                  <a:off x="8058228" y="2720817"/>
                  <a:ext cx="815424" cy="87465"/>
                  <a:chOff x="8058228" y="2720817"/>
                  <a:chExt cx="815424" cy="87465"/>
                </a:xfrm>
                <a:grpFill/>
              </p:grpSpPr>
              <p:sp>
                <p:nvSpPr>
                  <p:cNvPr id="25" name="任意多边形: 形状 24">
                    <a:extLst>
                      <a:ext uri="{FF2B5EF4-FFF2-40B4-BE49-F238E27FC236}">
                        <a16:creationId xmlns:a16="http://schemas.microsoft.com/office/drawing/2014/main" id="{9D446450-6261-505D-6575-E255BFD6D4D5}"/>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ED939654-A9D8-3390-26BA-25F8037CAFCD}"/>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9" name="图形 2">
                  <a:extLst>
                    <a:ext uri="{FF2B5EF4-FFF2-40B4-BE49-F238E27FC236}">
                      <a16:creationId xmlns:a16="http://schemas.microsoft.com/office/drawing/2014/main" id="{DF839981-0C35-62AB-2B70-96E2D0178856}"/>
                    </a:ext>
                  </a:extLst>
                </p:cNvPr>
                <p:cNvGrpSpPr/>
                <p:nvPr/>
              </p:nvGrpSpPr>
              <p:grpSpPr>
                <a:xfrm>
                  <a:off x="8375359" y="2800112"/>
                  <a:ext cx="181153" cy="98266"/>
                  <a:chOff x="8375359" y="2800112"/>
                  <a:chExt cx="181153" cy="98266"/>
                </a:xfrm>
                <a:grpFill/>
              </p:grpSpPr>
              <p:sp>
                <p:nvSpPr>
                  <p:cNvPr id="21" name="任意多边形: 形状 20">
                    <a:extLst>
                      <a:ext uri="{FF2B5EF4-FFF2-40B4-BE49-F238E27FC236}">
                        <a16:creationId xmlns:a16="http://schemas.microsoft.com/office/drawing/2014/main" id="{851AAC0F-EBE9-841F-615E-1641BDB9D81A}"/>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75B33565-4225-0BCB-FCD6-F8FAEDEDFBC0}"/>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20" name="任意多边形: 形状 19">
                  <a:extLst>
                    <a:ext uri="{FF2B5EF4-FFF2-40B4-BE49-F238E27FC236}">
                      <a16:creationId xmlns:a16="http://schemas.microsoft.com/office/drawing/2014/main" id="{77EED892-52CD-07E8-DDEF-90B72CC73636}"/>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6" name="任意多边形: 形状 15">
                <a:extLst>
                  <a:ext uri="{FF2B5EF4-FFF2-40B4-BE49-F238E27FC236}">
                    <a16:creationId xmlns:a16="http://schemas.microsoft.com/office/drawing/2014/main" id="{B3B7723A-5106-AAEA-504B-4317B3F686EE}"/>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2" name="文本框 1">
            <a:extLst>
              <a:ext uri="{FF2B5EF4-FFF2-40B4-BE49-F238E27FC236}">
                <a16:creationId xmlns:a16="http://schemas.microsoft.com/office/drawing/2014/main" id="{F28C697D-ACF9-862B-FE6A-8452A18760BD}"/>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27" name="矩形 26">
            <a:extLst>
              <a:ext uri="{FF2B5EF4-FFF2-40B4-BE49-F238E27FC236}">
                <a16:creationId xmlns:a16="http://schemas.microsoft.com/office/drawing/2014/main" id="{563FDE63-412E-F20F-150E-43416DEB954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文本框 27">
            <a:extLst>
              <a:ext uri="{FF2B5EF4-FFF2-40B4-BE49-F238E27FC236}">
                <a16:creationId xmlns:a16="http://schemas.microsoft.com/office/drawing/2014/main" id="{C99D0AD9-AC28-BA63-4782-35B785E17B85}"/>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72948774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椭圆 12">
            <a:extLst>
              <a:ext uri="{FF2B5EF4-FFF2-40B4-BE49-F238E27FC236}">
                <a16:creationId xmlns:a16="http://schemas.microsoft.com/office/drawing/2014/main" id="{1CAE83DA-C075-3147-9DF0-94D9AB709D69}"/>
              </a:ext>
            </a:extLst>
          </p:cNvPr>
          <p:cNvSpPr/>
          <p:nvPr/>
        </p:nvSpPr>
        <p:spPr>
          <a:xfrm>
            <a:off x="3510268" y="1338713"/>
            <a:ext cx="5171464" cy="5171464"/>
          </a:xfrm>
          <a:prstGeom prst="ellipse">
            <a:avLst/>
          </a:prstGeom>
          <a:solidFill>
            <a:schemeClr val="lt1"/>
          </a:solidFill>
          <a:ln w="12700">
            <a:solidFill>
              <a:schemeClr val="accent1">
                <a:lumMod val="100000"/>
              </a:schemeClr>
            </a:solidFill>
            <a:prstDash val="dash"/>
          </a:ln>
          <a:effectLst>
            <a:outerShdw blurRad="301201" sx="103000" sy="103000" algn="ctr" rotWithShape="0">
              <a:schemeClr val="accent1">
                <a:lumMod val="10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椭圆 36">
            <a:extLst>
              <a:ext uri="{FF2B5EF4-FFF2-40B4-BE49-F238E27FC236}">
                <a16:creationId xmlns:a16="http://schemas.microsoft.com/office/drawing/2014/main" id="{4D58B2EB-F7D6-43E4-B06E-77DB2CF181A2}"/>
              </a:ext>
            </a:extLst>
          </p:cNvPr>
          <p:cNvSpPr/>
          <p:nvPr/>
        </p:nvSpPr>
        <p:spPr>
          <a:xfrm>
            <a:off x="4152444" y="1980889"/>
            <a:ext cx="3887112" cy="3887112"/>
          </a:xfrm>
          <a:prstGeom prst="ellipse">
            <a:avLst/>
          </a:prstGeom>
          <a:solidFill>
            <a:schemeClr val="lt1">
              <a:lumMod val="100000"/>
            </a:schemeClr>
          </a:solidFill>
          <a:ln w="12700">
            <a:solidFill>
              <a:schemeClr val="accent1">
                <a:lumMod val="100000"/>
              </a:schemeClr>
            </a:solidFill>
            <a:prstDash val="solid"/>
          </a:ln>
          <a:effectLst>
            <a:outerShdw blurRad="301201" sx="103000" sy="103000" algn="ctr" rotWithShape="0">
              <a:schemeClr val="accent1">
                <a:lumMod val="10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 9" descr="preencoded.png">
            <a:extLst>
              <a:ext uri="{FF2B5EF4-FFF2-40B4-BE49-F238E27FC236}">
                <a16:creationId xmlns:a16="http://schemas.microsoft.com/office/drawing/2014/main" id="{33108438-8F53-7A4F-A9F4-D1F99DFA58EA}"/>
              </a:ext>
            </a:extLst>
          </p:cNvPr>
          <p:cNvSpPr/>
          <p:nvPr/>
        </p:nvSpPr>
        <p:spPr>
          <a:xfrm>
            <a:off x="170435" y="1521371"/>
            <a:ext cx="6076061"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 9" descr="preencoded.png">
            <a:extLst>
              <a:ext uri="{FF2B5EF4-FFF2-40B4-BE49-F238E27FC236}">
                <a16:creationId xmlns:a16="http://schemas.microsoft.com/office/drawing/2014/main" id="{887B0EA0-CBD2-A648-98AC-E58592C4817E}"/>
              </a:ext>
            </a:extLst>
          </p:cNvPr>
          <p:cNvSpPr/>
          <p:nvPr/>
        </p:nvSpPr>
        <p:spPr>
          <a:xfrm flipH="1">
            <a:off x="5945504" y="1521371"/>
            <a:ext cx="6076061"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椭圆 37">
            <a:extLst>
              <a:ext uri="{FF2B5EF4-FFF2-40B4-BE49-F238E27FC236}">
                <a16:creationId xmlns:a16="http://schemas.microsoft.com/office/drawing/2014/main" id="{6F7B3E9E-CC99-42DA-8B03-8044B56D5518}"/>
              </a:ext>
            </a:extLst>
          </p:cNvPr>
          <p:cNvSpPr/>
          <p:nvPr/>
        </p:nvSpPr>
        <p:spPr>
          <a:xfrm>
            <a:off x="5000941" y="2829386"/>
            <a:ext cx="2190118" cy="219011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右箭头 13">
            <a:extLst>
              <a:ext uri="{FF2B5EF4-FFF2-40B4-BE49-F238E27FC236}">
                <a16:creationId xmlns:a16="http://schemas.microsoft.com/office/drawing/2014/main" id="{0F7B53D5-D006-8D49-8A9F-FB9FD1BB51F0}"/>
              </a:ext>
            </a:extLst>
          </p:cNvPr>
          <p:cNvSpPr/>
          <p:nvPr/>
        </p:nvSpPr>
        <p:spPr>
          <a:xfrm rot="5400000">
            <a:off x="5727699" y="2710522"/>
            <a:ext cx="736602" cy="624198"/>
          </a:xfrm>
          <a:prstGeom prst="rightArrow">
            <a:avLst/>
          </a:prstGeom>
          <a:gradFill flip="none" rotWithShape="1">
            <a:gsLst>
              <a:gs pos="0">
                <a:schemeClr val="bg1">
                  <a:alpha val="0"/>
                </a:schemeClr>
              </a:gs>
              <a:gs pos="78000">
                <a:schemeClr val="bg1">
                  <a:alpha val="51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右箭头 14">
            <a:extLst>
              <a:ext uri="{FF2B5EF4-FFF2-40B4-BE49-F238E27FC236}">
                <a16:creationId xmlns:a16="http://schemas.microsoft.com/office/drawing/2014/main" id="{EC84560E-2A19-6940-8DA0-27D116E59E50}"/>
              </a:ext>
            </a:extLst>
          </p:cNvPr>
          <p:cNvSpPr/>
          <p:nvPr/>
        </p:nvSpPr>
        <p:spPr>
          <a:xfrm rot="16200000">
            <a:off x="5727699" y="4489580"/>
            <a:ext cx="736602" cy="624198"/>
          </a:xfrm>
          <a:prstGeom prst="rightArrow">
            <a:avLst/>
          </a:prstGeom>
          <a:gradFill flip="none" rotWithShape="1">
            <a:gsLst>
              <a:gs pos="0">
                <a:schemeClr val="bg1">
                  <a:alpha val="0"/>
                </a:schemeClr>
              </a:gs>
              <a:gs pos="78000">
                <a:schemeClr val="bg1">
                  <a:alpha val="51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57">
            <a:extLst>
              <a:ext uri="{FF2B5EF4-FFF2-40B4-BE49-F238E27FC236}">
                <a16:creationId xmlns:a16="http://schemas.microsoft.com/office/drawing/2014/main" id="{0D639EF6-40A4-5B42-B8F0-2022CFDEFF8B}"/>
              </a:ext>
            </a:extLst>
          </p:cNvPr>
          <p:cNvSpPr/>
          <p:nvPr/>
        </p:nvSpPr>
        <p:spPr>
          <a:xfrm>
            <a:off x="5448300" y="2171165"/>
            <a:ext cx="1295400" cy="258016"/>
          </a:xfrm>
          <a:prstGeom prst="rect">
            <a:avLst/>
          </a:prstGeom>
          <a:noFill/>
          <a:ln/>
        </p:spPr>
        <p:txBody>
          <a:bodyPr wrap="square" lIns="0" tIns="0" rIns="0" bIns="0" rtlCol="0" anchor="t"/>
          <a:lstStyle/>
          <a:p>
            <a:pPr algn="ctr" defTabSz="731520">
              <a:lnSpc>
                <a:spcPts val="1680"/>
              </a:lnSpc>
            </a:pPr>
            <a:r>
              <a:rPr lang="en-US" dirty="0" err="1">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业务目标</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8" name="Object60">
            <a:extLst>
              <a:ext uri="{FF2B5EF4-FFF2-40B4-BE49-F238E27FC236}">
                <a16:creationId xmlns:a16="http://schemas.microsoft.com/office/drawing/2014/main" id="{B0E49AE8-9124-AF4A-928D-8AE3A2D21713}"/>
              </a:ext>
            </a:extLst>
          </p:cNvPr>
          <p:cNvSpPr/>
          <p:nvPr/>
        </p:nvSpPr>
        <p:spPr>
          <a:xfrm>
            <a:off x="5501267" y="2468265"/>
            <a:ext cx="1189466" cy="256776"/>
          </a:xfrm>
          <a:prstGeom prst="rect">
            <a:avLst/>
          </a:prstGeom>
          <a:noFill/>
          <a:ln/>
        </p:spPr>
        <p:txBody>
          <a:bodyPr wrap="square" lIns="0" tIns="0" rIns="0" bIns="0" rtlCol="0" anchor="t"/>
          <a:lstStyle/>
          <a:p>
            <a:pPr algn="ctr" defTabSz="731520"/>
            <a:r>
              <a:rPr lang="zh-CN" alt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去年复盘经验</a:t>
            </a:r>
            <a:endParaRPr lang="en-US" altLang="zh-CN"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zh-CN" alt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今年业务目标</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57">
            <a:extLst>
              <a:ext uri="{FF2B5EF4-FFF2-40B4-BE49-F238E27FC236}">
                <a16:creationId xmlns:a16="http://schemas.microsoft.com/office/drawing/2014/main" id="{C2AD0D20-7540-5E41-AFDB-6E6F149C97EE}"/>
              </a:ext>
            </a:extLst>
          </p:cNvPr>
          <p:cNvSpPr/>
          <p:nvPr/>
        </p:nvSpPr>
        <p:spPr>
          <a:xfrm>
            <a:off x="5448300" y="5489670"/>
            <a:ext cx="1295400" cy="213360"/>
          </a:xfrm>
          <a:prstGeom prst="rect">
            <a:avLst/>
          </a:prstGeom>
          <a:noFill/>
          <a:ln/>
        </p:spPr>
        <p:txBody>
          <a:bodyPr wrap="square" lIns="0" tIns="0" rIns="0" bIns="0" rtlCol="0" anchor="t"/>
          <a:lstStyle/>
          <a:p>
            <a:pPr algn="ctr" defTabSz="731520">
              <a:lnSpc>
                <a:spcPts val="1680"/>
              </a:lnSpc>
            </a:pPr>
            <a:r>
              <a:rPr lang="en-US" dirty="0" err="1">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设计目标</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0" name="Object60">
            <a:extLst>
              <a:ext uri="{FF2B5EF4-FFF2-40B4-BE49-F238E27FC236}">
                <a16:creationId xmlns:a16="http://schemas.microsoft.com/office/drawing/2014/main" id="{38ED251B-638D-714D-9D77-78367D2796E9}"/>
              </a:ext>
            </a:extLst>
          </p:cNvPr>
          <p:cNvSpPr/>
          <p:nvPr/>
        </p:nvSpPr>
        <p:spPr>
          <a:xfrm>
            <a:off x="5501267" y="5124078"/>
            <a:ext cx="1189466" cy="256776"/>
          </a:xfrm>
          <a:prstGeom prst="rect">
            <a:avLst/>
          </a:prstGeom>
          <a:noFill/>
          <a:ln/>
        </p:spPr>
        <p:txBody>
          <a:bodyPr wrap="square" lIns="0" tIns="0" rIns="0" bIns="0" rtlCol="0" anchor="t"/>
          <a:lstStyle/>
          <a:p>
            <a:pPr algn="ct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云栖大会总设计目标</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线下大会的业务特点</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60">
            <a:extLst>
              <a:ext uri="{FF2B5EF4-FFF2-40B4-BE49-F238E27FC236}">
                <a16:creationId xmlns:a16="http://schemas.microsoft.com/office/drawing/2014/main" id="{76A1023B-5A29-2245-9F46-0A05CA526427}"/>
              </a:ext>
            </a:extLst>
          </p:cNvPr>
          <p:cNvSpPr/>
          <p:nvPr/>
        </p:nvSpPr>
        <p:spPr>
          <a:xfrm>
            <a:off x="5499122" y="1582853"/>
            <a:ext cx="1189466" cy="256776"/>
          </a:xfrm>
          <a:prstGeom prst="rect">
            <a:avLst/>
          </a:prstGeom>
          <a:noFill/>
          <a:ln/>
        </p:spPr>
        <p:txBody>
          <a:bodyPr wrap="square" lIns="0" tIns="0" rIns="0" bIns="0" rtlCol="0" anchor="t"/>
          <a:lstStyle/>
          <a:p>
            <a:pPr algn="ctr" defTabSz="731520"/>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引爆期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60">
            <a:extLst>
              <a:ext uri="{FF2B5EF4-FFF2-40B4-BE49-F238E27FC236}">
                <a16:creationId xmlns:a16="http://schemas.microsoft.com/office/drawing/2014/main" id="{D16A307F-CD76-1C44-881A-B92977B71A9C}"/>
              </a:ext>
            </a:extLst>
          </p:cNvPr>
          <p:cNvSpPr/>
          <p:nvPr/>
        </p:nvSpPr>
        <p:spPr>
          <a:xfrm rot="2700000">
            <a:off x="3897570" y="5545705"/>
            <a:ext cx="1189466" cy="256776"/>
          </a:xfrm>
          <a:prstGeom prst="rect">
            <a:avLst/>
          </a:prstGeom>
          <a:noFill/>
          <a:ln/>
        </p:spPr>
        <p:txBody>
          <a:bodyPr wrap="square" lIns="0" tIns="0" rIns="0" bIns="0" rtlCol="0" anchor="t"/>
          <a:lstStyle/>
          <a:p>
            <a:pPr algn="ctr" defTabSz="731520"/>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预热期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60">
            <a:extLst>
              <a:ext uri="{FF2B5EF4-FFF2-40B4-BE49-F238E27FC236}">
                <a16:creationId xmlns:a16="http://schemas.microsoft.com/office/drawing/2014/main" id="{D3C5D72D-B172-6D4D-96DD-EE5331F3E4F3}"/>
              </a:ext>
            </a:extLst>
          </p:cNvPr>
          <p:cNvSpPr/>
          <p:nvPr/>
        </p:nvSpPr>
        <p:spPr>
          <a:xfrm rot="18900000">
            <a:off x="7100615" y="5565979"/>
            <a:ext cx="1189466" cy="256776"/>
          </a:xfrm>
          <a:prstGeom prst="rect">
            <a:avLst/>
          </a:prstGeom>
          <a:noFill/>
          <a:ln/>
        </p:spPr>
        <p:txBody>
          <a:bodyPr wrap="square" lIns="0" tIns="0" rIns="0" bIns="0" rtlCol="0" anchor="t"/>
          <a:lstStyle/>
          <a:p>
            <a:pPr algn="ctr" defTabSz="731520"/>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延续期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左箭头 1">
            <a:extLst>
              <a:ext uri="{FF2B5EF4-FFF2-40B4-BE49-F238E27FC236}">
                <a16:creationId xmlns:a16="http://schemas.microsoft.com/office/drawing/2014/main" id="{7BD9BF79-9615-A74B-B9C2-412AE647C277}"/>
              </a:ext>
            </a:extLst>
          </p:cNvPr>
          <p:cNvSpPr/>
          <p:nvPr/>
        </p:nvSpPr>
        <p:spPr>
          <a:xfrm>
            <a:off x="2821195" y="2878945"/>
            <a:ext cx="3152879" cy="2096654"/>
          </a:xfrm>
          <a:custGeom>
            <a:avLst/>
            <a:gdLst>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431800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431800 h 2096654"/>
              <a:gd name="connsiteX4" fmla="*/ 3143643 w 3152879"/>
              <a:gd name="connsiteY4" fmla="*/ 1729509 h 2096654"/>
              <a:gd name="connsiteX5" fmla="*/ 949658 w 3152879"/>
              <a:gd name="connsiteY5" fmla="*/ 1572491 h 2096654"/>
              <a:gd name="connsiteX6" fmla="*/ 949658 w 3152879"/>
              <a:gd name="connsiteY6" fmla="*/ 2096654 h 2096654"/>
              <a:gd name="connsiteX7" fmla="*/ 0 w 3152879"/>
              <a:gd name="connsiteY7" fmla="*/ 1048327 h 209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879" h="2096654">
                <a:moveTo>
                  <a:pt x="0" y="1048327"/>
                </a:moveTo>
                <a:lnTo>
                  <a:pt x="949658" y="0"/>
                </a:lnTo>
                <a:lnTo>
                  <a:pt x="949658" y="524164"/>
                </a:lnTo>
                <a:cubicBezTo>
                  <a:pt x="1721010" y="644237"/>
                  <a:pt x="2252218" y="607291"/>
                  <a:pt x="3152879" y="431800"/>
                </a:cubicBezTo>
                <a:cubicBezTo>
                  <a:pt x="3149800" y="864370"/>
                  <a:pt x="3146722" y="1296939"/>
                  <a:pt x="3143643" y="1729509"/>
                </a:cubicBezTo>
                <a:cubicBezTo>
                  <a:pt x="2335345" y="1535546"/>
                  <a:pt x="1656356" y="1535547"/>
                  <a:pt x="949658" y="1572491"/>
                </a:cubicBezTo>
                <a:lnTo>
                  <a:pt x="949658" y="2096654"/>
                </a:lnTo>
                <a:lnTo>
                  <a:pt x="0" y="1048327"/>
                </a:lnTo>
                <a:close/>
              </a:path>
            </a:pathLst>
          </a:custGeom>
          <a:gradFill flip="none" rotWithShape="1">
            <a:gsLst>
              <a:gs pos="0">
                <a:schemeClr val="accent1">
                  <a:lumMod val="100000"/>
                </a:schemeClr>
              </a:gs>
              <a:gs pos="78000">
                <a:schemeClr val="accent1">
                  <a:lumMod val="100000"/>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左箭头 1">
            <a:extLst>
              <a:ext uri="{FF2B5EF4-FFF2-40B4-BE49-F238E27FC236}">
                <a16:creationId xmlns:a16="http://schemas.microsoft.com/office/drawing/2014/main" id="{8BC47EFD-4947-8C40-A4D6-53C71F7C4857}"/>
              </a:ext>
            </a:extLst>
          </p:cNvPr>
          <p:cNvSpPr/>
          <p:nvPr/>
        </p:nvSpPr>
        <p:spPr>
          <a:xfrm flipH="1">
            <a:off x="6217926" y="2878945"/>
            <a:ext cx="3152879" cy="2096654"/>
          </a:xfrm>
          <a:custGeom>
            <a:avLst/>
            <a:gdLst>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524164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431800 h 2096654"/>
              <a:gd name="connsiteX4" fmla="*/ 3152879 w 3152879"/>
              <a:gd name="connsiteY4" fmla="*/ 1572491 h 2096654"/>
              <a:gd name="connsiteX5" fmla="*/ 949658 w 3152879"/>
              <a:gd name="connsiteY5" fmla="*/ 1572491 h 2096654"/>
              <a:gd name="connsiteX6" fmla="*/ 949658 w 3152879"/>
              <a:gd name="connsiteY6" fmla="*/ 2096654 h 2096654"/>
              <a:gd name="connsiteX7" fmla="*/ 0 w 3152879"/>
              <a:gd name="connsiteY7" fmla="*/ 1048327 h 2096654"/>
              <a:gd name="connsiteX0" fmla="*/ 0 w 3152879"/>
              <a:gd name="connsiteY0" fmla="*/ 1048327 h 2096654"/>
              <a:gd name="connsiteX1" fmla="*/ 949658 w 3152879"/>
              <a:gd name="connsiteY1" fmla="*/ 0 h 2096654"/>
              <a:gd name="connsiteX2" fmla="*/ 949658 w 3152879"/>
              <a:gd name="connsiteY2" fmla="*/ 524164 h 2096654"/>
              <a:gd name="connsiteX3" fmla="*/ 3152879 w 3152879"/>
              <a:gd name="connsiteY3" fmla="*/ 431800 h 2096654"/>
              <a:gd name="connsiteX4" fmla="*/ 3143643 w 3152879"/>
              <a:gd name="connsiteY4" fmla="*/ 1729509 h 2096654"/>
              <a:gd name="connsiteX5" fmla="*/ 949658 w 3152879"/>
              <a:gd name="connsiteY5" fmla="*/ 1572491 h 2096654"/>
              <a:gd name="connsiteX6" fmla="*/ 949658 w 3152879"/>
              <a:gd name="connsiteY6" fmla="*/ 2096654 h 2096654"/>
              <a:gd name="connsiteX7" fmla="*/ 0 w 3152879"/>
              <a:gd name="connsiteY7" fmla="*/ 1048327 h 209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879" h="2096654">
                <a:moveTo>
                  <a:pt x="0" y="1048327"/>
                </a:moveTo>
                <a:lnTo>
                  <a:pt x="949658" y="0"/>
                </a:lnTo>
                <a:lnTo>
                  <a:pt x="949658" y="524164"/>
                </a:lnTo>
                <a:cubicBezTo>
                  <a:pt x="1721010" y="644237"/>
                  <a:pt x="2252218" y="607291"/>
                  <a:pt x="3152879" y="431800"/>
                </a:cubicBezTo>
                <a:cubicBezTo>
                  <a:pt x="3149800" y="864370"/>
                  <a:pt x="3146722" y="1296939"/>
                  <a:pt x="3143643" y="1729509"/>
                </a:cubicBezTo>
                <a:cubicBezTo>
                  <a:pt x="2335345" y="1535546"/>
                  <a:pt x="1656356" y="1535547"/>
                  <a:pt x="949658" y="1572491"/>
                </a:cubicBezTo>
                <a:lnTo>
                  <a:pt x="949658" y="2096654"/>
                </a:lnTo>
                <a:lnTo>
                  <a:pt x="0" y="1048327"/>
                </a:lnTo>
                <a:close/>
              </a:path>
            </a:pathLst>
          </a:custGeom>
          <a:gradFill flip="none" rotWithShape="1">
            <a:gsLst>
              <a:gs pos="0">
                <a:schemeClr val="accent1">
                  <a:lumMod val="100000"/>
                </a:schemeClr>
              </a:gs>
              <a:gs pos="78000">
                <a:schemeClr val="accent1">
                  <a:lumMod val="100000"/>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57">
            <a:extLst>
              <a:ext uri="{FF2B5EF4-FFF2-40B4-BE49-F238E27FC236}">
                <a16:creationId xmlns:a16="http://schemas.microsoft.com/office/drawing/2014/main" id="{0E1DA41B-E8DB-0844-9DB9-040F6CDF57FF}"/>
              </a:ext>
            </a:extLst>
          </p:cNvPr>
          <p:cNvSpPr/>
          <p:nvPr/>
        </p:nvSpPr>
        <p:spPr>
          <a:xfrm>
            <a:off x="3408678" y="3650103"/>
            <a:ext cx="1295400" cy="213360"/>
          </a:xfrm>
          <a:prstGeom prst="rect">
            <a:avLst/>
          </a:prstGeom>
          <a:noFill/>
          <a:ln/>
        </p:spPr>
        <p:txBody>
          <a:bodyPr wrap="square" lIns="0" tIns="0" rIns="0" bIns="0" rtlCol="0" anchor="t"/>
          <a:lstStyle/>
          <a:p>
            <a:pPr algn="r" defTabSz="731520">
              <a:lnSpc>
                <a:spcPts val="1680"/>
              </a:lnSpc>
            </a:pPr>
            <a:r>
              <a:rPr lang="en-US" sz="2000" dirty="0" err="1">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品牌心智</a:t>
            </a:r>
            <a:endParaRPr lang="en-US" sz="2000" dirty="0">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1" name="Object60">
            <a:extLst>
              <a:ext uri="{FF2B5EF4-FFF2-40B4-BE49-F238E27FC236}">
                <a16:creationId xmlns:a16="http://schemas.microsoft.com/office/drawing/2014/main" id="{5B3C4199-6AAB-D843-A3A7-F130523044A1}"/>
              </a:ext>
            </a:extLst>
          </p:cNvPr>
          <p:cNvSpPr/>
          <p:nvPr/>
        </p:nvSpPr>
        <p:spPr>
          <a:xfrm>
            <a:off x="3591450" y="3943656"/>
            <a:ext cx="1122696" cy="279206"/>
          </a:xfrm>
          <a:prstGeom prst="rect">
            <a:avLst/>
          </a:prstGeom>
          <a:noFill/>
          <a:ln/>
        </p:spPr>
        <p:txBody>
          <a:bodyPr wrap="square" lIns="0" tIns="0" rIns="0" bIns="0" rtlCol="0" anchor="t"/>
          <a:lstStyle/>
          <a:p>
            <a:pPr algn="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打造云</a:t>
            </a:r>
            <a:r>
              <a:rPr lang="en-US" altLang="zh-CN"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栖</a:t>
            </a:r>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品牌内核</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创造超级符号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57">
            <a:extLst>
              <a:ext uri="{FF2B5EF4-FFF2-40B4-BE49-F238E27FC236}">
                <a16:creationId xmlns:a16="http://schemas.microsoft.com/office/drawing/2014/main" id="{A45F1086-C150-A440-9445-47638C339F71}"/>
              </a:ext>
            </a:extLst>
          </p:cNvPr>
          <p:cNvSpPr/>
          <p:nvPr/>
        </p:nvSpPr>
        <p:spPr>
          <a:xfrm>
            <a:off x="7354264" y="3650103"/>
            <a:ext cx="1295400" cy="213360"/>
          </a:xfrm>
          <a:prstGeom prst="rect">
            <a:avLst/>
          </a:prstGeom>
          <a:noFill/>
          <a:ln/>
        </p:spPr>
        <p:txBody>
          <a:bodyPr wrap="square" lIns="0" tIns="0" rIns="0" bIns="0" rtlCol="0" anchor="t"/>
          <a:lstStyle/>
          <a:p>
            <a:pPr defTabSz="731520">
              <a:lnSpc>
                <a:spcPts val="1680"/>
              </a:lnSpc>
            </a:pPr>
            <a:r>
              <a:rPr lang="en-US" sz="2000" dirty="0" err="1">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品牌体验</a:t>
            </a:r>
            <a:endParaRPr lang="en-US" sz="2000" dirty="0">
              <a:solidFill>
                <a:schemeClr val="lt1">
                  <a:lumMod val="100000"/>
                </a:schemeClr>
              </a:solidFill>
              <a:effectLst>
                <a:outerShdw blurRad="38100" dist="38100" dir="2700000" algn="tl">
                  <a:srgbClr val="000000">
                    <a:alpha val="43137"/>
                  </a:srgbClr>
                </a:outerShdw>
              </a:effectLst>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5" name="Object60">
            <a:extLst>
              <a:ext uri="{FF2B5EF4-FFF2-40B4-BE49-F238E27FC236}">
                <a16:creationId xmlns:a16="http://schemas.microsoft.com/office/drawing/2014/main" id="{F62F3652-879C-F948-92E3-4ED01C3D0F9B}"/>
              </a:ext>
            </a:extLst>
          </p:cNvPr>
          <p:cNvSpPr/>
          <p:nvPr/>
        </p:nvSpPr>
        <p:spPr>
          <a:xfrm>
            <a:off x="7362285" y="3943656"/>
            <a:ext cx="1074738" cy="279206"/>
          </a:xfrm>
          <a:prstGeom prst="rect">
            <a:avLst/>
          </a:prstGeom>
          <a:noFill/>
          <a:ln/>
        </p:spPr>
        <p:txBody>
          <a:bodyPr wrap="square" lIns="0" tIns="0" rIns="0" bIns="0" rtlCol="0" anchor="t"/>
          <a:lstStyle/>
          <a:p>
            <a:pP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打造云栖品牌内核</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创造超级符号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60">
            <a:extLst>
              <a:ext uri="{FF2B5EF4-FFF2-40B4-BE49-F238E27FC236}">
                <a16:creationId xmlns:a16="http://schemas.microsoft.com/office/drawing/2014/main" id="{B9530166-C974-D84B-A2DD-3DEE473075E7}"/>
              </a:ext>
            </a:extLst>
          </p:cNvPr>
          <p:cNvSpPr/>
          <p:nvPr/>
        </p:nvSpPr>
        <p:spPr>
          <a:xfrm>
            <a:off x="1552768" y="3163997"/>
            <a:ext cx="1114745" cy="180536"/>
          </a:xfrm>
          <a:prstGeom prst="rect">
            <a:avLst/>
          </a:prstGeom>
          <a:noFill/>
          <a:ln/>
        </p:spPr>
        <p:txBody>
          <a:bodyPr wrap="square" lIns="0" tIns="0" rIns="0" bIns="0" rtlCol="0" anchor="t"/>
          <a:lstStyle/>
          <a:p>
            <a:pPr algn="ctr" defTabSz="731520"/>
            <a:r>
              <a:rPr lang="en-US" sz="12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60">
            <a:extLst>
              <a:ext uri="{FF2B5EF4-FFF2-40B4-BE49-F238E27FC236}">
                <a16:creationId xmlns:a16="http://schemas.microsoft.com/office/drawing/2014/main" id="{36E1F0DA-B839-EC48-92DC-07A396CD8D20}"/>
              </a:ext>
            </a:extLst>
          </p:cNvPr>
          <p:cNvSpPr/>
          <p:nvPr/>
        </p:nvSpPr>
        <p:spPr>
          <a:xfrm>
            <a:off x="1552768" y="3788052"/>
            <a:ext cx="1114745" cy="180536"/>
          </a:xfrm>
          <a:prstGeom prst="rect">
            <a:avLst/>
          </a:prstGeom>
          <a:noFill/>
          <a:ln/>
        </p:spPr>
        <p:txBody>
          <a:bodyPr wrap="square" lIns="0" tIns="0" rIns="0" bIns="0" rtlCol="0" anchor="t"/>
          <a:lstStyle/>
          <a:p>
            <a:pPr algn="ctr" defTabSz="731520"/>
            <a:r>
              <a:rPr lang="en-US" sz="12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60">
            <a:extLst>
              <a:ext uri="{FF2B5EF4-FFF2-40B4-BE49-F238E27FC236}">
                <a16:creationId xmlns:a16="http://schemas.microsoft.com/office/drawing/2014/main" id="{A69EDCDD-C1F8-0B44-AC70-F5AAEA3ED18E}"/>
              </a:ext>
            </a:extLst>
          </p:cNvPr>
          <p:cNvSpPr/>
          <p:nvPr/>
        </p:nvSpPr>
        <p:spPr>
          <a:xfrm>
            <a:off x="1552768" y="4412106"/>
            <a:ext cx="1114745" cy="180536"/>
          </a:xfrm>
          <a:prstGeom prst="rect">
            <a:avLst/>
          </a:prstGeom>
          <a:noFill/>
          <a:ln/>
        </p:spPr>
        <p:txBody>
          <a:bodyPr wrap="square" lIns="0" tIns="0" rIns="0" bIns="0" rtlCol="0" anchor="t"/>
          <a:lstStyle/>
          <a:p>
            <a:pPr algn="ctr" defTabSz="731520"/>
            <a:r>
              <a:rPr lang="en-US" sz="120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宣传系统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60">
            <a:extLst>
              <a:ext uri="{FF2B5EF4-FFF2-40B4-BE49-F238E27FC236}">
                <a16:creationId xmlns:a16="http://schemas.microsoft.com/office/drawing/2014/main" id="{73F5C4F6-AD06-ED4A-BF0C-6264F24156C6}"/>
              </a:ext>
            </a:extLst>
          </p:cNvPr>
          <p:cNvSpPr/>
          <p:nvPr/>
        </p:nvSpPr>
        <p:spPr>
          <a:xfrm>
            <a:off x="9444103" y="3163997"/>
            <a:ext cx="1114745" cy="180536"/>
          </a:xfrm>
          <a:prstGeom prst="rect">
            <a:avLst/>
          </a:prstGeom>
          <a:noFill/>
          <a:ln/>
        </p:spPr>
        <p:txBody>
          <a:bodyPr wrap="square" lIns="0" tIns="0" rIns="0" bIns="0" rtlCol="0" anchor="t"/>
          <a:lstStyle/>
          <a:p>
            <a:pPr algn="ctr" defTabSz="731520"/>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60">
            <a:extLst>
              <a:ext uri="{FF2B5EF4-FFF2-40B4-BE49-F238E27FC236}">
                <a16:creationId xmlns:a16="http://schemas.microsoft.com/office/drawing/2014/main" id="{D5C9A1B2-7C25-FB4A-A386-5DA8266BDAA4}"/>
              </a:ext>
            </a:extLst>
          </p:cNvPr>
          <p:cNvSpPr/>
          <p:nvPr/>
        </p:nvSpPr>
        <p:spPr>
          <a:xfrm>
            <a:off x="9444103" y="3788052"/>
            <a:ext cx="1114745" cy="180536"/>
          </a:xfrm>
          <a:prstGeom prst="rect">
            <a:avLst/>
          </a:prstGeom>
          <a:noFill/>
          <a:ln/>
        </p:spPr>
        <p:txBody>
          <a:bodyPr wrap="square" lIns="0" tIns="0" rIns="0" bIns="0" rtlCol="0" anchor="t"/>
          <a:lstStyle/>
          <a:p>
            <a:pPr algn="ctr" defTabSz="731520"/>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导视系统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60">
            <a:extLst>
              <a:ext uri="{FF2B5EF4-FFF2-40B4-BE49-F238E27FC236}">
                <a16:creationId xmlns:a16="http://schemas.microsoft.com/office/drawing/2014/main" id="{B5E9B6B2-2295-2D4C-974B-BDB1B679AF6E}"/>
              </a:ext>
            </a:extLst>
          </p:cNvPr>
          <p:cNvSpPr/>
          <p:nvPr/>
        </p:nvSpPr>
        <p:spPr>
          <a:xfrm>
            <a:off x="9444103" y="4412106"/>
            <a:ext cx="1114745" cy="180536"/>
          </a:xfrm>
          <a:prstGeom prst="rect">
            <a:avLst/>
          </a:prstGeom>
          <a:noFill/>
          <a:ln/>
        </p:spPr>
        <p:txBody>
          <a:bodyPr wrap="square" lIns="0" tIns="0" rIns="0" bIns="0" rtlCol="0" anchor="t"/>
          <a:lstStyle/>
          <a:p>
            <a:pPr algn="ctr" defTabSz="731520"/>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运营系统</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60">
            <a:extLst>
              <a:ext uri="{FF2B5EF4-FFF2-40B4-BE49-F238E27FC236}">
                <a16:creationId xmlns:a16="http://schemas.microsoft.com/office/drawing/2014/main" id="{CF1D8544-EB30-8146-94C0-0471C4A91E07}"/>
              </a:ext>
            </a:extLst>
          </p:cNvPr>
          <p:cNvSpPr/>
          <p:nvPr/>
        </p:nvSpPr>
        <p:spPr>
          <a:xfrm>
            <a:off x="5339251" y="3546315"/>
            <a:ext cx="1513499" cy="732535"/>
          </a:xfrm>
          <a:prstGeom prst="rect">
            <a:avLst/>
          </a:prstGeom>
          <a:noFill/>
          <a:ln/>
        </p:spPr>
        <p:txBody>
          <a:bodyPr wrap="square" lIns="0" tIns="0" rIns="0" bIns="0" rtlCol="0" anchor="t"/>
          <a:lstStyle/>
          <a:p>
            <a:pPr algn="ctr" defTabSz="731520">
              <a:lnSpc>
                <a:spcPct val="15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统一的品牌物料库</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5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灵活可用的品牌规范</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5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a:t>
            </a:r>
            <a:r>
              <a:rPr lang="en-US" altLang="zh-CN"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框架沉淀</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E077BADD-F84D-CBF1-3F87-56C1451CF69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E930EA39-3DC3-2092-5E03-C4B75C2882B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30E40C24-A9CA-FDE0-B4F0-3A277DE5C18D}"/>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04875768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a:extLst>
              <a:ext uri="{FF2B5EF4-FFF2-40B4-BE49-F238E27FC236}">
                <a16:creationId xmlns:a16="http://schemas.microsoft.com/office/drawing/2014/main" id="{219A961D-4E1F-1BBD-5465-D75D0C3258EA}"/>
              </a:ext>
            </a:extLst>
          </p:cNvPr>
          <p:cNvSpPr/>
          <p:nvPr/>
        </p:nvSpPr>
        <p:spPr>
          <a:xfrm>
            <a:off x="568859" y="1377450"/>
            <a:ext cx="4292357" cy="4292357"/>
          </a:xfrm>
          <a:prstGeom prst="ellipse">
            <a:avLst/>
          </a:prstGeom>
          <a:gradFill flip="none" rotWithShape="1">
            <a:gsLst>
              <a:gs pos="0">
                <a:schemeClr val="accent1">
                  <a:lumMod val="100000"/>
                  <a:alpha val="15000"/>
                </a:schemeClr>
              </a:gs>
              <a:gs pos="61000">
                <a:schemeClr val="accent1">
                  <a:lumMod val="100000"/>
                  <a:alpha val="0"/>
                </a:schemeClr>
              </a:gs>
            </a:gsLst>
            <a:lin ang="18900000" scaled="1"/>
            <a:tileRect/>
          </a:gra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椭圆 110">
            <a:extLst>
              <a:ext uri="{FF2B5EF4-FFF2-40B4-BE49-F238E27FC236}">
                <a16:creationId xmlns:a16="http://schemas.microsoft.com/office/drawing/2014/main" id="{058D8F97-6BAB-FF41-8944-1DD08CA621A8}"/>
              </a:ext>
            </a:extLst>
          </p:cNvPr>
          <p:cNvSpPr/>
          <p:nvPr/>
        </p:nvSpPr>
        <p:spPr>
          <a:xfrm>
            <a:off x="1076861" y="3088270"/>
            <a:ext cx="2504004" cy="2504004"/>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114">
            <a:extLst>
              <a:ext uri="{FF2B5EF4-FFF2-40B4-BE49-F238E27FC236}">
                <a16:creationId xmlns:a16="http://schemas.microsoft.com/office/drawing/2014/main" id="{80DA41D8-7EBD-C845-810E-4DADB5D6FFF7}"/>
              </a:ext>
            </a:extLst>
          </p:cNvPr>
          <p:cNvSpPr/>
          <p:nvPr/>
        </p:nvSpPr>
        <p:spPr>
          <a:xfrm>
            <a:off x="7833002" y="1397578"/>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60">
            <a:extLst>
              <a:ext uri="{FF2B5EF4-FFF2-40B4-BE49-F238E27FC236}">
                <a16:creationId xmlns:a16="http://schemas.microsoft.com/office/drawing/2014/main" id="{13C917F7-2FA6-E84D-B498-11E01DBFDDD8}"/>
              </a:ext>
            </a:extLst>
          </p:cNvPr>
          <p:cNvSpPr/>
          <p:nvPr/>
        </p:nvSpPr>
        <p:spPr>
          <a:xfrm>
            <a:off x="8145094" y="1533015"/>
            <a:ext cx="2072072" cy="169008"/>
          </a:xfrm>
          <a:prstGeom prst="rect">
            <a:avLst/>
          </a:prstGeom>
          <a:noFill/>
          <a:ln/>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基于用户场景判断</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114">
            <a:extLst>
              <a:ext uri="{FF2B5EF4-FFF2-40B4-BE49-F238E27FC236}">
                <a16:creationId xmlns:a16="http://schemas.microsoft.com/office/drawing/2014/main" id="{D36E1A1B-7F64-484B-B580-BEE81D8A96F0}"/>
              </a:ext>
            </a:extLst>
          </p:cNvPr>
          <p:cNvSpPr/>
          <p:nvPr/>
        </p:nvSpPr>
        <p:spPr>
          <a:xfrm>
            <a:off x="7833002" y="2339980"/>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Object60">
            <a:extLst>
              <a:ext uri="{FF2B5EF4-FFF2-40B4-BE49-F238E27FC236}">
                <a16:creationId xmlns:a16="http://schemas.microsoft.com/office/drawing/2014/main" id="{14E2DD27-0499-DE4A-A302-3289E2FD5B0B}"/>
              </a:ext>
            </a:extLst>
          </p:cNvPr>
          <p:cNvSpPr/>
          <p:nvPr/>
        </p:nvSpPr>
        <p:spPr>
          <a:xfrm>
            <a:off x="8145094" y="2475417"/>
            <a:ext cx="2072072" cy="169008"/>
          </a:xfrm>
          <a:prstGeom prst="rect">
            <a:avLst/>
          </a:prstGeom>
          <a:noFill/>
          <a:ln/>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明确知道用户接下来的意图</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114">
            <a:extLst>
              <a:ext uri="{FF2B5EF4-FFF2-40B4-BE49-F238E27FC236}">
                <a16:creationId xmlns:a16="http://schemas.microsoft.com/office/drawing/2014/main" id="{71B69DBA-452F-6841-B0D8-743486C4A31E}"/>
              </a:ext>
            </a:extLst>
          </p:cNvPr>
          <p:cNvSpPr/>
          <p:nvPr/>
        </p:nvSpPr>
        <p:spPr>
          <a:xfrm>
            <a:off x="7833002" y="3282382"/>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Object60">
            <a:extLst>
              <a:ext uri="{FF2B5EF4-FFF2-40B4-BE49-F238E27FC236}">
                <a16:creationId xmlns:a16="http://schemas.microsoft.com/office/drawing/2014/main" id="{0E486049-1158-5F41-8DB9-FB6CC45A9C77}"/>
              </a:ext>
            </a:extLst>
          </p:cNvPr>
          <p:cNvSpPr/>
          <p:nvPr/>
        </p:nvSpPr>
        <p:spPr>
          <a:xfrm>
            <a:off x="8145094" y="3417819"/>
            <a:ext cx="2072072" cy="169008"/>
          </a:xfrm>
          <a:prstGeom prst="rect">
            <a:avLst/>
          </a:prstGeom>
          <a:noFill/>
          <a:ln/>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行动前置</a:t>
            </a:r>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，缩短关键路径</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114">
            <a:extLst>
              <a:ext uri="{FF2B5EF4-FFF2-40B4-BE49-F238E27FC236}">
                <a16:creationId xmlns:a16="http://schemas.microsoft.com/office/drawing/2014/main" id="{14CDECD1-1666-8D4A-B1AA-96F616EDF3EA}"/>
              </a:ext>
            </a:extLst>
          </p:cNvPr>
          <p:cNvSpPr/>
          <p:nvPr/>
        </p:nvSpPr>
        <p:spPr>
          <a:xfrm>
            <a:off x="7833002" y="4224784"/>
            <a:ext cx="2696257"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Object60">
            <a:extLst>
              <a:ext uri="{FF2B5EF4-FFF2-40B4-BE49-F238E27FC236}">
                <a16:creationId xmlns:a16="http://schemas.microsoft.com/office/drawing/2014/main" id="{11A32924-8E11-5E4C-9001-C14294E0BFF0}"/>
              </a:ext>
            </a:extLst>
          </p:cNvPr>
          <p:cNvSpPr/>
          <p:nvPr/>
        </p:nvSpPr>
        <p:spPr>
          <a:xfrm>
            <a:off x="8145094" y="4360221"/>
            <a:ext cx="2072072" cy="169008"/>
          </a:xfrm>
          <a:prstGeom prst="rect">
            <a:avLst/>
          </a:prstGeom>
          <a:noFill/>
          <a:ln/>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增加动效</a:t>
            </a:r>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，提升趣味性</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3" name="直线连接符 52">
            <a:extLst>
              <a:ext uri="{FF2B5EF4-FFF2-40B4-BE49-F238E27FC236}">
                <a16:creationId xmlns:a16="http://schemas.microsoft.com/office/drawing/2014/main" id="{7A455763-2A99-C743-9112-C944990290D3}"/>
              </a:ext>
            </a:extLst>
          </p:cNvPr>
          <p:cNvCxnSpPr>
            <a:cxnSpLocks/>
          </p:cNvCxnSpPr>
          <p:nvPr/>
        </p:nvCxnSpPr>
        <p:spPr>
          <a:xfrm flipV="1">
            <a:off x="9181131" y="1894435"/>
            <a:ext cx="0" cy="31050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椭圆 16">
            <a:extLst>
              <a:ext uri="{FF2B5EF4-FFF2-40B4-BE49-F238E27FC236}">
                <a16:creationId xmlns:a16="http://schemas.microsoft.com/office/drawing/2014/main" id="{86BDD4EA-736C-E243-96A0-9BE15C3F1BA2}"/>
              </a:ext>
            </a:extLst>
          </p:cNvPr>
          <p:cNvSpPr/>
          <p:nvPr/>
        </p:nvSpPr>
        <p:spPr>
          <a:xfrm>
            <a:off x="9142095" y="220493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8" name="直线连接符 57">
            <a:extLst>
              <a:ext uri="{FF2B5EF4-FFF2-40B4-BE49-F238E27FC236}">
                <a16:creationId xmlns:a16="http://schemas.microsoft.com/office/drawing/2014/main" id="{71563252-7F2C-BD48-B0B0-24F97D383B36}"/>
              </a:ext>
            </a:extLst>
          </p:cNvPr>
          <p:cNvCxnSpPr>
            <a:cxnSpLocks/>
          </p:cNvCxnSpPr>
          <p:nvPr/>
        </p:nvCxnSpPr>
        <p:spPr>
          <a:xfrm flipV="1">
            <a:off x="9181131" y="2836837"/>
            <a:ext cx="0" cy="31050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椭圆 58">
            <a:extLst>
              <a:ext uri="{FF2B5EF4-FFF2-40B4-BE49-F238E27FC236}">
                <a16:creationId xmlns:a16="http://schemas.microsoft.com/office/drawing/2014/main" id="{7FCCBD44-A1B9-744D-8125-DA9F6C722F4F}"/>
              </a:ext>
            </a:extLst>
          </p:cNvPr>
          <p:cNvSpPr/>
          <p:nvPr/>
        </p:nvSpPr>
        <p:spPr>
          <a:xfrm>
            <a:off x="9142095" y="3147337"/>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直线连接符 60">
            <a:extLst>
              <a:ext uri="{FF2B5EF4-FFF2-40B4-BE49-F238E27FC236}">
                <a16:creationId xmlns:a16="http://schemas.microsoft.com/office/drawing/2014/main" id="{195E6CA4-0FD3-284A-9800-2CA7F6A5A1CC}"/>
              </a:ext>
            </a:extLst>
          </p:cNvPr>
          <p:cNvCxnSpPr>
            <a:cxnSpLocks/>
          </p:cNvCxnSpPr>
          <p:nvPr/>
        </p:nvCxnSpPr>
        <p:spPr>
          <a:xfrm flipV="1">
            <a:off x="9181131" y="3779239"/>
            <a:ext cx="0" cy="310500"/>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62" name="椭圆 61">
            <a:extLst>
              <a:ext uri="{FF2B5EF4-FFF2-40B4-BE49-F238E27FC236}">
                <a16:creationId xmlns:a16="http://schemas.microsoft.com/office/drawing/2014/main" id="{5734ABC4-C897-1D40-9D8E-1B3E7BEE42AA}"/>
              </a:ext>
            </a:extLst>
          </p:cNvPr>
          <p:cNvSpPr/>
          <p:nvPr/>
        </p:nvSpPr>
        <p:spPr>
          <a:xfrm>
            <a:off x="9142095" y="4089739"/>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7" name="肘形连接符 66">
            <a:extLst>
              <a:ext uri="{FF2B5EF4-FFF2-40B4-BE49-F238E27FC236}">
                <a16:creationId xmlns:a16="http://schemas.microsoft.com/office/drawing/2014/main" id="{73D3F9CE-A358-E841-B5F5-CED2167A4C78}"/>
              </a:ext>
            </a:extLst>
          </p:cNvPr>
          <p:cNvCxnSpPr>
            <a:cxnSpLocks/>
          </p:cNvCxnSpPr>
          <p:nvPr/>
        </p:nvCxnSpPr>
        <p:spPr>
          <a:xfrm>
            <a:off x="9230774" y="4732385"/>
            <a:ext cx="1119587" cy="135824"/>
          </a:xfrm>
          <a:prstGeom prst="bentConnector3">
            <a:avLst>
              <a:gd name="adj1" fmla="val -653"/>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2" name="直线连接符 81">
            <a:extLst>
              <a:ext uri="{FF2B5EF4-FFF2-40B4-BE49-F238E27FC236}">
                <a16:creationId xmlns:a16="http://schemas.microsoft.com/office/drawing/2014/main" id="{8FD64658-5155-0C48-AA9C-210E0CE3F67F}"/>
              </a:ext>
            </a:extLst>
          </p:cNvPr>
          <p:cNvCxnSpPr>
            <a:cxnSpLocks/>
          </p:cNvCxnSpPr>
          <p:nvPr/>
        </p:nvCxnSpPr>
        <p:spPr>
          <a:xfrm flipV="1">
            <a:off x="10350361" y="4866151"/>
            <a:ext cx="0" cy="155924"/>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3" name="椭圆 82">
            <a:extLst>
              <a:ext uri="{FF2B5EF4-FFF2-40B4-BE49-F238E27FC236}">
                <a16:creationId xmlns:a16="http://schemas.microsoft.com/office/drawing/2014/main" id="{C17FCB56-3A4B-FD4A-959C-DE7D6EA52114}"/>
              </a:ext>
            </a:extLst>
          </p:cNvPr>
          <p:cNvSpPr/>
          <p:nvPr/>
        </p:nvSpPr>
        <p:spPr>
          <a:xfrm>
            <a:off x="10311325" y="4991622"/>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85" name="肘形连接符 84">
            <a:extLst>
              <a:ext uri="{FF2B5EF4-FFF2-40B4-BE49-F238E27FC236}">
                <a16:creationId xmlns:a16="http://schemas.microsoft.com/office/drawing/2014/main" id="{36D8F37D-8362-9A4B-B6A0-5650B40E64B3}"/>
              </a:ext>
            </a:extLst>
          </p:cNvPr>
          <p:cNvCxnSpPr>
            <a:cxnSpLocks/>
          </p:cNvCxnSpPr>
          <p:nvPr/>
        </p:nvCxnSpPr>
        <p:spPr>
          <a:xfrm flipH="1">
            <a:off x="8091669" y="4866151"/>
            <a:ext cx="1119587" cy="135824"/>
          </a:xfrm>
          <a:prstGeom prst="bentConnector3">
            <a:avLst>
              <a:gd name="adj1" fmla="val 101439"/>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89" name="椭圆 88">
            <a:extLst>
              <a:ext uri="{FF2B5EF4-FFF2-40B4-BE49-F238E27FC236}">
                <a16:creationId xmlns:a16="http://schemas.microsoft.com/office/drawing/2014/main" id="{851F6D6D-C6AD-8549-BAE5-822F5804278B}"/>
              </a:ext>
            </a:extLst>
          </p:cNvPr>
          <p:cNvSpPr/>
          <p:nvPr/>
        </p:nvSpPr>
        <p:spPr>
          <a:xfrm>
            <a:off x="8029721" y="4991622"/>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矩形: 圆角 114">
            <a:extLst>
              <a:ext uri="{FF2B5EF4-FFF2-40B4-BE49-F238E27FC236}">
                <a16:creationId xmlns:a16="http://schemas.microsoft.com/office/drawing/2014/main" id="{C7442106-161F-B740-8BC1-995F7199DB90}"/>
              </a:ext>
            </a:extLst>
          </p:cNvPr>
          <p:cNvSpPr/>
          <p:nvPr/>
        </p:nvSpPr>
        <p:spPr>
          <a:xfrm>
            <a:off x="9533564" y="5149562"/>
            <a:ext cx="1423361"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60">
            <a:extLst>
              <a:ext uri="{FF2B5EF4-FFF2-40B4-BE49-F238E27FC236}">
                <a16:creationId xmlns:a16="http://schemas.microsoft.com/office/drawing/2014/main" id="{C49B0684-1070-CF42-A5A4-E4F401792114}"/>
              </a:ext>
            </a:extLst>
          </p:cNvPr>
          <p:cNvSpPr/>
          <p:nvPr/>
        </p:nvSpPr>
        <p:spPr>
          <a:xfrm>
            <a:off x="9736266" y="5284999"/>
            <a:ext cx="1017957" cy="169008"/>
          </a:xfrm>
          <a:prstGeom prst="rect">
            <a:avLst/>
          </a:prstGeom>
          <a:noFill/>
          <a:ln/>
        </p:spPr>
        <p:txBody>
          <a:bodyPr wrap="square" lIns="0" tIns="0" rIns="0" bIns="0" rtlCol="0" anchor="t"/>
          <a:lstStyle/>
          <a:p>
            <a:pPr algn="ctr" defTabSz="731520"/>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提升用户体验</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矩形: 圆角 114">
            <a:extLst>
              <a:ext uri="{FF2B5EF4-FFF2-40B4-BE49-F238E27FC236}">
                <a16:creationId xmlns:a16="http://schemas.microsoft.com/office/drawing/2014/main" id="{BBBB0C4B-DE29-D24C-84FB-0AA4722BCDD6}"/>
              </a:ext>
            </a:extLst>
          </p:cNvPr>
          <p:cNvSpPr/>
          <p:nvPr/>
        </p:nvSpPr>
        <p:spPr>
          <a:xfrm>
            <a:off x="7501564" y="5149562"/>
            <a:ext cx="1423361"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60">
            <a:extLst>
              <a:ext uri="{FF2B5EF4-FFF2-40B4-BE49-F238E27FC236}">
                <a16:creationId xmlns:a16="http://schemas.microsoft.com/office/drawing/2014/main" id="{78E4C65E-FF9E-2A40-9EAF-F0E4C85C98E4}"/>
              </a:ext>
            </a:extLst>
          </p:cNvPr>
          <p:cNvSpPr/>
          <p:nvPr/>
        </p:nvSpPr>
        <p:spPr>
          <a:xfrm>
            <a:off x="7704266" y="5284999"/>
            <a:ext cx="1017957" cy="169008"/>
          </a:xfrm>
          <a:prstGeom prst="rect">
            <a:avLst/>
          </a:prstGeom>
          <a:noFill/>
          <a:ln/>
        </p:spPr>
        <p:txBody>
          <a:bodyPr wrap="square" lIns="0" tIns="0" rIns="0" bIns="0" rtlCol="0" anchor="t"/>
          <a:lstStyle/>
          <a:p>
            <a:pPr algn="ctr" defTabSz="731520"/>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加深用户认真</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2" name="肘形连接符 101">
            <a:extLst>
              <a:ext uri="{FF2B5EF4-FFF2-40B4-BE49-F238E27FC236}">
                <a16:creationId xmlns:a16="http://schemas.microsoft.com/office/drawing/2014/main" id="{1A8880F4-7876-944D-9B72-90B1C7743D4C}"/>
              </a:ext>
            </a:extLst>
          </p:cNvPr>
          <p:cNvCxnSpPr>
            <a:cxnSpLocks/>
          </p:cNvCxnSpPr>
          <p:nvPr/>
        </p:nvCxnSpPr>
        <p:spPr>
          <a:xfrm rot="10800000">
            <a:off x="8068756" y="5844950"/>
            <a:ext cx="1119587" cy="135824"/>
          </a:xfrm>
          <a:prstGeom prst="bentConnector3">
            <a:avLst>
              <a:gd name="adj1" fmla="val -653"/>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03" name="直线连接符 102">
            <a:extLst>
              <a:ext uri="{FF2B5EF4-FFF2-40B4-BE49-F238E27FC236}">
                <a16:creationId xmlns:a16="http://schemas.microsoft.com/office/drawing/2014/main" id="{E4470E8D-4384-4E4D-BB09-47065AF82C32}"/>
              </a:ext>
            </a:extLst>
          </p:cNvPr>
          <p:cNvCxnSpPr>
            <a:cxnSpLocks/>
          </p:cNvCxnSpPr>
          <p:nvPr/>
        </p:nvCxnSpPr>
        <p:spPr>
          <a:xfrm rot="10800000" flipV="1">
            <a:off x="8068756" y="5691084"/>
            <a:ext cx="0" cy="155924"/>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04" name="椭圆 103">
            <a:extLst>
              <a:ext uri="{FF2B5EF4-FFF2-40B4-BE49-F238E27FC236}">
                <a16:creationId xmlns:a16="http://schemas.microsoft.com/office/drawing/2014/main" id="{F9B3FF17-27F5-5740-914C-8EF1E47D00D5}"/>
              </a:ext>
            </a:extLst>
          </p:cNvPr>
          <p:cNvSpPr/>
          <p:nvPr/>
        </p:nvSpPr>
        <p:spPr>
          <a:xfrm rot="10800000">
            <a:off x="8029721" y="5643466"/>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5" name="肘形连接符 104">
            <a:extLst>
              <a:ext uri="{FF2B5EF4-FFF2-40B4-BE49-F238E27FC236}">
                <a16:creationId xmlns:a16="http://schemas.microsoft.com/office/drawing/2014/main" id="{C2BE7FD9-8594-AB48-9C78-14242C62174C}"/>
              </a:ext>
            </a:extLst>
          </p:cNvPr>
          <p:cNvCxnSpPr>
            <a:cxnSpLocks/>
          </p:cNvCxnSpPr>
          <p:nvPr/>
        </p:nvCxnSpPr>
        <p:spPr>
          <a:xfrm rot="10800000" flipH="1">
            <a:off x="9207861" y="5711184"/>
            <a:ext cx="1119587" cy="135824"/>
          </a:xfrm>
          <a:prstGeom prst="bentConnector3">
            <a:avLst>
              <a:gd name="adj1" fmla="val 101439"/>
            </a:avLst>
          </a:prstGeom>
          <a:ln w="12700">
            <a:solidFill>
              <a:schemeClr val="accent1">
                <a:lumMod val="100000"/>
                <a:shade val="9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06" name="椭圆 105">
            <a:extLst>
              <a:ext uri="{FF2B5EF4-FFF2-40B4-BE49-F238E27FC236}">
                <a16:creationId xmlns:a16="http://schemas.microsoft.com/office/drawing/2014/main" id="{DEF5143D-2E63-FF4B-A658-10C8E569729D}"/>
              </a:ext>
            </a:extLst>
          </p:cNvPr>
          <p:cNvSpPr/>
          <p:nvPr/>
        </p:nvSpPr>
        <p:spPr>
          <a:xfrm rot="10800000">
            <a:off x="10311325" y="5643466"/>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29">
            <a:extLst>
              <a:ext uri="{FF2B5EF4-FFF2-40B4-BE49-F238E27FC236}">
                <a16:creationId xmlns:a16="http://schemas.microsoft.com/office/drawing/2014/main" id="{3B5F3740-6DB0-2749-8687-AE3FD993BF74}"/>
              </a:ext>
            </a:extLst>
          </p:cNvPr>
          <p:cNvSpPr/>
          <p:nvPr/>
        </p:nvSpPr>
        <p:spPr>
          <a:xfrm>
            <a:off x="8068755" y="5961236"/>
            <a:ext cx="2298302" cy="297389"/>
          </a:xfrm>
          <a:prstGeom prst="rect">
            <a:avLst/>
          </a:prstGeom>
          <a:ln w="12700">
            <a:miter lim="400000"/>
          </a:ln>
        </p:spPr>
        <p:txBody>
          <a:bodyPr wrap="none" lIns="25400" tIns="25400" rIns="25400" bIns="25400" anchor="ctr">
            <a:noAutofit/>
          </a:bodyPr>
          <a:lstStyle/>
          <a:p>
            <a:pPr algn="ctr" defTabSz="1219169"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交互减步长，提升学习效率</a:t>
            </a:r>
          </a:p>
        </p:txBody>
      </p:sp>
      <p:sp>
        <p:nvSpPr>
          <p:cNvPr id="112" name="Object60">
            <a:extLst>
              <a:ext uri="{FF2B5EF4-FFF2-40B4-BE49-F238E27FC236}">
                <a16:creationId xmlns:a16="http://schemas.microsoft.com/office/drawing/2014/main" id="{75469246-99D3-E243-A8B1-D12B0701AF7C}"/>
              </a:ext>
            </a:extLst>
          </p:cNvPr>
          <p:cNvSpPr/>
          <p:nvPr/>
        </p:nvSpPr>
        <p:spPr>
          <a:xfrm>
            <a:off x="2161403" y="3275198"/>
            <a:ext cx="934583" cy="336690"/>
          </a:xfrm>
          <a:prstGeom prst="rect">
            <a:avLst/>
          </a:prstGeom>
          <a:noFill/>
          <a:ln/>
        </p:spPr>
        <p:txBody>
          <a:bodyPr wrap="square" lIns="0" tIns="0" rIns="0" bIns="0" rtlCol="0" anchor="t"/>
          <a:lstStyle/>
          <a:p>
            <a:pPr algn="ctr" defTabSz="731520"/>
            <a:r>
              <a:rPr lang="en-US"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原因</a:t>
            </a:r>
            <a:endParaRPr lang="en-US"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9" name="组合 118">
            <a:extLst>
              <a:ext uri="{FF2B5EF4-FFF2-40B4-BE49-F238E27FC236}">
                <a16:creationId xmlns:a16="http://schemas.microsoft.com/office/drawing/2014/main" id="{A727AB06-6E7F-2147-B3CE-33A5D3487ED4}"/>
              </a:ext>
            </a:extLst>
          </p:cNvPr>
          <p:cNvGrpSpPr/>
          <p:nvPr/>
        </p:nvGrpSpPr>
        <p:grpSpPr>
          <a:xfrm rot="16200000">
            <a:off x="3780988" y="2731357"/>
            <a:ext cx="78071" cy="1299825"/>
            <a:chOff x="9294495" y="868785"/>
            <a:chExt cx="78071" cy="1299825"/>
          </a:xfrm>
        </p:grpSpPr>
        <p:cxnSp>
          <p:nvCxnSpPr>
            <p:cNvPr id="120" name="直线连接符 119">
              <a:extLst>
                <a:ext uri="{FF2B5EF4-FFF2-40B4-BE49-F238E27FC236}">
                  <a16:creationId xmlns:a16="http://schemas.microsoft.com/office/drawing/2014/main" id="{C6B023F5-9209-7241-940F-6560CF2DA435}"/>
                </a:ext>
              </a:extLst>
            </p:cNvPr>
            <p:cNvCxnSpPr>
              <a:cxnSpLocks/>
            </p:cNvCxnSpPr>
            <p:nvPr/>
          </p:nvCxnSpPr>
          <p:spPr>
            <a:xfrm rot="5400000" flipH="1">
              <a:off x="8782800" y="1500869"/>
              <a:ext cx="1101461" cy="0"/>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1" name="椭圆 120">
              <a:extLst>
                <a:ext uri="{FF2B5EF4-FFF2-40B4-BE49-F238E27FC236}">
                  <a16:creationId xmlns:a16="http://schemas.microsoft.com/office/drawing/2014/main" id="{AD8F709E-F361-2049-BFEA-5D1E9D73ECF5}"/>
                </a:ext>
              </a:extLst>
            </p:cNvPr>
            <p:cNvSpPr/>
            <p:nvPr/>
          </p:nvSpPr>
          <p:spPr>
            <a:xfrm>
              <a:off x="9294495" y="2090539"/>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椭圆 121">
              <a:extLst>
                <a:ext uri="{FF2B5EF4-FFF2-40B4-BE49-F238E27FC236}">
                  <a16:creationId xmlns:a16="http://schemas.microsoft.com/office/drawing/2014/main" id="{E76A5DFB-EDF6-D047-9EBB-F2E2C55F7EAF}"/>
                </a:ext>
              </a:extLst>
            </p:cNvPr>
            <p:cNvSpPr/>
            <p:nvPr/>
          </p:nvSpPr>
          <p:spPr>
            <a:xfrm>
              <a:off x="9294495" y="86878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29" name="Object60">
            <a:extLst>
              <a:ext uri="{FF2B5EF4-FFF2-40B4-BE49-F238E27FC236}">
                <a16:creationId xmlns:a16="http://schemas.microsoft.com/office/drawing/2014/main" id="{0EA20182-806B-614D-A767-F5E485B52EDD}"/>
              </a:ext>
            </a:extLst>
          </p:cNvPr>
          <p:cNvSpPr/>
          <p:nvPr/>
        </p:nvSpPr>
        <p:spPr>
          <a:xfrm>
            <a:off x="4623035" y="3275198"/>
            <a:ext cx="1721860" cy="336690"/>
          </a:xfrm>
          <a:prstGeom prst="rect">
            <a:avLst/>
          </a:prstGeom>
          <a:noFill/>
          <a:ln/>
        </p:spPr>
        <p:txBody>
          <a:bodyPr wrap="square" lIns="0" tIns="0" rIns="0" bIns="0" rtlCol="0" anchor="t"/>
          <a:lstStyle/>
          <a:p>
            <a:pPr defTabSz="731520"/>
            <a:r>
              <a:rPr lang="en-US" sz="14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为什么会发生</a:t>
            </a:r>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4" name="组合 133">
            <a:extLst>
              <a:ext uri="{FF2B5EF4-FFF2-40B4-BE49-F238E27FC236}">
                <a16:creationId xmlns:a16="http://schemas.microsoft.com/office/drawing/2014/main" id="{D6FC0A02-8AC8-5B46-8224-359FF9C51130}"/>
              </a:ext>
            </a:extLst>
          </p:cNvPr>
          <p:cNvGrpSpPr/>
          <p:nvPr/>
        </p:nvGrpSpPr>
        <p:grpSpPr>
          <a:xfrm>
            <a:off x="3001046" y="3925808"/>
            <a:ext cx="3501037" cy="336690"/>
            <a:chOff x="3001046" y="3776650"/>
            <a:chExt cx="3501037" cy="336690"/>
          </a:xfrm>
        </p:grpSpPr>
        <p:grpSp>
          <p:nvGrpSpPr>
            <p:cNvPr id="124" name="组合 123">
              <a:extLst>
                <a:ext uri="{FF2B5EF4-FFF2-40B4-BE49-F238E27FC236}">
                  <a16:creationId xmlns:a16="http://schemas.microsoft.com/office/drawing/2014/main" id="{106AC699-31F8-6F4F-9BBD-BCA7FC996685}"/>
                </a:ext>
              </a:extLst>
            </p:cNvPr>
            <p:cNvGrpSpPr/>
            <p:nvPr/>
          </p:nvGrpSpPr>
          <p:grpSpPr>
            <a:xfrm rot="16200000">
              <a:off x="3785778" y="3058455"/>
              <a:ext cx="78071" cy="1647535"/>
              <a:chOff x="9294495" y="931705"/>
              <a:chExt cx="78071" cy="1647535"/>
            </a:xfrm>
          </p:grpSpPr>
          <p:cxnSp>
            <p:nvCxnSpPr>
              <p:cNvPr id="125" name="直线连接符 124">
                <a:extLst>
                  <a:ext uri="{FF2B5EF4-FFF2-40B4-BE49-F238E27FC236}">
                    <a16:creationId xmlns:a16="http://schemas.microsoft.com/office/drawing/2014/main" id="{600DBBB4-CD1B-5244-9DCC-94F6FAEEF82B}"/>
                  </a:ext>
                </a:extLst>
              </p:cNvPr>
              <p:cNvCxnSpPr>
                <a:cxnSpLocks/>
              </p:cNvCxnSpPr>
              <p:nvPr/>
            </p:nvCxnSpPr>
            <p:spPr>
              <a:xfrm rot="5400000" flipH="1">
                <a:off x="8596268" y="1763907"/>
                <a:ext cx="1474524" cy="0"/>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6" name="椭圆 125">
                <a:extLst>
                  <a:ext uri="{FF2B5EF4-FFF2-40B4-BE49-F238E27FC236}">
                    <a16:creationId xmlns:a16="http://schemas.microsoft.com/office/drawing/2014/main" id="{3924E2B5-3CDC-0E4C-AF54-1EE07F5DA0C2}"/>
                  </a:ext>
                </a:extLst>
              </p:cNvPr>
              <p:cNvSpPr/>
              <p:nvPr/>
            </p:nvSpPr>
            <p:spPr>
              <a:xfrm>
                <a:off x="9294495" y="2501169"/>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椭圆 126">
                <a:extLst>
                  <a:ext uri="{FF2B5EF4-FFF2-40B4-BE49-F238E27FC236}">
                    <a16:creationId xmlns:a16="http://schemas.microsoft.com/office/drawing/2014/main" id="{91FCAD54-E75E-1040-8E66-C9B7B1F4B409}"/>
                  </a:ext>
                </a:extLst>
              </p:cNvPr>
              <p:cNvSpPr/>
              <p:nvPr/>
            </p:nvSpPr>
            <p:spPr>
              <a:xfrm>
                <a:off x="9294495" y="93170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30" name="Object60">
              <a:extLst>
                <a:ext uri="{FF2B5EF4-FFF2-40B4-BE49-F238E27FC236}">
                  <a16:creationId xmlns:a16="http://schemas.microsoft.com/office/drawing/2014/main" id="{911E4A55-F19C-0B4B-966F-3229BDB16746}"/>
                </a:ext>
              </a:extLst>
            </p:cNvPr>
            <p:cNvSpPr/>
            <p:nvPr/>
          </p:nvSpPr>
          <p:spPr>
            <a:xfrm>
              <a:off x="4780223" y="3776650"/>
              <a:ext cx="1721860" cy="336690"/>
            </a:xfrm>
            <a:prstGeom prst="rect">
              <a:avLst/>
            </a:prstGeom>
            <a:noFill/>
            <a:ln/>
          </p:spPr>
          <p:txBody>
            <a:bodyPr wrap="square" lIns="0" tIns="0" rIns="0" bIns="0" rtlCol="0" anchor="t"/>
            <a:lstStyle/>
            <a:p>
              <a:pP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发生了什么？</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13" name="Object60">
            <a:extLst>
              <a:ext uri="{FF2B5EF4-FFF2-40B4-BE49-F238E27FC236}">
                <a16:creationId xmlns:a16="http://schemas.microsoft.com/office/drawing/2014/main" id="{97356069-7E2B-7942-8A74-296E4E872251}"/>
              </a:ext>
            </a:extLst>
          </p:cNvPr>
          <p:cNvSpPr/>
          <p:nvPr/>
        </p:nvSpPr>
        <p:spPr>
          <a:xfrm>
            <a:off x="2493623" y="2624588"/>
            <a:ext cx="934583" cy="336690"/>
          </a:xfrm>
          <a:prstGeom prst="rect">
            <a:avLst/>
          </a:prstGeom>
          <a:noFill/>
          <a:ln/>
        </p:spPr>
        <p:txBody>
          <a:bodyPr wrap="square" lIns="0" tIns="0" rIns="0" bIns="0" rtlCol="0" anchor="t"/>
          <a:lstStyle/>
          <a:p>
            <a:pPr algn="ctr" defTabSz="731520"/>
            <a:r>
              <a:rPr lang="en-US"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措施</a:t>
            </a:r>
            <a:endParaRPr lang="en-US"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6" name="组合 115">
            <a:extLst>
              <a:ext uri="{FF2B5EF4-FFF2-40B4-BE49-F238E27FC236}">
                <a16:creationId xmlns:a16="http://schemas.microsoft.com/office/drawing/2014/main" id="{5CE523D2-5B90-F44C-B941-DF6313443FFA}"/>
              </a:ext>
            </a:extLst>
          </p:cNvPr>
          <p:cNvGrpSpPr/>
          <p:nvPr/>
        </p:nvGrpSpPr>
        <p:grpSpPr>
          <a:xfrm rot="16200000">
            <a:off x="4009235" y="2036383"/>
            <a:ext cx="78071" cy="1445694"/>
            <a:chOff x="9294495" y="868785"/>
            <a:chExt cx="78071" cy="1445694"/>
          </a:xfrm>
        </p:grpSpPr>
        <p:cxnSp>
          <p:nvCxnSpPr>
            <p:cNvPr id="114" name="直线连接符 113">
              <a:extLst>
                <a:ext uri="{FF2B5EF4-FFF2-40B4-BE49-F238E27FC236}">
                  <a16:creationId xmlns:a16="http://schemas.microsoft.com/office/drawing/2014/main" id="{FB4B42AD-A5CE-5D44-8971-C52D7685601B}"/>
                </a:ext>
              </a:extLst>
            </p:cNvPr>
            <p:cNvCxnSpPr>
              <a:cxnSpLocks/>
            </p:cNvCxnSpPr>
            <p:nvPr/>
          </p:nvCxnSpPr>
          <p:spPr>
            <a:xfrm rot="5400000" flipH="1">
              <a:off x="8690396" y="1593273"/>
              <a:ext cx="1286270" cy="0"/>
            </a:xfrm>
            <a:prstGeom prst="line">
              <a:avLst/>
            </a:prstGeom>
            <a:ln w="12700">
              <a:solidFill>
                <a:schemeClr val="accent1">
                  <a:lumMod val="10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15" name="椭圆 114">
              <a:extLst>
                <a:ext uri="{FF2B5EF4-FFF2-40B4-BE49-F238E27FC236}">
                  <a16:creationId xmlns:a16="http://schemas.microsoft.com/office/drawing/2014/main" id="{7E1B0129-C792-B04D-B032-76D2D971960C}"/>
                </a:ext>
              </a:extLst>
            </p:cNvPr>
            <p:cNvSpPr/>
            <p:nvPr/>
          </p:nvSpPr>
          <p:spPr>
            <a:xfrm>
              <a:off x="9294495" y="2236408"/>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椭圆 117">
              <a:extLst>
                <a:ext uri="{FF2B5EF4-FFF2-40B4-BE49-F238E27FC236}">
                  <a16:creationId xmlns:a16="http://schemas.microsoft.com/office/drawing/2014/main" id="{2A6E7E02-720D-D141-A818-ACA3058868B9}"/>
                </a:ext>
              </a:extLst>
            </p:cNvPr>
            <p:cNvSpPr/>
            <p:nvPr/>
          </p:nvSpPr>
          <p:spPr>
            <a:xfrm>
              <a:off x="9294495" y="868785"/>
              <a:ext cx="78071" cy="7807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31" name="Object60">
            <a:extLst>
              <a:ext uri="{FF2B5EF4-FFF2-40B4-BE49-F238E27FC236}">
                <a16:creationId xmlns:a16="http://schemas.microsoft.com/office/drawing/2014/main" id="{C79F5CCB-02FE-9045-A949-4CAE34910DCE}"/>
              </a:ext>
            </a:extLst>
          </p:cNvPr>
          <p:cNvSpPr/>
          <p:nvPr/>
        </p:nvSpPr>
        <p:spPr>
          <a:xfrm>
            <a:off x="4986796" y="2624588"/>
            <a:ext cx="1721860" cy="336690"/>
          </a:xfrm>
          <a:prstGeom prst="rect">
            <a:avLst/>
          </a:prstGeom>
          <a:noFill/>
          <a:ln/>
        </p:spPr>
        <p:txBody>
          <a:bodyPr wrap="square" lIns="0" tIns="0" rIns="0" bIns="0" rtlCol="0" anchor="t"/>
          <a:lstStyle/>
          <a:p>
            <a:pP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怎么解决？</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椭圆 109">
            <a:extLst>
              <a:ext uri="{FF2B5EF4-FFF2-40B4-BE49-F238E27FC236}">
                <a16:creationId xmlns:a16="http://schemas.microsoft.com/office/drawing/2014/main" id="{36028F46-6CD0-2044-8A45-40DAAD1D3313}"/>
              </a:ext>
            </a:extLst>
          </p:cNvPr>
          <p:cNvSpPr/>
          <p:nvPr/>
        </p:nvSpPr>
        <p:spPr>
          <a:xfrm>
            <a:off x="939236" y="2481625"/>
            <a:ext cx="3161090" cy="3161090"/>
          </a:xfrm>
          <a:prstGeom prst="ellipse">
            <a:avLst/>
          </a:prstGeom>
          <a:no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椭圆 107">
            <a:extLst>
              <a:ext uri="{FF2B5EF4-FFF2-40B4-BE49-F238E27FC236}">
                <a16:creationId xmlns:a16="http://schemas.microsoft.com/office/drawing/2014/main" id="{460B0FDD-A544-494A-BAE1-462EB67E6109}"/>
              </a:ext>
            </a:extLst>
          </p:cNvPr>
          <p:cNvSpPr/>
          <p:nvPr/>
        </p:nvSpPr>
        <p:spPr>
          <a:xfrm>
            <a:off x="1252538" y="3698809"/>
            <a:ext cx="1845021" cy="1845021"/>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60">
            <a:extLst>
              <a:ext uri="{FF2B5EF4-FFF2-40B4-BE49-F238E27FC236}">
                <a16:creationId xmlns:a16="http://schemas.microsoft.com/office/drawing/2014/main" id="{7CB84E81-40F4-F541-9F4C-4BBD4A378C93}"/>
              </a:ext>
            </a:extLst>
          </p:cNvPr>
          <p:cNvSpPr/>
          <p:nvPr/>
        </p:nvSpPr>
        <p:spPr>
          <a:xfrm>
            <a:off x="1707757" y="4452974"/>
            <a:ext cx="934583" cy="336690"/>
          </a:xfrm>
          <a:prstGeom prst="rect">
            <a:avLst/>
          </a:prstGeom>
          <a:noFill/>
          <a:ln/>
        </p:spPr>
        <p:txBody>
          <a:bodyPr wrap="square" lIns="0" tIns="0" rIns="0" bIns="0" rtlCol="0" anchor="t"/>
          <a:lstStyle/>
          <a:p>
            <a:pPr algn="ctr" defTabSz="731520"/>
            <a:r>
              <a:rPr lang="en-US"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问题</a:t>
            </a:r>
            <a:endParaRPr lang="en-US"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39" name="组合 138">
            <a:extLst>
              <a:ext uri="{FF2B5EF4-FFF2-40B4-BE49-F238E27FC236}">
                <a16:creationId xmlns:a16="http://schemas.microsoft.com/office/drawing/2014/main" id="{91CFD353-96BB-5141-8304-0976F6A9E8FB}"/>
              </a:ext>
            </a:extLst>
          </p:cNvPr>
          <p:cNvGrpSpPr/>
          <p:nvPr/>
        </p:nvGrpSpPr>
        <p:grpSpPr>
          <a:xfrm>
            <a:off x="896652" y="2142181"/>
            <a:ext cx="85168" cy="1810852"/>
            <a:chOff x="896652" y="1939858"/>
            <a:chExt cx="85168" cy="1810852"/>
          </a:xfrm>
        </p:grpSpPr>
        <p:cxnSp>
          <p:nvCxnSpPr>
            <p:cNvPr id="136" name="直线连接符 135">
              <a:extLst>
                <a:ext uri="{FF2B5EF4-FFF2-40B4-BE49-F238E27FC236}">
                  <a16:creationId xmlns:a16="http://schemas.microsoft.com/office/drawing/2014/main" id="{63CCCB8E-6963-BD4C-8A73-13A070C29A29}"/>
                </a:ext>
              </a:extLst>
            </p:cNvPr>
            <p:cNvCxnSpPr/>
            <p:nvPr/>
          </p:nvCxnSpPr>
          <p:spPr>
            <a:xfrm>
              <a:off x="939236" y="2084008"/>
              <a:ext cx="0" cy="1666702"/>
            </a:xfrm>
            <a:prstGeom prst="line">
              <a:avLst/>
            </a:prstGeom>
            <a:ln w="12700">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137" name="三角形 136">
              <a:extLst>
                <a:ext uri="{FF2B5EF4-FFF2-40B4-BE49-F238E27FC236}">
                  <a16:creationId xmlns:a16="http://schemas.microsoft.com/office/drawing/2014/main" id="{9D237E83-CAE2-4740-93CF-B9B3CA37EA61}"/>
                </a:ext>
              </a:extLst>
            </p:cNvPr>
            <p:cNvSpPr/>
            <p:nvPr/>
          </p:nvSpPr>
          <p:spPr>
            <a:xfrm>
              <a:off x="896652" y="1939858"/>
              <a:ext cx="85168" cy="806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40" name="组合 139">
            <a:extLst>
              <a:ext uri="{FF2B5EF4-FFF2-40B4-BE49-F238E27FC236}">
                <a16:creationId xmlns:a16="http://schemas.microsoft.com/office/drawing/2014/main" id="{F720A202-C913-414E-85D1-0748E4471279}"/>
              </a:ext>
            </a:extLst>
          </p:cNvPr>
          <p:cNvGrpSpPr/>
          <p:nvPr/>
        </p:nvGrpSpPr>
        <p:grpSpPr>
          <a:xfrm rot="5400000">
            <a:off x="3639699" y="4457308"/>
            <a:ext cx="104088" cy="2374026"/>
            <a:chOff x="885347" y="1376683"/>
            <a:chExt cx="104088" cy="2374026"/>
          </a:xfrm>
        </p:grpSpPr>
        <p:cxnSp>
          <p:nvCxnSpPr>
            <p:cNvPr id="141" name="直线连接符 140">
              <a:extLst>
                <a:ext uri="{FF2B5EF4-FFF2-40B4-BE49-F238E27FC236}">
                  <a16:creationId xmlns:a16="http://schemas.microsoft.com/office/drawing/2014/main" id="{D3292600-89D1-4F4E-9CF1-71AF069A24C8}"/>
                </a:ext>
              </a:extLst>
            </p:cNvPr>
            <p:cNvCxnSpPr>
              <a:cxnSpLocks/>
            </p:cNvCxnSpPr>
            <p:nvPr/>
          </p:nvCxnSpPr>
          <p:spPr>
            <a:xfrm rot="16200000" flipH="1">
              <a:off x="-174439" y="2637033"/>
              <a:ext cx="2227353" cy="0"/>
            </a:xfrm>
            <a:prstGeom prst="line">
              <a:avLst/>
            </a:prstGeom>
            <a:ln w="12700">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142" name="三角形 141">
              <a:extLst>
                <a:ext uri="{FF2B5EF4-FFF2-40B4-BE49-F238E27FC236}">
                  <a16:creationId xmlns:a16="http://schemas.microsoft.com/office/drawing/2014/main" id="{3E6BE808-8D54-EF48-9BF9-CA4DF65164E2}"/>
                </a:ext>
              </a:extLst>
            </p:cNvPr>
            <p:cNvSpPr/>
            <p:nvPr/>
          </p:nvSpPr>
          <p:spPr>
            <a:xfrm>
              <a:off x="885347" y="1376683"/>
              <a:ext cx="104088" cy="9853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44" name="Object60">
            <a:extLst>
              <a:ext uri="{FF2B5EF4-FFF2-40B4-BE49-F238E27FC236}">
                <a16:creationId xmlns:a16="http://schemas.microsoft.com/office/drawing/2014/main" id="{D1559B5C-C584-244F-A447-B7A69C15DBC9}"/>
              </a:ext>
            </a:extLst>
          </p:cNvPr>
          <p:cNvSpPr/>
          <p:nvPr/>
        </p:nvSpPr>
        <p:spPr>
          <a:xfrm>
            <a:off x="1076861" y="2146231"/>
            <a:ext cx="585617" cy="187010"/>
          </a:xfrm>
          <a:prstGeom prst="rect">
            <a:avLst/>
          </a:prstGeom>
          <a:noFill/>
          <a:ln/>
        </p:spPr>
        <p:txBody>
          <a:bodyPr wrap="square" lIns="0" tIns="0" rIns="0" bIns="0" rtlCol="0" anchor="t"/>
          <a:lstStyle/>
          <a:p>
            <a:pPr defTabSz="731520"/>
            <a:r>
              <a:rPr lang="zh-CN" alt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复杂性</a:t>
            </a:r>
            <a:endParaRPr 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60">
            <a:extLst>
              <a:ext uri="{FF2B5EF4-FFF2-40B4-BE49-F238E27FC236}">
                <a16:creationId xmlns:a16="http://schemas.microsoft.com/office/drawing/2014/main" id="{26B555BD-C203-5748-A890-6EEBDA5835BB}"/>
              </a:ext>
            </a:extLst>
          </p:cNvPr>
          <p:cNvSpPr/>
          <p:nvPr/>
        </p:nvSpPr>
        <p:spPr>
          <a:xfrm>
            <a:off x="4175539" y="5319425"/>
            <a:ext cx="736044" cy="221763"/>
          </a:xfrm>
          <a:prstGeom prst="rect">
            <a:avLst/>
          </a:prstGeom>
          <a:noFill/>
          <a:ln/>
        </p:spPr>
        <p:txBody>
          <a:bodyPr wrap="square" lIns="0" tIns="0" rIns="0" bIns="0" rtlCol="0" anchor="t"/>
          <a:lstStyle/>
          <a:p>
            <a:pPr defTabSz="731520"/>
            <a:r>
              <a:rPr lang="zh-CN" alt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价值体现</a:t>
            </a:r>
            <a:endParaRPr lang="en-US" sz="12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29">
            <a:extLst>
              <a:ext uri="{FF2B5EF4-FFF2-40B4-BE49-F238E27FC236}">
                <a16:creationId xmlns:a16="http://schemas.microsoft.com/office/drawing/2014/main" id="{1F4369B4-5817-7C45-90F0-FEBE70A78A8A}"/>
              </a:ext>
            </a:extLst>
          </p:cNvPr>
          <p:cNvSpPr/>
          <p:nvPr/>
        </p:nvSpPr>
        <p:spPr>
          <a:xfrm>
            <a:off x="2824682" y="5761742"/>
            <a:ext cx="1079553" cy="297389"/>
          </a:xfrm>
          <a:prstGeom prst="rect">
            <a:avLst/>
          </a:prstGeom>
          <a:ln w="12700">
            <a:miter lim="400000"/>
          </a:ln>
        </p:spPr>
        <p:txBody>
          <a:bodyPr wrap="none" lIns="25400" tIns="25400" rIns="25400" bIns="25400" anchor="ctr">
            <a:noAutofit/>
          </a:bodyPr>
          <a:lstStyle/>
          <a:p>
            <a:pPr algn="ctr" defTabSz="1219169" hangingPunct="0"/>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解决问题过程</a:t>
            </a:r>
          </a:p>
        </p:txBody>
      </p:sp>
      <p:grpSp>
        <p:nvGrpSpPr>
          <p:cNvPr id="162" name="组合 161">
            <a:extLst>
              <a:ext uri="{FF2B5EF4-FFF2-40B4-BE49-F238E27FC236}">
                <a16:creationId xmlns:a16="http://schemas.microsoft.com/office/drawing/2014/main" id="{5679D81D-2383-B64A-B36D-125444182BB7}"/>
              </a:ext>
            </a:extLst>
          </p:cNvPr>
          <p:cNvGrpSpPr/>
          <p:nvPr/>
        </p:nvGrpSpPr>
        <p:grpSpPr>
          <a:xfrm>
            <a:off x="6392623" y="3413217"/>
            <a:ext cx="410400" cy="139526"/>
            <a:chOff x="6392623" y="3413217"/>
            <a:chExt cx="410400" cy="139526"/>
          </a:xfrm>
        </p:grpSpPr>
        <p:grpSp>
          <p:nvGrpSpPr>
            <p:cNvPr id="154" name="组合 153">
              <a:extLst>
                <a:ext uri="{FF2B5EF4-FFF2-40B4-BE49-F238E27FC236}">
                  <a16:creationId xmlns:a16="http://schemas.microsoft.com/office/drawing/2014/main" id="{1D082ACB-8FC6-F448-8493-DBDB35672C06}"/>
                </a:ext>
              </a:extLst>
            </p:cNvPr>
            <p:cNvGrpSpPr/>
            <p:nvPr/>
          </p:nvGrpSpPr>
          <p:grpSpPr>
            <a:xfrm rot="21111719">
              <a:off x="6703445" y="3413217"/>
              <a:ext cx="99578" cy="139526"/>
              <a:chOff x="6703439" y="3414391"/>
              <a:chExt cx="99578" cy="139526"/>
            </a:xfrm>
          </p:grpSpPr>
          <p:cxnSp>
            <p:nvCxnSpPr>
              <p:cNvPr id="148" name="直线连接符 147">
                <a:extLst>
                  <a:ext uri="{FF2B5EF4-FFF2-40B4-BE49-F238E27FC236}">
                    <a16:creationId xmlns:a16="http://schemas.microsoft.com/office/drawing/2014/main" id="{519A50E5-D5B4-7247-8086-4F9A0A4C194E}"/>
                  </a:ext>
                </a:extLst>
              </p:cNvPr>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49" name="直线连接符 148">
                <a:extLst>
                  <a:ext uri="{FF2B5EF4-FFF2-40B4-BE49-F238E27FC236}">
                    <a16:creationId xmlns:a16="http://schemas.microsoft.com/office/drawing/2014/main" id="{0EBB08BC-BFE4-C245-A197-0B497F069A50}"/>
                  </a:ext>
                </a:extLst>
              </p:cNvPr>
              <p:cNvCxnSpPr>
                <a:cxnSpLocks/>
              </p:cNvCxnSpPr>
              <p:nvPr/>
            </p:nvCxnSpPr>
            <p:spPr>
              <a:xfrm rot="488281" flipV="1">
                <a:off x="6703439"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6" name="组合 155">
              <a:extLst>
                <a:ext uri="{FF2B5EF4-FFF2-40B4-BE49-F238E27FC236}">
                  <a16:creationId xmlns:a16="http://schemas.microsoft.com/office/drawing/2014/main" id="{61BDE6B2-C4E2-F14B-BCC4-7CD63380AE9D}"/>
                </a:ext>
              </a:extLst>
            </p:cNvPr>
            <p:cNvGrpSpPr/>
            <p:nvPr/>
          </p:nvGrpSpPr>
          <p:grpSpPr>
            <a:xfrm rot="21111719">
              <a:off x="6548034" y="3413217"/>
              <a:ext cx="99578" cy="139526"/>
              <a:chOff x="6703439" y="3414391"/>
              <a:chExt cx="99578" cy="139526"/>
            </a:xfrm>
          </p:grpSpPr>
          <p:cxnSp>
            <p:nvCxnSpPr>
              <p:cNvPr id="157" name="直线连接符 156">
                <a:extLst>
                  <a:ext uri="{FF2B5EF4-FFF2-40B4-BE49-F238E27FC236}">
                    <a16:creationId xmlns:a16="http://schemas.microsoft.com/office/drawing/2014/main" id="{A7D2652F-43B6-2548-B220-01A9654989D7}"/>
                  </a:ext>
                </a:extLst>
              </p:cNvPr>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8" name="直线连接符 157">
                <a:extLst>
                  <a:ext uri="{FF2B5EF4-FFF2-40B4-BE49-F238E27FC236}">
                    <a16:creationId xmlns:a16="http://schemas.microsoft.com/office/drawing/2014/main" id="{BE647463-02D0-D847-BD63-8C2217AABA91}"/>
                  </a:ext>
                </a:extLst>
              </p:cNvPr>
              <p:cNvCxnSpPr>
                <a:cxnSpLocks/>
              </p:cNvCxnSpPr>
              <p:nvPr/>
            </p:nvCxnSpPr>
            <p:spPr>
              <a:xfrm rot="488281" flipV="1">
                <a:off x="6703439"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9" name="组合 158">
              <a:extLst>
                <a:ext uri="{FF2B5EF4-FFF2-40B4-BE49-F238E27FC236}">
                  <a16:creationId xmlns:a16="http://schemas.microsoft.com/office/drawing/2014/main" id="{9A011689-CF8B-F04E-8E7B-8CD4517FBCCE}"/>
                </a:ext>
              </a:extLst>
            </p:cNvPr>
            <p:cNvGrpSpPr/>
            <p:nvPr/>
          </p:nvGrpSpPr>
          <p:grpSpPr>
            <a:xfrm rot="21111719">
              <a:off x="6392623" y="3413217"/>
              <a:ext cx="99578" cy="139526"/>
              <a:chOff x="6703439" y="3414391"/>
              <a:chExt cx="99578" cy="139526"/>
            </a:xfrm>
          </p:grpSpPr>
          <p:cxnSp>
            <p:nvCxnSpPr>
              <p:cNvPr id="160" name="直线连接符 159">
                <a:extLst>
                  <a:ext uri="{FF2B5EF4-FFF2-40B4-BE49-F238E27FC236}">
                    <a16:creationId xmlns:a16="http://schemas.microsoft.com/office/drawing/2014/main" id="{B96632F2-29CD-8A4D-BD5A-58DD04D832CB}"/>
                  </a:ext>
                </a:extLst>
              </p:cNvPr>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1" name="直线连接符 160">
                <a:extLst>
                  <a:ext uri="{FF2B5EF4-FFF2-40B4-BE49-F238E27FC236}">
                    <a16:creationId xmlns:a16="http://schemas.microsoft.com/office/drawing/2014/main" id="{6910871B-900F-854A-9F1B-7F953539AC10}"/>
                  </a:ext>
                </a:extLst>
              </p:cNvPr>
              <p:cNvCxnSpPr>
                <a:cxnSpLocks/>
              </p:cNvCxnSpPr>
              <p:nvPr/>
            </p:nvCxnSpPr>
            <p:spPr>
              <a:xfrm rot="488281" flipV="1">
                <a:off x="6703439"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163" name="组合 162">
            <a:extLst>
              <a:ext uri="{FF2B5EF4-FFF2-40B4-BE49-F238E27FC236}">
                <a16:creationId xmlns:a16="http://schemas.microsoft.com/office/drawing/2014/main" id="{645AF7F7-1C87-CF45-B143-D4CE3B757947}"/>
              </a:ext>
            </a:extLst>
          </p:cNvPr>
          <p:cNvGrpSpPr/>
          <p:nvPr/>
        </p:nvGrpSpPr>
        <p:grpSpPr>
          <a:xfrm>
            <a:off x="6392624" y="3908517"/>
            <a:ext cx="410399" cy="139526"/>
            <a:chOff x="6392624" y="3413217"/>
            <a:chExt cx="410399" cy="139526"/>
          </a:xfrm>
        </p:grpSpPr>
        <p:grpSp>
          <p:nvGrpSpPr>
            <p:cNvPr id="164" name="组合 163">
              <a:extLst>
                <a:ext uri="{FF2B5EF4-FFF2-40B4-BE49-F238E27FC236}">
                  <a16:creationId xmlns:a16="http://schemas.microsoft.com/office/drawing/2014/main" id="{5532D2D7-8947-2647-BCAB-EABB751E696C}"/>
                </a:ext>
              </a:extLst>
            </p:cNvPr>
            <p:cNvGrpSpPr/>
            <p:nvPr/>
          </p:nvGrpSpPr>
          <p:grpSpPr>
            <a:xfrm rot="21111719">
              <a:off x="6703446" y="3413217"/>
              <a:ext cx="99577" cy="139526"/>
              <a:chOff x="6703440" y="3414391"/>
              <a:chExt cx="99577" cy="139526"/>
            </a:xfrm>
          </p:grpSpPr>
          <p:cxnSp>
            <p:nvCxnSpPr>
              <p:cNvPr id="171" name="直线连接符 170">
                <a:extLst>
                  <a:ext uri="{FF2B5EF4-FFF2-40B4-BE49-F238E27FC236}">
                    <a16:creationId xmlns:a16="http://schemas.microsoft.com/office/drawing/2014/main" id="{FF4ED5B0-03BF-3B4C-A6FC-4D016DB5FBC0}"/>
                  </a:ext>
                </a:extLst>
              </p:cNvPr>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72" name="直线连接符 171">
                <a:extLst>
                  <a:ext uri="{FF2B5EF4-FFF2-40B4-BE49-F238E27FC236}">
                    <a16:creationId xmlns:a16="http://schemas.microsoft.com/office/drawing/2014/main" id="{5E701108-822F-CF4A-AFE7-6F68737DA47F}"/>
                  </a:ext>
                </a:extLst>
              </p:cNvPr>
              <p:cNvCxnSpPr>
                <a:cxnSpLocks/>
              </p:cNvCxnSpPr>
              <p:nvPr/>
            </p:nvCxnSpPr>
            <p:spPr>
              <a:xfrm rot="488281" flipV="1">
                <a:off x="6703440"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65" name="组合 164">
              <a:extLst>
                <a:ext uri="{FF2B5EF4-FFF2-40B4-BE49-F238E27FC236}">
                  <a16:creationId xmlns:a16="http://schemas.microsoft.com/office/drawing/2014/main" id="{B095F184-C5CF-1F42-8676-FF318F14A898}"/>
                </a:ext>
              </a:extLst>
            </p:cNvPr>
            <p:cNvGrpSpPr/>
            <p:nvPr/>
          </p:nvGrpSpPr>
          <p:grpSpPr>
            <a:xfrm rot="21111719">
              <a:off x="6548035" y="3413217"/>
              <a:ext cx="99577" cy="139526"/>
              <a:chOff x="6703440" y="3414391"/>
              <a:chExt cx="99577" cy="139526"/>
            </a:xfrm>
          </p:grpSpPr>
          <p:cxnSp>
            <p:nvCxnSpPr>
              <p:cNvPr id="169" name="直线连接符 168">
                <a:extLst>
                  <a:ext uri="{FF2B5EF4-FFF2-40B4-BE49-F238E27FC236}">
                    <a16:creationId xmlns:a16="http://schemas.microsoft.com/office/drawing/2014/main" id="{DE26C571-67B4-984D-A11E-8692F8C737CA}"/>
                  </a:ext>
                </a:extLst>
              </p:cNvPr>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70" name="直线连接符 169">
                <a:extLst>
                  <a:ext uri="{FF2B5EF4-FFF2-40B4-BE49-F238E27FC236}">
                    <a16:creationId xmlns:a16="http://schemas.microsoft.com/office/drawing/2014/main" id="{183A9211-7AF7-0644-8320-725A5A75F578}"/>
                  </a:ext>
                </a:extLst>
              </p:cNvPr>
              <p:cNvCxnSpPr>
                <a:cxnSpLocks/>
              </p:cNvCxnSpPr>
              <p:nvPr/>
            </p:nvCxnSpPr>
            <p:spPr>
              <a:xfrm rot="488281" flipV="1">
                <a:off x="6703440"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66" name="组合 165">
              <a:extLst>
                <a:ext uri="{FF2B5EF4-FFF2-40B4-BE49-F238E27FC236}">
                  <a16:creationId xmlns:a16="http://schemas.microsoft.com/office/drawing/2014/main" id="{976E6B0E-CDD1-4749-8343-3E7D0176C81A}"/>
                </a:ext>
              </a:extLst>
            </p:cNvPr>
            <p:cNvGrpSpPr/>
            <p:nvPr/>
          </p:nvGrpSpPr>
          <p:grpSpPr>
            <a:xfrm rot="21111719">
              <a:off x="6392624" y="3413217"/>
              <a:ext cx="99577" cy="139526"/>
              <a:chOff x="6703440" y="3414391"/>
              <a:chExt cx="99577" cy="139526"/>
            </a:xfrm>
          </p:grpSpPr>
          <p:cxnSp>
            <p:nvCxnSpPr>
              <p:cNvPr id="167" name="直线连接符 166">
                <a:extLst>
                  <a:ext uri="{FF2B5EF4-FFF2-40B4-BE49-F238E27FC236}">
                    <a16:creationId xmlns:a16="http://schemas.microsoft.com/office/drawing/2014/main" id="{B0295D7B-0084-DD45-BA13-BCD3B21F7697}"/>
                  </a:ext>
                </a:extLst>
              </p:cNvPr>
              <p:cNvCxnSpPr/>
              <p:nvPr/>
            </p:nvCxnSpPr>
            <p:spPr>
              <a:xfrm>
                <a:off x="6722684" y="3414391"/>
                <a:ext cx="80333" cy="88013"/>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8" name="直线连接符 167">
                <a:extLst>
                  <a:ext uri="{FF2B5EF4-FFF2-40B4-BE49-F238E27FC236}">
                    <a16:creationId xmlns:a16="http://schemas.microsoft.com/office/drawing/2014/main" id="{1DF8AB12-0F53-AE42-BEDE-ED87085D737D}"/>
                  </a:ext>
                </a:extLst>
              </p:cNvPr>
              <p:cNvCxnSpPr>
                <a:cxnSpLocks/>
              </p:cNvCxnSpPr>
              <p:nvPr/>
            </p:nvCxnSpPr>
            <p:spPr>
              <a:xfrm rot="488281" flipV="1">
                <a:off x="6703440" y="3489403"/>
                <a:ext cx="95493" cy="64514"/>
              </a:xfrm>
              <a:prstGeom prst="line">
                <a:avLst/>
              </a:prstGeom>
              <a:ln w="19050" cap="flat">
                <a:solidFill>
                  <a:schemeClr val="dk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
        <p:nvSpPr>
          <p:cNvPr id="3" name="文本框 2">
            <a:extLst>
              <a:ext uri="{FF2B5EF4-FFF2-40B4-BE49-F238E27FC236}">
                <a16:creationId xmlns:a16="http://schemas.microsoft.com/office/drawing/2014/main" id="{E9080B32-B3D8-3C8B-B2B1-BD8E629106B8}"/>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5A3531AA-8A1B-27E0-45E4-A3FBCAFE646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2E0B71D6-49C6-BCA9-A4AE-037DD4481C1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45908120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椭圆 122">
            <a:extLst>
              <a:ext uri="{FF2B5EF4-FFF2-40B4-BE49-F238E27FC236}">
                <a16:creationId xmlns:a16="http://schemas.microsoft.com/office/drawing/2014/main" id="{27113C97-5024-B941-BB33-F4CC37E468B0}"/>
              </a:ext>
            </a:extLst>
          </p:cNvPr>
          <p:cNvSpPr/>
          <p:nvPr/>
        </p:nvSpPr>
        <p:spPr>
          <a:xfrm>
            <a:off x="1291336" y="3050512"/>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29">
            <a:extLst>
              <a:ext uri="{FF2B5EF4-FFF2-40B4-BE49-F238E27FC236}">
                <a16:creationId xmlns:a16="http://schemas.microsoft.com/office/drawing/2014/main" id="{821D5D72-03B2-3C43-A29B-C3990B7EE29B}"/>
              </a:ext>
            </a:extLst>
          </p:cNvPr>
          <p:cNvSpPr txBox="1"/>
          <p:nvPr/>
        </p:nvSpPr>
        <p:spPr>
          <a:xfrm>
            <a:off x="1532636" y="3641362"/>
            <a:ext cx="1041400" cy="34230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会员中心</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5" name="任意多边形: 形状 77">
            <a:extLst>
              <a:ext uri="{FF2B5EF4-FFF2-40B4-BE49-F238E27FC236}">
                <a16:creationId xmlns:a16="http://schemas.microsoft.com/office/drawing/2014/main" id="{5D94500C-1D2D-844E-97F7-F51EADF81B2A}"/>
              </a:ext>
            </a:extLst>
          </p:cNvPr>
          <p:cNvSpPr/>
          <p:nvPr/>
        </p:nvSpPr>
        <p:spPr>
          <a:xfrm>
            <a:off x="1175449" y="2934625"/>
            <a:ext cx="1755774" cy="1755774"/>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noFill/>
          <a:ln w="12700"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2" name="直线连接符 181">
            <a:extLst>
              <a:ext uri="{FF2B5EF4-FFF2-40B4-BE49-F238E27FC236}">
                <a16:creationId xmlns:a16="http://schemas.microsoft.com/office/drawing/2014/main" id="{3686BC15-01C1-F94A-9DE1-8D6E9879274B}"/>
              </a:ext>
            </a:extLst>
          </p:cNvPr>
          <p:cNvCxnSpPr>
            <a:cxnSpLocks/>
          </p:cNvCxnSpPr>
          <p:nvPr/>
        </p:nvCxnSpPr>
        <p:spPr>
          <a:xfrm flipV="1">
            <a:off x="2602102" y="2423519"/>
            <a:ext cx="988876" cy="626993"/>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3" name="直线连接符 182">
            <a:extLst>
              <a:ext uri="{FF2B5EF4-FFF2-40B4-BE49-F238E27FC236}">
                <a16:creationId xmlns:a16="http://schemas.microsoft.com/office/drawing/2014/main" id="{3DD4101C-CEDD-FB43-9FEE-0FD717419188}"/>
              </a:ext>
            </a:extLst>
          </p:cNvPr>
          <p:cNvCxnSpPr>
            <a:cxnSpLocks/>
            <a:stCxn id="135" idx="0"/>
          </p:cNvCxnSpPr>
          <p:nvPr/>
        </p:nvCxnSpPr>
        <p:spPr>
          <a:xfrm>
            <a:off x="2931223" y="3812512"/>
            <a:ext cx="659755" cy="20308"/>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4" name="直线连接符 183">
            <a:extLst>
              <a:ext uri="{FF2B5EF4-FFF2-40B4-BE49-F238E27FC236}">
                <a16:creationId xmlns:a16="http://schemas.microsoft.com/office/drawing/2014/main" id="{9AA27081-EC09-0643-B927-58F30F7C6175}"/>
              </a:ext>
            </a:extLst>
          </p:cNvPr>
          <p:cNvCxnSpPr>
            <a:cxnSpLocks/>
          </p:cNvCxnSpPr>
          <p:nvPr/>
        </p:nvCxnSpPr>
        <p:spPr>
          <a:xfrm>
            <a:off x="2624117" y="4489800"/>
            <a:ext cx="966861" cy="564456"/>
          </a:xfrm>
          <a:prstGeom prst="line">
            <a:avLst/>
          </a:prstGeom>
          <a:ln w="12700">
            <a:solidFill>
              <a:schemeClr val="accent1">
                <a:lumMod val="100000"/>
              </a:schemeClr>
            </a:solidFill>
            <a:prstDash val="dash"/>
          </a:ln>
        </p:spPr>
        <p:style>
          <a:lnRef idx="1">
            <a:schemeClr val="accent1"/>
          </a:lnRef>
          <a:fillRef idx="0">
            <a:schemeClr val="accent1"/>
          </a:fillRef>
          <a:effectRef idx="0">
            <a:schemeClr val="accent1"/>
          </a:effectRef>
          <a:fontRef idx="minor">
            <a:schemeClr val="tx1"/>
          </a:fontRef>
        </p:style>
      </p:cxnSp>
      <p:sp>
        <p:nvSpPr>
          <p:cNvPr id="155" name="矩形: 圆角 114">
            <a:extLst>
              <a:ext uri="{FF2B5EF4-FFF2-40B4-BE49-F238E27FC236}">
                <a16:creationId xmlns:a16="http://schemas.microsoft.com/office/drawing/2014/main" id="{878E1308-3471-2D4E-81AA-200708E15AE2}"/>
              </a:ext>
            </a:extLst>
          </p:cNvPr>
          <p:cNvSpPr/>
          <p:nvPr/>
        </p:nvSpPr>
        <p:spPr>
          <a:xfrm>
            <a:off x="3590978" y="2154457"/>
            <a:ext cx="1635195" cy="53812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60">
            <a:extLst>
              <a:ext uri="{FF2B5EF4-FFF2-40B4-BE49-F238E27FC236}">
                <a16:creationId xmlns:a16="http://schemas.microsoft.com/office/drawing/2014/main" id="{60834A71-F0A6-514C-B815-878F94F39824}"/>
              </a:ext>
            </a:extLst>
          </p:cNvPr>
          <p:cNvSpPr/>
          <p:nvPr/>
        </p:nvSpPr>
        <p:spPr>
          <a:xfrm>
            <a:off x="3899597" y="2271296"/>
            <a:ext cx="1017957" cy="304446"/>
          </a:xfrm>
          <a:prstGeom prst="rect">
            <a:avLst/>
          </a:prstGeom>
          <a:noFill/>
          <a:ln/>
        </p:spPr>
        <p:txBody>
          <a:bodyPr wrap="square" lIns="0" tIns="0" rIns="0" bIns="0" rtlCol="0" anchor="t"/>
          <a:lstStyle/>
          <a:p>
            <a:pPr algn="ctr" defTabSz="731520"/>
            <a:r>
              <a:rPr lang="en-US"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决策效率</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85" name="直线连接符 184">
            <a:extLst>
              <a:ext uri="{FF2B5EF4-FFF2-40B4-BE49-F238E27FC236}">
                <a16:creationId xmlns:a16="http://schemas.microsoft.com/office/drawing/2014/main" id="{2D13084E-A0A9-9A40-8F98-0A7C8E94FA31}"/>
              </a:ext>
            </a:extLst>
          </p:cNvPr>
          <p:cNvCxnSpPr>
            <a:cxnSpLocks/>
          </p:cNvCxnSpPr>
          <p:nvPr/>
        </p:nvCxnSpPr>
        <p:spPr>
          <a:xfrm flipH="1">
            <a:off x="5350864" y="2423519"/>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86" name="Object57">
            <a:extLst>
              <a:ext uri="{FF2B5EF4-FFF2-40B4-BE49-F238E27FC236}">
                <a16:creationId xmlns:a16="http://schemas.microsoft.com/office/drawing/2014/main" id="{3E3936DA-3493-EB47-B119-0F9718A72C3B}"/>
              </a:ext>
            </a:extLst>
          </p:cNvPr>
          <p:cNvSpPr/>
          <p:nvPr/>
        </p:nvSpPr>
        <p:spPr>
          <a:xfrm>
            <a:off x="6283979" y="2233192"/>
            <a:ext cx="1295400" cy="213360"/>
          </a:xfrm>
          <a:prstGeom prst="rect">
            <a:avLst/>
          </a:prstGeom>
          <a:noFill/>
          <a:ln/>
        </p:spPr>
        <p:txBody>
          <a:bodyPr wrap="square" lIns="0" tIns="0" rIns="0" bIns="0" rtlCol="0" anchor="t"/>
          <a:lstStyle/>
          <a:p>
            <a:pPr defTabSz="731520">
              <a:lnSpc>
                <a:spcPts val="1680"/>
              </a:lnSpc>
            </a:pPr>
            <a:r>
              <a:rPr lang="en-US" sz="1600"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懂你所想</a:t>
            </a:r>
            <a:endParaRPr lang="en-US" sz="16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7" name="Object60">
            <a:extLst>
              <a:ext uri="{FF2B5EF4-FFF2-40B4-BE49-F238E27FC236}">
                <a16:creationId xmlns:a16="http://schemas.microsoft.com/office/drawing/2014/main" id="{CC80D58C-EBE7-2348-AC80-3F8919803120}"/>
              </a:ext>
            </a:extLst>
          </p:cNvPr>
          <p:cNvSpPr/>
          <p:nvPr/>
        </p:nvSpPr>
        <p:spPr>
          <a:xfrm>
            <a:off x="6283979" y="2486151"/>
            <a:ext cx="1189466" cy="127695"/>
          </a:xfrm>
          <a:prstGeom prst="rect">
            <a:avLst/>
          </a:prstGeom>
          <a:noFill/>
          <a:ln/>
        </p:spPr>
        <p:txBody>
          <a:bodyPr wrap="square" lIns="0" tIns="0" rIns="0" bIns="0" rtlCol="0" anchor="t"/>
          <a:lstStyle/>
          <a:p>
            <a:pP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会员中心框架重构</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8" name="直线连接符 187">
            <a:extLst>
              <a:ext uri="{FF2B5EF4-FFF2-40B4-BE49-F238E27FC236}">
                <a16:creationId xmlns:a16="http://schemas.microsoft.com/office/drawing/2014/main" id="{33082739-8806-FD45-B102-5323DE7041A2}"/>
              </a:ext>
            </a:extLst>
          </p:cNvPr>
          <p:cNvCxnSpPr>
            <a:cxnSpLocks/>
          </p:cNvCxnSpPr>
          <p:nvPr/>
        </p:nvCxnSpPr>
        <p:spPr>
          <a:xfrm flipH="1">
            <a:off x="7813690" y="2423519"/>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89" name="Object60">
            <a:extLst>
              <a:ext uri="{FF2B5EF4-FFF2-40B4-BE49-F238E27FC236}">
                <a16:creationId xmlns:a16="http://schemas.microsoft.com/office/drawing/2014/main" id="{8E1F756D-6993-4044-838B-6CA7AD3A2AE1}"/>
              </a:ext>
            </a:extLst>
          </p:cNvPr>
          <p:cNvSpPr/>
          <p:nvPr/>
        </p:nvSpPr>
        <p:spPr>
          <a:xfrm>
            <a:off x="8800826" y="1959406"/>
            <a:ext cx="1635195" cy="928227"/>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打造分层布局</a:t>
            </a: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强化关键信息</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缩短支付步长</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智能化推荐</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1" name="直线连接符 190">
            <a:extLst>
              <a:ext uri="{FF2B5EF4-FFF2-40B4-BE49-F238E27FC236}">
                <a16:creationId xmlns:a16="http://schemas.microsoft.com/office/drawing/2014/main" id="{8BF72D3A-EA7F-9B45-9B11-735B9D1C61EC}"/>
              </a:ext>
            </a:extLst>
          </p:cNvPr>
          <p:cNvCxnSpPr>
            <a:cxnSpLocks/>
          </p:cNvCxnSpPr>
          <p:nvPr/>
        </p:nvCxnSpPr>
        <p:spPr>
          <a:xfrm flipH="1">
            <a:off x="5350864" y="3836413"/>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95" name="Object57">
            <a:extLst>
              <a:ext uri="{FF2B5EF4-FFF2-40B4-BE49-F238E27FC236}">
                <a16:creationId xmlns:a16="http://schemas.microsoft.com/office/drawing/2014/main" id="{A37048A8-AF1E-E545-886E-53938C340164}"/>
              </a:ext>
            </a:extLst>
          </p:cNvPr>
          <p:cNvSpPr/>
          <p:nvPr/>
        </p:nvSpPr>
        <p:spPr>
          <a:xfrm>
            <a:off x="6283979" y="3646086"/>
            <a:ext cx="1459040" cy="213360"/>
          </a:xfrm>
          <a:prstGeom prst="rect">
            <a:avLst/>
          </a:prstGeom>
          <a:noFill/>
          <a:ln/>
        </p:spPr>
        <p:txBody>
          <a:bodyPr wrap="square" lIns="0" tIns="0" rIns="0" bIns="0" rtlCol="0" anchor="t"/>
          <a:lstStyle/>
          <a:p>
            <a:pPr defTabSz="731520">
              <a:lnSpc>
                <a:spcPts val="1680"/>
              </a:lnSpc>
            </a:pPr>
            <a:r>
              <a:rPr lang="en-US" sz="1600"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凸显尊享感知</a:t>
            </a:r>
            <a:endParaRPr lang="en-US" sz="16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6" name="Object60">
            <a:extLst>
              <a:ext uri="{FF2B5EF4-FFF2-40B4-BE49-F238E27FC236}">
                <a16:creationId xmlns:a16="http://schemas.microsoft.com/office/drawing/2014/main" id="{DA76BB01-1FD6-5F40-8573-A2FFAE0CC773}"/>
              </a:ext>
            </a:extLst>
          </p:cNvPr>
          <p:cNvSpPr/>
          <p:nvPr/>
        </p:nvSpPr>
        <p:spPr>
          <a:xfrm>
            <a:off x="6283979" y="3899045"/>
            <a:ext cx="1189466" cy="127695"/>
          </a:xfrm>
          <a:prstGeom prst="rect">
            <a:avLst/>
          </a:prstGeom>
          <a:noFill/>
          <a:ln/>
        </p:spPr>
        <p:txBody>
          <a:bodyPr wrap="square" lIns="0" tIns="0" rIns="0" bIns="0" rtlCol="0" anchor="t"/>
          <a:lstStyle/>
          <a:p>
            <a:pP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视觉语言升级</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3" name="直线连接符 192">
            <a:extLst>
              <a:ext uri="{FF2B5EF4-FFF2-40B4-BE49-F238E27FC236}">
                <a16:creationId xmlns:a16="http://schemas.microsoft.com/office/drawing/2014/main" id="{045D513A-CC0C-0344-94E9-C31E600E1B28}"/>
              </a:ext>
            </a:extLst>
          </p:cNvPr>
          <p:cNvCxnSpPr>
            <a:cxnSpLocks/>
          </p:cNvCxnSpPr>
          <p:nvPr/>
        </p:nvCxnSpPr>
        <p:spPr>
          <a:xfrm flipH="1">
            <a:off x="7813690" y="3836413"/>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94" name="Object60">
            <a:extLst>
              <a:ext uri="{FF2B5EF4-FFF2-40B4-BE49-F238E27FC236}">
                <a16:creationId xmlns:a16="http://schemas.microsoft.com/office/drawing/2014/main" id="{73E331DE-DB86-3848-9BC2-47D35D55D88A}"/>
              </a:ext>
            </a:extLst>
          </p:cNvPr>
          <p:cNvSpPr/>
          <p:nvPr/>
        </p:nvSpPr>
        <p:spPr>
          <a:xfrm>
            <a:off x="8800826" y="3372300"/>
            <a:ext cx="2215725" cy="928227"/>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卡面升级</a:t>
            </a: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，提升身份感</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品牌色优化，确保拓展性</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Icon</a:t>
            </a: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重塑，强化识别性</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惊喜彩蛋，提升情感化</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矩形: 圆角 114">
            <a:extLst>
              <a:ext uri="{FF2B5EF4-FFF2-40B4-BE49-F238E27FC236}">
                <a16:creationId xmlns:a16="http://schemas.microsoft.com/office/drawing/2014/main" id="{4FE3C2C6-47FB-B14F-9E3D-9BCE6CF8CD76}"/>
              </a:ext>
            </a:extLst>
          </p:cNvPr>
          <p:cNvSpPr/>
          <p:nvPr/>
        </p:nvSpPr>
        <p:spPr>
          <a:xfrm>
            <a:off x="3590978" y="3567351"/>
            <a:ext cx="1635195" cy="53812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8" name="Object60">
            <a:extLst>
              <a:ext uri="{FF2B5EF4-FFF2-40B4-BE49-F238E27FC236}">
                <a16:creationId xmlns:a16="http://schemas.microsoft.com/office/drawing/2014/main" id="{8AD8BF66-E8FD-EA48-B5F3-AC67BB70BA0A}"/>
              </a:ext>
            </a:extLst>
          </p:cNvPr>
          <p:cNvSpPr/>
          <p:nvPr/>
        </p:nvSpPr>
        <p:spPr>
          <a:xfrm>
            <a:off x="3899597" y="3684190"/>
            <a:ext cx="1017957" cy="304446"/>
          </a:xfrm>
          <a:prstGeom prst="rect">
            <a:avLst/>
          </a:prstGeom>
          <a:noFill/>
          <a:ln/>
        </p:spPr>
        <p:txBody>
          <a:bodyPr wrap="square" lIns="0" tIns="0" rIns="0" bIns="0" rtlCol="0" anchor="t"/>
          <a:lstStyle/>
          <a:p>
            <a:pPr algn="ctr" defTabSz="731520"/>
            <a:r>
              <a:rPr lang="en-US"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尊享感知</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00" name="直线连接符 199">
            <a:extLst>
              <a:ext uri="{FF2B5EF4-FFF2-40B4-BE49-F238E27FC236}">
                <a16:creationId xmlns:a16="http://schemas.microsoft.com/office/drawing/2014/main" id="{2116BF02-A935-4643-A925-03E9ECC1E0B1}"/>
              </a:ext>
            </a:extLst>
          </p:cNvPr>
          <p:cNvCxnSpPr>
            <a:cxnSpLocks/>
          </p:cNvCxnSpPr>
          <p:nvPr/>
        </p:nvCxnSpPr>
        <p:spPr>
          <a:xfrm flipH="1">
            <a:off x="5350864" y="5054256"/>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7" name="Object57">
            <a:extLst>
              <a:ext uri="{FF2B5EF4-FFF2-40B4-BE49-F238E27FC236}">
                <a16:creationId xmlns:a16="http://schemas.microsoft.com/office/drawing/2014/main" id="{F6400600-6940-2E4A-A5D5-BB110062778A}"/>
              </a:ext>
            </a:extLst>
          </p:cNvPr>
          <p:cNvSpPr/>
          <p:nvPr/>
        </p:nvSpPr>
        <p:spPr>
          <a:xfrm>
            <a:off x="6283979" y="4863929"/>
            <a:ext cx="1459040" cy="213360"/>
          </a:xfrm>
          <a:prstGeom prst="rect">
            <a:avLst/>
          </a:prstGeom>
          <a:noFill/>
          <a:ln/>
        </p:spPr>
        <p:txBody>
          <a:bodyPr wrap="square" lIns="0" tIns="0" rIns="0" bIns="0" rtlCol="0" anchor="t"/>
          <a:lstStyle/>
          <a:p>
            <a:pPr defTabSz="731520">
              <a:lnSpc>
                <a:spcPts val="1680"/>
              </a:lnSpc>
            </a:pPr>
            <a:r>
              <a:rPr lang="en-US" sz="1600" dirty="0" err="1">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提升迭代效率</a:t>
            </a:r>
            <a:endParaRPr lang="en-US" sz="16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8" name="Object60">
            <a:extLst>
              <a:ext uri="{FF2B5EF4-FFF2-40B4-BE49-F238E27FC236}">
                <a16:creationId xmlns:a16="http://schemas.microsoft.com/office/drawing/2014/main" id="{A3C7AE51-4BEF-3147-BC0F-29BAD9299181}"/>
              </a:ext>
            </a:extLst>
          </p:cNvPr>
          <p:cNvSpPr/>
          <p:nvPr/>
        </p:nvSpPr>
        <p:spPr>
          <a:xfrm>
            <a:off x="6283979" y="5116888"/>
            <a:ext cx="1189466" cy="127695"/>
          </a:xfrm>
          <a:prstGeom prst="rect">
            <a:avLst/>
          </a:prstGeom>
          <a:noFill/>
          <a:ln/>
        </p:spPr>
        <p:txBody>
          <a:bodyPr wrap="square" lIns="0" tIns="0" rIns="0" bIns="0" rtlCol="0" anchor="t"/>
          <a:lstStyle/>
          <a:p>
            <a:pPr defTabSz="731520"/>
            <a:r>
              <a:rPr lang="en-US" sz="900" dirty="0" err="1">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通用组件沉淀</a:t>
            </a:r>
            <a:endParaRPr lang="en-US" sz="900" dirty="0">
              <a:solidFill>
                <a:schemeClr val="dk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2" name="直线连接符 201">
            <a:extLst>
              <a:ext uri="{FF2B5EF4-FFF2-40B4-BE49-F238E27FC236}">
                <a16:creationId xmlns:a16="http://schemas.microsoft.com/office/drawing/2014/main" id="{A7DC45F0-A74A-E64B-B14E-F569111B6F4B}"/>
              </a:ext>
            </a:extLst>
          </p:cNvPr>
          <p:cNvCxnSpPr>
            <a:cxnSpLocks/>
          </p:cNvCxnSpPr>
          <p:nvPr/>
        </p:nvCxnSpPr>
        <p:spPr>
          <a:xfrm flipH="1">
            <a:off x="7813690" y="5054256"/>
            <a:ext cx="665018"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3" name="Object60">
            <a:extLst>
              <a:ext uri="{FF2B5EF4-FFF2-40B4-BE49-F238E27FC236}">
                <a16:creationId xmlns:a16="http://schemas.microsoft.com/office/drawing/2014/main" id="{42937301-46EE-CF41-B4F4-CE51E21E64C5}"/>
              </a:ext>
            </a:extLst>
          </p:cNvPr>
          <p:cNvSpPr/>
          <p:nvPr/>
        </p:nvSpPr>
        <p:spPr>
          <a:xfrm>
            <a:off x="8800826" y="4810683"/>
            <a:ext cx="2215725" cy="487146"/>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支付模块</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特权展示模块</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5" name="矩形: 圆角 114">
            <a:extLst>
              <a:ext uri="{FF2B5EF4-FFF2-40B4-BE49-F238E27FC236}">
                <a16:creationId xmlns:a16="http://schemas.microsoft.com/office/drawing/2014/main" id="{D488719F-794F-0B42-AC49-474FAF5B333E}"/>
              </a:ext>
            </a:extLst>
          </p:cNvPr>
          <p:cNvSpPr/>
          <p:nvPr/>
        </p:nvSpPr>
        <p:spPr>
          <a:xfrm>
            <a:off x="3590978" y="4785194"/>
            <a:ext cx="1635195" cy="53812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6" name="Object60">
            <a:extLst>
              <a:ext uri="{FF2B5EF4-FFF2-40B4-BE49-F238E27FC236}">
                <a16:creationId xmlns:a16="http://schemas.microsoft.com/office/drawing/2014/main" id="{2F14971A-E025-2F40-A179-55AE888705FB}"/>
              </a:ext>
            </a:extLst>
          </p:cNvPr>
          <p:cNvSpPr/>
          <p:nvPr/>
        </p:nvSpPr>
        <p:spPr>
          <a:xfrm>
            <a:off x="3899597" y="4902033"/>
            <a:ext cx="1017957" cy="304446"/>
          </a:xfrm>
          <a:prstGeom prst="rect">
            <a:avLst/>
          </a:prstGeom>
          <a:noFill/>
          <a:ln/>
        </p:spPr>
        <p:txBody>
          <a:bodyPr wrap="square" lIns="0" tIns="0" rIns="0" bIns="0" rtlCol="0" anchor="t"/>
          <a:lstStyle/>
          <a:p>
            <a:pPr algn="ctr" defTabSz="731520"/>
            <a:r>
              <a:rPr lang="en-US"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组件沉淀</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190D772-1347-0E35-47E1-8402FBDECD9F}"/>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961C4F82-CF29-B1B5-2D40-6B890B5FE20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17DE3712-BAB0-ADD9-492B-B35B1988FED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7020119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Object29">
            <a:extLst>
              <a:ext uri="{FF2B5EF4-FFF2-40B4-BE49-F238E27FC236}">
                <a16:creationId xmlns:a16="http://schemas.microsoft.com/office/drawing/2014/main" id="{1732453A-9884-6B48-9A3E-E1F539B0BF32}"/>
              </a:ext>
            </a:extLst>
          </p:cNvPr>
          <p:cNvSpPr/>
          <p:nvPr/>
        </p:nvSpPr>
        <p:spPr>
          <a:xfrm>
            <a:off x="2458097" y="2234930"/>
            <a:ext cx="2298302" cy="297389"/>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01</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、吸引力 相关指标</a:t>
            </a:r>
          </a:p>
        </p:txBody>
      </p:sp>
      <p:sp>
        <p:nvSpPr>
          <p:cNvPr id="46" name="矩形: 圆角 114">
            <a:extLst>
              <a:ext uri="{FF2B5EF4-FFF2-40B4-BE49-F238E27FC236}">
                <a16:creationId xmlns:a16="http://schemas.microsoft.com/office/drawing/2014/main" id="{C9325A46-CC57-AE45-AA41-FFFC9BF7AD2A}"/>
              </a:ext>
            </a:extLst>
          </p:cNvPr>
          <p:cNvSpPr/>
          <p:nvPr/>
        </p:nvSpPr>
        <p:spPr>
          <a:xfrm>
            <a:off x="1375414" y="2813759"/>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60">
            <a:extLst>
              <a:ext uri="{FF2B5EF4-FFF2-40B4-BE49-F238E27FC236}">
                <a16:creationId xmlns:a16="http://schemas.microsoft.com/office/drawing/2014/main" id="{781A9C69-75FD-014C-92C4-4D0ED11A583C}"/>
              </a:ext>
            </a:extLst>
          </p:cNvPr>
          <p:cNvSpPr/>
          <p:nvPr/>
        </p:nvSpPr>
        <p:spPr>
          <a:xfrm>
            <a:off x="1643658" y="2949196"/>
            <a:ext cx="1780951" cy="169008"/>
          </a:xfrm>
          <a:prstGeom prst="rect">
            <a:avLst/>
          </a:prstGeom>
          <a:noFill/>
          <a:ln/>
        </p:spPr>
        <p:txBody>
          <a:bodyPr wrap="square" lIns="0" tIns="0" rIns="0" bIns="0" rtlCol="0" anchor="t"/>
          <a:lstStyle/>
          <a:p>
            <a:pPr algn="ctr" defTabSz="731520"/>
            <a:r>
              <a:rPr lang="en-US" sz="14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区域的显著性</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 name="三角形 8">
            <a:extLst>
              <a:ext uri="{FF2B5EF4-FFF2-40B4-BE49-F238E27FC236}">
                <a16:creationId xmlns:a16="http://schemas.microsoft.com/office/drawing/2014/main" id="{569457D4-0356-A54E-A188-76AD5C3E8C93}"/>
              </a:ext>
            </a:extLst>
          </p:cNvPr>
          <p:cNvSpPr/>
          <p:nvPr/>
        </p:nvSpPr>
        <p:spPr>
          <a:xfrm rot="5400000">
            <a:off x="3903215" y="2978689"/>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60">
            <a:extLst>
              <a:ext uri="{FF2B5EF4-FFF2-40B4-BE49-F238E27FC236}">
                <a16:creationId xmlns:a16="http://schemas.microsoft.com/office/drawing/2014/main" id="{72EB10F2-F27C-2241-81E8-2C7DA04DA655}"/>
              </a:ext>
            </a:extLst>
          </p:cNvPr>
          <p:cNvSpPr/>
          <p:nvPr/>
        </p:nvSpPr>
        <p:spPr>
          <a:xfrm>
            <a:off x="4203889" y="2813758"/>
            <a:ext cx="1126840" cy="439884"/>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可见占比</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首次注视时间</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114">
            <a:extLst>
              <a:ext uri="{FF2B5EF4-FFF2-40B4-BE49-F238E27FC236}">
                <a16:creationId xmlns:a16="http://schemas.microsoft.com/office/drawing/2014/main" id="{7F178FF7-D2A8-A641-9924-E9B796651461}"/>
              </a:ext>
            </a:extLst>
          </p:cNvPr>
          <p:cNvSpPr/>
          <p:nvPr/>
        </p:nvSpPr>
        <p:spPr>
          <a:xfrm>
            <a:off x="1375414" y="3908386"/>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Object60">
            <a:extLst>
              <a:ext uri="{FF2B5EF4-FFF2-40B4-BE49-F238E27FC236}">
                <a16:creationId xmlns:a16="http://schemas.microsoft.com/office/drawing/2014/main" id="{F99ADD40-2A4F-7441-A6EF-2CDA06200264}"/>
              </a:ext>
            </a:extLst>
          </p:cNvPr>
          <p:cNvSpPr/>
          <p:nvPr/>
        </p:nvSpPr>
        <p:spPr>
          <a:xfrm>
            <a:off x="1643659" y="4043823"/>
            <a:ext cx="1780951" cy="169008"/>
          </a:xfrm>
          <a:prstGeom prst="rect">
            <a:avLst/>
          </a:prstGeom>
          <a:noFill/>
          <a:ln/>
        </p:spPr>
        <p:txBody>
          <a:bodyPr wrap="square" lIns="0" tIns="0" rIns="0" bIns="0" rtlCol="0" anchor="t"/>
          <a:lstStyle/>
          <a:p>
            <a:pPr algn="ctr" defTabSz="731520"/>
            <a:r>
              <a:rPr lang="en-US" altLang="zh-CN" sz="14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区域的兴趣度</a:t>
            </a:r>
            <a:endPar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三角形 65">
            <a:extLst>
              <a:ext uri="{FF2B5EF4-FFF2-40B4-BE49-F238E27FC236}">
                <a16:creationId xmlns:a16="http://schemas.microsoft.com/office/drawing/2014/main" id="{A04212E6-D6C7-2145-B21C-C2AD0086F582}"/>
              </a:ext>
            </a:extLst>
          </p:cNvPr>
          <p:cNvSpPr/>
          <p:nvPr/>
        </p:nvSpPr>
        <p:spPr>
          <a:xfrm rot="5400000">
            <a:off x="3903214" y="4073316"/>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60">
            <a:extLst>
              <a:ext uri="{FF2B5EF4-FFF2-40B4-BE49-F238E27FC236}">
                <a16:creationId xmlns:a16="http://schemas.microsoft.com/office/drawing/2014/main" id="{3814E451-779C-8F48-AC34-307D069876D3}"/>
              </a:ext>
            </a:extLst>
          </p:cNvPr>
          <p:cNvSpPr/>
          <p:nvPr/>
        </p:nvSpPr>
        <p:spPr>
          <a:xfrm>
            <a:off x="4203888" y="3790007"/>
            <a:ext cx="1126840" cy="676641"/>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注视次数</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注释时常</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注视时长占比</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114">
            <a:extLst>
              <a:ext uri="{FF2B5EF4-FFF2-40B4-BE49-F238E27FC236}">
                <a16:creationId xmlns:a16="http://schemas.microsoft.com/office/drawing/2014/main" id="{EF0D1DA5-CD23-0449-A257-77C5F9F6F963}"/>
              </a:ext>
            </a:extLst>
          </p:cNvPr>
          <p:cNvSpPr/>
          <p:nvPr/>
        </p:nvSpPr>
        <p:spPr>
          <a:xfrm>
            <a:off x="1375414" y="5003013"/>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Object60">
            <a:extLst>
              <a:ext uri="{FF2B5EF4-FFF2-40B4-BE49-F238E27FC236}">
                <a16:creationId xmlns:a16="http://schemas.microsoft.com/office/drawing/2014/main" id="{32CCBFDA-B3FD-2747-9AA8-2B3E36FAC65D}"/>
              </a:ext>
            </a:extLst>
          </p:cNvPr>
          <p:cNvSpPr/>
          <p:nvPr/>
        </p:nvSpPr>
        <p:spPr>
          <a:xfrm>
            <a:off x="1643658" y="5138450"/>
            <a:ext cx="1780951" cy="169008"/>
          </a:xfrm>
          <a:prstGeom prst="rect">
            <a:avLst/>
          </a:prstGeom>
          <a:noFill/>
          <a:ln/>
        </p:spPr>
        <p:txBody>
          <a:bodyPr wrap="square" lIns="0" tIns="0" rIns="0" bIns="0" rtlCol="0" anchor="t"/>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情绪唤醒</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三角形 68">
            <a:extLst>
              <a:ext uri="{FF2B5EF4-FFF2-40B4-BE49-F238E27FC236}">
                <a16:creationId xmlns:a16="http://schemas.microsoft.com/office/drawing/2014/main" id="{112EF603-D2A0-5847-AA68-3E1EB350BB30}"/>
              </a:ext>
            </a:extLst>
          </p:cNvPr>
          <p:cNvSpPr/>
          <p:nvPr/>
        </p:nvSpPr>
        <p:spPr>
          <a:xfrm rot="5400000">
            <a:off x="3903215" y="51679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Object60">
            <a:extLst>
              <a:ext uri="{FF2B5EF4-FFF2-40B4-BE49-F238E27FC236}">
                <a16:creationId xmlns:a16="http://schemas.microsoft.com/office/drawing/2014/main" id="{50B0B233-1236-924B-B9AD-C49FFEFE163F}"/>
              </a:ext>
            </a:extLst>
          </p:cNvPr>
          <p:cNvSpPr/>
          <p:nvPr/>
        </p:nvSpPr>
        <p:spPr>
          <a:xfrm>
            <a:off x="4203889" y="5116453"/>
            <a:ext cx="906796" cy="204693"/>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瞳孔直径</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Object29">
            <a:extLst>
              <a:ext uri="{FF2B5EF4-FFF2-40B4-BE49-F238E27FC236}">
                <a16:creationId xmlns:a16="http://schemas.microsoft.com/office/drawing/2014/main" id="{77EDABAD-C0DE-524F-8951-50B2814109CA}"/>
              </a:ext>
            </a:extLst>
          </p:cNvPr>
          <p:cNvSpPr/>
          <p:nvPr/>
        </p:nvSpPr>
        <p:spPr>
          <a:xfrm>
            <a:off x="7813868" y="2234930"/>
            <a:ext cx="2298302" cy="297389"/>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02</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、效率 相关指标</a:t>
            </a:r>
          </a:p>
        </p:txBody>
      </p:sp>
      <p:sp>
        <p:nvSpPr>
          <p:cNvPr id="94" name="矩形: 圆角 114">
            <a:extLst>
              <a:ext uri="{FF2B5EF4-FFF2-40B4-BE49-F238E27FC236}">
                <a16:creationId xmlns:a16="http://schemas.microsoft.com/office/drawing/2014/main" id="{D5668E9F-C797-3042-95D2-8E6F149667CB}"/>
              </a:ext>
            </a:extLst>
          </p:cNvPr>
          <p:cNvSpPr/>
          <p:nvPr/>
        </p:nvSpPr>
        <p:spPr>
          <a:xfrm>
            <a:off x="6731185" y="2813759"/>
            <a:ext cx="2317439"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a:extLst>
              <a:ext uri="{FF2B5EF4-FFF2-40B4-BE49-F238E27FC236}">
                <a16:creationId xmlns:a16="http://schemas.microsoft.com/office/drawing/2014/main" id="{A3E07B6A-AD9D-9F4E-B543-94C40DDD40B2}"/>
              </a:ext>
            </a:extLst>
          </p:cNvPr>
          <p:cNvSpPr/>
          <p:nvPr/>
        </p:nvSpPr>
        <p:spPr>
          <a:xfrm>
            <a:off x="6999429" y="2949196"/>
            <a:ext cx="1780951" cy="169008"/>
          </a:xfrm>
          <a:prstGeom prst="rect">
            <a:avLst/>
          </a:prstGeom>
          <a:noFill/>
          <a:ln/>
        </p:spPr>
        <p:txBody>
          <a:bodyPr wrap="square" lIns="0" tIns="0" rIns="0" bIns="0" rtlCol="0" anchor="t"/>
          <a:lstStyle/>
          <a:p>
            <a:pPr algn="ctr" defTabSz="731520"/>
            <a:r>
              <a:rPr lang="en-US" sz="140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区域的显著性</a:t>
            </a:r>
            <a:endParaRPr 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三角形 91">
            <a:extLst>
              <a:ext uri="{FF2B5EF4-FFF2-40B4-BE49-F238E27FC236}">
                <a16:creationId xmlns:a16="http://schemas.microsoft.com/office/drawing/2014/main" id="{C5773DAA-FC2F-7244-B368-0D4F75CFBC3C}"/>
              </a:ext>
            </a:extLst>
          </p:cNvPr>
          <p:cNvSpPr/>
          <p:nvPr/>
        </p:nvSpPr>
        <p:spPr>
          <a:xfrm rot="5400000">
            <a:off x="9258986" y="2978689"/>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a:extLst>
              <a:ext uri="{FF2B5EF4-FFF2-40B4-BE49-F238E27FC236}">
                <a16:creationId xmlns:a16="http://schemas.microsoft.com/office/drawing/2014/main" id="{0A8C0646-016B-B44C-AD38-DBC82638CEBF}"/>
              </a:ext>
            </a:extLst>
          </p:cNvPr>
          <p:cNvSpPr/>
          <p:nvPr/>
        </p:nvSpPr>
        <p:spPr>
          <a:xfrm>
            <a:off x="9559660" y="2813758"/>
            <a:ext cx="913786" cy="439884"/>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注视时长</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垂直眼跳</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矩形: 圆角 114">
            <a:extLst>
              <a:ext uri="{FF2B5EF4-FFF2-40B4-BE49-F238E27FC236}">
                <a16:creationId xmlns:a16="http://schemas.microsoft.com/office/drawing/2014/main" id="{9C2D64FF-4B19-CA46-93C6-75F7DAD993FA}"/>
              </a:ext>
            </a:extLst>
          </p:cNvPr>
          <p:cNvSpPr/>
          <p:nvPr/>
        </p:nvSpPr>
        <p:spPr>
          <a:xfrm>
            <a:off x="6731185" y="3915231"/>
            <a:ext cx="2317439"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60">
            <a:extLst>
              <a:ext uri="{FF2B5EF4-FFF2-40B4-BE49-F238E27FC236}">
                <a16:creationId xmlns:a16="http://schemas.microsoft.com/office/drawing/2014/main" id="{E7179519-05B8-1C47-AE29-E14BEFE0FC9F}"/>
              </a:ext>
            </a:extLst>
          </p:cNvPr>
          <p:cNvSpPr/>
          <p:nvPr/>
        </p:nvSpPr>
        <p:spPr>
          <a:xfrm>
            <a:off x="6999430" y="4050668"/>
            <a:ext cx="1780951" cy="169008"/>
          </a:xfrm>
          <a:prstGeom prst="rect">
            <a:avLst/>
          </a:prstGeom>
          <a:noFill/>
          <a:ln/>
        </p:spPr>
        <p:txBody>
          <a:bodyPr wrap="square" lIns="0" tIns="0" rIns="0" bIns="0" rtlCol="0" anchor="t"/>
          <a:lstStyle/>
          <a:p>
            <a:pPr algn="ctr" defTabSz="731520"/>
            <a:r>
              <a:rPr lang="en-US" altLang="zh-CN" sz="140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a:t>
            </a:r>
            <a:r>
              <a:rPr lang="en-US" altLang="zh-CN"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区域的兴趣度</a:t>
            </a:r>
            <a:endParaRPr lang="en-US" altLang="zh-CN"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三角形 86">
            <a:extLst>
              <a:ext uri="{FF2B5EF4-FFF2-40B4-BE49-F238E27FC236}">
                <a16:creationId xmlns:a16="http://schemas.microsoft.com/office/drawing/2014/main" id="{CFBB9E61-7050-DE43-BF73-2787D6D67C1F}"/>
              </a:ext>
            </a:extLst>
          </p:cNvPr>
          <p:cNvSpPr/>
          <p:nvPr/>
        </p:nvSpPr>
        <p:spPr>
          <a:xfrm rot="5400000">
            <a:off x="9258985" y="4080161"/>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60">
            <a:extLst>
              <a:ext uri="{FF2B5EF4-FFF2-40B4-BE49-F238E27FC236}">
                <a16:creationId xmlns:a16="http://schemas.microsoft.com/office/drawing/2014/main" id="{E29AEE7E-5CBB-C34F-B42C-6637BC68DDE8}"/>
              </a:ext>
            </a:extLst>
          </p:cNvPr>
          <p:cNvSpPr/>
          <p:nvPr/>
        </p:nvSpPr>
        <p:spPr>
          <a:xfrm>
            <a:off x="9559659" y="3915230"/>
            <a:ext cx="1256928" cy="439884"/>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从注意到选择</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目标操作的时长</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114">
            <a:extLst>
              <a:ext uri="{FF2B5EF4-FFF2-40B4-BE49-F238E27FC236}">
                <a16:creationId xmlns:a16="http://schemas.microsoft.com/office/drawing/2014/main" id="{2730204E-E600-FF49-9C21-9442BD0309D9}"/>
              </a:ext>
            </a:extLst>
          </p:cNvPr>
          <p:cNvSpPr/>
          <p:nvPr/>
        </p:nvSpPr>
        <p:spPr>
          <a:xfrm>
            <a:off x="6731185" y="5016701"/>
            <a:ext cx="2317439" cy="43988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60">
            <a:extLst>
              <a:ext uri="{FF2B5EF4-FFF2-40B4-BE49-F238E27FC236}">
                <a16:creationId xmlns:a16="http://schemas.microsoft.com/office/drawing/2014/main" id="{F257FBDF-2C4E-A24C-978B-83D53CBD88A0}"/>
              </a:ext>
            </a:extLst>
          </p:cNvPr>
          <p:cNvSpPr/>
          <p:nvPr/>
        </p:nvSpPr>
        <p:spPr>
          <a:xfrm>
            <a:off x="6999429" y="5152138"/>
            <a:ext cx="1780951" cy="169008"/>
          </a:xfrm>
          <a:prstGeom prst="rect">
            <a:avLst/>
          </a:prstGeom>
          <a:noFill/>
          <a:ln/>
        </p:spPr>
        <p:txBody>
          <a:bodyPr wrap="square" lIns="0" tIns="0" rIns="0" bIns="0" rtlCol="0" anchor="t"/>
          <a:lstStyle/>
          <a:p>
            <a:pPr algn="ctr" defTabSz="731520"/>
            <a:r>
              <a:rPr lang="zh-CN" alt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情绪唤醒</a:t>
            </a:r>
            <a:endParaRPr lang="en-US" sz="14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三角形 81">
            <a:extLst>
              <a:ext uri="{FF2B5EF4-FFF2-40B4-BE49-F238E27FC236}">
                <a16:creationId xmlns:a16="http://schemas.microsoft.com/office/drawing/2014/main" id="{80058681-9CA0-7A4A-8F5D-6BDCEDE9C46C}"/>
              </a:ext>
            </a:extLst>
          </p:cNvPr>
          <p:cNvSpPr/>
          <p:nvPr/>
        </p:nvSpPr>
        <p:spPr>
          <a:xfrm rot="5400000">
            <a:off x="9258986" y="5181631"/>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Object60">
            <a:extLst>
              <a:ext uri="{FF2B5EF4-FFF2-40B4-BE49-F238E27FC236}">
                <a16:creationId xmlns:a16="http://schemas.microsoft.com/office/drawing/2014/main" id="{6952242B-F8BC-2D46-B48D-DAB98C39D3D4}"/>
              </a:ext>
            </a:extLst>
          </p:cNvPr>
          <p:cNvSpPr/>
          <p:nvPr/>
        </p:nvSpPr>
        <p:spPr>
          <a:xfrm>
            <a:off x="9559660" y="5016701"/>
            <a:ext cx="913786" cy="439883"/>
          </a:xfrm>
          <a:prstGeom prst="rect">
            <a:avLst/>
          </a:prstGeom>
          <a:noFill/>
          <a:ln/>
        </p:spPr>
        <p:txBody>
          <a:bodyPr wrap="square" lIns="0" tIns="0" rIns="0" bIns="0" rtlCol="0" anchor="t"/>
          <a:lstStyle/>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瞳孔直径</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171450" indent="-171450" defTabSz="731520">
              <a:lnSpc>
                <a:spcPct val="120000"/>
              </a:lnSpc>
              <a:buSzPct val="80000"/>
              <a:buFont typeface="Wingdings" pitchFamily="2" charset="2"/>
              <a:buChar char="l"/>
            </a:pPr>
            <a:r>
              <a:rPr lang="en-US" sz="12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眨眼次数</a:t>
            </a:r>
            <a:endParaRPr 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96" name="直线连接符 95">
            <a:extLst>
              <a:ext uri="{FF2B5EF4-FFF2-40B4-BE49-F238E27FC236}">
                <a16:creationId xmlns:a16="http://schemas.microsoft.com/office/drawing/2014/main" id="{E3E3D2B2-B254-4944-9D26-D3A59821FA88}"/>
              </a:ext>
            </a:extLst>
          </p:cNvPr>
          <p:cNvCxnSpPr>
            <a:cxnSpLocks/>
          </p:cNvCxnSpPr>
          <p:nvPr/>
        </p:nvCxnSpPr>
        <p:spPr>
          <a:xfrm flipV="1">
            <a:off x="6030957" y="2252096"/>
            <a:ext cx="0" cy="3597144"/>
          </a:xfrm>
          <a:prstGeom prst="line">
            <a:avLst/>
          </a:prstGeom>
          <a:ln w="12700">
            <a:gradFill>
              <a:gsLst>
                <a:gs pos="0">
                  <a:schemeClr val="accent1">
                    <a:alpha val="0"/>
                  </a:schemeClr>
                </a:gs>
                <a:gs pos="50000">
                  <a:schemeClr val="accent1"/>
                </a:gs>
                <a:gs pos="100000">
                  <a:schemeClr val="accent1">
                    <a:alpha val="0"/>
                  </a:schemeClr>
                </a:gs>
              </a:gsLst>
              <a:lin ang="5400000" scaled="1"/>
            </a:gradFill>
            <a:prstDash val="dash"/>
          </a:ln>
        </p:spPr>
        <p:style>
          <a:lnRef idx="1">
            <a:schemeClr val="accent1"/>
          </a:lnRef>
          <a:fillRef idx="0">
            <a:schemeClr val="accent1"/>
          </a:fillRef>
          <a:effectRef idx="0">
            <a:schemeClr val="accent1"/>
          </a:effectRef>
          <a:fontRef idx="minor">
            <a:schemeClr val="tx1"/>
          </a:fontRef>
        </p:style>
      </p:cxnSp>
      <p:sp>
        <p:nvSpPr>
          <p:cNvPr id="2" name="文本框 1">
            <a:extLst>
              <a:ext uri="{FF2B5EF4-FFF2-40B4-BE49-F238E27FC236}">
                <a16:creationId xmlns:a16="http://schemas.microsoft.com/office/drawing/2014/main" id="{269B3143-4010-04D0-E9FD-EA1E5A0CC1BB}"/>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C66AE291-1A59-5B0C-A8A9-84997435938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952C1D55-0EE6-536A-3883-2FAAB90C834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5247583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任意多边形: 形状 4">
            <a:extLst>
              <a:ext uri="{FF2B5EF4-FFF2-40B4-BE49-F238E27FC236}">
                <a16:creationId xmlns:a16="http://schemas.microsoft.com/office/drawing/2014/main" id="{28B42C12-7DA3-0DC9-BDC5-C401C92D5F36}"/>
              </a:ext>
            </a:extLst>
          </p:cNvPr>
          <p:cNvSpPr/>
          <p:nvPr/>
        </p:nvSpPr>
        <p:spPr>
          <a:xfrm rot="5400000">
            <a:off x="4092291" y="366588"/>
            <a:ext cx="4007418" cy="6667892"/>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17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任意多边形: 形状 3">
            <a:extLst>
              <a:ext uri="{FF2B5EF4-FFF2-40B4-BE49-F238E27FC236}">
                <a16:creationId xmlns:a16="http://schemas.microsoft.com/office/drawing/2014/main" id="{CDB44867-5E1E-8934-EB27-FAE855E60E43}"/>
              </a:ext>
            </a:extLst>
          </p:cNvPr>
          <p:cNvSpPr/>
          <p:nvPr/>
        </p:nvSpPr>
        <p:spPr>
          <a:xfrm rot="5400000">
            <a:off x="4309393" y="-177800"/>
            <a:ext cx="3573214" cy="7772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4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9" name="Object60">
            <a:extLst>
              <a:ext uri="{FF2B5EF4-FFF2-40B4-BE49-F238E27FC236}">
                <a16:creationId xmlns:a16="http://schemas.microsoft.com/office/drawing/2014/main" id="{6749BEFB-5E92-A045-8996-400BF587A194}"/>
              </a:ext>
            </a:extLst>
          </p:cNvPr>
          <p:cNvSpPr/>
          <p:nvPr/>
        </p:nvSpPr>
        <p:spPr>
          <a:xfrm>
            <a:off x="784317" y="2934090"/>
            <a:ext cx="2408463" cy="671979"/>
          </a:xfrm>
          <a:prstGeom prst="rect">
            <a:avLst/>
          </a:prstGeom>
          <a:noFill/>
          <a:ln/>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农业主题信息缺失，农民信用意识不高，已手机数据以静态为主，缺乏经营、交易等动态数据，分散且应用度不高。</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60">
            <a:extLst>
              <a:ext uri="{FF2B5EF4-FFF2-40B4-BE49-F238E27FC236}">
                <a16:creationId xmlns:a16="http://schemas.microsoft.com/office/drawing/2014/main" id="{8637C929-AD81-444B-A4DD-1819F20E87A3}"/>
              </a:ext>
            </a:extLst>
          </p:cNvPr>
          <p:cNvSpPr/>
          <p:nvPr/>
        </p:nvSpPr>
        <p:spPr>
          <a:xfrm>
            <a:off x="784317" y="4936207"/>
            <a:ext cx="2408463" cy="671979"/>
          </a:xfrm>
          <a:prstGeom prst="rect">
            <a:avLst/>
          </a:prstGeom>
          <a:noFill/>
          <a:ln/>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农业主题信息缺失，农民信用意识不高，已手机数据以静态为主，缺乏经营、交易等动态数据，分散且应用度不高。</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77">
            <a:extLst>
              <a:ext uri="{FF2B5EF4-FFF2-40B4-BE49-F238E27FC236}">
                <a16:creationId xmlns:a16="http://schemas.microsoft.com/office/drawing/2014/main" id="{B9EBEE09-599C-EB4C-9961-9CA004DBE1D0}"/>
              </a:ext>
            </a:extLst>
          </p:cNvPr>
          <p:cNvSpPr/>
          <p:nvPr/>
        </p:nvSpPr>
        <p:spPr>
          <a:xfrm>
            <a:off x="3434715" y="2616220"/>
            <a:ext cx="2168628" cy="2168628"/>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77">
            <a:extLst>
              <a:ext uri="{FF2B5EF4-FFF2-40B4-BE49-F238E27FC236}">
                <a16:creationId xmlns:a16="http://schemas.microsoft.com/office/drawing/2014/main" id="{8D919000-05E3-BB46-874E-FF889F57D11B}"/>
              </a:ext>
            </a:extLst>
          </p:cNvPr>
          <p:cNvSpPr/>
          <p:nvPr/>
        </p:nvSpPr>
        <p:spPr>
          <a:xfrm>
            <a:off x="6514918" y="2616220"/>
            <a:ext cx="2168628" cy="2168628"/>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a:extLst>
              <a:ext uri="{FF2B5EF4-FFF2-40B4-BE49-F238E27FC236}">
                <a16:creationId xmlns:a16="http://schemas.microsoft.com/office/drawing/2014/main" id="{8BC860C7-7BEE-6E4B-8993-4A91E49C9D76}"/>
              </a:ext>
            </a:extLst>
          </p:cNvPr>
          <p:cNvSpPr/>
          <p:nvPr/>
        </p:nvSpPr>
        <p:spPr>
          <a:xfrm>
            <a:off x="4825237" y="2541815"/>
            <a:ext cx="2317439" cy="2317439"/>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29">
            <a:extLst>
              <a:ext uri="{FF2B5EF4-FFF2-40B4-BE49-F238E27FC236}">
                <a16:creationId xmlns:a16="http://schemas.microsoft.com/office/drawing/2014/main" id="{6E9405A3-2759-C142-B7D0-C3830642E172}"/>
              </a:ext>
            </a:extLst>
          </p:cNvPr>
          <p:cNvSpPr txBox="1"/>
          <p:nvPr/>
        </p:nvSpPr>
        <p:spPr>
          <a:xfrm>
            <a:off x="5227068" y="3181910"/>
            <a:ext cx="1583584" cy="92955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现状及</a:t>
            </a:r>
            <a:endParaRPr lang="en-US" altLang="zh-CN"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30000"/>
              </a:lnSpc>
              <a:defRPr/>
            </a:pPr>
            <a:r>
              <a:rPr lang="zh-CN" altLang="en-US"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解决方案</a:t>
            </a:r>
            <a:endParaRPr lang="en-US" altLang="zh-CN" sz="24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8" name="任意多边形: 形状 77">
            <a:extLst>
              <a:ext uri="{FF2B5EF4-FFF2-40B4-BE49-F238E27FC236}">
                <a16:creationId xmlns:a16="http://schemas.microsoft.com/office/drawing/2014/main" id="{7681A04F-47BC-4781-B9EA-68A94111D9E9}"/>
              </a:ext>
            </a:extLst>
          </p:cNvPr>
          <p:cNvSpPr/>
          <p:nvPr/>
        </p:nvSpPr>
        <p:spPr>
          <a:xfrm>
            <a:off x="4636821" y="2372123"/>
            <a:ext cx="2694270" cy="2694270"/>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noFill/>
          <a:ln w="9525"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a:extLst>
              <a:ext uri="{FF2B5EF4-FFF2-40B4-BE49-F238E27FC236}">
                <a16:creationId xmlns:a16="http://schemas.microsoft.com/office/drawing/2014/main" id="{82095F5C-264D-4AA9-9029-D1977CB8009B}"/>
              </a:ext>
            </a:extLst>
          </p:cNvPr>
          <p:cNvSpPr/>
          <p:nvPr/>
        </p:nvSpPr>
        <p:spPr>
          <a:xfrm>
            <a:off x="803275" y="2381207"/>
            <a:ext cx="2629722" cy="43858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提升主题的美化质量">
            <a:extLst>
              <a:ext uri="{FF2B5EF4-FFF2-40B4-BE49-F238E27FC236}">
                <a16:creationId xmlns:a16="http://schemas.microsoft.com/office/drawing/2014/main" id="{F7F22FA2-3CC6-4614-85CD-395E86237E09}"/>
              </a:ext>
            </a:extLst>
          </p:cNvPr>
          <p:cNvSpPr txBox="1"/>
          <p:nvPr/>
        </p:nvSpPr>
        <p:spPr>
          <a:xfrm>
            <a:off x="1723364" y="2381207"/>
            <a:ext cx="1655013"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3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农民信用低，贷款不了，对生活产生极大问题</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a:extLst>
              <a:ext uri="{FF2B5EF4-FFF2-40B4-BE49-F238E27FC236}">
                <a16:creationId xmlns:a16="http://schemas.microsoft.com/office/drawing/2014/main" id="{24B04236-9984-4C4B-B1AA-0FBDB8F339BF}"/>
              </a:ext>
            </a:extLst>
          </p:cNvPr>
          <p:cNvSpPr/>
          <p:nvPr/>
        </p:nvSpPr>
        <p:spPr>
          <a:xfrm>
            <a:off x="805233" y="2381207"/>
            <a:ext cx="840655"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02">
            <a:extLst>
              <a:ext uri="{FF2B5EF4-FFF2-40B4-BE49-F238E27FC236}">
                <a16:creationId xmlns:a16="http://schemas.microsoft.com/office/drawing/2014/main" id="{561A5EE8-4CBA-42DB-85CA-C1E7003FB9F1}"/>
              </a:ext>
            </a:extLst>
          </p:cNvPr>
          <p:cNvSpPr txBox="1"/>
          <p:nvPr/>
        </p:nvSpPr>
        <p:spPr>
          <a:xfrm>
            <a:off x="882057" y="2451740"/>
            <a:ext cx="552727"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问题</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矩形">
            <a:extLst>
              <a:ext uri="{FF2B5EF4-FFF2-40B4-BE49-F238E27FC236}">
                <a16:creationId xmlns:a16="http://schemas.microsoft.com/office/drawing/2014/main" id="{1D73A3C3-719F-4979-A67D-23B78CCA3870}"/>
              </a:ext>
            </a:extLst>
          </p:cNvPr>
          <p:cNvSpPr/>
          <p:nvPr/>
        </p:nvSpPr>
        <p:spPr>
          <a:xfrm>
            <a:off x="803275" y="4367634"/>
            <a:ext cx="2629722" cy="43858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提升主题的美化质量">
            <a:extLst>
              <a:ext uri="{FF2B5EF4-FFF2-40B4-BE49-F238E27FC236}">
                <a16:creationId xmlns:a16="http://schemas.microsoft.com/office/drawing/2014/main" id="{CC62A77B-107C-4E5D-9F77-5D2AA7DE3D1E}"/>
              </a:ext>
            </a:extLst>
          </p:cNvPr>
          <p:cNvSpPr txBox="1"/>
          <p:nvPr/>
        </p:nvSpPr>
        <p:spPr>
          <a:xfrm>
            <a:off x="1723364" y="4367634"/>
            <a:ext cx="1655013"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3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农民信用低，贷款不了，对生活产生极大问题</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a:extLst>
              <a:ext uri="{FF2B5EF4-FFF2-40B4-BE49-F238E27FC236}">
                <a16:creationId xmlns:a16="http://schemas.microsoft.com/office/drawing/2014/main" id="{3B6BB38C-5E98-470C-9302-AC165D72D847}"/>
              </a:ext>
            </a:extLst>
          </p:cNvPr>
          <p:cNvSpPr/>
          <p:nvPr/>
        </p:nvSpPr>
        <p:spPr>
          <a:xfrm>
            <a:off x="805233" y="4367634"/>
            <a:ext cx="840655"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02">
            <a:extLst>
              <a:ext uri="{FF2B5EF4-FFF2-40B4-BE49-F238E27FC236}">
                <a16:creationId xmlns:a16="http://schemas.microsoft.com/office/drawing/2014/main" id="{B8A1BF4E-A4A0-44A0-B5B7-77988129D931}"/>
              </a:ext>
            </a:extLst>
          </p:cNvPr>
          <p:cNvSpPr txBox="1"/>
          <p:nvPr/>
        </p:nvSpPr>
        <p:spPr>
          <a:xfrm>
            <a:off x="882057" y="4438167"/>
            <a:ext cx="552727"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问题</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Object60">
            <a:extLst>
              <a:ext uri="{FF2B5EF4-FFF2-40B4-BE49-F238E27FC236}">
                <a16:creationId xmlns:a16="http://schemas.microsoft.com/office/drawing/2014/main" id="{38BC1D72-2AD3-416F-A168-E63D4CD10A99}"/>
              </a:ext>
            </a:extLst>
          </p:cNvPr>
          <p:cNvSpPr/>
          <p:nvPr/>
        </p:nvSpPr>
        <p:spPr>
          <a:xfrm>
            <a:off x="8845134" y="2934090"/>
            <a:ext cx="2408463" cy="671979"/>
          </a:xfrm>
          <a:prstGeom prst="rect">
            <a:avLst/>
          </a:prstGeom>
          <a:noFill/>
          <a:ln/>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平台提供农业主体信息归集服务，打造“农业信用数据库”和“农业信用服务平台”，并建立客观评价标准。</a:t>
            </a:r>
          </a:p>
        </p:txBody>
      </p:sp>
      <p:sp>
        <p:nvSpPr>
          <p:cNvPr id="54" name="Object60">
            <a:extLst>
              <a:ext uri="{FF2B5EF4-FFF2-40B4-BE49-F238E27FC236}">
                <a16:creationId xmlns:a16="http://schemas.microsoft.com/office/drawing/2014/main" id="{B81418ED-4B39-46C8-9C62-A920979BC9AE}"/>
              </a:ext>
            </a:extLst>
          </p:cNvPr>
          <p:cNvSpPr/>
          <p:nvPr/>
        </p:nvSpPr>
        <p:spPr>
          <a:xfrm>
            <a:off x="8845134" y="4936207"/>
            <a:ext cx="2408463" cy="671979"/>
          </a:xfrm>
          <a:prstGeom prst="rect">
            <a:avLst/>
          </a:prstGeom>
          <a:noFill/>
          <a:ln/>
        </p:spPr>
        <p:txBody>
          <a:bodyPr wrap="square" lIns="0" tIns="0" rIns="0" bIns="0" rtlCol="0" anchor="t">
            <a:spAutoFit/>
          </a:bodyPr>
          <a:lstStyle/>
          <a:p>
            <a:pPr defTabSz="731520">
              <a:lnSpc>
                <a:spcPct val="150000"/>
              </a:lnSpc>
            </a:pP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平台提供农业主体信息归集服务，打造“农业信用数据库”和“农业信用服务平台”，并建立客观评价标准。</a:t>
            </a:r>
          </a:p>
        </p:txBody>
      </p:sp>
      <p:sp>
        <p:nvSpPr>
          <p:cNvPr id="55" name="矩形">
            <a:extLst>
              <a:ext uri="{FF2B5EF4-FFF2-40B4-BE49-F238E27FC236}">
                <a16:creationId xmlns:a16="http://schemas.microsoft.com/office/drawing/2014/main" id="{B04BDDB9-3A0F-41B2-A1D7-F175D5969D51}"/>
              </a:ext>
            </a:extLst>
          </p:cNvPr>
          <p:cNvSpPr/>
          <p:nvPr/>
        </p:nvSpPr>
        <p:spPr>
          <a:xfrm>
            <a:off x="8864092" y="2381207"/>
            <a:ext cx="2629722" cy="42289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提升主题的美化质量">
            <a:extLst>
              <a:ext uri="{FF2B5EF4-FFF2-40B4-BE49-F238E27FC236}">
                <a16:creationId xmlns:a16="http://schemas.microsoft.com/office/drawing/2014/main" id="{872CF97D-CB3D-4D63-B177-B09D61C02717}"/>
              </a:ext>
            </a:extLst>
          </p:cNvPr>
          <p:cNvSpPr txBox="1"/>
          <p:nvPr/>
        </p:nvSpPr>
        <p:spPr>
          <a:xfrm>
            <a:off x="9784181" y="2381207"/>
            <a:ext cx="1655013"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3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整合农村大数据资源，完善农村信用体系</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a:extLst>
              <a:ext uri="{FF2B5EF4-FFF2-40B4-BE49-F238E27FC236}">
                <a16:creationId xmlns:a16="http://schemas.microsoft.com/office/drawing/2014/main" id="{EB4F15F4-331A-4308-A87E-88BD6AFB6FA2}"/>
              </a:ext>
            </a:extLst>
          </p:cNvPr>
          <p:cNvSpPr/>
          <p:nvPr/>
        </p:nvSpPr>
        <p:spPr>
          <a:xfrm>
            <a:off x="8683546" y="2381207"/>
            <a:ext cx="1023159"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02">
            <a:extLst>
              <a:ext uri="{FF2B5EF4-FFF2-40B4-BE49-F238E27FC236}">
                <a16:creationId xmlns:a16="http://schemas.microsoft.com/office/drawing/2014/main" id="{83CF7F2C-16A4-4CBB-8928-D07B6CAF505E}"/>
              </a:ext>
            </a:extLst>
          </p:cNvPr>
          <p:cNvSpPr txBox="1"/>
          <p:nvPr/>
        </p:nvSpPr>
        <p:spPr>
          <a:xfrm>
            <a:off x="8637338" y="2451740"/>
            <a:ext cx="1043804"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解决方案</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9" name="矩形">
            <a:extLst>
              <a:ext uri="{FF2B5EF4-FFF2-40B4-BE49-F238E27FC236}">
                <a16:creationId xmlns:a16="http://schemas.microsoft.com/office/drawing/2014/main" id="{92968DAF-983A-4E30-84F7-385E72A1D349}"/>
              </a:ext>
            </a:extLst>
          </p:cNvPr>
          <p:cNvSpPr/>
          <p:nvPr/>
        </p:nvSpPr>
        <p:spPr>
          <a:xfrm>
            <a:off x="8864092" y="4367634"/>
            <a:ext cx="2629722" cy="42289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提升主题的美化质量">
            <a:extLst>
              <a:ext uri="{FF2B5EF4-FFF2-40B4-BE49-F238E27FC236}">
                <a16:creationId xmlns:a16="http://schemas.microsoft.com/office/drawing/2014/main" id="{7F0D139A-3570-4E02-B04D-D994EF3CB27B}"/>
              </a:ext>
            </a:extLst>
          </p:cNvPr>
          <p:cNvSpPr txBox="1"/>
          <p:nvPr/>
        </p:nvSpPr>
        <p:spPr>
          <a:xfrm>
            <a:off x="9784181" y="4367634"/>
            <a:ext cx="1655013"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3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整合农村大数据资源，完善农村信用体系</a:t>
            </a:r>
            <a:endParaRPr kumimoji="0" sz="1000" b="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a:extLst>
              <a:ext uri="{FF2B5EF4-FFF2-40B4-BE49-F238E27FC236}">
                <a16:creationId xmlns:a16="http://schemas.microsoft.com/office/drawing/2014/main" id="{1E7165C8-5E86-4844-A41E-BC881E66761B}"/>
              </a:ext>
            </a:extLst>
          </p:cNvPr>
          <p:cNvSpPr/>
          <p:nvPr/>
        </p:nvSpPr>
        <p:spPr>
          <a:xfrm>
            <a:off x="8683546" y="4367634"/>
            <a:ext cx="1023159" cy="43858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02">
            <a:extLst>
              <a:ext uri="{FF2B5EF4-FFF2-40B4-BE49-F238E27FC236}">
                <a16:creationId xmlns:a16="http://schemas.microsoft.com/office/drawing/2014/main" id="{42C3CB6C-C394-483E-9D2D-968AB8016C58}"/>
              </a:ext>
            </a:extLst>
          </p:cNvPr>
          <p:cNvSpPr txBox="1"/>
          <p:nvPr/>
        </p:nvSpPr>
        <p:spPr>
          <a:xfrm>
            <a:off x="8626920" y="4438167"/>
            <a:ext cx="1064640" cy="297517"/>
          </a:xfrm>
          <a:prstGeom prst="roundRect">
            <a:avLst>
              <a:gd name="adj" fmla="val 0"/>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解决方案</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Object29">
            <a:extLst>
              <a:ext uri="{FF2B5EF4-FFF2-40B4-BE49-F238E27FC236}">
                <a16:creationId xmlns:a16="http://schemas.microsoft.com/office/drawing/2014/main" id="{5BEAD271-160E-6E48-91B6-1917E13E125F}"/>
              </a:ext>
            </a:extLst>
          </p:cNvPr>
          <p:cNvSpPr txBox="1"/>
          <p:nvPr/>
        </p:nvSpPr>
        <p:spPr>
          <a:xfrm>
            <a:off x="7304264" y="3317473"/>
            <a:ext cx="1206752" cy="77463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解决</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方案</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Object29">
            <a:extLst>
              <a:ext uri="{FF2B5EF4-FFF2-40B4-BE49-F238E27FC236}">
                <a16:creationId xmlns:a16="http://schemas.microsoft.com/office/drawing/2014/main" id="{A610FFDF-A4AB-0341-8B82-7020280DF973}"/>
              </a:ext>
            </a:extLst>
          </p:cNvPr>
          <p:cNvSpPr txBox="1"/>
          <p:nvPr/>
        </p:nvSpPr>
        <p:spPr>
          <a:xfrm>
            <a:off x="3686622" y="3317473"/>
            <a:ext cx="1000168" cy="77463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现</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30000"/>
              </a:lnSpc>
              <a:defRPr/>
            </a:pPr>
            <a:r>
              <a:rPr lang="zh-CN" altLang="en-US"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状</a:t>
            </a:r>
            <a:endParaRPr lang="en-US" altLang="zh-CN" sz="20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FCF9F06E-ECB6-A67D-CBBF-90B740B8678D}"/>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119480D1-A027-2B13-86DD-7BC76330363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CC4ED123-F076-645B-6779-217783D3901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08448378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直线连接符 81">
            <a:extLst>
              <a:ext uri="{FF2B5EF4-FFF2-40B4-BE49-F238E27FC236}">
                <a16:creationId xmlns:a16="http://schemas.microsoft.com/office/drawing/2014/main" id="{BA259544-18D3-A74B-8543-EBC1767F90D4}"/>
              </a:ext>
            </a:extLst>
          </p:cNvPr>
          <p:cNvCxnSpPr>
            <a:cxnSpLocks/>
          </p:cNvCxnSpPr>
          <p:nvPr/>
        </p:nvCxnSpPr>
        <p:spPr>
          <a:xfrm flipH="1">
            <a:off x="3210560" y="2805653"/>
            <a:ext cx="665018"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83" name="直线连接符 82">
            <a:extLst>
              <a:ext uri="{FF2B5EF4-FFF2-40B4-BE49-F238E27FC236}">
                <a16:creationId xmlns:a16="http://schemas.microsoft.com/office/drawing/2014/main" id="{BEE3CC28-DAA8-234D-AF58-6BC00CBC8FA2}"/>
              </a:ext>
            </a:extLst>
          </p:cNvPr>
          <p:cNvCxnSpPr>
            <a:cxnSpLocks/>
          </p:cNvCxnSpPr>
          <p:nvPr/>
        </p:nvCxnSpPr>
        <p:spPr>
          <a:xfrm flipH="1">
            <a:off x="3210560" y="3786093"/>
            <a:ext cx="665018"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89" name="直线连接符 88">
            <a:extLst>
              <a:ext uri="{FF2B5EF4-FFF2-40B4-BE49-F238E27FC236}">
                <a16:creationId xmlns:a16="http://schemas.microsoft.com/office/drawing/2014/main" id="{9AD453EC-E065-7D4F-8A67-D3EF76ED3617}"/>
              </a:ext>
            </a:extLst>
          </p:cNvPr>
          <p:cNvCxnSpPr>
            <a:cxnSpLocks/>
          </p:cNvCxnSpPr>
          <p:nvPr/>
        </p:nvCxnSpPr>
        <p:spPr>
          <a:xfrm flipH="1">
            <a:off x="3210560" y="4766533"/>
            <a:ext cx="665018"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90" name="矩形: 圆角 114">
            <a:extLst>
              <a:ext uri="{FF2B5EF4-FFF2-40B4-BE49-F238E27FC236}">
                <a16:creationId xmlns:a16="http://schemas.microsoft.com/office/drawing/2014/main" id="{5D33FBEB-60E2-B640-9FD6-9BD6CABB6C61}"/>
              </a:ext>
            </a:extLst>
          </p:cNvPr>
          <p:cNvSpPr/>
          <p:nvPr/>
        </p:nvSpPr>
        <p:spPr>
          <a:xfrm>
            <a:off x="4068446" y="2556954"/>
            <a:ext cx="2317439"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a:extLst>
              <a:ext uri="{FF2B5EF4-FFF2-40B4-BE49-F238E27FC236}">
                <a16:creationId xmlns:a16="http://schemas.microsoft.com/office/drawing/2014/main" id="{09A5B29A-6B30-B04C-9322-A5A251B36693}"/>
              </a:ext>
            </a:extLst>
          </p:cNvPr>
          <p:cNvSpPr/>
          <p:nvPr/>
        </p:nvSpPr>
        <p:spPr>
          <a:xfrm>
            <a:off x="4336690" y="2692391"/>
            <a:ext cx="1780951" cy="169008"/>
          </a:xfrm>
          <a:prstGeom prst="rect">
            <a:avLst/>
          </a:prstGeom>
          <a:noFill/>
          <a:ln/>
        </p:spPr>
        <p:txBody>
          <a:bodyPr wrap="square" lIns="0" tIns="0" rIns="0" bIns="0" rtlCol="0" anchor="t"/>
          <a:lstStyle/>
          <a:p>
            <a:pPr algn="ctr" defTabSz="731520"/>
            <a:r>
              <a:rPr lang="zh-CN" alt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呼叫中心</a:t>
            </a:r>
            <a:endParaRPr 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矩形: 圆角 114">
            <a:extLst>
              <a:ext uri="{FF2B5EF4-FFF2-40B4-BE49-F238E27FC236}">
                <a16:creationId xmlns:a16="http://schemas.microsoft.com/office/drawing/2014/main" id="{6B0BB59A-EF7A-3B46-AA0C-39FDCAA9E8B6}"/>
              </a:ext>
            </a:extLst>
          </p:cNvPr>
          <p:cNvSpPr/>
          <p:nvPr/>
        </p:nvSpPr>
        <p:spPr>
          <a:xfrm>
            <a:off x="4068446" y="3448874"/>
            <a:ext cx="2317439" cy="59235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60">
            <a:extLst>
              <a:ext uri="{FF2B5EF4-FFF2-40B4-BE49-F238E27FC236}">
                <a16:creationId xmlns:a16="http://schemas.microsoft.com/office/drawing/2014/main" id="{4A8F431D-A4F4-0244-BE69-845DCF7C0C8D}"/>
              </a:ext>
            </a:extLst>
          </p:cNvPr>
          <p:cNvSpPr/>
          <p:nvPr/>
        </p:nvSpPr>
        <p:spPr>
          <a:xfrm>
            <a:off x="4336690" y="3584311"/>
            <a:ext cx="1780951" cy="353943"/>
          </a:xfrm>
          <a:prstGeom prst="rect">
            <a:avLst/>
          </a:prstGeom>
          <a:noFill/>
          <a:ln/>
        </p:spPr>
        <p:txBody>
          <a:bodyPr wrap="square" lIns="0" tIns="0" rIns="0" bIns="0" rtlCol="0" anchor="t">
            <a:spAutoFit/>
          </a:bodyPr>
          <a:lstStyle/>
          <a:p>
            <a:pPr algn="ctr" defTabSz="731520"/>
            <a:r>
              <a:rPr lang="zh-CN" alt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潜客资源池</a:t>
            </a:r>
            <a:endParaRPr lang="en-US" altLang="zh-CN"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sz="105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电池团队</a:t>
            </a:r>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矩形: 圆角 114">
            <a:extLst>
              <a:ext uri="{FF2B5EF4-FFF2-40B4-BE49-F238E27FC236}">
                <a16:creationId xmlns:a16="http://schemas.microsoft.com/office/drawing/2014/main" id="{01F2E623-3D67-4B43-8526-3D35E1BA04A8}"/>
              </a:ext>
            </a:extLst>
          </p:cNvPr>
          <p:cNvSpPr/>
          <p:nvPr/>
        </p:nvSpPr>
        <p:spPr>
          <a:xfrm>
            <a:off x="4068446" y="4470355"/>
            <a:ext cx="2317439" cy="59235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60">
            <a:extLst>
              <a:ext uri="{FF2B5EF4-FFF2-40B4-BE49-F238E27FC236}">
                <a16:creationId xmlns:a16="http://schemas.microsoft.com/office/drawing/2014/main" id="{61471620-BBB5-144D-972F-A4A8DDC27EDE}"/>
              </a:ext>
            </a:extLst>
          </p:cNvPr>
          <p:cNvSpPr/>
          <p:nvPr/>
        </p:nvSpPr>
        <p:spPr>
          <a:xfrm>
            <a:off x="4336690" y="4605792"/>
            <a:ext cx="1780951" cy="346249"/>
          </a:xfrm>
          <a:prstGeom prst="rect">
            <a:avLst/>
          </a:prstGeom>
          <a:noFill/>
          <a:ln/>
        </p:spPr>
        <p:txBody>
          <a:bodyPr wrap="square" lIns="0" tIns="0" rIns="0" bIns="0" rtlCol="0" anchor="t">
            <a:spAutoFit/>
          </a:bodyPr>
          <a:lstStyle/>
          <a:p>
            <a:pPr algn="ctr" defTabSz="731520"/>
            <a:r>
              <a:rPr lang="zh-CN" altLang="en-US"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线索孵化池</a:t>
            </a:r>
            <a:endParaRPr lang="en-US" altLang="zh-CN" sz="12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en-US" sz="105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营销自动化</a:t>
            </a:r>
            <a:r>
              <a:rPr lang="zh-CN" alt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05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右箭头 18">
            <a:extLst>
              <a:ext uri="{FF2B5EF4-FFF2-40B4-BE49-F238E27FC236}">
                <a16:creationId xmlns:a16="http://schemas.microsoft.com/office/drawing/2014/main" id="{BE715487-A4DE-AC42-A323-87A60BBB81DE}"/>
              </a:ext>
            </a:extLst>
          </p:cNvPr>
          <p:cNvSpPr/>
          <p:nvPr/>
        </p:nvSpPr>
        <p:spPr>
          <a:xfrm rot="5400000">
            <a:off x="5072913" y="3878440"/>
            <a:ext cx="308504" cy="754704"/>
          </a:xfrm>
          <a:prstGeom prst="rightArrow">
            <a:avLst>
              <a:gd name="adj1" fmla="val 39278"/>
              <a:gd name="adj2" fmla="val 53934"/>
            </a:avLst>
          </a:prstGeom>
          <a:solidFill>
            <a:schemeClr val="accent1">
              <a:lumMod val="100000"/>
              <a:alpha val="2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1" name="直线连接符 100">
            <a:extLst>
              <a:ext uri="{FF2B5EF4-FFF2-40B4-BE49-F238E27FC236}">
                <a16:creationId xmlns:a16="http://schemas.microsoft.com/office/drawing/2014/main" id="{172E67C1-24F4-6F4E-86C7-3247749556D6}"/>
              </a:ext>
            </a:extLst>
          </p:cNvPr>
          <p:cNvCxnSpPr>
            <a:cxnSpLocks/>
          </p:cNvCxnSpPr>
          <p:nvPr/>
        </p:nvCxnSpPr>
        <p:spPr>
          <a:xfrm flipV="1">
            <a:off x="4926411" y="3059761"/>
            <a:ext cx="0" cy="34082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02" name="直线连接符 101">
            <a:extLst>
              <a:ext uri="{FF2B5EF4-FFF2-40B4-BE49-F238E27FC236}">
                <a16:creationId xmlns:a16="http://schemas.microsoft.com/office/drawing/2014/main" id="{B7D50FA7-1FC5-7946-A6D4-62E1F67971D8}"/>
              </a:ext>
            </a:extLst>
          </p:cNvPr>
          <p:cNvCxnSpPr>
            <a:cxnSpLocks/>
          </p:cNvCxnSpPr>
          <p:nvPr/>
        </p:nvCxnSpPr>
        <p:spPr>
          <a:xfrm rot="10800000" flipV="1">
            <a:off x="5527919" y="3059761"/>
            <a:ext cx="0" cy="34082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81" name="矩形: 圆角 114">
            <a:extLst>
              <a:ext uri="{FF2B5EF4-FFF2-40B4-BE49-F238E27FC236}">
                <a16:creationId xmlns:a16="http://schemas.microsoft.com/office/drawing/2014/main" id="{7CCF9F2E-84E6-E245-9C76-36AE448030C1}"/>
              </a:ext>
            </a:extLst>
          </p:cNvPr>
          <p:cNvSpPr/>
          <p:nvPr/>
        </p:nvSpPr>
        <p:spPr>
          <a:xfrm>
            <a:off x="658811" y="2479122"/>
            <a:ext cx="2551749" cy="2613942"/>
          </a:xfrm>
          <a:prstGeom prst="roundRect">
            <a:avLst>
              <a:gd name="adj" fmla="val 363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114">
            <a:extLst>
              <a:ext uri="{FF2B5EF4-FFF2-40B4-BE49-F238E27FC236}">
                <a16:creationId xmlns:a16="http://schemas.microsoft.com/office/drawing/2014/main" id="{449001ED-B48D-CB40-996A-AFC6F9BDD070}"/>
              </a:ext>
            </a:extLst>
          </p:cNvPr>
          <p:cNvSpPr/>
          <p:nvPr/>
        </p:nvSpPr>
        <p:spPr>
          <a:xfrm>
            <a:off x="916238" y="2692392"/>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Object60">
            <a:extLst>
              <a:ext uri="{FF2B5EF4-FFF2-40B4-BE49-F238E27FC236}">
                <a16:creationId xmlns:a16="http://schemas.microsoft.com/office/drawing/2014/main" id="{3F5DD699-11D3-8446-BBDF-FC842010E812}"/>
              </a:ext>
            </a:extLst>
          </p:cNvPr>
          <p:cNvSpPr/>
          <p:nvPr/>
        </p:nvSpPr>
        <p:spPr>
          <a:xfrm>
            <a:off x="1152009" y="2827829"/>
            <a:ext cx="1565353" cy="169008"/>
          </a:xfrm>
          <a:prstGeom prst="rect">
            <a:avLst/>
          </a:prstGeom>
          <a:noFill/>
          <a:ln/>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广告</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矩形: 圆角 114">
            <a:extLst>
              <a:ext uri="{FF2B5EF4-FFF2-40B4-BE49-F238E27FC236}">
                <a16:creationId xmlns:a16="http://schemas.microsoft.com/office/drawing/2014/main" id="{F446744D-01AB-1F4E-B156-E39192118FE2}"/>
              </a:ext>
            </a:extLst>
          </p:cNvPr>
          <p:cNvSpPr/>
          <p:nvPr/>
        </p:nvSpPr>
        <p:spPr>
          <a:xfrm>
            <a:off x="916238" y="3274899"/>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60">
            <a:extLst>
              <a:ext uri="{FF2B5EF4-FFF2-40B4-BE49-F238E27FC236}">
                <a16:creationId xmlns:a16="http://schemas.microsoft.com/office/drawing/2014/main" id="{5072BE37-5A71-DC45-AF5C-0244C995E72C}"/>
              </a:ext>
            </a:extLst>
          </p:cNvPr>
          <p:cNvSpPr/>
          <p:nvPr/>
        </p:nvSpPr>
        <p:spPr>
          <a:xfrm>
            <a:off x="1152009" y="3410336"/>
            <a:ext cx="1565353" cy="169008"/>
          </a:xfrm>
          <a:prstGeom prst="rect">
            <a:avLst/>
          </a:prstGeom>
          <a:noFill/>
          <a:ln/>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直播</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矩形: 圆角 114">
            <a:extLst>
              <a:ext uri="{FF2B5EF4-FFF2-40B4-BE49-F238E27FC236}">
                <a16:creationId xmlns:a16="http://schemas.microsoft.com/office/drawing/2014/main" id="{85E82E0E-B45E-DA4F-A965-3F78AC4887D5}"/>
              </a:ext>
            </a:extLst>
          </p:cNvPr>
          <p:cNvSpPr/>
          <p:nvPr/>
        </p:nvSpPr>
        <p:spPr>
          <a:xfrm>
            <a:off x="916238" y="3857406"/>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60">
            <a:extLst>
              <a:ext uri="{FF2B5EF4-FFF2-40B4-BE49-F238E27FC236}">
                <a16:creationId xmlns:a16="http://schemas.microsoft.com/office/drawing/2014/main" id="{B0DFD480-D07A-0044-B631-246A95FE4497}"/>
              </a:ext>
            </a:extLst>
          </p:cNvPr>
          <p:cNvSpPr/>
          <p:nvPr/>
        </p:nvSpPr>
        <p:spPr>
          <a:xfrm>
            <a:off x="1152009" y="3992843"/>
            <a:ext cx="1565353" cy="169008"/>
          </a:xfrm>
          <a:prstGeom prst="rect">
            <a:avLst/>
          </a:prstGeom>
          <a:noFill/>
          <a:ln/>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活动</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矩形: 圆角 114">
            <a:extLst>
              <a:ext uri="{FF2B5EF4-FFF2-40B4-BE49-F238E27FC236}">
                <a16:creationId xmlns:a16="http://schemas.microsoft.com/office/drawing/2014/main" id="{FF2B0188-8D33-7D4F-BFE1-2E1136FAD62F}"/>
              </a:ext>
            </a:extLst>
          </p:cNvPr>
          <p:cNvSpPr/>
          <p:nvPr/>
        </p:nvSpPr>
        <p:spPr>
          <a:xfrm>
            <a:off x="916238" y="4439912"/>
            <a:ext cx="2036895" cy="439883"/>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60">
            <a:extLst>
              <a:ext uri="{FF2B5EF4-FFF2-40B4-BE49-F238E27FC236}">
                <a16:creationId xmlns:a16="http://schemas.microsoft.com/office/drawing/2014/main" id="{F695AE13-9FE6-DC49-938D-0836F026538C}"/>
              </a:ext>
            </a:extLst>
          </p:cNvPr>
          <p:cNvSpPr/>
          <p:nvPr/>
        </p:nvSpPr>
        <p:spPr>
          <a:xfrm>
            <a:off x="1152009" y="4575349"/>
            <a:ext cx="1565353" cy="169008"/>
          </a:xfrm>
          <a:prstGeom prst="rect">
            <a:avLst/>
          </a:prstGeom>
          <a:noFill/>
          <a:ln/>
        </p:spPr>
        <p:txBody>
          <a:bodyPr wrap="square" lIns="0" tIns="0" rIns="0" bIns="0" rtlCol="0" anchor="t"/>
          <a:lstStyle/>
          <a:p>
            <a:pPr algn="ctr" defTabSz="731520"/>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会员营销</a:t>
            </a:r>
            <a:endPar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右箭头 102">
            <a:extLst>
              <a:ext uri="{FF2B5EF4-FFF2-40B4-BE49-F238E27FC236}">
                <a16:creationId xmlns:a16="http://schemas.microsoft.com/office/drawing/2014/main" id="{247C3617-B6CA-4E4F-BBAB-84716C2F3BAB}"/>
              </a:ext>
            </a:extLst>
          </p:cNvPr>
          <p:cNvSpPr/>
          <p:nvPr/>
        </p:nvSpPr>
        <p:spPr>
          <a:xfrm rot="5400000">
            <a:off x="1780433" y="4906873"/>
            <a:ext cx="308504" cy="754704"/>
          </a:xfrm>
          <a:prstGeom prst="rightArrow">
            <a:avLst>
              <a:gd name="adj1" fmla="val 39278"/>
              <a:gd name="adj2" fmla="val 53934"/>
            </a:avLst>
          </a:prstGeom>
          <a:solidFill>
            <a:schemeClr val="accent1">
              <a:lumMod val="100000"/>
              <a:alpha val="2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矩形: 圆角 114">
            <a:extLst>
              <a:ext uri="{FF2B5EF4-FFF2-40B4-BE49-F238E27FC236}">
                <a16:creationId xmlns:a16="http://schemas.microsoft.com/office/drawing/2014/main" id="{2A7354F9-DE4F-EF4D-B24D-2A9BAE3821C0}"/>
              </a:ext>
            </a:extLst>
          </p:cNvPr>
          <p:cNvSpPr/>
          <p:nvPr/>
        </p:nvSpPr>
        <p:spPr>
          <a:xfrm>
            <a:off x="8213417" y="3462880"/>
            <a:ext cx="754705" cy="1581097"/>
          </a:xfrm>
          <a:prstGeom prst="roundRect">
            <a:avLst>
              <a:gd name="adj" fmla="val 11015"/>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Object60">
            <a:extLst>
              <a:ext uri="{FF2B5EF4-FFF2-40B4-BE49-F238E27FC236}">
                <a16:creationId xmlns:a16="http://schemas.microsoft.com/office/drawing/2014/main" id="{455AA9EC-FF12-2849-BBD9-A6A29F7E69F5}"/>
              </a:ext>
            </a:extLst>
          </p:cNvPr>
          <p:cNvSpPr/>
          <p:nvPr/>
        </p:nvSpPr>
        <p:spPr>
          <a:xfrm>
            <a:off x="8376146" y="3699430"/>
            <a:ext cx="429247" cy="1107996"/>
          </a:xfrm>
          <a:prstGeom prst="rect">
            <a:avLst/>
          </a:prstGeom>
          <a:noFill/>
          <a:ln/>
        </p:spPr>
        <p:txBody>
          <a:bodyPr wrap="square" lIns="0" tIns="0" rIns="0" bIns="0" rtlCol="0" anchor="t">
            <a:spAutoFit/>
          </a:bodyPr>
          <a:lstStyle/>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销</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团</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队</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右箭头 108">
            <a:extLst>
              <a:ext uri="{FF2B5EF4-FFF2-40B4-BE49-F238E27FC236}">
                <a16:creationId xmlns:a16="http://schemas.microsoft.com/office/drawing/2014/main" id="{EE1D29E9-7477-224D-82E6-C177DA041879}"/>
              </a:ext>
            </a:extLst>
          </p:cNvPr>
          <p:cNvSpPr/>
          <p:nvPr/>
        </p:nvSpPr>
        <p:spPr>
          <a:xfrm rot="5400000">
            <a:off x="8436517" y="4907514"/>
            <a:ext cx="308504" cy="754704"/>
          </a:xfrm>
          <a:prstGeom prst="rightArrow">
            <a:avLst>
              <a:gd name="adj1" fmla="val 39278"/>
              <a:gd name="adj2" fmla="val 53934"/>
            </a:avLst>
          </a:prstGeom>
          <a:solidFill>
            <a:schemeClr val="accent1">
              <a:lumMod val="100000"/>
              <a:alpha val="2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圆角 114">
            <a:extLst>
              <a:ext uri="{FF2B5EF4-FFF2-40B4-BE49-F238E27FC236}">
                <a16:creationId xmlns:a16="http://schemas.microsoft.com/office/drawing/2014/main" id="{DD3F96C4-7708-EA47-9DBA-8ED444E092B8}"/>
              </a:ext>
            </a:extLst>
          </p:cNvPr>
          <p:cNvSpPr/>
          <p:nvPr/>
        </p:nvSpPr>
        <p:spPr>
          <a:xfrm>
            <a:off x="10285286" y="3483104"/>
            <a:ext cx="754705" cy="1581097"/>
          </a:xfrm>
          <a:prstGeom prst="roundRect">
            <a:avLst>
              <a:gd name="adj" fmla="val 991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Object60">
            <a:extLst>
              <a:ext uri="{FF2B5EF4-FFF2-40B4-BE49-F238E27FC236}">
                <a16:creationId xmlns:a16="http://schemas.microsoft.com/office/drawing/2014/main" id="{B31B981E-116F-3040-92FE-46FF973A846D}"/>
              </a:ext>
            </a:extLst>
          </p:cNvPr>
          <p:cNvSpPr/>
          <p:nvPr/>
        </p:nvSpPr>
        <p:spPr>
          <a:xfrm>
            <a:off x="10448015" y="3581155"/>
            <a:ext cx="429247" cy="1384995"/>
          </a:xfrm>
          <a:prstGeom prst="rect">
            <a:avLst/>
          </a:prstGeom>
          <a:noFill/>
          <a:ln/>
        </p:spPr>
        <p:txBody>
          <a:bodyPr wrap="square" lIns="0" tIns="0" rIns="0" bIns="0" rtlCol="0" anchor="t">
            <a:spAutoFit/>
          </a:bodyPr>
          <a:lstStyle/>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销售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731520"/>
            <a:r>
              <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C</a:t>
            </a:r>
          </a:p>
          <a:p>
            <a:pPr algn="ctr" defTabSz="731520"/>
            <a:r>
              <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R</a:t>
            </a:r>
          </a:p>
          <a:p>
            <a:pPr algn="ctr" defTabSz="731520"/>
            <a:r>
              <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M</a:t>
            </a:r>
          </a:p>
        </p:txBody>
      </p:sp>
      <p:sp>
        <p:nvSpPr>
          <p:cNvPr id="110" name="右箭头 109">
            <a:extLst>
              <a:ext uri="{FF2B5EF4-FFF2-40B4-BE49-F238E27FC236}">
                <a16:creationId xmlns:a16="http://schemas.microsoft.com/office/drawing/2014/main" id="{A23E85CD-588B-0846-AA4A-C2AD67290D9A}"/>
              </a:ext>
            </a:extLst>
          </p:cNvPr>
          <p:cNvSpPr/>
          <p:nvPr/>
        </p:nvSpPr>
        <p:spPr>
          <a:xfrm rot="5400000">
            <a:off x="10508386" y="4907514"/>
            <a:ext cx="308504" cy="754704"/>
          </a:xfrm>
          <a:prstGeom prst="rightArrow">
            <a:avLst>
              <a:gd name="adj1" fmla="val 39278"/>
              <a:gd name="adj2" fmla="val 53934"/>
            </a:avLst>
          </a:prstGeom>
          <a:solidFill>
            <a:schemeClr val="accent1">
              <a:lumMod val="100000"/>
              <a:alpha val="20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圆角 114">
            <a:extLst>
              <a:ext uri="{FF2B5EF4-FFF2-40B4-BE49-F238E27FC236}">
                <a16:creationId xmlns:a16="http://schemas.microsoft.com/office/drawing/2014/main" id="{D6899C42-9D84-064F-83A0-29F62E8F023B}"/>
              </a:ext>
            </a:extLst>
          </p:cNvPr>
          <p:cNvSpPr/>
          <p:nvPr/>
        </p:nvSpPr>
        <p:spPr>
          <a:xfrm>
            <a:off x="715375" y="5530414"/>
            <a:ext cx="10817812" cy="548776"/>
          </a:xfrm>
          <a:prstGeom prst="roundRect">
            <a:avLst>
              <a:gd name="adj" fmla="val 1060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Object29">
            <a:extLst>
              <a:ext uri="{FF2B5EF4-FFF2-40B4-BE49-F238E27FC236}">
                <a16:creationId xmlns:a16="http://schemas.microsoft.com/office/drawing/2014/main" id="{2FA50C85-9914-584B-8783-2B21308ECF38}"/>
              </a:ext>
            </a:extLst>
          </p:cNvPr>
          <p:cNvSpPr/>
          <p:nvPr/>
        </p:nvSpPr>
        <p:spPr>
          <a:xfrm>
            <a:off x="4136558" y="5640655"/>
            <a:ext cx="3975447" cy="328295"/>
          </a:xfrm>
          <a:prstGeom prst="rect">
            <a:avLst/>
          </a:prstGeom>
          <a:ln w="12700">
            <a:miter lim="400000"/>
          </a:ln>
        </p:spPr>
        <p:txBody>
          <a:bodyPr wrap="none" lIns="25400" tIns="25400" rIns="25400" bIns="25400" anchor="ctr">
            <a:spAutoFit/>
          </a:bodyPr>
          <a:lstStyle/>
          <a:p>
            <a:pPr algn="ctr" defTabSz="1219169"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线索数据沉淀，全流程跟踪，无缝衔接</a:t>
            </a:r>
          </a:p>
        </p:txBody>
      </p:sp>
      <p:cxnSp>
        <p:nvCxnSpPr>
          <p:cNvPr id="111" name="直线连接符 110">
            <a:extLst>
              <a:ext uri="{FF2B5EF4-FFF2-40B4-BE49-F238E27FC236}">
                <a16:creationId xmlns:a16="http://schemas.microsoft.com/office/drawing/2014/main" id="{02B1924C-3512-C54F-A96E-6CC1B685B9DB}"/>
              </a:ext>
            </a:extLst>
          </p:cNvPr>
          <p:cNvCxnSpPr>
            <a:cxnSpLocks/>
          </p:cNvCxnSpPr>
          <p:nvPr/>
        </p:nvCxnSpPr>
        <p:spPr>
          <a:xfrm flipH="1">
            <a:off x="6385885" y="4605792"/>
            <a:ext cx="1693244"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15" name="Object60">
            <a:extLst>
              <a:ext uri="{FF2B5EF4-FFF2-40B4-BE49-F238E27FC236}">
                <a16:creationId xmlns:a16="http://schemas.microsoft.com/office/drawing/2014/main" id="{8139E0E0-9C47-AE40-AA4F-66138719B105}"/>
              </a:ext>
            </a:extLst>
          </p:cNvPr>
          <p:cNvSpPr/>
          <p:nvPr/>
        </p:nvSpPr>
        <p:spPr>
          <a:xfrm>
            <a:off x="6786143" y="4411676"/>
            <a:ext cx="892728"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接受</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9" name="直线连接符 118">
            <a:extLst>
              <a:ext uri="{FF2B5EF4-FFF2-40B4-BE49-F238E27FC236}">
                <a16:creationId xmlns:a16="http://schemas.microsoft.com/office/drawing/2014/main" id="{AFB6DFF0-C429-3B42-9FD5-B0EBB26A92B2}"/>
              </a:ext>
            </a:extLst>
          </p:cNvPr>
          <p:cNvCxnSpPr>
            <a:cxnSpLocks/>
          </p:cNvCxnSpPr>
          <p:nvPr/>
        </p:nvCxnSpPr>
        <p:spPr>
          <a:xfrm flipH="1">
            <a:off x="6385885" y="3762830"/>
            <a:ext cx="1693244"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20" name="Object60">
            <a:extLst>
              <a:ext uri="{FF2B5EF4-FFF2-40B4-BE49-F238E27FC236}">
                <a16:creationId xmlns:a16="http://schemas.microsoft.com/office/drawing/2014/main" id="{47400187-1A19-4644-9B46-B032B11DAB2E}"/>
              </a:ext>
            </a:extLst>
          </p:cNvPr>
          <p:cNvSpPr/>
          <p:nvPr/>
        </p:nvSpPr>
        <p:spPr>
          <a:xfrm>
            <a:off x="6786143" y="3552571"/>
            <a:ext cx="892728"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接受</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60">
            <a:extLst>
              <a:ext uri="{FF2B5EF4-FFF2-40B4-BE49-F238E27FC236}">
                <a16:creationId xmlns:a16="http://schemas.microsoft.com/office/drawing/2014/main" id="{BA802CB1-E608-8A46-95B9-1FBBBC019F4F}"/>
              </a:ext>
            </a:extLst>
          </p:cNvPr>
          <p:cNvSpPr/>
          <p:nvPr/>
        </p:nvSpPr>
        <p:spPr>
          <a:xfrm>
            <a:off x="6724598" y="3834160"/>
            <a:ext cx="1015819"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人工</a:t>
            </a:r>
            <a:r>
              <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自动分配</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3" name="直线连接符 122">
            <a:extLst>
              <a:ext uri="{FF2B5EF4-FFF2-40B4-BE49-F238E27FC236}">
                <a16:creationId xmlns:a16="http://schemas.microsoft.com/office/drawing/2014/main" id="{01E1D7B1-242B-2D4A-8AEB-4EC24CD785C0}"/>
              </a:ext>
            </a:extLst>
          </p:cNvPr>
          <p:cNvCxnSpPr>
            <a:cxnSpLocks/>
          </p:cNvCxnSpPr>
          <p:nvPr/>
        </p:nvCxnSpPr>
        <p:spPr>
          <a:xfrm>
            <a:off x="6385885" y="4892781"/>
            <a:ext cx="1693244"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24" name="Object60">
            <a:extLst>
              <a:ext uri="{FF2B5EF4-FFF2-40B4-BE49-F238E27FC236}">
                <a16:creationId xmlns:a16="http://schemas.microsoft.com/office/drawing/2014/main" id="{26534C42-A406-3A4F-B02B-CEE15D7F47E2}"/>
              </a:ext>
            </a:extLst>
          </p:cNvPr>
          <p:cNvSpPr/>
          <p:nvPr/>
        </p:nvSpPr>
        <p:spPr>
          <a:xfrm flipH="1">
            <a:off x="6786143" y="4949050"/>
            <a:ext cx="892728"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返回</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6" name="直线连接符 125">
            <a:extLst>
              <a:ext uri="{FF2B5EF4-FFF2-40B4-BE49-F238E27FC236}">
                <a16:creationId xmlns:a16="http://schemas.microsoft.com/office/drawing/2014/main" id="{8847EF6F-EFDE-8646-92FF-465C5E25928C}"/>
              </a:ext>
            </a:extLst>
          </p:cNvPr>
          <p:cNvCxnSpPr>
            <a:cxnSpLocks/>
          </p:cNvCxnSpPr>
          <p:nvPr/>
        </p:nvCxnSpPr>
        <p:spPr>
          <a:xfrm flipH="1">
            <a:off x="9214389" y="4254997"/>
            <a:ext cx="846622" cy="0"/>
          </a:xfrm>
          <a:prstGeom prst="line">
            <a:avLst/>
          </a:prstGeom>
          <a:ln w="635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27" name="Object60">
            <a:extLst>
              <a:ext uri="{FF2B5EF4-FFF2-40B4-BE49-F238E27FC236}">
                <a16:creationId xmlns:a16="http://schemas.microsoft.com/office/drawing/2014/main" id="{42A75EBB-D4F8-7043-9EA7-6AA421E72D34}"/>
              </a:ext>
            </a:extLst>
          </p:cNvPr>
          <p:cNvSpPr/>
          <p:nvPr/>
        </p:nvSpPr>
        <p:spPr>
          <a:xfrm>
            <a:off x="9191336" y="4044738"/>
            <a:ext cx="892728"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一键授权</a:t>
            </a:r>
            <a:endParaRPr 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5" name="直线连接符 134">
            <a:extLst>
              <a:ext uri="{FF2B5EF4-FFF2-40B4-BE49-F238E27FC236}">
                <a16:creationId xmlns:a16="http://schemas.microsoft.com/office/drawing/2014/main" id="{00AC3F53-0888-2948-AB90-2602913A32A6}"/>
              </a:ext>
            </a:extLst>
          </p:cNvPr>
          <p:cNvCxnSpPr>
            <a:cxnSpLocks/>
          </p:cNvCxnSpPr>
          <p:nvPr/>
        </p:nvCxnSpPr>
        <p:spPr>
          <a:xfrm flipV="1">
            <a:off x="6117641" y="3132275"/>
            <a:ext cx="0" cy="227829"/>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38" name="直线连接符 137">
            <a:extLst>
              <a:ext uri="{FF2B5EF4-FFF2-40B4-BE49-F238E27FC236}">
                <a16:creationId xmlns:a16="http://schemas.microsoft.com/office/drawing/2014/main" id="{0F0345D4-FF22-5F4A-87B7-2E509434C778}"/>
              </a:ext>
            </a:extLst>
          </p:cNvPr>
          <p:cNvCxnSpPr>
            <a:cxnSpLocks/>
            <a:stCxn id="107" idx="0"/>
          </p:cNvCxnSpPr>
          <p:nvPr/>
        </p:nvCxnSpPr>
        <p:spPr>
          <a:xfrm flipV="1">
            <a:off x="10662639" y="3142283"/>
            <a:ext cx="0" cy="340821"/>
          </a:xfrm>
          <a:prstGeom prst="line">
            <a:avLst/>
          </a:prstGeom>
          <a:ln w="12700">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cxnSp>
        <p:nvCxnSpPr>
          <p:cNvPr id="139" name="直线连接符 138">
            <a:extLst>
              <a:ext uri="{FF2B5EF4-FFF2-40B4-BE49-F238E27FC236}">
                <a16:creationId xmlns:a16="http://schemas.microsoft.com/office/drawing/2014/main" id="{10F71AF4-8F18-554B-ACB3-39A1B5829C63}"/>
              </a:ext>
            </a:extLst>
          </p:cNvPr>
          <p:cNvCxnSpPr>
            <a:cxnSpLocks/>
          </p:cNvCxnSpPr>
          <p:nvPr/>
        </p:nvCxnSpPr>
        <p:spPr>
          <a:xfrm flipH="1">
            <a:off x="6110817" y="3132275"/>
            <a:ext cx="4551821" cy="0"/>
          </a:xfrm>
          <a:prstGeom prst="line">
            <a:avLst/>
          </a:prstGeom>
          <a:ln w="12700">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sp>
        <p:nvSpPr>
          <p:cNvPr id="154" name="Object29">
            <a:extLst>
              <a:ext uri="{FF2B5EF4-FFF2-40B4-BE49-F238E27FC236}">
                <a16:creationId xmlns:a16="http://schemas.microsoft.com/office/drawing/2014/main" id="{CE3CE012-3B46-2D45-95DE-F45CB6C0DC4E}"/>
              </a:ext>
            </a:extLst>
          </p:cNvPr>
          <p:cNvSpPr/>
          <p:nvPr/>
        </p:nvSpPr>
        <p:spPr>
          <a:xfrm>
            <a:off x="1152009" y="1965320"/>
            <a:ext cx="1543242" cy="299155"/>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、线索获取</a:t>
            </a:r>
          </a:p>
        </p:txBody>
      </p:sp>
      <p:sp>
        <p:nvSpPr>
          <p:cNvPr id="155" name="Object29">
            <a:extLst>
              <a:ext uri="{FF2B5EF4-FFF2-40B4-BE49-F238E27FC236}">
                <a16:creationId xmlns:a16="http://schemas.microsoft.com/office/drawing/2014/main" id="{407DFBF8-67A8-C64C-8E2B-078C2DDA19C6}"/>
              </a:ext>
            </a:extLst>
          </p:cNvPr>
          <p:cNvSpPr/>
          <p:nvPr/>
        </p:nvSpPr>
        <p:spPr>
          <a:xfrm>
            <a:off x="4456912" y="1965320"/>
            <a:ext cx="1543242" cy="299155"/>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、线索培育</a:t>
            </a:r>
          </a:p>
        </p:txBody>
      </p:sp>
      <p:sp>
        <p:nvSpPr>
          <p:cNvPr id="156" name="Object29">
            <a:extLst>
              <a:ext uri="{FF2B5EF4-FFF2-40B4-BE49-F238E27FC236}">
                <a16:creationId xmlns:a16="http://schemas.microsoft.com/office/drawing/2014/main" id="{A8C4D030-F101-DF4E-8069-F46A482BEC92}"/>
              </a:ext>
            </a:extLst>
          </p:cNvPr>
          <p:cNvSpPr/>
          <p:nvPr/>
        </p:nvSpPr>
        <p:spPr>
          <a:xfrm>
            <a:off x="8865123" y="1965320"/>
            <a:ext cx="1543242" cy="299155"/>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、线索跟进</a:t>
            </a:r>
          </a:p>
        </p:txBody>
      </p:sp>
      <p:sp>
        <p:nvSpPr>
          <p:cNvPr id="2" name="文本框 1">
            <a:extLst>
              <a:ext uri="{FF2B5EF4-FFF2-40B4-BE49-F238E27FC236}">
                <a16:creationId xmlns:a16="http://schemas.microsoft.com/office/drawing/2014/main" id="{003D9D69-C787-EB99-65F0-B689B582B98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7496F246-4BFE-9AA3-38AE-7ED53CAF8EA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DA8C8C6A-D7B8-353E-9942-8CF8D11391D5}"/>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73607638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矩形: 圆角 114">
            <a:extLst>
              <a:ext uri="{FF2B5EF4-FFF2-40B4-BE49-F238E27FC236}">
                <a16:creationId xmlns:a16="http://schemas.microsoft.com/office/drawing/2014/main" id="{B0ACB9B3-13AC-594B-BC54-3FEF9A94A694}"/>
              </a:ext>
            </a:extLst>
          </p:cNvPr>
          <p:cNvSpPr/>
          <p:nvPr/>
        </p:nvSpPr>
        <p:spPr>
          <a:xfrm>
            <a:off x="1118257" y="2127120"/>
            <a:ext cx="2475548" cy="3703074"/>
          </a:xfrm>
          <a:prstGeom prst="roundRect">
            <a:avLst>
              <a:gd name="adj" fmla="val 390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圆角 114">
            <a:extLst>
              <a:ext uri="{FF2B5EF4-FFF2-40B4-BE49-F238E27FC236}">
                <a16:creationId xmlns:a16="http://schemas.microsoft.com/office/drawing/2014/main" id="{303AAD15-5711-0A48-A897-062B3E682092}"/>
              </a:ext>
            </a:extLst>
          </p:cNvPr>
          <p:cNvSpPr/>
          <p:nvPr/>
        </p:nvSpPr>
        <p:spPr>
          <a:xfrm>
            <a:off x="4110883" y="2120823"/>
            <a:ext cx="4041834" cy="3703074"/>
          </a:xfrm>
          <a:prstGeom prst="roundRect">
            <a:avLst>
              <a:gd name="adj" fmla="val 163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矩形: 圆角 114">
            <a:extLst>
              <a:ext uri="{FF2B5EF4-FFF2-40B4-BE49-F238E27FC236}">
                <a16:creationId xmlns:a16="http://schemas.microsoft.com/office/drawing/2014/main" id="{86D0C990-9F06-0E46-9467-DC8050DA9F8C}"/>
              </a:ext>
            </a:extLst>
          </p:cNvPr>
          <p:cNvSpPr/>
          <p:nvPr/>
        </p:nvSpPr>
        <p:spPr>
          <a:xfrm>
            <a:off x="8598197" y="2127120"/>
            <a:ext cx="2475548" cy="3703074"/>
          </a:xfrm>
          <a:prstGeom prst="roundRect">
            <a:avLst>
              <a:gd name="adj" fmla="val 222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三角形 131">
            <a:extLst>
              <a:ext uri="{FF2B5EF4-FFF2-40B4-BE49-F238E27FC236}">
                <a16:creationId xmlns:a16="http://schemas.microsoft.com/office/drawing/2014/main" id="{CF6AAD7A-0F85-8E46-8990-85E2D6E2F03D}"/>
              </a:ext>
            </a:extLst>
          </p:cNvPr>
          <p:cNvSpPr/>
          <p:nvPr/>
        </p:nvSpPr>
        <p:spPr>
          <a:xfrm rot="5400000">
            <a:off x="3701509" y="3513728"/>
            <a:ext cx="334546" cy="341006"/>
          </a:xfrm>
          <a:custGeom>
            <a:avLst/>
            <a:gdLst>
              <a:gd name="connsiteX0" fmla="*/ 0 w 395568"/>
              <a:gd name="connsiteY0" fmla="*/ 341006 h 341006"/>
              <a:gd name="connsiteX1" fmla="*/ 197784 w 395568"/>
              <a:gd name="connsiteY1" fmla="*/ 0 h 341006"/>
              <a:gd name="connsiteX2" fmla="*/ 395568 w 395568"/>
              <a:gd name="connsiteY2" fmla="*/ 341006 h 341006"/>
              <a:gd name="connsiteX3" fmla="*/ 0 w 395568"/>
              <a:gd name="connsiteY3" fmla="*/ 341006 h 341006"/>
              <a:gd name="connsiteX0" fmla="*/ 0 w 395568"/>
              <a:gd name="connsiteY0" fmla="*/ 341006 h 344149"/>
              <a:gd name="connsiteX1" fmla="*/ 197784 w 395568"/>
              <a:gd name="connsiteY1" fmla="*/ 0 h 344149"/>
              <a:gd name="connsiteX2" fmla="*/ 395568 w 395568"/>
              <a:gd name="connsiteY2" fmla="*/ 341006 h 344149"/>
              <a:gd name="connsiteX3" fmla="*/ 386302 w 395568"/>
              <a:gd name="connsiteY3" fmla="*/ 344149 h 344149"/>
              <a:gd name="connsiteX4" fmla="*/ 0 w 395568"/>
              <a:gd name="connsiteY4" fmla="*/ 341006 h 344149"/>
              <a:gd name="connsiteX0" fmla="*/ 0 w 395568"/>
              <a:gd name="connsiteY0" fmla="*/ 341006 h 341006"/>
              <a:gd name="connsiteX1" fmla="*/ 197784 w 395568"/>
              <a:gd name="connsiteY1" fmla="*/ 0 h 341006"/>
              <a:gd name="connsiteX2" fmla="*/ 395568 w 395568"/>
              <a:gd name="connsiteY2" fmla="*/ 341006 h 341006"/>
              <a:gd name="connsiteX3" fmla="*/ 203425 w 395568"/>
              <a:gd name="connsiteY3" fmla="*/ 235292 h 341006"/>
              <a:gd name="connsiteX4" fmla="*/ 0 w 395568"/>
              <a:gd name="connsiteY4" fmla="*/ 341006 h 341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568" h="341006">
                <a:moveTo>
                  <a:pt x="0" y="341006"/>
                </a:moveTo>
                <a:lnTo>
                  <a:pt x="197784" y="0"/>
                </a:lnTo>
                <a:lnTo>
                  <a:pt x="395568" y="341006"/>
                </a:lnTo>
                <a:lnTo>
                  <a:pt x="203425" y="235292"/>
                </a:lnTo>
                <a:lnTo>
                  <a:pt x="0" y="341006"/>
                </a:lnTo>
                <a:close/>
              </a:path>
            </a:pathLst>
          </a:custGeom>
          <a:gradFill flip="none" rotWithShape="1">
            <a:gsLst>
              <a:gs pos="0">
                <a:schemeClr val="accent1">
                  <a:lumMod val="60000"/>
                  <a:lumOff val="40000"/>
                  <a:alpha val="0"/>
                </a:schemeClr>
              </a:gs>
              <a:gs pos="7600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圆角 114">
            <a:extLst>
              <a:ext uri="{FF2B5EF4-FFF2-40B4-BE49-F238E27FC236}">
                <a16:creationId xmlns:a16="http://schemas.microsoft.com/office/drawing/2014/main" id="{5F5D1578-6313-4D45-B53E-8EDC602A85A9}"/>
              </a:ext>
            </a:extLst>
          </p:cNvPr>
          <p:cNvSpPr/>
          <p:nvPr/>
        </p:nvSpPr>
        <p:spPr>
          <a:xfrm>
            <a:off x="1393248" y="2943836"/>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Object60">
            <a:extLst>
              <a:ext uri="{FF2B5EF4-FFF2-40B4-BE49-F238E27FC236}">
                <a16:creationId xmlns:a16="http://schemas.microsoft.com/office/drawing/2014/main" id="{23ABE171-2285-5F4B-886B-B228CFD76BCA}"/>
              </a:ext>
            </a:extLst>
          </p:cNvPr>
          <p:cNvSpPr/>
          <p:nvPr/>
        </p:nvSpPr>
        <p:spPr>
          <a:xfrm>
            <a:off x="1616133" y="3079273"/>
            <a:ext cx="1479797" cy="169008"/>
          </a:xfrm>
          <a:prstGeom prst="rect">
            <a:avLst/>
          </a:prstGeom>
          <a:noFill/>
          <a:ln/>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线索获取</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矩形: 圆角 114">
            <a:extLst>
              <a:ext uri="{FF2B5EF4-FFF2-40B4-BE49-F238E27FC236}">
                <a16:creationId xmlns:a16="http://schemas.microsoft.com/office/drawing/2014/main" id="{F9AFBD06-4140-7049-BC0C-5A5B774DB2E0}"/>
              </a:ext>
            </a:extLst>
          </p:cNvPr>
          <p:cNvSpPr/>
          <p:nvPr/>
        </p:nvSpPr>
        <p:spPr>
          <a:xfrm>
            <a:off x="1393248" y="3574291"/>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60">
            <a:extLst>
              <a:ext uri="{FF2B5EF4-FFF2-40B4-BE49-F238E27FC236}">
                <a16:creationId xmlns:a16="http://schemas.microsoft.com/office/drawing/2014/main" id="{B3D9E615-991C-384F-8B5D-0B4E6204FF4D}"/>
              </a:ext>
            </a:extLst>
          </p:cNvPr>
          <p:cNvSpPr/>
          <p:nvPr/>
        </p:nvSpPr>
        <p:spPr>
          <a:xfrm>
            <a:off x="1616133" y="3709728"/>
            <a:ext cx="1479797" cy="169008"/>
          </a:xfrm>
          <a:prstGeom prst="rect">
            <a:avLst/>
          </a:prstGeom>
          <a:noFill/>
          <a:ln/>
        </p:spPr>
        <p:txBody>
          <a:bodyPr wrap="square" lIns="0" tIns="0" rIns="0" bIns="0" rtlCol="0" anchor="t"/>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多咨询入口自定义</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矩形: 圆角 114">
            <a:extLst>
              <a:ext uri="{FF2B5EF4-FFF2-40B4-BE49-F238E27FC236}">
                <a16:creationId xmlns:a16="http://schemas.microsoft.com/office/drawing/2014/main" id="{D3D96EA2-2862-E842-A2C3-53216148E75D}"/>
              </a:ext>
            </a:extLst>
          </p:cNvPr>
          <p:cNvSpPr/>
          <p:nvPr/>
        </p:nvSpPr>
        <p:spPr>
          <a:xfrm>
            <a:off x="1393248" y="4080085"/>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a:extLst>
              <a:ext uri="{FF2B5EF4-FFF2-40B4-BE49-F238E27FC236}">
                <a16:creationId xmlns:a16="http://schemas.microsoft.com/office/drawing/2014/main" id="{4F8B9182-5BF3-914C-A361-AF8798ECCA9A}"/>
              </a:ext>
            </a:extLst>
          </p:cNvPr>
          <p:cNvSpPr/>
          <p:nvPr/>
        </p:nvSpPr>
        <p:spPr>
          <a:xfrm>
            <a:off x="1616133" y="4215522"/>
            <a:ext cx="1479797" cy="169008"/>
          </a:xfrm>
          <a:prstGeom prst="rect">
            <a:avLst/>
          </a:prstGeom>
          <a:noFill/>
          <a:ln/>
        </p:spPr>
        <p:txBody>
          <a:bodyPr wrap="square" lIns="0" tIns="0" rIns="0" bIns="0" rtlCol="0" anchor="t"/>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行为轨迹来源跟踪</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圆角 114">
            <a:extLst>
              <a:ext uri="{FF2B5EF4-FFF2-40B4-BE49-F238E27FC236}">
                <a16:creationId xmlns:a16="http://schemas.microsoft.com/office/drawing/2014/main" id="{311582C9-B2B3-0843-B97E-98AEEE4F7492}"/>
              </a:ext>
            </a:extLst>
          </p:cNvPr>
          <p:cNvSpPr/>
          <p:nvPr/>
        </p:nvSpPr>
        <p:spPr>
          <a:xfrm>
            <a:off x="1393248" y="4585879"/>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60">
            <a:extLst>
              <a:ext uri="{FF2B5EF4-FFF2-40B4-BE49-F238E27FC236}">
                <a16:creationId xmlns:a16="http://schemas.microsoft.com/office/drawing/2014/main" id="{CEACEEF1-F24C-764D-AA2E-247687855150}"/>
              </a:ext>
            </a:extLst>
          </p:cNvPr>
          <p:cNvSpPr/>
          <p:nvPr/>
        </p:nvSpPr>
        <p:spPr>
          <a:xfrm>
            <a:off x="1616133" y="4721316"/>
            <a:ext cx="1479797" cy="169008"/>
          </a:xfrm>
          <a:prstGeom prst="rect">
            <a:avLst/>
          </a:prstGeom>
          <a:noFill/>
          <a:ln/>
        </p:spPr>
        <p:txBody>
          <a:bodyPr wrap="square" lIns="0" tIns="0" rIns="0" bIns="0" rtlCol="0" anchor="t"/>
          <a:lstStyle/>
          <a:p>
            <a:pPr algn="ctr" defTabSz="731520"/>
            <a:r>
              <a:rPr lang="en-US" sz="120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数据实时同步CRM</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矩形: 圆角 114">
            <a:extLst>
              <a:ext uri="{FF2B5EF4-FFF2-40B4-BE49-F238E27FC236}">
                <a16:creationId xmlns:a16="http://schemas.microsoft.com/office/drawing/2014/main" id="{3F4C5B85-8585-5248-875F-02D4A4ACCC88}"/>
              </a:ext>
            </a:extLst>
          </p:cNvPr>
          <p:cNvSpPr/>
          <p:nvPr/>
        </p:nvSpPr>
        <p:spPr>
          <a:xfrm>
            <a:off x="1393248" y="5091674"/>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Object60">
            <a:extLst>
              <a:ext uri="{FF2B5EF4-FFF2-40B4-BE49-F238E27FC236}">
                <a16:creationId xmlns:a16="http://schemas.microsoft.com/office/drawing/2014/main" id="{435AAC71-C6B2-1F45-B1A2-02D40E68AA23}"/>
              </a:ext>
            </a:extLst>
          </p:cNvPr>
          <p:cNvSpPr/>
          <p:nvPr/>
        </p:nvSpPr>
        <p:spPr>
          <a:xfrm>
            <a:off x="1616133" y="5227111"/>
            <a:ext cx="1479797" cy="169008"/>
          </a:xfrm>
          <a:prstGeom prst="rect">
            <a:avLst/>
          </a:prstGeom>
          <a:noFill/>
          <a:ln/>
        </p:spPr>
        <p:txBody>
          <a:bodyPr wrap="square" lIns="0" tIns="0" rIns="0" bIns="0" rtlCol="0" anchor="t"/>
          <a:lstStyle/>
          <a:p>
            <a:pPr algn="ctr" defTabSz="731520"/>
            <a:r>
              <a:rPr lang="en-US" sz="1200" dirty="0" err="1">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线索量留资统计</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Object29">
            <a:extLst>
              <a:ext uri="{FF2B5EF4-FFF2-40B4-BE49-F238E27FC236}">
                <a16:creationId xmlns:a16="http://schemas.microsoft.com/office/drawing/2014/main" id="{9C728CC5-451B-AF46-9B7A-233614BCF419}"/>
              </a:ext>
            </a:extLst>
          </p:cNvPr>
          <p:cNvSpPr/>
          <p:nvPr/>
        </p:nvSpPr>
        <p:spPr>
          <a:xfrm>
            <a:off x="1584410" y="2381413"/>
            <a:ext cx="1543242" cy="299155"/>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01</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、售前</a:t>
            </a:r>
          </a:p>
        </p:txBody>
      </p:sp>
      <p:cxnSp>
        <p:nvCxnSpPr>
          <p:cNvPr id="134" name="直线连接符 133">
            <a:extLst>
              <a:ext uri="{FF2B5EF4-FFF2-40B4-BE49-F238E27FC236}">
                <a16:creationId xmlns:a16="http://schemas.microsoft.com/office/drawing/2014/main" id="{AC0A494C-C6F3-2C4F-B7FC-0D5B06909C95}"/>
              </a:ext>
            </a:extLst>
          </p:cNvPr>
          <p:cNvCxnSpPr>
            <a:cxnSpLocks/>
          </p:cNvCxnSpPr>
          <p:nvPr/>
        </p:nvCxnSpPr>
        <p:spPr>
          <a:xfrm flipH="1">
            <a:off x="1393248" y="2726355"/>
            <a:ext cx="1925566" cy="20124"/>
          </a:xfrm>
          <a:prstGeom prst="line">
            <a:avLst/>
          </a:prstGeom>
          <a:ln w="12700">
            <a:gradFill>
              <a:gsLst>
                <a:gs pos="0">
                  <a:schemeClr val="accent1">
                    <a:alpha val="0"/>
                  </a:schemeClr>
                </a:gs>
                <a:gs pos="50000">
                  <a:schemeClr val="accent1"/>
                </a:gs>
                <a:gs pos="100000">
                  <a:schemeClr val="accent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161" name="矩形: 圆角 114">
            <a:extLst>
              <a:ext uri="{FF2B5EF4-FFF2-40B4-BE49-F238E27FC236}">
                <a16:creationId xmlns:a16="http://schemas.microsoft.com/office/drawing/2014/main" id="{42BA4382-CE8F-0E47-B119-8341CDE313FF}"/>
              </a:ext>
            </a:extLst>
          </p:cNvPr>
          <p:cNvSpPr/>
          <p:nvPr/>
        </p:nvSpPr>
        <p:spPr>
          <a:xfrm>
            <a:off x="8873188" y="2943836"/>
            <a:ext cx="1925566" cy="439883"/>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Object60">
            <a:extLst>
              <a:ext uri="{FF2B5EF4-FFF2-40B4-BE49-F238E27FC236}">
                <a16:creationId xmlns:a16="http://schemas.microsoft.com/office/drawing/2014/main" id="{98EEF643-A5BE-1041-90C1-5514C4DEC210}"/>
              </a:ext>
            </a:extLst>
          </p:cNvPr>
          <p:cNvSpPr/>
          <p:nvPr/>
        </p:nvSpPr>
        <p:spPr>
          <a:xfrm>
            <a:off x="9096073" y="3079273"/>
            <a:ext cx="1479797" cy="169008"/>
          </a:xfrm>
          <a:prstGeom prst="rect">
            <a:avLst/>
          </a:prstGeom>
          <a:noFill/>
          <a:ln/>
        </p:spPr>
        <p:txBody>
          <a:bodyPr wrap="square" lIns="0" tIns="0" rIns="0" bIns="0" rtlCol="0" anchor="t"/>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服务运营</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矩形: 圆角 114">
            <a:extLst>
              <a:ext uri="{FF2B5EF4-FFF2-40B4-BE49-F238E27FC236}">
                <a16:creationId xmlns:a16="http://schemas.microsoft.com/office/drawing/2014/main" id="{C47AC7C4-786A-1846-964B-3258FBB8453E}"/>
              </a:ext>
            </a:extLst>
          </p:cNvPr>
          <p:cNvSpPr/>
          <p:nvPr/>
        </p:nvSpPr>
        <p:spPr>
          <a:xfrm>
            <a:off x="8873188" y="3574291"/>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Object60">
            <a:extLst>
              <a:ext uri="{FF2B5EF4-FFF2-40B4-BE49-F238E27FC236}">
                <a16:creationId xmlns:a16="http://schemas.microsoft.com/office/drawing/2014/main" id="{ED19765C-A137-6C42-8C3C-14690F015462}"/>
              </a:ext>
            </a:extLst>
          </p:cNvPr>
          <p:cNvSpPr/>
          <p:nvPr/>
        </p:nvSpPr>
        <p:spPr>
          <a:xfrm>
            <a:off x="9096073" y="3709728"/>
            <a:ext cx="1479797" cy="169008"/>
          </a:xfrm>
          <a:prstGeom prst="rect">
            <a:avLst/>
          </a:prstGeom>
          <a:noFill/>
          <a:ln/>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多咨询入口自定义</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矩形: 圆角 114">
            <a:extLst>
              <a:ext uri="{FF2B5EF4-FFF2-40B4-BE49-F238E27FC236}">
                <a16:creationId xmlns:a16="http://schemas.microsoft.com/office/drawing/2014/main" id="{F17774B3-5AD4-A147-9143-031801CF0200}"/>
              </a:ext>
            </a:extLst>
          </p:cNvPr>
          <p:cNvSpPr/>
          <p:nvPr/>
        </p:nvSpPr>
        <p:spPr>
          <a:xfrm>
            <a:off x="8873188" y="4080085"/>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Object60">
            <a:extLst>
              <a:ext uri="{FF2B5EF4-FFF2-40B4-BE49-F238E27FC236}">
                <a16:creationId xmlns:a16="http://schemas.microsoft.com/office/drawing/2014/main" id="{A7D13A48-96FD-0641-B5E1-057DC51A5A52}"/>
              </a:ext>
            </a:extLst>
          </p:cNvPr>
          <p:cNvSpPr/>
          <p:nvPr/>
        </p:nvSpPr>
        <p:spPr>
          <a:xfrm>
            <a:off x="9096073" y="4215522"/>
            <a:ext cx="1479797" cy="169008"/>
          </a:xfrm>
          <a:prstGeom prst="rect">
            <a:avLst/>
          </a:prstGeom>
          <a:noFill/>
          <a:ln/>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行为轨迹来源跟踪</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矩形: 圆角 114">
            <a:extLst>
              <a:ext uri="{FF2B5EF4-FFF2-40B4-BE49-F238E27FC236}">
                <a16:creationId xmlns:a16="http://schemas.microsoft.com/office/drawing/2014/main" id="{30BCE665-43B4-CB4A-9460-AD76E02C3EC6}"/>
              </a:ext>
            </a:extLst>
          </p:cNvPr>
          <p:cNvSpPr/>
          <p:nvPr/>
        </p:nvSpPr>
        <p:spPr>
          <a:xfrm>
            <a:off x="8873188" y="4585879"/>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Object60">
            <a:extLst>
              <a:ext uri="{FF2B5EF4-FFF2-40B4-BE49-F238E27FC236}">
                <a16:creationId xmlns:a16="http://schemas.microsoft.com/office/drawing/2014/main" id="{EBEEE62F-2F5D-C143-B811-B51CCAED1807}"/>
              </a:ext>
            </a:extLst>
          </p:cNvPr>
          <p:cNvSpPr/>
          <p:nvPr/>
        </p:nvSpPr>
        <p:spPr>
          <a:xfrm>
            <a:off x="9096073" y="4721316"/>
            <a:ext cx="1479797" cy="169008"/>
          </a:xfrm>
          <a:prstGeom prst="rect">
            <a:avLst/>
          </a:prstGeom>
          <a:noFill/>
          <a:ln/>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数据实时同步CRM</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矩形: 圆角 114">
            <a:extLst>
              <a:ext uri="{FF2B5EF4-FFF2-40B4-BE49-F238E27FC236}">
                <a16:creationId xmlns:a16="http://schemas.microsoft.com/office/drawing/2014/main" id="{70A4F2D2-DB2E-7249-868A-7891FADE6D8B}"/>
              </a:ext>
            </a:extLst>
          </p:cNvPr>
          <p:cNvSpPr/>
          <p:nvPr/>
        </p:nvSpPr>
        <p:spPr>
          <a:xfrm>
            <a:off x="8873188" y="5091674"/>
            <a:ext cx="1925566"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Object60">
            <a:extLst>
              <a:ext uri="{FF2B5EF4-FFF2-40B4-BE49-F238E27FC236}">
                <a16:creationId xmlns:a16="http://schemas.microsoft.com/office/drawing/2014/main" id="{51A407E1-507B-1249-A801-0C84A79614FB}"/>
              </a:ext>
            </a:extLst>
          </p:cNvPr>
          <p:cNvSpPr/>
          <p:nvPr/>
        </p:nvSpPr>
        <p:spPr>
          <a:xfrm>
            <a:off x="9096073" y="5227111"/>
            <a:ext cx="1479797" cy="169008"/>
          </a:xfrm>
          <a:prstGeom prst="rect">
            <a:avLst/>
          </a:prstGeom>
          <a:noFill/>
          <a:ln/>
        </p:spPr>
        <p:txBody>
          <a:bodyPr wrap="square" lIns="0" tIns="0" rIns="0" bIns="0" rtlCol="0" anchor="t"/>
          <a:lstStyle/>
          <a:p>
            <a:pPr algn="ctr" defTabSz="731520"/>
            <a:r>
              <a:rPr lang="en-US" sz="12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线索量留资统计</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29">
            <a:extLst>
              <a:ext uri="{FF2B5EF4-FFF2-40B4-BE49-F238E27FC236}">
                <a16:creationId xmlns:a16="http://schemas.microsoft.com/office/drawing/2014/main" id="{94C68715-45D7-7D40-8639-7DF28F49C0DC}"/>
              </a:ext>
            </a:extLst>
          </p:cNvPr>
          <p:cNvSpPr/>
          <p:nvPr/>
        </p:nvSpPr>
        <p:spPr>
          <a:xfrm>
            <a:off x="9064350" y="2381413"/>
            <a:ext cx="1543242" cy="299155"/>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03</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、售后</a:t>
            </a:r>
          </a:p>
        </p:txBody>
      </p:sp>
      <p:cxnSp>
        <p:nvCxnSpPr>
          <p:cNvPr id="144" name="直线连接符 143">
            <a:extLst>
              <a:ext uri="{FF2B5EF4-FFF2-40B4-BE49-F238E27FC236}">
                <a16:creationId xmlns:a16="http://schemas.microsoft.com/office/drawing/2014/main" id="{5B874E85-8C4B-344E-BE84-040276A21F4F}"/>
              </a:ext>
            </a:extLst>
          </p:cNvPr>
          <p:cNvCxnSpPr>
            <a:cxnSpLocks/>
          </p:cNvCxnSpPr>
          <p:nvPr/>
        </p:nvCxnSpPr>
        <p:spPr>
          <a:xfrm flipH="1">
            <a:off x="8873188" y="2726355"/>
            <a:ext cx="1925566" cy="20124"/>
          </a:xfrm>
          <a:prstGeom prst="line">
            <a:avLst/>
          </a:prstGeom>
          <a:ln w="12700">
            <a:gradFill>
              <a:gsLst>
                <a:gs pos="0">
                  <a:schemeClr val="accent1">
                    <a:alpha val="0"/>
                  </a:schemeClr>
                </a:gs>
                <a:gs pos="50000">
                  <a:schemeClr val="accent1"/>
                </a:gs>
                <a:gs pos="100000">
                  <a:schemeClr val="accent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163" name="三角形 131">
            <a:extLst>
              <a:ext uri="{FF2B5EF4-FFF2-40B4-BE49-F238E27FC236}">
                <a16:creationId xmlns:a16="http://schemas.microsoft.com/office/drawing/2014/main" id="{FED04193-70E5-A04F-AEE2-162D8811147D}"/>
              </a:ext>
            </a:extLst>
          </p:cNvPr>
          <p:cNvSpPr/>
          <p:nvPr/>
        </p:nvSpPr>
        <p:spPr>
          <a:xfrm rot="5400000">
            <a:off x="8233752" y="3513727"/>
            <a:ext cx="334546" cy="341006"/>
          </a:xfrm>
          <a:custGeom>
            <a:avLst/>
            <a:gdLst>
              <a:gd name="connsiteX0" fmla="*/ 0 w 395568"/>
              <a:gd name="connsiteY0" fmla="*/ 341006 h 341006"/>
              <a:gd name="connsiteX1" fmla="*/ 197784 w 395568"/>
              <a:gd name="connsiteY1" fmla="*/ 0 h 341006"/>
              <a:gd name="connsiteX2" fmla="*/ 395568 w 395568"/>
              <a:gd name="connsiteY2" fmla="*/ 341006 h 341006"/>
              <a:gd name="connsiteX3" fmla="*/ 0 w 395568"/>
              <a:gd name="connsiteY3" fmla="*/ 341006 h 341006"/>
              <a:gd name="connsiteX0" fmla="*/ 0 w 395568"/>
              <a:gd name="connsiteY0" fmla="*/ 341006 h 344149"/>
              <a:gd name="connsiteX1" fmla="*/ 197784 w 395568"/>
              <a:gd name="connsiteY1" fmla="*/ 0 h 344149"/>
              <a:gd name="connsiteX2" fmla="*/ 395568 w 395568"/>
              <a:gd name="connsiteY2" fmla="*/ 341006 h 344149"/>
              <a:gd name="connsiteX3" fmla="*/ 386302 w 395568"/>
              <a:gd name="connsiteY3" fmla="*/ 344149 h 344149"/>
              <a:gd name="connsiteX4" fmla="*/ 0 w 395568"/>
              <a:gd name="connsiteY4" fmla="*/ 341006 h 344149"/>
              <a:gd name="connsiteX0" fmla="*/ 0 w 395568"/>
              <a:gd name="connsiteY0" fmla="*/ 341006 h 341006"/>
              <a:gd name="connsiteX1" fmla="*/ 197784 w 395568"/>
              <a:gd name="connsiteY1" fmla="*/ 0 h 341006"/>
              <a:gd name="connsiteX2" fmla="*/ 395568 w 395568"/>
              <a:gd name="connsiteY2" fmla="*/ 341006 h 341006"/>
              <a:gd name="connsiteX3" fmla="*/ 203425 w 395568"/>
              <a:gd name="connsiteY3" fmla="*/ 235292 h 341006"/>
              <a:gd name="connsiteX4" fmla="*/ 0 w 395568"/>
              <a:gd name="connsiteY4" fmla="*/ 341006 h 341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568" h="341006">
                <a:moveTo>
                  <a:pt x="0" y="341006"/>
                </a:moveTo>
                <a:lnTo>
                  <a:pt x="197784" y="0"/>
                </a:lnTo>
                <a:lnTo>
                  <a:pt x="395568" y="341006"/>
                </a:lnTo>
                <a:lnTo>
                  <a:pt x="203425" y="235292"/>
                </a:lnTo>
                <a:lnTo>
                  <a:pt x="0" y="341006"/>
                </a:lnTo>
                <a:close/>
              </a:path>
            </a:pathLst>
          </a:custGeom>
          <a:gradFill flip="none" rotWithShape="1">
            <a:gsLst>
              <a:gs pos="0">
                <a:schemeClr val="accent1">
                  <a:lumMod val="60000"/>
                  <a:lumOff val="40000"/>
                  <a:alpha val="0"/>
                </a:schemeClr>
              </a:gs>
              <a:gs pos="7600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Object29">
            <a:extLst>
              <a:ext uri="{FF2B5EF4-FFF2-40B4-BE49-F238E27FC236}">
                <a16:creationId xmlns:a16="http://schemas.microsoft.com/office/drawing/2014/main" id="{B6EEB362-836B-A946-8429-B5F3927D870D}"/>
              </a:ext>
            </a:extLst>
          </p:cNvPr>
          <p:cNvSpPr/>
          <p:nvPr/>
        </p:nvSpPr>
        <p:spPr>
          <a:xfrm>
            <a:off x="5360179" y="2381412"/>
            <a:ext cx="1543242" cy="299155"/>
          </a:xfrm>
          <a:prstGeom prst="rect">
            <a:avLst/>
          </a:prstGeom>
          <a:ln w="12700">
            <a:miter lim="400000"/>
          </a:ln>
        </p:spPr>
        <p:txBody>
          <a:bodyPr wrap="none" lIns="25400" tIns="25400" rIns="25400" bIns="25400" anchor="ctr">
            <a:noAutofit/>
          </a:bodyPr>
          <a:lstStyle/>
          <a:p>
            <a:pPr algn="ctr" defTabSz="1219169" hangingPunct="0"/>
            <a:r>
              <a:rPr lang="en-US" altLang="zh-CN"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02</a:t>
            </a:r>
            <a:r>
              <a:rPr lang="zh-CN" altLang="en-US" sz="14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、售中</a:t>
            </a:r>
          </a:p>
        </p:txBody>
      </p:sp>
      <p:sp>
        <p:nvSpPr>
          <p:cNvPr id="168" name="矩形: 圆角 114">
            <a:extLst>
              <a:ext uri="{FF2B5EF4-FFF2-40B4-BE49-F238E27FC236}">
                <a16:creationId xmlns:a16="http://schemas.microsoft.com/office/drawing/2014/main" id="{12A4D958-2913-7F41-9940-0B25D174AC39}"/>
              </a:ext>
            </a:extLst>
          </p:cNvPr>
          <p:cNvSpPr/>
          <p:nvPr/>
        </p:nvSpPr>
        <p:spPr>
          <a:xfrm>
            <a:off x="4374155" y="2943835"/>
            <a:ext cx="475549" cy="258772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Object60">
            <a:extLst>
              <a:ext uri="{FF2B5EF4-FFF2-40B4-BE49-F238E27FC236}">
                <a16:creationId xmlns:a16="http://schemas.microsoft.com/office/drawing/2014/main" id="{2B9407B4-D88E-A34F-A42D-93A27A3086D4}"/>
              </a:ext>
            </a:extLst>
          </p:cNvPr>
          <p:cNvSpPr/>
          <p:nvPr/>
        </p:nvSpPr>
        <p:spPr>
          <a:xfrm>
            <a:off x="4536885" y="3570237"/>
            <a:ext cx="214624" cy="1107996"/>
          </a:xfrm>
          <a:prstGeom prst="rect">
            <a:avLst/>
          </a:prstGeom>
          <a:noFill/>
          <a:ln/>
        </p:spPr>
        <p:txBody>
          <a:bodyPr wrap="square" lIns="0" tIns="0" rIns="0" bIns="0" rtlCol="0" anchor="t">
            <a:spAutoFit/>
          </a:bodyPr>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保障外呼接通</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1" name="矩形: 圆角 114">
            <a:extLst>
              <a:ext uri="{FF2B5EF4-FFF2-40B4-BE49-F238E27FC236}">
                <a16:creationId xmlns:a16="http://schemas.microsoft.com/office/drawing/2014/main" id="{27C79EC2-9973-C445-8B92-74CA6FD0620B}"/>
              </a:ext>
            </a:extLst>
          </p:cNvPr>
          <p:cNvSpPr/>
          <p:nvPr/>
        </p:nvSpPr>
        <p:spPr>
          <a:xfrm>
            <a:off x="7413897" y="2943835"/>
            <a:ext cx="475549" cy="258772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2" name="Object60">
            <a:extLst>
              <a:ext uri="{FF2B5EF4-FFF2-40B4-BE49-F238E27FC236}">
                <a16:creationId xmlns:a16="http://schemas.microsoft.com/office/drawing/2014/main" id="{AF901434-8EF0-E041-8B2A-DC8B02D8DC6D}"/>
              </a:ext>
            </a:extLst>
          </p:cNvPr>
          <p:cNvSpPr/>
          <p:nvPr/>
        </p:nvSpPr>
        <p:spPr>
          <a:xfrm>
            <a:off x="7576627" y="3570237"/>
            <a:ext cx="214624" cy="1107996"/>
          </a:xfrm>
          <a:prstGeom prst="rect">
            <a:avLst/>
          </a:prstGeom>
          <a:noFill/>
          <a:ln/>
        </p:spPr>
        <p:txBody>
          <a:bodyPr wrap="square" lIns="0" tIns="0" rIns="0" bIns="0" rtlCol="0" anchor="t">
            <a:spAutoFit/>
          </a:bodyPr>
          <a:lstStyle/>
          <a:p>
            <a:pPr algn="ctr" defTabSz="731520"/>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提升销售效率</a:t>
            </a:r>
            <a:endParaRPr 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矩形: 圆角 114">
            <a:extLst>
              <a:ext uri="{FF2B5EF4-FFF2-40B4-BE49-F238E27FC236}">
                <a16:creationId xmlns:a16="http://schemas.microsoft.com/office/drawing/2014/main" id="{8FCBFF6B-8918-4344-97B1-00BBB2B8FC3E}"/>
              </a:ext>
            </a:extLst>
          </p:cNvPr>
          <p:cNvSpPr/>
          <p:nvPr/>
        </p:nvSpPr>
        <p:spPr>
          <a:xfrm>
            <a:off x="5054089" y="295325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4" name="Object60">
            <a:extLst>
              <a:ext uri="{FF2B5EF4-FFF2-40B4-BE49-F238E27FC236}">
                <a16:creationId xmlns:a16="http://schemas.microsoft.com/office/drawing/2014/main" id="{949F6C06-CF2E-D244-9A8D-9F3B8D5388E6}"/>
              </a:ext>
            </a:extLst>
          </p:cNvPr>
          <p:cNvSpPr/>
          <p:nvPr/>
        </p:nvSpPr>
        <p:spPr>
          <a:xfrm>
            <a:off x="5167006" y="3064185"/>
            <a:ext cx="749686" cy="138425"/>
          </a:xfrm>
          <a:prstGeom prst="rect">
            <a:avLst/>
          </a:prstGeom>
          <a:noFill/>
          <a:ln/>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预测式外呼</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矩形: 圆角 114">
            <a:extLst>
              <a:ext uri="{FF2B5EF4-FFF2-40B4-BE49-F238E27FC236}">
                <a16:creationId xmlns:a16="http://schemas.microsoft.com/office/drawing/2014/main" id="{F5CF8C91-09B6-8140-BDC8-4098491ADA4B}"/>
              </a:ext>
            </a:extLst>
          </p:cNvPr>
          <p:cNvSpPr/>
          <p:nvPr/>
        </p:nvSpPr>
        <p:spPr>
          <a:xfrm>
            <a:off x="5054089" y="343420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3" name="Object60">
            <a:extLst>
              <a:ext uri="{FF2B5EF4-FFF2-40B4-BE49-F238E27FC236}">
                <a16:creationId xmlns:a16="http://schemas.microsoft.com/office/drawing/2014/main" id="{68D267B5-4750-2742-83EC-44AA1DEA23EB}"/>
              </a:ext>
            </a:extLst>
          </p:cNvPr>
          <p:cNvSpPr/>
          <p:nvPr/>
        </p:nvSpPr>
        <p:spPr>
          <a:xfrm>
            <a:off x="5167006" y="3545138"/>
            <a:ext cx="749686" cy="138425"/>
          </a:xfrm>
          <a:prstGeom prst="rect">
            <a:avLst/>
          </a:prstGeom>
          <a:noFill/>
          <a:ln/>
        </p:spPr>
        <p:txBody>
          <a:bodyPr wrap="square" lIns="0" tIns="0" rIns="0" bIns="0" rtlCol="0" anchor="t"/>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AI外呼邀约</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8" name="矩形: 圆角 114">
            <a:extLst>
              <a:ext uri="{FF2B5EF4-FFF2-40B4-BE49-F238E27FC236}">
                <a16:creationId xmlns:a16="http://schemas.microsoft.com/office/drawing/2014/main" id="{32E88AEE-86EA-B641-8ADA-EC48E3FF8B95}"/>
              </a:ext>
            </a:extLst>
          </p:cNvPr>
          <p:cNvSpPr/>
          <p:nvPr/>
        </p:nvSpPr>
        <p:spPr>
          <a:xfrm>
            <a:off x="5054089" y="469579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9" name="Object60">
            <a:extLst>
              <a:ext uri="{FF2B5EF4-FFF2-40B4-BE49-F238E27FC236}">
                <a16:creationId xmlns:a16="http://schemas.microsoft.com/office/drawing/2014/main" id="{69EE8CB9-905D-9144-9BD8-84E63E612E10}"/>
              </a:ext>
            </a:extLst>
          </p:cNvPr>
          <p:cNvSpPr/>
          <p:nvPr/>
        </p:nvSpPr>
        <p:spPr>
          <a:xfrm>
            <a:off x="5167006" y="4806725"/>
            <a:ext cx="749686" cy="138425"/>
          </a:xfrm>
          <a:prstGeom prst="rect">
            <a:avLst/>
          </a:prstGeom>
          <a:noFill/>
          <a:ln/>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外呼号吗池</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4" name="矩形: 圆角 114">
            <a:extLst>
              <a:ext uri="{FF2B5EF4-FFF2-40B4-BE49-F238E27FC236}">
                <a16:creationId xmlns:a16="http://schemas.microsoft.com/office/drawing/2014/main" id="{8CF3188D-2E9B-3547-B359-F74EB23E8598}"/>
              </a:ext>
            </a:extLst>
          </p:cNvPr>
          <p:cNvSpPr/>
          <p:nvPr/>
        </p:nvSpPr>
        <p:spPr>
          <a:xfrm>
            <a:off x="5054089" y="517674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5" name="Object60">
            <a:extLst>
              <a:ext uri="{FF2B5EF4-FFF2-40B4-BE49-F238E27FC236}">
                <a16:creationId xmlns:a16="http://schemas.microsoft.com/office/drawing/2014/main" id="{B8EF7063-382F-A042-A5F0-671BB6B7CDD6}"/>
              </a:ext>
            </a:extLst>
          </p:cNvPr>
          <p:cNvSpPr/>
          <p:nvPr/>
        </p:nvSpPr>
        <p:spPr>
          <a:xfrm>
            <a:off x="5167006" y="5287678"/>
            <a:ext cx="749686" cy="138425"/>
          </a:xfrm>
          <a:prstGeom prst="rect">
            <a:avLst/>
          </a:prstGeom>
          <a:noFill/>
          <a:ln/>
        </p:spPr>
        <p:txBody>
          <a:bodyPr wrap="square" lIns="0" tIns="0" rIns="0" bIns="0" rtlCol="0" anchor="t"/>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外呼企业秀</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9" name="矩形: 圆角 114">
            <a:extLst>
              <a:ext uri="{FF2B5EF4-FFF2-40B4-BE49-F238E27FC236}">
                <a16:creationId xmlns:a16="http://schemas.microsoft.com/office/drawing/2014/main" id="{E9E2580C-044B-E846-BFF6-3277AE4EF5CF}"/>
              </a:ext>
            </a:extLst>
          </p:cNvPr>
          <p:cNvSpPr/>
          <p:nvPr/>
        </p:nvSpPr>
        <p:spPr>
          <a:xfrm>
            <a:off x="6233993" y="295325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Object60">
            <a:extLst>
              <a:ext uri="{FF2B5EF4-FFF2-40B4-BE49-F238E27FC236}">
                <a16:creationId xmlns:a16="http://schemas.microsoft.com/office/drawing/2014/main" id="{D48C0336-C23E-E84A-867C-3AE963BEF57B}"/>
              </a:ext>
            </a:extLst>
          </p:cNvPr>
          <p:cNvSpPr/>
          <p:nvPr/>
        </p:nvSpPr>
        <p:spPr>
          <a:xfrm>
            <a:off x="6346910" y="3064185"/>
            <a:ext cx="749686" cy="138425"/>
          </a:xfrm>
          <a:prstGeom prst="rect">
            <a:avLst/>
          </a:prstGeom>
          <a:noFill/>
          <a:ln/>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外呼工具条</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5" name="矩形: 圆角 114">
            <a:extLst>
              <a:ext uri="{FF2B5EF4-FFF2-40B4-BE49-F238E27FC236}">
                <a16:creationId xmlns:a16="http://schemas.microsoft.com/office/drawing/2014/main" id="{F9F49140-B5F5-114B-A3BA-2760B2DB2BE0}"/>
              </a:ext>
            </a:extLst>
          </p:cNvPr>
          <p:cNvSpPr/>
          <p:nvPr/>
        </p:nvSpPr>
        <p:spPr>
          <a:xfrm>
            <a:off x="6233993" y="343420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6" name="Object60">
            <a:extLst>
              <a:ext uri="{FF2B5EF4-FFF2-40B4-BE49-F238E27FC236}">
                <a16:creationId xmlns:a16="http://schemas.microsoft.com/office/drawing/2014/main" id="{C9023147-EF17-FF41-8EA3-973C972A01FE}"/>
              </a:ext>
            </a:extLst>
          </p:cNvPr>
          <p:cNvSpPr/>
          <p:nvPr/>
        </p:nvSpPr>
        <p:spPr>
          <a:xfrm>
            <a:off x="6346910" y="3545138"/>
            <a:ext cx="749686" cy="138425"/>
          </a:xfrm>
          <a:prstGeom prst="rect">
            <a:avLst/>
          </a:prstGeom>
          <a:noFill/>
          <a:ln/>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短信发送</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1" name="矩形: 圆角 114">
            <a:extLst>
              <a:ext uri="{FF2B5EF4-FFF2-40B4-BE49-F238E27FC236}">
                <a16:creationId xmlns:a16="http://schemas.microsoft.com/office/drawing/2014/main" id="{6CBD7781-9443-8040-8909-13AB6E59D981}"/>
              </a:ext>
            </a:extLst>
          </p:cNvPr>
          <p:cNvSpPr/>
          <p:nvPr/>
        </p:nvSpPr>
        <p:spPr>
          <a:xfrm>
            <a:off x="6233993" y="4695796"/>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2" name="Object60">
            <a:extLst>
              <a:ext uri="{FF2B5EF4-FFF2-40B4-BE49-F238E27FC236}">
                <a16:creationId xmlns:a16="http://schemas.microsoft.com/office/drawing/2014/main" id="{4D0401F4-B5D0-DB4F-B89A-C6A981A2D6C6}"/>
              </a:ext>
            </a:extLst>
          </p:cNvPr>
          <p:cNvSpPr/>
          <p:nvPr/>
        </p:nvSpPr>
        <p:spPr>
          <a:xfrm>
            <a:off x="6346910" y="4806725"/>
            <a:ext cx="749686" cy="138425"/>
          </a:xfrm>
          <a:prstGeom prst="rect">
            <a:avLst/>
          </a:prstGeom>
          <a:noFill/>
          <a:ln/>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智能外显号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矩形: 圆角 114">
            <a:extLst>
              <a:ext uri="{FF2B5EF4-FFF2-40B4-BE49-F238E27FC236}">
                <a16:creationId xmlns:a16="http://schemas.microsoft.com/office/drawing/2014/main" id="{9CB5A8AA-D589-2541-B761-235DCDCECA12}"/>
              </a:ext>
            </a:extLst>
          </p:cNvPr>
          <p:cNvSpPr/>
          <p:nvPr/>
        </p:nvSpPr>
        <p:spPr>
          <a:xfrm>
            <a:off x="6233993" y="5176749"/>
            <a:ext cx="975519" cy="3602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8" name="Object60">
            <a:extLst>
              <a:ext uri="{FF2B5EF4-FFF2-40B4-BE49-F238E27FC236}">
                <a16:creationId xmlns:a16="http://schemas.microsoft.com/office/drawing/2014/main" id="{A964DA6E-9659-2440-BE4D-7AE75B6977A2}"/>
              </a:ext>
            </a:extLst>
          </p:cNvPr>
          <p:cNvSpPr/>
          <p:nvPr/>
        </p:nvSpPr>
        <p:spPr>
          <a:xfrm>
            <a:off x="6346910" y="5287678"/>
            <a:ext cx="749686" cy="138425"/>
          </a:xfrm>
          <a:prstGeom prst="rect">
            <a:avLst/>
          </a:prstGeom>
          <a:noFill/>
          <a:ln/>
        </p:spPr>
        <p:txBody>
          <a:bodyPr wrap="square" lIns="0" tIns="0" rIns="0" bIns="0" rtlCol="0" anchor="t"/>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未接通分析</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9" name="矩形: 圆角 114">
            <a:extLst>
              <a:ext uri="{FF2B5EF4-FFF2-40B4-BE49-F238E27FC236}">
                <a16:creationId xmlns:a16="http://schemas.microsoft.com/office/drawing/2014/main" id="{D5C9BCBC-6857-C744-9B59-16E1BA881DFD}"/>
              </a:ext>
            </a:extLst>
          </p:cNvPr>
          <p:cNvSpPr/>
          <p:nvPr/>
        </p:nvSpPr>
        <p:spPr>
          <a:xfrm>
            <a:off x="5054089" y="3915162"/>
            <a:ext cx="2155423" cy="65996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0" name="Object60">
            <a:extLst>
              <a:ext uri="{FF2B5EF4-FFF2-40B4-BE49-F238E27FC236}">
                <a16:creationId xmlns:a16="http://schemas.microsoft.com/office/drawing/2014/main" id="{3203E9C3-75A3-6D4F-B179-1A4D4F1EC882}"/>
              </a:ext>
            </a:extLst>
          </p:cNvPr>
          <p:cNvSpPr/>
          <p:nvPr/>
        </p:nvSpPr>
        <p:spPr>
          <a:xfrm>
            <a:off x="5608285" y="4122034"/>
            <a:ext cx="969148" cy="246221"/>
          </a:xfrm>
          <a:prstGeom prst="rect">
            <a:avLst/>
          </a:prstGeom>
          <a:noFill/>
          <a:ln/>
        </p:spPr>
        <p:txBody>
          <a:bodyPr wrap="square" lIns="0" tIns="0" rIns="0" bIns="0" rtlCol="0" anchor="t">
            <a:spAutoFit/>
          </a:bodyPr>
          <a:lstStyle/>
          <a:p>
            <a:pPr algn="ctr" defTabSz="731520"/>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外呼营销</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203" name="直线连接符 202">
            <a:extLst>
              <a:ext uri="{FF2B5EF4-FFF2-40B4-BE49-F238E27FC236}">
                <a16:creationId xmlns:a16="http://schemas.microsoft.com/office/drawing/2014/main" id="{078F9F70-4D7D-BC49-A4D3-A8015A5891F6}"/>
              </a:ext>
            </a:extLst>
          </p:cNvPr>
          <p:cNvCxnSpPr>
            <a:cxnSpLocks/>
          </p:cNvCxnSpPr>
          <p:nvPr/>
        </p:nvCxnSpPr>
        <p:spPr>
          <a:xfrm>
            <a:off x="4434211" y="2746479"/>
            <a:ext cx="3395178" cy="0"/>
          </a:xfrm>
          <a:prstGeom prst="line">
            <a:avLst/>
          </a:prstGeom>
          <a:ln w="12700">
            <a:gradFill>
              <a:gsLst>
                <a:gs pos="0">
                  <a:schemeClr val="accent1">
                    <a:alpha val="0"/>
                  </a:schemeClr>
                </a:gs>
                <a:gs pos="50000">
                  <a:schemeClr val="accent1"/>
                </a:gs>
                <a:gs pos="100000">
                  <a:schemeClr val="accent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2" name="文本框 1">
            <a:extLst>
              <a:ext uri="{FF2B5EF4-FFF2-40B4-BE49-F238E27FC236}">
                <a16:creationId xmlns:a16="http://schemas.microsoft.com/office/drawing/2014/main" id="{C5ABE87A-E302-B699-3781-C7E5CF05C53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A0806C20-3D95-95CD-0EE1-8DB91A91325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12F8F235-CCDD-C0D4-055C-05D3B8AD2DE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84959977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矩形: 圆角 114">
            <a:extLst>
              <a:ext uri="{FF2B5EF4-FFF2-40B4-BE49-F238E27FC236}">
                <a16:creationId xmlns:a16="http://schemas.microsoft.com/office/drawing/2014/main" id="{DF7BA217-6C25-C548-9BE6-E903D7E36B14}"/>
              </a:ext>
            </a:extLst>
          </p:cNvPr>
          <p:cNvSpPr/>
          <p:nvPr/>
        </p:nvSpPr>
        <p:spPr>
          <a:xfrm>
            <a:off x="1291896"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矩形: 圆角 114">
            <a:extLst>
              <a:ext uri="{FF2B5EF4-FFF2-40B4-BE49-F238E27FC236}">
                <a16:creationId xmlns:a16="http://schemas.microsoft.com/office/drawing/2014/main" id="{BA6E9F6C-F7D5-D140-9DF1-4D14AB6ECEB1}"/>
              </a:ext>
            </a:extLst>
          </p:cNvPr>
          <p:cNvSpPr/>
          <p:nvPr/>
        </p:nvSpPr>
        <p:spPr>
          <a:xfrm>
            <a:off x="3315971"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矩形: 圆角 114">
            <a:extLst>
              <a:ext uri="{FF2B5EF4-FFF2-40B4-BE49-F238E27FC236}">
                <a16:creationId xmlns:a16="http://schemas.microsoft.com/office/drawing/2014/main" id="{239374A4-319A-4842-ABA3-E8BC985BABDC}"/>
              </a:ext>
            </a:extLst>
          </p:cNvPr>
          <p:cNvSpPr/>
          <p:nvPr/>
        </p:nvSpPr>
        <p:spPr>
          <a:xfrm>
            <a:off x="5340046"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8" name="矩形: 圆角 114">
            <a:extLst>
              <a:ext uri="{FF2B5EF4-FFF2-40B4-BE49-F238E27FC236}">
                <a16:creationId xmlns:a16="http://schemas.microsoft.com/office/drawing/2014/main" id="{C5977F4B-121A-5747-BC05-11B7BD999BBC}"/>
              </a:ext>
            </a:extLst>
          </p:cNvPr>
          <p:cNvSpPr/>
          <p:nvPr/>
        </p:nvSpPr>
        <p:spPr>
          <a:xfrm>
            <a:off x="7364121"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1" name="矩形: 圆角 114">
            <a:extLst>
              <a:ext uri="{FF2B5EF4-FFF2-40B4-BE49-F238E27FC236}">
                <a16:creationId xmlns:a16="http://schemas.microsoft.com/office/drawing/2014/main" id="{1DE1B4F1-1A7B-2F4D-9738-5970C652677F}"/>
              </a:ext>
            </a:extLst>
          </p:cNvPr>
          <p:cNvSpPr/>
          <p:nvPr/>
        </p:nvSpPr>
        <p:spPr>
          <a:xfrm>
            <a:off x="9388196" y="3663675"/>
            <a:ext cx="1511908" cy="1219887"/>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圆角 114">
            <a:extLst>
              <a:ext uri="{FF2B5EF4-FFF2-40B4-BE49-F238E27FC236}">
                <a16:creationId xmlns:a16="http://schemas.microsoft.com/office/drawing/2014/main" id="{06DA261E-CA7D-9B41-9681-6CD5AE07DDB9}"/>
              </a:ext>
            </a:extLst>
          </p:cNvPr>
          <p:cNvSpPr/>
          <p:nvPr/>
        </p:nvSpPr>
        <p:spPr>
          <a:xfrm>
            <a:off x="1291896"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矩形: 圆角 114">
            <a:extLst>
              <a:ext uri="{FF2B5EF4-FFF2-40B4-BE49-F238E27FC236}">
                <a16:creationId xmlns:a16="http://schemas.microsoft.com/office/drawing/2014/main" id="{9251EBC7-C064-6C40-AA6D-0499D106B734}"/>
              </a:ext>
            </a:extLst>
          </p:cNvPr>
          <p:cNvSpPr/>
          <p:nvPr/>
        </p:nvSpPr>
        <p:spPr>
          <a:xfrm>
            <a:off x="3315971"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4" name="矩形: 圆角 114">
            <a:extLst>
              <a:ext uri="{FF2B5EF4-FFF2-40B4-BE49-F238E27FC236}">
                <a16:creationId xmlns:a16="http://schemas.microsoft.com/office/drawing/2014/main" id="{66D2AE85-46DE-1C48-B6AC-5349F7E71448}"/>
              </a:ext>
            </a:extLst>
          </p:cNvPr>
          <p:cNvSpPr/>
          <p:nvPr/>
        </p:nvSpPr>
        <p:spPr>
          <a:xfrm>
            <a:off x="5340046"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7" name="矩形: 圆角 114">
            <a:extLst>
              <a:ext uri="{FF2B5EF4-FFF2-40B4-BE49-F238E27FC236}">
                <a16:creationId xmlns:a16="http://schemas.microsoft.com/office/drawing/2014/main" id="{516DDEEF-C969-C846-A727-A57A71D1E9E6}"/>
              </a:ext>
            </a:extLst>
          </p:cNvPr>
          <p:cNvSpPr/>
          <p:nvPr/>
        </p:nvSpPr>
        <p:spPr>
          <a:xfrm>
            <a:off x="7364121"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0" name="矩形: 圆角 114">
            <a:extLst>
              <a:ext uri="{FF2B5EF4-FFF2-40B4-BE49-F238E27FC236}">
                <a16:creationId xmlns:a16="http://schemas.microsoft.com/office/drawing/2014/main" id="{94BE66D1-1030-9741-8D7A-9C2992AC9322}"/>
              </a:ext>
            </a:extLst>
          </p:cNvPr>
          <p:cNvSpPr/>
          <p:nvPr/>
        </p:nvSpPr>
        <p:spPr>
          <a:xfrm>
            <a:off x="9388196" y="1886851"/>
            <a:ext cx="1511908" cy="54268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4" name="矩形: 圆角 114">
            <a:extLst>
              <a:ext uri="{FF2B5EF4-FFF2-40B4-BE49-F238E27FC236}">
                <a16:creationId xmlns:a16="http://schemas.microsoft.com/office/drawing/2014/main" id="{3DBFB708-7675-4843-939E-7EC5FEC7E02C}"/>
              </a:ext>
            </a:extLst>
          </p:cNvPr>
          <p:cNvSpPr/>
          <p:nvPr/>
        </p:nvSpPr>
        <p:spPr>
          <a:xfrm>
            <a:off x="1291896"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a:extLst>
              <a:ext uri="{FF2B5EF4-FFF2-40B4-BE49-F238E27FC236}">
                <a16:creationId xmlns:a16="http://schemas.microsoft.com/office/drawing/2014/main" id="{A0D2D323-59E4-E045-99A1-E5686A8C6EA2}"/>
              </a:ext>
            </a:extLst>
          </p:cNvPr>
          <p:cNvSpPr/>
          <p:nvPr/>
        </p:nvSpPr>
        <p:spPr>
          <a:xfrm>
            <a:off x="1499812" y="3015160"/>
            <a:ext cx="1161901" cy="169008"/>
          </a:xfrm>
          <a:prstGeom prst="rect">
            <a:avLst/>
          </a:prstGeom>
          <a:noFill/>
          <a:ln/>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洞察业务</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7" name="Object60">
            <a:extLst>
              <a:ext uri="{FF2B5EF4-FFF2-40B4-BE49-F238E27FC236}">
                <a16:creationId xmlns:a16="http://schemas.microsoft.com/office/drawing/2014/main" id="{541587F1-10E4-5348-8151-8E2B88497C23}"/>
              </a:ext>
            </a:extLst>
          </p:cNvPr>
          <p:cNvSpPr/>
          <p:nvPr/>
        </p:nvSpPr>
        <p:spPr>
          <a:xfrm>
            <a:off x="1466900" y="3835806"/>
            <a:ext cx="1161901" cy="944874"/>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行业背景</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业务背景</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用户人群</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99" name="Object29">
            <a:extLst>
              <a:ext uri="{FF2B5EF4-FFF2-40B4-BE49-F238E27FC236}">
                <a16:creationId xmlns:a16="http://schemas.microsoft.com/office/drawing/2014/main" id="{B7F2ACC2-1970-AC4C-980A-ECD3472A9CD2}"/>
              </a:ext>
            </a:extLst>
          </p:cNvPr>
          <p:cNvSpPr/>
          <p:nvPr/>
        </p:nvSpPr>
        <p:spPr>
          <a:xfrm>
            <a:off x="1276229" y="1988249"/>
            <a:ext cx="1543242" cy="339884"/>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发现</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169" hangingPunct="0"/>
            <a:r>
              <a:rPr lang="en-US" altLang="zh-CN" sz="1000" kern="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empathise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01" name="直线连接符 100">
            <a:extLst>
              <a:ext uri="{FF2B5EF4-FFF2-40B4-BE49-F238E27FC236}">
                <a16:creationId xmlns:a16="http://schemas.microsoft.com/office/drawing/2014/main" id="{0871C6C2-A108-D444-8E3E-4802C7E5E331}"/>
              </a:ext>
            </a:extLst>
          </p:cNvPr>
          <p:cNvCxnSpPr>
            <a:cxnSpLocks/>
          </p:cNvCxnSpPr>
          <p:nvPr/>
        </p:nvCxnSpPr>
        <p:spPr>
          <a:xfrm flipV="1">
            <a:off x="2047850"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03" name="直线连接符 102">
            <a:extLst>
              <a:ext uri="{FF2B5EF4-FFF2-40B4-BE49-F238E27FC236}">
                <a16:creationId xmlns:a16="http://schemas.microsoft.com/office/drawing/2014/main" id="{355DE6A2-D054-8840-840C-C8970CF7E187}"/>
              </a:ext>
            </a:extLst>
          </p:cNvPr>
          <p:cNvCxnSpPr>
            <a:cxnSpLocks/>
          </p:cNvCxnSpPr>
          <p:nvPr/>
        </p:nvCxnSpPr>
        <p:spPr>
          <a:xfrm flipV="1">
            <a:off x="2047850"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04" name="直线连接符 103">
            <a:extLst>
              <a:ext uri="{FF2B5EF4-FFF2-40B4-BE49-F238E27FC236}">
                <a16:creationId xmlns:a16="http://schemas.microsoft.com/office/drawing/2014/main" id="{4B41DEB8-E45D-DF49-BCC4-6C861D48FA19}"/>
              </a:ext>
            </a:extLst>
          </p:cNvPr>
          <p:cNvCxnSpPr>
            <a:cxnSpLocks/>
          </p:cNvCxnSpPr>
          <p:nvPr/>
        </p:nvCxnSpPr>
        <p:spPr>
          <a:xfrm flipV="1">
            <a:off x="2047850"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06" name="Object29">
            <a:extLst>
              <a:ext uri="{FF2B5EF4-FFF2-40B4-BE49-F238E27FC236}">
                <a16:creationId xmlns:a16="http://schemas.microsoft.com/office/drawing/2014/main" id="{EDFCACBE-61F5-AD41-B175-78FE2B9D01AB}"/>
              </a:ext>
            </a:extLst>
          </p:cNvPr>
          <p:cNvSpPr/>
          <p:nvPr/>
        </p:nvSpPr>
        <p:spPr>
          <a:xfrm>
            <a:off x="1538023" y="5096429"/>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业务目标</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2" name="矩形: 圆角 114">
            <a:extLst>
              <a:ext uri="{FF2B5EF4-FFF2-40B4-BE49-F238E27FC236}">
                <a16:creationId xmlns:a16="http://schemas.microsoft.com/office/drawing/2014/main" id="{3130ACB4-129B-E24E-92AE-49D0B4C8F6AD}"/>
              </a:ext>
            </a:extLst>
          </p:cNvPr>
          <p:cNvSpPr/>
          <p:nvPr/>
        </p:nvSpPr>
        <p:spPr>
          <a:xfrm>
            <a:off x="3315971"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Object60">
            <a:extLst>
              <a:ext uri="{FF2B5EF4-FFF2-40B4-BE49-F238E27FC236}">
                <a16:creationId xmlns:a16="http://schemas.microsoft.com/office/drawing/2014/main" id="{7DA992FE-4C30-0543-999D-DD3ED8F4B4D2}"/>
              </a:ext>
            </a:extLst>
          </p:cNvPr>
          <p:cNvSpPr/>
          <p:nvPr/>
        </p:nvSpPr>
        <p:spPr>
          <a:xfrm>
            <a:off x="3491085" y="3015160"/>
            <a:ext cx="1161901" cy="169008"/>
          </a:xfrm>
          <a:prstGeom prst="rect">
            <a:avLst/>
          </a:prstGeom>
          <a:noFill/>
          <a:ln/>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产品体验分析</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1" name="Object60">
            <a:extLst>
              <a:ext uri="{FF2B5EF4-FFF2-40B4-BE49-F238E27FC236}">
                <a16:creationId xmlns:a16="http://schemas.microsoft.com/office/drawing/2014/main" id="{BAFBCD00-1A46-304C-99A2-009D8BB6B02D}"/>
              </a:ext>
            </a:extLst>
          </p:cNvPr>
          <p:cNvSpPr/>
          <p:nvPr/>
        </p:nvSpPr>
        <p:spPr>
          <a:xfrm>
            <a:off x="3490975" y="3835806"/>
            <a:ext cx="1161901" cy="944874"/>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用户探访</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需求痛点</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113" name="Object29">
            <a:extLst>
              <a:ext uri="{FF2B5EF4-FFF2-40B4-BE49-F238E27FC236}">
                <a16:creationId xmlns:a16="http://schemas.microsoft.com/office/drawing/2014/main" id="{E7033ECF-684B-3F45-BCF5-F1CFFD4DFF7D}"/>
              </a:ext>
            </a:extLst>
          </p:cNvPr>
          <p:cNvSpPr/>
          <p:nvPr/>
        </p:nvSpPr>
        <p:spPr>
          <a:xfrm>
            <a:off x="3300304" y="1988249"/>
            <a:ext cx="1543242" cy="339884"/>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定义</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169" hangingPunct="0"/>
            <a:r>
              <a:rPr lang="en-US" altLang="zh-CN"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define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14" name="直线连接符 113">
            <a:extLst>
              <a:ext uri="{FF2B5EF4-FFF2-40B4-BE49-F238E27FC236}">
                <a16:creationId xmlns:a16="http://schemas.microsoft.com/office/drawing/2014/main" id="{988A8E06-D9E0-1542-AE5C-03A74437A8C4}"/>
              </a:ext>
            </a:extLst>
          </p:cNvPr>
          <p:cNvCxnSpPr>
            <a:cxnSpLocks/>
          </p:cNvCxnSpPr>
          <p:nvPr/>
        </p:nvCxnSpPr>
        <p:spPr>
          <a:xfrm flipV="1">
            <a:off x="4071925"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15" name="直线连接符 114">
            <a:extLst>
              <a:ext uri="{FF2B5EF4-FFF2-40B4-BE49-F238E27FC236}">
                <a16:creationId xmlns:a16="http://schemas.microsoft.com/office/drawing/2014/main" id="{FD0A94D1-C510-8946-929C-29CBEBB11266}"/>
              </a:ext>
            </a:extLst>
          </p:cNvPr>
          <p:cNvCxnSpPr>
            <a:cxnSpLocks/>
          </p:cNvCxnSpPr>
          <p:nvPr/>
        </p:nvCxnSpPr>
        <p:spPr>
          <a:xfrm flipV="1">
            <a:off x="4071925"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17" name="直线连接符 116">
            <a:extLst>
              <a:ext uri="{FF2B5EF4-FFF2-40B4-BE49-F238E27FC236}">
                <a16:creationId xmlns:a16="http://schemas.microsoft.com/office/drawing/2014/main" id="{9960D144-7363-634B-A90B-BADE740A9B65}"/>
              </a:ext>
            </a:extLst>
          </p:cNvPr>
          <p:cNvCxnSpPr>
            <a:cxnSpLocks/>
          </p:cNvCxnSpPr>
          <p:nvPr/>
        </p:nvCxnSpPr>
        <p:spPr>
          <a:xfrm flipV="1">
            <a:off x="4071925"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18" name="Object29">
            <a:extLst>
              <a:ext uri="{FF2B5EF4-FFF2-40B4-BE49-F238E27FC236}">
                <a16:creationId xmlns:a16="http://schemas.microsoft.com/office/drawing/2014/main" id="{F460D95A-9A1C-AD4A-AA81-197244ABD21D}"/>
              </a:ext>
            </a:extLst>
          </p:cNvPr>
          <p:cNvSpPr/>
          <p:nvPr/>
        </p:nvSpPr>
        <p:spPr>
          <a:xfrm>
            <a:off x="3562098" y="5096429"/>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产品目标</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5" name="矩形: 圆角 114">
            <a:extLst>
              <a:ext uri="{FF2B5EF4-FFF2-40B4-BE49-F238E27FC236}">
                <a16:creationId xmlns:a16="http://schemas.microsoft.com/office/drawing/2014/main" id="{A1BEB8FD-9B2C-4E45-B811-8CC054086F6B}"/>
              </a:ext>
            </a:extLst>
          </p:cNvPr>
          <p:cNvSpPr/>
          <p:nvPr/>
        </p:nvSpPr>
        <p:spPr>
          <a:xfrm>
            <a:off x="5340046"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Object60">
            <a:extLst>
              <a:ext uri="{FF2B5EF4-FFF2-40B4-BE49-F238E27FC236}">
                <a16:creationId xmlns:a16="http://schemas.microsoft.com/office/drawing/2014/main" id="{398EB082-4E64-1146-A30D-3148BEA7005C}"/>
              </a:ext>
            </a:extLst>
          </p:cNvPr>
          <p:cNvSpPr/>
          <p:nvPr/>
        </p:nvSpPr>
        <p:spPr>
          <a:xfrm>
            <a:off x="5518668" y="3015160"/>
            <a:ext cx="1161901" cy="169008"/>
          </a:xfrm>
          <a:prstGeom prst="rect">
            <a:avLst/>
          </a:prstGeom>
          <a:noFill/>
          <a:ln/>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确定设计方法</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56" name="Object60">
            <a:extLst>
              <a:ext uri="{FF2B5EF4-FFF2-40B4-BE49-F238E27FC236}">
                <a16:creationId xmlns:a16="http://schemas.microsoft.com/office/drawing/2014/main" id="{9B05B479-CD04-044E-8DB8-1E35AC8475AF}"/>
              </a:ext>
            </a:extLst>
          </p:cNvPr>
          <p:cNvSpPr/>
          <p:nvPr/>
        </p:nvSpPr>
        <p:spPr>
          <a:xfrm>
            <a:off x="5515050" y="3835806"/>
            <a:ext cx="1161901" cy="944874"/>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行业设计方向</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挖掘设计发力点</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数据场景分析</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127" name="Object29">
            <a:extLst>
              <a:ext uri="{FF2B5EF4-FFF2-40B4-BE49-F238E27FC236}">
                <a16:creationId xmlns:a16="http://schemas.microsoft.com/office/drawing/2014/main" id="{54FCCDB0-32B0-C649-881B-3411E568C54D}"/>
              </a:ext>
            </a:extLst>
          </p:cNvPr>
          <p:cNvSpPr/>
          <p:nvPr/>
        </p:nvSpPr>
        <p:spPr>
          <a:xfrm>
            <a:off x="5324379" y="1988249"/>
            <a:ext cx="1543242" cy="339884"/>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创想</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169" hangingPunct="0"/>
            <a:r>
              <a:rPr lang="en-US" altLang="zh-CN" sz="1000" kern="0" dirty="0" err="1">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ldeate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35" name="直线连接符 134">
            <a:extLst>
              <a:ext uri="{FF2B5EF4-FFF2-40B4-BE49-F238E27FC236}">
                <a16:creationId xmlns:a16="http://schemas.microsoft.com/office/drawing/2014/main" id="{7376715F-EB75-AF4B-B908-D7BD0806FEC2}"/>
              </a:ext>
            </a:extLst>
          </p:cNvPr>
          <p:cNvCxnSpPr>
            <a:cxnSpLocks/>
          </p:cNvCxnSpPr>
          <p:nvPr/>
        </p:nvCxnSpPr>
        <p:spPr>
          <a:xfrm flipV="1">
            <a:off x="6096000"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38" name="直线连接符 137">
            <a:extLst>
              <a:ext uri="{FF2B5EF4-FFF2-40B4-BE49-F238E27FC236}">
                <a16:creationId xmlns:a16="http://schemas.microsoft.com/office/drawing/2014/main" id="{C5FE56C3-1E7B-1246-9D22-DD656B9B0A6D}"/>
              </a:ext>
            </a:extLst>
          </p:cNvPr>
          <p:cNvCxnSpPr>
            <a:cxnSpLocks/>
          </p:cNvCxnSpPr>
          <p:nvPr/>
        </p:nvCxnSpPr>
        <p:spPr>
          <a:xfrm flipV="1">
            <a:off x="6096000"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39" name="直线连接符 138">
            <a:extLst>
              <a:ext uri="{FF2B5EF4-FFF2-40B4-BE49-F238E27FC236}">
                <a16:creationId xmlns:a16="http://schemas.microsoft.com/office/drawing/2014/main" id="{FBCD00ED-CB77-E241-B802-231605C38864}"/>
              </a:ext>
            </a:extLst>
          </p:cNvPr>
          <p:cNvCxnSpPr>
            <a:cxnSpLocks/>
          </p:cNvCxnSpPr>
          <p:nvPr/>
        </p:nvCxnSpPr>
        <p:spPr>
          <a:xfrm flipV="1">
            <a:off x="6096000"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42" name="Object29">
            <a:extLst>
              <a:ext uri="{FF2B5EF4-FFF2-40B4-BE49-F238E27FC236}">
                <a16:creationId xmlns:a16="http://schemas.microsoft.com/office/drawing/2014/main" id="{51A62186-6050-DB49-81C6-5FF1B39118CE}"/>
              </a:ext>
            </a:extLst>
          </p:cNvPr>
          <p:cNvSpPr/>
          <p:nvPr/>
        </p:nvSpPr>
        <p:spPr>
          <a:xfrm>
            <a:off x="5586173" y="5096429"/>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设计目标</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0" name="矩形: 圆角 114">
            <a:extLst>
              <a:ext uri="{FF2B5EF4-FFF2-40B4-BE49-F238E27FC236}">
                <a16:creationId xmlns:a16="http://schemas.microsoft.com/office/drawing/2014/main" id="{D0DF6479-63B2-AE49-A456-76DFE9653728}"/>
              </a:ext>
            </a:extLst>
          </p:cNvPr>
          <p:cNvSpPr/>
          <p:nvPr/>
        </p:nvSpPr>
        <p:spPr>
          <a:xfrm>
            <a:off x="7364121"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1" name="Object60">
            <a:extLst>
              <a:ext uri="{FF2B5EF4-FFF2-40B4-BE49-F238E27FC236}">
                <a16:creationId xmlns:a16="http://schemas.microsoft.com/office/drawing/2014/main" id="{7B4CB106-C90E-AC40-A92F-CF8151F2B991}"/>
              </a:ext>
            </a:extLst>
          </p:cNvPr>
          <p:cNvSpPr/>
          <p:nvPr/>
        </p:nvSpPr>
        <p:spPr>
          <a:xfrm>
            <a:off x="7539125" y="3015160"/>
            <a:ext cx="1161901" cy="169008"/>
          </a:xfrm>
          <a:prstGeom prst="rect">
            <a:avLst/>
          </a:prstGeom>
          <a:noFill/>
          <a:ln/>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设计产出</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09" name="Object60">
            <a:extLst>
              <a:ext uri="{FF2B5EF4-FFF2-40B4-BE49-F238E27FC236}">
                <a16:creationId xmlns:a16="http://schemas.microsoft.com/office/drawing/2014/main" id="{01DA9C8C-6FB1-994A-AEFF-B6463BB03646}"/>
              </a:ext>
            </a:extLst>
          </p:cNvPr>
          <p:cNvSpPr/>
          <p:nvPr/>
        </p:nvSpPr>
        <p:spPr>
          <a:xfrm>
            <a:off x="7539125" y="3835806"/>
            <a:ext cx="1161901" cy="944874"/>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风格探索</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视觉表现</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规范</a:t>
            </a: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走查</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201" name="Object29">
            <a:extLst>
              <a:ext uri="{FF2B5EF4-FFF2-40B4-BE49-F238E27FC236}">
                <a16:creationId xmlns:a16="http://schemas.microsoft.com/office/drawing/2014/main" id="{0CFEF096-6E3C-D943-8B1B-D690F9322B54}"/>
              </a:ext>
            </a:extLst>
          </p:cNvPr>
          <p:cNvSpPr/>
          <p:nvPr/>
        </p:nvSpPr>
        <p:spPr>
          <a:xfrm>
            <a:off x="7348454" y="1988249"/>
            <a:ext cx="1543242" cy="339884"/>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原型</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169" hangingPunct="0"/>
            <a:r>
              <a:rPr lang="en-US" altLang="zh-CN"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prototype</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02" name="直线连接符 201">
            <a:extLst>
              <a:ext uri="{FF2B5EF4-FFF2-40B4-BE49-F238E27FC236}">
                <a16:creationId xmlns:a16="http://schemas.microsoft.com/office/drawing/2014/main" id="{E67499B3-3834-424D-AC03-9DBACAB5F816}"/>
              </a:ext>
            </a:extLst>
          </p:cNvPr>
          <p:cNvCxnSpPr>
            <a:cxnSpLocks/>
          </p:cNvCxnSpPr>
          <p:nvPr/>
        </p:nvCxnSpPr>
        <p:spPr>
          <a:xfrm flipV="1">
            <a:off x="8120075"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04" name="直线连接符 203">
            <a:extLst>
              <a:ext uri="{FF2B5EF4-FFF2-40B4-BE49-F238E27FC236}">
                <a16:creationId xmlns:a16="http://schemas.microsoft.com/office/drawing/2014/main" id="{7A0FCCCA-E4AC-F04F-8CEC-3048EDE9DEB1}"/>
              </a:ext>
            </a:extLst>
          </p:cNvPr>
          <p:cNvCxnSpPr>
            <a:cxnSpLocks/>
          </p:cNvCxnSpPr>
          <p:nvPr/>
        </p:nvCxnSpPr>
        <p:spPr>
          <a:xfrm flipV="1">
            <a:off x="8120075"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05" name="直线连接符 204">
            <a:extLst>
              <a:ext uri="{FF2B5EF4-FFF2-40B4-BE49-F238E27FC236}">
                <a16:creationId xmlns:a16="http://schemas.microsoft.com/office/drawing/2014/main" id="{636474A3-80CA-DA4F-B916-B5A835BF9F0E}"/>
              </a:ext>
            </a:extLst>
          </p:cNvPr>
          <p:cNvCxnSpPr>
            <a:cxnSpLocks/>
          </p:cNvCxnSpPr>
          <p:nvPr/>
        </p:nvCxnSpPr>
        <p:spPr>
          <a:xfrm flipV="1">
            <a:off x="8120075"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6" name="Object29">
            <a:extLst>
              <a:ext uri="{FF2B5EF4-FFF2-40B4-BE49-F238E27FC236}">
                <a16:creationId xmlns:a16="http://schemas.microsoft.com/office/drawing/2014/main" id="{D87A0DCA-1BAA-A942-B837-5BE210B0FC8F}"/>
              </a:ext>
            </a:extLst>
          </p:cNvPr>
          <p:cNvSpPr/>
          <p:nvPr/>
        </p:nvSpPr>
        <p:spPr>
          <a:xfrm>
            <a:off x="7610248" y="5096429"/>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设计方案</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3" name="矩形: 圆角 114">
            <a:extLst>
              <a:ext uri="{FF2B5EF4-FFF2-40B4-BE49-F238E27FC236}">
                <a16:creationId xmlns:a16="http://schemas.microsoft.com/office/drawing/2014/main" id="{8BF14A05-947C-404A-B863-D51D1A48AFCC}"/>
              </a:ext>
            </a:extLst>
          </p:cNvPr>
          <p:cNvSpPr/>
          <p:nvPr/>
        </p:nvSpPr>
        <p:spPr>
          <a:xfrm>
            <a:off x="9388196" y="2879723"/>
            <a:ext cx="1511908" cy="43988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4" name="Object60">
            <a:extLst>
              <a:ext uri="{FF2B5EF4-FFF2-40B4-BE49-F238E27FC236}">
                <a16:creationId xmlns:a16="http://schemas.microsoft.com/office/drawing/2014/main" id="{03B025AD-A100-864B-ACC5-4CA4F294380C}"/>
              </a:ext>
            </a:extLst>
          </p:cNvPr>
          <p:cNvSpPr/>
          <p:nvPr/>
        </p:nvSpPr>
        <p:spPr>
          <a:xfrm>
            <a:off x="9596112" y="3015160"/>
            <a:ext cx="1161901" cy="169008"/>
          </a:xfrm>
          <a:prstGeom prst="rect">
            <a:avLst/>
          </a:prstGeom>
          <a:noFill/>
          <a:ln/>
        </p:spPr>
        <p:txBody>
          <a:bodyPr wrap="square" lIns="0" tIns="0" rIns="0" bIns="0" rtlCol="0" anchor="ctr"/>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验证迭代</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22" name="Object60">
            <a:extLst>
              <a:ext uri="{FF2B5EF4-FFF2-40B4-BE49-F238E27FC236}">
                <a16:creationId xmlns:a16="http://schemas.microsoft.com/office/drawing/2014/main" id="{FAD7E6B0-71B3-5A41-8AAD-ECBDD67DA503}"/>
              </a:ext>
            </a:extLst>
          </p:cNvPr>
          <p:cNvSpPr/>
          <p:nvPr/>
        </p:nvSpPr>
        <p:spPr>
          <a:xfrm>
            <a:off x="9563200" y="3835806"/>
            <a:ext cx="1161901" cy="944874"/>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数据跟踪</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用户反馈</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zh-CN" alt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反复验证</a:t>
            </a:r>
            <a:endPar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lnSpc>
                <a:spcPct val="130000"/>
              </a:lnSpc>
            </a:pPr>
            <a:r>
              <a:rPr lang="en-US" altLang="zh-CN"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215" name="Object29">
            <a:extLst>
              <a:ext uri="{FF2B5EF4-FFF2-40B4-BE49-F238E27FC236}">
                <a16:creationId xmlns:a16="http://schemas.microsoft.com/office/drawing/2014/main" id="{823D80FA-2464-D644-B6C1-E232FFD43BC7}"/>
              </a:ext>
            </a:extLst>
          </p:cNvPr>
          <p:cNvSpPr/>
          <p:nvPr/>
        </p:nvSpPr>
        <p:spPr>
          <a:xfrm>
            <a:off x="9372529" y="1988249"/>
            <a:ext cx="1543242" cy="339884"/>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a:t>
            </a:r>
            <a:endParaRPr lang="en-US" altLang="zh-CN" sz="12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algn="ctr" defTabSz="1219169" hangingPunct="0"/>
            <a:r>
              <a:rPr lang="en-US" altLang="zh-CN"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test</a:t>
            </a:r>
            <a:endParaRPr lang="zh-CN" altLang="en-US" sz="10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16" name="直线连接符 215">
            <a:extLst>
              <a:ext uri="{FF2B5EF4-FFF2-40B4-BE49-F238E27FC236}">
                <a16:creationId xmlns:a16="http://schemas.microsoft.com/office/drawing/2014/main" id="{B6316B47-41AF-7C43-A01D-7AA263751D95}"/>
              </a:ext>
            </a:extLst>
          </p:cNvPr>
          <p:cNvCxnSpPr>
            <a:cxnSpLocks/>
          </p:cNvCxnSpPr>
          <p:nvPr/>
        </p:nvCxnSpPr>
        <p:spPr>
          <a:xfrm flipV="1">
            <a:off x="10144150" y="2536510"/>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17" name="直线连接符 216">
            <a:extLst>
              <a:ext uri="{FF2B5EF4-FFF2-40B4-BE49-F238E27FC236}">
                <a16:creationId xmlns:a16="http://schemas.microsoft.com/office/drawing/2014/main" id="{9BC8D46C-F5F6-FD42-9D55-C709C0080D99}"/>
              </a:ext>
            </a:extLst>
          </p:cNvPr>
          <p:cNvCxnSpPr>
            <a:cxnSpLocks/>
          </p:cNvCxnSpPr>
          <p:nvPr/>
        </p:nvCxnSpPr>
        <p:spPr>
          <a:xfrm flipV="1">
            <a:off x="10144150" y="3373628"/>
            <a:ext cx="0" cy="25730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18" name="直线连接符 217">
            <a:extLst>
              <a:ext uri="{FF2B5EF4-FFF2-40B4-BE49-F238E27FC236}">
                <a16:creationId xmlns:a16="http://schemas.microsoft.com/office/drawing/2014/main" id="{F81165DB-A5DD-9546-84A3-A7E4C12FC398}"/>
              </a:ext>
            </a:extLst>
          </p:cNvPr>
          <p:cNvCxnSpPr>
            <a:cxnSpLocks/>
          </p:cNvCxnSpPr>
          <p:nvPr/>
        </p:nvCxnSpPr>
        <p:spPr>
          <a:xfrm flipV="1">
            <a:off x="10144150" y="4913503"/>
            <a:ext cx="0" cy="208695"/>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19" name="Object29">
            <a:extLst>
              <a:ext uri="{FF2B5EF4-FFF2-40B4-BE49-F238E27FC236}">
                <a16:creationId xmlns:a16="http://schemas.microsoft.com/office/drawing/2014/main" id="{E367BB9C-0BB0-5847-B047-5A0612BD8A4F}"/>
              </a:ext>
            </a:extLst>
          </p:cNvPr>
          <p:cNvSpPr/>
          <p:nvPr/>
        </p:nvSpPr>
        <p:spPr>
          <a:xfrm>
            <a:off x="9634323" y="5096429"/>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迭代优化</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6" name="三角形 225">
            <a:extLst>
              <a:ext uri="{FF2B5EF4-FFF2-40B4-BE49-F238E27FC236}">
                <a16:creationId xmlns:a16="http://schemas.microsoft.com/office/drawing/2014/main" id="{809CD237-ED42-8D4C-A6E6-E718C22729CE}"/>
              </a:ext>
            </a:extLst>
          </p:cNvPr>
          <p:cNvSpPr/>
          <p:nvPr/>
        </p:nvSpPr>
        <p:spPr>
          <a:xfrm rot="5400000">
            <a:off x="2996074"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7" name="三角形 226">
            <a:extLst>
              <a:ext uri="{FF2B5EF4-FFF2-40B4-BE49-F238E27FC236}">
                <a16:creationId xmlns:a16="http://schemas.microsoft.com/office/drawing/2014/main" id="{76217FB0-E9FB-4340-84AA-36F338B2A639}"/>
              </a:ext>
            </a:extLst>
          </p:cNvPr>
          <p:cNvSpPr/>
          <p:nvPr/>
        </p:nvSpPr>
        <p:spPr>
          <a:xfrm rot="5400000">
            <a:off x="5020149"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8" name="三角形 227">
            <a:extLst>
              <a:ext uri="{FF2B5EF4-FFF2-40B4-BE49-F238E27FC236}">
                <a16:creationId xmlns:a16="http://schemas.microsoft.com/office/drawing/2014/main" id="{117437D9-5912-764A-8055-6E33352B6CB7}"/>
              </a:ext>
            </a:extLst>
          </p:cNvPr>
          <p:cNvSpPr/>
          <p:nvPr/>
        </p:nvSpPr>
        <p:spPr>
          <a:xfrm rot="5400000">
            <a:off x="7044224"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9" name="三角形 228">
            <a:extLst>
              <a:ext uri="{FF2B5EF4-FFF2-40B4-BE49-F238E27FC236}">
                <a16:creationId xmlns:a16="http://schemas.microsoft.com/office/drawing/2014/main" id="{2BEC0A91-778A-5A43-84C2-0DF90014EA8E}"/>
              </a:ext>
            </a:extLst>
          </p:cNvPr>
          <p:cNvSpPr/>
          <p:nvPr/>
        </p:nvSpPr>
        <p:spPr>
          <a:xfrm rot="5400000">
            <a:off x="9068299" y="3065343"/>
            <a:ext cx="127627" cy="11002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30" name="直线连接符 229">
            <a:extLst>
              <a:ext uri="{FF2B5EF4-FFF2-40B4-BE49-F238E27FC236}">
                <a16:creationId xmlns:a16="http://schemas.microsoft.com/office/drawing/2014/main" id="{9CDBF3E9-708B-0348-BCB5-34D86BE2E8E4}"/>
              </a:ext>
            </a:extLst>
          </p:cNvPr>
          <p:cNvCxnSpPr>
            <a:cxnSpLocks/>
          </p:cNvCxnSpPr>
          <p:nvPr/>
        </p:nvCxnSpPr>
        <p:spPr>
          <a:xfrm flipH="1">
            <a:off x="2047850" y="5645236"/>
            <a:ext cx="4048150" cy="0"/>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31" name="直线连接符 230">
            <a:extLst>
              <a:ext uri="{FF2B5EF4-FFF2-40B4-BE49-F238E27FC236}">
                <a16:creationId xmlns:a16="http://schemas.microsoft.com/office/drawing/2014/main" id="{2B14DFF7-8F98-2F40-8EE4-84CDAC4A6314}"/>
              </a:ext>
            </a:extLst>
          </p:cNvPr>
          <p:cNvCxnSpPr>
            <a:cxnSpLocks/>
          </p:cNvCxnSpPr>
          <p:nvPr/>
        </p:nvCxnSpPr>
        <p:spPr>
          <a:xfrm>
            <a:off x="2036502" y="5395584"/>
            <a:ext cx="0" cy="249652"/>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32" name="直线连接符 231">
            <a:extLst>
              <a:ext uri="{FF2B5EF4-FFF2-40B4-BE49-F238E27FC236}">
                <a16:creationId xmlns:a16="http://schemas.microsoft.com/office/drawing/2014/main" id="{831FD225-CA78-2240-AF4D-8F360F3BBCBB}"/>
              </a:ext>
            </a:extLst>
          </p:cNvPr>
          <p:cNvCxnSpPr>
            <a:cxnSpLocks/>
          </p:cNvCxnSpPr>
          <p:nvPr/>
        </p:nvCxnSpPr>
        <p:spPr>
          <a:xfrm>
            <a:off x="6099619" y="5395584"/>
            <a:ext cx="0" cy="249652"/>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33" name="直线连接符 232">
            <a:extLst>
              <a:ext uri="{FF2B5EF4-FFF2-40B4-BE49-F238E27FC236}">
                <a16:creationId xmlns:a16="http://schemas.microsoft.com/office/drawing/2014/main" id="{411ABC24-529A-7347-8774-AB9803668DAE}"/>
              </a:ext>
            </a:extLst>
          </p:cNvPr>
          <p:cNvCxnSpPr>
            <a:cxnSpLocks/>
          </p:cNvCxnSpPr>
          <p:nvPr/>
        </p:nvCxnSpPr>
        <p:spPr>
          <a:xfrm>
            <a:off x="4072036" y="5395584"/>
            <a:ext cx="0" cy="249652"/>
          </a:xfrm>
          <a:prstGeom prst="line">
            <a:avLst/>
          </a:prstGeom>
          <a:ln w="9525">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sp>
        <p:nvSpPr>
          <p:cNvPr id="234" name="Object29">
            <a:extLst>
              <a:ext uri="{FF2B5EF4-FFF2-40B4-BE49-F238E27FC236}">
                <a16:creationId xmlns:a16="http://schemas.microsoft.com/office/drawing/2014/main" id="{1F526341-07B3-AF45-B52B-FCA0FA0EAFE6}"/>
              </a:ext>
            </a:extLst>
          </p:cNvPr>
          <p:cNvSpPr/>
          <p:nvPr/>
        </p:nvSpPr>
        <p:spPr>
          <a:xfrm>
            <a:off x="3562097" y="5768567"/>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对齐目标</a:t>
            </a:r>
            <a:endPar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35" name="直线连接符 234">
            <a:extLst>
              <a:ext uri="{FF2B5EF4-FFF2-40B4-BE49-F238E27FC236}">
                <a16:creationId xmlns:a16="http://schemas.microsoft.com/office/drawing/2014/main" id="{84D0CFB8-0916-AF4D-82AE-644E2B0F287C}"/>
              </a:ext>
            </a:extLst>
          </p:cNvPr>
          <p:cNvCxnSpPr>
            <a:cxnSpLocks/>
          </p:cNvCxnSpPr>
          <p:nvPr/>
        </p:nvCxnSpPr>
        <p:spPr>
          <a:xfrm flipH="1">
            <a:off x="4450469" y="5918144"/>
            <a:ext cx="5693681" cy="0"/>
          </a:xfrm>
          <a:prstGeom prst="line">
            <a:avLst/>
          </a:prstGeom>
          <a:ln w="9525">
            <a:solidFill>
              <a:schemeClr val="accent1">
                <a:lumMod val="100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36" name="直线连接符 235">
            <a:extLst>
              <a:ext uri="{FF2B5EF4-FFF2-40B4-BE49-F238E27FC236}">
                <a16:creationId xmlns:a16="http://schemas.microsoft.com/office/drawing/2014/main" id="{232038F6-8C86-B34A-B58D-F13D15610F79}"/>
              </a:ext>
            </a:extLst>
          </p:cNvPr>
          <p:cNvCxnSpPr>
            <a:cxnSpLocks/>
          </p:cNvCxnSpPr>
          <p:nvPr/>
        </p:nvCxnSpPr>
        <p:spPr>
          <a:xfrm>
            <a:off x="8119251" y="5395584"/>
            <a:ext cx="824" cy="52256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37" name="直线连接符 236">
            <a:extLst>
              <a:ext uri="{FF2B5EF4-FFF2-40B4-BE49-F238E27FC236}">
                <a16:creationId xmlns:a16="http://schemas.microsoft.com/office/drawing/2014/main" id="{139F2CCE-1C79-B64A-94AA-C82A7E9A1B44}"/>
              </a:ext>
            </a:extLst>
          </p:cNvPr>
          <p:cNvCxnSpPr>
            <a:cxnSpLocks/>
          </p:cNvCxnSpPr>
          <p:nvPr/>
        </p:nvCxnSpPr>
        <p:spPr>
          <a:xfrm>
            <a:off x="10146833" y="5395584"/>
            <a:ext cx="824" cy="52256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sp>
        <p:nvSpPr>
          <p:cNvPr id="238" name="Object29">
            <a:extLst>
              <a:ext uri="{FF2B5EF4-FFF2-40B4-BE49-F238E27FC236}">
                <a16:creationId xmlns:a16="http://schemas.microsoft.com/office/drawing/2014/main" id="{7103F50A-5414-F04B-8665-44D619ED32A7}"/>
              </a:ext>
            </a:extLst>
          </p:cNvPr>
          <p:cNvSpPr/>
          <p:nvPr/>
        </p:nvSpPr>
        <p:spPr>
          <a:xfrm>
            <a:off x="6439956" y="6031051"/>
            <a:ext cx="1714707" cy="321511"/>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可复用的设计方法</a:t>
            </a:r>
            <a:endParaRPr lang="zh-CN" altLang="en-US" sz="105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A7930700-B7D1-E99D-35E0-A43F386B864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83F7E13F-9641-5086-6F52-DDC90037F9B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75298614-D0C0-F985-E493-64780107BD9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10031358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椭圆 88">
            <a:extLst>
              <a:ext uri="{FF2B5EF4-FFF2-40B4-BE49-F238E27FC236}">
                <a16:creationId xmlns:a16="http://schemas.microsoft.com/office/drawing/2014/main" id="{6C15FA89-C439-1B4E-A033-7A8315B113EC}"/>
              </a:ext>
            </a:extLst>
          </p:cNvPr>
          <p:cNvSpPr/>
          <p:nvPr/>
        </p:nvSpPr>
        <p:spPr>
          <a:xfrm>
            <a:off x="5081222" y="3086154"/>
            <a:ext cx="2051108" cy="205110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a:extLst>
              <a:ext uri="{FF2B5EF4-FFF2-40B4-BE49-F238E27FC236}">
                <a16:creationId xmlns:a16="http://schemas.microsoft.com/office/drawing/2014/main" id="{E6FEFE6D-77FB-2D41-85F6-23D0C721BEE1}"/>
              </a:ext>
            </a:extLst>
          </p:cNvPr>
          <p:cNvSpPr txBox="1"/>
          <p:nvPr/>
        </p:nvSpPr>
        <p:spPr>
          <a:xfrm>
            <a:off x="5395204" y="3995278"/>
            <a:ext cx="1401591" cy="3613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b">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互动直播</a:t>
            </a:r>
            <a:endParaRPr lang="en-US" altLang="zh-CN" sz="2000" b="0" kern="0" dirty="0">
              <a:solidFill>
                <a:schemeClr val="lt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92" name="直线连接符 91">
            <a:extLst>
              <a:ext uri="{FF2B5EF4-FFF2-40B4-BE49-F238E27FC236}">
                <a16:creationId xmlns:a16="http://schemas.microsoft.com/office/drawing/2014/main" id="{3D7B889C-0640-0348-AA47-1C5B5BC9A2D9}"/>
              </a:ext>
            </a:extLst>
          </p:cNvPr>
          <p:cNvCxnSpPr>
            <a:cxnSpLocks/>
          </p:cNvCxnSpPr>
          <p:nvPr/>
        </p:nvCxnSpPr>
        <p:spPr>
          <a:xfrm flipH="1">
            <a:off x="5431800" y="4402932"/>
            <a:ext cx="1349952" cy="0"/>
          </a:xfrm>
          <a:prstGeom prst="line">
            <a:avLst/>
          </a:prstGeom>
          <a:ln w="9525">
            <a:gradFill>
              <a:gsLst>
                <a:gs pos="0">
                  <a:schemeClr val="bg1">
                    <a:alpha val="0"/>
                  </a:schemeClr>
                </a:gs>
                <a:gs pos="50000">
                  <a:schemeClr val="bg1"/>
                </a:gs>
                <a:gs pos="100000">
                  <a:schemeClr val="bg1">
                    <a:alpha val="0"/>
                  </a:schemeClr>
                </a:gs>
              </a:gsLst>
              <a:lin ang="0" scaled="0"/>
            </a:gradFill>
            <a:prstDash val="dash"/>
          </a:ln>
        </p:spPr>
        <p:style>
          <a:lnRef idx="1">
            <a:schemeClr val="accent1"/>
          </a:lnRef>
          <a:fillRef idx="0">
            <a:schemeClr val="accent1"/>
          </a:fillRef>
          <a:effectRef idx="0">
            <a:schemeClr val="accent1"/>
          </a:effectRef>
          <a:fontRef idx="minor">
            <a:schemeClr val="tx1"/>
          </a:fontRef>
        </p:style>
      </p:cxnSp>
      <p:sp>
        <p:nvSpPr>
          <p:cNvPr id="98" name="Object60">
            <a:extLst>
              <a:ext uri="{FF2B5EF4-FFF2-40B4-BE49-F238E27FC236}">
                <a16:creationId xmlns:a16="http://schemas.microsoft.com/office/drawing/2014/main" id="{68467C3E-0C1A-164D-B60B-9BBD2BF577BA}"/>
              </a:ext>
            </a:extLst>
          </p:cNvPr>
          <p:cNvSpPr/>
          <p:nvPr/>
        </p:nvSpPr>
        <p:spPr>
          <a:xfrm>
            <a:off x="5525826" y="4492032"/>
            <a:ext cx="1161901" cy="307777"/>
          </a:xfrm>
          <a:prstGeom prst="rect">
            <a:avLst/>
          </a:prstGeom>
          <a:noFill/>
          <a:ln/>
        </p:spPr>
        <p:txBody>
          <a:bodyPr wrap="square" lIns="0" tIns="0" rIns="0" bIns="0" rtlCol="0" anchor="t">
            <a:spAutoFit/>
          </a:bodyPr>
          <a:lstStyle/>
          <a:p>
            <a:pPr algn="ctr" defTabSz="731520"/>
            <a:r>
              <a:rPr lang="zh-CN" altLang="en-US" sz="10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互动强 销售前置</a:t>
            </a:r>
            <a:endParaRPr lang="en-US" altLang="zh-CN" sz="100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zh-CN" altLang="en-US" sz="100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成本</a:t>
            </a:r>
            <a:r>
              <a:rPr lang="zh-CN" altLang="en-US" sz="10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 覆盖广</a:t>
            </a:r>
            <a:endParaRPr lang="en-US" altLang="zh-CN" sz="10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梯形 17">
            <a:extLst>
              <a:ext uri="{FF2B5EF4-FFF2-40B4-BE49-F238E27FC236}">
                <a16:creationId xmlns:a16="http://schemas.microsoft.com/office/drawing/2014/main" id="{FE4A3F6B-E8E2-604E-A0CB-FB461F953D1D}"/>
              </a:ext>
            </a:extLst>
          </p:cNvPr>
          <p:cNvSpPr/>
          <p:nvPr/>
        </p:nvSpPr>
        <p:spPr>
          <a:xfrm rot="16200000">
            <a:off x="6876897" y="3841776"/>
            <a:ext cx="1067520" cy="546214"/>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 fmla="*/ 0 w 1133357"/>
              <a:gd name="connsiteY0" fmla="*/ 708329 h 742195"/>
              <a:gd name="connsiteX1" fmla="*/ 177082 w 1133357"/>
              <a:gd name="connsiteY1" fmla="*/ 0 h 742195"/>
              <a:gd name="connsiteX2" fmla="*/ 956275 w 1133357"/>
              <a:gd name="connsiteY2" fmla="*/ 0 h 742195"/>
              <a:gd name="connsiteX3" fmla="*/ 1133357 w 1133357"/>
              <a:gd name="connsiteY3" fmla="*/ 708329 h 742195"/>
              <a:gd name="connsiteX4" fmla="*/ 0 w 1133357"/>
              <a:gd name="connsiteY4" fmla="*/ 708329 h 742195"/>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818625"/>
              <a:gd name="connsiteX1" fmla="*/ 177082 w 1133357"/>
              <a:gd name="connsiteY1" fmla="*/ 0 h 818625"/>
              <a:gd name="connsiteX2" fmla="*/ 956275 w 1133357"/>
              <a:gd name="connsiteY2" fmla="*/ 0 h 818625"/>
              <a:gd name="connsiteX3" fmla="*/ 1133357 w 1133357"/>
              <a:gd name="connsiteY3" fmla="*/ 708329 h 818625"/>
              <a:gd name="connsiteX4" fmla="*/ 0 w 1133357"/>
              <a:gd name="connsiteY4" fmla="*/ 708329 h 818625"/>
              <a:gd name="connsiteX0" fmla="*/ 0 w 1133357"/>
              <a:gd name="connsiteY0" fmla="*/ 708329 h 855068"/>
              <a:gd name="connsiteX1" fmla="*/ 177082 w 1133357"/>
              <a:gd name="connsiteY1" fmla="*/ 0 h 855068"/>
              <a:gd name="connsiteX2" fmla="*/ 956275 w 1133357"/>
              <a:gd name="connsiteY2" fmla="*/ 0 h 855068"/>
              <a:gd name="connsiteX3" fmla="*/ 1133357 w 1133357"/>
              <a:gd name="connsiteY3" fmla="*/ 708329 h 855068"/>
              <a:gd name="connsiteX4" fmla="*/ 0 w 1133357"/>
              <a:gd name="connsiteY4" fmla="*/ 708329 h 855068"/>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50013"/>
              <a:gd name="connsiteY0" fmla="*/ 708329 h 812370"/>
              <a:gd name="connsiteX1" fmla="*/ 177082 w 1150013"/>
              <a:gd name="connsiteY1" fmla="*/ 0 h 812370"/>
              <a:gd name="connsiteX2" fmla="*/ 956275 w 1150013"/>
              <a:gd name="connsiteY2" fmla="*/ 0 h 812370"/>
              <a:gd name="connsiteX3" fmla="*/ 1150013 w 1150013"/>
              <a:gd name="connsiteY3" fmla="*/ 586502 h 812370"/>
              <a:gd name="connsiteX4" fmla="*/ 0 w 1150013"/>
              <a:gd name="connsiteY4" fmla="*/ 708329 h 812370"/>
              <a:gd name="connsiteX0" fmla="*/ 0 w 1156675"/>
              <a:gd name="connsiteY0" fmla="*/ 591374 h 738113"/>
              <a:gd name="connsiteX1" fmla="*/ 183744 w 1156675"/>
              <a:gd name="connsiteY1" fmla="*/ 0 h 738113"/>
              <a:gd name="connsiteX2" fmla="*/ 962937 w 1156675"/>
              <a:gd name="connsiteY2" fmla="*/ 0 h 738113"/>
              <a:gd name="connsiteX3" fmla="*/ 1156675 w 1156675"/>
              <a:gd name="connsiteY3" fmla="*/ 586502 h 738113"/>
              <a:gd name="connsiteX4" fmla="*/ 0 w 1156675"/>
              <a:gd name="connsiteY4" fmla="*/ 591374 h 738113"/>
              <a:gd name="connsiteX0" fmla="*/ 0 w 1156675"/>
              <a:gd name="connsiteY0" fmla="*/ 591374 h 854599"/>
              <a:gd name="connsiteX1" fmla="*/ 183744 w 1156675"/>
              <a:gd name="connsiteY1" fmla="*/ 0 h 854599"/>
              <a:gd name="connsiteX2" fmla="*/ 962937 w 1156675"/>
              <a:gd name="connsiteY2" fmla="*/ 0 h 854599"/>
              <a:gd name="connsiteX3" fmla="*/ 1156675 w 1156675"/>
              <a:gd name="connsiteY3" fmla="*/ 586502 h 854599"/>
              <a:gd name="connsiteX4" fmla="*/ 0 w 1156675"/>
              <a:gd name="connsiteY4" fmla="*/ 591374 h 854599"/>
              <a:gd name="connsiteX0" fmla="*/ 0 w 1156675"/>
              <a:gd name="connsiteY0" fmla="*/ 591374 h 898362"/>
              <a:gd name="connsiteX1" fmla="*/ 183744 w 1156675"/>
              <a:gd name="connsiteY1" fmla="*/ 0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591374 h 898362"/>
              <a:gd name="connsiteX1" fmla="*/ 207061 w 1156675"/>
              <a:gd name="connsiteY1" fmla="*/ 58481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532892 h 839880"/>
              <a:gd name="connsiteX1" fmla="*/ 207061 w 1156675"/>
              <a:gd name="connsiteY1" fmla="*/ -1 h 839880"/>
              <a:gd name="connsiteX2" fmla="*/ 949611 w 1156675"/>
              <a:gd name="connsiteY2" fmla="*/ 19491 h 839880"/>
              <a:gd name="connsiteX3" fmla="*/ 1156675 w 1156675"/>
              <a:gd name="connsiteY3" fmla="*/ 528020 h 839880"/>
              <a:gd name="connsiteX4" fmla="*/ 0 w 1156675"/>
              <a:gd name="connsiteY4" fmla="*/ 532892 h 839880"/>
              <a:gd name="connsiteX0" fmla="*/ 0 w 1140019"/>
              <a:gd name="connsiteY0" fmla="*/ 532894 h 846148"/>
              <a:gd name="connsiteX1" fmla="*/ 207061 w 1140019"/>
              <a:gd name="connsiteY1" fmla="*/ 1 h 846148"/>
              <a:gd name="connsiteX2" fmla="*/ 949611 w 1140019"/>
              <a:gd name="connsiteY2" fmla="*/ 19493 h 846148"/>
              <a:gd name="connsiteX3" fmla="*/ 1140019 w 1140019"/>
              <a:gd name="connsiteY3" fmla="*/ 542642 h 846148"/>
              <a:gd name="connsiteX4" fmla="*/ 0 w 1140019"/>
              <a:gd name="connsiteY4" fmla="*/ 532894 h 846148"/>
              <a:gd name="connsiteX0" fmla="*/ 1 w 1130027"/>
              <a:gd name="connsiteY0" fmla="*/ 542642 h 851698"/>
              <a:gd name="connsiteX1" fmla="*/ 197069 w 1130027"/>
              <a:gd name="connsiteY1" fmla="*/ -1 h 851698"/>
              <a:gd name="connsiteX2" fmla="*/ 939619 w 1130027"/>
              <a:gd name="connsiteY2" fmla="*/ 19491 h 851698"/>
              <a:gd name="connsiteX3" fmla="*/ 1130027 w 1130027"/>
              <a:gd name="connsiteY3" fmla="*/ 542640 h 851698"/>
              <a:gd name="connsiteX4" fmla="*/ 1 w 1130027"/>
              <a:gd name="connsiteY4" fmla="*/ 542642 h 851698"/>
              <a:gd name="connsiteX0" fmla="*/ 0 w 1130026"/>
              <a:gd name="connsiteY0" fmla="*/ 542644 h 835906"/>
              <a:gd name="connsiteX1" fmla="*/ 197068 w 1130026"/>
              <a:gd name="connsiteY1" fmla="*/ 1 h 835906"/>
              <a:gd name="connsiteX2" fmla="*/ 939618 w 1130026"/>
              <a:gd name="connsiteY2" fmla="*/ 19493 h 835906"/>
              <a:gd name="connsiteX3" fmla="*/ 1130026 w 1130026"/>
              <a:gd name="connsiteY3" fmla="*/ 542642 h 835906"/>
              <a:gd name="connsiteX4" fmla="*/ 0 w 1130026"/>
              <a:gd name="connsiteY4" fmla="*/ 542644 h 835906"/>
              <a:gd name="connsiteX0" fmla="*/ 0 w 1130026"/>
              <a:gd name="connsiteY0" fmla="*/ 542642 h 824387"/>
              <a:gd name="connsiteX1" fmla="*/ 197068 w 1130026"/>
              <a:gd name="connsiteY1" fmla="*/ -1 h 824387"/>
              <a:gd name="connsiteX2" fmla="*/ 939618 w 1130026"/>
              <a:gd name="connsiteY2" fmla="*/ 19491 h 824387"/>
              <a:gd name="connsiteX3" fmla="*/ 1130026 w 1130026"/>
              <a:gd name="connsiteY3" fmla="*/ 542640 h 824387"/>
              <a:gd name="connsiteX4" fmla="*/ 0 w 1130026"/>
              <a:gd name="connsiteY4" fmla="*/ 542642 h 824387"/>
              <a:gd name="connsiteX0" fmla="*/ 0 w 1120032"/>
              <a:gd name="connsiteY0" fmla="*/ 542644 h 816335"/>
              <a:gd name="connsiteX1" fmla="*/ 197068 w 1120032"/>
              <a:gd name="connsiteY1" fmla="*/ 1 h 816335"/>
              <a:gd name="connsiteX2" fmla="*/ 939618 w 1120032"/>
              <a:gd name="connsiteY2" fmla="*/ 19493 h 816335"/>
              <a:gd name="connsiteX3" fmla="*/ 1120032 w 1120032"/>
              <a:gd name="connsiteY3" fmla="*/ 523149 h 816335"/>
              <a:gd name="connsiteX4" fmla="*/ 0 w 1120032"/>
              <a:gd name="connsiteY4" fmla="*/ 542644 h 816335"/>
              <a:gd name="connsiteX0" fmla="*/ 0 w 1120032"/>
              <a:gd name="connsiteY0" fmla="*/ 542642 h 832391"/>
              <a:gd name="connsiteX1" fmla="*/ 197068 w 1120032"/>
              <a:gd name="connsiteY1" fmla="*/ -1 h 832391"/>
              <a:gd name="connsiteX2" fmla="*/ 939618 w 1120032"/>
              <a:gd name="connsiteY2" fmla="*/ 19491 h 832391"/>
              <a:gd name="connsiteX3" fmla="*/ 1120032 w 1120032"/>
              <a:gd name="connsiteY3" fmla="*/ 523147 h 832391"/>
              <a:gd name="connsiteX4" fmla="*/ 0 w 1120032"/>
              <a:gd name="connsiteY4" fmla="*/ 542642 h 832391"/>
              <a:gd name="connsiteX0" fmla="*/ 0 w 1120032"/>
              <a:gd name="connsiteY0" fmla="*/ 542644 h 838346"/>
              <a:gd name="connsiteX1" fmla="*/ 197068 w 1120032"/>
              <a:gd name="connsiteY1" fmla="*/ 1 h 838346"/>
              <a:gd name="connsiteX2" fmla="*/ 939618 w 1120032"/>
              <a:gd name="connsiteY2" fmla="*/ 19493 h 838346"/>
              <a:gd name="connsiteX3" fmla="*/ 1120032 w 1120032"/>
              <a:gd name="connsiteY3" fmla="*/ 523149 h 838346"/>
              <a:gd name="connsiteX4" fmla="*/ 0 w 1120032"/>
              <a:gd name="connsiteY4" fmla="*/ 542644 h 838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32" h="838346">
                <a:moveTo>
                  <a:pt x="0" y="542644"/>
                </a:moveTo>
                <a:lnTo>
                  <a:pt x="197068" y="1"/>
                </a:lnTo>
                <a:cubicBezTo>
                  <a:pt x="453624" y="150758"/>
                  <a:pt x="664010" y="168309"/>
                  <a:pt x="939618" y="19493"/>
                </a:cubicBezTo>
                <a:lnTo>
                  <a:pt x="1120032" y="523149"/>
                </a:lnTo>
                <a:cubicBezTo>
                  <a:pt x="877880" y="863249"/>
                  <a:pt x="385902" y="1008780"/>
                  <a:pt x="0" y="54264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梯形 17">
            <a:extLst>
              <a:ext uri="{FF2B5EF4-FFF2-40B4-BE49-F238E27FC236}">
                <a16:creationId xmlns:a16="http://schemas.microsoft.com/office/drawing/2014/main" id="{8F913BE0-7BC2-144B-8F1A-324BB959879F}"/>
              </a:ext>
            </a:extLst>
          </p:cNvPr>
          <p:cNvSpPr/>
          <p:nvPr/>
        </p:nvSpPr>
        <p:spPr>
          <a:xfrm rot="16200000">
            <a:off x="6981982" y="3423575"/>
            <a:ext cx="2449007" cy="1366740"/>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 fmla="*/ 0 w 1133357"/>
              <a:gd name="connsiteY0" fmla="*/ 708329 h 742195"/>
              <a:gd name="connsiteX1" fmla="*/ 177082 w 1133357"/>
              <a:gd name="connsiteY1" fmla="*/ 0 h 742195"/>
              <a:gd name="connsiteX2" fmla="*/ 956275 w 1133357"/>
              <a:gd name="connsiteY2" fmla="*/ 0 h 742195"/>
              <a:gd name="connsiteX3" fmla="*/ 1133357 w 1133357"/>
              <a:gd name="connsiteY3" fmla="*/ 708329 h 742195"/>
              <a:gd name="connsiteX4" fmla="*/ 0 w 1133357"/>
              <a:gd name="connsiteY4" fmla="*/ 708329 h 742195"/>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818625"/>
              <a:gd name="connsiteX1" fmla="*/ 177082 w 1133357"/>
              <a:gd name="connsiteY1" fmla="*/ 0 h 818625"/>
              <a:gd name="connsiteX2" fmla="*/ 956275 w 1133357"/>
              <a:gd name="connsiteY2" fmla="*/ 0 h 818625"/>
              <a:gd name="connsiteX3" fmla="*/ 1133357 w 1133357"/>
              <a:gd name="connsiteY3" fmla="*/ 708329 h 818625"/>
              <a:gd name="connsiteX4" fmla="*/ 0 w 1133357"/>
              <a:gd name="connsiteY4" fmla="*/ 708329 h 818625"/>
              <a:gd name="connsiteX0" fmla="*/ 0 w 1133357"/>
              <a:gd name="connsiteY0" fmla="*/ 708329 h 855068"/>
              <a:gd name="connsiteX1" fmla="*/ 177082 w 1133357"/>
              <a:gd name="connsiteY1" fmla="*/ 0 h 855068"/>
              <a:gd name="connsiteX2" fmla="*/ 956275 w 1133357"/>
              <a:gd name="connsiteY2" fmla="*/ 0 h 855068"/>
              <a:gd name="connsiteX3" fmla="*/ 1133357 w 1133357"/>
              <a:gd name="connsiteY3" fmla="*/ 708329 h 855068"/>
              <a:gd name="connsiteX4" fmla="*/ 0 w 1133357"/>
              <a:gd name="connsiteY4" fmla="*/ 708329 h 855068"/>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50013"/>
              <a:gd name="connsiteY0" fmla="*/ 708329 h 812370"/>
              <a:gd name="connsiteX1" fmla="*/ 177082 w 1150013"/>
              <a:gd name="connsiteY1" fmla="*/ 0 h 812370"/>
              <a:gd name="connsiteX2" fmla="*/ 956275 w 1150013"/>
              <a:gd name="connsiteY2" fmla="*/ 0 h 812370"/>
              <a:gd name="connsiteX3" fmla="*/ 1150013 w 1150013"/>
              <a:gd name="connsiteY3" fmla="*/ 586502 h 812370"/>
              <a:gd name="connsiteX4" fmla="*/ 0 w 1150013"/>
              <a:gd name="connsiteY4" fmla="*/ 708329 h 812370"/>
              <a:gd name="connsiteX0" fmla="*/ 0 w 1156675"/>
              <a:gd name="connsiteY0" fmla="*/ 591374 h 738113"/>
              <a:gd name="connsiteX1" fmla="*/ 183744 w 1156675"/>
              <a:gd name="connsiteY1" fmla="*/ 0 h 738113"/>
              <a:gd name="connsiteX2" fmla="*/ 962937 w 1156675"/>
              <a:gd name="connsiteY2" fmla="*/ 0 h 738113"/>
              <a:gd name="connsiteX3" fmla="*/ 1156675 w 1156675"/>
              <a:gd name="connsiteY3" fmla="*/ 586502 h 738113"/>
              <a:gd name="connsiteX4" fmla="*/ 0 w 1156675"/>
              <a:gd name="connsiteY4" fmla="*/ 591374 h 738113"/>
              <a:gd name="connsiteX0" fmla="*/ 0 w 1156675"/>
              <a:gd name="connsiteY0" fmla="*/ 591374 h 854599"/>
              <a:gd name="connsiteX1" fmla="*/ 183744 w 1156675"/>
              <a:gd name="connsiteY1" fmla="*/ 0 h 854599"/>
              <a:gd name="connsiteX2" fmla="*/ 962937 w 1156675"/>
              <a:gd name="connsiteY2" fmla="*/ 0 h 854599"/>
              <a:gd name="connsiteX3" fmla="*/ 1156675 w 1156675"/>
              <a:gd name="connsiteY3" fmla="*/ 586502 h 854599"/>
              <a:gd name="connsiteX4" fmla="*/ 0 w 1156675"/>
              <a:gd name="connsiteY4" fmla="*/ 591374 h 854599"/>
              <a:gd name="connsiteX0" fmla="*/ 0 w 1156675"/>
              <a:gd name="connsiteY0" fmla="*/ 591374 h 898362"/>
              <a:gd name="connsiteX1" fmla="*/ 183744 w 1156675"/>
              <a:gd name="connsiteY1" fmla="*/ 0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637320 h 944308"/>
              <a:gd name="connsiteX1" fmla="*/ 183744 w 1156675"/>
              <a:gd name="connsiteY1" fmla="*/ 45946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3382 w 1156675"/>
              <a:gd name="connsiteY1" fmla="*/ 14308 h 944308"/>
              <a:gd name="connsiteX2" fmla="*/ 845153 w 1156675"/>
              <a:gd name="connsiteY2" fmla="*/ 0 h 944308"/>
              <a:gd name="connsiteX3" fmla="*/ 1156675 w 1156675"/>
              <a:gd name="connsiteY3" fmla="*/ 632448 h 944308"/>
              <a:gd name="connsiteX4" fmla="*/ 0 w 1156675"/>
              <a:gd name="connsiteY4" fmla="*/ 637320 h 94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675" h="944308">
                <a:moveTo>
                  <a:pt x="0" y="637320"/>
                </a:moveTo>
                <a:lnTo>
                  <a:pt x="303382" y="14308"/>
                </a:lnTo>
                <a:cubicBezTo>
                  <a:pt x="559938" y="228245"/>
                  <a:pt x="667771" y="171049"/>
                  <a:pt x="845153" y="0"/>
                </a:cubicBezTo>
                <a:lnTo>
                  <a:pt x="1156675" y="632448"/>
                </a:lnTo>
                <a:cubicBezTo>
                  <a:pt x="921192" y="957920"/>
                  <a:pt x="382573" y="1127818"/>
                  <a:pt x="0" y="637320"/>
                </a:cubicBezTo>
                <a:close/>
              </a:path>
            </a:pathLst>
          </a:cu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梯形 17">
            <a:extLst>
              <a:ext uri="{FF2B5EF4-FFF2-40B4-BE49-F238E27FC236}">
                <a16:creationId xmlns:a16="http://schemas.microsoft.com/office/drawing/2014/main" id="{784DA70D-BB43-3B40-99AF-6BBA6BC6D74E}"/>
              </a:ext>
            </a:extLst>
          </p:cNvPr>
          <p:cNvSpPr/>
          <p:nvPr/>
        </p:nvSpPr>
        <p:spPr>
          <a:xfrm rot="16200000">
            <a:off x="7375628" y="2912138"/>
            <a:ext cx="4579142" cy="2276186"/>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 fmla="*/ 0 w 1133357"/>
              <a:gd name="connsiteY0" fmla="*/ 708329 h 742195"/>
              <a:gd name="connsiteX1" fmla="*/ 177082 w 1133357"/>
              <a:gd name="connsiteY1" fmla="*/ 0 h 742195"/>
              <a:gd name="connsiteX2" fmla="*/ 956275 w 1133357"/>
              <a:gd name="connsiteY2" fmla="*/ 0 h 742195"/>
              <a:gd name="connsiteX3" fmla="*/ 1133357 w 1133357"/>
              <a:gd name="connsiteY3" fmla="*/ 708329 h 742195"/>
              <a:gd name="connsiteX4" fmla="*/ 0 w 1133357"/>
              <a:gd name="connsiteY4" fmla="*/ 708329 h 742195"/>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818625"/>
              <a:gd name="connsiteX1" fmla="*/ 177082 w 1133357"/>
              <a:gd name="connsiteY1" fmla="*/ 0 h 818625"/>
              <a:gd name="connsiteX2" fmla="*/ 956275 w 1133357"/>
              <a:gd name="connsiteY2" fmla="*/ 0 h 818625"/>
              <a:gd name="connsiteX3" fmla="*/ 1133357 w 1133357"/>
              <a:gd name="connsiteY3" fmla="*/ 708329 h 818625"/>
              <a:gd name="connsiteX4" fmla="*/ 0 w 1133357"/>
              <a:gd name="connsiteY4" fmla="*/ 708329 h 818625"/>
              <a:gd name="connsiteX0" fmla="*/ 0 w 1133357"/>
              <a:gd name="connsiteY0" fmla="*/ 708329 h 855068"/>
              <a:gd name="connsiteX1" fmla="*/ 177082 w 1133357"/>
              <a:gd name="connsiteY1" fmla="*/ 0 h 855068"/>
              <a:gd name="connsiteX2" fmla="*/ 956275 w 1133357"/>
              <a:gd name="connsiteY2" fmla="*/ 0 h 855068"/>
              <a:gd name="connsiteX3" fmla="*/ 1133357 w 1133357"/>
              <a:gd name="connsiteY3" fmla="*/ 708329 h 855068"/>
              <a:gd name="connsiteX4" fmla="*/ 0 w 1133357"/>
              <a:gd name="connsiteY4" fmla="*/ 708329 h 855068"/>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50013"/>
              <a:gd name="connsiteY0" fmla="*/ 708329 h 812370"/>
              <a:gd name="connsiteX1" fmla="*/ 177082 w 1150013"/>
              <a:gd name="connsiteY1" fmla="*/ 0 h 812370"/>
              <a:gd name="connsiteX2" fmla="*/ 956275 w 1150013"/>
              <a:gd name="connsiteY2" fmla="*/ 0 h 812370"/>
              <a:gd name="connsiteX3" fmla="*/ 1150013 w 1150013"/>
              <a:gd name="connsiteY3" fmla="*/ 586502 h 812370"/>
              <a:gd name="connsiteX4" fmla="*/ 0 w 1150013"/>
              <a:gd name="connsiteY4" fmla="*/ 708329 h 812370"/>
              <a:gd name="connsiteX0" fmla="*/ 0 w 1156675"/>
              <a:gd name="connsiteY0" fmla="*/ 591374 h 738113"/>
              <a:gd name="connsiteX1" fmla="*/ 183744 w 1156675"/>
              <a:gd name="connsiteY1" fmla="*/ 0 h 738113"/>
              <a:gd name="connsiteX2" fmla="*/ 962937 w 1156675"/>
              <a:gd name="connsiteY2" fmla="*/ 0 h 738113"/>
              <a:gd name="connsiteX3" fmla="*/ 1156675 w 1156675"/>
              <a:gd name="connsiteY3" fmla="*/ 586502 h 738113"/>
              <a:gd name="connsiteX4" fmla="*/ 0 w 1156675"/>
              <a:gd name="connsiteY4" fmla="*/ 591374 h 738113"/>
              <a:gd name="connsiteX0" fmla="*/ 0 w 1156675"/>
              <a:gd name="connsiteY0" fmla="*/ 591374 h 854599"/>
              <a:gd name="connsiteX1" fmla="*/ 183744 w 1156675"/>
              <a:gd name="connsiteY1" fmla="*/ 0 h 854599"/>
              <a:gd name="connsiteX2" fmla="*/ 962937 w 1156675"/>
              <a:gd name="connsiteY2" fmla="*/ 0 h 854599"/>
              <a:gd name="connsiteX3" fmla="*/ 1156675 w 1156675"/>
              <a:gd name="connsiteY3" fmla="*/ 586502 h 854599"/>
              <a:gd name="connsiteX4" fmla="*/ 0 w 1156675"/>
              <a:gd name="connsiteY4" fmla="*/ 591374 h 854599"/>
              <a:gd name="connsiteX0" fmla="*/ 0 w 1156675"/>
              <a:gd name="connsiteY0" fmla="*/ 591374 h 898362"/>
              <a:gd name="connsiteX1" fmla="*/ 183744 w 1156675"/>
              <a:gd name="connsiteY1" fmla="*/ 0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637320 h 944308"/>
              <a:gd name="connsiteX1" fmla="*/ 183744 w 1156675"/>
              <a:gd name="connsiteY1" fmla="*/ 45946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3382 w 1156675"/>
              <a:gd name="connsiteY1" fmla="*/ 14308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90178 h 997166"/>
              <a:gd name="connsiteX1" fmla="*/ 263120 w 1156675"/>
              <a:gd name="connsiteY1" fmla="*/ 0 h 997166"/>
              <a:gd name="connsiteX2" fmla="*/ 845153 w 1156675"/>
              <a:gd name="connsiteY2" fmla="*/ 52858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45153 w 1156675"/>
              <a:gd name="connsiteY2" fmla="*/ 52858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72700 w 1156675"/>
              <a:gd name="connsiteY2" fmla="*/ 2484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72700 w 1156675"/>
              <a:gd name="connsiteY2" fmla="*/ 2484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72700 w 1156675"/>
              <a:gd name="connsiteY2" fmla="*/ 2484 h 997166"/>
              <a:gd name="connsiteX3" fmla="*/ 1156675 w 1156675"/>
              <a:gd name="connsiteY3" fmla="*/ 685306 h 997166"/>
              <a:gd name="connsiteX4" fmla="*/ 0 w 1156675"/>
              <a:gd name="connsiteY4" fmla="*/ 690178 h 997166"/>
              <a:gd name="connsiteX0" fmla="*/ 0 w 1156675"/>
              <a:gd name="connsiteY0" fmla="*/ 699927 h 1006915"/>
              <a:gd name="connsiteX1" fmla="*/ 263120 w 1156675"/>
              <a:gd name="connsiteY1" fmla="*/ 9749 h 1006915"/>
              <a:gd name="connsiteX2" fmla="*/ 879647 w 1156675"/>
              <a:gd name="connsiteY2" fmla="*/ 0 h 1006915"/>
              <a:gd name="connsiteX3" fmla="*/ 1156675 w 1156675"/>
              <a:gd name="connsiteY3" fmla="*/ 695055 h 1006915"/>
              <a:gd name="connsiteX4" fmla="*/ 0 w 1156675"/>
              <a:gd name="connsiteY4" fmla="*/ 699927 h 1006915"/>
              <a:gd name="connsiteX0" fmla="*/ 0 w 1156675"/>
              <a:gd name="connsiteY0" fmla="*/ 705467 h 1012455"/>
              <a:gd name="connsiteX1" fmla="*/ 252700 w 1156675"/>
              <a:gd name="connsiteY1" fmla="*/ 0 h 1012455"/>
              <a:gd name="connsiteX2" fmla="*/ 879647 w 1156675"/>
              <a:gd name="connsiteY2" fmla="*/ 5540 h 1012455"/>
              <a:gd name="connsiteX3" fmla="*/ 1156675 w 1156675"/>
              <a:gd name="connsiteY3" fmla="*/ 700595 h 1012455"/>
              <a:gd name="connsiteX4" fmla="*/ 0 w 1156675"/>
              <a:gd name="connsiteY4" fmla="*/ 705467 h 1012455"/>
              <a:gd name="connsiteX0" fmla="*/ 0 w 1156675"/>
              <a:gd name="connsiteY0" fmla="*/ 705467 h 1012455"/>
              <a:gd name="connsiteX1" fmla="*/ 252700 w 1156675"/>
              <a:gd name="connsiteY1" fmla="*/ 0 h 1012455"/>
              <a:gd name="connsiteX2" fmla="*/ 879647 w 1156675"/>
              <a:gd name="connsiteY2" fmla="*/ 5540 h 1012455"/>
              <a:gd name="connsiteX3" fmla="*/ 1156675 w 1156675"/>
              <a:gd name="connsiteY3" fmla="*/ 700595 h 1012455"/>
              <a:gd name="connsiteX4" fmla="*/ 0 w 1156675"/>
              <a:gd name="connsiteY4" fmla="*/ 705467 h 1012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675" h="1012455">
                <a:moveTo>
                  <a:pt x="0" y="705467"/>
                </a:moveTo>
                <a:lnTo>
                  <a:pt x="252700" y="0"/>
                </a:lnTo>
                <a:cubicBezTo>
                  <a:pt x="487946" y="321535"/>
                  <a:pt x="701205" y="202710"/>
                  <a:pt x="879647" y="5540"/>
                </a:cubicBezTo>
                <a:lnTo>
                  <a:pt x="1156675" y="700595"/>
                </a:lnTo>
                <a:cubicBezTo>
                  <a:pt x="921192" y="1026067"/>
                  <a:pt x="382573" y="1195965"/>
                  <a:pt x="0" y="705467"/>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29">
            <a:extLst>
              <a:ext uri="{FF2B5EF4-FFF2-40B4-BE49-F238E27FC236}">
                <a16:creationId xmlns:a16="http://schemas.microsoft.com/office/drawing/2014/main" id="{060A4B27-FFA0-404C-AA19-CB4CACB42934}"/>
              </a:ext>
            </a:extLst>
          </p:cNvPr>
          <p:cNvSpPr txBox="1"/>
          <p:nvPr/>
        </p:nvSpPr>
        <p:spPr>
          <a:xfrm>
            <a:off x="7218605" y="3881691"/>
            <a:ext cx="392765" cy="36933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智能</a:t>
            </a:r>
            <a:endParaRPr lang="en-US" altLang="zh-CN"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分析</a:t>
            </a:r>
            <a:endParaRPr lang="en-US" altLang="zh-CN"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6" name="Object29">
            <a:extLst>
              <a:ext uri="{FF2B5EF4-FFF2-40B4-BE49-F238E27FC236}">
                <a16:creationId xmlns:a16="http://schemas.microsoft.com/office/drawing/2014/main" id="{29CEBFD0-3497-7543-BA0D-F6A09D0DF349}"/>
              </a:ext>
            </a:extLst>
          </p:cNvPr>
          <p:cNvSpPr txBox="1"/>
          <p:nvPr/>
        </p:nvSpPr>
        <p:spPr>
          <a:xfrm>
            <a:off x="7880792" y="3697025"/>
            <a:ext cx="756102"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智能管理</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29">
            <a:extLst>
              <a:ext uri="{FF2B5EF4-FFF2-40B4-BE49-F238E27FC236}">
                <a16:creationId xmlns:a16="http://schemas.microsoft.com/office/drawing/2014/main" id="{67749689-C416-544F-8618-A08E483DAE41}"/>
              </a:ext>
            </a:extLst>
          </p:cNvPr>
          <p:cNvSpPr txBox="1"/>
          <p:nvPr/>
        </p:nvSpPr>
        <p:spPr>
          <a:xfrm>
            <a:off x="7880792" y="4339556"/>
            <a:ext cx="756102"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数据分析</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6" name="组合 25">
            <a:extLst>
              <a:ext uri="{FF2B5EF4-FFF2-40B4-BE49-F238E27FC236}">
                <a16:creationId xmlns:a16="http://schemas.microsoft.com/office/drawing/2014/main" id="{40A7D3DC-7967-7045-BA78-7E7DD6F41194}"/>
              </a:ext>
            </a:extLst>
          </p:cNvPr>
          <p:cNvGrpSpPr/>
          <p:nvPr/>
        </p:nvGrpSpPr>
        <p:grpSpPr>
          <a:xfrm>
            <a:off x="9063719" y="3443383"/>
            <a:ext cx="1449276" cy="1327123"/>
            <a:chOff x="8665573" y="3591725"/>
            <a:chExt cx="1449276" cy="1327123"/>
          </a:xfrm>
        </p:grpSpPr>
        <p:sp>
          <p:nvSpPr>
            <p:cNvPr id="129" name="Object60">
              <a:extLst>
                <a:ext uri="{FF2B5EF4-FFF2-40B4-BE49-F238E27FC236}">
                  <a16:creationId xmlns:a16="http://schemas.microsoft.com/office/drawing/2014/main" id="{F53EEFB8-A477-E841-B5A8-393B62BA2489}"/>
                </a:ext>
              </a:extLst>
            </p:cNvPr>
            <p:cNvSpPr/>
            <p:nvPr/>
          </p:nvSpPr>
          <p:spPr>
            <a:xfrm>
              <a:off x="8665573" y="3591725"/>
              <a:ext cx="1449276"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售后服务 产生复购</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Object60">
              <a:extLst>
                <a:ext uri="{FF2B5EF4-FFF2-40B4-BE49-F238E27FC236}">
                  <a16:creationId xmlns:a16="http://schemas.microsoft.com/office/drawing/2014/main" id="{4681A22B-D211-8548-84EF-D541E53D03F3}"/>
                </a:ext>
              </a:extLst>
            </p:cNvPr>
            <p:cNvSpPr/>
            <p:nvPr/>
          </p:nvSpPr>
          <p:spPr>
            <a:xfrm>
              <a:off x="9012406" y="4119208"/>
              <a:ext cx="755611"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客户成功</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Object60">
              <a:extLst>
                <a:ext uri="{FF2B5EF4-FFF2-40B4-BE49-F238E27FC236}">
                  <a16:creationId xmlns:a16="http://schemas.microsoft.com/office/drawing/2014/main" id="{57C37C4E-3147-C342-97E5-D9280C391A02}"/>
                </a:ext>
              </a:extLst>
            </p:cNvPr>
            <p:cNvSpPr/>
            <p:nvPr/>
          </p:nvSpPr>
          <p:spPr>
            <a:xfrm>
              <a:off x="8665573" y="4694171"/>
              <a:ext cx="1449276"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客户运营 追加销售</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cxnSp>
        <p:nvCxnSpPr>
          <p:cNvPr id="132" name="直线连接符 131">
            <a:extLst>
              <a:ext uri="{FF2B5EF4-FFF2-40B4-BE49-F238E27FC236}">
                <a16:creationId xmlns:a16="http://schemas.microsoft.com/office/drawing/2014/main" id="{FFC0B1C7-54BC-D049-BFBB-177C43F7F755}"/>
              </a:ext>
            </a:extLst>
          </p:cNvPr>
          <p:cNvCxnSpPr>
            <a:cxnSpLocks/>
          </p:cNvCxnSpPr>
          <p:nvPr/>
        </p:nvCxnSpPr>
        <p:spPr>
          <a:xfrm flipH="1">
            <a:off x="7788731" y="4096568"/>
            <a:ext cx="1645041" cy="0"/>
          </a:xfrm>
          <a:prstGeom prst="line">
            <a:avLst/>
          </a:prstGeom>
          <a:ln w="9525">
            <a:solidFill>
              <a:schemeClr val="accent1">
                <a:lumMod val="10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直线连接符 132">
            <a:extLst>
              <a:ext uri="{FF2B5EF4-FFF2-40B4-BE49-F238E27FC236}">
                <a16:creationId xmlns:a16="http://schemas.microsoft.com/office/drawing/2014/main" id="{F7D6CBF2-4DAA-614F-8B91-9DCA80902341}"/>
              </a:ext>
            </a:extLst>
          </p:cNvPr>
          <p:cNvCxnSpPr>
            <a:cxnSpLocks/>
          </p:cNvCxnSpPr>
          <p:nvPr/>
        </p:nvCxnSpPr>
        <p:spPr>
          <a:xfrm flipH="1">
            <a:off x="10111089" y="4097369"/>
            <a:ext cx="411081" cy="0"/>
          </a:xfrm>
          <a:prstGeom prst="line">
            <a:avLst/>
          </a:prstGeom>
          <a:ln w="9525">
            <a:solidFill>
              <a:schemeClr val="accent1">
                <a:lumMod val="10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41" name="Object29">
            <a:extLst>
              <a:ext uri="{FF2B5EF4-FFF2-40B4-BE49-F238E27FC236}">
                <a16:creationId xmlns:a16="http://schemas.microsoft.com/office/drawing/2014/main" id="{11AB4409-AB7A-EA4E-BEE4-A198E179275C}"/>
              </a:ext>
            </a:extLst>
          </p:cNvPr>
          <p:cNvSpPr/>
          <p:nvPr/>
        </p:nvSpPr>
        <p:spPr>
          <a:xfrm>
            <a:off x="7611716" y="1784402"/>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智能化留存分析</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29">
            <a:extLst>
              <a:ext uri="{FF2B5EF4-FFF2-40B4-BE49-F238E27FC236}">
                <a16:creationId xmlns:a16="http://schemas.microsoft.com/office/drawing/2014/main" id="{4E5A923F-AA4D-5948-8F6D-A699538A36C1}"/>
              </a:ext>
            </a:extLst>
          </p:cNvPr>
          <p:cNvSpPr/>
          <p:nvPr/>
        </p:nvSpPr>
        <p:spPr>
          <a:xfrm>
            <a:off x="7611716" y="2015806"/>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关注客户留存率</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29">
            <a:extLst>
              <a:ext uri="{FF2B5EF4-FFF2-40B4-BE49-F238E27FC236}">
                <a16:creationId xmlns:a16="http://schemas.microsoft.com/office/drawing/2014/main" id="{EC696B12-B16A-104E-979C-61FB0F771669}"/>
              </a:ext>
            </a:extLst>
          </p:cNvPr>
          <p:cNvSpPr/>
          <p:nvPr/>
        </p:nvSpPr>
        <p:spPr>
          <a:xfrm>
            <a:off x="9278530" y="1784402"/>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客户成功</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29">
            <a:extLst>
              <a:ext uri="{FF2B5EF4-FFF2-40B4-BE49-F238E27FC236}">
                <a16:creationId xmlns:a16="http://schemas.microsoft.com/office/drawing/2014/main" id="{A2A51006-3A50-064B-A152-2CAF07FA584C}"/>
              </a:ext>
            </a:extLst>
          </p:cNvPr>
          <p:cNvSpPr/>
          <p:nvPr/>
        </p:nvSpPr>
        <p:spPr>
          <a:xfrm>
            <a:off x="9278530" y="2027389"/>
            <a:ext cx="1019655" cy="299155"/>
          </a:xfrm>
          <a:prstGeom prst="rect">
            <a:avLst/>
          </a:prstGeom>
          <a:ln w="12700">
            <a:miter lim="400000"/>
          </a:ln>
        </p:spPr>
        <p:txBody>
          <a:bodyPr wrap="none" lIns="25400" tIns="25400" rIns="25400" bIns="25400" anchor="ctr">
            <a:noAutofit/>
          </a:bodyPr>
          <a:lstStyle/>
          <a:p>
            <a:pPr algn="ctr" defTabSz="1219169"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关注客户生命周期</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矩形: 圆角 114">
            <a:extLst>
              <a:ext uri="{FF2B5EF4-FFF2-40B4-BE49-F238E27FC236}">
                <a16:creationId xmlns:a16="http://schemas.microsoft.com/office/drawing/2014/main" id="{E18C75F0-016A-C14A-BD4B-B120EA2B7E9F}"/>
              </a:ext>
            </a:extLst>
          </p:cNvPr>
          <p:cNvSpPr/>
          <p:nvPr/>
        </p:nvSpPr>
        <p:spPr>
          <a:xfrm>
            <a:off x="7152165" y="2921478"/>
            <a:ext cx="1641548" cy="2353759"/>
          </a:xfrm>
          <a:prstGeom prst="roundRect">
            <a:avLst>
              <a:gd name="adj" fmla="val 0"/>
            </a:avLst>
          </a:prstGeom>
          <a:noFill/>
          <a:ln w="12700" cap="flat">
            <a:solidFill>
              <a:schemeClr val="accent1">
                <a:lumMod val="100000"/>
              </a:schemeClr>
            </a:solidFill>
            <a:prstDash val="dash"/>
            <a:miter/>
          </a:ln>
          <a:effectLst>
            <a:outerShdw blurRad="190500" sx="102000" sy="102000" algn="ctr" rotWithShape="0">
              <a:schemeClr val="dk1">
                <a:alpha val="20000"/>
              </a:schemeClr>
            </a:outerShdw>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Object60">
            <a:extLst>
              <a:ext uri="{FF2B5EF4-FFF2-40B4-BE49-F238E27FC236}">
                <a16:creationId xmlns:a16="http://schemas.microsoft.com/office/drawing/2014/main" id="{CD79BFC8-DE3E-DB4F-B2E0-F31D539AD976}"/>
              </a:ext>
            </a:extLst>
          </p:cNvPr>
          <p:cNvSpPr/>
          <p:nvPr/>
        </p:nvSpPr>
        <p:spPr>
          <a:xfrm>
            <a:off x="7197000" y="2983012"/>
            <a:ext cx="540527" cy="187231"/>
          </a:xfrm>
          <a:prstGeom prst="rect">
            <a:avLst/>
          </a:prstGeom>
          <a:noFill/>
          <a:ln/>
        </p:spPr>
        <p:txBody>
          <a:bodyPr wrap="square" lIns="0" tIns="0" rIns="0" bIns="0" rtlCol="0" anchor="t">
            <a:spAutoFit/>
          </a:bodyPr>
          <a:lstStyle/>
          <a:p>
            <a:pPr algn="ctr" defTabSz="731520">
              <a:lnSpc>
                <a:spcPct val="130000"/>
              </a:lnSpc>
            </a:pP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客户池</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9" name="直线连接符 148">
            <a:extLst>
              <a:ext uri="{FF2B5EF4-FFF2-40B4-BE49-F238E27FC236}">
                <a16:creationId xmlns:a16="http://schemas.microsoft.com/office/drawing/2014/main" id="{485C8752-2663-BD42-A6B1-D0564B7E3D20}"/>
              </a:ext>
            </a:extLst>
          </p:cNvPr>
          <p:cNvCxnSpPr>
            <a:cxnSpLocks/>
          </p:cNvCxnSpPr>
          <p:nvPr/>
        </p:nvCxnSpPr>
        <p:spPr>
          <a:xfrm flipV="1">
            <a:off x="6118694" y="2672458"/>
            <a:ext cx="0" cy="396876"/>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nvGrpSpPr>
          <p:cNvPr id="36" name="组合 35">
            <a:extLst>
              <a:ext uri="{FF2B5EF4-FFF2-40B4-BE49-F238E27FC236}">
                <a16:creationId xmlns:a16="http://schemas.microsoft.com/office/drawing/2014/main" id="{D514983E-A67D-0340-9E79-9FE48A2184B7}"/>
              </a:ext>
            </a:extLst>
          </p:cNvPr>
          <p:cNvGrpSpPr/>
          <p:nvPr/>
        </p:nvGrpSpPr>
        <p:grpSpPr>
          <a:xfrm flipH="1">
            <a:off x="4191647" y="2672458"/>
            <a:ext cx="630581" cy="209983"/>
            <a:chOff x="7066511" y="2820800"/>
            <a:chExt cx="630581" cy="209983"/>
          </a:xfrm>
        </p:grpSpPr>
        <p:cxnSp>
          <p:nvCxnSpPr>
            <p:cNvPr id="150" name="直线连接符 149">
              <a:extLst>
                <a:ext uri="{FF2B5EF4-FFF2-40B4-BE49-F238E27FC236}">
                  <a16:creationId xmlns:a16="http://schemas.microsoft.com/office/drawing/2014/main" id="{C4607379-D4FE-D445-B9D5-19E0A2721056}"/>
                </a:ext>
              </a:extLst>
            </p:cNvPr>
            <p:cNvCxnSpPr>
              <a:cxnSpLocks/>
            </p:cNvCxnSpPr>
            <p:nvPr/>
          </p:nvCxnSpPr>
          <p:spPr>
            <a:xfrm flipV="1">
              <a:off x="7697092" y="2820800"/>
              <a:ext cx="0" cy="209983"/>
            </a:xfrm>
            <a:prstGeom prst="line">
              <a:avLst/>
            </a:prstGeom>
            <a:ln w="9525">
              <a:solidFill>
                <a:schemeClr val="accent1">
                  <a:lumMod val="100000"/>
                </a:schemeClr>
              </a:solidFill>
              <a:prstDash val="solid"/>
              <a:headEnd type="triangle" w="sm" len="sm"/>
              <a:tailEnd type="none" w="sm" len="med"/>
            </a:ln>
          </p:spPr>
          <p:style>
            <a:lnRef idx="1">
              <a:schemeClr val="accent1"/>
            </a:lnRef>
            <a:fillRef idx="0">
              <a:schemeClr val="accent1"/>
            </a:fillRef>
            <a:effectRef idx="0">
              <a:schemeClr val="accent1"/>
            </a:effectRef>
            <a:fontRef idx="minor">
              <a:schemeClr val="tx1"/>
            </a:fontRef>
          </p:style>
        </p:cxnSp>
        <p:cxnSp>
          <p:nvCxnSpPr>
            <p:cNvPr id="151" name="直线连接符 150">
              <a:extLst>
                <a:ext uri="{FF2B5EF4-FFF2-40B4-BE49-F238E27FC236}">
                  <a16:creationId xmlns:a16="http://schemas.microsoft.com/office/drawing/2014/main" id="{EC32CD23-3B05-4141-A77E-39171344DE05}"/>
                </a:ext>
              </a:extLst>
            </p:cNvPr>
            <p:cNvCxnSpPr>
              <a:cxnSpLocks/>
            </p:cNvCxnSpPr>
            <p:nvPr/>
          </p:nvCxnSpPr>
          <p:spPr>
            <a:xfrm>
              <a:off x="7066511" y="2820800"/>
              <a:ext cx="630581" cy="0"/>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sp>
        <p:nvSpPr>
          <p:cNvPr id="152" name="Object29">
            <a:extLst>
              <a:ext uri="{FF2B5EF4-FFF2-40B4-BE49-F238E27FC236}">
                <a16:creationId xmlns:a16="http://schemas.microsoft.com/office/drawing/2014/main" id="{5011512B-699A-AD4A-8342-8F9ADB1CDB16}"/>
              </a:ext>
            </a:extLst>
          </p:cNvPr>
          <p:cNvSpPr/>
          <p:nvPr/>
        </p:nvSpPr>
        <p:spPr>
          <a:xfrm>
            <a:off x="6153724" y="2526911"/>
            <a:ext cx="1788927" cy="299155"/>
          </a:xfrm>
          <a:prstGeom prst="rect">
            <a:avLst/>
          </a:prstGeom>
          <a:ln w="12700">
            <a:miter lim="400000"/>
          </a:ln>
        </p:spPr>
        <p:txBody>
          <a:bodyPr wrap="none" lIns="25400" tIns="25400" rIns="25400" bIns="25400" anchor="ctr">
            <a:noAutofit/>
          </a:bodyPr>
          <a:lstStyle/>
          <a:p>
            <a:pPr algn="ctr" defTabSz="1219169" hangingPunct="0"/>
            <a:r>
              <a:rPr lang="zh-CN" altLang="en-US" sz="9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通过直播持续做客户触达</a:t>
            </a:r>
            <a:endParaRPr lang="zh-CN" altLang="en-US" sz="6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3" name="直线连接符 152">
            <a:extLst>
              <a:ext uri="{FF2B5EF4-FFF2-40B4-BE49-F238E27FC236}">
                <a16:creationId xmlns:a16="http://schemas.microsoft.com/office/drawing/2014/main" id="{8BF41091-0EF8-734F-86D1-829236F8C4C2}"/>
              </a:ext>
            </a:extLst>
          </p:cNvPr>
          <p:cNvCxnSpPr>
            <a:cxnSpLocks/>
          </p:cNvCxnSpPr>
          <p:nvPr/>
        </p:nvCxnSpPr>
        <p:spPr>
          <a:xfrm>
            <a:off x="5483251" y="2672458"/>
            <a:ext cx="888735" cy="0"/>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57" name="Object29">
            <a:extLst>
              <a:ext uri="{FF2B5EF4-FFF2-40B4-BE49-F238E27FC236}">
                <a16:creationId xmlns:a16="http://schemas.microsoft.com/office/drawing/2014/main" id="{B1954E23-BC98-3540-96C2-194E8235CAEB}"/>
              </a:ext>
            </a:extLst>
          </p:cNvPr>
          <p:cNvSpPr/>
          <p:nvPr/>
        </p:nvSpPr>
        <p:spPr>
          <a:xfrm>
            <a:off x="4788905" y="2536819"/>
            <a:ext cx="721013" cy="299155"/>
          </a:xfrm>
          <a:prstGeom prst="rect">
            <a:avLst/>
          </a:prstGeom>
          <a:ln w="12700">
            <a:miter lim="400000"/>
          </a:ln>
        </p:spPr>
        <p:txBody>
          <a:bodyPr wrap="none" lIns="25400" tIns="25400" rIns="25400" bIns="25400" anchor="ctr">
            <a:noAutofit/>
          </a:bodyPr>
          <a:lstStyle/>
          <a:p>
            <a:pPr algn="ctr" defTabSz="1219169" hangingPunct="0"/>
            <a:r>
              <a:rPr lang="zh-CN" altLang="en-US" sz="9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持续挖掘</a:t>
            </a:r>
            <a:endParaRPr lang="zh-CN" altLang="en-US" sz="6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58" name="组合 157">
            <a:extLst>
              <a:ext uri="{FF2B5EF4-FFF2-40B4-BE49-F238E27FC236}">
                <a16:creationId xmlns:a16="http://schemas.microsoft.com/office/drawing/2014/main" id="{A45BEE0E-D633-2A4B-A6DE-2686348BFF38}"/>
              </a:ext>
            </a:extLst>
          </p:cNvPr>
          <p:cNvGrpSpPr/>
          <p:nvPr/>
        </p:nvGrpSpPr>
        <p:grpSpPr>
          <a:xfrm>
            <a:off x="7737527" y="2672458"/>
            <a:ext cx="337010" cy="209983"/>
            <a:chOff x="7360082" y="2820800"/>
            <a:chExt cx="337010" cy="209983"/>
          </a:xfrm>
        </p:grpSpPr>
        <p:cxnSp>
          <p:nvCxnSpPr>
            <p:cNvPr id="159" name="直线连接符 158">
              <a:extLst>
                <a:ext uri="{FF2B5EF4-FFF2-40B4-BE49-F238E27FC236}">
                  <a16:creationId xmlns:a16="http://schemas.microsoft.com/office/drawing/2014/main" id="{FC36C8E1-6DF9-1340-A340-7C73B693A376}"/>
                </a:ext>
              </a:extLst>
            </p:cNvPr>
            <p:cNvCxnSpPr>
              <a:cxnSpLocks/>
            </p:cNvCxnSpPr>
            <p:nvPr/>
          </p:nvCxnSpPr>
          <p:spPr>
            <a:xfrm flipV="1">
              <a:off x="7697092" y="2820800"/>
              <a:ext cx="0" cy="209983"/>
            </a:xfrm>
            <a:prstGeom prst="line">
              <a:avLst/>
            </a:prstGeom>
            <a:ln w="9525">
              <a:solidFill>
                <a:schemeClr val="accent1">
                  <a:lumMod val="100000"/>
                </a:schemeClr>
              </a:solidFill>
              <a:prstDash val="solid"/>
              <a:headEnd type="triangle" w="sm" len="sm"/>
              <a:tailEnd type="none" w="sm" len="med"/>
            </a:ln>
          </p:spPr>
          <p:style>
            <a:lnRef idx="1">
              <a:schemeClr val="accent1"/>
            </a:lnRef>
            <a:fillRef idx="0">
              <a:schemeClr val="accent1"/>
            </a:fillRef>
            <a:effectRef idx="0">
              <a:schemeClr val="accent1"/>
            </a:effectRef>
            <a:fontRef idx="minor">
              <a:schemeClr val="tx1"/>
            </a:fontRef>
          </p:style>
        </p:cxnSp>
        <p:cxnSp>
          <p:nvCxnSpPr>
            <p:cNvPr id="160" name="直线连接符 159">
              <a:extLst>
                <a:ext uri="{FF2B5EF4-FFF2-40B4-BE49-F238E27FC236}">
                  <a16:creationId xmlns:a16="http://schemas.microsoft.com/office/drawing/2014/main" id="{F0B6C7A0-4076-0346-9F1B-CE5CBFB66894}"/>
                </a:ext>
              </a:extLst>
            </p:cNvPr>
            <p:cNvCxnSpPr>
              <a:cxnSpLocks/>
            </p:cNvCxnSpPr>
            <p:nvPr/>
          </p:nvCxnSpPr>
          <p:spPr>
            <a:xfrm>
              <a:off x="7360082" y="2820800"/>
              <a:ext cx="337010" cy="0"/>
            </a:xfrm>
            <a:prstGeom prst="line">
              <a:avLst/>
            </a:prstGeom>
            <a:ln w="9525">
              <a:solidFill>
                <a:schemeClr val="accent1">
                  <a:lumMod val="10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sp>
        <p:nvSpPr>
          <p:cNvPr id="162" name="梯形 17">
            <a:extLst>
              <a:ext uri="{FF2B5EF4-FFF2-40B4-BE49-F238E27FC236}">
                <a16:creationId xmlns:a16="http://schemas.microsoft.com/office/drawing/2014/main" id="{EE2B569B-2895-184A-95FF-585DAA7C3DF7}"/>
              </a:ext>
            </a:extLst>
          </p:cNvPr>
          <p:cNvSpPr/>
          <p:nvPr/>
        </p:nvSpPr>
        <p:spPr>
          <a:xfrm rot="5400000" flipH="1">
            <a:off x="4235973" y="3826986"/>
            <a:ext cx="1102445" cy="559917"/>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 fmla="*/ 0 w 1133357"/>
              <a:gd name="connsiteY0" fmla="*/ 708329 h 742195"/>
              <a:gd name="connsiteX1" fmla="*/ 177082 w 1133357"/>
              <a:gd name="connsiteY1" fmla="*/ 0 h 742195"/>
              <a:gd name="connsiteX2" fmla="*/ 956275 w 1133357"/>
              <a:gd name="connsiteY2" fmla="*/ 0 h 742195"/>
              <a:gd name="connsiteX3" fmla="*/ 1133357 w 1133357"/>
              <a:gd name="connsiteY3" fmla="*/ 708329 h 742195"/>
              <a:gd name="connsiteX4" fmla="*/ 0 w 1133357"/>
              <a:gd name="connsiteY4" fmla="*/ 708329 h 742195"/>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818625"/>
              <a:gd name="connsiteX1" fmla="*/ 177082 w 1133357"/>
              <a:gd name="connsiteY1" fmla="*/ 0 h 818625"/>
              <a:gd name="connsiteX2" fmla="*/ 956275 w 1133357"/>
              <a:gd name="connsiteY2" fmla="*/ 0 h 818625"/>
              <a:gd name="connsiteX3" fmla="*/ 1133357 w 1133357"/>
              <a:gd name="connsiteY3" fmla="*/ 708329 h 818625"/>
              <a:gd name="connsiteX4" fmla="*/ 0 w 1133357"/>
              <a:gd name="connsiteY4" fmla="*/ 708329 h 818625"/>
              <a:gd name="connsiteX0" fmla="*/ 0 w 1133357"/>
              <a:gd name="connsiteY0" fmla="*/ 708329 h 855068"/>
              <a:gd name="connsiteX1" fmla="*/ 177082 w 1133357"/>
              <a:gd name="connsiteY1" fmla="*/ 0 h 855068"/>
              <a:gd name="connsiteX2" fmla="*/ 956275 w 1133357"/>
              <a:gd name="connsiteY2" fmla="*/ 0 h 855068"/>
              <a:gd name="connsiteX3" fmla="*/ 1133357 w 1133357"/>
              <a:gd name="connsiteY3" fmla="*/ 708329 h 855068"/>
              <a:gd name="connsiteX4" fmla="*/ 0 w 1133357"/>
              <a:gd name="connsiteY4" fmla="*/ 708329 h 855068"/>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50013"/>
              <a:gd name="connsiteY0" fmla="*/ 708329 h 812370"/>
              <a:gd name="connsiteX1" fmla="*/ 177082 w 1150013"/>
              <a:gd name="connsiteY1" fmla="*/ 0 h 812370"/>
              <a:gd name="connsiteX2" fmla="*/ 956275 w 1150013"/>
              <a:gd name="connsiteY2" fmla="*/ 0 h 812370"/>
              <a:gd name="connsiteX3" fmla="*/ 1150013 w 1150013"/>
              <a:gd name="connsiteY3" fmla="*/ 586502 h 812370"/>
              <a:gd name="connsiteX4" fmla="*/ 0 w 1150013"/>
              <a:gd name="connsiteY4" fmla="*/ 708329 h 812370"/>
              <a:gd name="connsiteX0" fmla="*/ 0 w 1156675"/>
              <a:gd name="connsiteY0" fmla="*/ 591374 h 738113"/>
              <a:gd name="connsiteX1" fmla="*/ 183744 w 1156675"/>
              <a:gd name="connsiteY1" fmla="*/ 0 h 738113"/>
              <a:gd name="connsiteX2" fmla="*/ 962937 w 1156675"/>
              <a:gd name="connsiteY2" fmla="*/ 0 h 738113"/>
              <a:gd name="connsiteX3" fmla="*/ 1156675 w 1156675"/>
              <a:gd name="connsiteY3" fmla="*/ 586502 h 738113"/>
              <a:gd name="connsiteX4" fmla="*/ 0 w 1156675"/>
              <a:gd name="connsiteY4" fmla="*/ 591374 h 738113"/>
              <a:gd name="connsiteX0" fmla="*/ 0 w 1156675"/>
              <a:gd name="connsiteY0" fmla="*/ 591374 h 854599"/>
              <a:gd name="connsiteX1" fmla="*/ 183744 w 1156675"/>
              <a:gd name="connsiteY1" fmla="*/ 0 h 854599"/>
              <a:gd name="connsiteX2" fmla="*/ 962937 w 1156675"/>
              <a:gd name="connsiteY2" fmla="*/ 0 h 854599"/>
              <a:gd name="connsiteX3" fmla="*/ 1156675 w 1156675"/>
              <a:gd name="connsiteY3" fmla="*/ 586502 h 854599"/>
              <a:gd name="connsiteX4" fmla="*/ 0 w 1156675"/>
              <a:gd name="connsiteY4" fmla="*/ 591374 h 854599"/>
              <a:gd name="connsiteX0" fmla="*/ 0 w 1156675"/>
              <a:gd name="connsiteY0" fmla="*/ 591374 h 898362"/>
              <a:gd name="connsiteX1" fmla="*/ 183744 w 1156675"/>
              <a:gd name="connsiteY1" fmla="*/ 0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591374 h 898362"/>
              <a:gd name="connsiteX1" fmla="*/ 210393 w 1156675"/>
              <a:gd name="connsiteY1" fmla="*/ 34111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557262 h 864250"/>
              <a:gd name="connsiteX1" fmla="*/ 210393 w 1156675"/>
              <a:gd name="connsiteY1" fmla="*/ -1 h 864250"/>
              <a:gd name="connsiteX2" fmla="*/ 926293 w 1156675"/>
              <a:gd name="connsiteY2" fmla="*/ 4872 h 864250"/>
              <a:gd name="connsiteX3" fmla="*/ 1156675 w 1156675"/>
              <a:gd name="connsiteY3" fmla="*/ 552390 h 864250"/>
              <a:gd name="connsiteX4" fmla="*/ 0 w 1156675"/>
              <a:gd name="connsiteY4" fmla="*/ 557262 h 864250"/>
              <a:gd name="connsiteX0" fmla="*/ 0 w 1156675"/>
              <a:gd name="connsiteY0" fmla="*/ 552390 h 859378"/>
              <a:gd name="connsiteX1" fmla="*/ 207062 w 1156675"/>
              <a:gd name="connsiteY1" fmla="*/ 9746 h 859378"/>
              <a:gd name="connsiteX2" fmla="*/ 926293 w 1156675"/>
              <a:gd name="connsiteY2" fmla="*/ 0 h 859378"/>
              <a:gd name="connsiteX3" fmla="*/ 1156675 w 1156675"/>
              <a:gd name="connsiteY3" fmla="*/ 547518 h 859378"/>
              <a:gd name="connsiteX4" fmla="*/ 0 w 1156675"/>
              <a:gd name="connsiteY4" fmla="*/ 552390 h 859378"/>
              <a:gd name="connsiteX0" fmla="*/ 0 w 1156675"/>
              <a:gd name="connsiteY0" fmla="*/ 552390 h 859378"/>
              <a:gd name="connsiteX1" fmla="*/ 207062 w 1156675"/>
              <a:gd name="connsiteY1" fmla="*/ 0 h 859378"/>
              <a:gd name="connsiteX2" fmla="*/ 926293 w 1156675"/>
              <a:gd name="connsiteY2" fmla="*/ 0 h 859378"/>
              <a:gd name="connsiteX3" fmla="*/ 1156675 w 1156675"/>
              <a:gd name="connsiteY3" fmla="*/ 547518 h 859378"/>
              <a:gd name="connsiteX4" fmla="*/ 0 w 1156675"/>
              <a:gd name="connsiteY4" fmla="*/ 552390 h 859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675" h="859378">
                <a:moveTo>
                  <a:pt x="0" y="552390"/>
                </a:moveTo>
                <a:lnTo>
                  <a:pt x="207062" y="0"/>
                </a:lnTo>
                <a:cubicBezTo>
                  <a:pt x="463618" y="150757"/>
                  <a:pt x="650685" y="148816"/>
                  <a:pt x="926293" y="0"/>
                </a:cubicBezTo>
                <a:lnTo>
                  <a:pt x="1156675" y="547518"/>
                </a:lnTo>
                <a:cubicBezTo>
                  <a:pt x="921192" y="872990"/>
                  <a:pt x="382573" y="1042888"/>
                  <a:pt x="0" y="55239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梯形 17">
            <a:extLst>
              <a:ext uri="{FF2B5EF4-FFF2-40B4-BE49-F238E27FC236}">
                <a16:creationId xmlns:a16="http://schemas.microsoft.com/office/drawing/2014/main" id="{090F3FF7-389E-1F43-9F6A-88B1677DDDCF}"/>
              </a:ext>
            </a:extLst>
          </p:cNvPr>
          <p:cNvSpPr/>
          <p:nvPr/>
        </p:nvSpPr>
        <p:spPr>
          <a:xfrm rot="5400000" flipH="1">
            <a:off x="2761011" y="3423575"/>
            <a:ext cx="2449007" cy="1366740"/>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 fmla="*/ 0 w 1133357"/>
              <a:gd name="connsiteY0" fmla="*/ 708329 h 742195"/>
              <a:gd name="connsiteX1" fmla="*/ 177082 w 1133357"/>
              <a:gd name="connsiteY1" fmla="*/ 0 h 742195"/>
              <a:gd name="connsiteX2" fmla="*/ 956275 w 1133357"/>
              <a:gd name="connsiteY2" fmla="*/ 0 h 742195"/>
              <a:gd name="connsiteX3" fmla="*/ 1133357 w 1133357"/>
              <a:gd name="connsiteY3" fmla="*/ 708329 h 742195"/>
              <a:gd name="connsiteX4" fmla="*/ 0 w 1133357"/>
              <a:gd name="connsiteY4" fmla="*/ 708329 h 742195"/>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818625"/>
              <a:gd name="connsiteX1" fmla="*/ 177082 w 1133357"/>
              <a:gd name="connsiteY1" fmla="*/ 0 h 818625"/>
              <a:gd name="connsiteX2" fmla="*/ 956275 w 1133357"/>
              <a:gd name="connsiteY2" fmla="*/ 0 h 818625"/>
              <a:gd name="connsiteX3" fmla="*/ 1133357 w 1133357"/>
              <a:gd name="connsiteY3" fmla="*/ 708329 h 818625"/>
              <a:gd name="connsiteX4" fmla="*/ 0 w 1133357"/>
              <a:gd name="connsiteY4" fmla="*/ 708329 h 818625"/>
              <a:gd name="connsiteX0" fmla="*/ 0 w 1133357"/>
              <a:gd name="connsiteY0" fmla="*/ 708329 h 855068"/>
              <a:gd name="connsiteX1" fmla="*/ 177082 w 1133357"/>
              <a:gd name="connsiteY1" fmla="*/ 0 h 855068"/>
              <a:gd name="connsiteX2" fmla="*/ 956275 w 1133357"/>
              <a:gd name="connsiteY2" fmla="*/ 0 h 855068"/>
              <a:gd name="connsiteX3" fmla="*/ 1133357 w 1133357"/>
              <a:gd name="connsiteY3" fmla="*/ 708329 h 855068"/>
              <a:gd name="connsiteX4" fmla="*/ 0 w 1133357"/>
              <a:gd name="connsiteY4" fmla="*/ 708329 h 855068"/>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50013"/>
              <a:gd name="connsiteY0" fmla="*/ 708329 h 812370"/>
              <a:gd name="connsiteX1" fmla="*/ 177082 w 1150013"/>
              <a:gd name="connsiteY1" fmla="*/ 0 h 812370"/>
              <a:gd name="connsiteX2" fmla="*/ 956275 w 1150013"/>
              <a:gd name="connsiteY2" fmla="*/ 0 h 812370"/>
              <a:gd name="connsiteX3" fmla="*/ 1150013 w 1150013"/>
              <a:gd name="connsiteY3" fmla="*/ 586502 h 812370"/>
              <a:gd name="connsiteX4" fmla="*/ 0 w 1150013"/>
              <a:gd name="connsiteY4" fmla="*/ 708329 h 812370"/>
              <a:gd name="connsiteX0" fmla="*/ 0 w 1156675"/>
              <a:gd name="connsiteY0" fmla="*/ 591374 h 738113"/>
              <a:gd name="connsiteX1" fmla="*/ 183744 w 1156675"/>
              <a:gd name="connsiteY1" fmla="*/ 0 h 738113"/>
              <a:gd name="connsiteX2" fmla="*/ 962937 w 1156675"/>
              <a:gd name="connsiteY2" fmla="*/ 0 h 738113"/>
              <a:gd name="connsiteX3" fmla="*/ 1156675 w 1156675"/>
              <a:gd name="connsiteY3" fmla="*/ 586502 h 738113"/>
              <a:gd name="connsiteX4" fmla="*/ 0 w 1156675"/>
              <a:gd name="connsiteY4" fmla="*/ 591374 h 738113"/>
              <a:gd name="connsiteX0" fmla="*/ 0 w 1156675"/>
              <a:gd name="connsiteY0" fmla="*/ 591374 h 854599"/>
              <a:gd name="connsiteX1" fmla="*/ 183744 w 1156675"/>
              <a:gd name="connsiteY1" fmla="*/ 0 h 854599"/>
              <a:gd name="connsiteX2" fmla="*/ 962937 w 1156675"/>
              <a:gd name="connsiteY2" fmla="*/ 0 h 854599"/>
              <a:gd name="connsiteX3" fmla="*/ 1156675 w 1156675"/>
              <a:gd name="connsiteY3" fmla="*/ 586502 h 854599"/>
              <a:gd name="connsiteX4" fmla="*/ 0 w 1156675"/>
              <a:gd name="connsiteY4" fmla="*/ 591374 h 854599"/>
              <a:gd name="connsiteX0" fmla="*/ 0 w 1156675"/>
              <a:gd name="connsiteY0" fmla="*/ 591374 h 898362"/>
              <a:gd name="connsiteX1" fmla="*/ 183744 w 1156675"/>
              <a:gd name="connsiteY1" fmla="*/ 0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637320 h 944308"/>
              <a:gd name="connsiteX1" fmla="*/ 183744 w 1156675"/>
              <a:gd name="connsiteY1" fmla="*/ 45946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3382 w 1156675"/>
              <a:gd name="connsiteY1" fmla="*/ 14308 h 944308"/>
              <a:gd name="connsiteX2" fmla="*/ 845153 w 1156675"/>
              <a:gd name="connsiteY2" fmla="*/ 0 h 944308"/>
              <a:gd name="connsiteX3" fmla="*/ 1156675 w 1156675"/>
              <a:gd name="connsiteY3" fmla="*/ 632448 h 944308"/>
              <a:gd name="connsiteX4" fmla="*/ 0 w 1156675"/>
              <a:gd name="connsiteY4" fmla="*/ 637320 h 94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675" h="944308">
                <a:moveTo>
                  <a:pt x="0" y="637320"/>
                </a:moveTo>
                <a:lnTo>
                  <a:pt x="303382" y="14308"/>
                </a:lnTo>
                <a:cubicBezTo>
                  <a:pt x="559938" y="228245"/>
                  <a:pt x="667771" y="171049"/>
                  <a:pt x="845153" y="0"/>
                </a:cubicBezTo>
                <a:lnTo>
                  <a:pt x="1156675" y="632448"/>
                </a:lnTo>
                <a:cubicBezTo>
                  <a:pt x="921192" y="957920"/>
                  <a:pt x="382573" y="1127818"/>
                  <a:pt x="0" y="637320"/>
                </a:cubicBezTo>
                <a:close/>
              </a:path>
            </a:pathLst>
          </a:cu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梯形 17">
            <a:extLst>
              <a:ext uri="{FF2B5EF4-FFF2-40B4-BE49-F238E27FC236}">
                <a16:creationId xmlns:a16="http://schemas.microsoft.com/office/drawing/2014/main" id="{2275A23E-2817-CF4D-9AF9-3F464EA8DCEF}"/>
              </a:ext>
            </a:extLst>
          </p:cNvPr>
          <p:cNvSpPr/>
          <p:nvPr/>
        </p:nvSpPr>
        <p:spPr>
          <a:xfrm rot="5400000" flipH="1">
            <a:off x="237230" y="2912138"/>
            <a:ext cx="4579142" cy="2276186"/>
          </a:xfrm>
          <a:custGeom>
            <a:avLst/>
            <a:gdLst>
              <a:gd name="connsiteX0" fmla="*/ 0 w 1133357"/>
              <a:gd name="connsiteY0" fmla="*/ 708329 h 708329"/>
              <a:gd name="connsiteX1" fmla="*/ 177082 w 1133357"/>
              <a:gd name="connsiteY1" fmla="*/ 0 h 708329"/>
              <a:gd name="connsiteX2" fmla="*/ 956275 w 1133357"/>
              <a:gd name="connsiteY2" fmla="*/ 0 h 708329"/>
              <a:gd name="connsiteX3" fmla="*/ 1133357 w 1133357"/>
              <a:gd name="connsiteY3" fmla="*/ 708329 h 708329"/>
              <a:gd name="connsiteX4" fmla="*/ 0 w 1133357"/>
              <a:gd name="connsiteY4" fmla="*/ 708329 h 708329"/>
              <a:gd name="connsiteX0" fmla="*/ 0 w 1133357"/>
              <a:gd name="connsiteY0" fmla="*/ 708329 h 742195"/>
              <a:gd name="connsiteX1" fmla="*/ 177082 w 1133357"/>
              <a:gd name="connsiteY1" fmla="*/ 0 h 742195"/>
              <a:gd name="connsiteX2" fmla="*/ 956275 w 1133357"/>
              <a:gd name="connsiteY2" fmla="*/ 0 h 742195"/>
              <a:gd name="connsiteX3" fmla="*/ 1133357 w 1133357"/>
              <a:gd name="connsiteY3" fmla="*/ 708329 h 742195"/>
              <a:gd name="connsiteX4" fmla="*/ 0 w 1133357"/>
              <a:gd name="connsiteY4" fmla="*/ 708329 h 742195"/>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760824"/>
              <a:gd name="connsiteX1" fmla="*/ 177082 w 1133357"/>
              <a:gd name="connsiteY1" fmla="*/ 0 h 760824"/>
              <a:gd name="connsiteX2" fmla="*/ 956275 w 1133357"/>
              <a:gd name="connsiteY2" fmla="*/ 0 h 760824"/>
              <a:gd name="connsiteX3" fmla="*/ 1133357 w 1133357"/>
              <a:gd name="connsiteY3" fmla="*/ 708329 h 760824"/>
              <a:gd name="connsiteX4" fmla="*/ 0 w 1133357"/>
              <a:gd name="connsiteY4" fmla="*/ 708329 h 760824"/>
              <a:gd name="connsiteX0" fmla="*/ 0 w 1133357"/>
              <a:gd name="connsiteY0" fmla="*/ 708329 h 818625"/>
              <a:gd name="connsiteX1" fmla="*/ 177082 w 1133357"/>
              <a:gd name="connsiteY1" fmla="*/ 0 h 818625"/>
              <a:gd name="connsiteX2" fmla="*/ 956275 w 1133357"/>
              <a:gd name="connsiteY2" fmla="*/ 0 h 818625"/>
              <a:gd name="connsiteX3" fmla="*/ 1133357 w 1133357"/>
              <a:gd name="connsiteY3" fmla="*/ 708329 h 818625"/>
              <a:gd name="connsiteX4" fmla="*/ 0 w 1133357"/>
              <a:gd name="connsiteY4" fmla="*/ 708329 h 818625"/>
              <a:gd name="connsiteX0" fmla="*/ 0 w 1133357"/>
              <a:gd name="connsiteY0" fmla="*/ 708329 h 855068"/>
              <a:gd name="connsiteX1" fmla="*/ 177082 w 1133357"/>
              <a:gd name="connsiteY1" fmla="*/ 0 h 855068"/>
              <a:gd name="connsiteX2" fmla="*/ 956275 w 1133357"/>
              <a:gd name="connsiteY2" fmla="*/ 0 h 855068"/>
              <a:gd name="connsiteX3" fmla="*/ 1133357 w 1133357"/>
              <a:gd name="connsiteY3" fmla="*/ 708329 h 855068"/>
              <a:gd name="connsiteX4" fmla="*/ 0 w 1133357"/>
              <a:gd name="connsiteY4" fmla="*/ 708329 h 855068"/>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33357"/>
              <a:gd name="connsiteY0" fmla="*/ 708329 h 857351"/>
              <a:gd name="connsiteX1" fmla="*/ 177082 w 1133357"/>
              <a:gd name="connsiteY1" fmla="*/ 0 h 857351"/>
              <a:gd name="connsiteX2" fmla="*/ 956275 w 1133357"/>
              <a:gd name="connsiteY2" fmla="*/ 0 h 857351"/>
              <a:gd name="connsiteX3" fmla="*/ 1133357 w 1133357"/>
              <a:gd name="connsiteY3" fmla="*/ 708329 h 857351"/>
              <a:gd name="connsiteX4" fmla="*/ 0 w 1133357"/>
              <a:gd name="connsiteY4" fmla="*/ 708329 h 857351"/>
              <a:gd name="connsiteX0" fmla="*/ 0 w 1150013"/>
              <a:gd name="connsiteY0" fmla="*/ 708329 h 812370"/>
              <a:gd name="connsiteX1" fmla="*/ 177082 w 1150013"/>
              <a:gd name="connsiteY1" fmla="*/ 0 h 812370"/>
              <a:gd name="connsiteX2" fmla="*/ 956275 w 1150013"/>
              <a:gd name="connsiteY2" fmla="*/ 0 h 812370"/>
              <a:gd name="connsiteX3" fmla="*/ 1150013 w 1150013"/>
              <a:gd name="connsiteY3" fmla="*/ 586502 h 812370"/>
              <a:gd name="connsiteX4" fmla="*/ 0 w 1150013"/>
              <a:gd name="connsiteY4" fmla="*/ 708329 h 812370"/>
              <a:gd name="connsiteX0" fmla="*/ 0 w 1156675"/>
              <a:gd name="connsiteY0" fmla="*/ 591374 h 738113"/>
              <a:gd name="connsiteX1" fmla="*/ 183744 w 1156675"/>
              <a:gd name="connsiteY1" fmla="*/ 0 h 738113"/>
              <a:gd name="connsiteX2" fmla="*/ 962937 w 1156675"/>
              <a:gd name="connsiteY2" fmla="*/ 0 h 738113"/>
              <a:gd name="connsiteX3" fmla="*/ 1156675 w 1156675"/>
              <a:gd name="connsiteY3" fmla="*/ 586502 h 738113"/>
              <a:gd name="connsiteX4" fmla="*/ 0 w 1156675"/>
              <a:gd name="connsiteY4" fmla="*/ 591374 h 738113"/>
              <a:gd name="connsiteX0" fmla="*/ 0 w 1156675"/>
              <a:gd name="connsiteY0" fmla="*/ 591374 h 854599"/>
              <a:gd name="connsiteX1" fmla="*/ 183744 w 1156675"/>
              <a:gd name="connsiteY1" fmla="*/ 0 h 854599"/>
              <a:gd name="connsiteX2" fmla="*/ 962937 w 1156675"/>
              <a:gd name="connsiteY2" fmla="*/ 0 h 854599"/>
              <a:gd name="connsiteX3" fmla="*/ 1156675 w 1156675"/>
              <a:gd name="connsiteY3" fmla="*/ 586502 h 854599"/>
              <a:gd name="connsiteX4" fmla="*/ 0 w 1156675"/>
              <a:gd name="connsiteY4" fmla="*/ 591374 h 854599"/>
              <a:gd name="connsiteX0" fmla="*/ 0 w 1156675"/>
              <a:gd name="connsiteY0" fmla="*/ 591374 h 898362"/>
              <a:gd name="connsiteX1" fmla="*/ 183744 w 1156675"/>
              <a:gd name="connsiteY1" fmla="*/ 0 h 898362"/>
              <a:gd name="connsiteX2" fmla="*/ 962937 w 1156675"/>
              <a:gd name="connsiteY2" fmla="*/ 0 h 898362"/>
              <a:gd name="connsiteX3" fmla="*/ 1156675 w 1156675"/>
              <a:gd name="connsiteY3" fmla="*/ 586502 h 898362"/>
              <a:gd name="connsiteX4" fmla="*/ 0 w 1156675"/>
              <a:gd name="connsiteY4" fmla="*/ 591374 h 898362"/>
              <a:gd name="connsiteX0" fmla="*/ 0 w 1156675"/>
              <a:gd name="connsiteY0" fmla="*/ 637320 h 944308"/>
              <a:gd name="connsiteX1" fmla="*/ 183744 w 1156675"/>
              <a:gd name="connsiteY1" fmla="*/ 45946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9380 w 1156675"/>
              <a:gd name="connsiteY1" fmla="*/ 17231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37320 h 944308"/>
              <a:gd name="connsiteX1" fmla="*/ 303382 w 1156675"/>
              <a:gd name="connsiteY1" fmla="*/ 14308 h 944308"/>
              <a:gd name="connsiteX2" fmla="*/ 845153 w 1156675"/>
              <a:gd name="connsiteY2" fmla="*/ 0 h 944308"/>
              <a:gd name="connsiteX3" fmla="*/ 1156675 w 1156675"/>
              <a:gd name="connsiteY3" fmla="*/ 632448 h 944308"/>
              <a:gd name="connsiteX4" fmla="*/ 0 w 1156675"/>
              <a:gd name="connsiteY4" fmla="*/ 637320 h 944308"/>
              <a:gd name="connsiteX0" fmla="*/ 0 w 1156675"/>
              <a:gd name="connsiteY0" fmla="*/ 690178 h 997166"/>
              <a:gd name="connsiteX1" fmla="*/ 263120 w 1156675"/>
              <a:gd name="connsiteY1" fmla="*/ 0 h 997166"/>
              <a:gd name="connsiteX2" fmla="*/ 845153 w 1156675"/>
              <a:gd name="connsiteY2" fmla="*/ 52858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45153 w 1156675"/>
              <a:gd name="connsiteY2" fmla="*/ 52858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72700 w 1156675"/>
              <a:gd name="connsiteY2" fmla="*/ 2484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72700 w 1156675"/>
              <a:gd name="connsiteY2" fmla="*/ 2484 h 997166"/>
              <a:gd name="connsiteX3" fmla="*/ 1156675 w 1156675"/>
              <a:gd name="connsiteY3" fmla="*/ 685306 h 997166"/>
              <a:gd name="connsiteX4" fmla="*/ 0 w 1156675"/>
              <a:gd name="connsiteY4" fmla="*/ 690178 h 997166"/>
              <a:gd name="connsiteX0" fmla="*/ 0 w 1156675"/>
              <a:gd name="connsiteY0" fmla="*/ 690178 h 997166"/>
              <a:gd name="connsiteX1" fmla="*/ 263120 w 1156675"/>
              <a:gd name="connsiteY1" fmla="*/ 0 h 997166"/>
              <a:gd name="connsiteX2" fmla="*/ 872700 w 1156675"/>
              <a:gd name="connsiteY2" fmla="*/ 2484 h 997166"/>
              <a:gd name="connsiteX3" fmla="*/ 1156675 w 1156675"/>
              <a:gd name="connsiteY3" fmla="*/ 685306 h 997166"/>
              <a:gd name="connsiteX4" fmla="*/ 0 w 1156675"/>
              <a:gd name="connsiteY4" fmla="*/ 690178 h 997166"/>
              <a:gd name="connsiteX0" fmla="*/ 0 w 1156675"/>
              <a:gd name="connsiteY0" fmla="*/ 699927 h 1006915"/>
              <a:gd name="connsiteX1" fmla="*/ 263120 w 1156675"/>
              <a:gd name="connsiteY1" fmla="*/ 9749 h 1006915"/>
              <a:gd name="connsiteX2" fmla="*/ 879647 w 1156675"/>
              <a:gd name="connsiteY2" fmla="*/ 0 h 1006915"/>
              <a:gd name="connsiteX3" fmla="*/ 1156675 w 1156675"/>
              <a:gd name="connsiteY3" fmla="*/ 695055 h 1006915"/>
              <a:gd name="connsiteX4" fmla="*/ 0 w 1156675"/>
              <a:gd name="connsiteY4" fmla="*/ 699927 h 1006915"/>
              <a:gd name="connsiteX0" fmla="*/ 0 w 1156675"/>
              <a:gd name="connsiteY0" fmla="*/ 705467 h 1012455"/>
              <a:gd name="connsiteX1" fmla="*/ 252700 w 1156675"/>
              <a:gd name="connsiteY1" fmla="*/ 0 h 1012455"/>
              <a:gd name="connsiteX2" fmla="*/ 879647 w 1156675"/>
              <a:gd name="connsiteY2" fmla="*/ 5540 h 1012455"/>
              <a:gd name="connsiteX3" fmla="*/ 1156675 w 1156675"/>
              <a:gd name="connsiteY3" fmla="*/ 700595 h 1012455"/>
              <a:gd name="connsiteX4" fmla="*/ 0 w 1156675"/>
              <a:gd name="connsiteY4" fmla="*/ 705467 h 1012455"/>
              <a:gd name="connsiteX0" fmla="*/ 0 w 1156675"/>
              <a:gd name="connsiteY0" fmla="*/ 705467 h 1012455"/>
              <a:gd name="connsiteX1" fmla="*/ 252700 w 1156675"/>
              <a:gd name="connsiteY1" fmla="*/ 0 h 1012455"/>
              <a:gd name="connsiteX2" fmla="*/ 879647 w 1156675"/>
              <a:gd name="connsiteY2" fmla="*/ 5540 h 1012455"/>
              <a:gd name="connsiteX3" fmla="*/ 1156675 w 1156675"/>
              <a:gd name="connsiteY3" fmla="*/ 700595 h 1012455"/>
              <a:gd name="connsiteX4" fmla="*/ 0 w 1156675"/>
              <a:gd name="connsiteY4" fmla="*/ 705467 h 1012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675" h="1012455">
                <a:moveTo>
                  <a:pt x="0" y="705467"/>
                </a:moveTo>
                <a:lnTo>
                  <a:pt x="252700" y="0"/>
                </a:lnTo>
                <a:cubicBezTo>
                  <a:pt x="487946" y="321535"/>
                  <a:pt x="701205" y="202710"/>
                  <a:pt x="879647" y="5540"/>
                </a:cubicBezTo>
                <a:lnTo>
                  <a:pt x="1156675" y="700595"/>
                </a:lnTo>
                <a:cubicBezTo>
                  <a:pt x="921192" y="1026067"/>
                  <a:pt x="382573" y="1195965"/>
                  <a:pt x="0" y="705467"/>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29">
            <a:extLst>
              <a:ext uri="{FF2B5EF4-FFF2-40B4-BE49-F238E27FC236}">
                <a16:creationId xmlns:a16="http://schemas.microsoft.com/office/drawing/2014/main" id="{C8C47F7D-4A72-4446-A37E-5D00003B23B0}"/>
              </a:ext>
            </a:extLst>
          </p:cNvPr>
          <p:cNvSpPr txBox="1"/>
          <p:nvPr/>
        </p:nvSpPr>
        <p:spPr>
          <a:xfrm flipH="1">
            <a:off x="4580630" y="4014612"/>
            <a:ext cx="392765"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挖掘</a:t>
            </a:r>
            <a:endParaRPr lang="en-US" altLang="zh-CN" sz="1200" b="0"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8" name="Object29">
            <a:extLst>
              <a:ext uri="{FF2B5EF4-FFF2-40B4-BE49-F238E27FC236}">
                <a16:creationId xmlns:a16="http://schemas.microsoft.com/office/drawing/2014/main" id="{1B55963B-56BC-864E-BF4F-60A1685FC445}"/>
              </a:ext>
            </a:extLst>
          </p:cNvPr>
          <p:cNvSpPr txBox="1"/>
          <p:nvPr/>
        </p:nvSpPr>
        <p:spPr>
          <a:xfrm flipH="1">
            <a:off x="3555106" y="3697025"/>
            <a:ext cx="756102" cy="92333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发现市场</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发现潜客</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hangingPunct="0">
              <a:lnSpc>
                <a:spcPct val="100000"/>
              </a:lnSpc>
              <a:defRPr/>
            </a:pPr>
            <a:r>
              <a:rPr lang="zh-CN" altLang="en-US"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发现需求</a:t>
            </a:r>
            <a:endParaRPr lang="en-US" altLang="zh-CN" sz="1200" b="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0" name="组合 39">
            <a:extLst>
              <a:ext uri="{FF2B5EF4-FFF2-40B4-BE49-F238E27FC236}">
                <a16:creationId xmlns:a16="http://schemas.microsoft.com/office/drawing/2014/main" id="{DD97E43A-1943-674F-B50C-46262BE602E0}"/>
              </a:ext>
            </a:extLst>
          </p:cNvPr>
          <p:cNvGrpSpPr/>
          <p:nvPr/>
        </p:nvGrpSpPr>
        <p:grpSpPr>
          <a:xfrm>
            <a:off x="1726387" y="2971526"/>
            <a:ext cx="1449276" cy="2157411"/>
            <a:chOff x="-1040748" y="3495256"/>
            <a:chExt cx="1449276" cy="2157411"/>
          </a:xfrm>
        </p:grpSpPr>
        <p:sp>
          <p:nvSpPr>
            <p:cNvPr id="171" name="Object60">
              <a:extLst>
                <a:ext uri="{FF2B5EF4-FFF2-40B4-BE49-F238E27FC236}">
                  <a16:creationId xmlns:a16="http://schemas.microsoft.com/office/drawing/2014/main" id="{868F2A41-D323-844A-8EA2-3536D622E8B9}"/>
                </a:ext>
              </a:extLst>
            </p:cNvPr>
            <p:cNvSpPr/>
            <p:nvPr/>
          </p:nvSpPr>
          <p:spPr>
            <a:xfrm flipH="1">
              <a:off x="-1040748" y="3495256"/>
              <a:ext cx="1449276"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策划服务</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2" name="Object60">
              <a:extLst>
                <a:ext uri="{FF2B5EF4-FFF2-40B4-BE49-F238E27FC236}">
                  <a16:creationId xmlns:a16="http://schemas.microsoft.com/office/drawing/2014/main" id="{47CECF12-146C-6D4A-9D06-FF2C76A74E0B}"/>
                </a:ext>
              </a:extLst>
            </p:cNvPr>
            <p:cNvSpPr/>
            <p:nvPr/>
          </p:nvSpPr>
          <p:spPr>
            <a:xfrm flipH="1">
              <a:off x="-693915" y="3978439"/>
              <a:ext cx="755611"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微吼引流</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60">
              <a:extLst>
                <a:ext uri="{FF2B5EF4-FFF2-40B4-BE49-F238E27FC236}">
                  <a16:creationId xmlns:a16="http://schemas.microsoft.com/office/drawing/2014/main" id="{64D1069E-FDCC-3940-852C-CCC306A7B11A}"/>
                </a:ext>
              </a:extLst>
            </p:cNvPr>
            <p:cNvSpPr/>
            <p:nvPr/>
          </p:nvSpPr>
          <p:spPr>
            <a:xfrm flipH="1">
              <a:off x="-1040748" y="4461622"/>
              <a:ext cx="1449276"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精准引流</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4" name="Object60">
              <a:extLst>
                <a:ext uri="{FF2B5EF4-FFF2-40B4-BE49-F238E27FC236}">
                  <a16:creationId xmlns:a16="http://schemas.microsoft.com/office/drawing/2014/main" id="{4CEA29A9-C18B-E542-A4AD-A6E530162842}"/>
                </a:ext>
              </a:extLst>
            </p:cNvPr>
            <p:cNvSpPr/>
            <p:nvPr/>
          </p:nvSpPr>
          <p:spPr>
            <a:xfrm flipH="1">
              <a:off x="-1040748" y="4944805"/>
              <a:ext cx="1449276"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推广平台</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8" name="Object60">
              <a:extLst>
                <a:ext uri="{FF2B5EF4-FFF2-40B4-BE49-F238E27FC236}">
                  <a16:creationId xmlns:a16="http://schemas.microsoft.com/office/drawing/2014/main" id="{5097819B-429F-7E4A-929A-9A15E900AB9A}"/>
                </a:ext>
              </a:extLst>
            </p:cNvPr>
            <p:cNvSpPr/>
            <p:nvPr/>
          </p:nvSpPr>
          <p:spPr>
            <a:xfrm flipH="1">
              <a:off x="-1040748" y="5427990"/>
              <a:ext cx="1449276" cy="224677"/>
            </a:xfrm>
            <a:prstGeom prst="rect">
              <a:avLst/>
            </a:prstGeom>
            <a:noFill/>
            <a:ln/>
          </p:spPr>
          <p:txBody>
            <a:bodyPr wrap="square" lIns="0" tIns="0" rIns="0" bIns="0" rtlCol="0" anchor="t">
              <a:spAutoFit/>
            </a:bodyPr>
            <a:lstStyle/>
            <a:p>
              <a:pPr algn="ctr" defTabSz="731520">
                <a:lnSpc>
                  <a:spcPct val="130000"/>
                </a:lnSpc>
              </a:pPr>
              <a:r>
                <a:rPr lang="zh-CN" altLang="en-US"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广告平台</a:t>
              </a:r>
              <a:endParaRPr lang="en-US" altLang="zh-CN" sz="12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79" name="矩形: 圆角 114">
            <a:extLst>
              <a:ext uri="{FF2B5EF4-FFF2-40B4-BE49-F238E27FC236}">
                <a16:creationId xmlns:a16="http://schemas.microsoft.com/office/drawing/2014/main" id="{2613103F-699A-3549-99C3-0969FAF1958F}"/>
              </a:ext>
            </a:extLst>
          </p:cNvPr>
          <p:cNvSpPr/>
          <p:nvPr/>
        </p:nvSpPr>
        <p:spPr>
          <a:xfrm>
            <a:off x="3430019" y="2921478"/>
            <a:ext cx="1641548" cy="2353759"/>
          </a:xfrm>
          <a:prstGeom prst="roundRect">
            <a:avLst>
              <a:gd name="adj" fmla="val 0"/>
            </a:avLst>
          </a:prstGeom>
          <a:noFill/>
          <a:ln w="12700" cap="flat">
            <a:solidFill>
              <a:schemeClr val="accent1">
                <a:lumMod val="100000"/>
              </a:schemeClr>
            </a:solidFill>
            <a:prstDash val="dash"/>
            <a:miter/>
          </a:ln>
          <a:effectLst>
            <a:outerShdw blurRad="190500" sx="102000" sy="102000" algn="ctr" rotWithShape="0">
              <a:schemeClr val="dk1">
                <a:alpha val="20000"/>
              </a:schemeClr>
            </a:outerShdw>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Object60">
            <a:extLst>
              <a:ext uri="{FF2B5EF4-FFF2-40B4-BE49-F238E27FC236}">
                <a16:creationId xmlns:a16="http://schemas.microsoft.com/office/drawing/2014/main" id="{EDF66EC2-7A72-E54B-8688-4B76B2212A9F}"/>
              </a:ext>
            </a:extLst>
          </p:cNvPr>
          <p:cNvSpPr/>
          <p:nvPr/>
        </p:nvSpPr>
        <p:spPr>
          <a:xfrm>
            <a:off x="4529104" y="2983012"/>
            <a:ext cx="540527" cy="187231"/>
          </a:xfrm>
          <a:prstGeom prst="rect">
            <a:avLst/>
          </a:prstGeom>
          <a:noFill/>
          <a:ln/>
        </p:spPr>
        <p:txBody>
          <a:bodyPr wrap="square" lIns="0" tIns="0" rIns="0" bIns="0" rtlCol="0" anchor="t">
            <a:spAutoFit/>
          </a:bodyPr>
          <a:lstStyle/>
          <a:p>
            <a:pPr algn="ctr" defTabSz="731520">
              <a:lnSpc>
                <a:spcPct val="130000"/>
              </a:lnSpc>
            </a:pP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潜客池</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3" name="Object29">
            <a:extLst>
              <a:ext uri="{FF2B5EF4-FFF2-40B4-BE49-F238E27FC236}">
                <a16:creationId xmlns:a16="http://schemas.microsoft.com/office/drawing/2014/main" id="{A8DB2453-5812-9148-ACB7-426AE2659E42}"/>
              </a:ext>
            </a:extLst>
          </p:cNvPr>
          <p:cNvSpPr/>
          <p:nvPr/>
        </p:nvSpPr>
        <p:spPr>
          <a:xfrm>
            <a:off x="4291158" y="1784402"/>
            <a:ext cx="1680639" cy="299155"/>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实时互动 提高营销转化</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4" name="Object29">
            <a:extLst>
              <a:ext uri="{FF2B5EF4-FFF2-40B4-BE49-F238E27FC236}">
                <a16:creationId xmlns:a16="http://schemas.microsoft.com/office/drawing/2014/main" id="{3EA8A5EA-2039-304E-AB6C-98DC412942E8}"/>
              </a:ext>
            </a:extLst>
          </p:cNvPr>
          <p:cNvSpPr/>
          <p:nvPr/>
        </p:nvSpPr>
        <p:spPr>
          <a:xfrm>
            <a:off x="4291158" y="2015806"/>
            <a:ext cx="1680639" cy="299155"/>
          </a:xfrm>
          <a:prstGeom prst="rect">
            <a:avLst/>
          </a:prstGeom>
          <a:ln w="12700">
            <a:miter lim="400000"/>
          </a:ln>
        </p:spPr>
        <p:txBody>
          <a:bodyPr wrap="none" lIns="25400" tIns="25400" rIns="25400" bIns="25400" anchor="ctr">
            <a:noAutofit/>
          </a:bodyPr>
          <a:lstStyle/>
          <a:p>
            <a:pPr algn="ctr" defTabSz="1219169"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关注客户转化率</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6" name="Object29">
            <a:extLst>
              <a:ext uri="{FF2B5EF4-FFF2-40B4-BE49-F238E27FC236}">
                <a16:creationId xmlns:a16="http://schemas.microsoft.com/office/drawing/2014/main" id="{D5590E85-8FC4-1945-99F8-528EBFB80DD5}"/>
              </a:ext>
            </a:extLst>
          </p:cNvPr>
          <p:cNvSpPr/>
          <p:nvPr/>
        </p:nvSpPr>
        <p:spPr>
          <a:xfrm>
            <a:off x="1584845" y="1784402"/>
            <a:ext cx="1680639" cy="299155"/>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全渠道整合</a:t>
            </a:r>
            <a:endParaRPr lang="zh-CN" altLang="en-US" sz="1050" kern="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7" name="Object29">
            <a:extLst>
              <a:ext uri="{FF2B5EF4-FFF2-40B4-BE49-F238E27FC236}">
                <a16:creationId xmlns:a16="http://schemas.microsoft.com/office/drawing/2014/main" id="{2DA21963-D91C-104D-83F6-70EBF20860FA}"/>
              </a:ext>
            </a:extLst>
          </p:cNvPr>
          <p:cNvSpPr/>
          <p:nvPr/>
        </p:nvSpPr>
        <p:spPr>
          <a:xfrm>
            <a:off x="1584845" y="2015806"/>
            <a:ext cx="1680639" cy="299155"/>
          </a:xfrm>
          <a:prstGeom prst="rect">
            <a:avLst/>
          </a:prstGeom>
          <a:ln w="12700">
            <a:miter lim="400000"/>
          </a:ln>
        </p:spPr>
        <p:txBody>
          <a:bodyPr wrap="none" lIns="25400" tIns="25400" rIns="25400" bIns="25400" anchor="ctr">
            <a:noAutofit/>
          </a:bodyPr>
          <a:lstStyle/>
          <a:p>
            <a:pPr algn="ctr" defTabSz="1219169" hangingPunct="0"/>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关注潜客精准度</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6" name="组合 45">
            <a:extLst>
              <a:ext uri="{FF2B5EF4-FFF2-40B4-BE49-F238E27FC236}">
                <a16:creationId xmlns:a16="http://schemas.microsoft.com/office/drawing/2014/main" id="{5A2ED08F-A726-4A4D-9D13-9BFAA380F5B0}"/>
              </a:ext>
            </a:extLst>
          </p:cNvPr>
          <p:cNvGrpSpPr/>
          <p:nvPr/>
        </p:nvGrpSpPr>
        <p:grpSpPr>
          <a:xfrm>
            <a:off x="1695804" y="1754216"/>
            <a:ext cx="8829498" cy="4630449"/>
            <a:chOff x="1695804" y="1754216"/>
            <a:chExt cx="8829498" cy="4630449"/>
          </a:xfrm>
        </p:grpSpPr>
        <p:cxnSp>
          <p:nvCxnSpPr>
            <p:cNvPr id="134" name="直线连接符 133">
              <a:extLst>
                <a:ext uri="{FF2B5EF4-FFF2-40B4-BE49-F238E27FC236}">
                  <a16:creationId xmlns:a16="http://schemas.microsoft.com/office/drawing/2014/main" id="{FF833337-60DF-5246-8E33-07E562F0DA59}"/>
                </a:ext>
              </a:extLst>
            </p:cNvPr>
            <p:cNvCxnSpPr>
              <a:cxnSpLocks/>
            </p:cNvCxnSpPr>
            <p:nvPr/>
          </p:nvCxnSpPr>
          <p:spPr>
            <a:xfrm flipH="1" flipV="1">
              <a:off x="10522170"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6" name="直线连接符 135">
              <a:extLst>
                <a:ext uri="{FF2B5EF4-FFF2-40B4-BE49-F238E27FC236}">
                  <a16:creationId xmlns:a16="http://schemas.microsoft.com/office/drawing/2014/main" id="{BAD48505-2AAD-3D42-B54F-C05325316C84}"/>
                </a:ext>
              </a:extLst>
            </p:cNvPr>
            <p:cNvCxnSpPr>
              <a:cxnSpLocks/>
            </p:cNvCxnSpPr>
            <p:nvPr/>
          </p:nvCxnSpPr>
          <p:spPr>
            <a:xfrm flipH="1" flipV="1">
              <a:off x="9051412"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37" name="直线连接符 136">
              <a:extLst>
                <a:ext uri="{FF2B5EF4-FFF2-40B4-BE49-F238E27FC236}">
                  <a16:creationId xmlns:a16="http://schemas.microsoft.com/office/drawing/2014/main" id="{BF475F80-5188-A74B-9FF1-4095DB1A7940}"/>
                </a:ext>
              </a:extLst>
            </p:cNvPr>
            <p:cNvCxnSpPr>
              <a:cxnSpLocks/>
            </p:cNvCxnSpPr>
            <p:nvPr/>
          </p:nvCxnSpPr>
          <p:spPr>
            <a:xfrm flipH="1" flipV="1">
              <a:off x="7093182"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81" name="直线连接符 180">
              <a:extLst>
                <a:ext uri="{FF2B5EF4-FFF2-40B4-BE49-F238E27FC236}">
                  <a16:creationId xmlns:a16="http://schemas.microsoft.com/office/drawing/2014/main" id="{C01FE9CC-8FB6-9445-AD15-DAD8A1F0E6FD}"/>
                </a:ext>
              </a:extLst>
            </p:cNvPr>
            <p:cNvCxnSpPr>
              <a:cxnSpLocks/>
            </p:cNvCxnSpPr>
            <p:nvPr/>
          </p:nvCxnSpPr>
          <p:spPr>
            <a:xfrm flipH="1" flipV="1">
              <a:off x="3166641"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88" name="直线连接符 187">
              <a:extLst>
                <a:ext uri="{FF2B5EF4-FFF2-40B4-BE49-F238E27FC236}">
                  <a16:creationId xmlns:a16="http://schemas.microsoft.com/office/drawing/2014/main" id="{0AEAC663-9827-7742-86EA-8997928DABC7}"/>
                </a:ext>
              </a:extLst>
            </p:cNvPr>
            <p:cNvCxnSpPr>
              <a:cxnSpLocks/>
            </p:cNvCxnSpPr>
            <p:nvPr/>
          </p:nvCxnSpPr>
          <p:spPr>
            <a:xfrm flipH="1" flipV="1">
              <a:off x="1695804" y="1754216"/>
              <a:ext cx="3132" cy="4630449"/>
            </a:xfrm>
            <a:prstGeom prst="line">
              <a:avLst/>
            </a:prstGeom>
            <a:ln w="9525">
              <a:solidFill>
                <a:schemeClr val="dk1">
                  <a:lumMod val="50000"/>
                  <a:lumOff val="50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2" name="图形 2">
            <a:extLst>
              <a:ext uri="{FF2B5EF4-FFF2-40B4-BE49-F238E27FC236}">
                <a16:creationId xmlns:a16="http://schemas.microsoft.com/office/drawing/2014/main" id="{21A72DA9-3AFB-E227-35F1-3E8A055113AC}"/>
              </a:ext>
            </a:extLst>
          </p:cNvPr>
          <p:cNvGrpSpPr/>
          <p:nvPr/>
        </p:nvGrpSpPr>
        <p:grpSpPr>
          <a:xfrm>
            <a:off x="5696590" y="3396651"/>
            <a:ext cx="798818" cy="550230"/>
            <a:chOff x="4665944" y="2166483"/>
            <a:chExt cx="1145603" cy="789099"/>
          </a:xfrm>
          <a:solidFill>
            <a:schemeClr val="bg1"/>
          </a:solidFill>
        </p:grpSpPr>
        <p:sp>
          <p:nvSpPr>
            <p:cNvPr id="3" name="任意多边形: 形状 2">
              <a:extLst>
                <a:ext uri="{FF2B5EF4-FFF2-40B4-BE49-F238E27FC236}">
                  <a16:creationId xmlns:a16="http://schemas.microsoft.com/office/drawing/2014/main" id="{A5426042-CF03-1786-E854-288AF8098ACB}"/>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4" name="任意多边形: 形状 3">
              <a:extLst>
                <a:ext uri="{FF2B5EF4-FFF2-40B4-BE49-F238E27FC236}">
                  <a16:creationId xmlns:a16="http://schemas.microsoft.com/office/drawing/2014/main" id="{F4BCC139-685D-134D-94D2-C0422ACBC451}"/>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5" name="任意多边形: 形状 4">
              <a:extLst>
                <a:ext uri="{FF2B5EF4-FFF2-40B4-BE49-F238E27FC236}">
                  <a16:creationId xmlns:a16="http://schemas.microsoft.com/office/drawing/2014/main" id="{80A1A74A-EE10-81A7-9E36-273FD89BCA16}"/>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6" name="图形 2">
              <a:extLst>
                <a:ext uri="{FF2B5EF4-FFF2-40B4-BE49-F238E27FC236}">
                  <a16:creationId xmlns:a16="http://schemas.microsoft.com/office/drawing/2014/main" id="{57FF0C70-E8B5-73ED-A33F-003B5C79FEDD}"/>
                </a:ext>
              </a:extLst>
            </p:cNvPr>
            <p:cNvGrpSpPr/>
            <p:nvPr/>
          </p:nvGrpSpPr>
          <p:grpSpPr>
            <a:xfrm>
              <a:off x="5372739" y="2423233"/>
              <a:ext cx="133924" cy="191216"/>
              <a:chOff x="5372739" y="2423233"/>
              <a:chExt cx="133924" cy="191216"/>
            </a:xfrm>
            <a:grpFill/>
          </p:grpSpPr>
          <p:sp>
            <p:nvSpPr>
              <p:cNvPr id="7" name="任意多边形: 形状 6">
                <a:extLst>
                  <a:ext uri="{FF2B5EF4-FFF2-40B4-BE49-F238E27FC236}">
                    <a16:creationId xmlns:a16="http://schemas.microsoft.com/office/drawing/2014/main" id="{F8D29A54-F122-10D2-68A4-05BE90E0A85B}"/>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 name="任意多边形: 形状 7">
                <a:extLst>
                  <a:ext uri="{FF2B5EF4-FFF2-40B4-BE49-F238E27FC236}">
                    <a16:creationId xmlns:a16="http://schemas.microsoft.com/office/drawing/2014/main" id="{03FE151C-DD73-FAC1-339D-24A9EB41299E}"/>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
        <p:nvSpPr>
          <p:cNvPr id="9" name="文本框 8">
            <a:extLst>
              <a:ext uri="{FF2B5EF4-FFF2-40B4-BE49-F238E27FC236}">
                <a16:creationId xmlns:a16="http://schemas.microsoft.com/office/drawing/2014/main" id="{0604D36D-C030-61D0-EB53-D8830029FCC5}"/>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4E9C234A-FFFD-3446-DF4D-F63442413167}"/>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1728F93E-2026-A1A1-0A3A-994031CD44C3}"/>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20695730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矩形: 圆角 114">
            <a:extLst>
              <a:ext uri="{FF2B5EF4-FFF2-40B4-BE49-F238E27FC236}">
                <a16:creationId xmlns:a16="http://schemas.microsoft.com/office/drawing/2014/main" id="{28F5D220-0C68-314A-B472-8904C4C7E90D}"/>
              </a:ext>
            </a:extLst>
          </p:cNvPr>
          <p:cNvSpPr/>
          <p:nvPr/>
        </p:nvSpPr>
        <p:spPr>
          <a:xfrm>
            <a:off x="1306856" y="2495459"/>
            <a:ext cx="1753289" cy="1517514"/>
          </a:xfrm>
          <a:prstGeom prst="roundRect">
            <a:avLst>
              <a:gd name="adj" fmla="val 5997"/>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Object60">
            <a:extLst>
              <a:ext uri="{FF2B5EF4-FFF2-40B4-BE49-F238E27FC236}">
                <a16:creationId xmlns:a16="http://schemas.microsoft.com/office/drawing/2014/main" id="{8052C6A8-501F-B74A-84F1-1D57B446A462}"/>
              </a:ext>
            </a:extLst>
          </p:cNvPr>
          <p:cNvSpPr/>
          <p:nvPr/>
        </p:nvSpPr>
        <p:spPr>
          <a:xfrm>
            <a:off x="1509799" y="2902364"/>
            <a:ext cx="1347402" cy="192627"/>
          </a:xfrm>
          <a:prstGeom prst="rect">
            <a:avLst/>
          </a:prstGeom>
          <a:noFill/>
          <a:ln/>
        </p:spPr>
        <p:txBody>
          <a:bodyPr wrap="square" lIns="0" tIns="0" rIns="0" bIns="0" rtlCol="0" anchor="t"/>
          <a:lstStyle/>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C端</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60">
            <a:extLst>
              <a:ext uri="{FF2B5EF4-FFF2-40B4-BE49-F238E27FC236}">
                <a16:creationId xmlns:a16="http://schemas.microsoft.com/office/drawing/2014/main" id="{50F673FC-608B-E64C-B6F7-8EB9941D220D}"/>
              </a:ext>
            </a:extLst>
          </p:cNvPr>
          <p:cNvSpPr/>
          <p:nvPr/>
        </p:nvSpPr>
        <p:spPr>
          <a:xfrm>
            <a:off x="1509799" y="3182552"/>
            <a:ext cx="1347402" cy="427577"/>
          </a:xfrm>
          <a:prstGeom prst="rect">
            <a:avLst/>
          </a:prstGeom>
          <a:noFill/>
          <a:ln/>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缺乏体系化</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度量指导</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114">
            <a:extLst>
              <a:ext uri="{FF2B5EF4-FFF2-40B4-BE49-F238E27FC236}">
                <a16:creationId xmlns:a16="http://schemas.microsoft.com/office/drawing/2014/main" id="{2CB43484-6B6B-8344-A724-7A0B0DC45807}"/>
              </a:ext>
            </a:extLst>
          </p:cNvPr>
          <p:cNvSpPr/>
          <p:nvPr/>
        </p:nvSpPr>
        <p:spPr>
          <a:xfrm>
            <a:off x="1306856" y="4100534"/>
            <a:ext cx="1753289" cy="1517514"/>
          </a:xfrm>
          <a:prstGeom prst="roundRect">
            <a:avLst>
              <a:gd name="adj" fmla="val 411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60">
            <a:extLst>
              <a:ext uri="{FF2B5EF4-FFF2-40B4-BE49-F238E27FC236}">
                <a16:creationId xmlns:a16="http://schemas.microsoft.com/office/drawing/2014/main" id="{4DE81220-B337-D645-91BA-6C459F38417C}"/>
              </a:ext>
            </a:extLst>
          </p:cNvPr>
          <p:cNvSpPr/>
          <p:nvPr/>
        </p:nvSpPr>
        <p:spPr>
          <a:xfrm>
            <a:off x="1509799" y="4507439"/>
            <a:ext cx="1347402" cy="192627"/>
          </a:xfrm>
          <a:prstGeom prst="rect">
            <a:avLst/>
          </a:prstGeom>
          <a:noFill/>
          <a:ln/>
        </p:spPr>
        <p:txBody>
          <a:bodyPr wrap="square" lIns="0" tIns="0" rIns="0" bIns="0" rtlCol="0" anchor="t"/>
          <a:lstStyle/>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B端</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Object60">
            <a:extLst>
              <a:ext uri="{FF2B5EF4-FFF2-40B4-BE49-F238E27FC236}">
                <a16:creationId xmlns:a16="http://schemas.microsoft.com/office/drawing/2014/main" id="{62410517-0D41-BF4C-9F2A-5BACB04EFBFE}"/>
              </a:ext>
            </a:extLst>
          </p:cNvPr>
          <p:cNvSpPr/>
          <p:nvPr/>
        </p:nvSpPr>
        <p:spPr>
          <a:xfrm>
            <a:off x="1509799" y="4794336"/>
            <a:ext cx="1347402" cy="427577"/>
          </a:xfrm>
          <a:prstGeom prst="rect">
            <a:avLst/>
          </a:prstGeom>
          <a:noFill/>
          <a:ln/>
        </p:spPr>
        <p:txBody>
          <a:bodyPr wrap="square" lIns="0" tIns="0" rIns="0" bIns="0" rtlCol="0" anchor="t"/>
          <a:lstStyle/>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缺乏设计质量</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度量评估方法</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29">
            <a:extLst>
              <a:ext uri="{FF2B5EF4-FFF2-40B4-BE49-F238E27FC236}">
                <a16:creationId xmlns:a16="http://schemas.microsoft.com/office/drawing/2014/main" id="{83DC432E-5977-7648-993E-1D8EF96F30E6}"/>
              </a:ext>
            </a:extLst>
          </p:cNvPr>
          <p:cNvSpPr/>
          <p:nvPr/>
        </p:nvSpPr>
        <p:spPr>
          <a:xfrm>
            <a:off x="1631996" y="2001853"/>
            <a:ext cx="1103009" cy="349456"/>
          </a:xfrm>
          <a:prstGeom prst="rect">
            <a:avLst/>
          </a:prstGeom>
          <a:ln w="12700">
            <a:miter lim="400000"/>
          </a:ln>
        </p:spPr>
        <p:txBody>
          <a:bodyPr wrap="none" lIns="25400" tIns="25400" rIns="25400" bIns="25400" anchor="ctr">
            <a:noAutofit/>
          </a:bodyPr>
          <a:lstStyle/>
          <a:p>
            <a:pPr algn="ctr" defTabSz="1219169"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01</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、现状</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82" name="矩形: 圆角 114">
            <a:extLst>
              <a:ext uri="{FF2B5EF4-FFF2-40B4-BE49-F238E27FC236}">
                <a16:creationId xmlns:a16="http://schemas.microsoft.com/office/drawing/2014/main" id="{F2E8A025-F570-2E47-9768-31FC6D9BA173}"/>
              </a:ext>
            </a:extLst>
          </p:cNvPr>
          <p:cNvSpPr/>
          <p:nvPr/>
        </p:nvSpPr>
        <p:spPr>
          <a:xfrm>
            <a:off x="3140100" y="2495458"/>
            <a:ext cx="2042957" cy="3122589"/>
          </a:xfrm>
          <a:prstGeom prst="roundRect">
            <a:avLst>
              <a:gd name="adj" fmla="val 594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Object60">
            <a:extLst>
              <a:ext uri="{FF2B5EF4-FFF2-40B4-BE49-F238E27FC236}">
                <a16:creationId xmlns:a16="http://schemas.microsoft.com/office/drawing/2014/main" id="{89FCF702-FCA5-2244-8781-7A9134653362}"/>
              </a:ext>
            </a:extLst>
          </p:cNvPr>
          <p:cNvSpPr/>
          <p:nvPr/>
        </p:nvSpPr>
        <p:spPr>
          <a:xfrm>
            <a:off x="3305894" y="3361764"/>
            <a:ext cx="1711369" cy="391033"/>
          </a:xfrm>
          <a:prstGeom prst="rect">
            <a:avLst/>
          </a:prstGeom>
          <a:noFill/>
          <a:ln/>
        </p:spPr>
        <p:txBody>
          <a:bodyPr wrap="square" lIns="0" tIns="0" rIns="0" bIns="0" rtlCol="0" anchor="t"/>
          <a:lstStyle/>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建立C&amp;B能够通用的</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4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设计质量度量方法</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圆角 114">
            <a:extLst>
              <a:ext uri="{FF2B5EF4-FFF2-40B4-BE49-F238E27FC236}">
                <a16:creationId xmlns:a16="http://schemas.microsoft.com/office/drawing/2014/main" id="{C1D25A82-291E-D640-958B-BC9454E590D6}"/>
              </a:ext>
            </a:extLst>
          </p:cNvPr>
          <p:cNvSpPr/>
          <p:nvPr/>
        </p:nvSpPr>
        <p:spPr>
          <a:xfrm>
            <a:off x="3259120" y="4100534"/>
            <a:ext cx="1804916"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Object60">
            <a:extLst>
              <a:ext uri="{FF2B5EF4-FFF2-40B4-BE49-F238E27FC236}">
                <a16:creationId xmlns:a16="http://schemas.microsoft.com/office/drawing/2014/main" id="{4854B52F-1BBA-A04C-8AA3-D7C20ADA3AF8}"/>
              </a:ext>
            </a:extLst>
          </p:cNvPr>
          <p:cNvSpPr/>
          <p:nvPr/>
        </p:nvSpPr>
        <p:spPr>
          <a:xfrm>
            <a:off x="3468040" y="4164672"/>
            <a:ext cx="1387078"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指方向</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矩形: 圆角 114">
            <a:extLst>
              <a:ext uri="{FF2B5EF4-FFF2-40B4-BE49-F238E27FC236}">
                <a16:creationId xmlns:a16="http://schemas.microsoft.com/office/drawing/2014/main" id="{D893B4CF-A87A-964B-B8AE-8E927975B045}"/>
              </a:ext>
            </a:extLst>
          </p:cNvPr>
          <p:cNvSpPr/>
          <p:nvPr/>
        </p:nvSpPr>
        <p:spPr>
          <a:xfrm>
            <a:off x="3259120" y="4462484"/>
            <a:ext cx="1804916"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a:extLst>
              <a:ext uri="{FF2B5EF4-FFF2-40B4-BE49-F238E27FC236}">
                <a16:creationId xmlns:a16="http://schemas.microsoft.com/office/drawing/2014/main" id="{F5619B29-1612-B649-B190-EE42AF4D480A}"/>
              </a:ext>
            </a:extLst>
          </p:cNvPr>
          <p:cNvSpPr/>
          <p:nvPr/>
        </p:nvSpPr>
        <p:spPr>
          <a:xfrm>
            <a:off x="3468040" y="4526622"/>
            <a:ext cx="1387078" cy="161583"/>
          </a:xfrm>
          <a:prstGeom prst="rect">
            <a:avLst/>
          </a:prstGeom>
          <a:noFill/>
          <a:ln/>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给方法</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矩形: 圆角 114">
            <a:extLst>
              <a:ext uri="{FF2B5EF4-FFF2-40B4-BE49-F238E27FC236}">
                <a16:creationId xmlns:a16="http://schemas.microsoft.com/office/drawing/2014/main" id="{5B0170DD-C3C2-FD45-A52F-AA17BD6F066A}"/>
              </a:ext>
            </a:extLst>
          </p:cNvPr>
          <p:cNvSpPr/>
          <p:nvPr/>
        </p:nvSpPr>
        <p:spPr>
          <a:xfrm>
            <a:off x="3259120" y="4833959"/>
            <a:ext cx="1804916"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60">
            <a:extLst>
              <a:ext uri="{FF2B5EF4-FFF2-40B4-BE49-F238E27FC236}">
                <a16:creationId xmlns:a16="http://schemas.microsoft.com/office/drawing/2014/main" id="{05F20B45-9BC1-F042-8021-A5BBFF0D82C5}"/>
              </a:ext>
            </a:extLst>
          </p:cNvPr>
          <p:cNvSpPr/>
          <p:nvPr/>
        </p:nvSpPr>
        <p:spPr>
          <a:xfrm>
            <a:off x="3468040" y="4898097"/>
            <a:ext cx="1387078"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建工具</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29">
            <a:extLst>
              <a:ext uri="{FF2B5EF4-FFF2-40B4-BE49-F238E27FC236}">
                <a16:creationId xmlns:a16="http://schemas.microsoft.com/office/drawing/2014/main" id="{37BFF984-5BD6-E444-977E-B0953A238949}"/>
              </a:ext>
            </a:extLst>
          </p:cNvPr>
          <p:cNvSpPr/>
          <p:nvPr/>
        </p:nvSpPr>
        <p:spPr>
          <a:xfrm>
            <a:off x="3610074" y="2001853"/>
            <a:ext cx="1103009" cy="349456"/>
          </a:xfrm>
          <a:prstGeom prst="rect">
            <a:avLst/>
          </a:prstGeom>
          <a:ln w="12700">
            <a:miter lim="400000"/>
          </a:ln>
        </p:spPr>
        <p:txBody>
          <a:bodyPr wrap="none" lIns="25400" tIns="25400" rIns="25400" bIns="25400" anchor="ctr">
            <a:noAutofit/>
          </a:bodyPr>
          <a:lstStyle/>
          <a:p>
            <a:pPr algn="ctr" defTabSz="1219169"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02</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、目标</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9" name="矩形: 圆角 114">
            <a:extLst>
              <a:ext uri="{FF2B5EF4-FFF2-40B4-BE49-F238E27FC236}">
                <a16:creationId xmlns:a16="http://schemas.microsoft.com/office/drawing/2014/main" id="{6AF62ABB-C2A4-3443-BF0C-6A26CBF107F1}"/>
              </a:ext>
            </a:extLst>
          </p:cNvPr>
          <p:cNvSpPr/>
          <p:nvPr/>
        </p:nvSpPr>
        <p:spPr>
          <a:xfrm>
            <a:off x="5263012" y="2495459"/>
            <a:ext cx="2771090" cy="1517514"/>
          </a:xfrm>
          <a:prstGeom prst="roundRect">
            <a:avLst>
              <a:gd name="adj" fmla="val 536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a:extLst>
              <a:ext uri="{FF2B5EF4-FFF2-40B4-BE49-F238E27FC236}">
                <a16:creationId xmlns:a16="http://schemas.microsoft.com/office/drawing/2014/main" id="{E18815AC-F6EA-9F4D-B2E8-826BD728959A}"/>
              </a:ext>
            </a:extLst>
          </p:cNvPr>
          <p:cNvSpPr/>
          <p:nvPr/>
        </p:nvSpPr>
        <p:spPr>
          <a:xfrm>
            <a:off x="5468262" y="3060783"/>
            <a:ext cx="2450337" cy="192627"/>
          </a:xfrm>
          <a:prstGeom prst="rect">
            <a:avLst/>
          </a:prstGeom>
          <a:noFill/>
          <a:ln/>
        </p:spPr>
        <p:txBody>
          <a:bodyPr wrap="square" lIns="0" tIns="0" rIns="0" bIns="0" rtlCol="0" anchor="t"/>
          <a:lstStyle/>
          <a:p>
            <a:pPr defTabSz="731520"/>
            <a:r>
              <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策略</a:t>
            </a:r>
            <a:r>
              <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｜提炼设计通用度量维度</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Object60">
            <a:extLst>
              <a:ext uri="{FF2B5EF4-FFF2-40B4-BE49-F238E27FC236}">
                <a16:creationId xmlns:a16="http://schemas.microsoft.com/office/drawing/2014/main" id="{B564658A-2B50-FB4F-84CD-E3DB1ADD6556}"/>
              </a:ext>
            </a:extLst>
          </p:cNvPr>
          <p:cNvSpPr/>
          <p:nvPr/>
        </p:nvSpPr>
        <p:spPr>
          <a:xfrm>
            <a:off x="5468262" y="3330085"/>
            <a:ext cx="2398633" cy="184666"/>
          </a:xfrm>
          <a:prstGeom prst="rect">
            <a:avLst/>
          </a:prstGeom>
          <a:noFill/>
          <a:ln/>
        </p:spPr>
        <p:txBody>
          <a:bodyPr wrap="square" lIns="0" tIns="0" rIns="0" bIns="0" rtlCol="0" anchor="t">
            <a:spAutoFit/>
          </a:bodyPr>
          <a:lstStyle/>
          <a:p>
            <a:pP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调研业务特性和设计维度的关联性</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矩形: 圆角 114">
            <a:extLst>
              <a:ext uri="{FF2B5EF4-FFF2-40B4-BE49-F238E27FC236}">
                <a16:creationId xmlns:a16="http://schemas.microsoft.com/office/drawing/2014/main" id="{513E0661-9FF7-A746-BF2C-08559314A172}"/>
              </a:ext>
            </a:extLst>
          </p:cNvPr>
          <p:cNvSpPr/>
          <p:nvPr/>
        </p:nvSpPr>
        <p:spPr>
          <a:xfrm>
            <a:off x="5263012" y="4100534"/>
            <a:ext cx="2771090" cy="1517514"/>
          </a:xfrm>
          <a:prstGeom prst="roundRect">
            <a:avLst>
              <a:gd name="adj" fmla="val 596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60">
            <a:extLst>
              <a:ext uri="{FF2B5EF4-FFF2-40B4-BE49-F238E27FC236}">
                <a16:creationId xmlns:a16="http://schemas.microsoft.com/office/drawing/2014/main" id="{AC6029D3-AA00-C84A-96DC-A9B550CB188F}"/>
              </a:ext>
            </a:extLst>
          </p:cNvPr>
          <p:cNvSpPr/>
          <p:nvPr/>
        </p:nvSpPr>
        <p:spPr>
          <a:xfrm>
            <a:off x="5468262" y="4548001"/>
            <a:ext cx="2450337" cy="430887"/>
          </a:xfrm>
          <a:prstGeom prst="rect">
            <a:avLst/>
          </a:prstGeom>
          <a:noFill/>
          <a:ln/>
        </p:spPr>
        <p:txBody>
          <a:bodyPr wrap="square" lIns="0" tIns="0" rIns="0" bIns="0" rtlCol="0" anchor="t">
            <a:spAutoFit/>
          </a:bodyPr>
          <a:lstStyle/>
          <a:p>
            <a:pPr defTabSz="731520"/>
            <a:r>
              <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策略</a:t>
            </a:r>
            <a:r>
              <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｜基于业务在</a:t>
            </a:r>
            <a:r>
              <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C&amp;B</a:t>
            </a:r>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端共性和差异提炼差异性维度</a:t>
            </a:r>
            <a:endParaRPr 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Object60">
            <a:extLst>
              <a:ext uri="{FF2B5EF4-FFF2-40B4-BE49-F238E27FC236}">
                <a16:creationId xmlns:a16="http://schemas.microsoft.com/office/drawing/2014/main" id="{9191D011-A2C4-5D44-850A-CDF13990B269}"/>
              </a:ext>
            </a:extLst>
          </p:cNvPr>
          <p:cNvSpPr/>
          <p:nvPr/>
        </p:nvSpPr>
        <p:spPr>
          <a:xfrm>
            <a:off x="5468262" y="5066449"/>
            <a:ext cx="2398633" cy="184666"/>
          </a:xfrm>
          <a:prstGeom prst="rect">
            <a:avLst/>
          </a:prstGeom>
          <a:noFill/>
          <a:ln/>
        </p:spPr>
        <p:txBody>
          <a:bodyPr wrap="square" lIns="0" tIns="0" rIns="0" bIns="0" rtlCol="0" anchor="t">
            <a:spAutoFit/>
          </a:bodyPr>
          <a:lstStyle/>
          <a:p>
            <a:pPr defTabSz="731520"/>
            <a:r>
              <a:rPr lang="en-US" sz="1200" dirty="0" err="1">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明确C&amp;B可通用和差异性度量维度</a:t>
            </a:r>
            <a:endParaRPr lang="en-US" sz="1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Object29">
            <a:extLst>
              <a:ext uri="{FF2B5EF4-FFF2-40B4-BE49-F238E27FC236}">
                <a16:creationId xmlns:a16="http://schemas.microsoft.com/office/drawing/2014/main" id="{66B50559-72A6-DE4B-9490-AFC432CA686F}"/>
              </a:ext>
            </a:extLst>
          </p:cNvPr>
          <p:cNvSpPr/>
          <p:nvPr/>
        </p:nvSpPr>
        <p:spPr>
          <a:xfrm>
            <a:off x="6003018" y="2001853"/>
            <a:ext cx="1103009" cy="349456"/>
          </a:xfrm>
          <a:prstGeom prst="rect">
            <a:avLst/>
          </a:prstGeom>
          <a:ln w="12700">
            <a:miter lim="400000"/>
          </a:ln>
        </p:spPr>
        <p:txBody>
          <a:bodyPr wrap="none" lIns="25400" tIns="25400" rIns="25400" bIns="25400" anchor="ctr">
            <a:noAutofit/>
          </a:bodyPr>
          <a:lstStyle/>
          <a:p>
            <a:pPr algn="ctr" defTabSz="1219169"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03</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、策略</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9" name="矩形: 圆角 114">
            <a:extLst>
              <a:ext uri="{FF2B5EF4-FFF2-40B4-BE49-F238E27FC236}">
                <a16:creationId xmlns:a16="http://schemas.microsoft.com/office/drawing/2014/main" id="{22BBD27B-67FC-924E-B1D2-3B13F13551D7}"/>
              </a:ext>
            </a:extLst>
          </p:cNvPr>
          <p:cNvSpPr/>
          <p:nvPr/>
        </p:nvSpPr>
        <p:spPr>
          <a:xfrm>
            <a:off x="8114056" y="2490973"/>
            <a:ext cx="2771089" cy="998456"/>
          </a:xfrm>
          <a:prstGeom prst="roundRect">
            <a:avLst>
              <a:gd name="adj" fmla="val 9035"/>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Object60">
            <a:extLst>
              <a:ext uri="{FF2B5EF4-FFF2-40B4-BE49-F238E27FC236}">
                <a16:creationId xmlns:a16="http://schemas.microsoft.com/office/drawing/2014/main" id="{596FCA9B-6B49-5240-9E16-B9C27C9B45D0}"/>
              </a:ext>
            </a:extLst>
          </p:cNvPr>
          <p:cNvSpPr/>
          <p:nvPr/>
        </p:nvSpPr>
        <p:spPr>
          <a:xfrm>
            <a:off x="8495133" y="2885143"/>
            <a:ext cx="2129581" cy="215445"/>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设计质量评估模型</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矩形: 圆角 114">
            <a:extLst>
              <a:ext uri="{FF2B5EF4-FFF2-40B4-BE49-F238E27FC236}">
                <a16:creationId xmlns:a16="http://schemas.microsoft.com/office/drawing/2014/main" id="{9E510142-6C62-6243-A2EE-8CACCEB8DCD6}"/>
              </a:ext>
            </a:extLst>
          </p:cNvPr>
          <p:cNvSpPr/>
          <p:nvPr/>
        </p:nvSpPr>
        <p:spPr>
          <a:xfrm>
            <a:off x="8114056" y="3553039"/>
            <a:ext cx="2771089" cy="998456"/>
          </a:xfrm>
          <a:prstGeom prst="roundRect">
            <a:avLst>
              <a:gd name="adj" fmla="val 998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Object60">
            <a:extLst>
              <a:ext uri="{FF2B5EF4-FFF2-40B4-BE49-F238E27FC236}">
                <a16:creationId xmlns:a16="http://schemas.microsoft.com/office/drawing/2014/main" id="{CCD12392-0D58-C54F-9800-73CDC9C05FBF}"/>
              </a:ext>
            </a:extLst>
          </p:cNvPr>
          <p:cNvSpPr/>
          <p:nvPr/>
        </p:nvSpPr>
        <p:spPr>
          <a:xfrm>
            <a:off x="8495133" y="3947209"/>
            <a:ext cx="2129581" cy="215445"/>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模型维度对应的度量方法</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矩形: 圆角 114">
            <a:extLst>
              <a:ext uri="{FF2B5EF4-FFF2-40B4-BE49-F238E27FC236}">
                <a16:creationId xmlns:a16="http://schemas.microsoft.com/office/drawing/2014/main" id="{45A03086-5987-1E41-9333-69AC970DBA16}"/>
              </a:ext>
            </a:extLst>
          </p:cNvPr>
          <p:cNvSpPr/>
          <p:nvPr/>
        </p:nvSpPr>
        <p:spPr>
          <a:xfrm>
            <a:off x="8114056" y="4615106"/>
            <a:ext cx="2771089" cy="998456"/>
          </a:xfrm>
          <a:prstGeom prst="roundRect">
            <a:avLst>
              <a:gd name="adj" fmla="val 9989"/>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Object60">
            <a:extLst>
              <a:ext uri="{FF2B5EF4-FFF2-40B4-BE49-F238E27FC236}">
                <a16:creationId xmlns:a16="http://schemas.microsoft.com/office/drawing/2014/main" id="{9BE5D062-A9B3-7B48-8227-4BB57CF05D0C}"/>
              </a:ext>
            </a:extLst>
          </p:cNvPr>
          <p:cNvSpPr/>
          <p:nvPr/>
        </p:nvSpPr>
        <p:spPr>
          <a:xfrm>
            <a:off x="8495133" y="5009276"/>
            <a:ext cx="2129581" cy="215445"/>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度量方法对应的可用工具</a:t>
            </a:r>
            <a:endParaRPr 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Object29">
            <a:extLst>
              <a:ext uri="{FF2B5EF4-FFF2-40B4-BE49-F238E27FC236}">
                <a16:creationId xmlns:a16="http://schemas.microsoft.com/office/drawing/2014/main" id="{A92F02D7-07A5-524D-A456-9210FA9AE3E6}"/>
              </a:ext>
            </a:extLst>
          </p:cNvPr>
          <p:cNvSpPr/>
          <p:nvPr/>
        </p:nvSpPr>
        <p:spPr>
          <a:xfrm>
            <a:off x="8948096" y="2001853"/>
            <a:ext cx="1103009" cy="349456"/>
          </a:xfrm>
          <a:prstGeom prst="rect">
            <a:avLst/>
          </a:prstGeom>
          <a:ln w="12700">
            <a:miter lim="400000"/>
          </a:ln>
        </p:spPr>
        <p:txBody>
          <a:bodyPr wrap="none" lIns="25400" tIns="25400" rIns="25400" bIns="25400" anchor="ctr">
            <a:noAutofit/>
          </a:bodyPr>
          <a:lstStyle/>
          <a:p>
            <a:pPr algn="ctr" defTabSz="1219169" hangingPunct="0"/>
            <a:r>
              <a:rPr lang="en-US" altLang="zh-CN"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04</a:t>
            </a:r>
            <a:r>
              <a:rPr lang="zh-CN" altLang="en-US" sz="16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、实现</a:t>
            </a:r>
            <a:endParaRPr lang="zh-CN" altLang="en-US" sz="11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A558E634-148F-91CB-782E-BF67BCE9308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0461AC10-7D2E-7D43-8582-BEB7B33FF56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FF7D6F33-BF40-9110-2589-0AEF749887DD}"/>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0359751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869F4F3A-CAFC-5D6A-BC90-2DB437B04029}"/>
              </a:ext>
            </a:extLst>
          </p:cNvPr>
          <p:cNvGrpSpPr/>
          <p:nvPr/>
        </p:nvGrpSpPr>
        <p:grpSpPr>
          <a:xfrm>
            <a:off x="700726" y="1211028"/>
            <a:ext cx="10790548" cy="5564080"/>
            <a:chOff x="1" y="1521371"/>
            <a:chExt cx="12191997" cy="4924540"/>
          </a:xfrm>
          <a:gradFill>
            <a:gsLst>
              <a:gs pos="50000">
                <a:schemeClr val="accent1">
                  <a:alpha val="27000"/>
                </a:schemeClr>
              </a:gs>
              <a:gs pos="19000">
                <a:schemeClr val="accent1">
                  <a:alpha val="0"/>
                </a:schemeClr>
              </a:gs>
              <a:gs pos="84000">
                <a:schemeClr val="accent1">
                  <a:alpha val="0"/>
                </a:schemeClr>
              </a:gs>
            </a:gsLst>
            <a:lin ang="0" scaled="1"/>
          </a:gradFill>
        </p:grpSpPr>
        <p:sp>
          <p:nvSpPr>
            <p:cNvPr id="2" name="Object 9" descr="preencoded.png">
              <a:extLst>
                <a:ext uri="{FF2B5EF4-FFF2-40B4-BE49-F238E27FC236}">
                  <a16:creationId xmlns:a16="http://schemas.microsoft.com/office/drawing/2014/main" id="{D023DF8A-61BB-DF8A-68E7-42C037F4FDD3}"/>
                </a:ext>
              </a:extLst>
            </p:cNvPr>
            <p:cNvSpPr/>
            <p:nvPr/>
          </p:nvSpPr>
          <p:spPr>
            <a:xfrm flipH="1">
              <a:off x="6095999" y="1521371"/>
              <a:ext cx="6095999"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pFill/>
            <a:ln w="6350" cap="flat">
              <a:gradFill flip="none" rotWithShape="1">
                <a:gsLst>
                  <a:gs pos="31000">
                    <a:schemeClr val="accent1">
                      <a:alpha val="0"/>
                    </a:schemeClr>
                  </a:gs>
                  <a:gs pos="50000">
                    <a:schemeClr val="accent1">
                      <a:alpha val="64000"/>
                    </a:schemeClr>
                  </a:gs>
                  <a:gs pos="67000">
                    <a:schemeClr val="accent1">
                      <a:alpha val="0"/>
                    </a:schemeClr>
                  </a:gs>
                </a:gsLst>
                <a:lin ang="0" scaled="1"/>
                <a:tileRect/>
              </a:grad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Object 9" descr="preencoded.png">
              <a:extLst>
                <a:ext uri="{FF2B5EF4-FFF2-40B4-BE49-F238E27FC236}">
                  <a16:creationId xmlns:a16="http://schemas.microsoft.com/office/drawing/2014/main" id="{F48DA42B-E4B5-0865-5290-800F2A6E394F}"/>
                </a:ext>
              </a:extLst>
            </p:cNvPr>
            <p:cNvSpPr/>
            <p:nvPr/>
          </p:nvSpPr>
          <p:spPr>
            <a:xfrm>
              <a:off x="1" y="1521371"/>
              <a:ext cx="6095999"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pFill/>
            <a:ln w="6350" cap="flat">
              <a:gradFill flip="none" rotWithShape="1">
                <a:gsLst>
                  <a:gs pos="31000">
                    <a:schemeClr val="accent1">
                      <a:alpha val="0"/>
                    </a:schemeClr>
                  </a:gs>
                  <a:gs pos="50000">
                    <a:schemeClr val="accent1">
                      <a:alpha val="64000"/>
                    </a:schemeClr>
                  </a:gs>
                  <a:gs pos="67000">
                    <a:schemeClr val="accent1">
                      <a:alpha val="0"/>
                    </a:schemeClr>
                  </a:gs>
                </a:gsLst>
                <a:lin ang="0" scaled="1"/>
                <a:tileRect/>
              </a:grad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0" name="Object 9" descr="preencoded.png">
            <a:extLst>
              <a:ext uri="{FF2B5EF4-FFF2-40B4-BE49-F238E27FC236}">
                <a16:creationId xmlns:a16="http://schemas.microsoft.com/office/drawing/2014/main" id="{016C64D0-60F6-F31B-C792-EDA9CE6207CE}"/>
              </a:ext>
            </a:extLst>
          </p:cNvPr>
          <p:cNvSpPr/>
          <p:nvPr/>
        </p:nvSpPr>
        <p:spPr>
          <a:xfrm flipH="1">
            <a:off x="6095999" y="1521371"/>
            <a:ext cx="6095999"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 9" descr="preencoded.png">
            <a:extLst>
              <a:ext uri="{FF2B5EF4-FFF2-40B4-BE49-F238E27FC236}">
                <a16:creationId xmlns:a16="http://schemas.microsoft.com/office/drawing/2014/main" id="{55B5A896-4906-314B-B086-73555A2C4E8B}"/>
              </a:ext>
            </a:extLst>
          </p:cNvPr>
          <p:cNvSpPr/>
          <p:nvPr/>
        </p:nvSpPr>
        <p:spPr>
          <a:xfrm>
            <a:off x="1" y="1521371"/>
            <a:ext cx="609599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114">
            <a:extLst>
              <a:ext uri="{FF2B5EF4-FFF2-40B4-BE49-F238E27FC236}">
                <a16:creationId xmlns:a16="http://schemas.microsoft.com/office/drawing/2014/main" id="{82878015-2822-4F4B-9849-89B512655E83}"/>
              </a:ext>
            </a:extLst>
          </p:cNvPr>
          <p:cNvSpPr/>
          <p:nvPr/>
        </p:nvSpPr>
        <p:spPr>
          <a:xfrm>
            <a:off x="8945850" y="2699755"/>
            <a:ext cx="1985853" cy="2302873"/>
          </a:xfrm>
          <a:prstGeom prst="roundRect">
            <a:avLst>
              <a:gd name="adj" fmla="val 5156"/>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114">
            <a:extLst>
              <a:ext uri="{FF2B5EF4-FFF2-40B4-BE49-F238E27FC236}">
                <a16:creationId xmlns:a16="http://schemas.microsoft.com/office/drawing/2014/main" id="{9FE0FB0A-DCBC-944C-A697-0DEE6EF30C2F}"/>
              </a:ext>
            </a:extLst>
          </p:cNvPr>
          <p:cNvSpPr/>
          <p:nvPr/>
        </p:nvSpPr>
        <p:spPr>
          <a:xfrm>
            <a:off x="9196701" y="3476719"/>
            <a:ext cx="1484150" cy="58099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9" name="Object60">
            <a:extLst>
              <a:ext uri="{FF2B5EF4-FFF2-40B4-BE49-F238E27FC236}">
                <a16:creationId xmlns:a16="http://schemas.microsoft.com/office/drawing/2014/main" id="{F6A2B675-501A-0B46-9A83-64EA7C3403E1}"/>
              </a:ext>
            </a:extLst>
          </p:cNvPr>
          <p:cNvSpPr/>
          <p:nvPr/>
        </p:nvSpPr>
        <p:spPr>
          <a:xfrm>
            <a:off x="9368492" y="3655603"/>
            <a:ext cx="1140569" cy="223224"/>
          </a:xfrm>
          <a:prstGeom prst="rect">
            <a:avLst/>
          </a:prstGeom>
          <a:noFill/>
          <a:ln/>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不同等级</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114">
            <a:extLst>
              <a:ext uri="{FF2B5EF4-FFF2-40B4-BE49-F238E27FC236}">
                <a16:creationId xmlns:a16="http://schemas.microsoft.com/office/drawing/2014/main" id="{42F5604D-017B-FC45-8E85-B0FC7DD73F0D}"/>
              </a:ext>
            </a:extLst>
          </p:cNvPr>
          <p:cNvSpPr/>
          <p:nvPr/>
        </p:nvSpPr>
        <p:spPr>
          <a:xfrm>
            <a:off x="9196701" y="4225861"/>
            <a:ext cx="1484150" cy="58099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0">
            <a:solidFill>
              <a:schemeClr val="accent1">
                <a:lumMod val="20000"/>
                <a:lumOff val="80000"/>
              </a:schemeClr>
            </a:solid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Object60">
            <a:extLst>
              <a:ext uri="{FF2B5EF4-FFF2-40B4-BE49-F238E27FC236}">
                <a16:creationId xmlns:a16="http://schemas.microsoft.com/office/drawing/2014/main" id="{EF1D2591-F11B-984A-AD5B-228929A9EED7}"/>
              </a:ext>
            </a:extLst>
          </p:cNvPr>
          <p:cNvSpPr/>
          <p:nvPr/>
        </p:nvSpPr>
        <p:spPr>
          <a:xfrm>
            <a:off x="9368492" y="4404745"/>
            <a:ext cx="1140569" cy="223224"/>
          </a:xfrm>
          <a:prstGeom prst="rect">
            <a:avLst/>
          </a:prstGeom>
          <a:noFill/>
          <a:ln/>
        </p:spPr>
        <p:txBody>
          <a:bodyPr wrap="square" lIns="0" tIns="0" rIns="0" bIns="0" rtlCol="0" anchor="t"/>
          <a:lstStyle/>
          <a:p>
            <a:pPr algn="ctr" defTabSz="731520"/>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付费</a:t>
            </a:r>
            <a:r>
              <a:rPr lang="en-US" altLang="zh-CN"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免费</a:t>
            </a:r>
            <a:endPar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29">
            <a:extLst>
              <a:ext uri="{FF2B5EF4-FFF2-40B4-BE49-F238E27FC236}">
                <a16:creationId xmlns:a16="http://schemas.microsoft.com/office/drawing/2014/main" id="{5F01D395-7A62-9B48-9E81-468318E6C748}"/>
              </a:ext>
            </a:extLst>
          </p:cNvPr>
          <p:cNvSpPr/>
          <p:nvPr/>
        </p:nvSpPr>
        <p:spPr>
          <a:xfrm>
            <a:off x="1653884" y="2081068"/>
            <a:ext cx="1103009" cy="349456"/>
          </a:xfrm>
          <a:prstGeom prst="rect">
            <a:avLst/>
          </a:prstGeom>
          <a:ln w="12700">
            <a:miter lim="400000"/>
          </a:ln>
        </p:spPr>
        <p:txBody>
          <a:bodyPr wrap="none" lIns="25400" tIns="25400" rIns="25400" bIns="25400" anchor="ctr">
            <a:noAutofit/>
          </a:bodyPr>
          <a:lstStyle/>
          <a:p>
            <a:pPr algn="ctr" defTabSz="1219169" hangingPunct="0"/>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消费者剩余</a:t>
            </a:r>
            <a:endParaRPr lang="zh-CN" altLang="en-US" sz="11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Object29">
            <a:extLst>
              <a:ext uri="{FF2B5EF4-FFF2-40B4-BE49-F238E27FC236}">
                <a16:creationId xmlns:a16="http://schemas.microsoft.com/office/drawing/2014/main" id="{2505DBDE-8F1C-EE49-97DB-DA882AC15743}"/>
              </a:ext>
            </a:extLst>
          </p:cNvPr>
          <p:cNvSpPr/>
          <p:nvPr/>
        </p:nvSpPr>
        <p:spPr>
          <a:xfrm>
            <a:off x="5334177" y="2081068"/>
            <a:ext cx="1475812" cy="349456"/>
          </a:xfrm>
          <a:prstGeom prst="rect">
            <a:avLst/>
          </a:prstGeom>
          <a:ln w="12700">
            <a:miter lim="400000"/>
          </a:ln>
        </p:spPr>
        <p:txBody>
          <a:bodyPr wrap="none" lIns="25400" tIns="25400" rIns="25400" bIns="25400" anchor="ctr">
            <a:noAutofit/>
          </a:bodyPr>
          <a:lstStyle/>
          <a:p>
            <a:pPr algn="ctr" defTabSz="1219169" hangingPunct="0"/>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三级价格歧视</a:t>
            </a:r>
            <a:endParaRPr lang="zh-CN" altLang="en-US" sz="11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Object29">
            <a:extLst>
              <a:ext uri="{FF2B5EF4-FFF2-40B4-BE49-F238E27FC236}">
                <a16:creationId xmlns:a16="http://schemas.microsoft.com/office/drawing/2014/main" id="{A3E400C6-3C3D-744D-9C37-A36513E528FF}"/>
              </a:ext>
            </a:extLst>
          </p:cNvPr>
          <p:cNvSpPr/>
          <p:nvPr/>
        </p:nvSpPr>
        <p:spPr>
          <a:xfrm>
            <a:off x="9387271" y="2081068"/>
            <a:ext cx="1103009" cy="349456"/>
          </a:xfrm>
          <a:prstGeom prst="rect">
            <a:avLst/>
          </a:prstGeom>
          <a:ln w="12700">
            <a:miter lim="400000"/>
          </a:ln>
        </p:spPr>
        <p:txBody>
          <a:bodyPr wrap="none" lIns="25400" tIns="25400" rIns="25400" bIns="25400" anchor="ctr">
            <a:noAutofit/>
          </a:bodyPr>
          <a:lstStyle/>
          <a:p>
            <a:pPr algn="ctr" defTabSz="1219169" hangingPunct="0"/>
            <a:r>
              <a:rPr lang="zh-CN" altLang="en-US" sz="16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会员体系</a:t>
            </a:r>
            <a:endParaRPr lang="zh-CN" altLang="en-US" sz="11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5" name="矩形: 圆角 114">
            <a:extLst>
              <a:ext uri="{FF2B5EF4-FFF2-40B4-BE49-F238E27FC236}">
                <a16:creationId xmlns:a16="http://schemas.microsoft.com/office/drawing/2014/main" id="{305F46EE-A590-0E4C-B12B-AFAF4F9C1B6D}"/>
              </a:ext>
            </a:extLst>
          </p:cNvPr>
          <p:cNvSpPr/>
          <p:nvPr/>
        </p:nvSpPr>
        <p:spPr>
          <a:xfrm>
            <a:off x="1212463" y="2699755"/>
            <a:ext cx="1985853" cy="2302873"/>
          </a:xfrm>
          <a:prstGeom prst="roundRect">
            <a:avLst>
              <a:gd name="adj" fmla="val 4676"/>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8" name="组合 27">
            <a:extLst>
              <a:ext uri="{FF2B5EF4-FFF2-40B4-BE49-F238E27FC236}">
                <a16:creationId xmlns:a16="http://schemas.microsoft.com/office/drawing/2014/main" id="{AD07F883-68D1-F447-8872-C209E415F241}"/>
              </a:ext>
            </a:extLst>
          </p:cNvPr>
          <p:cNvGrpSpPr/>
          <p:nvPr/>
        </p:nvGrpSpPr>
        <p:grpSpPr>
          <a:xfrm>
            <a:off x="1303880" y="2947661"/>
            <a:ext cx="1803019" cy="1737656"/>
            <a:chOff x="1424378" y="3002193"/>
            <a:chExt cx="1803019" cy="1737656"/>
          </a:xfrm>
        </p:grpSpPr>
        <p:sp>
          <p:nvSpPr>
            <p:cNvPr id="89" name="Object60">
              <a:extLst>
                <a:ext uri="{FF2B5EF4-FFF2-40B4-BE49-F238E27FC236}">
                  <a16:creationId xmlns:a16="http://schemas.microsoft.com/office/drawing/2014/main" id="{E3CD4FFD-6566-D24A-9B70-5CCA5444E5FA}"/>
                </a:ext>
              </a:extLst>
            </p:cNvPr>
            <p:cNvSpPr/>
            <p:nvPr/>
          </p:nvSpPr>
          <p:spPr>
            <a:xfrm>
              <a:off x="1953890" y="3002193"/>
              <a:ext cx="743995" cy="444501"/>
            </a:xfrm>
            <a:prstGeom prst="rect">
              <a:avLst/>
            </a:prstGeom>
            <a:noFill/>
            <a:ln/>
          </p:spPr>
          <p:txBody>
            <a:bodyPr wrap="square" lIns="0" tIns="0" rIns="0" bIns="0" rtlCol="0" anchor="t"/>
            <a:lstStyle/>
            <a:p>
              <a:pPr algn="ctr" defTabSz="731520"/>
              <a:r>
                <a:rPr lang="en-US" altLang="zh-CN" sz="3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32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60">
              <a:extLst>
                <a:ext uri="{FF2B5EF4-FFF2-40B4-BE49-F238E27FC236}">
                  <a16:creationId xmlns:a16="http://schemas.microsoft.com/office/drawing/2014/main" id="{7FB8EA39-338C-CE4C-B0F9-BE64A5C7777D}"/>
                </a:ext>
              </a:extLst>
            </p:cNvPr>
            <p:cNvSpPr/>
            <p:nvPr/>
          </p:nvSpPr>
          <p:spPr>
            <a:xfrm>
              <a:off x="1424378" y="3605855"/>
              <a:ext cx="1803019" cy="430887"/>
            </a:xfrm>
            <a:prstGeom prst="rect">
              <a:avLst/>
            </a:prstGeom>
            <a:noFill/>
            <a:ln/>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消费者</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愿意支付最大值</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Object60">
              <a:extLst>
                <a:ext uri="{FF2B5EF4-FFF2-40B4-BE49-F238E27FC236}">
                  <a16:creationId xmlns:a16="http://schemas.microsoft.com/office/drawing/2014/main" id="{581FABEB-2081-4B47-9F2F-69B90BAAAD54}"/>
                </a:ext>
              </a:extLst>
            </p:cNvPr>
            <p:cNvSpPr/>
            <p:nvPr/>
          </p:nvSpPr>
          <p:spPr>
            <a:xfrm>
              <a:off x="1424378" y="4524405"/>
              <a:ext cx="1803019" cy="215444"/>
            </a:xfrm>
            <a:prstGeom prst="rect">
              <a:avLst/>
            </a:prstGeom>
            <a:noFill/>
            <a:ln/>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实际价值</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5" name="直线连接符 24">
              <a:extLst>
                <a:ext uri="{FF2B5EF4-FFF2-40B4-BE49-F238E27FC236}">
                  <a16:creationId xmlns:a16="http://schemas.microsoft.com/office/drawing/2014/main" id="{35B34F0A-365F-EA4D-BB8A-25E38744C82E}"/>
                </a:ext>
              </a:extLst>
            </p:cNvPr>
            <p:cNvCxnSpPr>
              <a:cxnSpLocks/>
            </p:cNvCxnSpPr>
            <p:nvPr/>
          </p:nvCxnSpPr>
          <p:spPr>
            <a:xfrm>
              <a:off x="2168725" y="4280573"/>
              <a:ext cx="314324" cy="0"/>
            </a:xfrm>
            <a:prstGeom prst="line">
              <a:avLst/>
            </a:prstGeom>
            <a:ln w="34925">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grpSp>
      <p:sp>
        <p:nvSpPr>
          <p:cNvPr id="21" name="三角形 20">
            <a:extLst>
              <a:ext uri="{FF2B5EF4-FFF2-40B4-BE49-F238E27FC236}">
                <a16:creationId xmlns:a16="http://schemas.microsoft.com/office/drawing/2014/main" id="{447A71BE-9E5D-A24D-B870-E533EBE6F35F}"/>
              </a:ext>
            </a:extLst>
          </p:cNvPr>
          <p:cNvSpPr/>
          <p:nvPr/>
        </p:nvSpPr>
        <p:spPr>
          <a:xfrm>
            <a:off x="5446580" y="2513715"/>
            <a:ext cx="1259534" cy="921957"/>
          </a:xfrm>
          <a:prstGeom prst="triangl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梯形 21">
            <a:extLst>
              <a:ext uri="{FF2B5EF4-FFF2-40B4-BE49-F238E27FC236}">
                <a16:creationId xmlns:a16="http://schemas.microsoft.com/office/drawing/2014/main" id="{2A83C5FB-51AB-EE4F-A388-FD17AD2B01F7}"/>
              </a:ext>
            </a:extLst>
          </p:cNvPr>
          <p:cNvSpPr/>
          <p:nvPr/>
        </p:nvSpPr>
        <p:spPr>
          <a:xfrm>
            <a:off x="4973564" y="3434640"/>
            <a:ext cx="2202363" cy="791221"/>
          </a:xfrm>
          <a:prstGeom prst="trapezoid">
            <a:avLst>
              <a:gd name="adj" fmla="val 60999"/>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梯形 102">
            <a:extLst>
              <a:ext uri="{FF2B5EF4-FFF2-40B4-BE49-F238E27FC236}">
                <a16:creationId xmlns:a16="http://schemas.microsoft.com/office/drawing/2014/main" id="{A0BE69B5-A470-5C44-89C8-C21EE5960611}"/>
              </a:ext>
            </a:extLst>
          </p:cNvPr>
          <p:cNvSpPr/>
          <p:nvPr/>
        </p:nvSpPr>
        <p:spPr>
          <a:xfrm>
            <a:off x="4494779" y="4219494"/>
            <a:ext cx="3154608" cy="791221"/>
          </a:xfrm>
          <a:prstGeom prst="trapezoid">
            <a:avLst>
              <a:gd name="adj" fmla="val 61581"/>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60">
            <a:extLst>
              <a:ext uri="{FF2B5EF4-FFF2-40B4-BE49-F238E27FC236}">
                <a16:creationId xmlns:a16="http://schemas.microsoft.com/office/drawing/2014/main" id="{8B0ED4DE-8CEC-6846-996F-1950DA4066C9}"/>
              </a:ext>
            </a:extLst>
          </p:cNvPr>
          <p:cNvSpPr/>
          <p:nvPr/>
        </p:nvSpPr>
        <p:spPr>
          <a:xfrm>
            <a:off x="5692325" y="3101742"/>
            <a:ext cx="769408" cy="215444"/>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一级定价</a:t>
            </a:r>
            <a:endParaRPr lang="en-US" altLang="zh-CN" sz="1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Object60">
            <a:extLst>
              <a:ext uri="{FF2B5EF4-FFF2-40B4-BE49-F238E27FC236}">
                <a16:creationId xmlns:a16="http://schemas.microsoft.com/office/drawing/2014/main" id="{6D6BB303-F549-694D-83BF-979736950364}"/>
              </a:ext>
            </a:extLst>
          </p:cNvPr>
          <p:cNvSpPr/>
          <p:nvPr/>
        </p:nvSpPr>
        <p:spPr>
          <a:xfrm>
            <a:off x="5692325" y="3722528"/>
            <a:ext cx="769408" cy="215444"/>
          </a:xfrm>
          <a:prstGeom prst="rect">
            <a:avLst/>
          </a:prstGeom>
          <a:noFill/>
          <a:ln/>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二级定价</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60">
            <a:extLst>
              <a:ext uri="{FF2B5EF4-FFF2-40B4-BE49-F238E27FC236}">
                <a16:creationId xmlns:a16="http://schemas.microsoft.com/office/drawing/2014/main" id="{16992158-CC7C-B943-876B-36CCADA13753}"/>
              </a:ext>
            </a:extLst>
          </p:cNvPr>
          <p:cNvSpPr/>
          <p:nvPr/>
        </p:nvSpPr>
        <p:spPr>
          <a:xfrm>
            <a:off x="5692325" y="4455646"/>
            <a:ext cx="769408" cy="215444"/>
          </a:xfrm>
          <a:prstGeom prst="rect">
            <a:avLst/>
          </a:prstGeom>
          <a:noFill/>
          <a:ln/>
        </p:spPr>
        <p:txBody>
          <a:bodyPr wrap="square" lIns="0" tIns="0" rIns="0" bIns="0" rtlCol="0" anchor="t">
            <a:spAutoFit/>
          </a:bodyPr>
          <a:lstStyle/>
          <a:p>
            <a:pPr algn="ctr" defTabSz="731520"/>
            <a:r>
              <a:rPr lang="zh-CN" altLang="en-US"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三级定价</a:t>
            </a:r>
            <a:endParaRPr lang="en-US" altLang="zh-CN" sz="14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29">
            <a:extLst>
              <a:ext uri="{FF2B5EF4-FFF2-40B4-BE49-F238E27FC236}">
                <a16:creationId xmlns:a16="http://schemas.microsoft.com/office/drawing/2014/main" id="{AB248A84-064B-8541-97E3-68525F20C96E}"/>
              </a:ext>
            </a:extLst>
          </p:cNvPr>
          <p:cNvSpPr/>
          <p:nvPr/>
        </p:nvSpPr>
        <p:spPr>
          <a:xfrm>
            <a:off x="1487242" y="5235771"/>
            <a:ext cx="1436291" cy="420628"/>
          </a:xfrm>
          <a:prstGeom prst="rect">
            <a:avLst/>
          </a:prstGeom>
          <a:ln w="12700">
            <a:miter lim="400000"/>
          </a:ln>
        </p:spPr>
        <p:txBody>
          <a:bodyPr wrap="none" lIns="25400" tIns="25400" rIns="25400" bIns="25400" anchor="ctr">
            <a:sp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企业为逐利</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会最大化消费者剩余</a:t>
            </a:r>
            <a:endPar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a:extLst>
              <a:ext uri="{FF2B5EF4-FFF2-40B4-BE49-F238E27FC236}">
                <a16:creationId xmlns:a16="http://schemas.microsoft.com/office/drawing/2014/main" id="{94DC505C-EF84-7A46-8E00-DE76F634E76C}"/>
              </a:ext>
            </a:extLst>
          </p:cNvPr>
          <p:cNvSpPr/>
          <p:nvPr/>
        </p:nvSpPr>
        <p:spPr>
          <a:xfrm>
            <a:off x="4977749" y="5235771"/>
            <a:ext cx="2051844" cy="420628"/>
          </a:xfrm>
          <a:prstGeom prst="rect">
            <a:avLst/>
          </a:prstGeom>
          <a:ln w="12700">
            <a:miter lim="400000"/>
          </a:ln>
        </p:spPr>
        <p:txBody>
          <a:bodyPr wrap="none" lIns="25400" tIns="25400" rIns="25400" bIns="25400" anchor="ctr">
            <a:sp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消费者意愿支付差异</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为企业提供价格歧视提供基础</a:t>
            </a:r>
            <a:endPar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Object29">
            <a:extLst>
              <a:ext uri="{FF2B5EF4-FFF2-40B4-BE49-F238E27FC236}">
                <a16:creationId xmlns:a16="http://schemas.microsoft.com/office/drawing/2014/main" id="{D8893601-6110-EB41-80DF-9D8FF909FC83}"/>
              </a:ext>
            </a:extLst>
          </p:cNvPr>
          <p:cNvSpPr/>
          <p:nvPr/>
        </p:nvSpPr>
        <p:spPr>
          <a:xfrm>
            <a:off x="9081582" y="5235771"/>
            <a:ext cx="1897955" cy="420628"/>
          </a:xfrm>
          <a:prstGeom prst="rect">
            <a:avLst/>
          </a:prstGeom>
          <a:ln w="12700">
            <a:miter lim="400000"/>
          </a:ln>
        </p:spPr>
        <p:txBody>
          <a:bodyPr wrap="none" lIns="25400" tIns="25400" rIns="25400" bIns="25400" anchor="ctr">
            <a:sp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会员体系是一种按类定价的</a:t>
            </a:r>
            <a:endPar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一级价格歧视</a:t>
            </a:r>
            <a:endPar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半闭框 7">
            <a:extLst>
              <a:ext uri="{FF2B5EF4-FFF2-40B4-BE49-F238E27FC236}">
                <a16:creationId xmlns:a16="http://schemas.microsoft.com/office/drawing/2014/main" id="{B03CD726-64A4-D9CC-921A-BBAE5F351814}"/>
              </a:ext>
            </a:extLst>
          </p:cNvPr>
          <p:cNvSpPr/>
          <p:nvPr/>
        </p:nvSpPr>
        <p:spPr>
          <a:xfrm rot="8100000">
            <a:off x="4064300" y="3733291"/>
            <a:ext cx="338137" cy="338137"/>
          </a:xfrm>
          <a:prstGeom prst="halfFrame">
            <a:avLst>
              <a:gd name="adj1" fmla="val 21126"/>
              <a:gd name="adj2" fmla="val 20188"/>
            </a:avLst>
          </a:prstGeom>
          <a:gradFill flip="none" rotWithShape="1">
            <a:gsLst>
              <a:gs pos="52000">
                <a:schemeClr val="accent1">
                  <a:alpha val="0"/>
                </a:schemeClr>
              </a:gs>
              <a:gs pos="83000">
                <a:schemeClr val="accent1"/>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9" name="半闭框 8">
            <a:extLst>
              <a:ext uri="{FF2B5EF4-FFF2-40B4-BE49-F238E27FC236}">
                <a16:creationId xmlns:a16="http://schemas.microsoft.com/office/drawing/2014/main" id="{D327898A-C4EA-5795-1AA0-7ADD9524181B}"/>
              </a:ext>
            </a:extLst>
          </p:cNvPr>
          <p:cNvSpPr/>
          <p:nvPr/>
        </p:nvSpPr>
        <p:spPr>
          <a:xfrm rot="8100000">
            <a:off x="3971311" y="3771427"/>
            <a:ext cx="261866" cy="261868"/>
          </a:xfrm>
          <a:prstGeom prst="halfFrame">
            <a:avLst>
              <a:gd name="adj1" fmla="val 21126"/>
              <a:gd name="adj2" fmla="val 20188"/>
            </a:avLst>
          </a:prstGeom>
          <a:gradFill flip="none" rotWithShape="1">
            <a:gsLst>
              <a:gs pos="52000">
                <a:schemeClr val="accent1">
                  <a:alpha val="0"/>
                </a:schemeClr>
              </a:gs>
              <a:gs pos="83000">
                <a:schemeClr val="accent1">
                  <a:alpha val="52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10" name="半闭框 9">
            <a:extLst>
              <a:ext uri="{FF2B5EF4-FFF2-40B4-BE49-F238E27FC236}">
                <a16:creationId xmlns:a16="http://schemas.microsoft.com/office/drawing/2014/main" id="{017C0C7A-A842-07AC-B9A2-715CBCF9B6A4}"/>
              </a:ext>
            </a:extLst>
          </p:cNvPr>
          <p:cNvSpPr/>
          <p:nvPr/>
        </p:nvSpPr>
        <p:spPr>
          <a:xfrm rot="8100000">
            <a:off x="7747054" y="3733292"/>
            <a:ext cx="338137" cy="338137"/>
          </a:xfrm>
          <a:prstGeom prst="halfFrame">
            <a:avLst>
              <a:gd name="adj1" fmla="val 21126"/>
              <a:gd name="adj2" fmla="val 20188"/>
            </a:avLst>
          </a:prstGeom>
          <a:gradFill flip="none" rotWithShape="1">
            <a:gsLst>
              <a:gs pos="52000">
                <a:schemeClr val="accent1">
                  <a:alpha val="0"/>
                </a:schemeClr>
              </a:gs>
              <a:gs pos="83000">
                <a:schemeClr val="accent1"/>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1" name="半闭框 10">
            <a:extLst>
              <a:ext uri="{FF2B5EF4-FFF2-40B4-BE49-F238E27FC236}">
                <a16:creationId xmlns:a16="http://schemas.microsoft.com/office/drawing/2014/main" id="{825F07D0-492D-0DDB-6A7F-A386E336BE07}"/>
              </a:ext>
            </a:extLst>
          </p:cNvPr>
          <p:cNvSpPr/>
          <p:nvPr/>
        </p:nvSpPr>
        <p:spPr>
          <a:xfrm rot="8100000">
            <a:off x="7654065" y="3771428"/>
            <a:ext cx="261866" cy="261868"/>
          </a:xfrm>
          <a:prstGeom prst="halfFrame">
            <a:avLst>
              <a:gd name="adj1" fmla="val 21126"/>
              <a:gd name="adj2" fmla="val 20188"/>
            </a:avLst>
          </a:prstGeom>
          <a:gradFill flip="none" rotWithShape="1">
            <a:gsLst>
              <a:gs pos="52000">
                <a:schemeClr val="accent1">
                  <a:alpha val="0"/>
                </a:schemeClr>
              </a:gs>
              <a:gs pos="83000">
                <a:schemeClr val="accent1">
                  <a:alpha val="52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grpSp>
        <p:nvGrpSpPr>
          <p:cNvPr id="23" name="组合 22">
            <a:extLst>
              <a:ext uri="{FF2B5EF4-FFF2-40B4-BE49-F238E27FC236}">
                <a16:creationId xmlns:a16="http://schemas.microsoft.com/office/drawing/2014/main" id="{29B3F1A1-E079-54EE-F791-B7B4425BED5E}"/>
              </a:ext>
            </a:extLst>
          </p:cNvPr>
          <p:cNvGrpSpPr/>
          <p:nvPr/>
        </p:nvGrpSpPr>
        <p:grpSpPr>
          <a:xfrm>
            <a:off x="9689305" y="2810450"/>
            <a:ext cx="498948" cy="498948"/>
            <a:chOff x="10153185" y="3632623"/>
            <a:chExt cx="782494" cy="782494"/>
          </a:xfrm>
        </p:grpSpPr>
        <p:sp>
          <p:nvSpPr>
            <p:cNvPr id="24" name="椭圆 23">
              <a:extLst>
                <a:ext uri="{FF2B5EF4-FFF2-40B4-BE49-F238E27FC236}">
                  <a16:creationId xmlns:a16="http://schemas.microsoft.com/office/drawing/2014/main" id="{D60273CF-76F6-ADD1-9F94-1AF1029BC8F6}"/>
                </a:ext>
              </a:extLst>
            </p:cNvPr>
            <p:cNvSpPr/>
            <p:nvPr/>
          </p:nvSpPr>
          <p:spPr>
            <a:xfrm>
              <a:off x="10153185" y="3632623"/>
              <a:ext cx="782494" cy="78249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44450">
              <a:solidFill>
                <a:schemeClr val="accent1">
                  <a:lumMod val="20000"/>
                  <a:lumOff val="80000"/>
                </a:schemeClr>
              </a:solid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Facon" pitchFamily="2" charset="0"/>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6" name="图形 2">
              <a:extLst>
                <a:ext uri="{FF2B5EF4-FFF2-40B4-BE49-F238E27FC236}">
                  <a16:creationId xmlns:a16="http://schemas.microsoft.com/office/drawing/2014/main" id="{FC9C7143-CA07-53F1-F4FF-7CC2A97C85B9}"/>
                </a:ext>
              </a:extLst>
            </p:cNvPr>
            <p:cNvGrpSpPr/>
            <p:nvPr/>
          </p:nvGrpSpPr>
          <p:grpSpPr>
            <a:xfrm>
              <a:off x="10307316" y="3899840"/>
              <a:ext cx="468127" cy="261336"/>
              <a:chOff x="8040885" y="2227778"/>
              <a:chExt cx="1232296" cy="687943"/>
            </a:xfrm>
            <a:solidFill>
              <a:schemeClr val="bg1"/>
            </a:solidFill>
          </p:grpSpPr>
          <p:grpSp>
            <p:nvGrpSpPr>
              <p:cNvPr id="27" name="图形 2">
                <a:extLst>
                  <a:ext uri="{FF2B5EF4-FFF2-40B4-BE49-F238E27FC236}">
                    <a16:creationId xmlns:a16="http://schemas.microsoft.com/office/drawing/2014/main" id="{5FCDC178-3A8A-8F2A-9DD3-982A7CE3D57C}"/>
                  </a:ext>
                </a:extLst>
              </p:cNvPr>
              <p:cNvGrpSpPr/>
              <p:nvPr/>
            </p:nvGrpSpPr>
            <p:grpSpPr>
              <a:xfrm>
                <a:off x="8040885" y="2227778"/>
                <a:ext cx="850117" cy="687943"/>
                <a:chOff x="8040885" y="2227778"/>
                <a:chExt cx="850117" cy="687943"/>
              </a:xfrm>
              <a:grpFill/>
            </p:grpSpPr>
            <p:sp>
              <p:nvSpPr>
                <p:cNvPr id="30" name="任意多边形: 形状 29">
                  <a:extLst>
                    <a:ext uri="{FF2B5EF4-FFF2-40B4-BE49-F238E27FC236}">
                      <a16:creationId xmlns:a16="http://schemas.microsoft.com/office/drawing/2014/main" id="{463289B6-FD05-0983-CFAB-35FFFD782725}"/>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31" name="图形 2">
                  <a:extLst>
                    <a:ext uri="{FF2B5EF4-FFF2-40B4-BE49-F238E27FC236}">
                      <a16:creationId xmlns:a16="http://schemas.microsoft.com/office/drawing/2014/main" id="{94D59DB6-874A-FE41-B825-D32B8B3A8C2B}"/>
                    </a:ext>
                  </a:extLst>
                </p:cNvPr>
                <p:cNvGrpSpPr/>
                <p:nvPr/>
              </p:nvGrpSpPr>
              <p:grpSpPr>
                <a:xfrm>
                  <a:off x="8058228" y="2720817"/>
                  <a:ext cx="815424" cy="87465"/>
                  <a:chOff x="8058228" y="2720817"/>
                  <a:chExt cx="815424" cy="87465"/>
                </a:xfrm>
                <a:grpFill/>
              </p:grpSpPr>
              <p:sp>
                <p:nvSpPr>
                  <p:cNvPr id="36" name="任意多边形: 形状 35">
                    <a:extLst>
                      <a:ext uri="{FF2B5EF4-FFF2-40B4-BE49-F238E27FC236}">
                        <a16:creationId xmlns:a16="http://schemas.microsoft.com/office/drawing/2014/main" id="{86D82460-0399-6A5F-F080-FE2630320A56}"/>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CB368E4B-E294-263F-0AFC-78DA42C107D6}"/>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32" name="图形 2">
                  <a:extLst>
                    <a:ext uri="{FF2B5EF4-FFF2-40B4-BE49-F238E27FC236}">
                      <a16:creationId xmlns:a16="http://schemas.microsoft.com/office/drawing/2014/main" id="{8BC415F3-F250-159D-40DB-48A22301BD7A}"/>
                    </a:ext>
                  </a:extLst>
                </p:cNvPr>
                <p:cNvGrpSpPr/>
                <p:nvPr/>
              </p:nvGrpSpPr>
              <p:grpSpPr>
                <a:xfrm>
                  <a:off x="8375359" y="2800112"/>
                  <a:ext cx="181153" cy="98266"/>
                  <a:chOff x="8375359" y="2800112"/>
                  <a:chExt cx="181153" cy="98266"/>
                </a:xfrm>
                <a:grpFill/>
              </p:grpSpPr>
              <p:sp>
                <p:nvSpPr>
                  <p:cNvPr id="34" name="任意多边形: 形状 33">
                    <a:extLst>
                      <a:ext uri="{FF2B5EF4-FFF2-40B4-BE49-F238E27FC236}">
                        <a16:creationId xmlns:a16="http://schemas.microsoft.com/office/drawing/2014/main" id="{93313307-6FE7-E3FF-CDD8-2791A7B2B1D8}"/>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35" name="任意多边形: 形状 34">
                    <a:extLst>
                      <a:ext uri="{FF2B5EF4-FFF2-40B4-BE49-F238E27FC236}">
                        <a16:creationId xmlns:a16="http://schemas.microsoft.com/office/drawing/2014/main" id="{4A25746A-4761-3BB5-CC53-5FA851198850}"/>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33" name="任意多边形: 形状 32">
                  <a:extLst>
                    <a:ext uri="{FF2B5EF4-FFF2-40B4-BE49-F238E27FC236}">
                      <a16:creationId xmlns:a16="http://schemas.microsoft.com/office/drawing/2014/main" id="{B1FE2EFB-0888-07A5-1C44-C4BECA61014E}"/>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29" name="任意多边形: 形状 28">
                <a:extLst>
                  <a:ext uri="{FF2B5EF4-FFF2-40B4-BE49-F238E27FC236}">
                    <a16:creationId xmlns:a16="http://schemas.microsoft.com/office/drawing/2014/main" id="{EE98168A-B1C4-98E4-D05A-F0ED1EF4E542}"/>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sp>
        <p:nvSpPr>
          <p:cNvPr id="5" name="文本框 4">
            <a:extLst>
              <a:ext uri="{FF2B5EF4-FFF2-40B4-BE49-F238E27FC236}">
                <a16:creationId xmlns:a16="http://schemas.microsoft.com/office/drawing/2014/main" id="{F6C6A80D-CF08-A75D-3177-C9C66B0CFF2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3D05036E-C1D0-FB1C-C514-C5A8618084A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9DE7BB82-5058-9A9F-7211-37E6A38D014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51437662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任意多边形: 形状 4">
            <a:extLst>
              <a:ext uri="{FF2B5EF4-FFF2-40B4-BE49-F238E27FC236}">
                <a16:creationId xmlns:a16="http://schemas.microsoft.com/office/drawing/2014/main" id="{F5CB22DE-D269-E930-5593-72A4C117E60C}"/>
              </a:ext>
            </a:extLst>
          </p:cNvPr>
          <p:cNvSpPr/>
          <p:nvPr/>
        </p:nvSpPr>
        <p:spPr>
          <a:xfrm>
            <a:off x="261258" y="1473201"/>
            <a:ext cx="11511422" cy="5094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00" name="椭圆 99">
            <a:extLst>
              <a:ext uri="{FF2B5EF4-FFF2-40B4-BE49-F238E27FC236}">
                <a16:creationId xmlns:a16="http://schemas.microsoft.com/office/drawing/2014/main" id="{5AD49559-C531-CD4D-BDA6-1492ABAEF510}"/>
              </a:ext>
            </a:extLst>
          </p:cNvPr>
          <p:cNvSpPr/>
          <p:nvPr/>
        </p:nvSpPr>
        <p:spPr>
          <a:xfrm>
            <a:off x="4071937" y="4063970"/>
            <a:ext cx="4074153" cy="817582"/>
          </a:xfrm>
          <a:prstGeom prst="ellipse">
            <a:avLst/>
          </a:prstGeom>
          <a:noFill/>
          <a:ln w="9525">
            <a:solidFill>
              <a:schemeClr val="dk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三角形 12">
            <a:extLst>
              <a:ext uri="{FF2B5EF4-FFF2-40B4-BE49-F238E27FC236}">
                <a16:creationId xmlns:a16="http://schemas.microsoft.com/office/drawing/2014/main" id="{C6555B17-D6B8-7544-A60B-BFF9485EF23F}"/>
              </a:ext>
            </a:extLst>
          </p:cNvPr>
          <p:cNvSpPr/>
          <p:nvPr/>
        </p:nvSpPr>
        <p:spPr>
          <a:xfrm>
            <a:off x="3968545" y="2447951"/>
            <a:ext cx="4254910" cy="685653"/>
          </a:xfrm>
          <a:prstGeom prst="triangle">
            <a:avLst/>
          </a:pr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60">
            <a:extLst>
              <a:ext uri="{FF2B5EF4-FFF2-40B4-BE49-F238E27FC236}">
                <a16:creationId xmlns:a16="http://schemas.microsoft.com/office/drawing/2014/main" id="{1DAA51F1-544D-114B-A079-1886B2960EA3}"/>
              </a:ext>
            </a:extLst>
          </p:cNvPr>
          <p:cNvSpPr/>
          <p:nvPr/>
        </p:nvSpPr>
        <p:spPr>
          <a:xfrm>
            <a:off x="5169272" y="4999100"/>
            <a:ext cx="2062623" cy="215444"/>
          </a:xfrm>
          <a:prstGeom prst="rect">
            <a:avLst/>
          </a:prstGeom>
          <a:noFill/>
          <a:ln/>
        </p:spPr>
        <p:txBody>
          <a:bodyPr wrap="square" lIns="0" tIns="0" rIns="0" bIns="0" rtlCol="0" anchor="t">
            <a:spAutoFit/>
          </a:bodyPr>
          <a:lstStyle/>
          <a:p>
            <a:pPr algn="ctr" defTabSz="731520"/>
            <a:r>
              <a:rPr lang="zh-CN" altLang="en-US"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易用性度量模型</a:t>
            </a:r>
            <a:endParaRPr lang="en-US" altLang="zh-CN"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任意形状 103">
            <a:extLst>
              <a:ext uri="{FF2B5EF4-FFF2-40B4-BE49-F238E27FC236}">
                <a16:creationId xmlns:a16="http://schemas.microsoft.com/office/drawing/2014/main" id="{D0BF5494-4788-E743-A85E-9D4E7F5DCA3A}"/>
              </a:ext>
            </a:extLst>
          </p:cNvPr>
          <p:cNvSpPr/>
          <p:nvPr/>
        </p:nvSpPr>
        <p:spPr>
          <a:xfrm>
            <a:off x="3576805" y="4487081"/>
            <a:ext cx="4875304" cy="1259496"/>
          </a:xfrm>
          <a:custGeom>
            <a:avLst/>
            <a:gdLst>
              <a:gd name="connsiteX0" fmla="*/ 2441038 w 4875304"/>
              <a:gd name="connsiteY0" fmla="*/ 171225 h 1259496"/>
              <a:gd name="connsiteX1" fmla="*/ 431474 w 4875304"/>
              <a:gd name="connsiteY1" fmla="*/ 594750 h 1259496"/>
              <a:gd name="connsiteX2" fmla="*/ 2441038 w 4875304"/>
              <a:gd name="connsiteY2" fmla="*/ 1018275 h 1259496"/>
              <a:gd name="connsiteX3" fmla="*/ 4450602 w 4875304"/>
              <a:gd name="connsiteY3" fmla="*/ 594750 h 1259496"/>
              <a:gd name="connsiteX4" fmla="*/ 2441038 w 4875304"/>
              <a:gd name="connsiteY4" fmla="*/ 171225 h 1259496"/>
              <a:gd name="connsiteX5" fmla="*/ 2437652 w 4875304"/>
              <a:gd name="connsiteY5" fmla="*/ 0 h 1259496"/>
              <a:gd name="connsiteX6" fmla="*/ 4875304 w 4875304"/>
              <a:gd name="connsiteY6" fmla="*/ 629748 h 1259496"/>
              <a:gd name="connsiteX7" fmla="*/ 2437652 w 4875304"/>
              <a:gd name="connsiteY7" fmla="*/ 1259496 h 1259496"/>
              <a:gd name="connsiteX8" fmla="*/ 0 w 4875304"/>
              <a:gd name="connsiteY8" fmla="*/ 629748 h 1259496"/>
              <a:gd name="connsiteX9" fmla="*/ 2437652 w 4875304"/>
              <a:gd name="connsiteY9" fmla="*/ 0 h 125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5304" h="1259496">
                <a:moveTo>
                  <a:pt x="2441038" y="171225"/>
                </a:moveTo>
                <a:cubicBezTo>
                  <a:pt x="1331186" y="171225"/>
                  <a:pt x="431474" y="360844"/>
                  <a:pt x="431474" y="594750"/>
                </a:cubicBezTo>
                <a:cubicBezTo>
                  <a:pt x="431474" y="828656"/>
                  <a:pt x="1331186" y="1018275"/>
                  <a:pt x="2441038" y="1018275"/>
                </a:cubicBezTo>
                <a:cubicBezTo>
                  <a:pt x="3550890" y="1018275"/>
                  <a:pt x="4450602" y="828656"/>
                  <a:pt x="4450602" y="594750"/>
                </a:cubicBezTo>
                <a:cubicBezTo>
                  <a:pt x="4450602" y="360844"/>
                  <a:pt x="3550890" y="171225"/>
                  <a:pt x="2441038" y="171225"/>
                </a:cubicBezTo>
                <a:close/>
                <a:moveTo>
                  <a:pt x="2437652" y="0"/>
                </a:moveTo>
                <a:cubicBezTo>
                  <a:pt x="3783930" y="0"/>
                  <a:pt x="4875304" y="281948"/>
                  <a:pt x="4875304" y="629748"/>
                </a:cubicBezTo>
                <a:cubicBezTo>
                  <a:pt x="4875304" y="977548"/>
                  <a:pt x="3783930" y="1259496"/>
                  <a:pt x="2437652" y="1259496"/>
                </a:cubicBezTo>
                <a:cubicBezTo>
                  <a:pt x="1091374" y="1259496"/>
                  <a:pt x="0" y="977548"/>
                  <a:pt x="0" y="629748"/>
                </a:cubicBezTo>
                <a:cubicBezTo>
                  <a:pt x="0" y="281948"/>
                  <a:pt x="1091374" y="0"/>
                  <a:pt x="2437652" y="0"/>
                </a:cubicBezTo>
                <a:close/>
              </a:path>
            </a:pathLst>
          </a:custGeom>
          <a:gradFill flip="none" rotWithShape="1">
            <a:gsLst>
              <a:gs pos="3000">
                <a:schemeClr val="accent1">
                  <a:lumMod val="60000"/>
                  <a:lumOff val="40000"/>
                  <a:alpha val="0"/>
                </a:schemeClr>
              </a:gs>
              <a:gs pos="90000">
                <a:schemeClr val="accent1">
                  <a:lumMod val="75000"/>
                </a:schemeClr>
              </a:gs>
            </a:gsLst>
            <a:lin ang="54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Object60">
            <a:extLst>
              <a:ext uri="{FF2B5EF4-FFF2-40B4-BE49-F238E27FC236}">
                <a16:creationId xmlns:a16="http://schemas.microsoft.com/office/drawing/2014/main" id="{3AC5A843-6B2E-0B41-8639-5DFEF999C5EE}"/>
              </a:ext>
            </a:extLst>
          </p:cNvPr>
          <p:cNvSpPr/>
          <p:nvPr/>
        </p:nvSpPr>
        <p:spPr>
          <a:xfrm>
            <a:off x="5775671" y="5845988"/>
            <a:ext cx="786574" cy="215444"/>
          </a:xfrm>
          <a:prstGeom prst="rect">
            <a:avLst/>
          </a:prstGeom>
          <a:noFill/>
          <a:ln/>
        </p:spPr>
        <p:txBody>
          <a:bodyPr wrap="square" lIns="0" tIns="0" rIns="0" bIns="0" rtlCol="0" anchor="t">
            <a:spAutoFit/>
          </a:bodyPr>
          <a:lstStyle/>
          <a:p>
            <a:pPr algn="ctr" defTabSz="731520"/>
            <a:r>
              <a:rPr lang="zh-CN" altLang="en-US"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易操作性</a:t>
            </a:r>
            <a:endParaRPr lang="en-US" altLang="zh-CN"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19" name="直线连接符 118">
            <a:extLst>
              <a:ext uri="{FF2B5EF4-FFF2-40B4-BE49-F238E27FC236}">
                <a16:creationId xmlns:a16="http://schemas.microsoft.com/office/drawing/2014/main" id="{2B6A1BD5-D3B1-3142-8147-F7911491E12A}"/>
              </a:ext>
            </a:extLst>
          </p:cNvPr>
          <p:cNvCxnSpPr>
            <a:cxnSpLocks/>
          </p:cNvCxnSpPr>
          <p:nvPr/>
        </p:nvCxnSpPr>
        <p:spPr>
          <a:xfrm>
            <a:off x="1856319" y="5139898"/>
            <a:ext cx="1145251"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20" name="Object60">
            <a:extLst>
              <a:ext uri="{FF2B5EF4-FFF2-40B4-BE49-F238E27FC236}">
                <a16:creationId xmlns:a16="http://schemas.microsoft.com/office/drawing/2014/main" id="{2AC427E0-A5CE-7241-AED7-F02C5685318B}"/>
              </a:ext>
            </a:extLst>
          </p:cNvPr>
          <p:cNvSpPr/>
          <p:nvPr/>
        </p:nvSpPr>
        <p:spPr>
          <a:xfrm>
            <a:off x="8766528" y="4998484"/>
            <a:ext cx="1099393" cy="153888"/>
          </a:xfrm>
          <a:prstGeom prst="rect">
            <a:avLst/>
          </a:prstGeom>
          <a:noFill/>
          <a:ln/>
        </p:spPr>
        <p:txBody>
          <a:bodyPr wrap="square" lIns="0" tIns="0" rIns="0" bIns="0" rtlCol="0" anchor="t">
            <a:spAutoFit/>
          </a:bodyPr>
          <a:lstStyle/>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易学性</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60">
            <a:extLst>
              <a:ext uri="{FF2B5EF4-FFF2-40B4-BE49-F238E27FC236}">
                <a16:creationId xmlns:a16="http://schemas.microsoft.com/office/drawing/2014/main" id="{7151D979-761B-374D-8ACF-C6BB9D0A0F43}"/>
              </a:ext>
            </a:extLst>
          </p:cNvPr>
          <p:cNvSpPr/>
          <p:nvPr/>
        </p:nvSpPr>
        <p:spPr>
          <a:xfrm>
            <a:off x="3097892" y="5049799"/>
            <a:ext cx="496350" cy="153888"/>
          </a:xfrm>
          <a:prstGeom prst="rect">
            <a:avLst/>
          </a:prstGeom>
          <a:noFill/>
          <a:ln/>
        </p:spPr>
        <p:txBody>
          <a:bodyPr wrap="square" lIns="0" tIns="0" rIns="0" bIns="0" rtlCol="0" anchor="t">
            <a:spAutoFit/>
          </a:bodyPr>
          <a:lstStyle/>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易见性</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60">
            <a:extLst>
              <a:ext uri="{FF2B5EF4-FFF2-40B4-BE49-F238E27FC236}">
                <a16:creationId xmlns:a16="http://schemas.microsoft.com/office/drawing/2014/main" id="{7E14A031-9907-3F4B-AAEE-40415F7F474A}"/>
              </a:ext>
            </a:extLst>
          </p:cNvPr>
          <p:cNvSpPr/>
          <p:nvPr/>
        </p:nvSpPr>
        <p:spPr>
          <a:xfrm>
            <a:off x="1549822" y="4900389"/>
            <a:ext cx="496350" cy="169277"/>
          </a:xfrm>
          <a:prstGeom prst="rect">
            <a:avLst/>
          </a:prstGeom>
          <a:noFill/>
          <a:ln/>
        </p:spPr>
        <p:txBody>
          <a:bodyPr wrap="square" lIns="0" tIns="0" rIns="0" bIns="0" rtlCol="0" anchor="t">
            <a:spAutoFit/>
          </a:bodyPr>
          <a:lstStyle/>
          <a:p>
            <a:pPr defTabSz="731520"/>
            <a:r>
              <a:rPr lang="zh-CN" altLang="en-US"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建标准</a:t>
            </a:r>
            <a:endParaRPr lang="en-US" altLang="zh-CN"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Object60">
            <a:extLst>
              <a:ext uri="{FF2B5EF4-FFF2-40B4-BE49-F238E27FC236}">
                <a16:creationId xmlns:a16="http://schemas.microsoft.com/office/drawing/2014/main" id="{07F43AD1-2185-4E4D-A743-B2506FE17FD9}"/>
              </a:ext>
            </a:extLst>
          </p:cNvPr>
          <p:cNvSpPr/>
          <p:nvPr/>
        </p:nvSpPr>
        <p:spPr>
          <a:xfrm>
            <a:off x="5077848" y="3586624"/>
            <a:ext cx="2062623" cy="215444"/>
          </a:xfrm>
          <a:prstGeom prst="rect">
            <a:avLst/>
          </a:prstGeom>
          <a:noFill/>
          <a:ln/>
        </p:spPr>
        <p:txBody>
          <a:bodyPr wrap="square" lIns="0" tIns="0" rIns="0" bIns="0" rtlCol="0" anchor="t">
            <a:spAutoFit/>
          </a:bodyPr>
          <a:lstStyle/>
          <a:p>
            <a:pPr algn="ctr" defTabSz="731520"/>
            <a:r>
              <a:rPr lang="zh-CN" altLang="en-US"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可落地易推行的</a:t>
            </a:r>
            <a:r>
              <a:rPr lang="en-US" altLang="zh-CN"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SOP</a:t>
            </a:r>
            <a:r>
              <a:rPr lang="zh-CN" altLang="en-US"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流程</a:t>
            </a:r>
            <a:endParaRPr lang="en-US" altLang="zh-CN" sz="140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Object60">
            <a:extLst>
              <a:ext uri="{FF2B5EF4-FFF2-40B4-BE49-F238E27FC236}">
                <a16:creationId xmlns:a16="http://schemas.microsoft.com/office/drawing/2014/main" id="{838EE7CF-D0E6-EF49-B6B1-764B270F4BE5}"/>
              </a:ext>
            </a:extLst>
          </p:cNvPr>
          <p:cNvSpPr/>
          <p:nvPr/>
        </p:nvSpPr>
        <p:spPr>
          <a:xfrm>
            <a:off x="5129432" y="3825771"/>
            <a:ext cx="1888785" cy="153888"/>
          </a:xfrm>
          <a:prstGeom prst="rect">
            <a:avLst/>
          </a:prstGeom>
          <a:noFill/>
          <a:ln/>
        </p:spPr>
        <p:txBody>
          <a:bodyPr wrap="square" lIns="0" tIns="0" rIns="0" bIns="0" rtlCol="0" anchor="t">
            <a:spAutoFit/>
          </a:bodyPr>
          <a:lstStyle/>
          <a:p>
            <a:pPr algn="ctr" defTabSz="731520"/>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统一标准</a:t>
            </a:r>
            <a:r>
              <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专业输出</a:t>
            </a:r>
            <a:r>
              <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改进闭环</a:t>
            </a:r>
            <a:endPar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椭圆 13">
            <a:extLst>
              <a:ext uri="{FF2B5EF4-FFF2-40B4-BE49-F238E27FC236}">
                <a16:creationId xmlns:a16="http://schemas.microsoft.com/office/drawing/2014/main" id="{506B5833-A144-5B44-93D7-C325D8AA8171}"/>
              </a:ext>
            </a:extLst>
          </p:cNvPr>
          <p:cNvSpPr/>
          <p:nvPr/>
        </p:nvSpPr>
        <p:spPr>
          <a:xfrm>
            <a:off x="8059421" y="3260752"/>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Object60">
            <a:extLst>
              <a:ext uri="{FF2B5EF4-FFF2-40B4-BE49-F238E27FC236}">
                <a16:creationId xmlns:a16="http://schemas.microsoft.com/office/drawing/2014/main" id="{5F33C42D-DCDA-7A42-9826-64B61BCDDD16}"/>
              </a:ext>
            </a:extLst>
          </p:cNvPr>
          <p:cNvSpPr/>
          <p:nvPr/>
        </p:nvSpPr>
        <p:spPr>
          <a:xfrm>
            <a:off x="8091304" y="3081985"/>
            <a:ext cx="705918"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统计分析</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8" name="组合 17">
            <a:extLst>
              <a:ext uri="{FF2B5EF4-FFF2-40B4-BE49-F238E27FC236}">
                <a16:creationId xmlns:a16="http://schemas.microsoft.com/office/drawing/2014/main" id="{1A77C692-8135-074F-8325-A4D1CB5154E0}"/>
              </a:ext>
            </a:extLst>
          </p:cNvPr>
          <p:cNvGrpSpPr/>
          <p:nvPr/>
        </p:nvGrpSpPr>
        <p:grpSpPr>
          <a:xfrm>
            <a:off x="5756200" y="2944502"/>
            <a:ext cx="705918" cy="278681"/>
            <a:chOff x="5696783" y="3239898"/>
            <a:chExt cx="705918" cy="278681"/>
          </a:xfrm>
        </p:grpSpPr>
        <p:sp>
          <p:nvSpPr>
            <p:cNvPr id="52" name="Object60">
              <a:extLst>
                <a:ext uri="{FF2B5EF4-FFF2-40B4-BE49-F238E27FC236}">
                  <a16:creationId xmlns:a16="http://schemas.microsoft.com/office/drawing/2014/main" id="{B9B8BC64-77F7-3344-983C-7ABCCCB47449}"/>
                </a:ext>
              </a:extLst>
            </p:cNvPr>
            <p:cNvSpPr/>
            <p:nvPr/>
          </p:nvSpPr>
          <p:spPr>
            <a:xfrm>
              <a:off x="5696783" y="3239898"/>
              <a:ext cx="705918" cy="153888"/>
            </a:xfrm>
            <a:prstGeom prst="rect">
              <a:avLst/>
            </a:prstGeom>
            <a:noFill/>
            <a:ln/>
          </p:spPr>
          <p:txBody>
            <a:bodyPr wrap="square" lIns="0" tIns="0" rIns="0" bIns="0" rtlCol="0" anchor="t">
              <a:spAutoFit/>
            </a:bodyPr>
            <a:lstStyle/>
            <a:p>
              <a:pPr algn="ctr" defTabSz="731520"/>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易用性报告</a:t>
              </a:r>
              <a:endPar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椭圆 52">
              <a:extLst>
                <a:ext uri="{FF2B5EF4-FFF2-40B4-BE49-F238E27FC236}">
                  <a16:creationId xmlns:a16="http://schemas.microsoft.com/office/drawing/2014/main" id="{54C484F0-1F9D-254F-B29B-BA811795C139}"/>
                </a:ext>
              </a:extLst>
            </p:cNvPr>
            <p:cNvSpPr/>
            <p:nvPr/>
          </p:nvSpPr>
          <p:spPr>
            <a:xfrm>
              <a:off x="5999513" y="3418120"/>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4" name="椭圆 53">
            <a:extLst>
              <a:ext uri="{FF2B5EF4-FFF2-40B4-BE49-F238E27FC236}">
                <a16:creationId xmlns:a16="http://schemas.microsoft.com/office/drawing/2014/main" id="{E4FCF292-B2AB-7B40-B326-3C1556BB43F1}"/>
              </a:ext>
            </a:extLst>
          </p:cNvPr>
          <p:cNvSpPr/>
          <p:nvPr/>
        </p:nvSpPr>
        <p:spPr>
          <a:xfrm>
            <a:off x="4236783" y="3260752"/>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Object60">
            <a:extLst>
              <a:ext uri="{FF2B5EF4-FFF2-40B4-BE49-F238E27FC236}">
                <a16:creationId xmlns:a16="http://schemas.microsoft.com/office/drawing/2014/main" id="{CCF10AC2-47A5-8B4A-A928-BFD29AA228D2}"/>
              </a:ext>
            </a:extLst>
          </p:cNvPr>
          <p:cNvSpPr/>
          <p:nvPr/>
        </p:nvSpPr>
        <p:spPr>
          <a:xfrm>
            <a:off x="3066638" y="3081985"/>
            <a:ext cx="786574"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问题解决闭环</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9" name="组合 8">
            <a:extLst>
              <a:ext uri="{FF2B5EF4-FFF2-40B4-BE49-F238E27FC236}">
                <a16:creationId xmlns:a16="http://schemas.microsoft.com/office/drawing/2014/main" id="{EFD96BA1-7C35-AEC6-F57C-4C15CD2EEB86}"/>
              </a:ext>
            </a:extLst>
          </p:cNvPr>
          <p:cNvGrpSpPr/>
          <p:nvPr/>
        </p:nvGrpSpPr>
        <p:grpSpPr>
          <a:xfrm>
            <a:off x="2923267" y="3167811"/>
            <a:ext cx="6422129" cy="1189909"/>
            <a:chOff x="2923267" y="3167811"/>
            <a:chExt cx="6422129" cy="1189909"/>
          </a:xfrm>
        </p:grpSpPr>
        <p:sp>
          <p:nvSpPr>
            <p:cNvPr id="45" name="椭圆 44">
              <a:extLst>
                <a:ext uri="{FF2B5EF4-FFF2-40B4-BE49-F238E27FC236}">
                  <a16:creationId xmlns:a16="http://schemas.microsoft.com/office/drawing/2014/main" id="{C390294A-018A-2341-9760-79AED74CB27C}"/>
                </a:ext>
              </a:extLst>
            </p:cNvPr>
            <p:cNvSpPr/>
            <p:nvPr/>
          </p:nvSpPr>
          <p:spPr>
            <a:xfrm>
              <a:off x="2988221" y="3185223"/>
              <a:ext cx="6281564" cy="1172497"/>
            </a:xfrm>
            <a:prstGeom prst="ellipse">
              <a:avLst/>
            </a:prstGeom>
            <a:noFill/>
            <a:ln>
              <a:gradFill>
                <a:gsLst>
                  <a:gs pos="0">
                    <a:schemeClr val="accent1">
                      <a:lumMod val="5000"/>
                      <a:lumOff val="95000"/>
                      <a:alpha val="27000"/>
                    </a:schemeClr>
                  </a:gs>
                  <a:gs pos="20000">
                    <a:schemeClr val="accent1">
                      <a:alpha val="28000"/>
                    </a:schemeClr>
                  </a:gs>
                  <a:gs pos="81000">
                    <a:schemeClr val="accent1"/>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2" name="组合 31">
              <a:extLst>
                <a:ext uri="{FF2B5EF4-FFF2-40B4-BE49-F238E27FC236}">
                  <a16:creationId xmlns:a16="http://schemas.microsoft.com/office/drawing/2014/main" id="{A4DA2C98-92E0-8446-96E3-9F06CC5889A6}"/>
                </a:ext>
              </a:extLst>
            </p:cNvPr>
            <p:cNvGrpSpPr/>
            <p:nvPr/>
          </p:nvGrpSpPr>
          <p:grpSpPr>
            <a:xfrm>
              <a:off x="2923267" y="3669077"/>
              <a:ext cx="174625" cy="102395"/>
              <a:chOff x="2863850" y="3964473"/>
              <a:chExt cx="174625" cy="102395"/>
            </a:xfrm>
          </p:grpSpPr>
          <p:cxnSp>
            <p:nvCxnSpPr>
              <p:cNvPr id="23" name="直线连接符 22">
                <a:extLst>
                  <a:ext uri="{FF2B5EF4-FFF2-40B4-BE49-F238E27FC236}">
                    <a16:creationId xmlns:a16="http://schemas.microsoft.com/office/drawing/2014/main" id="{B32A7A45-FF36-8647-AD61-D183B12B3248}"/>
                  </a:ext>
                </a:extLst>
              </p:cNvPr>
              <p:cNvCxnSpPr>
                <a:cxnSpLocks/>
                <a:endCxn id="45" idx="2"/>
              </p:cNvCxnSpPr>
              <p:nvPr/>
            </p:nvCxnSpPr>
            <p:spPr>
              <a:xfrm>
                <a:off x="2863850" y="3964473"/>
                <a:ext cx="64954" cy="102395"/>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67" name="直线连接符 66">
                <a:extLst>
                  <a:ext uri="{FF2B5EF4-FFF2-40B4-BE49-F238E27FC236}">
                    <a16:creationId xmlns:a16="http://schemas.microsoft.com/office/drawing/2014/main" id="{AC1AF3DF-F435-2644-8918-479CA6D00F39}"/>
                  </a:ext>
                </a:extLst>
              </p:cNvPr>
              <p:cNvCxnSpPr>
                <a:cxnSpLocks/>
              </p:cNvCxnSpPr>
              <p:nvPr/>
            </p:nvCxnSpPr>
            <p:spPr>
              <a:xfrm flipH="1">
                <a:off x="2928804" y="4015670"/>
                <a:ext cx="109671" cy="51198"/>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69" name="组合 68">
              <a:extLst>
                <a:ext uri="{FF2B5EF4-FFF2-40B4-BE49-F238E27FC236}">
                  <a16:creationId xmlns:a16="http://schemas.microsoft.com/office/drawing/2014/main" id="{8BB388ED-AD04-1D42-99DD-588F5F8FFA1D}"/>
                </a:ext>
              </a:extLst>
            </p:cNvPr>
            <p:cNvGrpSpPr/>
            <p:nvPr/>
          </p:nvGrpSpPr>
          <p:grpSpPr>
            <a:xfrm rot="16200000">
              <a:off x="4936118" y="4260968"/>
              <a:ext cx="92942" cy="79771"/>
              <a:chOff x="2895037" y="3987098"/>
              <a:chExt cx="92942" cy="79771"/>
            </a:xfrm>
          </p:grpSpPr>
          <p:cxnSp>
            <p:nvCxnSpPr>
              <p:cNvPr id="70" name="直线连接符 69">
                <a:extLst>
                  <a:ext uri="{FF2B5EF4-FFF2-40B4-BE49-F238E27FC236}">
                    <a16:creationId xmlns:a16="http://schemas.microsoft.com/office/drawing/2014/main" id="{345EA7FC-DDB7-4741-A650-4CADF1AD20E7}"/>
                  </a:ext>
                </a:extLst>
              </p:cNvPr>
              <p:cNvCxnSpPr>
                <a:cxnSpLocks/>
              </p:cNvCxnSpPr>
              <p:nvPr/>
            </p:nvCxnSpPr>
            <p:spPr>
              <a:xfrm rot="5400000" flipV="1">
                <a:off x="2872035" y="4010100"/>
                <a:ext cx="79770" cy="3376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 name="直线连接符 71">
                <a:extLst>
                  <a:ext uri="{FF2B5EF4-FFF2-40B4-BE49-F238E27FC236}">
                    <a16:creationId xmlns:a16="http://schemas.microsoft.com/office/drawing/2014/main" id="{E5A3B57A-10C9-4B46-8CF3-9F814BC2502C}"/>
                  </a:ext>
                </a:extLst>
              </p:cNvPr>
              <p:cNvCxnSpPr>
                <a:cxnSpLocks/>
              </p:cNvCxnSpPr>
              <p:nvPr/>
            </p:nvCxnSpPr>
            <p:spPr>
              <a:xfrm rot="5400000">
                <a:off x="2918507" y="3997396"/>
                <a:ext cx="79770" cy="59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5" name="组合 74">
              <a:extLst>
                <a:ext uri="{FF2B5EF4-FFF2-40B4-BE49-F238E27FC236}">
                  <a16:creationId xmlns:a16="http://schemas.microsoft.com/office/drawing/2014/main" id="{F4727FFF-47AF-8A41-B95E-FFD5DBF5FA29}"/>
                </a:ext>
              </a:extLst>
            </p:cNvPr>
            <p:cNvGrpSpPr/>
            <p:nvPr/>
          </p:nvGrpSpPr>
          <p:grpSpPr>
            <a:xfrm rot="5400000">
              <a:off x="5245168" y="3174396"/>
              <a:ext cx="92942" cy="79771"/>
              <a:chOff x="2895037" y="3987098"/>
              <a:chExt cx="92942" cy="79771"/>
            </a:xfrm>
          </p:grpSpPr>
          <p:cxnSp>
            <p:nvCxnSpPr>
              <p:cNvPr id="76" name="直线连接符 75">
                <a:extLst>
                  <a:ext uri="{FF2B5EF4-FFF2-40B4-BE49-F238E27FC236}">
                    <a16:creationId xmlns:a16="http://schemas.microsoft.com/office/drawing/2014/main" id="{A2F8A2FC-DA92-1744-9425-B8505A930E16}"/>
                  </a:ext>
                </a:extLst>
              </p:cNvPr>
              <p:cNvCxnSpPr>
                <a:cxnSpLocks/>
              </p:cNvCxnSpPr>
              <p:nvPr/>
            </p:nvCxnSpPr>
            <p:spPr>
              <a:xfrm rot="5400000" flipV="1">
                <a:off x="2872035" y="4010100"/>
                <a:ext cx="79770" cy="33766"/>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cxnSp>
            <p:nvCxnSpPr>
              <p:cNvPr id="77" name="直线连接符 76">
                <a:extLst>
                  <a:ext uri="{FF2B5EF4-FFF2-40B4-BE49-F238E27FC236}">
                    <a16:creationId xmlns:a16="http://schemas.microsoft.com/office/drawing/2014/main" id="{55177567-0EB6-0F4B-823E-B35ACAE1EECB}"/>
                  </a:ext>
                </a:extLst>
              </p:cNvPr>
              <p:cNvCxnSpPr>
                <a:cxnSpLocks/>
              </p:cNvCxnSpPr>
              <p:nvPr/>
            </p:nvCxnSpPr>
            <p:spPr>
              <a:xfrm rot="5400000">
                <a:off x="2918507" y="3997396"/>
                <a:ext cx="79770" cy="59175"/>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grpSp>
        <p:grpSp>
          <p:nvGrpSpPr>
            <p:cNvPr id="78" name="组合 77">
              <a:extLst>
                <a:ext uri="{FF2B5EF4-FFF2-40B4-BE49-F238E27FC236}">
                  <a16:creationId xmlns:a16="http://schemas.microsoft.com/office/drawing/2014/main" id="{EC5308D0-FAC7-6845-BCF8-91AD369ED8FD}"/>
                </a:ext>
              </a:extLst>
            </p:cNvPr>
            <p:cNvGrpSpPr/>
            <p:nvPr/>
          </p:nvGrpSpPr>
          <p:grpSpPr>
            <a:xfrm rot="15416336">
              <a:off x="7323719" y="4263552"/>
              <a:ext cx="92942" cy="79771"/>
              <a:chOff x="2895037" y="3987098"/>
              <a:chExt cx="92942" cy="79771"/>
            </a:xfrm>
          </p:grpSpPr>
          <p:cxnSp>
            <p:nvCxnSpPr>
              <p:cNvPr id="79" name="直线连接符 78">
                <a:extLst>
                  <a:ext uri="{FF2B5EF4-FFF2-40B4-BE49-F238E27FC236}">
                    <a16:creationId xmlns:a16="http://schemas.microsoft.com/office/drawing/2014/main" id="{752A7D98-0930-1E4C-A983-2D9DF87BD5CE}"/>
                  </a:ext>
                </a:extLst>
              </p:cNvPr>
              <p:cNvCxnSpPr>
                <a:cxnSpLocks/>
              </p:cNvCxnSpPr>
              <p:nvPr/>
            </p:nvCxnSpPr>
            <p:spPr>
              <a:xfrm rot="5400000" flipV="1">
                <a:off x="2872035" y="4010100"/>
                <a:ext cx="79770" cy="3376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直线连接符 79">
                <a:extLst>
                  <a:ext uri="{FF2B5EF4-FFF2-40B4-BE49-F238E27FC236}">
                    <a16:creationId xmlns:a16="http://schemas.microsoft.com/office/drawing/2014/main" id="{D16E365B-767A-6147-859F-A3CAB2018754}"/>
                  </a:ext>
                </a:extLst>
              </p:cNvPr>
              <p:cNvCxnSpPr>
                <a:cxnSpLocks/>
              </p:cNvCxnSpPr>
              <p:nvPr/>
            </p:nvCxnSpPr>
            <p:spPr>
              <a:xfrm rot="5400000">
                <a:off x="2918507" y="3997396"/>
                <a:ext cx="79770" cy="59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 name="组合 80">
              <a:extLst>
                <a:ext uri="{FF2B5EF4-FFF2-40B4-BE49-F238E27FC236}">
                  <a16:creationId xmlns:a16="http://schemas.microsoft.com/office/drawing/2014/main" id="{136F88A1-7DAF-434A-8B6C-5E995FCD771C}"/>
                </a:ext>
              </a:extLst>
            </p:cNvPr>
            <p:cNvGrpSpPr/>
            <p:nvPr/>
          </p:nvGrpSpPr>
          <p:grpSpPr>
            <a:xfrm rot="9751750">
              <a:off x="9170771" y="3724239"/>
              <a:ext cx="174625" cy="102395"/>
              <a:chOff x="2863850" y="3964473"/>
              <a:chExt cx="174625" cy="102395"/>
            </a:xfrm>
          </p:grpSpPr>
          <p:cxnSp>
            <p:nvCxnSpPr>
              <p:cNvPr id="82" name="直线连接符 81">
                <a:extLst>
                  <a:ext uri="{FF2B5EF4-FFF2-40B4-BE49-F238E27FC236}">
                    <a16:creationId xmlns:a16="http://schemas.microsoft.com/office/drawing/2014/main" id="{D1289BB6-D640-B042-A0A3-5C122BCEDBD9}"/>
                  </a:ext>
                </a:extLst>
              </p:cNvPr>
              <p:cNvCxnSpPr>
                <a:cxnSpLocks/>
              </p:cNvCxnSpPr>
              <p:nvPr/>
            </p:nvCxnSpPr>
            <p:spPr>
              <a:xfrm>
                <a:off x="2863850" y="3964473"/>
                <a:ext cx="64954" cy="102395"/>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84" name="直线连接符 83">
                <a:extLst>
                  <a:ext uri="{FF2B5EF4-FFF2-40B4-BE49-F238E27FC236}">
                    <a16:creationId xmlns:a16="http://schemas.microsoft.com/office/drawing/2014/main" id="{E6D7E392-7BBE-1042-9506-AB13E33EAF65}"/>
                  </a:ext>
                </a:extLst>
              </p:cNvPr>
              <p:cNvCxnSpPr>
                <a:cxnSpLocks/>
              </p:cNvCxnSpPr>
              <p:nvPr/>
            </p:nvCxnSpPr>
            <p:spPr>
              <a:xfrm flipH="1">
                <a:off x="2928804" y="4015670"/>
                <a:ext cx="109671" cy="51198"/>
              </a:xfrm>
              <a:prstGeom prst="line">
                <a:avLst/>
              </a:prstGeom>
              <a:ln w="19050">
                <a:gradFill>
                  <a:gsLst>
                    <a:gs pos="0">
                      <a:schemeClr val="accent1">
                        <a:lumMod val="5000"/>
                        <a:lumOff val="95000"/>
                        <a:alpha val="27000"/>
                      </a:schemeClr>
                    </a:gs>
                    <a:gs pos="24000">
                      <a:schemeClr val="accent1">
                        <a:alpha val="28000"/>
                      </a:schemeClr>
                    </a:gs>
                    <a:gs pos="83000">
                      <a:schemeClr val="accent1"/>
                    </a:gs>
                    <a:gs pos="100000">
                      <a:schemeClr val="bg1"/>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85" name="组合 84">
              <a:extLst>
                <a:ext uri="{FF2B5EF4-FFF2-40B4-BE49-F238E27FC236}">
                  <a16:creationId xmlns:a16="http://schemas.microsoft.com/office/drawing/2014/main" id="{90983B25-14BB-0844-837C-E0D052763D37}"/>
                </a:ext>
              </a:extLst>
            </p:cNvPr>
            <p:cNvGrpSpPr/>
            <p:nvPr/>
          </p:nvGrpSpPr>
          <p:grpSpPr>
            <a:xfrm rot="5160800">
              <a:off x="7117554" y="3183297"/>
              <a:ext cx="92942" cy="79771"/>
              <a:chOff x="2895037" y="3987098"/>
              <a:chExt cx="92942" cy="79771"/>
            </a:xfrm>
          </p:grpSpPr>
          <p:cxnSp>
            <p:nvCxnSpPr>
              <p:cNvPr id="86" name="直线连接符 85">
                <a:extLst>
                  <a:ext uri="{FF2B5EF4-FFF2-40B4-BE49-F238E27FC236}">
                    <a16:creationId xmlns:a16="http://schemas.microsoft.com/office/drawing/2014/main" id="{EE45391D-EC22-1749-BA30-2E270B1A683A}"/>
                  </a:ext>
                </a:extLst>
              </p:cNvPr>
              <p:cNvCxnSpPr>
                <a:cxnSpLocks/>
              </p:cNvCxnSpPr>
              <p:nvPr/>
            </p:nvCxnSpPr>
            <p:spPr>
              <a:xfrm rot="5400000" flipV="1">
                <a:off x="2872035" y="4010100"/>
                <a:ext cx="79770" cy="33766"/>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cxnSp>
            <p:nvCxnSpPr>
              <p:cNvPr id="87" name="直线连接符 86">
                <a:extLst>
                  <a:ext uri="{FF2B5EF4-FFF2-40B4-BE49-F238E27FC236}">
                    <a16:creationId xmlns:a16="http://schemas.microsoft.com/office/drawing/2014/main" id="{B18D7A17-B656-CE4D-A7E4-02D34BC9C635}"/>
                  </a:ext>
                </a:extLst>
              </p:cNvPr>
              <p:cNvCxnSpPr>
                <a:cxnSpLocks/>
              </p:cNvCxnSpPr>
              <p:nvPr/>
            </p:nvCxnSpPr>
            <p:spPr>
              <a:xfrm rot="5400000">
                <a:off x="2918507" y="3997396"/>
                <a:ext cx="79770" cy="59175"/>
              </a:xfrm>
              <a:prstGeom prst="line">
                <a:avLst/>
              </a:prstGeom>
              <a:ln w="19050">
                <a:solidFill>
                  <a:schemeClr val="bg1">
                    <a:alpha val="42000"/>
                  </a:schemeClr>
                </a:solidFill>
              </a:ln>
            </p:spPr>
            <p:style>
              <a:lnRef idx="1">
                <a:schemeClr val="accent1"/>
              </a:lnRef>
              <a:fillRef idx="0">
                <a:schemeClr val="accent1"/>
              </a:fillRef>
              <a:effectRef idx="0">
                <a:schemeClr val="accent1"/>
              </a:effectRef>
              <a:fontRef idx="minor">
                <a:schemeClr val="tx1"/>
              </a:fontRef>
            </p:style>
          </p:cxnSp>
        </p:grpSp>
      </p:grpSp>
      <p:grpSp>
        <p:nvGrpSpPr>
          <p:cNvPr id="88" name="组合 87">
            <a:extLst>
              <a:ext uri="{FF2B5EF4-FFF2-40B4-BE49-F238E27FC236}">
                <a16:creationId xmlns:a16="http://schemas.microsoft.com/office/drawing/2014/main" id="{D2A1C29A-4C17-2D44-BA21-0AF82FEF54A5}"/>
              </a:ext>
            </a:extLst>
          </p:cNvPr>
          <p:cNvGrpSpPr/>
          <p:nvPr/>
        </p:nvGrpSpPr>
        <p:grpSpPr>
          <a:xfrm>
            <a:off x="3576805" y="3956443"/>
            <a:ext cx="786574" cy="279226"/>
            <a:chOff x="3874636" y="3377381"/>
            <a:chExt cx="786574" cy="279226"/>
          </a:xfrm>
        </p:grpSpPr>
        <p:sp>
          <p:nvSpPr>
            <p:cNvPr id="90" name="椭圆 89">
              <a:extLst>
                <a:ext uri="{FF2B5EF4-FFF2-40B4-BE49-F238E27FC236}">
                  <a16:creationId xmlns:a16="http://schemas.microsoft.com/office/drawing/2014/main" id="{FC34B816-5C20-0547-9ABD-CDB1EC6C41AD}"/>
                </a:ext>
              </a:extLst>
            </p:cNvPr>
            <p:cNvSpPr/>
            <p:nvPr/>
          </p:nvSpPr>
          <p:spPr>
            <a:xfrm>
              <a:off x="4177366" y="355614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60">
              <a:extLst>
                <a:ext uri="{FF2B5EF4-FFF2-40B4-BE49-F238E27FC236}">
                  <a16:creationId xmlns:a16="http://schemas.microsoft.com/office/drawing/2014/main" id="{45117E7A-53D8-954F-ABAC-0E9E37031BF3}"/>
                </a:ext>
              </a:extLst>
            </p:cNvPr>
            <p:cNvSpPr/>
            <p:nvPr/>
          </p:nvSpPr>
          <p:spPr>
            <a:xfrm>
              <a:off x="3874636" y="3377381"/>
              <a:ext cx="786574"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制定任务</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93" name="组合 92">
            <a:extLst>
              <a:ext uri="{FF2B5EF4-FFF2-40B4-BE49-F238E27FC236}">
                <a16:creationId xmlns:a16="http://schemas.microsoft.com/office/drawing/2014/main" id="{38AA29EE-D7DA-E34A-82DF-1C4B8A9508D4}"/>
              </a:ext>
            </a:extLst>
          </p:cNvPr>
          <p:cNvGrpSpPr/>
          <p:nvPr/>
        </p:nvGrpSpPr>
        <p:grpSpPr>
          <a:xfrm>
            <a:off x="5778367" y="4129942"/>
            <a:ext cx="786574" cy="279226"/>
            <a:chOff x="3874636" y="3377381"/>
            <a:chExt cx="786574" cy="279226"/>
          </a:xfrm>
        </p:grpSpPr>
        <p:sp>
          <p:nvSpPr>
            <p:cNvPr id="94" name="椭圆 93">
              <a:extLst>
                <a:ext uri="{FF2B5EF4-FFF2-40B4-BE49-F238E27FC236}">
                  <a16:creationId xmlns:a16="http://schemas.microsoft.com/office/drawing/2014/main" id="{3982BFCE-CAE1-D44E-97BA-CC108C4ACF7A}"/>
                </a:ext>
              </a:extLst>
            </p:cNvPr>
            <p:cNvSpPr/>
            <p:nvPr/>
          </p:nvSpPr>
          <p:spPr>
            <a:xfrm>
              <a:off x="4177366" y="355614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a:extLst>
                <a:ext uri="{FF2B5EF4-FFF2-40B4-BE49-F238E27FC236}">
                  <a16:creationId xmlns:a16="http://schemas.microsoft.com/office/drawing/2014/main" id="{1BF83F7D-705F-EA41-83A4-10E81A9C2E64}"/>
                </a:ext>
              </a:extLst>
            </p:cNvPr>
            <p:cNvSpPr/>
            <p:nvPr/>
          </p:nvSpPr>
          <p:spPr>
            <a:xfrm>
              <a:off x="3874636" y="3377381"/>
              <a:ext cx="786574" cy="153888"/>
            </a:xfrm>
            <a:prstGeom prst="rect">
              <a:avLst/>
            </a:prstGeom>
            <a:noFill/>
            <a:ln/>
          </p:spPr>
          <p:txBody>
            <a:bodyPr wrap="square" lIns="0" tIns="0" rIns="0" bIns="0" rtlCol="0" anchor="t">
              <a:spAutoFit/>
            </a:bodyPr>
            <a:lstStyle/>
            <a:p>
              <a:pPr algn="ctr" defTabSz="731520"/>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制定任务</a:t>
              </a:r>
              <a:endParaRPr lang="en-US" altLang="zh-CN"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96" name="组合 95">
            <a:extLst>
              <a:ext uri="{FF2B5EF4-FFF2-40B4-BE49-F238E27FC236}">
                <a16:creationId xmlns:a16="http://schemas.microsoft.com/office/drawing/2014/main" id="{9F4C81CE-1C0B-4C4E-9BF5-8519B14C4290}"/>
              </a:ext>
            </a:extLst>
          </p:cNvPr>
          <p:cNvGrpSpPr/>
          <p:nvPr/>
        </p:nvGrpSpPr>
        <p:grpSpPr>
          <a:xfrm>
            <a:off x="8059421" y="3934609"/>
            <a:ext cx="786574" cy="279226"/>
            <a:chOff x="3874636" y="3377381"/>
            <a:chExt cx="786574" cy="279226"/>
          </a:xfrm>
        </p:grpSpPr>
        <p:sp>
          <p:nvSpPr>
            <p:cNvPr id="97" name="椭圆 96">
              <a:extLst>
                <a:ext uri="{FF2B5EF4-FFF2-40B4-BE49-F238E27FC236}">
                  <a16:creationId xmlns:a16="http://schemas.microsoft.com/office/drawing/2014/main" id="{DDF61605-A379-E74E-A395-3FDDB16E8723}"/>
                </a:ext>
              </a:extLst>
            </p:cNvPr>
            <p:cNvSpPr/>
            <p:nvPr/>
          </p:nvSpPr>
          <p:spPr>
            <a:xfrm>
              <a:off x="4177366" y="355614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Object60">
              <a:extLst>
                <a:ext uri="{FF2B5EF4-FFF2-40B4-BE49-F238E27FC236}">
                  <a16:creationId xmlns:a16="http://schemas.microsoft.com/office/drawing/2014/main" id="{E03D8E95-B751-8A44-9047-9D24DAF3AD45}"/>
                </a:ext>
              </a:extLst>
            </p:cNvPr>
            <p:cNvSpPr/>
            <p:nvPr/>
          </p:nvSpPr>
          <p:spPr>
            <a:xfrm>
              <a:off x="3874636" y="3377381"/>
              <a:ext cx="786574"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实施测评</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cxnSp>
        <p:nvCxnSpPr>
          <p:cNvPr id="117" name="直线连接符 116">
            <a:extLst>
              <a:ext uri="{FF2B5EF4-FFF2-40B4-BE49-F238E27FC236}">
                <a16:creationId xmlns:a16="http://schemas.microsoft.com/office/drawing/2014/main" id="{CAA8006F-670A-8A49-A466-4434B5D6569E}"/>
              </a:ext>
            </a:extLst>
          </p:cNvPr>
          <p:cNvCxnSpPr>
            <a:cxnSpLocks/>
          </p:cNvCxnSpPr>
          <p:nvPr/>
        </p:nvCxnSpPr>
        <p:spPr>
          <a:xfrm flipH="1">
            <a:off x="8462609" y="4172154"/>
            <a:ext cx="1039258"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18" name="Object60">
            <a:extLst>
              <a:ext uri="{FF2B5EF4-FFF2-40B4-BE49-F238E27FC236}">
                <a16:creationId xmlns:a16="http://schemas.microsoft.com/office/drawing/2014/main" id="{38DE96DF-1646-BE4E-A368-19C11D480F63}"/>
              </a:ext>
            </a:extLst>
          </p:cNvPr>
          <p:cNvSpPr/>
          <p:nvPr/>
        </p:nvSpPr>
        <p:spPr>
          <a:xfrm>
            <a:off x="9542785" y="4111096"/>
            <a:ext cx="1099393" cy="307777"/>
          </a:xfrm>
          <a:prstGeom prst="rect">
            <a:avLst/>
          </a:prstGeom>
          <a:noFill/>
          <a:ln/>
        </p:spPr>
        <p:txBody>
          <a:bodyPr wrap="square" lIns="0" tIns="0" rIns="0" bIns="0" rtlCol="0" anchor="t">
            <a:spAutoFit/>
          </a:bodyPr>
          <a:lstStyle/>
          <a:p>
            <a:pPr defTabSz="731520"/>
            <a:r>
              <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PEM</a:t>
            </a:r>
          </a:p>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云产品易用性量表</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3" name="直线连接符 122">
            <a:extLst>
              <a:ext uri="{FF2B5EF4-FFF2-40B4-BE49-F238E27FC236}">
                <a16:creationId xmlns:a16="http://schemas.microsoft.com/office/drawing/2014/main" id="{4D3F7180-4D1C-6046-B082-B2454C4BC86C}"/>
              </a:ext>
            </a:extLst>
          </p:cNvPr>
          <p:cNvCxnSpPr>
            <a:cxnSpLocks/>
          </p:cNvCxnSpPr>
          <p:nvPr/>
        </p:nvCxnSpPr>
        <p:spPr>
          <a:xfrm>
            <a:off x="1856319" y="3778931"/>
            <a:ext cx="1145251"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24" name="Object60">
            <a:extLst>
              <a:ext uri="{FF2B5EF4-FFF2-40B4-BE49-F238E27FC236}">
                <a16:creationId xmlns:a16="http://schemas.microsoft.com/office/drawing/2014/main" id="{49A43F7B-D018-174A-B91F-A0B79E05D12E}"/>
              </a:ext>
            </a:extLst>
          </p:cNvPr>
          <p:cNvSpPr/>
          <p:nvPr/>
        </p:nvSpPr>
        <p:spPr>
          <a:xfrm>
            <a:off x="1549822" y="3539422"/>
            <a:ext cx="496350" cy="169277"/>
          </a:xfrm>
          <a:prstGeom prst="rect">
            <a:avLst/>
          </a:prstGeom>
          <a:noFill/>
          <a:ln/>
        </p:spPr>
        <p:txBody>
          <a:bodyPr wrap="square" lIns="0" tIns="0" rIns="0" bIns="0" rtlCol="0" anchor="t">
            <a:spAutoFit/>
          </a:bodyPr>
          <a:lstStyle/>
          <a:p>
            <a:pPr defTabSz="731520"/>
            <a:r>
              <a:rPr lang="zh-CN" altLang="en-US"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定机制</a:t>
            </a:r>
            <a:endParaRPr lang="en-US" altLang="zh-CN"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F1B2D5F8-AD56-2F43-82DB-A05BC6383A54}"/>
              </a:ext>
            </a:extLst>
          </p:cNvPr>
          <p:cNvSpPr/>
          <p:nvPr/>
        </p:nvSpPr>
        <p:spPr>
          <a:xfrm>
            <a:off x="3658911" y="1983229"/>
            <a:ext cx="4950841" cy="812801"/>
          </a:xfrm>
          <a:prstGeom prst="ellipse">
            <a:avLst/>
          </a:prstGeom>
          <a:noFill/>
          <a:ln>
            <a:gradFill>
              <a:gsLst>
                <a:gs pos="0">
                  <a:schemeClr val="accent1">
                    <a:lumMod val="5000"/>
                    <a:lumOff val="95000"/>
                    <a:alpha val="6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60">
            <a:extLst>
              <a:ext uri="{FF2B5EF4-FFF2-40B4-BE49-F238E27FC236}">
                <a16:creationId xmlns:a16="http://schemas.microsoft.com/office/drawing/2014/main" id="{57D16D26-8238-2C4A-BCE7-C1FF56666A77}"/>
              </a:ext>
            </a:extLst>
          </p:cNvPr>
          <p:cNvSpPr/>
          <p:nvPr/>
        </p:nvSpPr>
        <p:spPr>
          <a:xfrm>
            <a:off x="5450482" y="2253626"/>
            <a:ext cx="1291036" cy="215444"/>
          </a:xfrm>
          <a:prstGeom prst="rect">
            <a:avLst/>
          </a:prstGeom>
          <a:noFill/>
          <a:ln/>
        </p:spPr>
        <p:txBody>
          <a:bodyPr wrap="square" lIns="0" tIns="0" rIns="0" bIns="0" rtlCol="0" anchor="t">
            <a:spAutoFit/>
          </a:bodyPr>
          <a:lstStyle/>
          <a:p>
            <a:pPr algn="ctr" defTabSz="731520"/>
            <a:r>
              <a:rPr lang="zh-CN" altLang="en-US"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测试工具</a:t>
            </a:r>
            <a:r>
              <a:rPr lang="en-US" altLang="zh-CN" sz="140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test</a:t>
            </a:r>
          </a:p>
        </p:txBody>
      </p:sp>
      <p:cxnSp>
        <p:nvCxnSpPr>
          <p:cNvPr id="125" name="直线连接符 124">
            <a:extLst>
              <a:ext uri="{FF2B5EF4-FFF2-40B4-BE49-F238E27FC236}">
                <a16:creationId xmlns:a16="http://schemas.microsoft.com/office/drawing/2014/main" id="{50D31F9C-8DF2-2443-9004-8F2829AC3E62}"/>
              </a:ext>
            </a:extLst>
          </p:cNvPr>
          <p:cNvCxnSpPr>
            <a:cxnSpLocks/>
          </p:cNvCxnSpPr>
          <p:nvPr/>
        </p:nvCxnSpPr>
        <p:spPr>
          <a:xfrm>
            <a:off x="1856319" y="2396699"/>
            <a:ext cx="1145251"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26" name="Object60">
            <a:extLst>
              <a:ext uri="{FF2B5EF4-FFF2-40B4-BE49-F238E27FC236}">
                <a16:creationId xmlns:a16="http://schemas.microsoft.com/office/drawing/2014/main" id="{5C5E5502-74CB-E24A-9E4B-73DAB38ADFD0}"/>
              </a:ext>
            </a:extLst>
          </p:cNvPr>
          <p:cNvSpPr/>
          <p:nvPr/>
        </p:nvSpPr>
        <p:spPr>
          <a:xfrm>
            <a:off x="1549822" y="2157190"/>
            <a:ext cx="496350" cy="169277"/>
          </a:xfrm>
          <a:prstGeom prst="rect">
            <a:avLst/>
          </a:prstGeom>
          <a:noFill/>
          <a:ln/>
        </p:spPr>
        <p:txBody>
          <a:bodyPr wrap="square" lIns="0" tIns="0" rIns="0" bIns="0" rtlCol="0" anchor="t">
            <a:spAutoFit/>
          </a:bodyPr>
          <a:lstStyle/>
          <a:p>
            <a:pPr defTabSz="731520"/>
            <a:r>
              <a:rPr lang="zh-CN" altLang="en-US"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搭工具</a:t>
            </a:r>
            <a:endParaRPr lang="en-US" altLang="zh-CN" sz="110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2" name="Object60">
            <a:extLst>
              <a:ext uri="{FF2B5EF4-FFF2-40B4-BE49-F238E27FC236}">
                <a16:creationId xmlns:a16="http://schemas.microsoft.com/office/drawing/2014/main" id="{D81DB1AB-60E7-B740-8B22-D6D35BE7783C}"/>
              </a:ext>
            </a:extLst>
          </p:cNvPr>
          <p:cNvSpPr/>
          <p:nvPr/>
        </p:nvSpPr>
        <p:spPr>
          <a:xfrm>
            <a:off x="3097892" y="2306489"/>
            <a:ext cx="496350" cy="153888"/>
          </a:xfrm>
          <a:prstGeom prst="rect">
            <a:avLst/>
          </a:prstGeom>
          <a:noFill/>
          <a:ln/>
        </p:spPr>
        <p:txBody>
          <a:bodyPr wrap="square" lIns="0" tIns="0" rIns="0" bIns="0" rtlCol="0" anchor="t">
            <a:spAutoFit/>
          </a:bodyPr>
          <a:lstStyle/>
          <a:p>
            <a:pP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易见性</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7F05B674-2832-BBC9-D8FE-F3717C5B26FD}"/>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3F8EE233-F602-124F-BD25-5BF65514C0D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60351C4D-3A66-F4D5-F10F-5039BF69E4B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33693764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弧 2">
            <a:extLst>
              <a:ext uri="{FF2B5EF4-FFF2-40B4-BE49-F238E27FC236}">
                <a16:creationId xmlns:a16="http://schemas.microsoft.com/office/drawing/2014/main" id="{7458781E-7CAD-1D46-AB13-C84804B0D628}"/>
              </a:ext>
            </a:extLst>
          </p:cNvPr>
          <p:cNvSpPr/>
          <p:nvPr/>
        </p:nvSpPr>
        <p:spPr>
          <a:xfrm>
            <a:off x="4918584" y="2290139"/>
            <a:ext cx="3442996" cy="3442996"/>
          </a:xfrm>
          <a:prstGeom prst="arc">
            <a:avLst>
              <a:gd name="adj1" fmla="val 16127514"/>
              <a:gd name="adj2" fmla="val 5337427"/>
            </a:avLst>
          </a:prstGeom>
          <a:ln w="254000" cap="flat">
            <a:gradFill>
              <a:gsLst>
                <a:gs pos="0">
                  <a:schemeClr val="accent1">
                    <a:alpha val="0"/>
                  </a:schemeClr>
                </a:gs>
                <a:gs pos="100000">
                  <a:schemeClr val="accent1"/>
                </a:gs>
              </a:gsLst>
              <a:lin ang="5400000" scaled="1"/>
            </a:gradFill>
            <a:beve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Object29">
            <a:extLst>
              <a:ext uri="{FF2B5EF4-FFF2-40B4-BE49-F238E27FC236}">
                <a16:creationId xmlns:a16="http://schemas.microsoft.com/office/drawing/2014/main" id="{6D35261F-EF60-8B4D-B7B1-6AEFAED3F957}"/>
              </a:ext>
            </a:extLst>
          </p:cNvPr>
          <p:cNvSpPr/>
          <p:nvPr/>
        </p:nvSpPr>
        <p:spPr>
          <a:xfrm>
            <a:off x="7306575" y="1599395"/>
            <a:ext cx="1103009" cy="34945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内容消费者侧</a:t>
            </a:r>
          </a:p>
        </p:txBody>
      </p:sp>
      <p:grpSp>
        <p:nvGrpSpPr>
          <p:cNvPr id="15" name="组合 14">
            <a:extLst>
              <a:ext uri="{FF2B5EF4-FFF2-40B4-BE49-F238E27FC236}">
                <a16:creationId xmlns:a16="http://schemas.microsoft.com/office/drawing/2014/main" id="{2F3D91F7-14B2-6845-963D-71E72DAC6A34}"/>
              </a:ext>
            </a:extLst>
          </p:cNvPr>
          <p:cNvGrpSpPr/>
          <p:nvPr/>
        </p:nvGrpSpPr>
        <p:grpSpPr>
          <a:xfrm>
            <a:off x="7860385" y="2591181"/>
            <a:ext cx="1342722" cy="153888"/>
            <a:chOff x="7918135" y="2856453"/>
            <a:chExt cx="1342722" cy="153888"/>
          </a:xfrm>
        </p:grpSpPr>
        <p:sp>
          <p:nvSpPr>
            <p:cNvPr id="106" name="Object60">
              <a:extLst>
                <a:ext uri="{FF2B5EF4-FFF2-40B4-BE49-F238E27FC236}">
                  <a16:creationId xmlns:a16="http://schemas.microsoft.com/office/drawing/2014/main" id="{9A369E40-DE8A-EB48-970C-ABB390650C60}"/>
                </a:ext>
              </a:extLst>
            </p:cNvPr>
            <p:cNvSpPr/>
            <p:nvPr/>
          </p:nvSpPr>
          <p:spPr>
            <a:xfrm>
              <a:off x="8554939" y="2856453"/>
              <a:ext cx="705918" cy="153888"/>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了解社区</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椭圆 106">
              <a:extLst>
                <a:ext uri="{FF2B5EF4-FFF2-40B4-BE49-F238E27FC236}">
                  <a16:creationId xmlns:a16="http://schemas.microsoft.com/office/drawing/2014/main" id="{98B59BB2-5D1C-7640-942E-9A6FF93DCCBD}"/>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8" name="直线连接符 107">
              <a:extLst>
                <a:ext uri="{FF2B5EF4-FFF2-40B4-BE49-F238E27FC236}">
                  <a16:creationId xmlns:a16="http://schemas.microsoft.com/office/drawing/2014/main" id="{183FF193-F3F7-A34D-803A-B917DD448B7C}"/>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12" name="组合 111">
            <a:extLst>
              <a:ext uri="{FF2B5EF4-FFF2-40B4-BE49-F238E27FC236}">
                <a16:creationId xmlns:a16="http://schemas.microsoft.com/office/drawing/2014/main" id="{590B9EE2-F820-B54B-8EB9-EECE50A2518C}"/>
              </a:ext>
            </a:extLst>
          </p:cNvPr>
          <p:cNvGrpSpPr/>
          <p:nvPr/>
        </p:nvGrpSpPr>
        <p:grpSpPr>
          <a:xfrm>
            <a:off x="8223166" y="3055541"/>
            <a:ext cx="1342722" cy="153888"/>
            <a:chOff x="7918135" y="2856453"/>
            <a:chExt cx="1342722" cy="153888"/>
          </a:xfrm>
        </p:grpSpPr>
        <p:sp>
          <p:nvSpPr>
            <p:cNvPr id="113" name="Object60">
              <a:extLst>
                <a:ext uri="{FF2B5EF4-FFF2-40B4-BE49-F238E27FC236}">
                  <a16:creationId xmlns:a16="http://schemas.microsoft.com/office/drawing/2014/main" id="{35693BC5-0D5A-BF40-8B12-EAAF35D8E42B}"/>
                </a:ext>
              </a:extLst>
            </p:cNvPr>
            <p:cNvSpPr/>
            <p:nvPr/>
          </p:nvSpPr>
          <p:spPr>
            <a:xfrm>
              <a:off x="8554939" y="2856453"/>
              <a:ext cx="705918" cy="153888"/>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发现内容</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椭圆 113">
              <a:extLst>
                <a:ext uri="{FF2B5EF4-FFF2-40B4-BE49-F238E27FC236}">
                  <a16:creationId xmlns:a16="http://schemas.microsoft.com/office/drawing/2014/main" id="{274D83B4-557B-F74E-9791-36BCC1ABE52A}"/>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15" name="直线连接符 114">
              <a:extLst>
                <a:ext uri="{FF2B5EF4-FFF2-40B4-BE49-F238E27FC236}">
                  <a16:creationId xmlns:a16="http://schemas.microsoft.com/office/drawing/2014/main" id="{E0AF3520-F2CB-6D47-85D7-167975E18FC2}"/>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16" name="组合 115">
            <a:extLst>
              <a:ext uri="{FF2B5EF4-FFF2-40B4-BE49-F238E27FC236}">
                <a16:creationId xmlns:a16="http://schemas.microsoft.com/office/drawing/2014/main" id="{49741A14-CC27-E14E-BB41-426A77A7B8E6}"/>
              </a:ext>
            </a:extLst>
          </p:cNvPr>
          <p:cNvGrpSpPr/>
          <p:nvPr/>
        </p:nvGrpSpPr>
        <p:grpSpPr>
          <a:xfrm>
            <a:off x="8386430" y="3519901"/>
            <a:ext cx="1342722" cy="153888"/>
            <a:chOff x="7918135" y="2856453"/>
            <a:chExt cx="1342722" cy="153888"/>
          </a:xfrm>
        </p:grpSpPr>
        <p:sp>
          <p:nvSpPr>
            <p:cNvPr id="128" name="Object60">
              <a:extLst>
                <a:ext uri="{FF2B5EF4-FFF2-40B4-BE49-F238E27FC236}">
                  <a16:creationId xmlns:a16="http://schemas.microsoft.com/office/drawing/2014/main" id="{2EBD39C2-76F0-1E4E-BA3C-6E2D0FA64DBC}"/>
                </a:ext>
              </a:extLst>
            </p:cNvPr>
            <p:cNvSpPr/>
            <p:nvPr/>
          </p:nvSpPr>
          <p:spPr>
            <a:xfrm>
              <a:off x="8554939" y="2856453"/>
              <a:ext cx="705918" cy="153888"/>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内容互动</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椭圆 128">
              <a:extLst>
                <a:ext uri="{FF2B5EF4-FFF2-40B4-BE49-F238E27FC236}">
                  <a16:creationId xmlns:a16="http://schemas.microsoft.com/office/drawing/2014/main" id="{70E133CC-0A9C-294A-B1FF-DC14044AF6C9}"/>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0" name="直线连接符 129">
              <a:extLst>
                <a:ext uri="{FF2B5EF4-FFF2-40B4-BE49-F238E27FC236}">
                  <a16:creationId xmlns:a16="http://schemas.microsoft.com/office/drawing/2014/main" id="{5C39E1EE-81B8-094D-B693-AD50DBE7D4E9}"/>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31" name="组合 130">
            <a:extLst>
              <a:ext uri="{FF2B5EF4-FFF2-40B4-BE49-F238E27FC236}">
                <a16:creationId xmlns:a16="http://schemas.microsoft.com/office/drawing/2014/main" id="{5175C92E-757B-2648-92E8-D30F1F9C37FB}"/>
              </a:ext>
            </a:extLst>
          </p:cNvPr>
          <p:cNvGrpSpPr/>
          <p:nvPr/>
        </p:nvGrpSpPr>
        <p:grpSpPr>
          <a:xfrm>
            <a:off x="8427851" y="3984261"/>
            <a:ext cx="1457780" cy="153887"/>
            <a:chOff x="7918135" y="2856453"/>
            <a:chExt cx="1457780" cy="153887"/>
          </a:xfrm>
        </p:grpSpPr>
        <p:sp>
          <p:nvSpPr>
            <p:cNvPr id="133" name="Object60">
              <a:extLst>
                <a:ext uri="{FF2B5EF4-FFF2-40B4-BE49-F238E27FC236}">
                  <a16:creationId xmlns:a16="http://schemas.microsoft.com/office/drawing/2014/main" id="{AFBCCBE1-FA44-834E-9090-0CFFCA599FDC}"/>
                </a:ext>
              </a:extLst>
            </p:cNvPr>
            <p:cNvSpPr/>
            <p:nvPr/>
          </p:nvSpPr>
          <p:spPr>
            <a:xfrm>
              <a:off x="8554939" y="2856453"/>
              <a:ext cx="820976" cy="153887"/>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重复访问社区</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椭圆 133">
              <a:extLst>
                <a:ext uri="{FF2B5EF4-FFF2-40B4-BE49-F238E27FC236}">
                  <a16:creationId xmlns:a16="http://schemas.microsoft.com/office/drawing/2014/main" id="{85FB4727-D707-2244-A553-2B440CA33DB3}"/>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5" name="直线连接符 134">
              <a:extLst>
                <a:ext uri="{FF2B5EF4-FFF2-40B4-BE49-F238E27FC236}">
                  <a16:creationId xmlns:a16="http://schemas.microsoft.com/office/drawing/2014/main" id="{8852460A-ECCD-4143-BABA-860CA0EF239B}"/>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36" name="组合 135">
            <a:extLst>
              <a:ext uri="{FF2B5EF4-FFF2-40B4-BE49-F238E27FC236}">
                <a16:creationId xmlns:a16="http://schemas.microsoft.com/office/drawing/2014/main" id="{5E6D834C-1E1E-1E47-9016-831A9F1E0C75}"/>
              </a:ext>
            </a:extLst>
          </p:cNvPr>
          <p:cNvGrpSpPr/>
          <p:nvPr/>
        </p:nvGrpSpPr>
        <p:grpSpPr>
          <a:xfrm>
            <a:off x="8369177" y="4448620"/>
            <a:ext cx="1658736" cy="153888"/>
            <a:chOff x="7918135" y="2856453"/>
            <a:chExt cx="1658736" cy="153888"/>
          </a:xfrm>
        </p:grpSpPr>
        <p:sp>
          <p:nvSpPr>
            <p:cNvPr id="137" name="Object60">
              <a:extLst>
                <a:ext uri="{FF2B5EF4-FFF2-40B4-BE49-F238E27FC236}">
                  <a16:creationId xmlns:a16="http://schemas.microsoft.com/office/drawing/2014/main" id="{2A61881C-9E83-D545-88CA-FFD93EA64D80}"/>
                </a:ext>
              </a:extLst>
            </p:cNvPr>
            <p:cNvSpPr/>
            <p:nvPr/>
          </p:nvSpPr>
          <p:spPr>
            <a:xfrm>
              <a:off x="8554939" y="2856453"/>
              <a:ext cx="1021932" cy="153888"/>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a:t>
              </a:r>
              <a:r>
                <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关系价值</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椭圆 137">
              <a:extLst>
                <a:ext uri="{FF2B5EF4-FFF2-40B4-BE49-F238E27FC236}">
                  <a16:creationId xmlns:a16="http://schemas.microsoft.com/office/drawing/2014/main" id="{22C71515-CDA0-994B-941D-CC58600875BC}"/>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9" name="直线连接符 138">
              <a:extLst>
                <a:ext uri="{FF2B5EF4-FFF2-40B4-BE49-F238E27FC236}">
                  <a16:creationId xmlns:a16="http://schemas.microsoft.com/office/drawing/2014/main" id="{6923011B-F604-B545-96BD-351036270F26}"/>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40" name="组合 139">
            <a:extLst>
              <a:ext uri="{FF2B5EF4-FFF2-40B4-BE49-F238E27FC236}">
                <a16:creationId xmlns:a16="http://schemas.microsoft.com/office/drawing/2014/main" id="{46050F75-3F5C-8C4C-A4D4-0B7E7645F994}"/>
              </a:ext>
            </a:extLst>
          </p:cNvPr>
          <p:cNvGrpSpPr/>
          <p:nvPr/>
        </p:nvGrpSpPr>
        <p:grpSpPr>
          <a:xfrm>
            <a:off x="8156303" y="4912980"/>
            <a:ext cx="1658736" cy="153888"/>
            <a:chOff x="7918135" y="2856453"/>
            <a:chExt cx="1658736" cy="153888"/>
          </a:xfrm>
        </p:grpSpPr>
        <p:sp>
          <p:nvSpPr>
            <p:cNvPr id="141" name="Object60">
              <a:extLst>
                <a:ext uri="{FF2B5EF4-FFF2-40B4-BE49-F238E27FC236}">
                  <a16:creationId xmlns:a16="http://schemas.microsoft.com/office/drawing/2014/main" id="{C9DFEB0B-2CDD-EB48-B6C5-2A607987BBA7}"/>
                </a:ext>
              </a:extLst>
            </p:cNvPr>
            <p:cNvSpPr/>
            <p:nvPr/>
          </p:nvSpPr>
          <p:spPr>
            <a:xfrm>
              <a:off x="8554939" y="2856453"/>
              <a:ext cx="1021932" cy="153888"/>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高活跃</a:t>
              </a:r>
              <a:r>
                <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高粘性</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椭圆 141">
              <a:extLst>
                <a:ext uri="{FF2B5EF4-FFF2-40B4-BE49-F238E27FC236}">
                  <a16:creationId xmlns:a16="http://schemas.microsoft.com/office/drawing/2014/main" id="{8E1CDE76-84E9-4A4C-85E8-97C95BE605CF}"/>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3" name="直线连接符 142">
              <a:extLst>
                <a:ext uri="{FF2B5EF4-FFF2-40B4-BE49-F238E27FC236}">
                  <a16:creationId xmlns:a16="http://schemas.microsoft.com/office/drawing/2014/main" id="{DD7D0624-1F99-E04E-8520-FAD964D320D6}"/>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44" name="组合 143">
            <a:extLst>
              <a:ext uri="{FF2B5EF4-FFF2-40B4-BE49-F238E27FC236}">
                <a16:creationId xmlns:a16="http://schemas.microsoft.com/office/drawing/2014/main" id="{7488AE1C-97FB-144C-B6B9-FF2E0370A50B}"/>
              </a:ext>
            </a:extLst>
          </p:cNvPr>
          <p:cNvGrpSpPr/>
          <p:nvPr/>
        </p:nvGrpSpPr>
        <p:grpSpPr>
          <a:xfrm>
            <a:off x="7724492" y="5377341"/>
            <a:ext cx="1658736" cy="153888"/>
            <a:chOff x="7918135" y="2856453"/>
            <a:chExt cx="1658736" cy="153888"/>
          </a:xfrm>
        </p:grpSpPr>
        <p:sp>
          <p:nvSpPr>
            <p:cNvPr id="145" name="Object60">
              <a:extLst>
                <a:ext uri="{FF2B5EF4-FFF2-40B4-BE49-F238E27FC236}">
                  <a16:creationId xmlns:a16="http://schemas.microsoft.com/office/drawing/2014/main" id="{AD544C49-4B41-AF43-B318-72BF7CB8B91E}"/>
                </a:ext>
              </a:extLst>
            </p:cNvPr>
            <p:cNvSpPr/>
            <p:nvPr/>
          </p:nvSpPr>
          <p:spPr>
            <a:xfrm>
              <a:off x="8554939" y="2856453"/>
              <a:ext cx="1021932" cy="153888"/>
            </a:xfrm>
            <a:prstGeom prst="rect">
              <a:avLst/>
            </a:prstGeom>
            <a:noFill/>
            <a:ln/>
          </p:spPr>
          <p:txBody>
            <a:bodyPr wrap="square" lIns="0" tIns="0" rIns="0" bIns="0" rtlCol="0" anchor="t">
              <a:spAutoFit/>
            </a:bodyPr>
            <a:lstStyle/>
            <a:p>
              <a:pPr algn="ctr" defTabSz="731520"/>
              <a:r>
                <a:rPr lang="zh-CN" altLang="en-US"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强大的社区心智</a:t>
              </a:r>
              <a:endParaRPr lang="en-US" altLang="zh-CN" sz="100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椭圆 145">
              <a:extLst>
                <a:ext uri="{FF2B5EF4-FFF2-40B4-BE49-F238E27FC236}">
                  <a16:creationId xmlns:a16="http://schemas.microsoft.com/office/drawing/2014/main" id="{6B0D4D0B-AF49-694A-91BD-81E9F9118B3A}"/>
                </a:ext>
              </a:extLst>
            </p:cNvPr>
            <p:cNvSpPr/>
            <p:nvPr/>
          </p:nvSpPr>
          <p:spPr>
            <a:xfrm>
              <a:off x="7918135" y="2883168"/>
              <a:ext cx="100459" cy="100459"/>
            </a:xfrm>
            <a:prstGeom prst="ellipse">
              <a:avLst/>
            </a:prstGeom>
            <a:solidFill>
              <a:schemeClr val="lt1">
                <a:lumMod val="100000"/>
              </a:schemeClr>
            </a:solidFill>
            <a:ln w="12700">
              <a:solidFill>
                <a:schemeClr val="accent1">
                  <a:lumMod val="10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7" name="直线连接符 146">
              <a:extLst>
                <a:ext uri="{FF2B5EF4-FFF2-40B4-BE49-F238E27FC236}">
                  <a16:creationId xmlns:a16="http://schemas.microsoft.com/office/drawing/2014/main" id="{0CC6820F-9CC9-5A4B-9465-8EB9DC9B3E68}"/>
                </a:ext>
              </a:extLst>
            </p:cNvPr>
            <p:cNvCxnSpPr>
              <a:cxnSpLocks/>
            </p:cNvCxnSpPr>
            <p:nvPr/>
          </p:nvCxnSpPr>
          <p:spPr>
            <a:xfrm flipH="1">
              <a:off x="8018594" y="2933397"/>
              <a:ext cx="524644" cy="0"/>
            </a:xfrm>
            <a:prstGeom prst="line">
              <a:avLst/>
            </a:prstGeom>
            <a:ln w="12700">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grpSp>
      <p:sp>
        <p:nvSpPr>
          <p:cNvPr id="148" name="弧 147">
            <a:extLst>
              <a:ext uri="{FF2B5EF4-FFF2-40B4-BE49-F238E27FC236}">
                <a16:creationId xmlns:a16="http://schemas.microsoft.com/office/drawing/2014/main" id="{D881D89F-6035-6248-BBAA-BD029E2E6D07}"/>
              </a:ext>
            </a:extLst>
          </p:cNvPr>
          <p:cNvSpPr/>
          <p:nvPr/>
        </p:nvSpPr>
        <p:spPr>
          <a:xfrm>
            <a:off x="7068210" y="1702600"/>
            <a:ext cx="3442996" cy="4563321"/>
          </a:xfrm>
          <a:prstGeom prst="arc">
            <a:avLst>
              <a:gd name="adj1" fmla="val 16870261"/>
              <a:gd name="adj2" fmla="val 4621400"/>
            </a:avLst>
          </a:prstGeom>
          <a:ln w="38100" cap="rnd">
            <a:gradFill>
              <a:gsLst>
                <a:gs pos="50000">
                  <a:schemeClr val="accent1"/>
                </a:gs>
                <a:gs pos="0">
                  <a:schemeClr val="accent1">
                    <a:alpha val="0"/>
                  </a:schemeClr>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矩形: 圆角 114">
            <a:extLst>
              <a:ext uri="{FF2B5EF4-FFF2-40B4-BE49-F238E27FC236}">
                <a16:creationId xmlns:a16="http://schemas.microsoft.com/office/drawing/2014/main" id="{6A695730-31B9-6646-B0E6-10BBD77A6D05}"/>
              </a:ext>
            </a:extLst>
          </p:cNvPr>
          <p:cNvSpPr/>
          <p:nvPr/>
        </p:nvSpPr>
        <p:spPr>
          <a:xfrm>
            <a:off x="9872789" y="2987555"/>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Object60">
            <a:extLst>
              <a:ext uri="{FF2B5EF4-FFF2-40B4-BE49-F238E27FC236}">
                <a16:creationId xmlns:a16="http://schemas.microsoft.com/office/drawing/2014/main" id="{BC3DA29E-1766-D747-AFEF-0F232E29BAD6}"/>
              </a:ext>
            </a:extLst>
          </p:cNvPr>
          <p:cNvSpPr/>
          <p:nvPr/>
        </p:nvSpPr>
        <p:spPr>
          <a:xfrm>
            <a:off x="9991078" y="3051693"/>
            <a:ext cx="785356" cy="169277"/>
          </a:xfrm>
          <a:prstGeom prst="rect">
            <a:avLst/>
          </a:prstGeom>
          <a:noFill/>
          <a:ln/>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认知阶段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2" name="矩形: 圆角 114">
            <a:extLst>
              <a:ext uri="{FF2B5EF4-FFF2-40B4-BE49-F238E27FC236}">
                <a16:creationId xmlns:a16="http://schemas.microsoft.com/office/drawing/2014/main" id="{3B9F7652-DE8B-CD45-8DD6-DDFF4FCCA537}"/>
              </a:ext>
            </a:extLst>
          </p:cNvPr>
          <p:cNvSpPr/>
          <p:nvPr/>
        </p:nvSpPr>
        <p:spPr>
          <a:xfrm>
            <a:off x="10065058" y="3887631"/>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Object60">
            <a:extLst>
              <a:ext uri="{FF2B5EF4-FFF2-40B4-BE49-F238E27FC236}">
                <a16:creationId xmlns:a16="http://schemas.microsoft.com/office/drawing/2014/main" id="{0C898254-F493-1144-B969-49B28203AAA2}"/>
              </a:ext>
            </a:extLst>
          </p:cNvPr>
          <p:cNvSpPr/>
          <p:nvPr/>
        </p:nvSpPr>
        <p:spPr>
          <a:xfrm>
            <a:off x="10183347" y="3951769"/>
            <a:ext cx="785356" cy="169277"/>
          </a:xfrm>
          <a:prstGeom prst="rect">
            <a:avLst/>
          </a:prstGeom>
          <a:noFill/>
          <a:ln/>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探索阶段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5" name="矩形: 圆角 114">
            <a:extLst>
              <a:ext uri="{FF2B5EF4-FFF2-40B4-BE49-F238E27FC236}">
                <a16:creationId xmlns:a16="http://schemas.microsoft.com/office/drawing/2014/main" id="{05CC14D2-E28F-0A4F-A084-62A403F1FCF8}"/>
              </a:ext>
            </a:extLst>
          </p:cNvPr>
          <p:cNvSpPr/>
          <p:nvPr/>
        </p:nvSpPr>
        <p:spPr>
          <a:xfrm>
            <a:off x="9941932" y="4873638"/>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Object60">
            <a:extLst>
              <a:ext uri="{FF2B5EF4-FFF2-40B4-BE49-F238E27FC236}">
                <a16:creationId xmlns:a16="http://schemas.microsoft.com/office/drawing/2014/main" id="{61184E69-CDDC-8140-A9B3-E83DBCF157BC}"/>
              </a:ext>
            </a:extLst>
          </p:cNvPr>
          <p:cNvSpPr/>
          <p:nvPr/>
        </p:nvSpPr>
        <p:spPr>
          <a:xfrm>
            <a:off x="10060221" y="4937776"/>
            <a:ext cx="785356" cy="169277"/>
          </a:xfrm>
          <a:prstGeom prst="rect">
            <a:avLst/>
          </a:prstGeom>
          <a:noFill/>
          <a:ln/>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忠诚阶段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7" name="三角形 156">
            <a:extLst>
              <a:ext uri="{FF2B5EF4-FFF2-40B4-BE49-F238E27FC236}">
                <a16:creationId xmlns:a16="http://schemas.microsoft.com/office/drawing/2014/main" id="{9F891E2B-2451-0F44-B433-8FE208FA24FC}"/>
              </a:ext>
            </a:extLst>
          </p:cNvPr>
          <p:cNvSpPr/>
          <p:nvPr/>
        </p:nvSpPr>
        <p:spPr>
          <a:xfrm rot="9121661">
            <a:off x="10025540" y="2413552"/>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三角形 157">
            <a:extLst>
              <a:ext uri="{FF2B5EF4-FFF2-40B4-BE49-F238E27FC236}">
                <a16:creationId xmlns:a16="http://schemas.microsoft.com/office/drawing/2014/main" id="{A13091F0-5A65-A045-8799-5619AE89A0B7}"/>
              </a:ext>
            </a:extLst>
          </p:cNvPr>
          <p:cNvSpPr/>
          <p:nvPr/>
        </p:nvSpPr>
        <p:spPr>
          <a:xfrm rot="10140729">
            <a:off x="10416171" y="3479332"/>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三角形 158">
            <a:extLst>
              <a:ext uri="{FF2B5EF4-FFF2-40B4-BE49-F238E27FC236}">
                <a16:creationId xmlns:a16="http://schemas.microsoft.com/office/drawing/2014/main" id="{E870222D-A917-5E4F-AFBF-6DFAC9CDDCCD}"/>
              </a:ext>
            </a:extLst>
          </p:cNvPr>
          <p:cNvSpPr/>
          <p:nvPr/>
        </p:nvSpPr>
        <p:spPr>
          <a:xfrm rot="11034567">
            <a:off x="10399388" y="444072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三角形 159">
            <a:extLst>
              <a:ext uri="{FF2B5EF4-FFF2-40B4-BE49-F238E27FC236}">
                <a16:creationId xmlns:a16="http://schemas.microsoft.com/office/drawing/2014/main" id="{060505B2-20E6-5B4F-AA94-22EF4BC00580}"/>
              </a:ext>
            </a:extLst>
          </p:cNvPr>
          <p:cNvSpPr/>
          <p:nvPr/>
        </p:nvSpPr>
        <p:spPr>
          <a:xfrm rot="12560392">
            <a:off x="9992221" y="5459282"/>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61" name="直线连接符 160">
            <a:extLst>
              <a:ext uri="{FF2B5EF4-FFF2-40B4-BE49-F238E27FC236}">
                <a16:creationId xmlns:a16="http://schemas.microsoft.com/office/drawing/2014/main" id="{146CEB52-2339-6949-A99B-CA3F047F70BC}"/>
              </a:ext>
            </a:extLst>
          </p:cNvPr>
          <p:cNvCxnSpPr>
            <a:cxnSpLocks/>
          </p:cNvCxnSpPr>
          <p:nvPr/>
        </p:nvCxnSpPr>
        <p:spPr>
          <a:xfrm flipH="1">
            <a:off x="7145553" y="3953319"/>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62" name="直线连接符 161">
            <a:extLst>
              <a:ext uri="{FF2B5EF4-FFF2-40B4-BE49-F238E27FC236}">
                <a16:creationId xmlns:a16="http://schemas.microsoft.com/office/drawing/2014/main" id="{478C3E9C-5BF9-0A45-8B3F-029B4A90B103}"/>
              </a:ext>
            </a:extLst>
          </p:cNvPr>
          <p:cNvCxnSpPr>
            <a:cxnSpLocks/>
          </p:cNvCxnSpPr>
          <p:nvPr/>
        </p:nvCxnSpPr>
        <p:spPr>
          <a:xfrm>
            <a:off x="7145553" y="4100956"/>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5" name="弧 164">
            <a:extLst>
              <a:ext uri="{FF2B5EF4-FFF2-40B4-BE49-F238E27FC236}">
                <a16:creationId xmlns:a16="http://schemas.microsoft.com/office/drawing/2014/main" id="{A53ED0FC-C17A-D446-A685-9EFD4120E26A}"/>
              </a:ext>
            </a:extLst>
          </p:cNvPr>
          <p:cNvSpPr/>
          <p:nvPr/>
        </p:nvSpPr>
        <p:spPr>
          <a:xfrm flipH="1">
            <a:off x="3887568" y="2287457"/>
            <a:ext cx="3442996" cy="3442996"/>
          </a:xfrm>
          <a:prstGeom prst="arc">
            <a:avLst>
              <a:gd name="adj1" fmla="val 16127514"/>
              <a:gd name="adj2" fmla="val 5337427"/>
            </a:avLst>
          </a:prstGeom>
          <a:ln w="254000" cap="flat">
            <a:gradFill flip="none" rotWithShape="1">
              <a:gsLst>
                <a:gs pos="0">
                  <a:schemeClr val="accent1">
                    <a:alpha val="0"/>
                  </a:schemeClr>
                </a:gs>
                <a:gs pos="100000">
                  <a:schemeClr val="accent1"/>
                </a:gs>
              </a:gsLst>
              <a:lin ang="16200000" scaled="1"/>
              <a:tileRect/>
            </a:gradFill>
            <a:beve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29">
            <a:extLst>
              <a:ext uri="{FF2B5EF4-FFF2-40B4-BE49-F238E27FC236}">
                <a16:creationId xmlns:a16="http://schemas.microsoft.com/office/drawing/2014/main" id="{DE1FF05B-E8BE-A34B-91F7-C0B3089DCC94}"/>
              </a:ext>
            </a:extLst>
          </p:cNvPr>
          <p:cNvSpPr/>
          <p:nvPr/>
        </p:nvSpPr>
        <p:spPr>
          <a:xfrm flipH="1">
            <a:off x="3839564" y="1599395"/>
            <a:ext cx="1103009" cy="34945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内容消费者侧</a:t>
            </a:r>
          </a:p>
        </p:txBody>
      </p:sp>
      <p:grpSp>
        <p:nvGrpSpPr>
          <p:cNvPr id="167" name="组合 166">
            <a:extLst>
              <a:ext uri="{FF2B5EF4-FFF2-40B4-BE49-F238E27FC236}">
                <a16:creationId xmlns:a16="http://schemas.microsoft.com/office/drawing/2014/main" id="{CB78407A-7E99-2346-AEBC-95420E8E63E2}"/>
              </a:ext>
            </a:extLst>
          </p:cNvPr>
          <p:cNvGrpSpPr/>
          <p:nvPr/>
        </p:nvGrpSpPr>
        <p:grpSpPr>
          <a:xfrm flipH="1">
            <a:off x="2807797" y="2588499"/>
            <a:ext cx="1580966" cy="153888"/>
            <a:chOff x="7918135" y="2856453"/>
            <a:chExt cx="1580966" cy="153888"/>
          </a:xfrm>
        </p:grpSpPr>
        <p:sp>
          <p:nvSpPr>
            <p:cNvPr id="208" name="Object60">
              <a:extLst>
                <a:ext uri="{FF2B5EF4-FFF2-40B4-BE49-F238E27FC236}">
                  <a16:creationId xmlns:a16="http://schemas.microsoft.com/office/drawing/2014/main" id="{F68E7227-C3F0-9441-861C-8376D61007F3}"/>
                </a:ext>
              </a:extLst>
            </p:cNvPr>
            <p:cNvSpPr/>
            <p:nvPr/>
          </p:nvSpPr>
          <p:spPr>
            <a:xfrm>
              <a:off x="8554939" y="2856453"/>
              <a:ext cx="944162"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产生创作动机</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9" name="椭圆 208">
              <a:extLst>
                <a:ext uri="{FF2B5EF4-FFF2-40B4-BE49-F238E27FC236}">
                  <a16:creationId xmlns:a16="http://schemas.microsoft.com/office/drawing/2014/main" id="{61049FCE-DF13-8945-84AE-7236E889698C}"/>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0" name="直线连接符 209">
              <a:extLst>
                <a:ext uri="{FF2B5EF4-FFF2-40B4-BE49-F238E27FC236}">
                  <a16:creationId xmlns:a16="http://schemas.microsoft.com/office/drawing/2014/main" id="{9B807E5D-401A-D242-92A6-DC1B1ADF29D0}"/>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68" name="组合 167">
            <a:extLst>
              <a:ext uri="{FF2B5EF4-FFF2-40B4-BE49-F238E27FC236}">
                <a16:creationId xmlns:a16="http://schemas.microsoft.com/office/drawing/2014/main" id="{BEE759B7-8875-DE49-BCB4-321D225BC4A7}"/>
              </a:ext>
            </a:extLst>
          </p:cNvPr>
          <p:cNvGrpSpPr/>
          <p:nvPr/>
        </p:nvGrpSpPr>
        <p:grpSpPr>
          <a:xfrm flipH="1">
            <a:off x="2524600" y="3052859"/>
            <a:ext cx="1501382" cy="153888"/>
            <a:chOff x="7918135" y="2856453"/>
            <a:chExt cx="1501382" cy="153888"/>
          </a:xfrm>
        </p:grpSpPr>
        <p:sp>
          <p:nvSpPr>
            <p:cNvPr id="205" name="Object60">
              <a:extLst>
                <a:ext uri="{FF2B5EF4-FFF2-40B4-BE49-F238E27FC236}">
                  <a16:creationId xmlns:a16="http://schemas.microsoft.com/office/drawing/2014/main" id="{772D1CFA-582E-3940-85C1-DF4DC5212D80}"/>
                </a:ext>
              </a:extLst>
            </p:cNvPr>
            <p:cNvSpPr/>
            <p:nvPr/>
          </p:nvSpPr>
          <p:spPr>
            <a:xfrm>
              <a:off x="8554939" y="2856453"/>
              <a:ext cx="864578"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尝试创作内容</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6" name="椭圆 205">
              <a:extLst>
                <a:ext uri="{FF2B5EF4-FFF2-40B4-BE49-F238E27FC236}">
                  <a16:creationId xmlns:a16="http://schemas.microsoft.com/office/drawing/2014/main" id="{72C6264B-A882-7949-B8B0-DA027793DA79}"/>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7" name="直线连接符 206">
              <a:extLst>
                <a:ext uri="{FF2B5EF4-FFF2-40B4-BE49-F238E27FC236}">
                  <a16:creationId xmlns:a16="http://schemas.microsoft.com/office/drawing/2014/main" id="{1D53B112-D906-D94D-AC7B-97DC8C0BA6F3}"/>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69" name="组合 168">
            <a:extLst>
              <a:ext uri="{FF2B5EF4-FFF2-40B4-BE49-F238E27FC236}">
                <a16:creationId xmlns:a16="http://schemas.microsoft.com/office/drawing/2014/main" id="{54B3AF44-9D65-5848-A9C4-AA2E7AD0AD6A}"/>
              </a:ext>
            </a:extLst>
          </p:cNvPr>
          <p:cNvGrpSpPr/>
          <p:nvPr/>
        </p:nvGrpSpPr>
        <p:grpSpPr>
          <a:xfrm flipH="1">
            <a:off x="2380846" y="3517219"/>
            <a:ext cx="1481872" cy="153888"/>
            <a:chOff x="7918135" y="2856453"/>
            <a:chExt cx="1481872" cy="153888"/>
          </a:xfrm>
        </p:grpSpPr>
        <p:sp>
          <p:nvSpPr>
            <p:cNvPr id="202" name="Object60">
              <a:extLst>
                <a:ext uri="{FF2B5EF4-FFF2-40B4-BE49-F238E27FC236}">
                  <a16:creationId xmlns:a16="http://schemas.microsoft.com/office/drawing/2014/main" id="{32631651-C7BE-3E4A-9E90-3AFA58504616}"/>
                </a:ext>
              </a:extLst>
            </p:cNvPr>
            <p:cNvSpPr/>
            <p:nvPr/>
          </p:nvSpPr>
          <p:spPr>
            <a:xfrm>
              <a:off x="8554940" y="2856453"/>
              <a:ext cx="845067"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内容曝光</a:t>
              </a:r>
              <a:r>
                <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3" name="椭圆 202">
              <a:extLst>
                <a:ext uri="{FF2B5EF4-FFF2-40B4-BE49-F238E27FC236}">
                  <a16:creationId xmlns:a16="http://schemas.microsoft.com/office/drawing/2014/main" id="{02569093-FADD-C94B-BF1E-E04FBB68A73A}"/>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4" name="直线连接符 203">
              <a:extLst>
                <a:ext uri="{FF2B5EF4-FFF2-40B4-BE49-F238E27FC236}">
                  <a16:creationId xmlns:a16="http://schemas.microsoft.com/office/drawing/2014/main" id="{84037FB3-D62C-574F-B562-66FAB626CB63}"/>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0" name="组合 169">
            <a:extLst>
              <a:ext uri="{FF2B5EF4-FFF2-40B4-BE49-F238E27FC236}">
                <a16:creationId xmlns:a16="http://schemas.microsoft.com/office/drawing/2014/main" id="{AC786316-7641-0A45-991B-BA68DD5DF529}"/>
              </a:ext>
            </a:extLst>
          </p:cNvPr>
          <p:cNvGrpSpPr/>
          <p:nvPr/>
        </p:nvGrpSpPr>
        <p:grpSpPr>
          <a:xfrm flipH="1">
            <a:off x="2312637" y="3981579"/>
            <a:ext cx="1508660" cy="153888"/>
            <a:chOff x="7918135" y="2856453"/>
            <a:chExt cx="1508660" cy="153888"/>
          </a:xfrm>
        </p:grpSpPr>
        <p:sp>
          <p:nvSpPr>
            <p:cNvPr id="199" name="Object60">
              <a:extLst>
                <a:ext uri="{FF2B5EF4-FFF2-40B4-BE49-F238E27FC236}">
                  <a16:creationId xmlns:a16="http://schemas.microsoft.com/office/drawing/2014/main" id="{62138BC9-29E7-F842-90B3-C6D0D25FA8F4}"/>
                </a:ext>
              </a:extLst>
            </p:cNvPr>
            <p:cNvSpPr/>
            <p:nvPr/>
          </p:nvSpPr>
          <p:spPr>
            <a:xfrm>
              <a:off x="8554939" y="2856453"/>
              <a:ext cx="871856"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更好内容创作</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0" name="椭圆 199">
              <a:extLst>
                <a:ext uri="{FF2B5EF4-FFF2-40B4-BE49-F238E27FC236}">
                  <a16:creationId xmlns:a16="http://schemas.microsoft.com/office/drawing/2014/main" id="{434B3FD9-8368-F247-AFEB-12E0C7CDECA1}"/>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01" name="直线连接符 200">
              <a:extLst>
                <a:ext uri="{FF2B5EF4-FFF2-40B4-BE49-F238E27FC236}">
                  <a16:creationId xmlns:a16="http://schemas.microsoft.com/office/drawing/2014/main" id="{619727A3-3692-B541-AA7C-6DD88645CB9C}"/>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1" name="组合 170">
            <a:extLst>
              <a:ext uri="{FF2B5EF4-FFF2-40B4-BE49-F238E27FC236}">
                <a16:creationId xmlns:a16="http://schemas.microsoft.com/office/drawing/2014/main" id="{5D5DB917-D49A-7F48-9E80-335E20E35CD4}"/>
              </a:ext>
            </a:extLst>
          </p:cNvPr>
          <p:cNvGrpSpPr/>
          <p:nvPr/>
        </p:nvGrpSpPr>
        <p:grpSpPr>
          <a:xfrm flipH="1">
            <a:off x="2221235" y="4445938"/>
            <a:ext cx="1658736" cy="153888"/>
            <a:chOff x="7918135" y="2856453"/>
            <a:chExt cx="1658736" cy="153888"/>
          </a:xfrm>
        </p:grpSpPr>
        <p:sp>
          <p:nvSpPr>
            <p:cNvPr id="196" name="Object60">
              <a:extLst>
                <a:ext uri="{FF2B5EF4-FFF2-40B4-BE49-F238E27FC236}">
                  <a16:creationId xmlns:a16="http://schemas.microsoft.com/office/drawing/2014/main" id="{08AF3D0E-AD7C-5A49-B023-E2AE9F4FD658}"/>
                </a:ext>
              </a:extLst>
            </p:cNvPr>
            <p:cNvSpPr/>
            <p:nvPr/>
          </p:nvSpPr>
          <p:spPr>
            <a:xfrm>
              <a:off x="8554939" y="2856453"/>
              <a:ext cx="1021932"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收获内容价值</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椭圆 196">
              <a:extLst>
                <a:ext uri="{FF2B5EF4-FFF2-40B4-BE49-F238E27FC236}">
                  <a16:creationId xmlns:a16="http://schemas.microsoft.com/office/drawing/2014/main" id="{835DE67C-BA6C-7E4C-96A8-DDD7123468A5}"/>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8" name="直线连接符 197">
              <a:extLst>
                <a:ext uri="{FF2B5EF4-FFF2-40B4-BE49-F238E27FC236}">
                  <a16:creationId xmlns:a16="http://schemas.microsoft.com/office/drawing/2014/main" id="{14D6330A-1254-DA49-9471-0A6F17B08189}"/>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2" name="组合 171">
            <a:extLst>
              <a:ext uri="{FF2B5EF4-FFF2-40B4-BE49-F238E27FC236}">
                <a16:creationId xmlns:a16="http://schemas.microsoft.com/office/drawing/2014/main" id="{64C5DDAF-5F50-5F45-8933-1100EDCF72AC}"/>
              </a:ext>
            </a:extLst>
          </p:cNvPr>
          <p:cNvGrpSpPr/>
          <p:nvPr/>
        </p:nvGrpSpPr>
        <p:grpSpPr>
          <a:xfrm flipH="1">
            <a:off x="2434109" y="4910298"/>
            <a:ext cx="1658736" cy="153888"/>
            <a:chOff x="7918135" y="2856453"/>
            <a:chExt cx="1658736" cy="153888"/>
          </a:xfrm>
        </p:grpSpPr>
        <p:sp>
          <p:nvSpPr>
            <p:cNvPr id="193" name="Object60">
              <a:extLst>
                <a:ext uri="{FF2B5EF4-FFF2-40B4-BE49-F238E27FC236}">
                  <a16:creationId xmlns:a16="http://schemas.microsoft.com/office/drawing/2014/main" id="{9043C660-16AC-6742-AC91-086DC19DCEED}"/>
                </a:ext>
              </a:extLst>
            </p:cNvPr>
            <p:cNvSpPr/>
            <p:nvPr/>
          </p:nvSpPr>
          <p:spPr>
            <a:xfrm>
              <a:off x="8554939" y="2856453"/>
              <a:ext cx="1021932"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成为优质创作者</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4" name="椭圆 193">
              <a:extLst>
                <a:ext uri="{FF2B5EF4-FFF2-40B4-BE49-F238E27FC236}">
                  <a16:creationId xmlns:a16="http://schemas.microsoft.com/office/drawing/2014/main" id="{08FE115E-C113-A043-B1C0-C4730DBEC645}"/>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5" name="直线连接符 194">
              <a:extLst>
                <a:ext uri="{FF2B5EF4-FFF2-40B4-BE49-F238E27FC236}">
                  <a16:creationId xmlns:a16="http://schemas.microsoft.com/office/drawing/2014/main" id="{94935FEB-CD80-024A-B738-B064884F6337}"/>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grpSp>
        <p:nvGrpSpPr>
          <p:cNvPr id="173" name="组合 172">
            <a:extLst>
              <a:ext uri="{FF2B5EF4-FFF2-40B4-BE49-F238E27FC236}">
                <a16:creationId xmlns:a16="http://schemas.microsoft.com/office/drawing/2014/main" id="{D8A58B3A-5F97-C245-A0BC-4166DB22783D}"/>
              </a:ext>
            </a:extLst>
          </p:cNvPr>
          <p:cNvGrpSpPr/>
          <p:nvPr/>
        </p:nvGrpSpPr>
        <p:grpSpPr>
          <a:xfrm flipH="1">
            <a:off x="2865920" y="5374659"/>
            <a:ext cx="1658736" cy="153888"/>
            <a:chOff x="7918135" y="2856453"/>
            <a:chExt cx="1658736" cy="153888"/>
          </a:xfrm>
        </p:grpSpPr>
        <p:sp>
          <p:nvSpPr>
            <p:cNvPr id="190" name="Object60">
              <a:extLst>
                <a:ext uri="{FF2B5EF4-FFF2-40B4-BE49-F238E27FC236}">
                  <a16:creationId xmlns:a16="http://schemas.microsoft.com/office/drawing/2014/main" id="{F3B315CF-C837-B14C-B723-CD3138369AB9}"/>
                </a:ext>
              </a:extLst>
            </p:cNvPr>
            <p:cNvSpPr/>
            <p:nvPr/>
          </p:nvSpPr>
          <p:spPr>
            <a:xfrm>
              <a:off x="8554939" y="2856453"/>
              <a:ext cx="1021932" cy="153888"/>
            </a:xfrm>
            <a:prstGeom prst="rect">
              <a:avLst/>
            </a:prstGeom>
            <a:noFill/>
            <a:ln/>
          </p:spPr>
          <p:txBody>
            <a:bodyPr wrap="square" lIns="0" tIns="0" rIns="0" bIns="0" rtlCol="0" anchor="t">
              <a:spAutoFit/>
            </a:bodyPr>
            <a:lstStyle/>
            <a:p>
              <a:pPr algn="ctr" defTabSz="731520"/>
              <a:r>
                <a:rPr lang="zh-CN" altLang="en-US"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内容价值变现</a:t>
              </a:r>
              <a:endParaRPr lang="en-US" altLang="zh-CN" sz="10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1" name="椭圆 190">
              <a:extLst>
                <a:ext uri="{FF2B5EF4-FFF2-40B4-BE49-F238E27FC236}">
                  <a16:creationId xmlns:a16="http://schemas.microsoft.com/office/drawing/2014/main" id="{F4B419EA-2011-2D46-9E76-F7401D4A7DB0}"/>
                </a:ext>
              </a:extLst>
            </p:cNvPr>
            <p:cNvSpPr/>
            <p:nvPr/>
          </p:nvSpPr>
          <p:spPr>
            <a:xfrm>
              <a:off x="7918135" y="2883168"/>
              <a:ext cx="100459" cy="100459"/>
            </a:xfrm>
            <a:prstGeom prst="ellipse">
              <a:avLst/>
            </a:prstGeom>
            <a:solidFill>
              <a:schemeClr val="lt1">
                <a:lumMod val="100000"/>
              </a:schemeClr>
            </a:solidFill>
            <a:ln w="12700">
              <a:solidFill>
                <a:schemeClr val="dk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92" name="直线连接符 191">
              <a:extLst>
                <a:ext uri="{FF2B5EF4-FFF2-40B4-BE49-F238E27FC236}">
                  <a16:creationId xmlns:a16="http://schemas.microsoft.com/office/drawing/2014/main" id="{7ACFDF66-7910-1848-8E76-59962FE7F64A}"/>
                </a:ext>
              </a:extLst>
            </p:cNvPr>
            <p:cNvCxnSpPr>
              <a:cxnSpLocks/>
            </p:cNvCxnSpPr>
            <p:nvPr/>
          </p:nvCxnSpPr>
          <p:spPr>
            <a:xfrm flipH="1">
              <a:off x="8018594" y="2933397"/>
              <a:ext cx="524644" cy="0"/>
            </a:xfrm>
            <a:prstGeom prst="line">
              <a:avLst/>
            </a:prstGeom>
            <a:ln w="12700">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grpSp>
      <p:sp>
        <p:nvSpPr>
          <p:cNvPr id="174" name="弧 173">
            <a:extLst>
              <a:ext uri="{FF2B5EF4-FFF2-40B4-BE49-F238E27FC236}">
                <a16:creationId xmlns:a16="http://schemas.microsoft.com/office/drawing/2014/main" id="{2D8E7141-80E8-A142-BA5D-09685B357E0E}"/>
              </a:ext>
            </a:extLst>
          </p:cNvPr>
          <p:cNvSpPr/>
          <p:nvPr/>
        </p:nvSpPr>
        <p:spPr>
          <a:xfrm flipH="1">
            <a:off x="1737942" y="1699918"/>
            <a:ext cx="3442996" cy="4563321"/>
          </a:xfrm>
          <a:prstGeom prst="arc">
            <a:avLst>
              <a:gd name="adj1" fmla="val 16870261"/>
              <a:gd name="adj2" fmla="val 4621400"/>
            </a:avLst>
          </a:prstGeom>
          <a:ln w="38100" cap="rnd">
            <a:gradFill>
              <a:gsLst>
                <a:gs pos="50000">
                  <a:schemeClr val="accent1"/>
                </a:gs>
                <a:gs pos="0">
                  <a:schemeClr val="accent1">
                    <a:alpha val="0"/>
                  </a:schemeClr>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8" name="矩形: 圆角 114">
            <a:extLst>
              <a:ext uri="{FF2B5EF4-FFF2-40B4-BE49-F238E27FC236}">
                <a16:creationId xmlns:a16="http://schemas.microsoft.com/office/drawing/2014/main" id="{F60519DC-9DFE-854D-A29C-A92404E2E3AA}"/>
              </a:ext>
            </a:extLst>
          </p:cNvPr>
          <p:cNvSpPr/>
          <p:nvPr/>
        </p:nvSpPr>
        <p:spPr>
          <a:xfrm flipH="1">
            <a:off x="1354426" y="2984873"/>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9" name="Object60">
            <a:extLst>
              <a:ext uri="{FF2B5EF4-FFF2-40B4-BE49-F238E27FC236}">
                <a16:creationId xmlns:a16="http://schemas.microsoft.com/office/drawing/2014/main" id="{BF9C618D-C232-6841-8718-E2A38DE0C8A9}"/>
              </a:ext>
            </a:extLst>
          </p:cNvPr>
          <p:cNvSpPr/>
          <p:nvPr/>
        </p:nvSpPr>
        <p:spPr>
          <a:xfrm flipH="1">
            <a:off x="1472714" y="3049011"/>
            <a:ext cx="785356" cy="169277"/>
          </a:xfrm>
          <a:prstGeom prst="rect">
            <a:avLst/>
          </a:prstGeom>
          <a:noFill/>
          <a:ln/>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认知阶段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6" name="矩形: 圆角 114">
            <a:extLst>
              <a:ext uri="{FF2B5EF4-FFF2-40B4-BE49-F238E27FC236}">
                <a16:creationId xmlns:a16="http://schemas.microsoft.com/office/drawing/2014/main" id="{69B75417-25DE-4C45-9C6A-5CA608F5DF02}"/>
              </a:ext>
            </a:extLst>
          </p:cNvPr>
          <p:cNvSpPr/>
          <p:nvPr/>
        </p:nvSpPr>
        <p:spPr>
          <a:xfrm flipH="1">
            <a:off x="1162157" y="3884949"/>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7" name="Object60">
            <a:extLst>
              <a:ext uri="{FF2B5EF4-FFF2-40B4-BE49-F238E27FC236}">
                <a16:creationId xmlns:a16="http://schemas.microsoft.com/office/drawing/2014/main" id="{85864471-98B6-7146-AB4D-EA2914E73096}"/>
              </a:ext>
            </a:extLst>
          </p:cNvPr>
          <p:cNvSpPr/>
          <p:nvPr/>
        </p:nvSpPr>
        <p:spPr>
          <a:xfrm flipH="1">
            <a:off x="1280445" y="3949087"/>
            <a:ext cx="785356" cy="169277"/>
          </a:xfrm>
          <a:prstGeom prst="rect">
            <a:avLst/>
          </a:prstGeom>
          <a:noFill/>
          <a:ln/>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探索阶段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4" name="矩形: 圆角 114">
            <a:extLst>
              <a:ext uri="{FF2B5EF4-FFF2-40B4-BE49-F238E27FC236}">
                <a16:creationId xmlns:a16="http://schemas.microsoft.com/office/drawing/2014/main" id="{F4A663E5-F882-F642-8498-1A4E360193D0}"/>
              </a:ext>
            </a:extLst>
          </p:cNvPr>
          <p:cNvSpPr/>
          <p:nvPr/>
        </p:nvSpPr>
        <p:spPr>
          <a:xfrm flipH="1">
            <a:off x="1285283" y="4870956"/>
            <a:ext cx="1021933" cy="28985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5" name="Object60">
            <a:extLst>
              <a:ext uri="{FF2B5EF4-FFF2-40B4-BE49-F238E27FC236}">
                <a16:creationId xmlns:a16="http://schemas.microsoft.com/office/drawing/2014/main" id="{B5C3D908-32D5-054F-804D-EF911A8735F0}"/>
              </a:ext>
            </a:extLst>
          </p:cNvPr>
          <p:cNvSpPr/>
          <p:nvPr/>
        </p:nvSpPr>
        <p:spPr>
          <a:xfrm flipH="1">
            <a:off x="1403571" y="4935094"/>
            <a:ext cx="785356" cy="169277"/>
          </a:xfrm>
          <a:prstGeom prst="rect">
            <a:avLst/>
          </a:prstGeom>
          <a:noFill/>
          <a:ln/>
        </p:spPr>
        <p:txBody>
          <a:bodyPr wrap="square" lIns="0" tIns="0" rIns="0" bIns="0" rtlCol="0" anchor="t">
            <a:spAutoFit/>
          </a:bodyPr>
          <a:lstStyle/>
          <a:p>
            <a:pPr algn="ctr" defTabSz="731520"/>
            <a:r>
              <a:rPr lang="en-US" sz="1100" dirty="0" err="1">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忠诚阶段</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8" name="三角形 177">
            <a:extLst>
              <a:ext uri="{FF2B5EF4-FFF2-40B4-BE49-F238E27FC236}">
                <a16:creationId xmlns:a16="http://schemas.microsoft.com/office/drawing/2014/main" id="{2350FFF3-CC86-6148-8B02-0A38BEC34AC7}"/>
              </a:ext>
            </a:extLst>
          </p:cNvPr>
          <p:cNvSpPr/>
          <p:nvPr/>
        </p:nvSpPr>
        <p:spPr>
          <a:xfrm rot="12478339" flipH="1">
            <a:off x="2095981" y="241087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9" name="三角形 178">
            <a:extLst>
              <a:ext uri="{FF2B5EF4-FFF2-40B4-BE49-F238E27FC236}">
                <a16:creationId xmlns:a16="http://schemas.microsoft.com/office/drawing/2014/main" id="{4AD1B296-496F-4A4F-8CBE-1833EE054AA4}"/>
              </a:ext>
            </a:extLst>
          </p:cNvPr>
          <p:cNvSpPr/>
          <p:nvPr/>
        </p:nvSpPr>
        <p:spPr>
          <a:xfrm rot="11459271" flipH="1">
            <a:off x="1705350" y="347665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三角形 179">
            <a:extLst>
              <a:ext uri="{FF2B5EF4-FFF2-40B4-BE49-F238E27FC236}">
                <a16:creationId xmlns:a16="http://schemas.microsoft.com/office/drawing/2014/main" id="{B7D6A3AA-CA0A-9745-B960-5EBB11779571}"/>
              </a:ext>
            </a:extLst>
          </p:cNvPr>
          <p:cNvSpPr/>
          <p:nvPr/>
        </p:nvSpPr>
        <p:spPr>
          <a:xfrm rot="10565433" flipH="1">
            <a:off x="1722133" y="4438038"/>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1" name="三角形 180">
            <a:extLst>
              <a:ext uri="{FF2B5EF4-FFF2-40B4-BE49-F238E27FC236}">
                <a16:creationId xmlns:a16="http://schemas.microsoft.com/office/drawing/2014/main" id="{BA8C9A1F-0654-D64E-B4DC-7503274E073C}"/>
              </a:ext>
            </a:extLst>
          </p:cNvPr>
          <p:cNvSpPr/>
          <p:nvPr/>
        </p:nvSpPr>
        <p:spPr>
          <a:xfrm rot="9039608" flipH="1">
            <a:off x="2129300" y="5456600"/>
            <a:ext cx="127627" cy="143893"/>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2" name="直线连接符 181">
            <a:extLst>
              <a:ext uri="{FF2B5EF4-FFF2-40B4-BE49-F238E27FC236}">
                <a16:creationId xmlns:a16="http://schemas.microsoft.com/office/drawing/2014/main" id="{7878D798-F2DC-5E4E-8F5A-14A0CF3E79C4}"/>
              </a:ext>
            </a:extLst>
          </p:cNvPr>
          <p:cNvCxnSpPr>
            <a:cxnSpLocks/>
          </p:cNvCxnSpPr>
          <p:nvPr/>
        </p:nvCxnSpPr>
        <p:spPr>
          <a:xfrm>
            <a:off x="4112475" y="3950637"/>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83" name="直线连接符 182">
            <a:extLst>
              <a:ext uri="{FF2B5EF4-FFF2-40B4-BE49-F238E27FC236}">
                <a16:creationId xmlns:a16="http://schemas.microsoft.com/office/drawing/2014/main" id="{4167887C-322F-3D4F-B65E-3BF4C8A6E7E2}"/>
              </a:ext>
            </a:extLst>
          </p:cNvPr>
          <p:cNvCxnSpPr>
            <a:cxnSpLocks/>
          </p:cNvCxnSpPr>
          <p:nvPr/>
        </p:nvCxnSpPr>
        <p:spPr>
          <a:xfrm flipH="1">
            <a:off x="4112475" y="4098274"/>
            <a:ext cx="937541" cy="0"/>
          </a:xfrm>
          <a:prstGeom prst="line">
            <a:avLst/>
          </a:prstGeom>
          <a:ln w="12700">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74" name="椭圆 73">
            <a:extLst>
              <a:ext uri="{FF2B5EF4-FFF2-40B4-BE49-F238E27FC236}">
                <a16:creationId xmlns:a16="http://schemas.microsoft.com/office/drawing/2014/main" id="{73149967-CD20-DE45-AC74-CB93863AFE7C}"/>
              </a:ext>
            </a:extLst>
          </p:cNvPr>
          <p:cNvSpPr/>
          <p:nvPr/>
        </p:nvSpPr>
        <p:spPr>
          <a:xfrm>
            <a:off x="5252628" y="3181144"/>
            <a:ext cx="1708262" cy="1708263"/>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Object29">
            <a:extLst>
              <a:ext uri="{FF2B5EF4-FFF2-40B4-BE49-F238E27FC236}">
                <a16:creationId xmlns:a16="http://schemas.microsoft.com/office/drawing/2014/main" id="{2E9D9AFD-A49B-184F-8142-240895CFECE4}"/>
              </a:ext>
            </a:extLst>
          </p:cNvPr>
          <p:cNvSpPr txBox="1"/>
          <p:nvPr/>
        </p:nvSpPr>
        <p:spPr>
          <a:xfrm>
            <a:off x="5523103" y="3869739"/>
            <a:ext cx="1167313" cy="3613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svg="http://schemas.microsoft.com/office/drawing/2016/SVG/main" xmlns:a16="http://schemas.microsoft.com/office/drawing/2014/main" xmlns="" val="1"/>
            </a:ext>
          </a:extLst>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2000"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智慧社区</a:t>
            </a:r>
            <a:endParaRPr lang="en-US" altLang="zh-CN" sz="2000"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11" name="椭圆 210">
            <a:extLst>
              <a:ext uri="{FF2B5EF4-FFF2-40B4-BE49-F238E27FC236}">
                <a16:creationId xmlns:a16="http://schemas.microsoft.com/office/drawing/2014/main" id="{0F302CDA-4B3F-3E4F-886F-D35B9925E3A5}"/>
              </a:ext>
            </a:extLst>
          </p:cNvPr>
          <p:cNvSpPr/>
          <p:nvPr/>
        </p:nvSpPr>
        <p:spPr>
          <a:xfrm>
            <a:off x="5163305" y="3096137"/>
            <a:ext cx="1876990" cy="1876991"/>
          </a:xfrm>
          <a:prstGeom prst="ellipse">
            <a:avLst/>
          </a:prstGeom>
          <a:noFill/>
          <a:ln w="12700" cap="flat">
            <a:solidFill>
              <a:schemeClr val="accent1"/>
            </a:solidFill>
            <a:prstDash val="dash"/>
            <a:miter lim="800000"/>
          </a:ln>
          <a:effectLst/>
          <a:sp3d/>
        </p:spPr>
        <p:txBody>
          <a:bodyPr rot="0" spcFirstLastPara="1" vertOverflow="overflow" horzOverflow="overflow" vert="horz" wrap="square" lIns="45719" tIns="45719" rIns="45719" bIns="45719" numCol="1" spcCol="38100" rtlCol="0" anchor="ctr">
            <a:noAutofit/>
          </a:bodyPr>
          <a:lstStyle/>
          <a:p>
            <a:pPr marL="0" marR="0" lvl="0" indent="0" defTabSz="914400" eaLnBrk="1" fontAlgn="auto" latinLnBrk="0" hangingPunct="0">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矩形: 圆角 114">
            <a:extLst>
              <a:ext uri="{FF2B5EF4-FFF2-40B4-BE49-F238E27FC236}">
                <a16:creationId xmlns:a16="http://schemas.microsoft.com/office/drawing/2014/main" id="{50D673EA-2B95-304A-92A9-02D1CF1C8976}"/>
              </a:ext>
            </a:extLst>
          </p:cNvPr>
          <p:cNvSpPr/>
          <p:nvPr/>
        </p:nvSpPr>
        <p:spPr>
          <a:xfrm>
            <a:off x="5368921" y="5594065"/>
            <a:ext cx="1377897" cy="289859"/>
          </a:xfrm>
          <a:prstGeom prst="roundRect">
            <a:avLst>
              <a:gd name="adj" fmla="val 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60">
            <a:extLst>
              <a:ext uri="{FF2B5EF4-FFF2-40B4-BE49-F238E27FC236}">
                <a16:creationId xmlns:a16="http://schemas.microsoft.com/office/drawing/2014/main" id="{FB64E448-4F2C-204D-9131-50601B4DA8FE}"/>
              </a:ext>
            </a:extLst>
          </p:cNvPr>
          <p:cNvSpPr/>
          <p:nvPr/>
        </p:nvSpPr>
        <p:spPr>
          <a:xfrm>
            <a:off x="5734404" y="5658203"/>
            <a:ext cx="723191" cy="169277"/>
          </a:xfrm>
          <a:prstGeom prst="rect">
            <a:avLst/>
          </a:prstGeom>
          <a:noFill/>
          <a:ln/>
        </p:spPr>
        <p:txBody>
          <a:bodyPr wrap="square" lIns="0" tIns="0" rIns="0" bIns="0" rtlCol="0" anchor="t">
            <a:spAutoFit/>
          </a:bodyPr>
          <a:lstStyle/>
          <a:p>
            <a:pPr algn="ctr" defTabSz="731520"/>
            <a:r>
              <a:rPr lang="zh-CN" alt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核心用户</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椭圆 21">
            <a:extLst>
              <a:ext uri="{FF2B5EF4-FFF2-40B4-BE49-F238E27FC236}">
                <a16:creationId xmlns:a16="http://schemas.microsoft.com/office/drawing/2014/main" id="{071C54EE-C92C-394C-9C19-6AD0757B15F5}"/>
              </a:ext>
            </a:extLst>
          </p:cNvPr>
          <p:cNvSpPr/>
          <p:nvPr/>
        </p:nvSpPr>
        <p:spPr>
          <a:xfrm>
            <a:off x="6487514" y="5502283"/>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4" name="椭圆 213">
            <a:extLst>
              <a:ext uri="{FF2B5EF4-FFF2-40B4-BE49-F238E27FC236}">
                <a16:creationId xmlns:a16="http://schemas.microsoft.com/office/drawing/2014/main" id="{64533F82-4347-D748-AD15-7C9E6BE36273}"/>
              </a:ext>
            </a:extLst>
          </p:cNvPr>
          <p:cNvSpPr/>
          <p:nvPr/>
        </p:nvSpPr>
        <p:spPr>
          <a:xfrm>
            <a:off x="5258380" y="5518621"/>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pic>
        <p:nvPicPr>
          <p:cNvPr id="27" name="图形 26" descr="建筑 轮廓">
            <a:extLst>
              <a:ext uri="{FF2B5EF4-FFF2-40B4-BE49-F238E27FC236}">
                <a16:creationId xmlns:a16="http://schemas.microsoft.com/office/drawing/2014/main" id="{218CCDB7-A752-924F-BE0B-4FA8186A07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78301" y="5593070"/>
            <a:ext cx="276133" cy="276133"/>
          </a:xfrm>
          <a:prstGeom prst="rect">
            <a:avLst/>
          </a:prstGeom>
          <a:effectLst>
            <a:outerShdw blurRad="165100" dist="38100" dir="2700000" algn="tl" rotWithShape="0">
              <a:schemeClr val="accent1">
                <a:lumMod val="100000"/>
                <a:alpha val="70000"/>
              </a:schemeClr>
            </a:outerShdw>
          </a:effectLst>
        </p:spPr>
      </p:pic>
      <p:pic>
        <p:nvPicPr>
          <p:cNvPr id="29" name="图形 28" descr="条形图 轮廓">
            <a:extLst>
              <a:ext uri="{FF2B5EF4-FFF2-40B4-BE49-F238E27FC236}">
                <a16:creationId xmlns:a16="http://schemas.microsoft.com/office/drawing/2014/main" id="{84776A59-7D3E-974F-9E0C-A2E9D5BA1D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42304" y="5602545"/>
            <a:ext cx="289859" cy="289859"/>
          </a:xfrm>
          <a:prstGeom prst="rect">
            <a:avLst/>
          </a:prstGeom>
          <a:effectLst>
            <a:outerShdw blurRad="165100" dist="38100" dir="2700000" algn="tl" rotWithShape="0">
              <a:schemeClr val="accent1">
                <a:lumMod val="100000"/>
                <a:alpha val="70000"/>
              </a:schemeClr>
            </a:outerShdw>
          </a:effectLst>
        </p:spPr>
      </p:pic>
      <p:sp>
        <p:nvSpPr>
          <p:cNvPr id="221" name="矩形: 圆角 114">
            <a:extLst>
              <a:ext uri="{FF2B5EF4-FFF2-40B4-BE49-F238E27FC236}">
                <a16:creationId xmlns:a16="http://schemas.microsoft.com/office/drawing/2014/main" id="{10A21366-CA87-6C4E-BE0B-A9159192284D}"/>
              </a:ext>
            </a:extLst>
          </p:cNvPr>
          <p:cNvSpPr/>
          <p:nvPr/>
        </p:nvSpPr>
        <p:spPr>
          <a:xfrm>
            <a:off x="5368921" y="2073507"/>
            <a:ext cx="1377897" cy="289859"/>
          </a:xfrm>
          <a:prstGeom prst="roundRect">
            <a:avLst>
              <a:gd name="adj" fmla="val 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2" name="Object60">
            <a:extLst>
              <a:ext uri="{FF2B5EF4-FFF2-40B4-BE49-F238E27FC236}">
                <a16:creationId xmlns:a16="http://schemas.microsoft.com/office/drawing/2014/main" id="{E92F33BB-005A-B54D-8283-521BB234B7DA}"/>
              </a:ext>
            </a:extLst>
          </p:cNvPr>
          <p:cNvSpPr/>
          <p:nvPr/>
        </p:nvSpPr>
        <p:spPr>
          <a:xfrm>
            <a:off x="5815678" y="2137645"/>
            <a:ext cx="560643" cy="169277"/>
          </a:xfrm>
          <a:prstGeom prst="rect">
            <a:avLst/>
          </a:prstGeom>
          <a:noFill/>
          <a:ln/>
        </p:spPr>
        <p:txBody>
          <a:bodyPr wrap="square" lIns="0" tIns="0" rIns="0" bIns="0" rtlCol="0" anchor="t">
            <a:spAutoFit/>
          </a:bodyPr>
          <a:lstStyle/>
          <a:p>
            <a:pPr algn="ctr" defTabSz="731520"/>
            <a:r>
              <a:rPr lang="zh-CN" alt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核心心智</a:t>
            </a:r>
            <a:endParaRPr lang="en-US" sz="11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7" name="椭圆 216">
            <a:extLst>
              <a:ext uri="{FF2B5EF4-FFF2-40B4-BE49-F238E27FC236}">
                <a16:creationId xmlns:a16="http://schemas.microsoft.com/office/drawing/2014/main" id="{88509D3E-221D-1840-A443-96D9503693D1}"/>
              </a:ext>
            </a:extLst>
          </p:cNvPr>
          <p:cNvSpPr/>
          <p:nvPr/>
        </p:nvSpPr>
        <p:spPr>
          <a:xfrm>
            <a:off x="6487514" y="1981725"/>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8" name="椭圆 217">
            <a:extLst>
              <a:ext uri="{FF2B5EF4-FFF2-40B4-BE49-F238E27FC236}">
                <a16:creationId xmlns:a16="http://schemas.microsoft.com/office/drawing/2014/main" id="{D0B9628D-3C37-3641-A898-0BA536799626}"/>
              </a:ext>
            </a:extLst>
          </p:cNvPr>
          <p:cNvSpPr/>
          <p:nvPr/>
        </p:nvSpPr>
        <p:spPr>
          <a:xfrm>
            <a:off x="5258380" y="1998063"/>
            <a:ext cx="457706" cy="45770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810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pic>
        <p:nvPicPr>
          <p:cNvPr id="219" name="图形 218" descr="建筑 轮廓">
            <a:extLst>
              <a:ext uri="{FF2B5EF4-FFF2-40B4-BE49-F238E27FC236}">
                <a16:creationId xmlns:a16="http://schemas.microsoft.com/office/drawing/2014/main" id="{13AEF8CD-D344-EB49-9F1A-32010D45776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78301" y="2072512"/>
            <a:ext cx="276133" cy="276133"/>
          </a:xfrm>
          <a:prstGeom prst="rect">
            <a:avLst/>
          </a:prstGeom>
          <a:effectLst>
            <a:outerShdw blurRad="165100" dist="38100" dir="2700000" algn="tl" rotWithShape="0">
              <a:schemeClr val="accent1">
                <a:lumMod val="100000"/>
                <a:alpha val="70000"/>
              </a:schemeClr>
            </a:outerShdw>
          </a:effectLst>
        </p:spPr>
      </p:pic>
      <p:pic>
        <p:nvPicPr>
          <p:cNvPr id="220" name="图形 219" descr="条形图 轮廓">
            <a:extLst>
              <a:ext uri="{FF2B5EF4-FFF2-40B4-BE49-F238E27FC236}">
                <a16:creationId xmlns:a16="http://schemas.microsoft.com/office/drawing/2014/main" id="{607C1BE5-D374-444B-AA0D-84C95020737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42304" y="2081987"/>
            <a:ext cx="289859" cy="289859"/>
          </a:xfrm>
          <a:prstGeom prst="rect">
            <a:avLst/>
          </a:prstGeom>
          <a:effectLst>
            <a:outerShdw blurRad="165100" dist="38100" dir="2700000" algn="tl" rotWithShape="0">
              <a:schemeClr val="accent1">
                <a:lumMod val="100000"/>
                <a:alpha val="70000"/>
              </a:schemeClr>
            </a:outerShdw>
          </a:effectLst>
        </p:spPr>
      </p:pic>
      <p:grpSp>
        <p:nvGrpSpPr>
          <p:cNvPr id="227" name="组合 226">
            <a:extLst>
              <a:ext uri="{FF2B5EF4-FFF2-40B4-BE49-F238E27FC236}">
                <a16:creationId xmlns:a16="http://schemas.microsoft.com/office/drawing/2014/main" id="{795A943A-3D34-9D4C-8825-0E635C714238}"/>
              </a:ext>
            </a:extLst>
          </p:cNvPr>
          <p:cNvGrpSpPr/>
          <p:nvPr/>
        </p:nvGrpSpPr>
        <p:grpSpPr>
          <a:xfrm rot="10800000">
            <a:off x="6037987" y="2453785"/>
            <a:ext cx="127627" cy="453020"/>
            <a:chOff x="6030026" y="5304560"/>
            <a:chExt cx="127627" cy="453020"/>
          </a:xfrm>
          <a:gradFill flip="none" rotWithShape="1">
            <a:gsLst>
              <a:gs pos="0">
                <a:schemeClr val="accent1"/>
              </a:gs>
              <a:gs pos="100000">
                <a:schemeClr val="accent1">
                  <a:alpha val="0"/>
                </a:schemeClr>
              </a:gs>
            </a:gsLst>
            <a:lin ang="16200000" scaled="1"/>
            <a:tileRect/>
          </a:gradFill>
        </p:grpSpPr>
        <p:sp>
          <p:nvSpPr>
            <p:cNvPr id="228" name="三角形 227">
              <a:extLst>
                <a:ext uri="{FF2B5EF4-FFF2-40B4-BE49-F238E27FC236}">
                  <a16:creationId xmlns:a16="http://schemas.microsoft.com/office/drawing/2014/main" id="{F82A3BE4-147D-4042-AEEF-82E00933C806}"/>
                </a:ext>
              </a:extLst>
            </p:cNvPr>
            <p:cNvSpPr/>
            <p:nvPr/>
          </p:nvSpPr>
          <p:spPr>
            <a:xfrm rot="10800000" flipH="1">
              <a:off x="6030026" y="530456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9" name="三角形 228">
              <a:extLst>
                <a:ext uri="{FF2B5EF4-FFF2-40B4-BE49-F238E27FC236}">
                  <a16:creationId xmlns:a16="http://schemas.microsoft.com/office/drawing/2014/main" id="{F2887734-595D-F74D-B73B-57962707B477}"/>
                </a:ext>
              </a:extLst>
            </p:cNvPr>
            <p:cNvSpPr/>
            <p:nvPr/>
          </p:nvSpPr>
          <p:spPr>
            <a:xfrm rot="10800000" flipH="1">
              <a:off x="6030026" y="5428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0" name="三角形 229">
              <a:extLst>
                <a:ext uri="{FF2B5EF4-FFF2-40B4-BE49-F238E27FC236}">
                  <a16:creationId xmlns:a16="http://schemas.microsoft.com/office/drawing/2014/main" id="{0D1C3BDF-4F52-E54B-8ED3-64ECC8D65817}"/>
                </a:ext>
              </a:extLst>
            </p:cNvPr>
            <p:cNvSpPr/>
            <p:nvPr/>
          </p:nvSpPr>
          <p:spPr>
            <a:xfrm rot="10800000" flipH="1">
              <a:off x="6030026" y="5555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1" name="三角形 230">
              <a:extLst>
                <a:ext uri="{FF2B5EF4-FFF2-40B4-BE49-F238E27FC236}">
                  <a16:creationId xmlns:a16="http://schemas.microsoft.com/office/drawing/2014/main" id="{115ECF98-336E-714D-B7FE-4CF95AAFA0AA}"/>
                </a:ext>
              </a:extLst>
            </p:cNvPr>
            <p:cNvSpPr/>
            <p:nvPr/>
          </p:nvSpPr>
          <p:spPr>
            <a:xfrm rot="10800000" flipH="1">
              <a:off x="6030026" y="567921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 name="任意多边形: 形状 4">
            <a:extLst>
              <a:ext uri="{FF2B5EF4-FFF2-40B4-BE49-F238E27FC236}">
                <a16:creationId xmlns:a16="http://schemas.microsoft.com/office/drawing/2014/main" id="{DBF0CE22-0190-7441-0C00-6A7CEBDB5E09}"/>
              </a:ext>
            </a:extLst>
          </p:cNvPr>
          <p:cNvSpPr/>
          <p:nvPr/>
        </p:nvSpPr>
        <p:spPr>
          <a:xfrm>
            <a:off x="0" y="1780972"/>
            <a:ext cx="3316956" cy="4403898"/>
          </a:xfrm>
          <a:custGeom>
            <a:avLst/>
            <a:gdLst>
              <a:gd name="connsiteX0" fmla="*/ 3316956 w 3316956"/>
              <a:gd name="connsiteY0" fmla="*/ 4398089 h 4403898"/>
              <a:gd name="connsiteX1" fmla="*/ 3316956 w 3316956"/>
              <a:gd name="connsiteY1" fmla="*/ 4403898 h 4403898"/>
              <a:gd name="connsiteX2" fmla="*/ 3238550 w 3316956"/>
              <a:gd name="connsiteY2" fmla="*/ 4403898 h 4403898"/>
              <a:gd name="connsiteX3" fmla="*/ 3238550 w 3316956"/>
              <a:gd name="connsiteY3" fmla="*/ 0 h 4403898"/>
              <a:gd name="connsiteX4" fmla="*/ 3316956 w 3316956"/>
              <a:gd name="connsiteY4" fmla="*/ 0 h 4403898"/>
              <a:gd name="connsiteX5" fmla="*/ 3316956 w 3316956"/>
              <a:gd name="connsiteY5" fmla="*/ 5810 h 4403898"/>
              <a:gd name="connsiteX6" fmla="*/ 0 w 3316956"/>
              <a:gd name="connsiteY6" fmla="*/ 0 h 4403898"/>
              <a:gd name="connsiteX7" fmla="*/ 3238550 w 3316956"/>
              <a:gd name="connsiteY7" fmla="*/ 0 h 4403898"/>
              <a:gd name="connsiteX8" fmla="*/ 1737942 w 3316956"/>
              <a:gd name="connsiteY8" fmla="*/ 2201949 h 4403898"/>
              <a:gd name="connsiteX9" fmla="*/ 3238550 w 3316956"/>
              <a:gd name="connsiteY9" fmla="*/ 4403898 h 4403898"/>
              <a:gd name="connsiteX10" fmla="*/ 0 w 3316956"/>
              <a:gd name="connsiteY10" fmla="*/ 4403898 h 440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6956" h="4403898">
                <a:moveTo>
                  <a:pt x="3316956" y="4398089"/>
                </a:moveTo>
                <a:lnTo>
                  <a:pt x="3316956" y="4403898"/>
                </a:lnTo>
                <a:lnTo>
                  <a:pt x="3238550" y="4403898"/>
                </a:lnTo>
                <a:close/>
                <a:moveTo>
                  <a:pt x="3238550" y="0"/>
                </a:moveTo>
                <a:lnTo>
                  <a:pt x="3316956" y="0"/>
                </a:lnTo>
                <a:lnTo>
                  <a:pt x="3316956" y="5810"/>
                </a:lnTo>
                <a:close/>
                <a:moveTo>
                  <a:pt x="0" y="0"/>
                </a:moveTo>
                <a:lnTo>
                  <a:pt x="3238550" y="0"/>
                </a:lnTo>
                <a:cubicBezTo>
                  <a:pt x="2409787" y="0"/>
                  <a:pt x="1737942" y="985846"/>
                  <a:pt x="1737942" y="2201949"/>
                </a:cubicBezTo>
                <a:cubicBezTo>
                  <a:pt x="1737942" y="3418052"/>
                  <a:pt x="2409787" y="4403898"/>
                  <a:pt x="3238550" y="4403898"/>
                </a:cubicBezTo>
                <a:lnTo>
                  <a:pt x="0" y="4403898"/>
                </a:lnTo>
                <a:close/>
              </a:path>
            </a:pathLst>
          </a:custGeom>
          <a:gradFill flip="none" rotWithShape="1">
            <a:gsLst>
              <a:gs pos="0">
                <a:schemeClr val="accent1">
                  <a:alpha val="18000"/>
                </a:schemeClr>
              </a:gs>
              <a:gs pos="100000">
                <a:schemeClr val="accent1">
                  <a:alpha val="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6" name="任意多边形: 形状 5">
            <a:extLst>
              <a:ext uri="{FF2B5EF4-FFF2-40B4-BE49-F238E27FC236}">
                <a16:creationId xmlns:a16="http://schemas.microsoft.com/office/drawing/2014/main" id="{E93F8D40-405F-35A4-41FF-ABAAEE9AD791}"/>
              </a:ext>
            </a:extLst>
          </p:cNvPr>
          <p:cNvSpPr/>
          <p:nvPr/>
        </p:nvSpPr>
        <p:spPr>
          <a:xfrm flipH="1">
            <a:off x="8931180" y="1780972"/>
            <a:ext cx="3316956" cy="4403898"/>
          </a:xfrm>
          <a:custGeom>
            <a:avLst/>
            <a:gdLst>
              <a:gd name="connsiteX0" fmla="*/ 3316956 w 3316956"/>
              <a:gd name="connsiteY0" fmla="*/ 4398089 h 4403898"/>
              <a:gd name="connsiteX1" fmla="*/ 3316956 w 3316956"/>
              <a:gd name="connsiteY1" fmla="*/ 4403898 h 4403898"/>
              <a:gd name="connsiteX2" fmla="*/ 3238550 w 3316956"/>
              <a:gd name="connsiteY2" fmla="*/ 4403898 h 4403898"/>
              <a:gd name="connsiteX3" fmla="*/ 3238550 w 3316956"/>
              <a:gd name="connsiteY3" fmla="*/ 0 h 4403898"/>
              <a:gd name="connsiteX4" fmla="*/ 3316956 w 3316956"/>
              <a:gd name="connsiteY4" fmla="*/ 0 h 4403898"/>
              <a:gd name="connsiteX5" fmla="*/ 3316956 w 3316956"/>
              <a:gd name="connsiteY5" fmla="*/ 5810 h 4403898"/>
              <a:gd name="connsiteX6" fmla="*/ 0 w 3316956"/>
              <a:gd name="connsiteY6" fmla="*/ 0 h 4403898"/>
              <a:gd name="connsiteX7" fmla="*/ 3238550 w 3316956"/>
              <a:gd name="connsiteY7" fmla="*/ 0 h 4403898"/>
              <a:gd name="connsiteX8" fmla="*/ 1737942 w 3316956"/>
              <a:gd name="connsiteY8" fmla="*/ 2201949 h 4403898"/>
              <a:gd name="connsiteX9" fmla="*/ 3238550 w 3316956"/>
              <a:gd name="connsiteY9" fmla="*/ 4403898 h 4403898"/>
              <a:gd name="connsiteX10" fmla="*/ 0 w 3316956"/>
              <a:gd name="connsiteY10" fmla="*/ 4403898 h 440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6956" h="4403898">
                <a:moveTo>
                  <a:pt x="3316956" y="4398089"/>
                </a:moveTo>
                <a:lnTo>
                  <a:pt x="3316956" y="4403898"/>
                </a:lnTo>
                <a:lnTo>
                  <a:pt x="3238550" y="4403898"/>
                </a:lnTo>
                <a:close/>
                <a:moveTo>
                  <a:pt x="3238550" y="0"/>
                </a:moveTo>
                <a:lnTo>
                  <a:pt x="3316956" y="0"/>
                </a:lnTo>
                <a:lnTo>
                  <a:pt x="3316956" y="5810"/>
                </a:lnTo>
                <a:close/>
                <a:moveTo>
                  <a:pt x="0" y="0"/>
                </a:moveTo>
                <a:lnTo>
                  <a:pt x="3238550" y="0"/>
                </a:lnTo>
                <a:cubicBezTo>
                  <a:pt x="2409787" y="0"/>
                  <a:pt x="1737942" y="985846"/>
                  <a:pt x="1737942" y="2201949"/>
                </a:cubicBezTo>
                <a:cubicBezTo>
                  <a:pt x="1737942" y="3418052"/>
                  <a:pt x="2409787" y="4403898"/>
                  <a:pt x="3238550" y="4403898"/>
                </a:cubicBezTo>
                <a:lnTo>
                  <a:pt x="0" y="4403898"/>
                </a:lnTo>
                <a:close/>
              </a:path>
            </a:pathLst>
          </a:custGeom>
          <a:gradFill flip="none" rotWithShape="1">
            <a:gsLst>
              <a:gs pos="0">
                <a:schemeClr val="accent1">
                  <a:alpha val="18000"/>
                </a:schemeClr>
              </a:gs>
              <a:gs pos="100000">
                <a:schemeClr val="accent1">
                  <a:alpha val="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7" name="Object29">
            <a:extLst>
              <a:ext uri="{FF2B5EF4-FFF2-40B4-BE49-F238E27FC236}">
                <a16:creationId xmlns:a16="http://schemas.microsoft.com/office/drawing/2014/main" id="{8D82AFBE-37B1-8731-2BBF-6EBFD8519B2D}"/>
              </a:ext>
            </a:extLst>
          </p:cNvPr>
          <p:cNvSpPr/>
          <p:nvPr/>
        </p:nvSpPr>
        <p:spPr>
          <a:xfrm flipH="1">
            <a:off x="696988" y="3007019"/>
            <a:ext cx="584633" cy="349456"/>
          </a:xfrm>
          <a:prstGeom prst="rect">
            <a:avLst/>
          </a:prstGeom>
          <a:ln w="12700">
            <a:miter lim="400000"/>
          </a:ln>
        </p:spPr>
        <p:txBody>
          <a:bodyPr wrap="none" lIns="25400" tIns="25400" rIns="25400" bIns="25400" anchor="ctr">
            <a:noAutofit/>
          </a:bodyPr>
          <a:lstStyle/>
          <a:p>
            <a:pPr algn="ctr" defTabSz="1219169"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60CD920A-29FE-B941-B118-BD0915942D65}"/>
              </a:ext>
            </a:extLst>
          </p:cNvPr>
          <p:cNvSpPr/>
          <p:nvPr/>
        </p:nvSpPr>
        <p:spPr>
          <a:xfrm flipH="1">
            <a:off x="582443" y="3861477"/>
            <a:ext cx="584633" cy="349456"/>
          </a:xfrm>
          <a:prstGeom prst="rect">
            <a:avLst/>
          </a:prstGeom>
          <a:ln w="12700">
            <a:miter lim="400000"/>
          </a:ln>
        </p:spPr>
        <p:txBody>
          <a:bodyPr wrap="none" lIns="25400" tIns="25400" rIns="25400" bIns="25400" anchor="ctr">
            <a:noAutofit/>
          </a:bodyPr>
          <a:lstStyle/>
          <a:p>
            <a:pPr algn="ctr" defTabSz="1219169"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29">
            <a:extLst>
              <a:ext uri="{FF2B5EF4-FFF2-40B4-BE49-F238E27FC236}">
                <a16:creationId xmlns:a16="http://schemas.microsoft.com/office/drawing/2014/main" id="{EEE0887D-084A-CEF6-3D15-9081AADB319C}"/>
              </a:ext>
            </a:extLst>
          </p:cNvPr>
          <p:cNvSpPr/>
          <p:nvPr/>
        </p:nvSpPr>
        <p:spPr>
          <a:xfrm flipH="1">
            <a:off x="696988" y="4899630"/>
            <a:ext cx="584633" cy="349456"/>
          </a:xfrm>
          <a:prstGeom prst="rect">
            <a:avLst/>
          </a:prstGeom>
          <a:ln w="12700">
            <a:miter lim="400000"/>
          </a:ln>
        </p:spPr>
        <p:txBody>
          <a:bodyPr wrap="none" lIns="25400" tIns="25400" rIns="25400" bIns="25400" anchor="ctr">
            <a:noAutofit/>
          </a:bodyPr>
          <a:lstStyle/>
          <a:p>
            <a:pPr algn="ctr" defTabSz="1219169"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FFF42D11-D432-2C69-C0EC-31D74D95C1DF}"/>
              </a:ext>
            </a:extLst>
          </p:cNvPr>
          <p:cNvSpPr/>
          <p:nvPr/>
        </p:nvSpPr>
        <p:spPr>
          <a:xfrm flipH="1">
            <a:off x="11133092" y="3007019"/>
            <a:ext cx="584633" cy="349456"/>
          </a:xfrm>
          <a:prstGeom prst="rect">
            <a:avLst/>
          </a:prstGeom>
          <a:ln w="12700">
            <a:miter lim="400000"/>
          </a:ln>
        </p:spPr>
        <p:txBody>
          <a:bodyPr wrap="none" lIns="25400" tIns="25400" rIns="25400" bIns="25400" anchor="ctr">
            <a:noAutofit/>
          </a:bodyPr>
          <a:lstStyle/>
          <a:p>
            <a:pPr algn="ctr" defTabSz="1219169"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a:extLst>
              <a:ext uri="{FF2B5EF4-FFF2-40B4-BE49-F238E27FC236}">
                <a16:creationId xmlns:a16="http://schemas.microsoft.com/office/drawing/2014/main" id="{7E823DA8-B91F-1B9E-8A20-67265A4A225E}"/>
              </a:ext>
            </a:extLst>
          </p:cNvPr>
          <p:cNvSpPr/>
          <p:nvPr/>
        </p:nvSpPr>
        <p:spPr>
          <a:xfrm flipH="1">
            <a:off x="11199693" y="3861477"/>
            <a:ext cx="584633" cy="349456"/>
          </a:xfrm>
          <a:prstGeom prst="rect">
            <a:avLst/>
          </a:prstGeom>
          <a:ln w="12700">
            <a:miter lim="400000"/>
          </a:ln>
        </p:spPr>
        <p:txBody>
          <a:bodyPr wrap="none" lIns="25400" tIns="25400" rIns="25400" bIns="25400" anchor="ctr">
            <a:noAutofit/>
          </a:bodyPr>
          <a:lstStyle/>
          <a:p>
            <a:pPr algn="ctr" defTabSz="1219169"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5</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a:extLst>
              <a:ext uri="{FF2B5EF4-FFF2-40B4-BE49-F238E27FC236}">
                <a16:creationId xmlns:a16="http://schemas.microsoft.com/office/drawing/2014/main" id="{0BF7DC79-AC9A-5A76-D6C2-79DD9C0D0E7D}"/>
              </a:ext>
            </a:extLst>
          </p:cNvPr>
          <p:cNvSpPr/>
          <p:nvPr/>
        </p:nvSpPr>
        <p:spPr>
          <a:xfrm flipH="1">
            <a:off x="11133092" y="4899630"/>
            <a:ext cx="584633" cy="349456"/>
          </a:xfrm>
          <a:prstGeom prst="rect">
            <a:avLst/>
          </a:prstGeom>
          <a:ln w="12700">
            <a:miter lim="400000"/>
          </a:ln>
        </p:spPr>
        <p:txBody>
          <a:bodyPr wrap="none" lIns="25400" tIns="25400" rIns="25400" bIns="25400" anchor="ctr">
            <a:noAutofit/>
          </a:bodyPr>
          <a:lstStyle/>
          <a:p>
            <a:pPr algn="ctr" defTabSz="1219169" hangingPunct="0"/>
            <a:r>
              <a:rPr lang="en-US" altLang="zh-CN"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6</a:t>
            </a:r>
            <a:endParaRPr lang="zh-CN" altLang="en-US" sz="4400" kern="0" dirty="0">
              <a:gradFill flip="none" rotWithShape="1">
                <a:gsLst>
                  <a:gs pos="0">
                    <a:schemeClr val="accent1"/>
                  </a:gs>
                  <a:gs pos="100000">
                    <a:schemeClr val="accent1">
                      <a:lumMod val="50000"/>
                    </a:schemeClr>
                  </a:gs>
                </a:gsLst>
                <a:lin ang="2700000" scaled="1"/>
                <a:tileRect/>
              </a:gra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a:extLst>
              <a:ext uri="{FF2B5EF4-FFF2-40B4-BE49-F238E27FC236}">
                <a16:creationId xmlns:a16="http://schemas.microsoft.com/office/drawing/2014/main" id="{4D6EE870-C6C8-7EE1-79E0-A324A24D0013}"/>
              </a:ext>
            </a:extLst>
          </p:cNvPr>
          <p:cNvGrpSpPr/>
          <p:nvPr/>
        </p:nvGrpSpPr>
        <p:grpSpPr>
          <a:xfrm rot="10800000" flipV="1">
            <a:off x="6037987" y="5067918"/>
            <a:ext cx="127627" cy="453020"/>
            <a:chOff x="6030026" y="5304560"/>
            <a:chExt cx="127627" cy="453020"/>
          </a:xfrm>
          <a:gradFill flip="none" rotWithShape="1">
            <a:gsLst>
              <a:gs pos="0">
                <a:schemeClr val="accent1"/>
              </a:gs>
              <a:gs pos="100000">
                <a:schemeClr val="accent1">
                  <a:alpha val="0"/>
                </a:schemeClr>
              </a:gs>
            </a:gsLst>
            <a:lin ang="16200000" scaled="1"/>
            <a:tileRect/>
          </a:gradFill>
        </p:grpSpPr>
        <p:sp>
          <p:nvSpPr>
            <p:cNvPr id="4" name="三角形 227">
              <a:extLst>
                <a:ext uri="{FF2B5EF4-FFF2-40B4-BE49-F238E27FC236}">
                  <a16:creationId xmlns:a16="http://schemas.microsoft.com/office/drawing/2014/main" id="{B0AD8643-56BC-CB2B-F4DB-5D32CD346FCD}"/>
                </a:ext>
              </a:extLst>
            </p:cNvPr>
            <p:cNvSpPr/>
            <p:nvPr/>
          </p:nvSpPr>
          <p:spPr>
            <a:xfrm rot="10800000" flipH="1">
              <a:off x="6030026" y="530456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三角形 228">
              <a:extLst>
                <a:ext uri="{FF2B5EF4-FFF2-40B4-BE49-F238E27FC236}">
                  <a16:creationId xmlns:a16="http://schemas.microsoft.com/office/drawing/2014/main" id="{CE18B82B-524F-E9F2-64A0-A4F0C3C3D2B5}"/>
                </a:ext>
              </a:extLst>
            </p:cNvPr>
            <p:cNvSpPr/>
            <p:nvPr/>
          </p:nvSpPr>
          <p:spPr>
            <a:xfrm rot="10800000" flipH="1">
              <a:off x="6030026" y="5428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三角形 229">
              <a:extLst>
                <a:ext uri="{FF2B5EF4-FFF2-40B4-BE49-F238E27FC236}">
                  <a16:creationId xmlns:a16="http://schemas.microsoft.com/office/drawing/2014/main" id="{1C0210F9-917A-0645-EEE1-810ED2480AD6}"/>
                </a:ext>
              </a:extLst>
            </p:cNvPr>
            <p:cNvSpPr/>
            <p:nvPr/>
          </p:nvSpPr>
          <p:spPr>
            <a:xfrm rot="10800000" flipH="1">
              <a:off x="6030026" y="5555385"/>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三角形 230">
              <a:extLst>
                <a:ext uri="{FF2B5EF4-FFF2-40B4-BE49-F238E27FC236}">
                  <a16:creationId xmlns:a16="http://schemas.microsoft.com/office/drawing/2014/main" id="{44CBE2E5-4CB9-A3D6-831D-713926709354}"/>
                </a:ext>
              </a:extLst>
            </p:cNvPr>
            <p:cNvSpPr/>
            <p:nvPr/>
          </p:nvSpPr>
          <p:spPr>
            <a:xfrm rot="10800000" flipH="1">
              <a:off x="6030026" y="5679210"/>
              <a:ext cx="127627" cy="7837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17" name="文本框 16">
            <a:extLst>
              <a:ext uri="{FF2B5EF4-FFF2-40B4-BE49-F238E27FC236}">
                <a16:creationId xmlns:a16="http://schemas.microsoft.com/office/drawing/2014/main" id="{A4583B60-E88B-4186-02E9-4D7E0B267FC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8" name="矩形 17">
            <a:extLst>
              <a:ext uri="{FF2B5EF4-FFF2-40B4-BE49-F238E27FC236}">
                <a16:creationId xmlns:a16="http://schemas.microsoft.com/office/drawing/2014/main" id="{5E29396A-FD73-49DA-6AB3-2A387B8D844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文本框 18">
            <a:extLst>
              <a:ext uri="{FF2B5EF4-FFF2-40B4-BE49-F238E27FC236}">
                <a16:creationId xmlns:a16="http://schemas.microsoft.com/office/drawing/2014/main" id="{309FD26F-DC21-8035-DA90-A6CAE0C2E62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00277195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 空心 1">
            <a:extLst>
              <a:ext uri="{FF2B5EF4-FFF2-40B4-BE49-F238E27FC236}">
                <a16:creationId xmlns:a16="http://schemas.microsoft.com/office/drawing/2014/main" id="{A5447FB8-8373-E028-B26B-119AC22416B0}"/>
              </a:ext>
            </a:extLst>
          </p:cNvPr>
          <p:cNvSpPr/>
          <p:nvPr/>
        </p:nvSpPr>
        <p:spPr>
          <a:xfrm>
            <a:off x="-1170285" y="839309"/>
            <a:ext cx="2954836" cy="2954836"/>
          </a:xfrm>
          <a:prstGeom prst="donut">
            <a:avLst/>
          </a:prstGeom>
          <a:gradFill flip="none" rotWithShape="1">
            <a:gsLst>
              <a:gs pos="0">
                <a:schemeClr val="accent1">
                  <a:alpha val="40000"/>
                </a:schemeClr>
              </a:gs>
              <a:gs pos="100000">
                <a:schemeClr val="accent1">
                  <a:lumMod val="50000"/>
                  <a:alpha val="0"/>
                </a:schemeClr>
              </a:gs>
            </a:gsLst>
            <a:lin ang="27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圆: 空心 2">
            <a:extLst>
              <a:ext uri="{FF2B5EF4-FFF2-40B4-BE49-F238E27FC236}">
                <a16:creationId xmlns:a16="http://schemas.microsoft.com/office/drawing/2014/main" id="{73C27F9B-6D6D-13EE-EDBB-289DAC20C4AF}"/>
              </a:ext>
            </a:extLst>
          </p:cNvPr>
          <p:cNvSpPr/>
          <p:nvPr/>
        </p:nvSpPr>
        <p:spPr>
          <a:xfrm>
            <a:off x="10196605" y="4713695"/>
            <a:ext cx="3730590" cy="3730590"/>
          </a:xfrm>
          <a:prstGeom prst="donut">
            <a:avLst/>
          </a:prstGeom>
          <a:gradFill flip="none" rotWithShape="1">
            <a:gsLst>
              <a:gs pos="0">
                <a:schemeClr val="accent1">
                  <a:alpha val="40000"/>
                </a:schemeClr>
              </a:gs>
              <a:gs pos="100000">
                <a:schemeClr val="accent1">
                  <a:lumMod val="50000"/>
                  <a:alpha val="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63" name="矩形: 圆角 114">
            <a:extLst>
              <a:ext uri="{FF2B5EF4-FFF2-40B4-BE49-F238E27FC236}">
                <a16:creationId xmlns:a16="http://schemas.microsoft.com/office/drawing/2014/main" id="{ACBE4153-B8BC-154D-BF10-4EC1296BF45C}"/>
              </a:ext>
            </a:extLst>
          </p:cNvPr>
          <p:cNvSpPr/>
          <p:nvPr/>
        </p:nvSpPr>
        <p:spPr>
          <a:xfrm>
            <a:off x="3290047" y="1744193"/>
            <a:ext cx="7539317" cy="103408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3" name="Object29">
            <a:extLst>
              <a:ext uri="{FF2B5EF4-FFF2-40B4-BE49-F238E27FC236}">
                <a16:creationId xmlns:a16="http://schemas.microsoft.com/office/drawing/2014/main" id="{93DC4728-0E37-644A-9C34-63CE80EB6DE8}"/>
              </a:ext>
            </a:extLst>
          </p:cNvPr>
          <p:cNvSpPr/>
          <p:nvPr/>
        </p:nvSpPr>
        <p:spPr>
          <a:xfrm>
            <a:off x="6261847" y="1918993"/>
            <a:ext cx="1595717" cy="26759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设计基础规范（收敛）</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2" name="矩形: 圆角 114">
            <a:extLst>
              <a:ext uri="{FF2B5EF4-FFF2-40B4-BE49-F238E27FC236}">
                <a16:creationId xmlns:a16="http://schemas.microsoft.com/office/drawing/2014/main" id="{73679944-6F1D-6A49-967D-E485B344D6A3}"/>
              </a:ext>
            </a:extLst>
          </p:cNvPr>
          <p:cNvSpPr/>
          <p:nvPr/>
        </p:nvSpPr>
        <p:spPr>
          <a:xfrm>
            <a:off x="3523875" y="2305154"/>
            <a:ext cx="1062179"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3" name="Object60">
            <a:extLst>
              <a:ext uri="{FF2B5EF4-FFF2-40B4-BE49-F238E27FC236}">
                <a16:creationId xmlns:a16="http://schemas.microsoft.com/office/drawing/2014/main" id="{5C74F0F1-87AD-8B4B-A23A-EC80422DCBB3}"/>
              </a:ext>
            </a:extLst>
          </p:cNvPr>
          <p:cNvSpPr/>
          <p:nvPr/>
        </p:nvSpPr>
        <p:spPr>
          <a:xfrm>
            <a:off x="3646822" y="2388440"/>
            <a:ext cx="816285" cy="191933"/>
          </a:xfrm>
          <a:prstGeom prst="rect">
            <a:avLst/>
          </a:prstGeom>
          <a:noFill/>
          <a:ln/>
        </p:spPr>
        <p:txBody>
          <a:bodyPr wrap="square" lIns="0" tIns="0" rIns="0" bIns="0" rtlCol="0" anchor="t">
            <a:normAutofit/>
          </a:bodyPr>
          <a:lstStyle/>
          <a:p>
            <a:pPr algn="ctr" defTabSz="731520">
              <a:lnSpc>
                <a:spcPct val="120000"/>
              </a:lnSpc>
            </a:pP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间距</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8" name="矩形: 圆角 114">
            <a:extLst>
              <a:ext uri="{FF2B5EF4-FFF2-40B4-BE49-F238E27FC236}">
                <a16:creationId xmlns:a16="http://schemas.microsoft.com/office/drawing/2014/main" id="{43C4C963-910C-0A45-AA6F-C2D297FD11F8}"/>
              </a:ext>
            </a:extLst>
          </p:cNvPr>
          <p:cNvSpPr/>
          <p:nvPr/>
        </p:nvSpPr>
        <p:spPr>
          <a:xfrm>
            <a:off x="4756351" y="2305154"/>
            <a:ext cx="1062179"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9" name="Object60">
            <a:extLst>
              <a:ext uri="{FF2B5EF4-FFF2-40B4-BE49-F238E27FC236}">
                <a16:creationId xmlns:a16="http://schemas.microsoft.com/office/drawing/2014/main" id="{98CDD5E9-16F5-364D-9E7A-4692033B1102}"/>
              </a:ext>
            </a:extLst>
          </p:cNvPr>
          <p:cNvSpPr/>
          <p:nvPr/>
        </p:nvSpPr>
        <p:spPr>
          <a:xfrm>
            <a:off x="4879298" y="2388440"/>
            <a:ext cx="816285" cy="191933"/>
          </a:xfrm>
          <a:prstGeom prst="rect">
            <a:avLst/>
          </a:prstGeom>
          <a:noFill/>
          <a:ln/>
        </p:spPr>
        <p:txBody>
          <a:bodyPr wrap="square" lIns="0" tIns="0" rIns="0" bIns="0" rtlCol="0" anchor="t">
            <a:normAutofit/>
          </a:bodyPr>
          <a:lstStyle/>
          <a:p>
            <a:pPr algn="ctr" defTabSz="731520">
              <a:lnSpc>
                <a:spcPct val="120000"/>
              </a:lnSpc>
            </a:pP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色板</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1" name="矩形: 圆角 114">
            <a:extLst>
              <a:ext uri="{FF2B5EF4-FFF2-40B4-BE49-F238E27FC236}">
                <a16:creationId xmlns:a16="http://schemas.microsoft.com/office/drawing/2014/main" id="{1616DED6-53FE-264A-BFAF-D9C549FA223C}"/>
              </a:ext>
            </a:extLst>
          </p:cNvPr>
          <p:cNvSpPr/>
          <p:nvPr/>
        </p:nvSpPr>
        <p:spPr>
          <a:xfrm>
            <a:off x="6159125" y="2305154"/>
            <a:ext cx="4436410"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2" name="Object60">
            <a:extLst>
              <a:ext uri="{FF2B5EF4-FFF2-40B4-BE49-F238E27FC236}">
                <a16:creationId xmlns:a16="http://schemas.microsoft.com/office/drawing/2014/main" id="{F35AA513-BD45-5E4B-8ED0-CCE39D7B21A4}"/>
              </a:ext>
            </a:extLst>
          </p:cNvPr>
          <p:cNvSpPr/>
          <p:nvPr/>
        </p:nvSpPr>
        <p:spPr>
          <a:xfrm>
            <a:off x="6672639" y="2388440"/>
            <a:ext cx="3409383" cy="191933"/>
          </a:xfrm>
          <a:prstGeom prst="rect">
            <a:avLst/>
          </a:prstGeom>
          <a:noFill/>
          <a:ln/>
        </p:spPr>
        <p:txBody>
          <a:bodyPr wrap="square" lIns="0" tIns="0" rIns="0" bIns="0" rtlCol="0" anchor="t">
            <a:normAutofit/>
          </a:bodyPr>
          <a:lstStyle/>
          <a:p>
            <a:pPr algn="ctr" defTabSz="731520">
              <a:lnSpc>
                <a:spcPct val="120000"/>
              </a:lnSpc>
            </a:pPr>
            <a:r>
              <a:rPr lang="zh-CN" alt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字号、字重、尺寸、行高、投影、边角</a:t>
            </a:r>
            <a:r>
              <a:rPr lang="en-US" altLang="zh-CN"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43" name="直线连接符 242">
            <a:extLst>
              <a:ext uri="{FF2B5EF4-FFF2-40B4-BE49-F238E27FC236}">
                <a16:creationId xmlns:a16="http://schemas.microsoft.com/office/drawing/2014/main" id="{7C52E738-0B4E-0B42-9FCA-392692F9E5F4}"/>
              </a:ext>
            </a:extLst>
          </p:cNvPr>
          <p:cNvCxnSpPr>
            <a:cxnSpLocks/>
          </p:cNvCxnSpPr>
          <p:nvPr/>
        </p:nvCxnSpPr>
        <p:spPr>
          <a:xfrm flipV="1">
            <a:off x="5988827" y="2305154"/>
            <a:ext cx="0" cy="348551"/>
          </a:xfrm>
          <a:prstGeom prst="line">
            <a:avLst/>
          </a:prstGeom>
          <a:ln w="6350">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44" name="直线连接符 243">
            <a:extLst>
              <a:ext uri="{FF2B5EF4-FFF2-40B4-BE49-F238E27FC236}">
                <a16:creationId xmlns:a16="http://schemas.microsoft.com/office/drawing/2014/main" id="{0568BB5A-E6CE-814A-A250-16473C701C71}"/>
              </a:ext>
            </a:extLst>
          </p:cNvPr>
          <p:cNvCxnSpPr>
            <a:cxnSpLocks/>
          </p:cNvCxnSpPr>
          <p:nvPr/>
        </p:nvCxnSpPr>
        <p:spPr>
          <a:xfrm flipV="1">
            <a:off x="7059705" y="2854707"/>
            <a:ext cx="0" cy="248437"/>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45" name="Object29">
            <a:extLst>
              <a:ext uri="{FF2B5EF4-FFF2-40B4-BE49-F238E27FC236}">
                <a16:creationId xmlns:a16="http://schemas.microsoft.com/office/drawing/2014/main" id="{A484B5B4-6121-E94A-B1B2-37F51BF2400B}"/>
              </a:ext>
            </a:extLst>
          </p:cNvPr>
          <p:cNvSpPr/>
          <p:nvPr/>
        </p:nvSpPr>
        <p:spPr>
          <a:xfrm>
            <a:off x="6835028" y="2845127"/>
            <a:ext cx="1595717" cy="267596"/>
          </a:xfrm>
          <a:prstGeom prst="rect">
            <a:avLst/>
          </a:prstGeom>
          <a:ln w="12700">
            <a:miter lim="400000"/>
          </a:ln>
        </p:spPr>
        <p:txBody>
          <a:bodyPr wrap="none" lIns="25400" tIns="25400" rIns="25400" bIns="25400" anchor="ctr">
            <a:noAutofit/>
          </a:bodyPr>
          <a:lstStyle/>
          <a:p>
            <a:pPr algn="ctr" defTabSz="1219169" hangingPunct="0"/>
            <a:r>
              <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Design</a:t>
            </a:r>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token</a:t>
            </a:r>
            <a:endParaRPr lang="zh-CN" altLang="en-US" sz="7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7" name="矩形: 圆角 114">
            <a:extLst>
              <a:ext uri="{FF2B5EF4-FFF2-40B4-BE49-F238E27FC236}">
                <a16:creationId xmlns:a16="http://schemas.microsoft.com/office/drawing/2014/main" id="{ECDE8F04-F012-5745-AA1D-DD724CCDA0B9}"/>
              </a:ext>
            </a:extLst>
          </p:cNvPr>
          <p:cNvSpPr/>
          <p:nvPr/>
        </p:nvSpPr>
        <p:spPr>
          <a:xfrm>
            <a:off x="3290047" y="3150252"/>
            <a:ext cx="7539317" cy="103408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8" name="Object29">
            <a:extLst>
              <a:ext uri="{FF2B5EF4-FFF2-40B4-BE49-F238E27FC236}">
                <a16:creationId xmlns:a16="http://schemas.microsoft.com/office/drawing/2014/main" id="{30EE1289-185A-A443-B8AD-D96BFF45A8AD}"/>
              </a:ext>
            </a:extLst>
          </p:cNvPr>
          <p:cNvSpPr/>
          <p:nvPr/>
        </p:nvSpPr>
        <p:spPr>
          <a:xfrm>
            <a:off x="6261847" y="3267055"/>
            <a:ext cx="1595717" cy="26759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元素库（视觉最小单位）</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9" name="矩形: 圆角 114">
            <a:extLst>
              <a:ext uri="{FF2B5EF4-FFF2-40B4-BE49-F238E27FC236}">
                <a16:creationId xmlns:a16="http://schemas.microsoft.com/office/drawing/2014/main" id="{CA925DDA-8C7F-D44C-9458-70F58E1D6029}"/>
              </a:ext>
            </a:extLst>
          </p:cNvPr>
          <p:cNvSpPr/>
          <p:nvPr/>
        </p:nvSpPr>
        <p:spPr>
          <a:xfrm>
            <a:off x="3495977"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0" name="Object60">
            <a:extLst>
              <a:ext uri="{FF2B5EF4-FFF2-40B4-BE49-F238E27FC236}">
                <a16:creationId xmlns:a16="http://schemas.microsoft.com/office/drawing/2014/main" id="{A04EF182-6B59-6C47-99A1-3399C72EEFF6}"/>
              </a:ext>
            </a:extLst>
          </p:cNvPr>
          <p:cNvSpPr/>
          <p:nvPr/>
        </p:nvSpPr>
        <p:spPr>
          <a:xfrm>
            <a:off x="3618924" y="3698179"/>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图层</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1" name="矩形: 圆角 114">
            <a:extLst>
              <a:ext uri="{FF2B5EF4-FFF2-40B4-BE49-F238E27FC236}">
                <a16:creationId xmlns:a16="http://schemas.microsoft.com/office/drawing/2014/main" id="{18993998-5910-E64F-A055-43401AEB1586}"/>
              </a:ext>
            </a:extLst>
          </p:cNvPr>
          <p:cNvSpPr/>
          <p:nvPr/>
        </p:nvSpPr>
        <p:spPr>
          <a:xfrm>
            <a:off x="5298583"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2" name="Object60">
            <a:extLst>
              <a:ext uri="{FF2B5EF4-FFF2-40B4-BE49-F238E27FC236}">
                <a16:creationId xmlns:a16="http://schemas.microsoft.com/office/drawing/2014/main" id="{B03969C4-75CC-B744-B1CA-9F45256658FB}"/>
              </a:ext>
            </a:extLst>
          </p:cNvPr>
          <p:cNvSpPr/>
          <p:nvPr/>
        </p:nvSpPr>
        <p:spPr>
          <a:xfrm>
            <a:off x="5421530" y="3698179"/>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文本</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3" name="矩形: 圆角 114">
            <a:extLst>
              <a:ext uri="{FF2B5EF4-FFF2-40B4-BE49-F238E27FC236}">
                <a16:creationId xmlns:a16="http://schemas.microsoft.com/office/drawing/2014/main" id="{5ED71E8B-84C7-4444-ABC2-C4FF9D1B2C15}"/>
              </a:ext>
            </a:extLst>
          </p:cNvPr>
          <p:cNvSpPr/>
          <p:nvPr/>
        </p:nvSpPr>
        <p:spPr>
          <a:xfrm>
            <a:off x="7101189"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4" name="Object60">
            <a:extLst>
              <a:ext uri="{FF2B5EF4-FFF2-40B4-BE49-F238E27FC236}">
                <a16:creationId xmlns:a16="http://schemas.microsoft.com/office/drawing/2014/main" id="{06935C8A-F2B0-5241-9A8F-D3C5E47F6B36}"/>
              </a:ext>
            </a:extLst>
          </p:cNvPr>
          <p:cNvSpPr/>
          <p:nvPr/>
        </p:nvSpPr>
        <p:spPr>
          <a:xfrm>
            <a:off x="7224136" y="3698179"/>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直线</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5" name="矩形: 圆角 114">
            <a:extLst>
              <a:ext uri="{FF2B5EF4-FFF2-40B4-BE49-F238E27FC236}">
                <a16:creationId xmlns:a16="http://schemas.microsoft.com/office/drawing/2014/main" id="{A4996906-D43B-3E4C-B3AA-E2C7D1C6A3A2}"/>
              </a:ext>
            </a:extLst>
          </p:cNvPr>
          <p:cNvSpPr/>
          <p:nvPr/>
        </p:nvSpPr>
        <p:spPr>
          <a:xfrm>
            <a:off x="8903796" y="3614893"/>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6" name="Object60">
            <a:extLst>
              <a:ext uri="{FF2B5EF4-FFF2-40B4-BE49-F238E27FC236}">
                <a16:creationId xmlns:a16="http://schemas.microsoft.com/office/drawing/2014/main" id="{639D7722-855E-FA4E-8312-42F51AEB9741}"/>
              </a:ext>
            </a:extLst>
          </p:cNvPr>
          <p:cNvSpPr/>
          <p:nvPr/>
        </p:nvSpPr>
        <p:spPr>
          <a:xfrm>
            <a:off x="9026743" y="3698179"/>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图标</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50" name="直线连接符 249">
            <a:extLst>
              <a:ext uri="{FF2B5EF4-FFF2-40B4-BE49-F238E27FC236}">
                <a16:creationId xmlns:a16="http://schemas.microsoft.com/office/drawing/2014/main" id="{73530C9A-D5CB-2F40-B5D8-2B4754C217EF}"/>
              </a:ext>
            </a:extLst>
          </p:cNvPr>
          <p:cNvCxnSpPr>
            <a:cxnSpLocks/>
          </p:cNvCxnSpPr>
          <p:nvPr/>
        </p:nvCxnSpPr>
        <p:spPr>
          <a:xfrm flipV="1">
            <a:off x="7059705" y="4236969"/>
            <a:ext cx="0" cy="188495"/>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302" name="矩形: 圆角 114">
            <a:extLst>
              <a:ext uri="{FF2B5EF4-FFF2-40B4-BE49-F238E27FC236}">
                <a16:creationId xmlns:a16="http://schemas.microsoft.com/office/drawing/2014/main" id="{27809E45-A3B3-9645-927E-1FEF67569A99}"/>
              </a:ext>
            </a:extLst>
          </p:cNvPr>
          <p:cNvSpPr/>
          <p:nvPr/>
        </p:nvSpPr>
        <p:spPr>
          <a:xfrm>
            <a:off x="3290047" y="4459990"/>
            <a:ext cx="7539317" cy="103408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3" name="Object29">
            <a:extLst>
              <a:ext uri="{FF2B5EF4-FFF2-40B4-BE49-F238E27FC236}">
                <a16:creationId xmlns:a16="http://schemas.microsoft.com/office/drawing/2014/main" id="{C18CFCA9-40A3-9A42-9BF7-9B7DC332FF2F}"/>
              </a:ext>
            </a:extLst>
          </p:cNvPr>
          <p:cNvSpPr/>
          <p:nvPr/>
        </p:nvSpPr>
        <p:spPr>
          <a:xfrm>
            <a:off x="6261847" y="4576793"/>
            <a:ext cx="1595717" cy="26759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元件库（交互最小单位）</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5" name="矩形: 圆角 114">
            <a:extLst>
              <a:ext uri="{FF2B5EF4-FFF2-40B4-BE49-F238E27FC236}">
                <a16:creationId xmlns:a16="http://schemas.microsoft.com/office/drawing/2014/main" id="{7F5621BA-EE84-4845-9F81-4F0D8A6B1000}"/>
              </a:ext>
            </a:extLst>
          </p:cNvPr>
          <p:cNvSpPr/>
          <p:nvPr/>
        </p:nvSpPr>
        <p:spPr>
          <a:xfrm>
            <a:off x="3495977"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6" name="Object60">
            <a:extLst>
              <a:ext uri="{FF2B5EF4-FFF2-40B4-BE49-F238E27FC236}">
                <a16:creationId xmlns:a16="http://schemas.microsoft.com/office/drawing/2014/main" id="{3477F69B-D3FD-A84A-871A-A69188FBBEB9}"/>
              </a:ext>
            </a:extLst>
          </p:cNvPr>
          <p:cNvSpPr/>
          <p:nvPr/>
        </p:nvSpPr>
        <p:spPr>
          <a:xfrm>
            <a:off x="3618924" y="5007918"/>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常规态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3" name="矩形: 圆角 114">
            <a:extLst>
              <a:ext uri="{FF2B5EF4-FFF2-40B4-BE49-F238E27FC236}">
                <a16:creationId xmlns:a16="http://schemas.microsoft.com/office/drawing/2014/main" id="{47C6F8AD-CDA8-F346-B257-391EFB49D98E}"/>
              </a:ext>
            </a:extLst>
          </p:cNvPr>
          <p:cNvSpPr/>
          <p:nvPr/>
        </p:nvSpPr>
        <p:spPr>
          <a:xfrm>
            <a:off x="5298583"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4" name="Object60">
            <a:extLst>
              <a:ext uri="{FF2B5EF4-FFF2-40B4-BE49-F238E27FC236}">
                <a16:creationId xmlns:a16="http://schemas.microsoft.com/office/drawing/2014/main" id="{6235A28D-51E5-C845-AE02-61D3BBECE83A}"/>
              </a:ext>
            </a:extLst>
          </p:cNvPr>
          <p:cNvSpPr/>
          <p:nvPr/>
        </p:nvSpPr>
        <p:spPr>
          <a:xfrm>
            <a:off x="5421530" y="5007918"/>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悬浮态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1" name="矩形: 圆角 114">
            <a:extLst>
              <a:ext uri="{FF2B5EF4-FFF2-40B4-BE49-F238E27FC236}">
                <a16:creationId xmlns:a16="http://schemas.microsoft.com/office/drawing/2014/main" id="{1AF7D483-CF1C-404A-A281-7EC3F2B92C9D}"/>
              </a:ext>
            </a:extLst>
          </p:cNvPr>
          <p:cNvSpPr/>
          <p:nvPr/>
        </p:nvSpPr>
        <p:spPr>
          <a:xfrm>
            <a:off x="7101189"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2" name="Object60">
            <a:extLst>
              <a:ext uri="{FF2B5EF4-FFF2-40B4-BE49-F238E27FC236}">
                <a16:creationId xmlns:a16="http://schemas.microsoft.com/office/drawing/2014/main" id="{594797A8-4AF5-8249-97ED-A6DA4421C950}"/>
              </a:ext>
            </a:extLst>
          </p:cNvPr>
          <p:cNvSpPr/>
          <p:nvPr/>
        </p:nvSpPr>
        <p:spPr>
          <a:xfrm>
            <a:off x="7224136" y="5007918"/>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选中态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9" name="矩形: 圆角 114">
            <a:extLst>
              <a:ext uri="{FF2B5EF4-FFF2-40B4-BE49-F238E27FC236}">
                <a16:creationId xmlns:a16="http://schemas.microsoft.com/office/drawing/2014/main" id="{A1DFF986-C967-784D-A102-3442977E8C77}"/>
              </a:ext>
            </a:extLst>
          </p:cNvPr>
          <p:cNvSpPr/>
          <p:nvPr/>
        </p:nvSpPr>
        <p:spPr>
          <a:xfrm>
            <a:off x="8903796" y="4924632"/>
            <a:ext cx="1719638" cy="35850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0" name="Object60">
            <a:extLst>
              <a:ext uri="{FF2B5EF4-FFF2-40B4-BE49-F238E27FC236}">
                <a16:creationId xmlns:a16="http://schemas.microsoft.com/office/drawing/2014/main" id="{76BF0A17-96AE-5A40-ABCF-980B12662DA3}"/>
              </a:ext>
            </a:extLst>
          </p:cNvPr>
          <p:cNvSpPr/>
          <p:nvPr/>
        </p:nvSpPr>
        <p:spPr>
          <a:xfrm>
            <a:off x="9026743" y="5007918"/>
            <a:ext cx="1321543" cy="191933"/>
          </a:xfrm>
          <a:prstGeom prst="rect">
            <a:avLst/>
          </a:prstGeom>
          <a:noFill/>
          <a:ln/>
        </p:spPr>
        <p:txBody>
          <a:bodyPr wrap="square" lIns="0" tIns="0" rIns="0" bIns="0" rtlCol="0" anchor="t">
            <a:normAutofit/>
          </a:bodyPr>
          <a:lstStyle/>
          <a:p>
            <a:pPr algn="ctr" defTabSz="731520">
              <a:lnSpc>
                <a:spcPct val="120000"/>
              </a:lnSpc>
            </a:pPr>
            <a:r>
              <a:rPr lang="en-US" sz="110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禁用态</a:t>
            </a:r>
            <a:endParaRPr lang="en-US" sz="11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17" name="直线连接符 316">
            <a:extLst>
              <a:ext uri="{FF2B5EF4-FFF2-40B4-BE49-F238E27FC236}">
                <a16:creationId xmlns:a16="http://schemas.microsoft.com/office/drawing/2014/main" id="{D6C18690-518E-BE4A-A43C-E362EA16E480}"/>
              </a:ext>
            </a:extLst>
          </p:cNvPr>
          <p:cNvCxnSpPr>
            <a:cxnSpLocks/>
          </p:cNvCxnSpPr>
          <p:nvPr/>
        </p:nvCxnSpPr>
        <p:spPr>
          <a:xfrm flipV="1">
            <a:off x="7059705" y="5523909"/>
            <a:ext cx="0" cy="194762"/>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318" name="矩形: 圆角 114">
            <a:extLst>
              <a:ext uri="{FF2B5EF4-FFF2-40B4-BE49-F238E27FC236}">
                <a16:creationId xmlns:a16="http://schemas.microsoft.com/office/drawing/2014/main" id="{9C54A6DD-6BF8-E542-9238-41A9051B7428}"/>
              </a:ext>
            </a:extLst>
          </p:cNvPr>
          <p:cNvSpPr/>
          <p:nvPr/>
        </p:nvSpPr>
        <p:spPr>
          <a:xfrm>
            <a:off x="3248562" y="5731002"/>
            <a:ext cx="7580802" cy="613354"/>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9" name="Object29">
            <a:extLst>
              <a:ext uri="{FF2B5EF4-FFF2-40B4-BE49-F238E27FC236}">
                <a16:creationId xmlns:a16="http://schemas.microsoft.com/office/drawing/2014/main" id="{75AF01F5-A144-4D48-B161-27E20D27A335}"/>
              </a:ext>
            </a:extLst>
          </p:cNvPr>
          <p:cNvSpPr/>
          <p:nvPr/>
        </p:nvSpPr>
        <p:spPr>
          <a:xfrm>
            <a:off x="6220362" y="5958318"/>
            <a:ext cx="1595717" cy="158721"/>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组件库</a:t>
            </a:r>
            <a:endParaRPr lang="zh-CN" altLang="en-US" sz="10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320" name="直线连接符 319">
            <a:extLst>
              <a:ext uri="{FF2B5EF4-FFF2-40B4-BE49-F238E27FC236}">
                <a16:creationId xmlns:a16="http://schemas.microsoft.com/office/drawing/2014/main" id="{D15CE800-C85C-1B43-96BA-DF2F6C11C521}"/>
              </a:ext>
            </a:extLst>
          </p:cNvPr>
          <p:cNvCxnSpPr>
            <a:cxnSpLocks/>
          </p:cNvCxnSpPr>
          <p:nvPr/>
        </p:nvCxnSpPr>
        <p:spPr>
          <a:xfrm flipH="1">
            <a:off x="2777067" y="4977032"/>
            <a:ext cx="36026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322" name="直线连接符 321">
            <a:extLst>
              <a:ext uri="{FF2B5EF4-FFF2-40B4-BE49-F238E27FC236}">
                <a16:creationId xmlns:a16="http://schemas.microsoft.com/office/drawing/2014/main" id="{B87676B3-5E95-AE4B-8656-3E6C73EC646F}"/>
              </a:ext>
            </a:extLst>
          </p:cNvPr>
          <p:cNvCxnSpPr>
            <a:cxnSpLocks/>
          </p:cNvCxnSpPr>
          <p:nvPr/>
        </p:nvCxnSpPr>
        <p:spPr>
          <a:xfrm flipH="1">
            <a:off x="2777067" y="3667294"/>
            <a:ext cx="36026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323" name="直线连接符 322">
            <a:extLst>
              <a:ext uri="{FF2B5EF4-FFF2-40B4-BE49-F238E27FC236}">
                <a16:creationId xmlns:a16="http://schemas.microsoft.com/office/drawing/2014/main" id="{83770510-15F3-F642-8118-3F7AEE97F0BF}"/>
              </a:ext>
            </a:extLst>
          </p:cNvPr>
          <p:cNvCxnSpPr>
            <a:cxnSpLocks/>
          </p:cNvCxnSpPr>
          <p:nvPr/>
        </p:nvCxnSpPr>
        <p:spPr>
          <a:xfrm flipH="1">
            <a:off x="2777067" y="2423668"/>
            <a:ext cx="36026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340" name="矩形: 圆角 114">
            <a:extLst>
              <a:ext uri="{FF2B5EF4-FFF2-40B4-BE49-F238E27FC236}">
                <a16:creationId xmlns:a16="http://schemas.microsoft.com/office/drawing/2014/main" id="{1E7B2733-C557-5A4E-88C6-CFFFD0E2686B}"/>
              </a:ext>
            </a:extLst>
          </p:cNvPr>
          <p:cNvSpPr/>
          <p:nvPr/>
        </p:nvSpPr>
        <p:spPr>
          <a:xfrm>
            <a:off x="1362338" y="1739987"/>
            <a:ext cx="1294016" cy="4604363"/>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1" name="Object29">
            <a:extLst>
              <a:ext uri="{FF2B5EF4-FFF2-40B4-BE49-F238E27FC236}">
                <a16:creationId xmlns:a16="http://schemas.microsoft.com/office/drawing/2014/main" id="{30375ED9-7216-4C44-A15F-6CC72CBC56C2}"/>
              </a:ext>
            </a:extLst>
          </p:cNvPr>
          <p:cNvSpPr/>
          <p:nvPr/>
        </p:nvSpPr>
        <p:spPr>
          <a:xfrm>
            <a:off x="1197208" y="3235242"/>
            <a:ext cx="1595717" cy="1309739"/>
          </a:xfrm>
          <a:prstGeom prst="rect">
            <a:avLst/>
          </a:prstGeom>
          <a:ln w="12700">
            <a:miter lim="400000"/>
          </a:ln>
        </p:spPr>
        <p:txBody>
          <a:bodyPr vert="eaVert" wrap="none" lIns="25400" tIns="25400" rIns="25400" bIns="25400" anchor="ctr">
            <a:noAutofit/>
          </a:bodyPr>
          <a:lstStyle/>
          <a:p>
            <a:pPr algn="ctr" defTabSz="1219169" hangingPunct="0"/>
            <a:r>
              <a:rPr lang="zh-CN" altLang="en-US" sz="2400" kern="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设计语言</a:t>
            </a:r>
            <a:endParaRPr lang="zh-CN" altLang="en-US" sz="1600" kern="0" dirty="0">
              <a:solidFill>
                <a:schemeClr val="accent1">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圆: 空心 3">
            <a:extLst>
              <a:ext uri="{FF2B5EF4-FFF2-40B4-BE49-F238E27FC236}">
                <a16:creationId xmlns:a16="http://schemas.microsoft.com/office/drawing/2014/main" id="{9CA73FE4-19AA-0AE3-4844-03640A8FF695}"/>
              </a:ext>
            </a:extLst>
          </p:cNvPr>
          <p:cNvSpPr/>
          <p:nvPr/>
        </p:nvSpPr>
        <p:spPr>
          <a:xfrm>
            <a:off x="11299532" y="2072507"/>
            <a:ext cx="1015732" cy="1015732"/>
          </a:xfrm>
          <a:prstGeom prst="donut">
            <a:avLst/>
          </a:prstGeom>
          <a:gradFill flip="none" rotWithShape="1">
            <a:gsLst>
              <a:gs pos="0">
                <a:schemeClr val="accent1">
                  <a:alpha val="40000"/>
                </a:schemeClr>
              </a:gs>
              <a:gs pos="100000">
                <a:schemeClr val="accent1">
                  <a:lumMod val="50000"/>
                  <a:alpha val="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文本框 4">
            <a:extLst>
              <a:ext uri="{FF2B5EF4-FFF2-40B4-BE49-F238E27FC236}">
                <a16:creationId xmlns:a16="http://schemas.microsoft.com/office/drawing/2014/main" id="{65A77D0F-7F8D-372C-A4EE-559F2479056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33C5550E-7143-017E-ED0A-275D568529B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EE581C41-EB77-E65D-ADEE-EDDA9862D3F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55289351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矩形: 圆角 114">
            <a:extLst>
              <a:ext uri="{FF2B5EF4-FFF2-40B4-BE49-F238E27FC236}">
                <a16:creationId xmlns:a16="http://schemas.microsoft.com/office/drawing/2014/main" id="{B8DE378D-5B85-0C40-842E-2B7B16793930}"/>
              </a:ext>
            </a:extLst>
          </p:cNvPr>
          <p:cNvSpPr/>
          <p:nvPr/>
        </p:nvSpPr>
        <p:spPr>
          <a:xfrm flipH="1">
            <a:off x="6515663" y="1595753"/>
            <a:ext cx="4713016" cy="4479123"/>
          </a:xfrm>
          <a:prstGeom prst="roundRect">
            <a:avLst>
              <a:gd name="adj" fmla="val 2463"/>
            </a:avLst>
          </a:prstGeom>
          <a:gradFill>
            <a:gsLst>
              <a:gs pos="0">
                <a:schemeClr val="accent1">
                  <a:alpha val="0"/>
                </a:schemeClr>
              </a:gs>
              <a:gs pos="100000">
                <a:schemeClr val="accent1">
                  <a:alpha val="37000"/>
                </a:schemeClr>
              </a:gs>
            </a:gsLst>
            <a:lin ang="0" scaled="1"/>
          </a:gradFill>
          <a:ln w="12700">
            <a:gradFill flip="none" rotWithShape="1">
              <a:gsLst>
                <a:gs pos="0">
                  <a:schemeClr val="accent1">
                    <a:alpha val="0"/>
                  </a:schemeClr>
                </a:gs>
                <a:gs pos="100000">
                  <a:schemeClr val="accent1"/>
                </a:gs>
              </a:gsLst>
              <a:lin ang="0" scaled="1"/>
              <a:tileRect/>
            </a:gra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114">
            <a:extLst>
              <a:ext uri="{FF2B5EF4-FFF2-40B4-BE49-F238E27FC236}">
                <a16:creationId xmlns:a16="http://schemas.microsoft.com/office/drawing/2014/main" id="{9EB174AB-7D76-2546-8F39-22E5803E19C8}"/>
              </a:ext>
            </a:extLst>
          </p:cNvPr>
          <p:cNvSpPr/>
          <p:nvPr/>
        </p:nvSpPr>
        <p:spPr>
          <a:xfrm>
            <a:off x="963322" y="1595753"/>
            <a:ext cx="4713016" cy="4479123"/>
          </a:xfrm>
          <a:prstGeom prst="roundRect">
            <a:avLst>
              <a:gd name="adj" fmla="val 2700"/>
            </a:avLst>
          </a:prstGeom>
          <a:gradFill>
            <a:gsLst>
              <a:gs pos="0">
                <a:schemeClr val="accent1">
                  <a:alpha val="0"/>
                </a:schemeClr>
              </a:gs>
              <a:gs pos="100000">
                <a:schemeClr val="accent1">
                  <a:alpha val="37000"/>
                </a:schemeClr>
              </a:gs>
            </a:gsLst>
            <a:lin ang="0" scaled="1"/>
          </a:gradFill>
          <a:ln w="12700">
            <a:gradFill flip="none" rotWithShape="1">
              <a:gsLst>
                <a:gs pos="0">
                  <a:schemeClr val="accent1">
                    <a:alpha val="0"/>
                  </a:schemeClr>
                </a:gs>
                <a:gs pos="100000">
                  <a:schemeClr val="accent1"/>
                </a:gs>
              </a:gsLst>
              <a:lin ang="0" scaled="1"/>
              <a:tileRect/>
            </a:gra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3" name="矩形: 圆角 114">
            <a:extLst>
              <a:ext uri="{FF2B5EF4-FFF2-40B4-BE49-F238E27FC236}">
                <a16:creationId xmlns:a16="http://schemas.microsoft.com/office/drawing/2014/main" id="{E57B9D29-E634-0342-A37C-CBFFBCD26A2C}"/>
              </a:ext>
            </a:extLst>
          </p:cNvPr>
          <p:cNvSpPr/>
          <p:nvPr/>
        </p:nvSpPr>
        <p:spPr>
          <a:xfrm>
            <a:off x="6773116" y="4898129"/>
            <a:ext cx="4150609" cy="947777"/>
          </a:xfrm>
          <a:prstGeom prst="roundRect">
            <a:avLst>
              <a:gd name="adj" fmla="val 10637"/>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114">
            <a:extLst>
              <a:ext uri="{FF2B5EF4-FFF2-40B4-BE49-F238E27FC236}">
                <a16:creationId xmlns:a16="http://schemas.microsoft.com/office/drawing/2014/main" id="{6ECA7723-AF4F-0543-93BC-8864E96B9D92}"/>
              </a:ext>
            </a:extLst>
          </p:cNvPr>
          <p:cNvSpPr/>
          <p:nvPr/>
        </p:nvSpPr>
        <p:spPr>
          <a:xfrm>
            <a:off x="1820968" y="1868516"/>
            <a:ext cx="2997724" cy="444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60">
            <a:extLst>
              <a:ext uri="{FF2B5EF4-FFF2-40B4-BE49-F238E27FC236}">
                <a16:creationId xmlns:a16="http://schemas.microsoft.com/office/drawing/2014/main" id="{F5037886-247F-2649-895A-E7C1F270202C}"/>
              </a:ext>
            </a:extLst>
          </p:cNvPr>
          <p:cNvSpPr/>
          <p:nvPr/>
        </p:nvSpPr>
        <p:spPr>
          <a:xfrm>
            <a:off x="2167954" y="1952267"/>
            <a:ext cx="2303752" cy="276999"/>
          </a:xfrm>
          <a:prstGeom prst="rect">
            <a:avLst/>
          </a:prstGeom>
          <a:noFill/>
          <a:ln/>
        </p:spPr>
        <p:txBody>
          <a:bodyPr wrap="square" lIns="0" tIns="0" rIns="0" bIns="0" rtlCol="0" anchor="t">
            <a:spAutoFit/>
          </a:bodyPr>
          <a:lstStyle/>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触底涉及整个服务周期</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圆角 114">
            <a:extLst>
              <a:ext uri="{FF2B5EF4-FFF2-40B4-BE49-F238E27FC236}">
                <a16:creationId xmlns:a16="http://schemas.microsoft.com/office/drawing/2014/main" id="{D62C2095-CA09-124A-BE9A-7725FCA4581C}"/>
              </a:ext>
            </a:extLst>
          </p:cNvPr>
          <p:cNvSpPr/>
          <p:nvPr/>
        </p:nvSpPr>
        <p:spPr>
          <a:xfrm>
            <a:off x="1244526" y="2466750"/>
            <a:ext cx="4150609" cy="1034084"/>
          </a:xfrm>
          <a:prstGeom prst="roundRect">
            <a:avLst>
              <a:gd name="adj" fmla="val 11140"/>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29">
            <a:extLst>
              <a:ext uri="{FF2B5EF4-FFF2-40B4-BE49-F238E27FC236}">
                <a16:creationId xmlns:a16="http://schemas.microsoft.com/office/drawing/2014/main" id="{1B60EBAC-23E4-5749-9127-CA5C06C1712A}"/>
              </a:ext>
            </a:extLst>
          </p:cNvPr>
          <p:cNvSpPr/>
          <p:nvPr/>
        </p:nvSpPr>
        <p:spPr>
          <a:xfrm>
            <a:off x="1435276" y="2849994"/>
            <a:ext cx="554567" cy="26759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售前</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3" name="矩形: 圆角 114">
            <a:extLst>
              <a:ext uri="{FF2B5EF4-FFF2-40B4-BE49-F238E27FC236}">
                <a16:creationId xmlns:a16="http://schemas.microsoft.com/office/drawing/2014/main" id="{E0239BB3-BFB3-C24D-9078-07623563548D}"/>
              </a:ext>
            </a:extLst>
          </p:cNvPr>
          <p:cNvSpPr/>
          <p:nvPr/>
        </p:nvSpPr>
        <p:spPr>
          <a:xfrm>
            <a:off x="2080830" y="2679508"/>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Object60">
            <a:extLst>
              <a:ext uri="{FF2B5EF4-FFF2-40B4-BE49-F238E27FC236}">
                <a16:creationId xmlns:a16="http://schemas.microsoft.com/office/drawing/2014/main" id="{ED947F1B-E06A-6E4D-A59E-B2D8F6015D9B}"/>
              </a:ext>
            </a:extLst>
          </p:cNvPr>
          <p:cNvSpPr/>
          <p:nvPr/>
        </p:nvSpPr>
        <p:spPr>
          <a:xfrm>
            <a:off x="2194326" y="2903001"/>
            <a:ext cx="753535" cy="161582"/>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客户接触</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114">
            <a:extLst>
              <a:ext uri="{FF2B5EF4-FFF2-40B4-BE49-F238E27FC236}">
                <a16:creationId xmlns:a16="http://schemas.microsoft.com/office/drawing/2014/main" id="{74DA001A-3CDF-DE42-8AC4-DFE738B261A2}"/>
              </a:ext>
            </a:extLst>
          </p:cNvPr>
          <p:cNvSpPr/>
          <p:nvPr/>
        </p:nvSpPr>
        <p:spPr>
          <a:xfrm>
            <a:off x="3152344" y="2679508"/>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Object60">
            <a:extLst>
              <a:ext uri="{FF2B5EF4-FFF2-40B4-BE49-F238E27FC236}">
                <a16:creationId xmlns:a16="http://schemas.microsoft.com/office/drawing/2014/main" id="{D5456835-6135-A744-8709-49C58CFF752C}"/>
              </a:ext>
            </a:extLst>
          </p:cNvPr>
          <p:cNvSpPr/>
          <p:nvPr/>
        </p:nvSpPr>
        <p:spPr>
          <a:xfrm>
            <a:off x="3265840" y="2903001"/>
            <a:ext cx="753535" cy="161582"/>
          </a:xfrm>
          <a:prstGeom prst="rect">
            <a:avLst/>
          </a:prstGeom>
          <a:noFill/>
          <a:ln/>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项目投标</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圆角 114">
            <a:extLst>
              <a:ext uri="{FF2B5EF4-FFF2-40B4-BE49-F238E27FC236}">
                <a16:creationId xmlns:a16="http://schemas.microsoft.com/office/drawing/2014/main" id="{D76DE999-49A4-C246-A4E9-32938D287FE9}"/>
              </a:ext>
            </a:extLst>
          </p:cNvPr>
          <p:cNvSpPr/>
          <p:nvPr/>
        </p:nvSpPr>
        <p:spPr>
          <a:xfrm>
            <a:off x="4223857" y="2679508"/>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Object60">
            <a:extLst>
              <a:ext uri="{FF2B5EF4-FFF2-40B4-BE49-F238E27FC236}">
                <a16:creationId xmlns:a16="http://schemas.microsoft.com/office/drawing/2014/main" id="{E8F4581A-AC28-C847-9FCF-81A4BDED85F4}"/>
              </a:ext>
            </a:extLst>
          </p:cNvPr>
          <p:cNvSpPr/>
          <p:nvPr/>
        </p:nvSpPr>
        <p:spPr>
          <a:xfrm>
            <a:off x="4337353" y="2903001"/>
            <a:ext cx="753535" cy="161582"/>
          </a:xfrm>
          <a:prstGeom prst="rect">
            <a:avLst/>
          </a:prstGeom>
          <a:noFill/>
          <a:ln/>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签订合同</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114">
            <a:extLst>
              <a:ext uri="{FF2B5EF4-FFF2-40B4-BE49-F238E27FC236}">
                <a16:creationId xmlns:a16="http://schemas.microsoft.com/office/drawing/2014/main" id="{DA5BEC5A-C432-0A4C-9F5B-F753C52877C6}"/>
              </a:ext>
            </a:extLst>
          </p:cNvPr>
          <p:cNvSpPr/>
          <p:nvPr/>
        </p:nvSpPr>
        <p:spPr>
          <a:xfrm>
            <a:off x="1244526" y="3617853"/>
            <a:ext cx="4150609" cy="1034084"/>
          </a:xfrm>
          <a:prstGeom prst="roundRect">
            <a:avLst>
              <a:gd name="adj" fmla="val 745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29">
            <a:extLst>
              <a:ext uri="{FF2B5EF4-FFF2-40B4-BE49-F238E27FC236}">
                <a16:creationId xmlns:a16="http://schemas.microsoft.com/office/drawing/2014/main" id="{392AD4C8-947D-6D4D-8A8E-0333E25FA045}"/>
              </a:ext>
            </a:extLst>
          </p:cNvPr>
          <p:cNvSpPr/>
          <p:nvPr/>
        </p:nvSpPr>
        <p:spPr>
          <a:xfrm>
            <a:off x="1435276" y="4001097"/>
            <a:ext cx="554567" cy="26759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售中</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6" name="矩形: 圆角 114">
            <a:extLst>
              <a:ext uri="{FF2B5EF4-FFF2-40B4-BE49-F238E27FC236}">
                <a16:creationId xmlns:a16="http://schemas.microsoft.com/office/drawing/2014/main" id="{FD4C2A6E-E9DB-434E-A53E-5A3721956F9C}"/>
              </a:ext>
            </a:extLst>
          </p:cNvPr>
          <p:cNvSpPr/>
          <p:nvPr/>
        </p:nvSpPr>
        <p:spPr>
          <a:xfrm>
            <a:off x="2080830" y="3830611"/>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60">
            <a:extLst>
              <a:ext uri="{FF2B5EF4-FFF2-40B4-BE49-F238E27FC236}">
                <a16:creationId xmlns:a16="http://schemas.microsoft.com/office/drawing/2014/main" id="{1B8C6710-F0A7-794B-B709-9BD5537275FB}"/>
              </a:ext>
            </a:extLst>
          </p:cNvPr>
          <p:cNvSpPr/>
          <p:nvPr/>
        </p:nvSpPr>
        <p:spPr>
          <a:xfrm>
            <a:off x="2194326" y="4054104"/>
            <a:ext cx="753535" cy="161582"/>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业务接触</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114">
            <a:extLst>
              <a:ext uri="{FF2B5EF4-FFF2-40B4-BE49-F238E27FC236}">
                <a16:creationId xmlns:a16="http://schemas.microsoft.com/office/drawing/2014/main" id="{49210809-5F5D-0542-A92B-6ECCC669E08B}"/>
              </a:ext>
            </a:extLst>
          </p:cNvPr>
          <p:cNvSpPr/>
          <p:nvPr/>
        </p:nvSpPr>
        <p:spPr>
          <a:xfrm>
            <a:off x="3152344" y="3830611"/>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60">
            <a:extLst>
              <a:ext uri="{FF2B5EF4-FFF2-40B4-BE49-F238E27FC236}">
                <a16:creationId xmlns:a16="http://schemas.microsoft.com/office/drawing/2014/main" id="{DC9EA94B-56CF-0D44-A352-2603482CD655}"/>
              </a:ext>
            </a:extLst>
          </p:cNvPr>
          <p:cNvSpPr/>
          <p:nvPr/>
        </p:nvSpPr>
        <p:spPr>
          <a:xfrm>
            <a:off x="3265840" y="4054104"/>
            <a:ext cx="753535" cy="161582"/>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产品研发</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矩形: 圆角 114">
            <a:extLst>
              <a:ext uri="{FF2B5EF4-FFF2-40B4-BE49-F238E27FC236}">
                <a16:creationId xmlns:a16="http://schemas.microsoft.com/office/drawing/2014/main" id="{26640D22-BB74-4B4E-9020-3578FF1F994F}"/>
              </a:ext>
            </a:extLst>
          </p:cNvPr>
          <p:cNvSpPr/>
          <p:nvPr/>
        </p:nvSpPr>
        <p:spPr>
          <a:xfrm>
            <a:off x="4223857" y="3830611"/>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60">
            <a:extLst>
              <a:ext uri="{FF2B5EF4-FFF2-40B4-BE49-F238E27FC236}">
                <a16:creationId xmlns:a16="http://schemas.microsoft.com/office/drawing/2014/main" id="{20C7F67D-51C2-EB4A-9763-925FA91363D6}"/>
              </a:ext>
            </a:extLst>
          </p:cNvPr>
          <p:cNvSpPr/>
          <p:nvPr/>
        </p:nvSpPr>
        <p:spPr>
          <a:xfrm>
            <a:off x="4337353" y="4054104"/>
            <a:ext cx="753535" cy="161582"/>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测试上线</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矩形: 圆角 114">
            <a:extLst>
              <a:ext uri="{FF2B5EF4-FFF2-40B4-BE49-F238E27FC236}">
                <a16:creationId xmlns:a16="http://schemas.microsoft.com/office/drawing/2014/main" id="{50C15A22-98BB-1941-885C-7D7BB8E8493B}"/>
              </a:ext>
            </a:extLst>
          </p:cNvPr>
          <p:cNvSpPr/>
          <p:nvPr/>
        </p:nvSpPr>
        <p:spPr>
          <a:xfrm>
            <a:off x="1244526" y="4768957"/>
            <a:ext cx="4150609" cy="1034084"/>
          </a:xfrm>
          <a:prstGeom prst="roundRect">
            <a:avLst>
              <a:gd name="adj" fmla="val 10219"/>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Object29">
            <a:extLst>
              <a:ext uri="{FF2B5EF4-FFF2-40B4-BE49-F238E27FC236}">
                <a16:creationId xmlns:a16="http://schemas.microsoft.com/office/drawing/2014/main" id="{0F7996D8-FACF-0644-AE4D-7F22E40B2CCD}"/>
              </a:ext>
            </a:extLst>
          </p:cNvPr>
          <p:cNvSpPr/>
          <p:nvPr/>
        </p:nvSpPr>
        <p:spPr>
          <a:xfrm>
            <a:off x="1435276" y="5152201"/>
            <a:ext cx="554567" cy="26759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售后</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6" name="矩形: 圆角 114">
            <a:extLst>
              <a:ext uri="{FF2B5EF4-FFF2-40B4-BE49-F238E27FC236}">
                <a16:creationId xmlns:a16="http://schemas.microsoft.com/office/drawing/2014/main" id="{54308BA9-8ACA-924D-B11B-44D2EA2ED4D9}"/>
              </a:ext>
            </a:extLst>
          </p:cNvPr>
          <p:cNvSpPr/>
          <p:nvPr/>
        </p:nvSpPr>
        <p:spPr>
          <a:xfrm>
            <a:off x="2080830" y="4981715"/>
            <a:ext cx="980527" cy="608569"/>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Object60">
            <a:extLst>
              <a:ext uri="{FF2B5EF4-FFF2-40B4-BE49-F238E27FC236}">
                <a16:creationId xmlns:a16="http://schemas.microsoft.com/office/drawing/2014/main" id="{BA43C9C6-49EC-6C43-8ECF-AC71623D59C5}"/>
              </a:ext>
            </a:extLst>
          </p:cNvPr>
          <p:cNvSpPr/>
          <p:nvPr/>
        </p:nvSpPr>
        <p:spPr>
          <a:xfrm>
            <a:off x="2194326" y="5205208"/>
            <a:ext cx="753535" cy="161582"/>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迭代跟进</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圆角 114">
            <a:extLst>
              <a:ext uri="{FF2B5EF4-FFF2-40B4-BE49-F238E27FC236}">
                <a16:creationId xmlns:a16="http://schemas.microsoft.com/office/drawing/2014/main" id="{BD656DC6-EFEE-064D-832D-79AA858573E7}"/>
              </a:ext>
            </a:extLst>
          </p:cNvPr>
          <p:cNvSpPr/>
          <p:nvPr/>
        </p:nvSpPr>
        <p:spPr>
          <a:xfrm>
            <a:off x="3152344" y="4981715"/>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Object60">
            <a:extLst>
              <a:ext uri="{FF2B5EF4-FFF2-40B4-BE49-F238E27FC236}">
                <a16:creationId xmlns:a16="http://schemas.microsoft.com/office/drawing/2014/main" id="{DBD17463-1036-EA42-B501-0EA0A9A187F3}"/>
              </a:ext>
            </a:extLst>
          </p:cNvPr>
          <p:cNvSpPr/>
          <p:nvPr/>
        </p:nvSpPr>
        <p:spPr>
          <a:xfrm>
            <a:off x="3265840" y="5205208"/>
            <a:ext cx="753535" cy="161582"/>
          </a:xfrm>
          <a:prstGeom prst="rect">
            <a:avLst/>
          </a:prstGeom>
          <a:noFill/>
          <a:ln/>
        </p:spPr>
        <p:txBody>
          <a:bodyPr wrap="square" lIns="0" tIns="0" rIns="0" bIns="0" rtlCol="0" anchor="t">
            <a:spAutoFit/>
          </a:bodyPr>
          <a:lstStyle/>
          <a:p>
            <a:pPr algn="ctr" defTabSz="731520"/>
            <a:r>
              <a:rPr lang="en-US" altLang="zh-CN"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矩形: 圆角 114">
            <a:extLst>
              <a:ext uri="{FF2B5EF4-FFF2-40B4-BE49-F238E27FC236}">
                <a16:creationId xmlns:a16="http://schemas.microsoft.com/office/drawing/2014/main" id="{2A37D335-C223-7446-9B52-CBA87A4F1811}"/>
              </a:ext>
            </a:extLst>
          </p:cNvPr>
          <p:cNvSpPr/>
          <p:nvPr/>
        </p:nvSpPr>
        <p:spPr>
          <a:xfrm>
            <a:off x="4223857" y="4981715"/>
            <a:ext cx="980527" cy="608569"/>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Object60">
            <a:extLst>
              <a:ext uri="{FF2B5EF4-FFF2-40B4-BE49-F238E27FC236}">
                <a16:creationId xmlns:a16="http://schemas.microsoft.com/office/drawing/2014/main" id="{0D46FF04-CC1E-4148-831D-0C66683C2F2E}"/>
              </a:ext>
            </a:extLst>
          </p:cNvPr>
          <p:cNvSpPr/>
          <p:nvPr/>
        </p:nvSpPr>
        <p:spPr>
          <a:xfrm>
            <a:off x="4337353" y="5205208"/>
            <a:ext cx="753535" cy="161582"/>
          </a:xfrm>
          <a:prstGeom prst="rect">
            <a:avLst/>
          </a:prstGeom>
          <a:noFill/>
          <a:ln/>
        </p:spPr>
        <p:txBody>
          <a:bodyPr wrap="square" lIns="0" tIns="0" rIns="0" bIns="0" rtlCol="0" anchor="t">
            <a:spAutoFit/>
          </a:bodyPr>
          <a:lstStyle/>
          <a:p>
            <a:pPr algn="ctr" defTabSz="731520"/>
            <a:r>
              <a:rPr lang="en-US" altLang="zh-CN"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3.0</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矩形: 圆角 114">
            <a:extLst>
              <a:ext uri="{FF2B5EF4-FFF2-40B4-BE49-F238E27FC236}">
                <a16:creationId xmlns:a16="http://schemas.microsoft.com/office/drawing/2014/main" id="{5C1ABD24-130D-8746-A3BD-F1AE9834C04F}"/>
              </a:ext>
            </a:extLst>
          </p:cNvPr>
          <p:cNvSpPr/>
          <p:nvPr/>
        </p:nvSpPr>
        <p:spPr>
          <a:xfrm>
            <a:off x="7083877" y="1868516"/>
            <a:ext cx="3576590" cy="444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3" name="Object60">
            <a:extLst>
              <a:ext uri="{FF2B5EF4-FFF2-40B4-BE49-F238E27FC236}">
                <a16:creationId xmlns:a16="http://schemas.microsoft.com/office/drawing/2014/main" id="{D7662E85-40A3-4344-B78D-09CA99D2C445}"/>
              </a:ext>
            </a:extLst>
          </p:cNvPr>
          <p:cNvSpPr/>
          <p:nvPr/>
        </p:nvSpPr>
        <p:spPr>
          <a:xfrm>
            <a:off x="7249929" y="1952267"/>
            <a:ext cx="3244483" cy="276999"/>
          </a:xfrm>
          <a:prstGeom prst="rect">
            <a:avLst/>
          </a:prstGeom>
          <a:noFill/>
          <a:ln/>
        </p:spPr>
        <p:txBody>
          <a:bodyPr wrap="square" lIns="0" tIns="0" rIns="0" bIns="0" rtlCol="0" anchor="t">
            <a:spAutoFit/>
          </a:bodyPr>
          <a:lstStyle/>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寻找</a:t>
            </a:r>
            <a:r>
              <a:rPr lang="en-US" altLang="zh-CN"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重点打磨差异化创新点</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4" name="矩形: 圆角 114">
            <a:extLst>
              <a:ext uri="{FF2B5EF4-FFF2-40B4-BE49-F238E27FC236}">
                <a16:creationId xmlns:a16="http://schemas.microsoft.com/office/drawing/2014/main" id="{4C3E70B9-AE1D-F74B-B1AD-D2DE88516EF3}"/>
              </a:ext>
            </a:extLst>
          </p:cNvPr>
          <p:cNvSpPr/>
          <p:nvPr/>
        </p:nvSpPr>
        <p:spPr>
          <a:xfrm>
            <a:off x="6780815" y="2547055"/>
            <a:ext cx="4150609" cy="2221901"/>
          </a:xfrm>
          <a:prstGeom prst="roundRect">
            <a:avLst>
              <a:gd name="adj" fmla="val 5521"/>
            </a:avLst>
          </a:prstGeom>
          <a:solidFill>
            <a:schemeClr val="bg1"/>
          </a:solidFill>
          <a:ln w="635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5" name="Object29">
            <a:extLst>
              <a:ext uri="{FF2B5EF4-FFF2-40B4-BE49-F238E27FC236}">
                <a16:creationId xmlns:a16="http://schemas.microsoft.com/office/drawing/2014/main" id="{AB3BA766-241C-0B4C-B62D-918ED3DC9F17}"/>
              </a:ext>
            </a:extLst>
          </p:cNvPr>
          <p:cNvSpPr/>
          <p:nvPr/>
        </p:nvSpPr>
        <p:spPr>
          <a:xfrm>
            <a:off x="6780815" y="3524207"/>
            <a:ext cx="554567" cy="26759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重</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6" name="矩形: 圆角 114">
            <a:extLst>
              <a:ext uri="{FF2B5EF4-FFF2-40B4-BE49-F238E27FC236}">
                <a16:creationId xmlns:a16="http://schemas.microsoft.com/office/drawing/2014/main" id="{FDC432DB-EFC9-1641-8599-CE5824EFF1B3}"/>
              </a:ext>
            </a:extLst>
          </p:cNvPr>
          <p:cNvSpPr/>
          <p:nvPr/>
        </p:nvSpPr>
        <p:spPr>
          <a:xfrm>
            <a:off x="7335382" y="2652034"/>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7" name="Object60">
            <a:extLst>
              <a:ext uri="{FF2B5EF4-FFF2-40B4-BE49-F238E27FC236}">
                <a16:creationId xmlns:a16="http://schemas.microsoft.com/office/drawing/2014/main" id="{23CC9C65-83BE-B845-81C7-38589A92CD6C}"/>
              </a:ext>
            </a:extLst>
          </p:cNvPr>
          <p:cNvSpPr/>
          <p:nvPr/>
        </p:nvSpPr>
        <p:spPr>
          <a:xfrm>
            <a:off x="7685651" y="2738228"/>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客户调研</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9" name="矩形: 圆角 114">
            <a:extLst>
              <a:ext uri="{FF2B5EF4-FFF2-40B4-BE49-F238E27FC236}">
                <a16:creationId xmlns:a16="http://schemas.microsoft.com/office/drawing/2014/main" id="{EEB1ADDD-58CC-5D43-9E12-7C54841E97BF}"/>
              </a:ext>
            </a:extLst>
          </p:cNvPr>
          <p:cNvSpPr/>
          <p:nvPr/>
        </p:nvSpPr>
        <p:spPr>
          <a:xfrm>
            <a:off x="7335382" y="3071527"/>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0" name="Object60">
            <a:extLst>
              <a:ext uri="{FF2B5EF4-FFF2-40B4-BE49-F238E27FC236}">
                <a16:creationId xmlns:a16="http://schemas.microsoft.com/office/drawing/2014/main" id="{5988B429-770C-394C-8D1E-05F0E0EBC8D0}"/>
              </a:ext>
            </a:extLst>
          </p:cNvPr>
          <p:cNvSpPr/>
          <p:nvPr/>
        </p:nvSpPr>
        <p:spPr>
          <a:xfrm>
            <a:off x="7685651" y="3157721"/>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设计目标</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2" name="矩形: 圆角 114">
            <a:extLst>
              <a:ext uri="{FF2B5EF4-FFF2-40B4-BE49-F238E27FC236}">
                <a16:creationId xmlns:a16="http://schemas.microsoft.com/office/drawing/2014/main" id="{C6B3DB84-B8D9-A94A-96EA-810C4254C39C}"/>
              </a:ext>
            </a:extLst>
          </p:cNvPr>
          <p:cNvSpPr/>
          <p:nvPr/>
        </p:nvSpPr>
        <p:spPr>
          <a:xfrm>
            <a:off x="7335382" y="3491020"/>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3" name="Object60">
            <a:extLst>
              <a:ext uri="{FF2B5EF4-FFF2-40B4-BE49-F238E27FC236}">
                <a16:creationId xmlns:a16="http://schemas.microsoft.com/office/drawing/2014/main" id="{D737E489-7F2A-494B-A03D-F5FFFC2F514D}"/>
              </a:ext>
            </a:extLst>
          </p:cNvPr>
          <p:cNvSpPr/>
          <p:nvPr/>
        </p:nvSpPr>
        <p:spPr>
          <a:xfrm>
            <a:off x="7685651" y="3577214"/>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版本规划</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5" name="矩形: 圆角 114">
            <a:extLst>
              <a:ext uri="{FF2B5EF4-FFF2-40B4-BE49-F238E27FC236}">
                <a16:creationId xmlns:a16="http://schemas.microsoft.com/office/drawing/2014/main" id="{ED567C6A-9377-F744-8E02-547689B6F81A}"/>
              </a:ext>
            </a:extLst>
          </p:cNvPr>
          <p:cNvSpPr/>
          <p:nvPr/>
        </p:nvSpPr>
        <p:spPr>
          <a:xfrm>
            <a:off x="7335382" y="3910513"/>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6" name="Object60">
            <a:extLst>
              <a:ext uri="{FF2B5EF4-FFF2-40B4-BE49-F238E27FC236}">
                <a16:creationId xmlns:a16="http://schemas.microsoft.com/office/drawing/2014/main" id="{679232BF-2467-F244-8C25-EFB6840CC834}"/>
              </a:ext>
            </a:extLst>
          </p:cNvPr>
          <p:cNvSpPr/>
          <p:nvPr/>
        </p:nvSpPr>
        <p:spPr>
          <a:xfrm>
            <a:off x="7685651" y="3996707"/>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提案</a:t>
            </a:r>
            <a:r>
              <a:rPr lang="en-US" altLang="zh-CN"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demo</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8" name="矩形: 圆角 114">
            <a:extLst>
              <a:ext uri="{FF2B5EF4-FFF2-40B4-BE49-F238E27FC236}">
                <a16:creationId xmlns:a16="http://schemas.microsoft.com/office/drawing/2014/main" id="{9625B7E1-5EE8-6949-90DE-AAC9F3039445}"/>
              </a:ext>
            </a:extLst>
          </p:cNvPr>
          <p:cNvSpPr/>
          <p:nvPr/>
        </p:nvSpPr>
        <p:spPr>
          <a:xfrm>
            <a:off x="7335382" y="4330006"/>
            <a:ext cx="3026078" cy="33397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9" name="Object60">
            <a:extLst>
              <a:ext uri="{FF2B5EF4-FFF2-40B4-BE49-F238E27FC236}">
                <a16:creationId xmlns:a16="http://schemas.microsoft.com/office/drawing/2014/main" id="{88CBCDA6-874D-C54A-B3BB-CA1D6BAC159D}"/>
              </a:ext>
            </a:extLst>
          </p:cNvPr>
          <p:cNvSpPr/>
          <p:nvPr/>
        </p:nvSpPr>
        <p:spPr>
          <a:xfrm>
            <a:off x="7685651" y="4416200"/>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方案设计</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4" name="Object29">
            <a:extLst>
              <a:ext uri="{FF2B5EF4-FFF2-40B4-BE49-F238E27FC236}">
                <a16:creationId xmlns:a16="http://schemas.microsoft.com/office/drawing/2014/main" id="{F1555038-F31E-D640-96CF-BB55A8D8EBE1}"/>
              </a:ext>
            </a:extLst>
          </p:cNvPr>
          <p:cNvSpPr/>
          <p:nvPr/>
        </p:nvSpPr>
        <p:spPr>
          <a:xfrm>
            <a:off x="6773116" y="5252561"/>
            <a:ext cx="554567" cy="26759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轻</a:t>
            </a:r>
            <a:endParaRPr lang="zh-CN" altLang="en-US" sz="1200" kern="0" dirty="0">
              <a:solidFill>
                <a:schemeClr val="dk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216" name="矩形: 圆角 114">
            <a:extLst>
              <a:ext uri="{FF2B5EF4-FFF2-40B4-BE49-F238E27FC236}">
                <a16:creationId xmlns:a16="http://schemas.microsoft.com/office/drawing/2014/main" id="{92C67B7D-BDA0-4641-9C21-83D9974D6BF1}"/>
              </a:ext>
            </a:extLst>
          </p:cNvPr>
          <p:cNvSpPr/>
          <p:nvPr/>
        </p:nvSpPr>
        <p:spPr>
          <a:xfrm>
            <a:off x="7327683" y="5014470"/>
            <a:ext cx="3026078" cy="33397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7" name="Object60">
            <a:extLst>
              <a:ext uri="{FF2B5EF4-FFF2-40B4-BE49-F238E27FC236}">
                <a16:creationId xmlns:a16="http://schemas.microsoft.com/office/drawing/2014/main" id="{D2E1F375-0BBF-CA48-9CE6-96DEE3318603}"/>
              </a:ext>
            </a:extLst>
          </p:cNvPr>
          <p:cNvSpPr/>
          <p:nvPr/>
        </p:nvSpPr>
        <p:spPr>
          <a:xfrm>
            <a:off x="7677952" y="5100664"/>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交付验证</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4" name="矩形: 圆角 114">
            <a:extLst>
              <a:ext uri="{FF2B5EF4-FFF2-40B4-BE49-F238E27FC236}">
                <a16:creationId xmlns:a16="http://schemas.microsoft.com/office/drawing/2014/main" id="{07D98EAD-E24B-7148-8AAE-2E98170CF6C1}"/>
              </a:ext>
            </a:extLst>
          </p:cNvPr>
          <p:cNvSpPr/>
          <p:nvPr/>
        </p:nvSpPr>
        <p:spPr>
          <a:xfrm>
            <a:off x="7327683" y="5433963"/>
            <a:ext cx="3026078" cy="33397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5" name="Object60">
            <a:extLst>
              <a:ext uri="{FF2B5EF4-FFF2-40B4-BE49-F238E27FC236}">
                <a16:creationId xmlns:a16="http://schemas.microsoft.com/office/drawing/2014/main" id="{11F7ADF8-1BCC-AE42-840E-E5EAF9E81481}"/>
              </a:ext>
            </a:extLst>
          </p:cNvPr>
          <p:cNvSpPr/>
          <p:nvPr/>
        </p:nvSpPr>
        <p:spPr>
          <a:xfrm>
            <a:off x="7677952" y="5520157"/>
            <a:ext cx="2325541" cy="161583"/>
          </a:xfrm>
          <a:prstGeom prst="rect">
            <a:avLst/>
          </a:prstGeom>
          <a:noFill/>
          <a:ln/>
        </p:spPr>
        <p:txBody>
          <a:bodyPr wrap="square" lIns="0" tIns="0" rIns="0" bIns="0" rtlCol="0" anchor="t">
            <a:spAutoFit/>
          </a:bodyPr>
          <a:lstStyle/>
          <a:p>
            <a:pPr algn="ctr" defTabSz="731520"/>
            <a:r>
              <a:rPr lang="zh-CN" alt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迭代跟进</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2" name="矩形: 圆角 114">
            <a:extLst>
              <a:ext uri="{FF2B5EF4-FFF2-40B4-BE49-F238E27FC236}">
                <a16:creationId xmlns:a16="http://schemas.microsoft.com/office/drawing/2014/main" id="{71B854E3-1DAC-794D-9661-0C16D532F741}"/>
              </a:ext>
            </a:extLst>
          </p:cNvPr>
          <p:cNvSpPr/>
          <p:nvPr/>
        </p:nvSpPr>
        <p:spPr>
          <a:xfrm>
            <a:off x="5886005" y="3952693"/>
            <a:ext cx="386734" cy="64957"/>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3" name="矩形: 圆角 114">
            <a:extLst>
              <a:ext uri="{FF2B5EF4-FFF2-40B4-BE49-F238E27FC236}">
                <a16:creationId xmlns:a16="http://schemas.microsoft.com/office/drawing/2014/main" id="{02B3BA3F-8CFC-DA48-BDA0-008FEF82BB64}"/>
              </a:ext>
            </a:extLst>
          </p:cNvPr>
          <p:cNvSpPr/>
          <p:nvPr/>
        </p:nvSpPr>
        <p:spPr>
          <a:xfrm rot="5400000">
            <a:off x="5886005" y="3952693"/>
            <a:ext cx="386734" cy="64957"/>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5" name="Object29">
            <a:extLst>
              <a:ext uri="{FF2B5EF4-FFF2-40B4-BE49-F238E27FC236}">
                <a16:creationId xmlns:a16="http://schemas.microsoft.com/office/drawing/2014/main" id="{9189BF53-B72D-0543-8831-03011D446CDD}"/>
              </a:ext>
            </a:extLst>
          </p:cNvPr>
          <p:cNvSpPr/>
          <p:nvPr/>
        </p:nvSpPr>
        <p:spPr>
          <a:xfrm flipH="1">
            <a:off x="2559582" y="6193364"/>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通用基础设计模块</a:t>
            </a:r>
          </a:p>
        </p:txBody>
      </p:sp>
      <p:sp>
        <p:nvSpPr>
          <p:cNvPr id="226" name="Object29">
            <a:extLst>
              <a:ext uri="{FF2B5EF4-FFF2-40B4-BE49-F238E27FC236}">
                <a16:creationId xmlns:a16="http://schemas.microsoft.com/office/drawing/2014/main" id="{F9FAC099-732F-6E44-AF10-001FA1561953}"/>
              </a:ext>
            </a:extLst>
          </p:cNvPr>
          <p:cNvSpPr/>
          <p:nvPr/>
        </p:nvSpPr>
        <p:spPr>
          <a:xfrm flipH="1">
            <a:off x="7754892" y="6193364"/>
            <a:ext cx="2202454"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定制可控变量设计模块</a:t>
            </a:r>
          </a:p>
        </p:txBody>
      </p:sp>
      <p:sp>
        <p:nvSpPr>
          <p:cNvPr id="2" name="文本框 1">
            <a:extLst>
              <a:ext uri="{FF2B5EF4-FFF2-40B4-BE49-F238E27FC236}">
                <a16:creationId xmlns:a16="http://schemas.microsoft.com/office/drawing/2014/main" id="{D711258C-DC0F-DD22-46E1-E16564149EA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BCD4C6CB-30B8-2C05-52F7-D6BFB7DD2E7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DB46253E-6508-C538-DA8A-F61146E0C22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30748342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E0CDF65A-0ECB-A8E5-8617-D47E318F2501}"/>
              </a:ext>
            </a:extLst>
          </p:cNvPr>
          <p:cNvSpPr/>
          <p:nvPr/>
        </p:nvSpPr>
        <p:spPr>
          <a:xfrm>
            <a:off x="9203507" y="2024437"/>
            <a:ext cx="1433496" cy="2645091"/>
          </a:xfrm>
          <a:prstGeom prst="rect">
            <a:avLst/>
          </a:prstGeom>
          <a:gradFill flip="none" rotWithShape="1">
            <a:gsLst>
              <a:gs pos="12000">
                <a:schemeClr val="accent1">
                  <a:alpha val="0"/>
                </a:schemeClr>
              </a:gs>
              <a:gs pos="100000">
                <a:schemeClr val="accent1">
                  <a:alpha val="2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4" name="矩形 3">
            <a:extLst>
              <a:ext uri="{FF2B5EF4-FFF2-40B4-BE49-F238E27FC236}">
                <a16:creationId xmlns:a16="http://schemas.microsoft.com/office/drawing/2014/main" id="{2E6F253B-F484-E5E3-6277-8D98B2BA5BE2}"/>
              </a:ext>
            </a:extLst>
          </p:cNvPr>
          <p:cNvSpPr/>
          <p:nvPr/>
        </p:nvSpPr>
        <p:spPr>
          <a:xfrm>
            <a:off x="6412327" y="2024437"/>
            <a:ext cx="2787761" cy="2645091"/>
          </a:xfrm>
          <a:prstGeom prst="rect">
            <a:avLst/>
          </a:prstGeom>
          <a:gradFill flip="none" rotWithShape="1">
            <a:gsLst>
              <a:gs pos="12000">
                <a:schemeClr val="accent1">
                  <a:alpha val="0"/>
                </a:schemeClr>
              </a:gs>
              <a:gs pos="100000">
                <a:schemeClr val="accent1">
                  <a:alpha val="2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3" name="矩形 2">
            <a:extLst>
              <a:ext uri="{FF2B5EF4-FFF2-40B4-BE49-F238E27FC236}">
                <a16:creationId xmlns:a16="http://schemas.microsoft.com/office/drawing/2014/main" id="{ADD9D184-8B18-7700-9413-A422687375E0}"/>
              </a:ext>
            </a:extLst>
          </p:cNvPr>
          <p:cNvSpPr/>
          <p:nvPr/>
        </p:nvSpPr>
        <p:spPr>
          <a:xfrm>
            <a:off x="2420714" y="2024438"/>
            <a:ext cx="3989520" cy="4104708"/>
          </a:xfrm>
          <a:prstGeom prst="rect">
            <a:avLst/>
          </a:prstGeom>
          <a:gradFill flip="none" rotWithShape="1">
            <a:gsLst>
              <a:gs pos="12000">
                <a:schemeClr val="accent1">
                  <a:alpha val="0"/>
                </a:schemeClr>
              </a:gs>
              <a:gs pos="100000">
                <a:schemeClr val="accent1">
                  <a:alpha val="2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99" name="矩形: 圆角 114">
            <a:extLst>
              <a:ext uri="{FF2B5EF4-FFF2-40B4-BE49-F238E27FC236}">
                <a16:creationId xmlns:a16="http://schemas.microsoft.com/office/drawing/2014/main" id="{CCD89C56-C7A9-834F-9F5A-13BCBBB12D2A}"/>
              </a:ext>
            </a:extLst>
          </p:cNvPr>
          <p:cNvSpPr/>
          <p:nvPr/>
        </p:nvSpPr>
        <p:spPr>
          <a:xfrm>
            <a:off x="2499951"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a:extLst>
              <a:ext uri="{FF2B5EF4-FFF2-40B4-BE49-F238E27FC236}">
                <a16:creationId xmlns:a16="http://schemas.microsoft.com/office/drawing/2014/main" id="{8D80DE00-74B2-BB49-BD7F-07C07496CAB5}"/>
              </a:ext>
            </a:extLst>
          </p:cNvPr>
          <p:cNvSpPr/>
          <p:nvPr/>
        </p:nvSpPr>
        <p:spPr>
          <a:xfrm>
            <a:off x="2637500" y="2534962"/>
            <a:ext cx="913222" cy="161583"/>
          </a:xfrm>
          <a:prstGeom prst="rect">
            <a:avLst/>
          </a:prstGeom>
          <a:noFill/>
          <a:ln/>
        </p:spPr>
        <p:txBody>
          <a:bodyPr wrap="square" lIns="0" tIns="0" rIns="0" bIns="0" rtlCol="0" anchor="ctr">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海选期</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矩形: 圆角 114">
            <a:extLst>
              <a:ext uri="{FF2B5EF4-FFF2-40B4-BE49-F238E27FC236}">
                <a16:creationId xmlns:a16="http://schemas.microsoft.com/office/drawing/2014/main" id="{DF29D22D-27C5-F440-B81B-B9D37B8C16F9}"/>
              </a:ext>
            </a:extLst>
          </p:cNvPr>
          <p:cNvSpPr/>
          <p:nvPr/>
        </p:nvSpPr>
        <p:spPr>
          <a:xfrm>
            <a:off x="3831896"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Object60">
            <a:extLst>
              <a:ext uri="{FF2B5EF4-FFF2-40B4-BE49-F238E27FC236}">
                <a16:creationId xmlns:a16="http://schemas.microsoft.com/office/drawing/2014/main" id="{446D4256-153C-534B-A657-8DB3447A54C4}"/>
              </a:ext>
            </a:extLst>
          </p:cNvPr>
          <p:cNvSpPr/>
          <p:nvPr/>
        </p:nvSpPr>
        <p:spPr>
          <a:xfrm>
            <a:off x="3969445" y="2534962"/>
            <a:ext cx="913222" cy="161583"/>
          </a:xfrm>
          <a:prstGeom prst="rect">
            <a:avLst/>
          </a:prstGeom>
          <a:noFill/>
          <a:ln/>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打榜期</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矩形: 圆角 114">
            <a:extLst>
              <a:ext uri="{FF2B5EF4-FFF2-40B4-BE49-F238E27FC236}">
                <a16:creationId xmlns:a16="http://schemas.microsoft.com/office/drawing/2014/main" id="{BF191E25-2CEE-1E47-9850-D9486FFA381C}"/>
              </a:ext>
            </a:extLst>
          </p:cNvPr>
          <p:cNvSpPr/>
          <p:nvPr/>
        </p:nvSpPr>
        <p:spPr>
          <a:xfrm>
            <a:off x="5163841"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60">
            <a:extLst>
              <a:ext uri="{FF2B5EF4-FFF2-40B4-BE49-F238E27FC236}">
                <a16:creationId xmlns:a16="http://schemas.microsoft.com/office/drawing/2014/main" id="{6C32C403-2716-E34F-AB51-3E22E9B26B47}"/>
              </a:ext>
            </a:extLst>
          </p:cNvPr>
          <p:cNvSpPr/>
          <p:nvPr/>
        </p:nvSpPr>
        <p:spPr>
          <a:xfrm>
            <a:off x="5301390" y="2534962"/>
            <a:ext cx="913222" cy="161583"/>
          </a:xfrm>
          <a:prstGeom prst="rect">
            <a:avLst/>
          </a:prstGeom>
          <a:noFill/>
          <a:ln/>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决赛区</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矩形: 圆角 114">
            <a:extLst>
              <a:ext uri="{FF2B5EF4-FFF2-40B4-BE49-F238E27FC236}">
                <a16:creationId xmlns:a16="http://schemas.microsoft.com/office/drawing/2014/main" id="{C56B9E7E-410E-3643-885A-F30DF1930DB2}"/>
              </a:ext>
            </a:extLst>
          </p:cNvPr>
          <p:cNvSpPr/>
          <p:nvPr/>
        </p:nvSpPr>
        <p:spPr>
          <a:xfrm>
            <a:off x="6495786"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60">
            <a:extLst>
              <a:ext uri="{FF2B5EF4-FFF2-40B4-BE49-F238E27FC236}">
                <a16:creationId xmlns:a16="http://schemas.microsoft.com/office/drawing/2014/main" id="{64418AE5-A733-634F-B411-9075094AF28E}"/>
              </a:ext>
            </a:extLst>
          </p:cNvPr>
          <p:cNvSpPr/>
          <p:nvPr/>
        </p:nvSpPr>
        <p:spPr>
          <a:xfrm>
            <a:off x="6633335" y="2534962"/>
            <a:ext cx="913222" cy="161583"/>
          </a:xfrm>
          <a:prstGeom prst="rect">
            <a:avLst/>
          </a:prstGeom>
          <a:noFill/>
          <a:ln/>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预热期</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圆角 114">
            <a:extLst>
              <a:ext uri="{FF2B5EF4-FFF2-40B4-BE49-F238E27FC236}">
                <a16:creationId xmlns:a16="http://schemas.microsoft.com/office/drawing/2014/main" id="{0801FF9F-9624-9545-B0A4-487846ED3C4C}"/>
              </a:ext>
            </a:extLst>
          </p:cNvPr>
          <p:cNvSpPr/>
          <p:nvPr/>
        </p:nvSpPr>
        <p:spPr>
          <a:xfrm>
            <a:off x="7827731" y="2377606"/>
            <a:ext cx="1188318"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60">
            <a:extLst>
              <a:ext uri="{FF2B5EF4-FFF2-40B4-BE49-F238E27FC236}">
                <a16:creationId xmlns:a16="http://schemas.microsoft.com/office/drawing/2014/main" id="{263AFD63-E12D-5640-B3C0-81C180CB91DA}"/>
              </a:ext>
            </a:extLst>
          </p:cNvPr>
          <p:cNvSpPr/>
          <p:nvPr/>
        </p:nvSpPr>
        <p:spPr>
          <a:xfrm>
            <a:off x="7965280" y="2534962"/>
            <a:ext cx="913222" cy="161583"/>
          </a:xfrm>
          <a:prstGeom prst="rect">
            <a:avLst/>
          </a:prstGeom>
          <a:noFill/>
          <a:ln/>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活动开启</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矩形: 圆角 114">
            <a:extLst>
              <a:ext uri="{FF2B5EF4-FFF2-40B4-BE49-F238E27FC236}">
                <a16:creationId xmlns:a16="http://schemas.microsoft.com/office/drawing/2014/main" id="{BB613159-7B07-EA45-8E93-C091675F2A30}"/>
              </a:ext>
            </a:extLst>
          </p:cNvPr>
          <p:cNvSpPr/>
          <p:nvPr/>
        </p:nvSpPr>
        <p:spPr>
          <a:xfrm>
            <a:off x="9283305" y="2377606"/>
            <a:ext cx="1278057" cy="4762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Object60">
            <a:extLst>
              <a:ext uri="{FF2B5EF4-FFF2-40B4-BE49-F238E27FC236}">
                <a16:creationId xmlns:a16="http://schemas.microsoft.com/office/drawing/2014/main" id="{163C9A55-14D5-3D48-A2AE-A0A845139A6A}"/>
              </a:ext>
            </a:extLst>
          </p:cNvPr>
          <p:cNvSpPr/>
          <p:nvPr/>
        </p:nvSpPr>
        <p:spPr>
          <a:xfrm>
            <a:off x="9431241" y="2534962"/>
            <a:ext cx="982187" cy="161583"/>
          </a:xfrm>
          <a:prstGeom prst="rect">
            <a:avLst/>
          </a:prstGeom>
          <a:noFill/>
          <a:ln/>
        </p:spPr>
        <p:txBody>
          <a:bodyPr wrap="square" lIns="0" tIns="0" rIns="0" bIns="0" rtlCol="0" anchor="ctr">
            <a:spAutoFit/>
          </a:bodyPr>
          <a:lstStyle/>
          <a:p>
            <a:pPr algn="ctr" defTabSz="731520"/>
            <a:r>
              <a:rPr lang="en-US" sz="105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活动收官</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矩形: 圆角 114">
            <a:extLst>
              <a:ext uri="{FF2B5EF4-FFF2-40B4-BE49-F238E27FC236}">
                <a16:creationId xmlns:a16="http://schemas.microsoft.com/office/drawing/2014/main" id="{BEFD2A5D-C922-7B4C-A222-2511A0992FA3}"/>
              </a:ext>
            </a:extLst>
          </p:cNvPr>
          <p:cNvSpPr/>
          <p:nvPr/>
        </p:nvSpPr>
        <p:spPr>
          <a:xfrm>
            <a:off x="2499951" y="3450625"/>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Object60">
            <a:extLst>
              <a:ext uri="{FF2B5EF4-FFF2-40B4-BE49-F238E27FC236}">
                <a16:creationId xmlns:a16="http://schemas.microsoft.com/office/drawing/2014/main" id="{1E78E74F-45C5-434B-810D-4BE6DA280907}"/>
              </a:ext>
            </a:extLst>
          </p:cNvPr>
          <p:cNvSpPr/>
          <p:nvPr/>
        </p:nvSpPr>
        <p:spPr>
          <a:xfrm>
            <a:off x="2637500" y="3625547"/>
            <a:ext cx="913222" cy="161583"/>
          </a:xfrm>
          <a:prstGeom prst="rect">
            <a:avLst/>
          </a:prstGeom>
          <a:noFill/>
          <a:ln/>
        </p:spPr>
        <p:txBody>
          <a:bodyPr wrap="square" lIns="0" tIns="0" rIns="0" bIns="0" rtlCol="0" anchor="t">
            <a:spAutoFit/>
          </a:bodyPr>
          <a:lstStyle/>
          <a:p>
            <a:pPr algn="ctr" defTabSz="731520"/>
            <a:r>
              <a:rPr lang="en-US" sz="1050" dirty="0" err="1">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热点营造</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矩形: 圆角 114">
            <a:extLst>
              <a:ext uri="{FF2B5EF4-FFF2-40B4-BE49-F238E27FC236}">
                <a16:creationId xmlns:a16="http://schemas.microsoft.com/office/drawing/2014/main" id="{FC39791B-21A2-B84F-BE49-43FD1B3F9154}"/>
              </a:ext>
            </a:extLst>
          </p:cNvPr>
          <p:cNvSpPr/>
          <p:nvPr/>
        </p:nvSpPr>
        <p:spPr>
          <a:xfrm>
            <a:off x="3831896"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Object60">
            <a:extLst>
              <a:ext uri="{FF2B5EF4-FFF2-40B4-BE49-F238E27FC236}">
                <a16:creationId xmlns:a16="http://schemas.microsoft.com/office/drawing/2014/main" id="{4340502A-4C9A-6F47-902F-727E4CA30797}"/>
              </a:ext>
            </a:extLst>
          </p:cNvPr>
          <p:cNvSpPr/>
          <p:nvPr/>
        </p:nvSpPr>
        <p:spPr>
          <a:xfrm>
            <a:off x="3969445" y="3625542"/>
            <a:ext cx="913222" cy="161583"/>
          </a:xfrm>
          <a:prstGeom prst="rect">
            <a:avLst/>
          </a:prstGeom>
          <a:noFill/>
          <a:ln/>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渲染氛围</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矩形: 圆角 114">
            <a:extLst>
              <a:ext uri="{FF2B5EF4-FFF2-40B4-BE49-F238E27FC236}">
                <a16:creationId xmlns:a16="http://schemas.microsoft.com/office/drawing/2014/main" id="{7BE93B21-DE63-BF42-A763-E1F4E564CBA8}"/>
              </a:ext>
            </a:extLst>
          </p:cNvPr>
          <p:cNvSpPr/>
          <p:nvPr/>
        </p:nvSpPr>
        <p:spPr>
          <a:xfrm>
            <a:off x="5163841"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Object60">
            <a:extLst>
              <a:ext uri="{FF2B5EF4-FFF2-40B4-BE49-F238E27FC236}">
                <a16:creationId xmlns:a16="http://schemas.microsoft.com/office/drawing/2014/main" id="{405A7EB3-5CB2-A743-BF27-A8182B0A4506}"/>
              </a:ext>
            </a:extLst>
          </p:cNvPr>
          <p:cNvSpPr/>
          <p:nvPr/>
        </p:nvSpPr>
        <p:spPr>
          <a:xfrm>
            <a:off x="5301390" y="3625542"/>
            <a:ext cx="913222" cy="161583"/>
          </a:xfrm>
          <a:prstGeom prst="rect">
            <a:avLst/>
          </a:prstGeom>
          <a:noFill/>
          <a:ln/>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挖掘作品</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矩形: 圆角 114">
            <a:extLst>
              <a:ext uri="{FF2B5EF4-FFF2-40B4-BE49-F238E27FC236}">
                <a16:creationId xmlns:a16="http://schemas.microsoft.com/office/drawing/2014/main" id="{BA36BE72-6455-2440-B6C2-CC38AC412B43}"/>
              </a:ext>
            </a:extLst>
          </p:cNvPr>
          <p:cNvSpPr/>
          <p:nvPr/>
        </p:nvSpPr>
        <p:spPr>
          <a:xfrm>
            <a:off x="6495786"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Object60">
            <a:extLst>
              <a:ext uri="{FF2B5EF4-FFF2-40B4-BE49-F238E27FC236}">
                <a16:creationId xmlns:a16="http://schemas.microsoft.com/office/drawing/2014/main" id="{5B901F14-1648-814E-81AE-8E7315FE8884}"/>
              </a:ext>
            </a:extLst>
          </p:cNvPr>
          <p:cNvSpPr/>
          <p:nvPr/>
        </p:nvSpPr>
        <p:spPr>
          <a:xfrm>
            <a:off x="6633335" y="3625542"/>
            <a:ext cx="913222" cy="161583"/>
          </a:xfrm>
          <a:prstGeom prst="rect">
            <a:avLst/>
          </a:prstGeom>
          <a:noFill/>
          <a:ln/>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推广优质作者</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矩形: 圆角 114">
            <a:extLst>
              <a:ext uri="{FF2B5EF4-FFF2-40B4-BE49-F238E27FC236}">
                <a16:creationId xmlns:a16="http://schemas.microsoft.com/office/drawing/2014/main" id="{709DD857-AB5C-AF4C-BC1A-16F1CC2A9391}"/>
              </a:ext>
            </a:extLst>
          </p:cNvPr>
          <p:cNvSpPr/>
          <p:nvPr/>
        </p:nvSpPr>
        <p:spPr>
          <a:xfrm>
            <a:off x="7827731" y="3450627"/>
            <a:ext cx="1188318"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Object60">
            <a:extLst>
              <a:ext uri="{FF2B5EF4-FFF2-40B4-BE49-F238E27FC236}">
                <a16:creationId xmlns:a16="http://schemas.microsoft.com/office/drawing/2014/main" id="{694CD53B-83ED-3541-80EB-F70DEC585305}"/>
              </a:ext>
            </a:extLst>
          </p:cNvPr>
          <p:cNvSpPr/>
          <p:nvPr/>
        </p:nvSpPr>
        <p:spPr>
          <a:xfrm>
            <a:off x="7965280" y="3625542"/>
            <a:ext cx="913222" cy="161583"/>
          </a:xfrm>
          <a:prstGeom prst="rect">
            <a:avLst/>
          </a:prstGeom>
          <a:noFill/>
          <a:ln/>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打造品牌感</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矩形: 圆角 114">
            <a:extLst>
              <a:ext uri="{FF2B5EF4-FFF2-40B4-BE49-F238E27FC236}">
                <a16:creationId xmlns:a16="http://schemas.microsoft.com/office/drawing/2014/main" id="{32C974EE-087A-9842-AFDA-2904A4B0CBF5}"/>
              </a:ext>
            </a:extLst>
          </p:cNvPr>
          <p:cNvSpPr/>
          <p:nvPr/>
        </p:nvSpPr>
        <p:spPr>
          <a:xfrm>
            <a:off x="9283305" y="3450627"/>
            <a:ext cx="127805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Object60">
            <a:extLst>
              <a:ext uri="{FF2B5EF4-FFF2-40B4-BE49-F238E27FC236}">
                <a16:creationId xmlns:a16="http://schemas.microsoft.com/office/drawing/2014/main" id="{277387E2-DD26-184E-B144-9DF655403659}"/>
              </a:ext>
            </a:extLst>
          </p:cNvPr>
          <p:cNvSpPr/>
          <p:nvPr/>
        </p:nvSpPr>
        <p:spPr>
          <a:xfrm>
            <a:off x="9431241" y="3625542"/>
            <a:ext cx="982187" cy="161583"/>
          </a:xfrm>
          <a:prstGeom prst="rect">
            <a:avLst/>
          </a:prstGeom>
          <a:noFill/>
          <a:ln/>
        </p:spPr>
        <p:txBody>
          <a:bodyPr wrap="square" lIns="0" tIns="0" rIns="0" bIns="0" rtlCol="0" anchor="t">
            <a:spAutoFit/>
          </a:bodyPr>
          <a:lstStyle/>
          <a:p>
            <a:pPr algn="ctr" defTabSz="731520"/>
            <a:r>
              <a:rPr lang="en-US" sz="105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增强社会影响</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7" name="矩形: 圆角 114">
            <a:extLst>
              <a:ext uri="{FF2B5EF4-FFF2-40B4-BE49-F238E27FC236}">
                <a16:creationId xmlns:a16="http://schemas.microsoft.com/office/drawing/2014/main" id="{8E3EDBAB-0E6D-3A4D-9A56-691D1B4EE97C}"/>
              </a:ext>
            </a:extLst>
          </p:cNvPr>
          <p:cNvSpPr/>
          <p:nvPr/>
        </p:nvSpPr>
        <p:spPr>
          <a:xfrm>
            <a:off x="4484130" y="4853678"/>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8" name="Object60">
            <a:extLst>
              <a:ext uri="{FF2B5EF4-FFF2-40B4-BE49-F238E27FC236}">
                <a16:creationId xmlns:a16="http://schemas.microsoft.com/office/drawing/2014/main" id="{A624D076-1628-514C-9F62-4EA6CF7A20C4}"/>
              </a:ext>
            </a:extLst>
          </p:cNvPr>
          <p:cNvSpPr/>
          <p:nvPr/>
        </p:nvSpPr>
        <p:spPr>
          <a:xfrm>
            <a:off x="4621679" y="5028600"/>
            <a:ext cx="913222" cy="161583"/>
          </a:xfrm>
          <a:prstGeom prst="rect">
            <a:avLst/>
          </a:prstGeom>
          <a:noFill/>
          <a:ln/>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端内投放</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矩形: 圆角 114">
            <a:extLst>
              <a:ext uri="{FF2B5EF4-FFF2-40B4-BE49-F238E27FC236}">
                <a16:creationId xmlns:a16="http://schemas.microsoft.com/office/drawing/2014/main" id="{A4C34406-D0D9-4F44-B8A1-1F27F43B6141}"/>
              </a:ext>
            </a:extLst>
          </p:cNvPr>
          <p:cNvSpPr/>
          <p:nvPr/>
        </p:nvSpPr>
        <p:spPr>
          <a:xfrm>
            <a:off x="5816075" y="4853680"/>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60">
            <a:extLst>
              <a:ext uri="{FF2B5EF4-FFF2-40B4-BE49-F238E27FC236}">
                <a16:creationId xmlns:a16="http://schemas.microsoft.com/office/drawing/2014/main" id="{2A9224F3-6D41-CF4F-A155-EA11C15C7AAC}"/>
              </a:ext>
            </a:extLst>
          </p:cNvPr>
          <p:cNvSpPr/>
          <p:nvPr/>
        </p:nvSpPr>
        <p:spPr>
          <a:xfrm>
            <a:off x="5953624" y="5028595"/>
            <a:ext cx="913222" cy="161583"/>
          </a:xfrm>
          <a:prstGeom prst="rect">
            <a:avLst/>
          </a:prstGeom>
          <a:noFill/>
          <a:ln/>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产品氛围</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矩形: 圆角 114">
            <a:extLst>
              <a:ext uri="{FF2B5EF4-FFF2-40B4-BE49-F238E27FC236}">
                <a16:creationId xmlns:a16="http://schemas.microsoft.com/office/drawing/2014/main" id="{88A824C3-1F59-5A48-8B72-BB2821AABD12}"/>
              </a:ext>
            </a:extLst>
          </p:cNvPr>
          <p:cNvSpPr/>
          <p:nvPr/>
        </p:nvSpPr>
        <p:spPr>
          <a:xfrm>
            <a:off x="7148020" y="4853680"/>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Object60">
            <a:extLst>
              <a:ext uri="{FF2B5EF4-FFF2-40B4-BE49-F238E27FC236}">
                <a16:creationId xmlns:a16="http://schemas.microsoft.com/office/drawing/2014/main" id="{63318502-7F24-F24B-87E4-9D4F00E83C48}"/>
              </a:ext>
            </a:extLst>
          </p:cNvPr>
          <p:cNvSpPr/>
          <p:nvPr/>
        </p:nvSpPr>
        <p:spPr>
          <a:xfrm>
            <a:off x="7285569" y="5028595"/>
            <a:ext cx="913222" cy="161583"/>
          </a:xfrm>
          <a:prstGeom prst="rect">
            <a:avLst/>
          </a:prstGeom>
          <a:noFill/>
          <a:ln/>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商业化合作</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矩形: 圆角 114">
            <a:extLst>
              <a:ext uri="{FF2B5EF4-FFF2-40B4-BE49-F238E27FC236}">
                <a16:creationId xmlns:a16="http://schemas.microsoft.com/office/drawing/2014/main" id="{C2E79F83-C61D-F54E-882F-C47FED1A1BB3}"/>
              </a:ext>
            </a:extLst>
          </p:cNvPr>
          <p:cNvSpPr/>
          <p:nvPr/>
        </p:nvSpPr>
        <p:spPr>
          <a:xfrm>
            <a:off x="5088288" y="5547097"/>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Object60">
            <a:extLst>
              <a:ext uri="{FF2B5EF4-FFF2-40B4-BE49-F238E27FC236}">
                <a16:creationId xmlns:a16="http://schemas.microsoft.com/office/drawing/2014/main" id="{53865372-1257-B746-8A4E-FFE30ABCF25E}"/>
              </a:ext>
            </a:extLst>
          </p:cNvPr>
          <p:cNvSpPr/>
          <p:nvPr/>
        </p:nvSpPr>
        <p:spPr>
          <a:xfrm>
            <a:off x="5225837" y="5722012"/>
            <a:ext cx="913222" cy="161583"/>
          </a:xfrm>
          <a:prstGeom prst="rect">
            <a:avLst/>
          </a:prstGeom>
          <a:noFill/>
          <a:ln/>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端内投放</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矩形: 圆角 114">
            <a:extLst>
              <a:ext uri="{FF2B5EF4-FFF2-40B4-BE49-F238E27FC236}">
                <a16:creationId xmlns:a16="http://schemas.microsoft.com/office/drawing/2014/main" id="{67829A2F-98DA-C445-8DFB-FE10F4F18D45}"/>
              </a:ext>
            </a:extLst>
          </p:cNvPr>
          <p:cNvSpPr/>
          <p:nvPr/>
        </p:nvSpPr>
        <p:spPr>
          <a:xfrm>
            <a:off x="6543863" y="5547097"/>
            <a:ext cx="1188318" cy="47629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Object60">
            <a:extLst>
              <a:ext uri="{FF2B5EF4-FFF2-40B4-BE49-F238E27FC236}">
                <a16:creationId xmlns:a16="http://schemas.microsoft.com/office/drawing/2014/main" id="{5456B69A-16E2-A24A-978E-E352BD4E337B}"/>
              </a:ext>
            </a:extLst>
          </p:cNvPr>
          <p:cNvSpPr/>
          <p:nvPr/>
        </p:nvSpPr>
        <p:spPr>
          <a:xfrm>
            <a:off x="6681412" y="5722012"/>
            <a:ext cx="913222" cy="161583"/>
          </a:xfrm>
          <a:prstGeom prst="rect">
            <a:avLst/>
          </a:prstGeom>
          <a:noFill/>
          <a:ln/>
        </p:spPr>
        <p:txBody>
          <a:bodyPr wrap="square" lIns="0" tIns="0" rIns="0" bIns="0" rtlCol="0" anchor="t">
            <a:spAutoFit/>
          </a:bodyPr>
          <a:lstStyle/>
          <a:p>
            <a:pPr algn="ctr" defTabSz="731520"/>
            <a:r>
              <a:rPr lang="en-US" sz="105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内容推广</a:t>
            </a:r>
            <a:endParaRPr lang="en-US" sz="105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Object29">
            <a:extLst>
              <a:ext uri="{FF2B5EF4-FFF2-40B4-BE49-F238E27FC236}">
                <a16:creationId xmlns:a16="http://schemas.microsoft.com/office/drawing/2014/main" id="{00E8F9CB-EA75-714F-8CEB-CB0CCEA219F1}"/>
              </a:ext>
            </a:extLst>
          </p:cNvPr>
          <p:cNvSpPr/>
          <p:nvPr/>
        </p:nvSpPr>
        <p:spPr>
          <a:xfrm flipH="1">
            <a:off x="1488689" y="5140551"/>
            <a:ext cx="932025"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触达点</a:t>
            </a:r>
          </a:p>
        </p:txBody>
      </p:sp>
      <p:sp>
        <p:nvSpPr>
          <p:cNvPr id="170" name="Object29">
            <a:extLst>
              <a:ext uri="{FF2B5EF4-FFF2-40B4-BE49-F238E27FC236}">
                <a16:creationId xmlns:a16="http://schemas.microsoft.com/office/drawing/2014/main" id="{9FD99313-5CE3-4A49-806B-13554BC5902D}"/>
              </a:ext>
            </a:extLst>
          </p:cNvPr>
          <p:cNvSpPr/>
          <p:nvPr/>
        </p:nvSpPr>
        <p:spPr>
          <a:xfrm flipH="1">
            <a:off x="1488689" y="3514044"/>
            <a:ext cx="932025"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a:t>
            </a:r>
          </a:p>
        </p:txBody>
      </p:sp>
      <p:sp>
        <p:nvSpPr>
          <p:cNvPr id="171" name="Object29">
            <a:extLst>
              <a:ext uri="{FF2B5EF4-FFF2-40B4-BE49-F238E27FC236}">
                <a16:creationId xmlns:a16="http://schemas.microsoft.com/office/drawing/2014/main" id="{5DD91205-BA55-2A42-887F-2E126EAF5B1A}"/>
              </a:ext>
            </a:extLst>
          </p:cNvPr>
          <p:cNvSpPr/>
          <p:nvPr/>
        </p:nvSpPr>
        <p:spPr>
          <a:xfrm flipH="1">
            <a:off x="1488689" y="2361086"/>
            <a:ext cx="932025"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阶段</a:t>
            </a:r>
          </a:p>
        </p:txBody>
      </p:sp>
      <p:sp>
        <p:nvSpPr>
          <p:cNvPr id="172" name="Object29">
            <a:extLst>
              <a:ext uri="{FF2B5EF4-FFF2-40B4-BE49-F238E27FC236}">
                <a16:creationId xmlns:a16="http://schemas.microsoft.com/office/drawing/2014/main" id="{3BF60038-4345-E547-80AF-E595E7918AC4}"/>
              </a:ext>
            </a:extLst>
          </p:cNvPr>
          <p:cNvSpPr/>
          <p:nvPr/>
        </p:nvSpPr>
        <p:spPr>
          <a:xfrm flipH="1">
            <a:off x="1994123" y="1575574"/>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8.31</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3" name="Object29">
            <a:extLst>
              <a:ext uri="{FF2B5EF4-FFF2-40B4-BE49-F238E27FC236}">
                <a16:creationId xmlns:a16="http://schemas.microsoft.com/office/drawing/2014/main" id="{2E68EC2D-54E3-E046-9E40-0347B1B5AAF3}"/>
              </a:ext>
            </a:extLst>
          </p:cNvPr>
          <p:cNvSpPr/>
          <p:nvPr/>
        </p:nvSpPr>
        <p:spPr>
          <a:xfrm flipH="1">
            <a:off x="5996955" y="1575574"/>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10.8</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4" name="Object29">
            <a:extLst>
              <a:ext uri="{FF2B5EF4-FFF2-40B4-BE49-F238E27FC236}">
                <a16:creationId xmlns:a16="http://schemas.microsoft.com/office/drawing/2014/main" id="{FDB386A4-C6B5-124B-B719-9B9BB548A483}"/>
              </a:ext>
            </a:extLst>
          </p:cNvPr>
          <p:cNvSpPr/>
          <p:nvPr/>
        </p:nvSpPr>
        <p:spPr>
          <a:xfrm flipH="1">
            <a:off x="8749031" y="1575574"/>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10.21</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5" name="Object29">
            <a:extLst>
              <a:ext uri="{FF2B5EF4-FFF2-40B4-BE49-F238E27FC236}">
                <a16:creationId xmlns:a16="http://schemas.microsoft.com/office/drawing/2014/main" id="{15CB41F1-B53A-7243-A7C0-31B69A565415}"/>
              </a:ext>
            </a:extLst>
          </p:cNvPr>
          <p:cNvSpPr/>
          <p:nvPr/>
        </p:nvSpPr>
        <p:spPr>
          <a:xfrm flipH="1">
            <a:off x="3657901" y="1567314"/>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线上</a:t>
            </a:r>
          </a:p>
        </p:txBody>
      </p:sp>
      <p:sp>
        <p:nvSpPr>
          <p:cNvPr id="176" name="Object29">
            <a:extLst>
              <a:ext uri="{FF2B5EF4-FFF2-40B4-BE49-F238E27FC236}">
                <a16:creationId xmlns:a16="http://schemas.microsoft.com/office/drawing/2014/main" id="{15FDD4E4-56EA-EF48-820C-B88CCE89F5BD}"/>
              </a:ext>
            </a:extLst>
          </p:cNvPr>
          <p:cNvSpPr/>
          <p:nvPr/>
        </p:nvSpPr>
        <p:spPr>
          <a:xfrm flipH="1">
            <a:off x="7035354" y="1567314"/>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线下</a:t>
            </a:r>
          </a:p>
        </p:txBody>
      </p:sp>
      <p:sp>
        <p:nvSpPr>
          <p:cNvPr id="177" name="Object29">
            <a:extLst>
              <a:ext uri="{FF2B5EF4-FFF2-40B4-BE49-F238E27FC236}">
                <a16:creationId xmlns:a16="http://schemas.microsoft.com/office/drawing/2014/main" id="{9630418A-51AA-C741-A6A6-40C55EC2A5EA}"/>
              </a:ext>
            </a:extLst>
          </p:cNvPr>
          <p:cNvSpPr/>
          <p:nvPr/>
        </p:nvSpPr>
        <p:spPr>
          <a:xfrm flipH="1">
            <a:off x="9642547" y="1567314"/>
            <a:ext cx="504886"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长尾</a:t>
            </a:r>
          </a:p>
        </p:txBody>
      </p:sp>
      <p:cxnSp>
        <p:nvCxnSpPr>
          <p:cNvPr id="178" name="直线连接符 177">
            <a:extLst>
              <a:ext uri="{FF2B5EF4-FFF2-40B4-BE49-F238E27FC236}">
                <a16:creationId xmlns:a16="http://schemas.microsoft.com/office/drawing/2014/main" id="{3FE2C106-358C-754D-9AC6-8564918AEBF1}"/>
              </a:ext>
            </a:extLst>
          </p:cNvPr>
          <p:cNvCxnSpPr>
            <a:cxnSpLocks/>
          </p:cNvCxnSpPr>
          <p:nvPr/>
        </p:nvCxnSpPr>
        <p:spPr>
          <a:xfrm flipH="1">
            <a:off x="2440513" y="2024437"/>
            <a:ext cx="8227916" cy="0"/>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9" name="直线连接符 178">
            <a:extLst>
              <a:ext uri="{FF2B5EF4-FFF2-40B4-BE49-F238E27FC236}">
                <a16:creationId xmlns:a16="http://schemas.microsoft.com/office/drawing/2014/main" id="{252CB562-1444-AC42-94FF-04D05A770E51}"/>
              </a:ext>
            </a:extLst>
          </p:cNvPr>
          <p:cNvCxnSpPr>
            <a:cxnSpLocks/>
          </p:cNvCxnSpPr>
          <p:nvPr/>
        </p:nvCxnSpPr>
        <p:spPr>
          <a:xfrm flipV="1">
            <a:off x="2416733" y="2086712"/>
            <a:ext cx="0" cy="4042434"/>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80" name="直线连接符 179">
            <a:extLst>
              <a:ext uri="{FF2B5EF4-FFF2-40B4-BE49-F238E27FC236}">
                <a16:creationId xmlns:a16="http://schemas.microsoft.com/office/drawing/2014/main" id="{2B03BAA3-A909-654B-9567-7C352D058695}"/>
              </a:ext>
            </a:extLst>
          </p:cNvPr>
          <p:cNvCxnSpPr>
            <a:cxnSpLocks/>
          </p:cNvCxnSpPr>
          <p:nvPr/>
        </p:nvCxnSpPr>
        <p:spPr>
          <a:xfrm flipV="1">
            <a:off x="6410234" y="2053145"/>
            <a:ext cx="0" cy="2582818"/>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81" name="直线连接符 180">
            <a:extLst>
              <a:ext uri="{FF2B5EF4-FFF2-40B4-BE49-F238E27FC236}">
                <a16:creationId xmlns:a16="http://schemas.microsoft.com/office/drawing/2014/main" id="{E9149E04-94B4-7B4F-8782-302E11568506}"/>
              </a:ext>
            </a:extLst>
          </p:cNvPr>
          <p:cNvCxnSpPr>
            <a:cxnSpLocks/>
          </p:cNvCxnSpPr>
          <p:nvPr/>
        </p:nvCxnSpPr>
        <p:spPr>
          <a:xfrm flipV="1">
            <a:off x="9200088" y="2086712"/>
            <a:ext cx="0" cy="2582818"/>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200" name="直线连接符 199">
            <a:extLst>
              <a:ext uri="{FF2B5EF4-FFF2-40B4-BE49-F238E27FC236}">
                <a16:creationId xmlns:a16="http://schemas.microsoft.com/office/drawing/2014/main" id="{4116FF5B-C64A-994E-8386-349C7D65B890}"/>
              </a:ext>
            </a:extLst>
          </p:cNvPr>
          <p:cNvCxnSpPr>
            <a:cxnSpLocks/>
          </p:cNvCxnSpPr>
          <p:nvPr/>
        </p:nvCxnSpPr>
        <p:spPr>
          <a:xfrm flipV="1">
            <a:off x="10637002" y="2086712"/>
            <a:ext cx="0" cy="4042434"/>
          </a:xfrm>
          <a:prstGeom prst="line">
            <a:avLst/>
          </a:prstGeom>
          <a:ln w="9525" cmpd="sng">
            <a:solidFill>
              <a:schemeClr val="accent1">
                <a:lumMod val="100000"/>
              </a:schemeClr>
            </a:solidFill>
            <a:prstDash val="dash"/>
            <a:headEnd type="none"/>
          </a:ln>
        </p:spPr>
        <p:style>
          <a:lnRef idx="1">
            <a:schemeClr val="accent1"/>
          </a:lnRef>
          <a:fillRef idx="0">
            <a:schemeClr val="accent1"/>
          </a:fillRef>
          <a:effectRef idx="0">
            <a:schemeClr val="accent1"/>
          </a:effectRef>
          <a:fontRef idx="minor">
            <a:schemeClr val="tx1"/>
          </a:fontRef>
        </p:style>
      </p:cxnSp>
      <p:sp>
        <p:nvSpPr>
          <p:cNvPr id="25" name="椭圆 24">
            <a:extLst>
              <a:ext uri="{FF2B5EF4-FFF2-40B4-BE49-F238E27FC236}">
                <a16:creationId xmlns:a16="http://schemas.microsoft.com/office/drawing/2014/main" id="{B62859BC-4FCA-4049-817D-334F18E17FA3}"/>
              </a:ext>
            </a:extLst>
          </p:cNvPr>
          <p:cNvSpPr/>
          <p:nvPr/>
        </p:nvSpPr>
        <p:spPr>
          <a:xfrm>
            <a:off x="2331762"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1" name="椭圆 200">
            <a:extLst>
              <a:ext uri="{FF2B5EF4-FFF2-40B4-BE49-F238E27FC236}">
                <a16:creationId xmlns:a16="http://schemas.microsoft.com/office/drawing/2014/main" id="{4DBFA65C-875C-0347-855E-5DC136FCB806}"/>
              </a:ext>
            </a:extLst>
          </p:cNvPr>
          <p:cNvSpPr/>
          <p:nvPr/>
        </p:nvSpPr>
        <p:spPr>
          <a:xfrm>
            <a:off x="6315933"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2" name="椭圆 201">
            <a:extLst>
              <a:ext uri="{FF2B5EF4-FFF2-40B4-BE49-F238E27FC236}">
                <a16:creationId xmlns:a16="http://schemas.microsoft.com/office/drawing/2014/main" id="{4A5E27B5-47CB-4545-829C-8E9C8404EF57}"/>
              </a:ext>
            </a:extLst>
          </p:cNvPr>
          <p:cNvSpPr/>
          <p:nvPr/>
        </p:nvSpPr>
        <p:spPr>
          <a:xfrm>
            <a:off x="9105786"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6" name="椭圆 205">
            <a:extLst>
              <a:ext uri="{FF2B5EF4-FFF2-40B4-BE49-F238E27FC236}">
                <a16:creationId xmlns:a16="http://schemas.microsoft.com/office/drawing/2014/main" id="{05EAEB03-80D1-7447-A748-6B9182DB4AD9}"/>
              </a:ext>
            </a:extLst>
          </p:cNvPr>
          <p:cNvSpPr/>
          <p:nvPr/>
        </p:nvSpPr>
        <p:spPr>
          <a:xfrm>
            <a:off x="10533370" y="1939466"/>
            <a:ext cx="169942" cy="16994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7" name="Object29">
            <a:extLst>
              <a:ext uri="{FF2B5EF4-FFF2-40B4-BE49-F238E27FC236}">
                <a16:creationId xmlns:a16="http://schemas.microsoft.com/office/drawing/2014/main" id="{76549DA5-D971-0646-A301-494B7C103CCD}"/>
              </a:ext>
            </a:extLst>
          </p:cNvPr>
          <p:cNvSpPr/>
          <p:nvPr/>
        </p:nvSpPr>
        <p:spPr>
          <a:xfrm flipH="1">
            <a:off x="10195731" y="1575574"/>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10.30</a:t>
            </a:r>
            <a:endPar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E8D3F722-67F6-1A24-DECF-2F0FFBD914C8}"/>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77D7B848-D9E6-D61F-617C-72875B664A1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022AD729-4773-6A6E-BA59-CC47C388D45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96653277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30117BD8-95E2-F1FB-11C7-31E0B3FB1BB4}"/>
              </a:ext>
            </a:extLst>
          </p:cNvPr>
          <p:cNvSpPr/>
          <p:nvPr/>
        </p:nvSpPr>
        <p:spPr>
          <a:xfrm>
            <a:off x="2073344" y="2166863"/>
            <a:ext cx="6161686" cy="3401999"/>
          </a:xfrm>
          <a:prstGeom prst="rect">
            <a:avLst/>
          </a:prstGeom>
          <a:gradFill flip="none" rotWithShape="1">
            <a:gsLst>
              <a:gs pos="47000">
                <a:schemeClr val="accent1">
                  <a:alpha val="0"/>
                </a:schemeClr>
              </a:gs>
              <a:gs pos="100000">
                <a:schemeClr val="accent1">
                  <a:alpha val="30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81" name="椭圆 80">
            <a:extLst>
              <a:ext uri="{FF2B5EF4-FFF2-40B4-BE49-F238E27FC236}">
                <a16:creationId xmlns:a16="http://schemas.microsoft.com/office/drawing/2014/main" id="{08661823-A497-6941-A1DE-771044235F0C}"/>
              </a:ext>
            </a:extLst>
          </p:cNvPr>
          <p:cNvSpPr/>
          <p:nvPr/>
        </p:nvSpPr>
        <p:spPr>
          <a:xfrm>
            <a:off x="1405612"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Object29">
            <a:extLst>
              <a:ext uri="{FF2B5EF4-FFF2-40B4-BE49-F238E27FC236}">
                <a16:creationId xmlns:a16="http://schemas.microsoft.com/office/drawing/2014/main" id="{BA38B9F4-C7DF-BB40-B182-788E876565A5}"/>
              </a:ext>
            </a:extLst>
          </p:cNvPr>
          <p:cNvSpPr txBox="1"/>
          <p:nvPr/>
        </p:nvSpPr>
        <p:spPr>
          <a:xfrm>
            <a:off x="1621701" y="5261735"/>
            <a:ext cx="932591"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吸睛力</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29">
            <a:extLst>
              <a:ext uri="{FF2B5EF4-FFF2-40B4-BE49-F238E27FC236}">
                <a16:creationId xmlns:a16="http://schemas.microsoft.com/office/drawing/2014/main" id="{D78B6043-B8C3-D943-9860-4CC83BF38D92}"/>
              </a:ext>
            </a:extLst>
          </p:cNvPr>
          <p:cNvSpPr txBox="1"/>
          <p:nvPr/>
        </p:nvSpPr>
        <p:spPr>
          <a:xfrm>
            <a:off x="1621701" y="5524273"/>
            <a:ext cx="932591" cy="19659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Eye suction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椭圆 88">
            <a:extLst>
              <a:ext uri="{FF2B5EF4-FFF2-40B4-BE49-F238E27FC236}">
                <a16:creationId xmlns:a16="http://schemas.microsoft.com/office/drawing/2014/main" id="{960DADC1-022C-E049-A880-0BBE475A784F}"/>
              </a:ext>
            </a:extLst>
          </p:cNvPr>
          <p:cNvSpPr/>
          <p:nvPr/>
        </p:nvSpPr>
        <p:spPr>
          <a:xfrm>
            <a:off x="2940498"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29">
            <a:extLst>
              <a:ext uri="{FF2B5EF4-FFF2-40B4-BE49-F238E27FC236}">
                <a16:creationId xmlns:a16="http://schemas.microsoft.com/office/drawing/2014/main" id="{82B1F470-49B0-644F-8344-3AEDCEB105DE}"/>
              </a:ext>
            </a:extLst>
          </p:cNvPr>
          <p:cNvSpPr txBox="1"/>
          <p:nvPr/>
        </p:nvSpPr>
        <p:spPr>
          <a:xfrm>
            <a:off x="3156587" y="5261735"/>
            <a:ext cx="932591"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信息量</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29">
            <a:extLst>
              <a:ext uri="{FF2B5EF4-FFF2-40B4-BE49-F238E27FC236}">
                <a16:creationId xmlns:a16="http://schemas.microsoft.com/office/drawing/2014/main" id="{24C3AA97-6788-8A44-BAB9-7D185B1EE61D}"/>
              </a:ext>
            </a:extLst>
          </p:cNvPr>
          <p:cNvSpPr txBox="1"/>
          <p:nvPr/>
        </p:nvSpPr>
        <p:spPr>
          <a:xfrm>
            <a:off x="3156587" y="5524273"/>
            <a:ext cx="932591" cy="19659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information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椭圆 93">
            <a:extLst>
              <a:ext uri="{FF2B5EF4-FFF2-40B4-BE49-F238E27FC236}">
                <a16:creationId xmlns:a16="http://schemas.microsoft.com/office/drawing/2014/main" id="{9367B165-E89C-AF4D-9F21-740FF2692B91}"/>
              </a:ext>
            </a:extLst>
          </p:cNvPr>
          <p:cNvSpPr/>
          <p:nvPr/>
        </p:nvSpPr>
        <p:spPr>
          <a:xfrm>
            <a:off x="4475384"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Object29">
            <a:extLst>
              <a:ext uri="{FF2B5EF4-FFF2-40B4-BE49-F238E27FC236}">
                <a16:creationId xmlns:a16="http://schemas.microsoft.com/office/drawing/2014/main" id="{FD2F646B-5EC7-4347-97F5-327755B77E5F}"/>
              </a:ext>
            </a:extLst>
          </p:cNvPr>
          <p:cNvSpPr txBox="1"/>
          <p:nvPr/>
        </p:nvSpPr>
        <p:spPr>
          <a:xfrm>
            <a:off x="4691473" y="5261735"/>
            <a:ext cx="932591"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交流感</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29">
            <a:extLst>
              <a:ext uri="{FF2B5EF4-FFF2-40B4-BE49-F238E27FC236}">
                <a16:creationId xmlns:a16="http://schemas.microsoft.com/office/drawing/2014/main" id="{C1CF55D6-4BDD-5A40-AA3A-EA28D9FFE43F}"/>
              </a:ext>
            </a:extLst>
          </p:cNvPr>
          <p:cNvSpPr txBox="1"/>
          <p:nvPr/>
        </p:nvSpPr>
        <p:spPr>
          <a:xfrm>
            <a:off x="4635112" y="5524080"/>
            <a:ext cx="1045314" cy="196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communication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椭圆 115">
            <a:extLst>
              <a:ext uri="{FF2B5EF4-FFF2-40B4-BE49-F238E27FC236}">
                <a16:creationId xmlns:a16="http://schemas.microsoft.com/office/drawing/2014/main" id="{494A858C-31A0-D34B-BD85-F4CA7C40D2F8}"/>
              </a:ext>
            </a:extLst>
          </p:cNvPr>
          <p:cNvSpPr/>
          <p:nvPr/>
        </p:nvSpPr>
        <p:spPr>
          <a:xfrm>
            <a:off x="6010270"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Object29">
            <a:extLst>
              <a:ext uri="{FF2B5EF4-FFF2-40B4-BE49-F238E27FC236}">
                <a16:creationId xmlns:a16="http://schemas.microsoft.com/office/drawing/2014/main" id="{EDE6ECEE-6D88-0A40-AF0B-F3DD19FCA835}"/>
              </a:ext>
            </a:extLst>
          </p:cNvPr>
          <p:cNvSpPr txBox="1"/>
          <p:nvPr/>
        </p:nvSpPr>
        <p:spPr>
          <a:xfrm>
            <a:off x="6226359" y="5261735"/>
            <a:ext cx="932591"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内化力</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7" name="Object29">
            <a:extLst>
              <a:ext uri="{FF2B5EF4-FFF2-40B4-BE49-F238E27FC236}">
                <a16:creationId xmlns:a16="http://schemas.microsoft.com/office/drawing/2014/main" id="{88DD6D26-BF89-DE49-BE91-75526EAEA710}"/>
              </a:ext>
            </a:extLst>
          </p:cNvPr>
          <p:cNvSpPr txBox="1"/>
          <p:nvPr/>
        </p:nvSpPr>
        <p:spPr>
          <a:xfrm>
            <a:off x="6226359" y="5524273"/>
            <a:ext cx="932591" cy="19659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nteriorizing</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椭圆 128">
            <a:extLst>
              <a:ext uri="{FF2B5EF4-FFF2-40B4-BE49-F238E27FC236}">
                <a16:creationId xmlns:a16="http://schemas.microsoft.com/office/drawing/2014/main" id="{DAEDFBF3-FB86-C948-87D0-C5274F2202C3}"/>
              </a:ext>
            </a:extLst>
          </p:cNvPr>
          <p:cNvSpPr/>
          <p:nvPr/>
        </p:nvSpPr>
        <p:spPr>
          <a:xfrm>
            <a:off x="7545154" y="4808819"/>
            <a:ext cx="1364768" cy="13647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Object29">
            <a:extLst>
              <a:ext uri="{FF2B5EF4-FFF2-40B4-BE49-F238E27FC236}">
                <a16:creationId xmlns:a16="http://schemas.microsoft.com/office/drawing/2014/main" id="{3D285B90-FF20-0746-8649-523DB6F8C973}"/>
              </a:ext>
            </a:extLst>
          </p:cNvPr>
          <p:cNvSpPr txBox="1"/>
          <p:nvPr/>
        </p:nvSpPr>
        <p:spPr>
          <a:xfrm>
            <a:off x="7761243" y="5261735"/>
            <a:ext cx="932591"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认同力</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32" name="Object29">
            <a:extLst>
              <a:ext uri="{FF2B5EF4-FFF2-40B4-BE49-F238E27FC236}">
                <a16:creationId xmlns:a16="http://schemas.microsoft.com/office/drawing/2014/main" id="{3FD1110E-F03B-2C4C-AD2E-64A89826FEC9}"/>
              </a:ext>
            </a:extLst>
          </p:cNvPr>
          <p:cNvSpPr txBox="1"/>
          <p:nvPr/>
        </p:nvSpPr>
        <p:spPr>
          <a:xfrm>
            <a:off x="7761243" y="5524273"/>
            <a:ext cx="932591" cy="19659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 altLang="zh-CN" sz="1050" b="0" kern="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Identification</a:t>
            </a:r>
            <a:endParaRPr lang="en-US" altLang="zh-CN" sz="105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矩形: 圆角 114">
            <a:extLst>
              <a:ext uri="{FF2B5EF4-FFF2-40B4-BE49-F238E27FC236}">
                <a16:creationId xmlns:a16="http://schemas.microsoft.com/office/drawing/2014/main" id="{CB7321CD-43FA-1C4D-A36C-45A0D568BF52}"/>
              </a:ext>
            </a:extLst>
          </p:cNvPr>
          <p:cNvSpPr/>
          <p:nvPr/>
        </p:nvSpPr>
        <p:spPr>
          <a:xfrm>
            <a:off x="2794297" y="5700326"/>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圆角 114">
            <a:extLst>
              <a:ext uri="{FF2B5EF4-FFF2-40B4-BE49-F238E27FC236}">
                <a16:creationId xmlns:a16="http://schemas.microsoft.com/office/drawing/2014/main" id="{C2550596-F15D-8547-A69D-F43B0E5A39EF}"/>
              </a:ext>
            </a:extLst>
          </p:cNvPr>
          <p:cNvSpPr/>
          <p:nvPr/>
        </p:nvSpPr>
        <p:spPr>
          <a:xfrm rot="5400000">
            <a:off x="2794297" y="5527405"/>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圆角 114">
            <a:extLst>
              <a:ext uri="{FF2B5EF4-FFF2-40B4-BE49-F238E27FC236}">
                <a16:creationId xmlns:a16="http://schemas.microsoft.com/office/drawing/2014/main" id="{1CACD48E-85EE-F040-BEE5-446D29204CC2}"/>
              </a:ext>
            </a:extLst>
          </p:cNvPr>
          <p:cNvSpPr/>
          <p:nvPr/>
        </p:nvSpPr>
        <p:spPr>
          <a:xfrm>
            <a:off x="4333848" y="5700326"/>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矩形: 圆角 114">
            <a:extLst>
              <a:ext uri="{FF2B5EF4-FFF2-40B4-BE49-F238E27FC236}">
                <a16:creationId xmlns:a16="http://schemas.microsoft.com/office/drawing/2014/main" id="{55676DC1-2BB1-D546-8B3D-D6D9AC949E23}"/>
              </a:ext>
            </a:extLst>
          </p:cNvPr>
          <p:cNvSpPr/>
          <p:nvPr/>
        </p:nvSpPr>
        <p:spPr>
          <a:xfrm rot="5400000">
            <a:off x="4333848" y="5527405"/>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矩形: 圆角 114">
            <a:extLst>
              <a:ext uri="{FF2B5EF4-FFF2-40B4-BE49-F238E27FC236}">
                <a16:creationId xmlns:a16="http://schemas.microsoft.com/office/drawing/2014/main" id="{8080E3C7-3E13-0A4C-8421-F90DEAE72D9B}"/>
              </a:ext>
            </a:extLst>
          </p:cNvPr>
          <p:cNvSpPr/>
          <p:nvPr/>
        </p:nvSpPr>
        <p:spPr>
          <a:xfrm>
            <a:off x="5864068" y="5700326"/>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矩形: 圆角 114">
            <a:extLst>
              <a:ext uri="{FF2B5EF4-FFF2-40B4-BE49-F238E27FC236}">
                <a16:creationId xmlns:a16="http://schemas.microsoft.com/office/drawing/2014/main" id="{9DBF0970-BD9E-0B4A-9B77-7BEBA79C4EC5}"/>
              </a:ext>
            </a:extLst>
          </p:cNvPr>
          <p:cNvSpPr/>
          <p:nvPr/>
        </p:nvSpPr>
        <p:spPr>
          <a:xfrm rot="5400000">
            <a:off x="5864068" y="5527405"/>
            <a:ext cx="122282" cy="20539"/>
          </a:xfrm>
          <a:prstGeom prst="roundRect">
            <a:avLst>
              <a:gd name="adj" fmla="val 0"/>
            </a:avLst>
          </a:prstGeom>
          <a:solidFill>
            <a:schemeClr val="accent1">
              <a:lumMod val="100000"/>
            </a:schemeClr>
          </a:soli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Object29">
            <a:extLst>
              <a:ext uri="{FF2B5EF4-FFF2-40B4-BE49-F238E27FC236}">
                <a16:creationId xmlns:a16="http://schemas.microsoft.com/office/drawing/2014/main" id="{C2274463-E669-7741-9E26-4B5BADF7F54B}"/>
              </a:ext>
            </a:extLst>
          </p:cNvPr>
          <p:cNvSpPr txBox="1"/>
          <p:nvPr/>
        </p:nvSpPr>
        <p:spPr>
          <a:xfrm>
            <a:off x="7337931" y="5419985"/>
            <a:ext cx="253196" cy="19659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en" altLang="zh-CN" sz="1050" b="0" kern="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or</a:t>
            </a:r>
            <a:endParaRPr lang="en-US" altLang="zh-CN" sz="105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83" name="直线连接符 182">
            <a:extLst>
              <a:ext uri="{FF2B5EF4-FFF2-40B4-BE49-F238E27FC236}">
                <a16:creationId xmlns:a16="http://schemas.microsoft.com/office/drawing/2014/main" id="{35CD7D99-145A-8B44-AB6A-DC63F5A82991}"/>
              </a:ext>
            </a:extLst>
          </p:cNvPr>
          <p:cNvCxnSpPr>
            <a:cxnSpLocks/>
            <a:endCxn id="81" idx="0"/>
          </p:cNvCxnSpPr>
          <p:nvPr/>
        </p:nvCxnSpPr>
        <p:spPr>
          <a:xfrm>
            <a:off x="2087996" y="2806461"/>
            <a:ext cx="0" cy="2002358"/>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84" name="直线连接符 183">
            <a:extLst>
              <a:ext uri="{FF2B5EF4-FFF2-40B4-BE49-F238E27FC236}">
                <a16:creationId xmlns:a16="http://schemas.microsoft.com/office/drawing/2014/main" id="{F5A4C6DA-3D3B-584D-BECB-8F47FCE56A99}"/>
              </a:ext>
            </a:extLst>
          </p:cNvPr>
          <p:cNvCxnSpPr>
            <a:cxnSpLocks/>
          </p:cNvCxnSpPr>
          <p:nvPr/>
        </p:nvCxnSpPr>
        <p:spPr>
          <a:xfrm>
            <a:off x="3622882" y="4129014"/>
            <a:ext cx="2122" cy="754155"/>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85" name="直线连接符 184">
            <a:extLst>
              <a:ext uri="{FF2B5EF4-FFF2-40B4-BE49-F238E27FC236}">
                <a16:creationId xmlns:a16="http://schemas.microsoft.com/office/drawing/2014/main" id="{15AE5B4C-58C8-7942-BEE9-61D1DE0BC194}"/>
              </a:ext>
            </a:extLst>
          </p:cNvPr>
          <p:cNvCxnSpPr>
            <a:cxnSpLocks/>
          </p:cNvCxnSpPr>
          <p:nvPr/>
        </p:nvCxnSpPr>
        <p:spPr>
          <a:xfrm>
            <a:off x="5157768" y="4129013"/>
            <a:ext cx="2122" cy="754155"/>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187" name="椭圆 186">
            <a:extLst>
              <a:ext uri="{FF2B5EF4-FFF2-40B4-BE49-F238E27FC236}">
                <a16:creationId xmlns:a16="http://schemas.microsoft.com/office/drawing/2014/main" id="{CC4D6C31-C17F-DF48-A226-93AC61654CB0}"/>
              </a:ext>
            </a:extLst>
          </p:cNvPr>
          <p:cNvSpPr/>
          <p:nvPr/>
        </p:nvSpPr>
        <p:spPr>
          <a:xfrm>
            <a:off x="1500939" y="1597764"/>
            <a:ext cx="1138197" cy="1138197"/>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8" name="Object29">
            <a:extLst>
              <a:ext uri="{FF2B5EF4-FFF2-40B4-BE49-F238E27FC236}">
                <a16:creationId xmlns:a16="http://schemas.microsoft.com/office/drawing/2014/main" id="{3575910A-28C1-D94C-B564-05FE624356D9}"/>
              </a:ext>
            </a:extLst>
          </p:cNvPr>
          <p:cNvSpPr txBox="1"/>
          <p:nvPr/>
        </p:nvSpPr>
        <p:spPr>
          <a:xfrm>
            <a:off x="1681153" y="1889863"/>
            <a:ext cx="777768" cy="55399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开场</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吸睛</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3" name="椭圆 192">
            <a:extLst>
              <a:ext uri="{FF2B5EF4-FFF2-40B4-BE49-F238E27FC236}">
                <a16:creationId xmlns:a16="http://schemas.microsoft.com/office/drawing/2014/main" id="{E6854A38-D179-314D-8BB0-8EF5F687D7E5}"/>
              </a:ext>
            </a:extLst>
          </p:cNvPr>
          <p:cNvSpPr/>
          <p:nvPr/>
        </p:nvSpPr>
        <p:spPr>
          <a:xfrm>
            <a:off x="3024222" y="2984377"/>
            <a:ext cx="1138197" cy="1138197"/>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4" name="Object29">
            <a:extLst>
              <a:ext uri="{FF2B5EF4-FFF2-40B4-BE49-F238E27FC236}">
                <a16:creationId xmlns:a16="http://schemas.microsoft.com/office/drawing/2014/main" id="{62764F3D-797D-FA48-81A1-FD9B4EF359A4}"/>
              </a:ext>
            </a:extLst>
          </p:cNvPr>
          <p:cNvSpPr txBox="1"/>
          <p:nvPr/>
        </p:nvSpPr>
        <p:spPr>
          <a:xfrm>
            <a:off x="3204436" y="3276476"/>
            <a:ext cx="777768" cy="55399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供给</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6" name="椭圆 195">
            <a:extLst>
              <a:ext uri="{FF2B5EF4-FFF2-40B4-BE49-F238E27FC236}">
                <a16:creationId xmlns:a16="http://schemas.microsoft.com/office/drawing/2014/main" id="{506C10E2-B43F-5549-98EA-26834DA41B56}"/>
              </a:ext>
            </a:extLst>
          </p:cNvPr>
          <p:cNvSpPr/>
          <p:nvPr/>
        </p:nvSpPr>
        <p:spPr>
          <a:xfrm>
            <a:off x="4588669" y="2984377"/>
            <a:ext cx="1138197" cy="1138197"/>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7" name="Object29">
            <a:extLst>
              <a:ext uri="{FF2B5EF4-FFF2-40B4-BE49-F238E27FC236}">
                <a16:creationId xmlns:a16="http://schemas.microsoft.com/office/drawing/2014/main" id="{79FF90A9-1234-CC45-BF36-98A48907F4DE}"/>
              </a:ext>
            </a:extLst>
          </p:cNvPr>
          <p:cNvSpPr txBox="1"/>
          <p:nvPr/>
        </p:nvSpPr>
        <p:spPr>
          <a:xfrm>
            <a:off x="4768883" y="3276476"/>
            <a:ext cx="777768" cy="55399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传导</a:t>
            </a:r>
            <a:endParaRPr lang="en-US" altLang="zh-CN" b="0" kern="0" dirty="0">
              <a:solidFill>
                <a:schemeClr val="bg1"/>
              </a:solidFill>
              <a:effectLst>
                <a:outerShdw blurRad="38100" dist="38100" dir="2700000" algn="tl">
                  <a:srgbClr val="000000">
                    <a:alpha val="43137"/>
                  </a:srgbClr>
                </a:outerShdw>
              </a:effectLst>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98" name="直线连接符 197">
            <a:extLst>
              <a:ext uri="{FF2B5EF4-FFF2-40B4-BE49-F238E27FC236}">
                <a16:creationId xmlns:a16="http://schemas.microsoft.com/office/drawing/2014/main" id="{0D987781-3DCE-C448-8DB2-C04AF3DA74BB}"/>
              </a:ext>
            </a:extLst>
          </p:cNvPr>
          <p:cNvCxnSpPr>
            <a:cxnSpLocks/>
          </p:cNvCxnSpPr>
          <p:nvPr/>
        </p:nvCxnSpPr>
        <p:spPr>
          <a:xfrm flipH="1">
            <a:off x="2639136" y="2166862"/>
            <a:ext cx="3971179" cy="1"/>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199" name="直线连接符 198">
            <a:extLst>
              <a:ext uri="{FF2B5EF4-FFF2-40B4-BE49-F238E27FC236}">
                <a16:creationId xmlns:a16="http://schemas.microsoft.com/office/drawing/2014/main" id="{23C36AD2-B303-024C-8EED-5AFF29341CAB}"/>
              </a:ext>
            </a:extLst>
          </p:cNvPr>
          <p:cNvCxnSpPr>
            <a:cxnSpLocks/>
          </p:cNvCxnSpPr>
          <p:nvPr/>
        </p:nvCxnSpPr>
        <p:spPr>
          <a:xfrm flipH="1">
            <a:off x="4162419" y="3553475"/>
            <a:ext cx="426250"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03" name="直线连接符 202">
            <a:extLst>
              <a:ext uri="{FF2B5EF4-FFF2-40B4-BE49-F238E27FC236}">
                <a16:creationId xmlns:a16="http://schemas.microsoft.com/office/drawing/2014/main" id="{43F2686C-DAFA-684E-B17F-92726F2224A6}"/>
              </a:ext>
            </a:extLst>
          </p:cNvPr>
          <p:cNvCxnSpPr>
            <a:cxnSpLocks/>
          </p:cNvCxnSpPr>
          <p:nvPr/>
        </p:nvCxnSpPr>
        <p:spPr>
          <a:xfrm flipH="1">
            <a:off x="5736106" y="3553475"/>
            <a:ext cx="274164"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04" name="矩形: 圆角 114">
            <a:extLst>
              <a:ext uri="{FF2B5EF4-FFF2-40B4-BE49-F238E27FC236}">
                <a16:creationId xmlns:a16="http://schemas.microsoft.com/office/drawing/2014/main" id="{3D012490-C8A3-7342-B039-AA244DD23605}"/>
              </a:ext>
            </a:extLst>
          </p:cNvPr>
          <p:cNvSpPr/>
          <p:nvPr/>
        </p:nvSpPr>
        <p:spPr>
          <a:xfrm>
            <a:off x="6673387" y="1928715"/>
            <a:ext cx="1364769" cy="476295"/>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5" name="Object60">
            <a:extLst>
              <a:ext uri="{FF2B5EF4-FFF2-40B4-BE49-F238E27FC236}">
                <a16:creationId xmlns:a16="http://schemas.microsoft.com/office/drawing/2014/main" id="{CEB929B7-F455-1C43-9E53-89253189B6C3}"/>
              </a:ext>
            </a:extLst>
          </p:cNvPr>
          <p:cNvSpPr/>
          <p:nvPr/>
        </p:nvSpPr>
        <p:spPr>
          <a:xfrm>
            <a:off x="6831359" y="2074529"/>
            <a:ext cx="1048825" cy="184666"/>
          </a:xfrm>
          <a:prstGeom prst="rect">
            <a:avLst/>
          </a:prstGeom>
          <a:noFill/>
          <a:ln/>
        </p:spPr>
        <p:txBody>
          <a:bodyPr wrap="square" lIns="0" tIns="0" rIns="0" bIns="0" rtlCol="0" anchor="t">
            <a:spAutoFit/>
          </a:bodyPr>
          <a:lstStyle/>
          <a:p>
            <a:pPr algn="ctr" defTabSz="731520"/>
            <a:r>
              <a:rPr lang="en-US" sz="1200" dirty="0" err="1">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激发兴趣</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7" name="矩形: 圆角 114">
            <a:extLst>
              <a:ext uri="{FF2B5EF4-FFF2-40B4-BE49-F238E27FC236}">
                <a16:creationId xmlns:a16="http://schemas.microsoft.com/office/drawing/2014/main" id="{8D1554FD-E602-0444-89DE-9FB5EAFA7230}"/>
              </a:ext>
            </a:extLst>
          </p:cNvPr>
          <p:cNvSpPr/>
          <p:nvPr/>
        </p:nvSpPr>
        <p:spPr>
          <a:xfrm>
            <a:off x="9123481" y="1928715"/>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8" name="Object60">
            <a:extLst>
              <a:ext uri="{FF2B5EF4-FFF2-40B4-BE49-F238E27FC236}">
                <a16:creationId xmlns:a16="http://schemas.microsoft.com/office/drawing/2014/main" id="{10730F3D-AF36-C741-AA35-4EE5B0BF8DFE}"/>
              </a:ext>
            </a:extLst>
          </p:cNvPr>
          <p:cNvSpPr/>
          <p:nvPr/>
        </p:nvSpPr>
        <p:spPr>
          <a:xfrm>
            <a:off x="9315963" y="2074529"/>
            <a:ext cx="1277943" cy="184666"/>
          </a:xfrm>
          <a:prstGeom prst="rect">
            <a:avLst/>
          </a:prstGeom>
          <a:noFill/>
          <a:ln/>
        </p:spPr>
        <p:txBody>
          <a:bodyPr wrap="square" lIns="0" tIns="0" rIns="0" bIns="0" rtlCol="0" anchor="t">
            <a:spAutoFit/>
          </a:bodyPr>
          <a:lstStyle/>
          <a:p>
            <a:pPr algn="ctr" defTabSz="731520"/>
            <a:r>
              <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有效观看</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秒</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9" name="直线连接符 218">
            <a:extLst>
              <a:ext uri="{FF2B5EF4-FFF2-40B4-BE49-F238E27FC236}">
                <a16:creationId xmlns:a16="http://schemas.microsoft.com/office/drawing/2014/main" id="{20FBAFDB-CC72-FB41-ACA3-FF3C6AF43FD5}"/>
              </a:ext>
            </a:extLst>
          </p:cNvPr>
          <p:cNvCxnSpPr>
            <a:cxnSpLocks/>
          </p:cNvCxnSpPr>
          <p:nvPr/>
        </p:nvCxnSpPr>
        <p:spPr>
          <a:xfrm flipH="1">
            <a:off x="8038156" y="2166862"/>
            <a:ext cx="1013701" cy="0"/>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sp>
        <p:nvSpPr>
          <p:cNvPr id="221" name="矩形: 圆角 114">
            <a:extLst>
              <a:ext uri="{FF2B5EF4-FFF2-40B4-BE49-F238E27FC236}">
                <a16:creationId xmlns:a16="http://schemas.microsoft.com/office/drawing/2014/main" id="{4343682B-AA6D-604A-849A-02195D839DA0}"/>
              </a:ext>
            </a:extLst>
          </p:cNvPr>
          <p:cNvSpPr/>
          <p:nvPr/>
        </p:nvSpPr>
        <p:spPr>
          <a:xfrm>
            <a:off x="9123481" y="2724363"/>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2" name="Object60">
            <a:extLst>
              <a:ext uri="{FF2B5EF4-FFF2-40B4-BE49-F238E27FC236}">
                <a16:creationId xmlns:a16="http://schemas.microsoft.com/office/drawing/2014/main" id="{740783AC-093D-9C49-8AF9-B8D53AC3A973}"/>
              </a:ext>
            </a:extLst>
          </p:cNvPr>
          <p:cNvSpPr/>
          <p:nvPr/>
        </p:nvSpPr>
        <p:spPr>
          <a:xfrm>
            <a:off x="9315963" y="2870177"/>
            <a:ext cx="1277943" cy="184666"/>
          </a:xfrm>
          <a:prstGeom prst="rect">
            <a:avLst/>
          </a:prstGeom>
          <a:noFill/>
          <a:ln/>
        </p:spPr>
        <p:txBody>
          <a:bodyPr wrap="square" lIns="0" tIns="0" rIns="0" bIns="0" rtlCol="0" anchor="t">
            <a:spAutoFit/>
          </a:bodyPr>
          <a:lstStyle/>
          <a:p>
            <a:pPr algn="ctr" defTabSz="731520"/>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进店引导</a:t>
            </a:r>
            <a:r>
              <a:rPr lang="en-US" altLang="zh-CN" sz="12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IPV</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7" name="矩形: 圆角 114">
            <a:extLst>
              <a:ext uri="{FF2B5EF4-FFF2-40B4-BE49-F238E27FC236}">
                <a16:creationId xmlns:a16="http://schemas.microsoft.com/office/drawing/2014/main" id="{BEAA5B40-7643-A44D-BAC8-D0773C3EA743}"/>
              </a:ext>
            </a:extLst>
          </p:cNvPr>
          <p:cNvSpPr/>
          <p:nvPr/>
        </p:nvSpPr>
        <p:spPr>
          <a:xfrm>
            <a:off x="9123481" y="3343779"/>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8" name="Object60">
            <a:extLst>
              <a:ext uri="{FF2B5EF4-FFF2-40B4-BE49-F238E27FC236}">
                <a16:creationId xmlns:a16="http://schemas.microsoft.com/office/drawing/2014/main" id="{242E9A50-8862-B843-8CC2-E7ADB6B85F98}"/>
              </a:ext>
            </a:extLst>
          </p:cNvPr>
          <p:cNvSpPr/>
          <p:nvPr/>
        </p:nvSpPr>
        <p:spPr>
          <a:xfrm>
            <a:off x="9315963" y="3489593"/>
            <a:ext cx="1277943" cy="184666"/>
          </a:xfrm>
          <a:prstGeom prst="rect">
            <a:avLst/>
          </a:prstGeom>
          <a:noFill/>
          <a:ln/>
        </p:spPr>
        <p:txBody>
          <a:bodyPr wrap="square" lIns="0" tIns="0" rIns="0" bIns="0" rtlCol="0" anchor="t">
            <a:spAutoFit/>
          </a:bodyPr>
          <a:lstStyle/>
          <a:p>
            <a:pPr algn="ctr" defTabSz="731520"/>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互动（赞</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评</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转）</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2" name="矩形: 圆角 114">
            <a:extLst>
              <a:ext uri="{FF2B5EF4-FFF2-40B4-BE49-F238E27FC236}">
                <a16:creationId xmlns:a16="http://schemas.microsoft.com/office/drawing/2014/main" id="{12C41766-088B-1F41-9E38-08DDB81B9086}"/>
              </a:ext>
            </a:extLst>
          </p:cNvPr>
          <p:cNvSpPr/>
          <p:nvPr/>
        </p:nvSpPr>
        <p:spPr>
          <a:xfrm>
            <a:off x="9123481" y="3963195"/>
            <a:ext cx="1662907" cy="476295"/>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3" name="Object60">
            <a:extLst>
              <a:ext uri="{FF2B5EF4-FFF2-40B4-BE49-F238E27FC236}">
                <a16:creationId xmlns:a16="http://schemas.microsoft.com/office/drawing/2014/main" id="{F5394E28-6FBC-A343-B1A6-BD58F72B687C}"/>
              </a:ext>
            </a:extLst>
          </p:cNvPr>
          <p:cNvSpPr/>
          <p:nvPr/>
        </p:nvSpPr>
        <p:spPr>
          <a:xfrm>
            <a:off x="9315963" y="4109009"/>
            <a:ext cx="1277943" cy="184666"/>
          </a:xfrm>
          <a:prstGeom prst="rect">
            <a:avLst/>
          </a:prstGeom>
          <a:noFill/>
          <a:ln/>
        </p:spPr>
        <p:txBody>
          <a:bodyPr wrap="square" lIns="0" tIns="0" rIns="0" bIns="0" rtlCol="0" anchor="t">
            <a:spAutoFit/>
          </a:bodyPr>
          <a:lstStyle/>
          <a:p>
            <a:pPr algn="ctr" defTabSz="731520"/>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账号（关注</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点击）</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5" name="组合 34">
            <a:extLst>
              <a:ext uri="{FF2B5EF4-FFF2-40B4-BE49-F238E27FC236}">
                <a16:creationId xmlns:a16="http://schemas.microsoft.com/office/drawing/2014/main" id="{AAB64D31-0AF4-D047-A708-A6B702153198}"/>
              </a:ext>
            </a:extLst>
          </p:cNvPr>
          <p:cNvGrpSpPr/>
          <p:nvPr/>
        </p:nvGrpSpPr>
        <p:grpSpPr>
          <a:xfrm>
            <a:off x="8723572" y="2962510"/>
            <a:ext cx="358026" cy="1238832"/>
            <a:chOff x="8337033" y="3156114"/>
            <a:chExt cx="1013708" cy="1238832"/>
          </a:xfrm>
        </p:grpSpPr>
        <p:cxnSp>
          <p:nvCxnSpPr>
            <p:cNvPr id="223" name="直线连接符 222">
              <a:extLst>
                <a:ext uri="{FF2B5EF4-FFF2-40B4-BE49-F238E27FC236}">
                  <a16:creationId xmlns:a16="http://schemas.microsoft.com/office/drawing/2014/main" id="{AF6E84B1-18E3-7F4F-B6F4-952B8DA8FD15}"/>
                </a:ext>
              </a:extLst>
            </p:cNvPr>
            <p:cNvCxnSpPr>
              <a:cxnSpLocks/>
            </p:cNvCxnSpPr>
            <p:nvPr/>
          </p:nvCxnSpPr>
          <p:spPr>
            <a:xfrm flipH="1">
              <a:off x="8337038" y="3156114"/>
              <a:ext cx="1013700" cy="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26" name="直线连接符 225">
              <a:extLst>
                <a:ext uri="{FF2B5EF4-FFF2-40B4-BE49-F238E27FC236}">
                  <a16:creationId xmlns:a16="http://schemas.microsoft.com/office/drawing/2014/main" id="{FD82D1EF-6538-604A-B04F-8DC895F27449}"/>
                </a:ext>
              </a:extLst>
            </p:cNvPr>
            <p:cNvCxnSpPr>
              <a:cxnSpLocks/>
            </p:cNvCxnSpPr>
            <p:nvPr/>
          </p:nvCxnSpPr>
          <p:spPr>
            <a:xfrm flipH="1">
              <a:off x="8337041" y="3775530"/>
              <a:ext cx="1013700" cy="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31" name="直线连接符 230">
              <a:extLst>
                <a:ext uri="{FF2B5EF4-FFF2-40B4-BE49-F238E27FC236}">
                  <a16:creationId xmlns:a16="http://schemas.microsoft.com/office/drawing/2014/main" id="{F71F9916-72B8-9948-9C14-D66C243EB5D7}"/>
                </a:ext>
              </a:extLst>
            </p:cNvPr>
            <p:cNvCxnSpPr>
              <a:cxnSpLocks/>
            </p:cNvCxnSpPr>
            <p:nvPr/>
          </p:nvCxnSpPr>
          <p:spPr>
            <a:xfrm flipH="1">
              <a:off x="8337033" y="4394946"/>
              <a:ext cx="1013700" cy="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grpSp>
      <p:sp>
        <p:nvSpPr>
          <p:cNvPr id="234" name="矩形: 圆角 114">
            <a:extLst>
              <a:ext uri="{FF2B5EF4-FFF2-40B4-BE49-F238E27FC236}">
                <a16:creationId xmlns:a16="http://schemas.microsoft.com/office/drawing/2014/main" id="{F483413E-315B-4C48-A6CB-E36ACA6654E4}"/>
              </a:ext>
            </a:extLst>
          </p:cNvPr>
          <p:cNvSpPr/>
          <p:nvPr/>
        </p:nvSpPr>
        <p:spPr>
          <a:xfrm>
            <a:off x="6036819" y="2724363"/>
            <a:ext cx="2672104" cy="1715123"/>
          </a:xfrm>
          <a:prstGeom prst="roundRect">
            <a:avLst>
              <a:gd name="adj" fmla="val 722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9" name="椭圆 238">
            <a:extLst>
              <a:ext uri="{FF2B5EF4-FFF2-40B4-BE49-F238E27FC236}">
                <a16:creationId xmlns:a16="http://schemas.microsoft.com/office/drawing/2014/main" id="{7A41EF31-3B5A-1E4D-AFE2-177D579BE813}"/>
              </a:ext>
            </a:extLst>
          </p:cNvPr>
          <p:cNvSpPr/>
          <p:nvPr/>
        </p:nvSpPr>
        <p:spPr>
          <a:xfrm>
            <a:off x="7957670" y="2989795"/>
            <a:ext cx="602223" cy="602223"/>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1" name="Object29">
            <a:extLst>
              <a:ext uri="{FF2B5EF4-FFF2-40B4-BE49-F238E27FC236}">
                <a16:creationId xmlns:a16="http://schemas.microsoft.com/office/drawing/2014/main" id="{C12E91C2-0EA9-F148-8247-A6FE1AC320EA}"/>
              </a:ext>
            </a:extLst>
          </p:cNvPr>
          <p:cNvSpPr txBox="1"/>
          <p:nvPr/>
        </p:nvSpPr>
        <p:spPr>
          <a:xfrm>
            <a:off x="8053022" y="3178568"/>
            <a:ext cx="411519" cy="2246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认同</a:t>
            </a:r>
            <a:endParaRPr lang="en-US" altLang="zh-CN"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4" name="椭圆 243">
            <a:extLst>
              <a:ext uri="{FF2B5EF4-FFF2-40B4-BE49-F238E27FC236}">
                <a16:creationId xmlns:a16="http://schemas.microsoft.com/office/drawing/2014/main" id="{D0CD15E2-AEDF-7646-8B88-A2D6BB20E514}"/>
              </a:ext>
            </a:extLst>
          </p:cNvPr>
          <p:cNvSpPr/>
          <p:nvPr/>
        </p:nvSpPr>
        <p:spPr>
          <a:xfrm>
            <a:off x="7446805" y="3519073"/>
            <a:ext cx="602223" cy="602223"/>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5" name="Object29">
            <a:extLst>
              <a:ext uri="{FF2B5EF4-FFF2-40B4-BE49-F238E27FC236}">
                <a16:creationId xmlns:a16="http://schemas.microsoft.com/office/drawing/2014/main" id="{3AAC9394-CAD5-AE42-AB83-E57917226919}"/>
              </a:ext>
            </a:extLst>
          </p:cNvPr>
          <p:cNvSpPr txBox="1"/>
          <p:nvPr/>
        </p:nvSpPr>
        <p:spPr>
          <a:xfrm>
            <a:off x="7542157" y="3707846"/>
            <a:ext cx="411519" cy="2246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30000"/>
              </a:lnSpc>
              <a:defRPr/>
            </a:pPr>
            <a:r>
              <a:rPr lang="zh-CN" altLang="en-US"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内化</a:t>
            </a:r>
            <a:endParaRPr lang="en-US" altLang="zh-CN" sz="1200" b="0"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6" name="Object29">
            <a:extLst>
              <a:ext uri="{FF2B5EF4-FFF2-40B4-BE49-F238E27FC236}">
                <a16:creationId xmlns:a16="http://schemas.microsoft.com/office/drawing/2014/main" id="{148DE925-3936-E54A-9BF3-82AAAEBF88EC}"/>
              </a:ext>
            </a:extLst>
          </p:cNvPr>
          <p:cNvSpPr/>
          <p:nvPr/>
        </p:nvSpPr>
        <p:spPr>
          <a:xfrm flipH="1">
            <a:off x="6247524" y="3008329"/>
            <a:ext cx="1036780"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外周路径</a:t>
            </a:r>
          </a:p>
        </p:txBody>
      </p:sp>
      <p:sp>
        <p:nvSpPr>
          <p:cNvPr id="247" name="Object29">
            <a:extLst>
              <a:ext uri="{FF2B5EF4-FFF2-40B4-BE49-F238E27FC236}">
                <a16:creationId xmlns:a16="http://schemas.microsoft.com/office/drawing/2014/main" id="{D0B29B7B-078F-6647-9634-81DB766518A4}"/>
              </a:ext>
            </a:extLst>
          </p:cNvPr>
          <p:cNvSpPr/>
          <p:nvPr/>
        </p:nvSpPr>
        <p:spPr>
          <a:xfrm flipH="1">
            <a:off x="6247524" y="3849795"/>
            <a:ext cx="1036780"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中心路径</a:t>
            </a:r>
          </a:p>
        </p:txBody>
      </p:sp>
      <p:cxnSp>
        <p:nvCxnSpPr>
          <p:cNvPr id="248" name="直线连接符 247">
            <a:extLst>
              <a:ext uri="{FF2B5EF4-FFF2-40B4-BE49-F238E27FC236}">
                <a16:creationId xmlns:a16="http://schemas.microsoft.com/office/drawing/2014/main" id="{DB02C7C8-DA42-DD43-9F50-9BB6E76F4477}"/>
              </a:ext>
            </a:extLst>
          </p:cNvPr>
          <p:cNvCxnSpPr>
            <a:cxnSpLocks/>
          </p:cNvCxnSpPr>
          <p:nvPr/>
        </p:nvCxnSpPr>
        <p:spPr>
          <a:xfrm>
            <a:off x="8235030" y="3674259"/>
            <a:ext cx="0" cy="1134560"/>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49" name="直线连接符 248">
            <a:extLst>
              <a:ext uri="{FF2B5EF4-FFF2-40B4-BE49-F238E27FC236}">
                <a16:creationId xmlns:a16="http://schemas.microsoft.com/office/drawing/2014/main" id="{5A01FDFC-9D1C-B04F-8A0D-10CDA0745CE9}"/>
              </a:ext>
            </a:extLst>
          </p:cNvPr>
          <p:cNvCxnSpPr>
            <a:cxnSpLocks/>
          </p:cNvCxnSpPr>
          <p:nvPr/>
        </p:nvCxnSpPr>
        <p:spPr>
          <a:xfrm flipH="1">
            <a:off x="6765914" y="4129013"/>
            <a:ext cx="776243" cy="813187"/>
          </a:xfrm>
          <a:prstGeom prst="line">
            <a:avLst/>
          </a:prstGeom>
          <a:ln w="9525">
            <a:solidFill>
              <a:schemeClr val="accent1">
                <a:lumMod val="100000"/>
              </a:schemeClr>
            </a:solidFill>
            <a:prstDash val="dash"/>
            <a:headEnd type="triangle"/>
          </a:ln>
        </p:spPr>
        <p:style>
          <a:lnRef idx="1">
            <a:schemeClr val="accent1"/>
          </a:lnRef>
          <a:fillRef idx="0">
            <a:schemeClr val="accent1"/>
          </a:fillRef>
          <a:effectRef idx="0">
            <a:schemeClr val="accent1"/>
          </a:effectRef>
          <a:fontRef idx="minor">
            <a:schemeClr val="tx1"/>
          </a:fontRef>
        </p:style>
      </p:cxnSp>
      <p:cxnSp>
        <p:nvCxnSpPr>
          <p:cNvPr id="250" name="直线连接符 249">
            <a:extLst>
              <a:ext uri="{FF2B5EF4-FFF2-40B4-BE49-F238E27FC236}">
                <a16:creationId xmlns:a16="http://schemas.microsoft.com/office/drawing/2014/main" id="{E75AF594-3E5B-104D-9895-1ACC8EAA57A9}"/>
              </a:ext>
            </a:extLst>
          </p:cNvPr>
          <p:cNvCxnSpPr>
            <a:cxnSpLocks/>
          </p:cNvCxnSpPr>
          <p:nvPr/>
        </p:nvCxnSpPr>
        <p:spPr>
          <a:xfrm flipH="1" flipV="1">
            <a:off x="7375077" y="2404828"/>
            <a:ext cx="2962" cy="272632"/>
          </a:xfrm>
          <a:prstGeom prst="line">
            <a:avLst/>
          </a:prstGeom>
          <a:ln w="9525">
            <a:solidFill>
              <a:schemeClr val="accent1">
                <a:lumMod val="100000"/>
              </a:schemeClr>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51" name="直线连接符 250">
            <a:extLst>
              <a:ext uri="{FF2B5EF4-FFF2-40B4-BE49-F238E27FC236}">
                <a16:creationId xmlns:a16="http://schemas.microsoft.com/office/drawing/2014/main" id="{FB57CB92-F4C3-7042-8BED-97AAB432580F}"/>
              </a:ext>
            </a:extLst>
          </p:cNvPr>
          <p:cNvCxnSpPr>
            <a:cxnSpLocks/>
          </p:cNvCxnSpPr>
          <p:nvPr/>
        </p:nvCxnSpPr>
        <p:spPr>
          <a:xfrm flipH="1" flipV="1">
            <a:off x="6319484" y="3283443"/>
            <a:ext cx="1578369" cy="13042"/>
          </a:xfrm>
          <a:prstGeom prst="line">
            <a:avLst/>
          </a:prstGeom>
          <a:ln w="9525">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52" name="直线连接符 251">
            <a:extLst>
              <a:ext uri="{FF2B5EF4-FFF2-40B4-BE49-F238E27FC236}">
                <a16:creationId xmlns:a16="http://schemas.microsoft.com/office/drawing/2014/main" id="{6D310085-BC1F-A240-8222-972B7A8A564B}"/>
              </a:ext>
            </a:extLst>
          </p:cNvPr>
          <p:cNvCxnSpPr>
            <a:cxnSpLocks/>
          </p:cNvCxnSpPr>
          <p:nvPr/>
        </p:nvCxnSpPr>
        <p:spPr>
          <a:xfrm flipH="1" flipV="1">
            <a:off x="6327700" y="3817887"/>
            <a:ext cx="1071093" cy="7876"/>
          </a:xfrm>
          <a:prstGeom prst="line">
            <a:avLst/>
          </a:prstGeom>
          <a:ln w="9525">
            <a:solidFill>
              <a:schemeClr val="dk1"/>
            </a:solidFill>
            <a:prstDash val="sysDash"/>
            <a:headEnd type="triangle"/>
          </a:ln>
        </p:spPr>
        <p:style>
          <a:lnRef idx="1">
            <a:schemeClr val="accent1"/>
          </a:lnRef>
          <a:fillRef idx="0">
            <a:schemeClr val="accent1"/>
          </a:fillRef>
          <a:effectRef idx="0">
            <a:schemeClr val="accent1"/>
          </a:effectRef>
          <a:fontRef idx="minor">
            <a:schemeClr val="tx1"/>
          </a:fontRef>
        </p:style>
      </p:cxnSp>
      <p:cxnSp>
        <p:nvCxnSpPr>
          <p:cNvPr id="253" name="直线连接符 252">
            <a:extLst>
              <a:ext uri="{FF2B5EF4-FFF2-40B4-BE49-F238E27FC236}">
                <a16:creationId xmlns:a16="http://schemas.microsoft.com/office/drawing/2014/main" id="{1EE65CCC-853C-0B43-AE16-3A4C51E1D6B1}"/>
              </a:ext>
            </a:extLst>
          </p:cNvPr>
          <p:cNvCxnSpPr>
            <a:cxnSpLocks/>
          </p:cNvCxnSpPr>
          <p:nvPr/>
        </p:nvCxnSpPr>
        <p:spPr>
          <a:xfrm flipH="1" flipV="1">
            <a:off x="6320223" y="3285327"/>
            <a:ext cx="6738" cy="540436"/>
          </a:xfrm>
          <a:prstGeom prst="line">
            <a:avLst/>
          </a:prstGeom>
          <a:ln w="9525">
            <a:solidFill>
              <a:schemeClr val="dk1"/>
            </a:solidFill>
            <a:prstDash val="sysDash"/>
            <a:headEnd type="none"/>
          </a:ln>
        </p:spPr>
        <p:style>
          <a:lnRef idx="1">
            <a:schemeClr val="accent1"/>
          </a:lnRef>
          <a:fillRef idx="0">
            <a:schemeClr val="accent1"/>
          </a:fillRef>
          <a:effectRef idx="0">
            <a:schemeClr val="accent1"/>
          </a:effectRef>
          <a:fontRef idx="minor">
            <a:schemeClr val="tx1"/>
          </a:fontRef>
        </p:style>
      </p:cxnSp>
      <p:sp>
        <p:nvSpPr>
          <p:cNvPr id="3" name="文本框 2">
            <a:extLst>
              <a:ext uri="{FF2B5EF4-FFF2-40B4-BE49-F238E27FC236}">
                <a16:creationId xmlns:a16="http://schemas.microsoft.com/office/drawing/2014/main" id="{91A8569E-12EB-20AD-FE8E-BA5B53541CD5}"/>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336623AA-1016-7530-91DD-3F9D1FFFD487}"/>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2E6BE66B-B9D7-4323-DAE5-6D68ACCF0FDF}"/>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83545456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2" name="直线连接符 121">
            <a:extLst>
              <a:ext uri="{FF2B5EF4-FFF2-40B4-BE49-F238E27FC236}">
                <a16:creationId xmlns:a16="http://schemas.microsoft.com/office/drawing/2014/main" id="{261C2133-AE94-1143-9CB8-8FA39FB5A82E}"/>
              </a:ext>
            </a:extLst>
          </p:cNvPr>
          <p:cNvCxnSpPr>
            <a:cxnSpLocks/>
          </p:cNvCxnSpPr>
          <p:nvPr/>
        </p:nvCxnSpPr>
        <p:spPr>
          <a:xfrm flipH="1">
            <a:off x="1491629" y="2414578"/>
            <a:ext cx="9717709" cy="0"/>
          </a:xfrm>
          <a:prstGeom prst="line">
            <a:avLst/>
          </a:prstGeom>
          <a:ln w="12700" cmpd="sng">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sp>
        <p:nvSpPr>
          <p:cNvPr id="123" name="椭圆 122">
            <a:extLst>
              <a:ext uri="{FF2B5EF4-FFF2-40B4-BE49-F238E27FC236}">
                <a16:creationId xmlns:a16="http://schemas.microsoft.com/office/drawing/2014/main" id="{D760CE8D-BECE-D04F-838A-E7F6EBECC5A8}"/>
              </a:ext>
            </a:extLst>
          </p:cNvPr>
          <p:cNvSpPr/>
          <p:nvPr/>
        </p:nvSpPr>
        <p:spPr>
          <a:xfrm>
            <a:off x="1382878" y="2360203"/>
            <a:ext cx="108751" cy="10875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椭圆 123">
            <a:extLst>
              <a:ext uri="{FF2B5EF4-FFF2-40B4-BE49-F238E27FC236}">
                <a16:creationId xmlns:a16="http://schemas.microsoft.com/office/drawing/2014/main" id="{0E33FF09-CB84-F644-8D97-F5427CFEA45A}"/>
              </a:ext>
            </a:extLst>
          </p:cNvPr>
          <p:cNvSpPr/>
          <p:nvPr/>
        </p:nvSpPr>
        <p:spPr>
          <a:xfrm>
            <a:off x="7312324" y="2360203"/>
            <a:ext cx="108751" cy="10875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椭圆 137">
            <a:extLst>
              <a:ext uri="{FF2B5EF4-FFF2-40B4-BE49-F238E27FC236}">
                <a16:creationId xmlns:a16="http://schemas.microsoft.com/office/drawing/2014/main" id="{BF913E0C-9DE2-E24E-ACF3-10ED79545CAE}"/>
              </a:ext>
            </a:extLst>
          </p:cNvPr>
          <p:cNvSpPr/>
          <p:nvPr/>
        </p:nvSpPr>
        <p:spPr>
          <a:xfrm>
            <a:off x="11209338" y="2360203"/>
            <a:ext cx="108751" cy="108751"/>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Object29">
            <a:extLst>
              <a:ext uri="{FF2B5EF4-FFF2-40B4-BE49-F238E27FC236}">
                <a16:creationId xmlns:a16="http://schemas.microsoft.com/office/drawing/2014/main" id="{0A7B6617-DE80-064C-A4EE-2A9F3ECBD642}"/>
              </a:ext>
            </a:extLst>
          </p:cNvPr>
          <p:cNvSpPr/>
          <p:nvPr/>
        </p:nvSpPr>
        <p:spPr>
          <a:xfrm flipH="1">
            <a:off x="1250950" y="1895490"/>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10/09</a:t>
            </a:r>
          </a:p>
          <a:p>
            <a:pPr algn="ctr" defTabSz="1219169"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项目启动</a:t>
            </a:r>
          </a:p>
        </p:txBody>
      </p:sp>
      <p:sp>
        <p:nvSpPr>
          <p:cNvPr id="142" name="Object29">
            <a:extLst>
              <a:ext uri="{FF2B5EF4-FFF2-40B4-BE49-F238E27FC236}">
                <a16:creationId xmlns:a16="http://schemas.microsoft.com/office/drawing/2014/main" id="{E9174287-FFB9-7C4E-9C45-251DF485CF9D}"/>
              </a:ext>
            </a:extLst>
          </p:cNvPr>
          <p:cNvSpPr/>
          <p:nvPr/>
        </p:nvSpPr>
        <p:spPr>
          <a:xfrm flipH="1">
            <a:off x="3478095" y="1895490"/>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线上阶段</a:t>
            </a:r>
          </a:p>
        </p:txBody>
      </p:sp>
      <p:sp>
        <p:nvSpPr>
          <p:cNvPr id="143" name="Object29">
            <a:extLst>
              <a:ext uri="{FF2B5EF4-FFF2-40B4-BE49-F238E27FC236}">
                <a16:creationId xmlns:a16="http://schemas.microsoft.com/office/drawing/2014/main" id="{7E240134-BD77-4B42-B8FD-65BC58376A0F}"/>
              </a:ext>
            </a:extLst>
          </p:cNvPr>
          <p:cNvSpPr/>
          <p:nvPr/>
        </p:nvSpPr>
        <p:spPr>
          <a:xfrm flipH="1">
            <a:off x="6888669" y="1895490"/>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11/13</a:t>
            </a:r>
          </a:p>
          <a:p>
            <a:pPr algn="ctr" defTabSz="1219169"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线下启动</a:t>
            </a:r>
          </a:p>
        </p:txBody>
      </p:sp>
      <p:sp>
        <p:nvSpPr>
          <p:cNvPr id="144" name="Object29">
            <a:extLst>
              <a:ext uri="{FF2B5EF4-FFF2-40B4-BE49-F238E27FC236}">
                <a16:creationId xmlns:a16="http://schemas.microsoft.com/office/drawing/2014/main" id="{2AF507CC-788D-144B-8610-ACC4D81F8FCE}"/>
              </a:ext>
            </a:extLst>
          </p:cNvPr>
          <p:cNvSpPr/>
          <p:nvPr/>
        </p:nvSpPr>
        <p:spPr>
          <a:xfrm flipH="1">
            <a:off x="10612527" y="1895490"/>
            <a:ext cx="845219" cy="349456"/>
          </a:xfrm>
          <a:prstGeom prst="rect">
            <a:avLst/>
          </a:prstGeom>
          <a:ln w="12700">
            <a:miter lim="400000"/>
          </a:ln>
        </p:spPr>
        <p:txBody>
          <a:bodyPr wrap="none" lIns="25400" tIns="25400" rIns="25400" bIns="25400" anchor="ctr">
            <a:noAutofit/>
          </a:bodyPr>
          <a:lstStyle/>
          <a:p>
            <a:pPr algn="ctr" defTabSz="1219169" hangingPunct="0"/>
            <a:r>
              <a:rPr lang="en-US" altLang="zh-CN"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12/05</a:t>
            </a:r>
          </a:p>
          <a:p>
            <a:pPr algn="ctr" defTabSz="1219169" hangingPunct="0"/>
            <a:r>
              <a:rPr lang="zh-CN" altLang="en-US" sz="11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活动举办</a:t>
            </a:r>
          </a:p>
        </p:txBody>
      </p:sp>
      <p:sp>
        <p:nvSpPr>
          <p:cNvPr id="145" name="Object29">
            <a:extLst>
              <a:ext uri="{FF2B5EF4-FFF2-40B4-BE49-F238E27FC236}">
                <a16:creationId xmlns:a16="http://schemas.microsoft.com/office/drawing/2014/main" id="{79984A3F-D0F8-B043-B966-68C0249B16CF}"/>
              </a:ext>
            </a:extLst>
          </p:cNvPr>
          <p:cNvSpPr/>
          <p:nvPr/>
        </p:nvSpPr>
        <p:spPr>
          <a:xfrm flipH="1">
            <a:off x="8638430" y="1895490"/>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线下阶段</a:t>
            </a:r>
          </a:p>
        </p:txBody>
      </p:sp>
      <p:sp>
        <p:nvSpPr>
          <p:cNvPr id="146" name="Object29">
            <a:extLst>
              <a:ext uri="{FF2B5EF4-FFF2-40B4-BE49-F238E27FC236}">
                <a16:creationId xmlns:a16="http://schemas.microsoft.com/office/drawing/2014/main" id="{7217E6AB-619A-6246-84D9-68094898956B}"/>
              </a:ext>
            </a:extLst>
          </p:cNvPr>
          <p:cNvSpPr/>
          <p:nvPr/>
        </p:nvSpPr>
        <p:spPr>
          <a:xfrm flipH="1">
            <a:off x="494585" y="2184959"/>
            <a:ext cx="724705"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阶段：</a:t>
            </a:r>
          </a:p>
        </p:txBody>
      </p:sp>
      <p:sp>
        <p:nvSpPr>
          <p:cNvPr id="147" name="Object29">
            <a:extLst>
              <a:ext uri="{FF2B5EF4-FFF2-40B4-BE49-F238E27FC236}">
                <a16:creationId xmlns:a16="http://schemas.microsoft.com/office/drawing/2014/main" id="{15C615FB-2817-6540-B5FE-6624C703B91C}"/>
              </a:ext>
            </a:extLst>
          </p:cNvPr>
          <p:cNvSpPr/>
          <p:nvPr/>
        </p:nvSpPr>
        <p:spPr>
          <a:xfrm flipH="1">
            <a:off x="494585" y="6020505"/>
            <a:ext cx="724705"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p>
        </p:txBody>
      </p:sp>
      <p:sp>
        <p:nvSpPr>
          <p:cNvPr id="101" name="椭圆 100">
            <a:extLst>
              <a:ext uri="{FF2B5EF4-FFF2-40B4-BE49-F238E27FC236}">
                <a16:creationId xmlns:a16="http://schemas.microsoft.com/office/drawing/2014/main" id="{D7D991B6-D1B2-4449-95BC-4C14C82DCAD2}"/>
              </a:ext>
            </a:extLst>
          </p:cNvPr>
          <p:cNvSpPr/>
          <p:nvPr/>
        </p:nvSpPr>
        <p:spPr>
          <a:xfrm>
            <a:off x="1397759" y="2711204"/>
            <a:ext cx="1788963" cy="1788965"/>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29">
            <a:extLst>
              <a:ext uri="{FF2B5EF4-FFF2-40B4-BE49-F238E27FC236}">
                <a16:creationId xmlns:a16="http://schemas.microsoft.com/office/drawing/2014/main" id="{516C0480-7693-4D43-981F-5AB2FA6EF34F}"/>
              </a:ext>
            </a:extLst>
          </p:cNvPr>
          <p:cNvSpPr txBox="1"/>
          <p:nvPr/>
        </p:nvSpPr>
        <p:spPr>
          <a:xfrm>
            <a:off x="1397758" y="3573931"/>
            <a:ext cx="1788963"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我要上嘉年华</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p>
        </p:txBody>
      </p:sp>
      <p:sp>
        <p:nvSpPr>
          <p:cNvPr id="103" name="Object29">
            <a:extLst>
              <a:ext uri="{FF2B5EF4-FFF2-40B4-BE49-F238E27FC236}">
                <a16:creationId xmlns:a16="http://schemas.microsoft.com/office/drawing/2014/main" id="{626F0B03-3B44-8544-BAB2-E53F3BB0555E}"/>
              </a:ext>
            </a:extLst>
          </p:cNvPr>
          <p:cNvSpPr txBox="1"/>
          <p:nvPr/>
        </p:nvSpPr>
        <p:spPr>
          <a:xfrm>
            <a:off x="1773560" y="3278549"/>
            <a:ext cx="1037358"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10/26</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上线</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8" name="直线连接符 147">
            <a:extLst>
              <a:ext uri="{FF2B5EF4-FFF2-40B4-BE49-F238E27FC236}">
                <a16:creationId xmlns:a16="http://schemas.microsoft.com/office/drawing/2014/main" id="{44F50C80-4BE8-D84D-9F6E-EC0D957F116E}"/>
              </a:ext>
            </a:extLst>
          </p:cNvPr>
          <p:cNvCxnSpPr>
            <a:cxnSpLocks/>
          </p:cNvCxnSpPr>
          <p:nvPr/>
        </p:nvCxnSpPr>
        <p:spPr>
          <a:xfrm flipV="1">
            <a:off x="229224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55" name="矩形: 圆角 114">
            <a:extLst>
              <a:ext uri="{FF2B5EF4-FFF2-40B4-BE49-F238E27FC236}">
                <a16:creationId xmlns:a16="http://schemas.microsoft.com/office/drawing/2014/main" id="{EFCAC6AE-412C-1242-AF47-1F4709611EEB}"/>
              </a:ext>
            </a:extLst>
          </p:cNvPr>
          <p:cNvSpPr/>
          <p:nvPr/>
        </p:nvSpPr>
        <p:spPr>
          <a:xfrm>
            <a:off x="139776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Object60">
            <a:extLst>
              <a:ext uri="{FF2B5EF4-FFF2-40B4-BE49-F238E27FC236}">
                <a16:creationId xmlns:a16="http://schemas.microsoft.com/office/drawing/2014/main" id="{08292AFD-E807-C240-9C10-3D0A0E06EAF8}"/>
              </a:ext>
            </a:extLst>
          </p:cNvPr>
          <p:cNvSpPr/>
          <p:nvPr/>
        </p:nvSpPr>
        <p:spPr>
          <a:xfrm>
            <a:off x="1604834" y="5239167"/>
            <a:ext cx="1374817" cy="323165"/>
          </a:xfrm>
          <a:prstGeom prst="rect">
            <a:avLst/>
          </a:prstGeom>
          <a:noFill/>
          <a:ln/>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直播选秀PK</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雪球故事征集</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椭圆 104">
            <a:extLst>
              <a:ext uri="{FF2B5EF4-FFF2-40B4-BE49-F238E27FC236}">
                <a16:creationId xmlns:a16="http://schemas.microsoft.com/office/drawing/2014/main" id="{09EDDFAA-FF53-2A47-9899-5ED4D49EA11B}"/>
              </a:ext>
            </a:extLst>
          </p:cNvPr>
          <p:cNvSpPr/>
          <p:nvPr/>
        </p:nvSpPr>
        <p:spPr>
          <a:xfrm>
            <a:off x="3429309" y="2711204"/>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Object29">
            <a:extLst>
              <a:ext uri="{FF2B5EF4-FFF2-40B4-BE49-F238E27FC236}">
                <a16:creationId xmlns:a16="http://schemas.microsoft.com/office/drawing/2014/main" id="{6FB59481-DEC5-404A-8A5B-3C1F6BFFF5AB}"/>
              </a:ext>
            </a:extLst>
          </p:cNvPr>
          <p:cNvSpPr txBox="1"/>
          <p:nvPr/>
        </p:nvSpPr>
        <p:spPr>
          <a:xfrm>
            <a:off x="3429308" y="3573931"/>
            <a:ext cx="1788963"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雪球奖评选</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p>
        </p:txBody>
      </p:sp>
      <p:sp>
        <p:nvSpPr>
          <p:cNvPr id="107" name="Object29">
            <a:extLst>
              <a:ext uri="{FF2B5EF4-FFF2-40B4-BE49-F238E27FC236}">
                <a16:creationId xmlns:a16="http://schemas.microsoft.com/office/drawing/2014/main" id="{AD079020-1551-0649-AFFC-43A9F541840D}"/>
              </a:ext>
            </a:extLst>
          </p:cNvPr>
          <p:cNvSpPr txBox="1"/>
          <p:nvPr/>
        </p:nvSpPr>
        <p:spPr>
          <a:xfrm>
            <a:off x="3805110" y="3278549"/>
            <a:ext cx="1037358"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11/09</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上线</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9" name="直线连接符 148">
            <a:extLst>
              <a:ext uri="{FF2B5EF4-FFF2-40B4-BE49-F238E27FC236}">
                <a16:creationId xmlns:a16="http://schemas.microsoft.com/office/drawing/2014/main" id="{97187671-009D-5645-9AA7-FDF560B2CDA6}"/>
              </a:ext>
            </a:extLst>
          </p:cNvPr>
          <p:cNvCxnSpPr>
            <a:cxnSpLocks/>
          </p:cNvCxnSpPr>
          <p:nvPr/>
        </p:nvCxnSpPr>
        <p:spPr>
          <a:xfrm flipV="1">
            <a:off x="432379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58" name="矩形: 圆角 114">
            <a:extLst>
              <a:ext uri="{FF2B5EF4-FFF2-40B4-BE49-F238E27FC236}">
                <a16:creationId xmlns:a16="http://schemas.microsoft.com/office/drawing/2014/main" id="{4A18E1FB-1A06-0940-BADE-D0FD13C63851}"/>
              </a:ext>
            </a:extLst>
          </p:cNvPr>
          <p:cNvSpPr/>
          <p:nvPr/>
        </p:nvSpPr>
        <p:spPr>
          <a:xfrm>
            <a:off x="342931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Object60">
            <a:extLst>
              <a:ext uri="{FF2B5EF4-FFF2-40B4-BE49-F238E27FC236}">
                <a16:creationId xmlns:a16="http://schemas.microsoft.com/office/drawing/2014/main" id="{EA5607D1-616B-1B4A-B7EF-8B66643687B3}"/>
              </a:ext>
            </a:extLst>
          </p:cNvPr>
          <p:cNvSpPr/>
          <p:nvPr/>
        </p:nvSpPr>
        <p:spPr>
          <a:xfrm>
            <a:off x="3636384" y="5239167"/>
            <a:ext cx="1374817" cy="323165"/>
          </a:xfrm>
          <a:prstGeom prst="rect">
            <a:avLst/>
          </a:prstGeom>
          <a:noFill/>
          <a:ln/>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影响力用户评选</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年度新锐用户评选</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椭圆 108">
            <a:extLst>
              <a:ext uri="{FF2B5EF4-FFF2-40B4-BE49-F238E27FC236}">
                <a16:creationId xmlns:a16="http://schemas.microsoft.com/office/drawing/2014/main" id="{2BDB945A-482F-6B4A-B02B-36CA5460018E}"/>
              </a:ext>
            </a:extLst>
          </p:cNvPr>
          <p:cNvSpPr/>
          <p:nvPr/>
        </p:nvSpPr>
        <p:spPr>
          <a:xfrm>
            <a:off x="5460859" y="2711204"/>
            <a:ext cx="1788963" cy="1788965"/>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29">
            <a:extLst>
              <a:ext uri="{FF2B5EF4-FFF2-40B4-BE49-F238E27FC236}">
                <a16:creationId xmlns:a16="http://schemas.microsoft.com/office/drawing/2014/main" id="{089655D9-3A46-334D-8C5B-F9BCA218A913}"/>
              </a:ext>
            </a:extLst>
          </p:cNvPr>
          <p:cNvSpPr txBox="1"/>
          <p:nvPr/>
        </p:nvSpPr>
        <p:spPr>
          <a:xfrm>
            <a:off x="5460858" y="3573931"/>
            <a:ext cx="1788963"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嘉年华长街</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p>
        </p:txBody>
      </p:sp>
      <p:sp>
        <p:nvSpPr>
          <p:cNvPr id="111" name="Object29">
            <a:extLst>
              <a:ext uri="{FF2B5EF4-FFF2-40B4-BE49-F238E27FC236}">
                <a16:creationId xmlns:a16="http://schemas.microsoft.com/office/drawing/2014/main" id="{A8C3AAD0-C034-8049-BA4D-CBFD54D204C3}"/>
              </a:ext>
            </a:extLst>
          </p:cNvPr>
          <p:cNvSpPr txBox="1"/>
          <p:nvPr/>
        </p:nvSpPr>
        <p:spPr>
          <a:xfrm>
            <a:off x="5836660" y="3278549"/>
            <a:ext cx="1037358"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11/13</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上线</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1" name="直线连接符 150">
            <a:extLst>
              <a:ext uri="{FF2B5EF4-FFF2-40B4-BE49-F238E27FC236}">
                <a16:creationId xmlns:a16="http://schemas.microsoft.com/office/drawing/2014/main" id="{D6FDC1A8-8989-4243-AC18-C9FA993F9015}"/>
              </a:ext>
            </a:extLst>
          </p:cNvPr>
          <p:cNvCxnSpPr>
            <a:cxnSpLocks/>
          </p:cNvCxnSpPr>
          <p:nvPr/>
        </p:nvCxnSpPr>
        <p:spPr>
          <a:xfrm flipV="1">
            <a:off x="635534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1" name="矩形: 圆角 114">
            <a:extLst>
              <a:ext uri="{FF2B5EF4-FFF2-40B4-BE49-F238E27FC236}">
                <a16:creationId xmlns:a16="http://schemas.microsoft.com/office/drawing/2014/main" id="{0F91AC77-7B9C-724B-B621-76546CD5BAA7}"/>
              </a:ext>
            </a:extLst>
          </p:cNvPr>
          <p:cNvSpPr/>
          <p:nvPr/>
        </p:nvSpPr>
        <p:spPr>
          <a:xfrm>
            <a:off x="546086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Object60">
            <a:extLst>
              <a:ext uri="{FF2B5EF4-FFF2-40B4-BE49-F238E27FC236}">
                <a16:creationId xmlns:a16="http://schemas.microsoft.com/office/drawing/2014/main" id="{3540E4C9-ABFC-034F-A08F-25800EC09DB4}"/>
              </a:ext>
            </a:extLst>
          </p:cNvPr>
          <p:cNvSpPr/>
          <p:nvPr/>
        </p:nvSpPr>
        <p:spPr>
          <a:xfrm>
            <a:off x="5667934" y="5239167"/>
            <a:ext cx="1374817" cy="323165"/>
          </a:xfrm>
          <a:prstGeom prst="rect">
            <a:avLst/>
          </a:prstGeom>
          <a:noFill/>
          <a:ln/>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抢嘉年华门票</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全景展示嘉年华</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椭圆 112">
            <a:extLst>
              <a:ext uri="{FF2B5EF4-FFF2-40B4-BE49-F238E27FC236}">
                <a16:creationId xmlns:a16="http://schemas.microsoft.com/office/drawing/2014/main" id="{C9EEFFF4-6001-7543-9695-6591B6D11687}"/>
              </a:ext>
            </a:extLst>
          </p:cNvPr>
          <p:cNvSpPr/>
          <p:nvPr/>
        </p:nvSpPr>
        <p:spPr>
          <a:xfrm>
            <a:off x="7492409" y="2711204"/>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Object29">
            <a:extLst>
              <a:ext uri="{FF2B5EF4-FFF2-40B4-BE49-F238E27FC236}">
                <a16:creationId xmlns:a16="http://schemas.microsoft.com/office/drawing/2014/main" id="{2794AF91-2DB4-0D41-913D-3C5C86BF04D1}"/>
              </a:ext>
            </a:extLst>
          </p:cNvPr>
          <p:cNvSpPr txBox="1"/>
          <p:nvPr/>
        </p:nvSpPr>
        <p:spPr>
          <a:xfrm>
            <a:off x="7492408" y="3573931"/>
            <a:ext cx="1788963"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雪球之夜颁奖</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p>
        </p:txBody>
      </p:sp>
      <p:sp>
        <p:nvSpPr>
          <p:cNvPr id="115" name="Object29">
            <a:extLst>
              <a:ext uri="{FF2B5EF4-FFF2-40B4-BE49-F238E27FC236}">
                <a16:creationId xmlns:a16="http://schemas.microsoft.com/office/drawing/2014/main" id="{47795F29-DE05-244F-9EE9-8F919387071E}"/>
              </a:ext>
            </a:extLst>
          </p:cNvPr>
          <p:cNvSpPr txBox="1"/>
          <p:nvPr/>
        </p:nvSpPr>
        <p:spPr>
          <a:xfrm>
            <a:off x="7868210" y="3278549"/>
            <a:ext cx="1037358"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12/04</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举办</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2" name="直线连接符 151">
            <a:extLst>
              <a:ext uri="{FF2B5EF4-FFF2-40B4-BE49-F238E27FC236}">
                <a16:creationId xmlns:a16="http://schemas.microsoft.com/office/drawing/2014/main" id="{1B7EE825-3E4A-644D-98AF-EA65755EDCC6}"/>
              </a:ext>
            </a:extLst>
          </p:cNvPr>
          <p:cNvCxnSpPr>
            <a:cxnSpLocks/>
          </p:cNvCxnSpPr>
          <p:nvPr/>
        </p:nvCxnSpPr>
        <p:spPr>
          <a:xfrm flipV="1">
            <a:off x="838689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4" name="矩形: 圆角 114">
            <a:extLst>
              <a:ext uri="{FF2B5EF4-FFF2-40B4-BE49-F238E27FC236}">
                <a16:creationId xmlns:a16="http://schemas.microsoft.com/office/drawing/2014/main" id="{1E345236-F3FD-AF40-8505-57F2FC3A9435}"/>
              </a:ext>
            </a:extLst>
          </p:cNvPr>
          <p:cNvSpPr/>
          <p:nvPr/>
        </p:nvSpPr>
        <p:spPr>
          <a:xfrm>
            <a:off x="7492410" y="5081173"/>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Object60">
            <a:extLst>
              <a:ext uri="{FF2B5EF4-FFF2-40B4-BE49-F238E27FC236}">
                <a16:creationId xmlns:a16="http://schemas.microsoft.com/office/drawing/2014/main" id="{191C20CB-1F68-1945-9AB3-E52B0D71CCA0}"/>
              </a:ext>
            </a:extLst>
          </p:cNvPr>
          <p:cNvSpPr/>
          <p:nvPr/>
        </p:nvSpPr>
        <p:spPr>
          <a:xfrm>
            <a:off x="7699484" y="5239167"/>
            <a:ext cx="1374817" cy="323165"/>
          </a:xfrm>
          <a:prstGeom prst="rect">
            <a:avLst/>
          </a:prstGeom>
          <a:noFill/>
          <a:ln/>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颁奖晚宴</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年度奖项颁布</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椭圆 117">
            <a:extLst>
              <a:ext uri="{FF2B5EF4-FFF2-40B4-BE49-F238E27FC236}">
                <a16:creationId xmlns:a16="http://schemas.microsoft.com/office/drawing/2014/main" id="{2639ACCC-507E-784B-AC38-A99ADB58A297}"/>
              </a:ext>
            </a:extLst>
          </p:cNvPr>
          <p:cNvSpPr/>
          <p:nvPr/>
        </p:nvSpPr>
        <p:spPr>
          <a:xfrm>
            <a:off x="9523959" y="2711204"/>
            <a:ext cx="1788963" cy="1788965"/>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Object29">
            <a:extLst>
              <a:ext uri="{FF2B5EF4-FFF2-40B4-BE49-F238E27FC236}">
                <a16:creationId xmlns:a16="http://schemas.microsoft.com/office/drawing/2014/main" id="{B9EEF6CE-8D1A-0443-A971-BF9A2EAACF08}"/>
              </a:ext>
            </a:extLst>
          </p:cNvPr>
          <p:cNvSpPr txBox="1"/>
          <p:nvPr/>
        </p:nvSpPr>
        <p:spPr>
          <a:xfrm>
            <a:off x="9523958" y="3573931"/>
            <a:ext cx="1788963"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雪球嘉年华</a:t>
            </a:r>
            <a:r>
              <a:rPr lang="en-US" altLang="zh-CN" sz="16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p>
        </p:txBody>
      </p:sp>
      <p:sp>
        <p:nvSpPr>
          <p:cNvPr id="120" name="Object29">
            <a:extLst>
              <a:ext uri="{FF2B5EF4-FFF2-40B4-BE49-F238E27FC236}">
                <a16:creationId xmlns:a16="http://schemas.microsoft.com/office/drawing/2014/main" id="{F84D8E85-28BD-A64B-801B-F6EC41A6C4CB}"/>
              </a:ext>
            </a:extLst>
          </p:cNvPr>
          <p:cNvSpPr txBox="1"/>
          <p:nvPr/>
        </p:nvSpPr>
        <p:spPr>
          <a:xfrm>
            <a:off x="9899760" y="3278549"/>
            <a:ext cx="1037358" cy="2462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12/05</a:t>
            </a: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举办</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3" name="直线连接符 152">
            <a:extLst>
              <a:ext uri="{FF2B5EF4-FFF2-40B4-BE49-F238E27FC236}">
                <a16:creationId xmlns:a16="http://schemas.microsoft.com/office/drawing/2014/main" id="{90AF85BF-AE41-1A4B-A048-1A01F7EEA44E}"/>
              </a:ext>
            </a:extLst>
          </p:cNvPr>
          <p:cNvCxnSpPr>
            <a:cxnSpLocks/>
          </p:cNvCxnSpPr>
          <p:nvPr/>
        </p:nvCxnSpPr>
        <p:spPr>
          <a:xfrm flipV="1">
            <a:off x="10418440" y="4500169"/>
            <a:ext cx="0" cy="540139"/>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67" name="矩形: 圆角 114">
            <a:extLst>
              <a:ext uri="{FF2B5EF4-FFF2-40B4-BE49-F238E27FC236}">
                <a16:creationId xmlns:a16="http://schemas.microsoft.com/office/drawing/2014/main" id="{DAF7E916-25AF-D348-B65B-50284D558432}"/>
              </a:ext>
            </a:extLst>
          </p:cNvPr>
          <p:cNvSpPr/>
          <p:nvPr/>
        </p:nvSpPr>
        <p:spPr>
          <a:xfrm>
            <a:off x="9523960" y="5061627"/>
            <a:ext cx="1788961"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8" name="Object60">
            <a:extLst>
              <a:ext uri="{FF2B5EF4-FFF2-40B4-BE49-F238E27FC236}">
                <a16:creationId xmlns:a16="http://schemas.microsoft.com/office/drawing/2014/main" id="{24C833A2-DC3B-A447-BBEF-64B8D8DA6A31}"/>
              </a:ext>
            </a:extLst>
          </p:cNvPr>
          <p:cNvSpPr/>
          <p:nvPr/>
        </p:nvSpPr>
        <p:spPr>
          <a:xfrm>
            <a:off x="9731034" y="5219621"/>
            <a:ext cx="1374817" cy="323165"/>
          </a:xfrm>
          <a:prstGeom prst="rect">
            <a:avLst/>
          </a:prstGeom>
          <a:noFill/>
          <a:ln/>
        </p:spPr>
        <p:txBody>
          <a:bodyPr wrap="square" lIns="0" tIns="0" rIns="0" bIns="0" rtlCol="0" anchor="t">
            <a:spAutoFit/>
          </a:bodyPr>
          <a:lstStyle/>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主会场硬核输出</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defTabSz="731520"/>
            <a:r>
              <a:rPr lang="en-US" sz="1050" dirty="0" err="1">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展台交流互动</a:t>
            </a:r>
            <a:endParaRPr lang="en-US" sz="105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9" name="Object29">
            <a:extLst>
              <a:ext uri="{FF2B5EF4-FFF2-40B4-BE49-F238E27FC236}">
                <a16:creationId xmlns:a16="http://schemas.microsoft.com/office/drawing/2014/main" id="{CD33BAA5-E41D-384A-98B1-C4986EE99D9D}"/>
              </a:ext>
            </a:extLst>
          </p:cNvPr>
          <p:cNvSpPr/>
          <p:nvPr/>
        </p:nvSpPr>
        <p:spPr>
          <a:xfrm flipH="1">
            <a:off x="1429224" y="6020505"/>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热度营造、挖掘故事</a:t>
            </a:r>
          </a:p>
        </p:txBody>
      </p:sp>
      <p:sp>
        <p:nvSpPr>
          <p:cNvPr id="170" name="Object29">
            <a:extLst>
              <a:ext uri="{FF2B5EF4-FFF2-40B4-BE49-F238E27FC236}">
                <a16:creationId xmlns:a16="http://schemas.microsoft.com/office/drawing/2014/main" id="{BDE4D9C2-530F-A448-A511-12002BE0600B}"/>
              </a:ext>
            </a:extLst>
          </p:cNvPr>
          <p:cNvSpPr/>
          <p:nvPr/>
        </p:nvSpPr>
        <p:spPr>
          <a:xfrm flipH="1">
            <a:off x="3478487" y="6020505"/>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热度造势、年终盘点</a:t>
            </a:r>
          </a:p>
        </p:txBody>
      </p:sp>
      <p:sp>
        <p:nvSpPr>
          <p:cNvPr id="171" name="Object29">
            <a:extLst>
              <a:ext uri="{FF2B5EF4-FFF2-40B4-BE49-F238E27FC236}">
                <a16:creationId xmlns:a16="http://schemas.microsoft.com/office/drawing/2014/main" id="{0B1F5C5F-0402-A64A-986E-75E07E6711D0}"/>
              </a:ext>
            </a:extLst>
          </p:cNvPr>
          <p:cNvSpPr/>
          <p:nvPr/>
        </p:nvSpPr>
        <p:spPr>
          <a:xfrm flipH="1">
            <a:off x="5527750" y="6020505"/>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全景展示、互动赠票</a:t>
            </a:r>
          </a:p>
        </p:txBody>
      </p:sp>
      <p:sp>
        <p:nvSpPr>
          <p:cNvPr id="172" name="Object29">
            <a:extLst>
              <a:ext uri="{FF2B5EF4-FFF2-40B4-BE49-F238E27FC236}">
                <a16:creationId xmlns:a16="http://schemas.microsoft.com/office/drawing/2014/main" id="{59C3D3C3-4623-4048-AB88-00B61CD8A571}"/>
              </a:ext>
            </a:extLst>
          </p:cNvPr>
          <p:cNvSpPr/>
          <p:nvPr/>
        </p:nvSpPr>
        <p:spPr>
          <a:xfrm flipH="1">
            <a:off x="7577013" y="6020505"/>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聚焦用户、荣誉殿堂</a:t>
            </a:r>
          </a:p>
        </p:txBody>
      </p:sp>
      <p:sp>
        <p:nvSpPr>
          <p:cNvPr id="173" name="Object29">
            <a:extLst>
              <a:ext uri="{FF2B5EF4-FFF2-40B4-BE49-F238E27FC236}">
                <a16:creationId xmlns:a16="http://schemas.microsoft.com/office/drawing/2014/main" id="{F786C922-9929-EF4B-8E68-B659A577CAEA}"/>
              </a:ext>
            </a:extLst>
          </p:cNvPr>
          <p:cNvSpPr/>
          <p:nvPr/>
        </p:nvSpPr>
        <p:spPr>
          <a:xfrm flipH="1">
            <a:off x="9626277" y="6020505"/>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4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投资盛典、活动升级</a:t>
            </a:r>
          </a:p>
        </p:txBody>
      </p:sp>
      <p:cxnSp>
        <p:nvCxnSpPr>
          <p:cNvPr id="174" name="直线连接符 173">
            <a:extLst>
              <a:ext uri="{FF2B5EF4-FFF2-40B4-BE49-F238E27FC236}">
                <a16:creationId xmlns:a16="http://schemas.microsoft.com/office/drawing/2014/main" id="{C79E1BCF-2C70-704B-A18C-BF70390AA672}"/>
              </a:ext>
            </a:extLst>
          </p:cNvPr>
          <p:cNvCxnSpPr>
            <a:cxnSpLocks/>
          </p:cNvCxnSpPr>
          <p:nvPr/>
        </p:nvCxnSpPr>
        <p:spPr>
          <a:xfrm flipV="1">
            <a:off x="3316872" y="6032582"/>
            <a:ext cx="0" cy="325302"/>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5" name="直线连接符 174">
            <a:extLst>
              <a:ext uri="{FF2B5EF4-FFF2-40B4-BE49-F238E27FC236}">
                <a16:creationId xmlns:a16="http://schemas.microsoft.com/office/drawing/2014/main" id="{67C048EB-5DD8-1F41-9951-8D0D76F73950}"/>
              </a:ext>
            </a:extLst>
          </p:cNvPr>
          <p:cNvCxnSpPr>
            <a:cxnSpLocks/>
          </p:cNvCxnSpPr>
          <p:nvPr/>
        </p:nvCxnSpPr>
        <p:spPr>
          <a:xfrm flipV="1">
            <a:off x="5366135" y="6032582"/>
            <a:ext cx="0" cy="325302"/>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6" name="直线连接符 175">
            <a:extLst>
              <a:ext uri="{FF2B5EF4-FFF2-40B4-BE49-F238E27FC236}">
                <a16:creationId xmlns:a16="http://schemas.microsoft.com/office/drawing/2014/main" id="{E4D7268A-6D39-5349-A6EB-BB4FC86D6C7B}"/>
              </a:ext>
            </a:extLst>
          </p:cNvPr>
          <p:cNvCxnSpPr>
            <a:cxnSpLocks/>
          </p:cNvCxnSpPr>
          <p:nvPr/>
        </p:nvCxnSpPr>
        <p:spPr>
          <a:xfrm flipV="1">
            <a:off x="7373833" y="2468954"/>
            <a:ext cx="0" cy="3888930"/>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cxnSp>
        <p:nvCxnSpPr>
          <p:cNvPr id="177" name="直线连接符 176">
            <a:extLst>
              <a:ext uri="{FF2B5EF4-FFF2-40B4-BE49-F238E27FC236}">
                <a16:creationId xmlns:a16="http://schemas.microsoft.com/office/drawing/2014/main" id="{55B6E1C8-F668-E24F-8103-4F5A702F402E}"/>
              </a:ext>
            </a:extLst>
          </p:cNvPr>
          <p:cNvCxnSpPr>
            <a:cxnSpLocks/>
          </p:cNvCxnSpPr>
          <p:nvPr/>
        </p:nvCxnSpPr>
        <p:spPr>
          <a:xfrm flipV="1">
            <a:off x="9464661" y="6032582"/>
            <a:ext cx="0" cy="325302"/>
          </a:xfrm>
          <a:prstGeom prst="line">
            <a:avLst/>
          </a:prstGeom>
          <a:ln w="6350">
            <a:solidFill>
              <a:schemeClr val="dk1"/>
            </a:solidFill>
            <a:prstDash val="dash"/>
            <a:headEnd type="none"/>
          </a:ln>
        </p:spPr>
        <p:style>
          <a:lnRef idx="1">
            <a:schemeClr val="accent1"/>
          </a:lnRef>
          <a:fillRef idx="0">
            <a:schemeClr val="accent1"/>
          </a:fillRef>
          <a:effectRef idx="0">
            <a:schemeClr val="accent1"/>
          </a:effectRef>
          <a:fontRef idx="minor">
            <a:schemeClr val="tx1"/>
          </a:fontRef>
        </p:style>
      </p:cxnSp>
      <p:sp>
        <p:nvSpPr>
          <p:cNvPr id="2" name="文本框 1">
            <a:extLst>
              <a:ext uri="{FF2B5EF4-FFF2-40B4-BE49-F238E27FC236}">
                <a16:creationId xmlns:a16="http://schemas.microsoft.com/office/drawing/2014/main" id="{FD31E4DD-A253-5C40-7549-06951077ED5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078397DC-C2F7-BDE2-B2BF-F0177B624EF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2A87A4A5-A888-98C2-DEEF-F447F5B9B6D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94544610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1">
            <a:extLst>
              <a:ext uri="{FF2B5EF4-FFF2-40B4-BE49-F238E27FC236}">
                <a16:creationId xmlns:a16="http://schemas.microsoft.com/office/drawing/2014/main" id="{ADA3375D-F17E-D63A-FBD9-912BE437FBDB}"/>
              </a:ext>
            </a:extLst>
          </p:cNvPr>
          <p:cNvSpPr/>
          <p:nvPr/>
        </p:nvSpPr>
        <p:spPr>
          <a:xfrm rot="5400000" flipH="1">
            <a:off x="5547582" y="-2666637"/>
            <a:ext cx="868090" cy="9251851"/>
          </a:xfrm>
          <a:custGeom>
            <a:avLst/>
            <a:gdLst>
              <a:gd name="connsiteX0" fmla="*/ 868090 w 868090"/>
              <a:gd name="connsiteY0" fmla="*/ 1077336 h 9251851"/>
              <a:gd name="connsiteX1" fmla="*/ 0 w 868090"/>
              <a:gd name="connsiteY1" fmla="*/ 0 h 9251851"/>
              <a:gd name="connsiteX2" fmla="*/ 0 w 868090"/>
              <a:gd name="connsiteY2" fmla="*/ 1043348 h 9251851"/>
              <a:gd name="connsiteX3" fmla="*/ 0 w 868090"/>
              <a:gd name="connsiteY3" fmla="*/ 1077336 h 9251851"/>
              <a:gd name="connsiteX4" fmla="*/ 0 w 868090"/>
              <a:gd name="connsiteY4" fmla="*/ 9251851 h 9251851"/>
              <a:gd name="connsiteX5" fmla="*/ 429491 w 868090"/>
              <a:gd name="connsiteY5" fmla="*/ 9251851 h 9251851"/>
              <a:gd name="connsiteX6" fmla="*/ 429491 w 868090"/>
              <a:gd name="connsiteY6" fmla="*/ 1077336 h 9251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090" h="9251851">
                <a:moveTo>
                  <a:pt x="868090" y="1077336"/>
                </a:moveTo>
                <a:lnTo>
                  <a:pt x="0" y="0"/>
                </a:lnTo>
                <a:lnTo>
                  <a:pt x="0" y="1043348"/>
                </a:lnTo>
                <a:lnTo>
                  <a:pt x="0" y="1077336"/>
                </a:lnTo>
                <a:lnTo>
                  <a:pt x="0" y="9251851"/>
                </a:lnTo>
                <a:lnTo>
                  <a:pt x="429491" y="9251851"/>
                </a:lnTo>
                <a:lnTo>
                  <a:pt x="429491" y="1077336"/>
                </a:lnTo>
                <a:close/>
              </a:path>
            </a:pathLst>
          </a:custGeom>
          <a:gradFill flip="none" rotWithShape="1">
            <a:gsLst>
              <a:gs pos="0">
                <a:schemeClr val="accent1">
                  <a:lumMod val="60000"/>
                  <a:lumOff val="40000"/>
                  <a:alpha val="0"/>
                </a:schemeClr>
              </a:gs>
              <a:gs pos="100000">
                <a:schemeClr val="accent1">
                  <a:lumMod val="7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114">
            <a:extLst>
              <a:ext uri="{FF2B5EF4-FFF2-40B4-BE49-F238E27FC236}">
                <a16:creationId xmlns:a16="http://schemas.microsoft.com/office/drawing/2014/main" id="{5EDC9F6B-5A42-9E4E-B473-D1745B6640F8}"/>
              </a:ext>
            </a:extLst>
          </p:cNvPr>
          <p:cNvSpPr/>
          <p:nvPr/>
        </p:nvSpPr>
        <p:spPr>
          <a:xfrm rot="10800000">
            <a:off x="1355703" y="2565112"/>
            <a:ext cx="1638300" cy="3551800"/>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Object60">
            <a:extLst>
              <a:ext uri="{FF2B5EF4-FFF2-40B4-BE49-F238E27FC236}">
                <a16:creationId xmlns:a16="http://schemas.microsoft.com/office/drawing/2014/main" id="{686E455B-BD79-2F4D-829F-B27426DE14BC}"/>
              </a:ext>
            </a:extLst>
          </p:cNvPr>
          <p:cNvSpPr/>
          <p:nvPr/>
        </p:nvSpPr>
        <p:spPr>
          <a:xfrm>
            <a:off x="1487444" y="3265885"/>
            <a:ext cx="1374817" cy="276999"/>
          </a:xfrm>
          <a:prstGeom prst="rect">
            <a:avLst/>
          </a:prstGeom>
          <a:noFill/>
          <a:ln/>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获取用户</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9" name="Object60">
            <a:extLst>
              <a:ext uri="{FF2B5EF4-FFF2-40B4-BE49-F238E27FC236}">
                <a16:creationId xmlns:a16="http://schemas.microsoft.com/office/drawing/2014/main" id="{7DF1B548-2C6D-454B-88F9-A6111CF66893}"/>
              </a:ext>
            </a:extLst>
          </p:cNvPr>
          <p:cNvSpPr/>
          <p:nvPr/>
        </p:nvSpPr>
        <p:spPr>
          <a:xfrm>
            <a:off x="1487444" y="3605991"/>
            <a:ext cx="1374817" cy="184666"/>
          </a:xfrm>
          <a:prstGeom prst="rect">
            <a:avLst/>
          </a:prstGeom>
          <a:noFill/>
          <a:ln/>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Get user</a:t>
            </a:r>
          </a:p>
        </p:txBody>
      </p:sp>
      <p:cxnSp>
        <p:nvCxnSpPr>
          <p:cNvPr id="11" name="直线连接符 10">
            <a:extLst>
              <a:ext uri="{FF2B5EF4-FFF2-40B4-BE49-F238E27FC236}">
                <a16:creationId xmlns:a16="http://schemas.microsoft.com/office/drawing/2014/main" id="{E3254BA3-90BD-BF43-83B0-DFB3AB1F7B14}"/>
              </a:ext>
            </a:extLst>
          </p:cNvPr>
          <p:cNvCxnSpPr>
            <a:cxnSpLocks/>
          </p:cNvCxnSpPr>
          <p:nvPr/>
        </p:nvCxnSpPr>
        <p:spPr>
          <a:xfrm>
            <a:off x="2174852" y="3898960"/>
            <a:ext cx="0" cy="1790700"/>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82" name="Object29">
            <a:extLst>
              <a:ext uri="{FF2B5EF4-FFF2-40B4-BE49-F238E27FC236}">
                <a16:creationId xmlns:a16="http://schemas.microsoft.com/office/drawing/2014/main" id="{AEEBFCCE-18BA-4D4B-AA20-496E85BF202D}"/>
              </a:ext>
            </a:extLst>
          </p:cNvPr>
          <p:cNvSpPr/>
          <p:nvPr/>
        </p:nvSpPr>
        <p:spPr>
          <a:xfrm flipH="1">
            <a:off x="1414604" y="5691891"/>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流量引入</a:t>
            </a:r>
          </a:p>
        </p:txBody>
      </p:sp>
      <p:sp>
        <p:nvSpPr>
          <p:cNvPr id="83" name="Object60">
            <a:extLst>
              <a:ext uri="{FF2B5EF4-FFF2-40B4-BE49-F238E27FC236}">
                <a16:creationId xmlns:a16="http://schemas.microsoft.com/office/drawing/2014/main" id="{324DCD71-1D41-7746-ABE0-AF9ED189099C}"/>
              </a:ext>
            </a:extLst>
          </p:cNvPr>
          <p:cNvSpPr/>
          <p:nvPr/>
        </p:nvSpPr>
        <p:spPr>
          <a:xfrm>
            <a:off x="1487444" y="6084230"/>
            <a:ext cx="1374817" cy="215444"/>
          </a:xfrm>
          <a:prstGeom prst="rect">
            <a:avLst/>
          </a:prstGeom>
          <a:noFill/>
          <a:ln/>
        </p:spPr>
        <p:txBody>
          <a:bodyPr wrap="square" lIns="0" tIns="0" rIns="0" bIns="0" rtlCol="0" anchor="t">
            <a:spAutoFit/>
          </a:bodyPr>
          <a:lstStyle/>
          <a:p>
            <a:pPr algn="ctr" defTabSz="731520"/>
            <a:r>
              <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PV\UV</a:t>
            </a:r>
          </a:p>
        </p:txBody>
      </p:sp>
      <p:sp>
        <p:nvSpPr>
          <p:cNvPr id="12" name="椭圆 11">
            <a:extLst>
              <a:ext uri="{FF2B5EF4-FFF2-40B4-BE49-F238E27FC236}">
                <a16:creationId xmlns:a16="http://schemas.microsoft.com/office/drawing/2014/main" id="{5E23165A-8B86-AD4E-9F83-EC9AC781E423}"/>
              </a:ext>
            </a:extLst>
          </p:cNvPr>
          <p:cNvSpPr/>
          <p:nvPr/>
        </p:nvSpPr>
        <p:spPr>
          <a:xfrm>
            <a:off x="2112227" y="6383793"/>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矩形: 圆角 114">
            <a:extLst>
              <a:ext uri="{FF2B5EF4-FFF2-40B4-BE49-F238E27FC236}">
                <a16:creationId xmlns:a16="http://schemas.microsoft.com/office/drawing/2014/main" id="{D8340A2B-BE49-D643-A0A0-E979BF10698B}"/>
              </a:ext>
            </a:extLst>
          </p:cNvPr>
          <p:cNvSpPr/>
          <p:nvPr/>
        </p:nvSpPr>
        <p:spPr>
          <a:xfrm rot="10800000">
            <a:off x="3230650" y="2565112"/>
            <a:ext cx="1638300" cy="3076753"/>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Object60">
            <a:extLst>
              <a:ext uri="{FF2B5EF4-FFF2-40B4-BE49-F238E27FC236}">
                <a16:creationId xmlns:a16="http://schemas.microsoft.com/office/drawing/2014/main" id="{5332FC6B-4361-E14C-B281-01D6D42BF799}"/>
              </a:ext>
            </a:extLst>
          </p:cNvPr>
          <p:cNvSpPr/>
          <p:nvPr/>
        </p:nvSpPr>
        <p:spPr>
          <a:xfrm>
            <a:off x="3362391" y="3265885"/>
            <a:ext cx="1374817" cy="276999"/>
          </a:xfrm>
          <a:prstGeom prst="rect">
            <a:avLst/>
          </a:prstGeom>
          <a:noFill/>
          <a:ln/>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激活用户</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5" name="Object60">
            <a:extLst>
              <a:ext uri="{FF2B5EF4-FFF2-40B4-BE49-F238E27FC236}">
                <a16:creationId xmlns:a16="http://schemas.microsoft.com/office/drawing/2014/main" id="{2B5A848B-10ED-E14C-B663-CC655F748893}"/>
              </a:ext>
            </a:extLst>
          </p:cNvPr>
          <p:cNvSpPr/>
          <p:nvPr/>
        </p:nvSpPr>
        <p:spPr>
          <a:xfrm>
            <a:off x="3362391" y="3605991"/>
            <a:ext cx="1374817" cy="184666"/>
          </a:xfrm>
          <a:prstGeom prst="rect">
            <a:avLst/>
          </a:prstGeom>
          <a:noFill/>
          <a:ln/>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Activate user</a:t>
            </a:r>
          </a:p>
        </p:txBody>
      </p:sp>
      <p:cxnSp>
        <p:nvCxnSpPr>
          <p:cNvPr id="96" name="直线连接符 95">
            <a:extLst>
              <a:ext uri="{FF2B5EF4-FFF2-40B4-BE49-F238E27FC236}">
                <a16:creationId xmlns:a16="http://schemas.microsoft.com/office/drawing/2014/main" id="{7F1D8EBC-0310-A34C-95AB-0C5FD4DE8AE8}"/>
              </a:ext>
            </a:extLst>
          </p:cNvPr>
          <p:cNvCxnSpPr>
            <a:cxnSpLocks/>
          </p:cNvCxnSpPr>
          <p:nvPr/>
        </p:nvCxnSpPr>
        <p:spPr>
          <a:xfrm>
            <a:off x="4049799" y="3898960"/>
            <a:ext cx="0" cy="1420567"/>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98" name="Object29">
            <a:extLst>
              <a:ext uri="{FF2B5EF4-FFF2-40B4-BE49-F238E27FC236}">
                <a16:creationId xmlns:a16="http://schemas.microsoft.com/office/drawing/2014/main" id="{69C26AA8-9C2A-6C47-AB48-9CC18B696BBA}"/>
              </a:ext>
            </a:extLst>
          </p:cNvPr>
          <p:cNvSpPr/>
          <p:nvPr/>
        </p:nvSpPr>
        <p:spPr>
          <a:xfrm flipH="1">
            <a:off x="3289551" y="5261003"/>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刺激用户参与</a:t>
            </a:r>
          </a:p>
        </p:txBody>
      </p:sp>
      <p:sp>
        <p:nvSpPr>
          <p:cNvPr id="99" name="Object60">
            <a:extLst>
              <a:ext uri="{FF2B5EF4-FFF2-40B4-BE49-F238E27FC236}">
                <a16:creationId xmlns:a16="http://schemas.microsoft.com/office/drawing/2014/main" id="{D13E5BF4-A099-3B42-A00D-C97810A123A7}"/>
              </a:ext>
            </a:extLst>
          </p:cNvPr>
          <p:cNvSpPr/>
          <p:nvPr/>
        </p:nvSpPr>
        <p:spPr>
          <a:xfrm>
            <a:off x="3280727" y="5653342"/>
            <a:ext cx="1538144" cy="215444"/>
          </a:xfrm>
          <a:prstGeom prst="rect">
            <a:avLst/>
          </a:prstGeom>
          <a:noFill/>
          <a:ln/>
        </p:spPr>
        <p:txBody>
          <a:bodyPr wrap="square" lIns="0" tIns="0" rIns="0" bIns="0" rtlCol="0" anchor="t">
            <a:spAutoFit/>
          </a:bodyPr>
          <a:lstStyle/>
          <a:p>
            <a:pPr algn="ctr" defTabSz="731520"/>
            <a:r>
              <a:rPr lang="en-US" sz="1400" dirty="0" err="1">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点击率</a:t>
            </a:r>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、访问深度</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椭圆 115">
            <a:extLst>
              <a:ext uri="{FF2B5EF4-FFF2-40B4-BE49-F238E27FC236}">
                <a16:creationId xmlns:a16="http://schemas.microsoft.com/office/drawing/2014/main" id="{918110BA-1145-2547-A411-C6BF16514C61}"/>
              </a:ext>
            </a:extLst>
          </p:cNvPr>
          <p:cNvSpPr/>
          <p:nvPr/>
        </p:nvSpPr>
        <p:spPr>
          <a:xfrm>
            <a:off x="3987174" y="5952905"/>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矩形: 圆角 114">
            <a:extLst>
              <a:ext uri="{FF2B5EF4-FFF2-40B4-BE49-F238E27FC236}">
                <a16:creationId xmlns:a16="http://schemas.microsoft.com/office/drawing/2014/main" id="{A32B4753-1A67-EA48-8575-CCA5C0954B8A}"/>
              </a:ext>
            </a:extLst>
          </p:cNvPr>
          <p:cNvSpPr/>
          <p:nvPr/>
        </p:nvSpPr>
        <p:spPr>
          <a:xfrm rot="10800000">
            <a:off x="5122183" y="2565112"/>
            <a:ext cx="1638300" cy="2681746"/>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Object60">
            <a:extLst>
              <a:ext uri="{FF2B5EF4-FFF2-40B4-BE49-F238E27FC236}">
                <a16:creationId xmlns:a16="http://schemas.microsoft.com/office/drawing/2014/main" id="{EA0B517C-A6CA-AF4A-B93F-253BA0DCD646}"/>
              </a:ext>
            </a:extLst>
          </p:cNvPr>
          <p:cNvSpPr/>
          <p:nvPr/>
        </p:nvSpPr>
        <p:spPr>
          <a:xfrm>
            <a:off x="5253924" y="3265885"/>
            <a:ext cx="1374817" cy="276999"/>
          </a:xfrm>
          <a:prstGeom prst="rect">
            <a:avLst/>
          </a:prstGeom>
          <a:noFill/>
          <a:ln/>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提高留存</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7" name="Object60">
            <a:extLst>
              <a:ext uri="{FF2B5EF4-FFF2-40B4-BE49-F238E27FC236}">
                <a16:creationId xmlns:a16="http://schemas.microsoft.com/office/drawing/2014/main" id="{EFAFB22C-0F04-C04B-A63C-51D8577A9BBB}"/>
              </a:ext>
            </a:extLst>
          </p:cNvPr>
          <p:cNvSpPr/>
          <p:nvPr/>
        </p:nvSpPr>
        <p:spPr>
          <a:xfrm>
            <a:off x="5253924" y="3605991"/>
            <a:ext cx="1374817" cy="184666"/>
          </a:xfrm>
          <a:prstGeom prst="rect">
            <a:avLst/>
          </a:prstGeom>
          <a:noFill/>
          <a:ln/>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Improve retention</a:t>
            </a:r>
          </a:p>
        </p:txBody>
      </p:sp>
      <p:cxnSp>
        <p:nvCxnSpPr>
          <p:cNvPr id="128" name="直线连接符 127">
            <a:extLst>
              <a:ext uri="{FF2B5EF4-FFF2-40B4-BE49-F238E27FC236}">
                <a16:creationId xmlns:a16="http://schemas.microsoft.com/office/drawing/2014/main" id="{75C2E6A3-606D-A144-A8BA-8D5BB289A525}"/>
              </a:ext>
            </a:extLst>
          </p:cNvPr>
          <p:cNvCxnSpPr>
            <a:cxnSpLocks/>
          </p:cNvCxnSpPr>
          <p:nvPr/>
        </p:nvCxnSpPr>
        <p:spPr>
          <a:xfrm>
            <a:off x="5941332" y="3898960"/>
            <a:ext cx="0" cy="989680"/>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130" name="Object29">
            <a:extLst>
              <a:ext uri="{FF2B5EF4-FFF2-40B4-BE49-F238E27FC236}">
                <a16:creationId xmlns:a16="http://schemas.microsoft.com/office/drawing/2014/main" id="{9F303D96-B3E7-3F47-977E-FB78B1EF7350}"/>
              </a:ext>
            </a:extLst>
          </p:cNvPr>
          <p:cNvSpPr/>
          <p:nvPr/>
        </p:nvSpPr>
        <p:spPr>
          <a:xfrm flipH="1">
            <a:off x="5181084" y="4830116"/>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减少用户流失</a:t>
            </a:r>
          </a:p>
        </p:txBody>
      </p:sp>
      <p:sp>
        <p:nvSpPr>
          <p:cNvPr id="131" name="Object60">
            <a:extLst>
              <a:ext uri="{FF2B5EF4-FFF2-40B4-BE49-F238E27FC236}">
                <a16:creationId xmlns:a16="http://schemas.microsoft.com/office/drawing/2014/main" id="{F7124782-FE84-7541-98EA-83317D76A425}"/>
              </a:ext>
            </a:extLst>
          </p:cNvPr>
          <p:cNvSpPr/>
          <p:nvPr/>
        </p:nvSpPr>
        <p:spPr>
          <a:xfrm>
            <a:off x="5172260" y="5222455"/>
            <a:ext cx="1538144" cy="215444"/>
          </a:xfrm>
          <a:prstGeom prst="rect">
            <a:avLst/>
          </a:prstGeom>
          <a:noFill/>
          <a:ln/>
        </p:spPr>
        <p:txBody>
          <a:bodyPr wrap="square" lIns="0" tIns="0" rIns="0" bIns="0" rtlCol="0" anchor="t">
            <a:spAutoFit/>
          </a:bodyPr>
          <a:lstStyle/>
          <a:p>
            <a:pPr algn="ct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留存率、复购率</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椭圆 131">
            <a:extLst>
              <a:ext uri="{FF2B5EF4-FFF2-40B4-BE49-F238E27FC236}">
                <a16:creationId xmlns:a16="http://schemas.microsoft.com/office/drawing/2014/main" id="{C1627BE4-0510-1C4D-A834-5B9976B4BEB3}"/>
              </a:ext>
            </a:extLst>
          </p:cNvPr>
          <p:cNvSpPr/>
          <p:nvPr/>
        </p:nvSpPr>
        <p:spPr>
          <a:xfrm>
            <a:off x="5878707" y="5522018"/>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圆角 114">
            <a:extLst>
              <a:ext uri="{FF2B5EF4-FFF2-40B4-BE49-F238E27FC236}">
                <a16:creationId xmlns:a16="http://schemas.microsoft.com/office/drawing/2014/main" id="{616F58AE-3405-1245-879C-9527FF8F6705}"/>
              </a:ext>
            </a:extLst>
          </p:cNvPr>
          <p:cNvSpPr/>
          <p:nvPr/>
        </p:nvSpPr>
        <p:spPr>
          <a:xfrm rot="10800000">
            <a:off x="7072619" y="2565112"/>
            <a:ext cx="1638300" cy="2179216"/>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Object60">
            <a:extLst>
              <a:ext uri="{FF2B5EF4-FFF2-40B4-BE49-F238E27FC236}">
                <a16:creationId xmlns:a16="http://schemas.microsoft.com/office/drawing/2014/main" id="{77A765C5-84BC-AB44-8A7F-6D776192C205}"/>
              </a:ext>
            </a:extLst>
          </p:cNvPr>
          <p:cNvSpPr/>
          <p:nvPr/>
        </p:nvSpPr>
        <p:spPr>
          <a:xfrm>
            <a:off x="7204360" y="3265885"/>
            <a:ext cx="1374817" cy="276999"/>
          </a:xfrm>
          <a:prstGeom prst="rect">
            <a:avLst/>
          </a:prstGeom>
          <a:noFill/>
          <a:ln/>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增加收入</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6" name="Object60">
            <a:extLst>
              <a:ext uri="{FF2B5EF4-FFF2-40B4-BE49-F238E27FC236}">
                <a16:creationId xmlns:a16="http://schemas.microsoft.com/office/drawing/2014/main" id="{3C1C54C6-8A49-8E40-BBCB-9F017A53C1DF}"/>
              </a:ext>
            </a:extLst>
          </p:cNvPr>
          <p:cNvSpPr/>
          <p:nvPr/>
        </p:nvSpPr>
        <p:spPr>
          <a:xfrm>
            <a:off x="7204360" y="3605991"/>
            <a:ext cx="1374817" cy="184666"/>
          </a:xfrm>
          <a:prstGeom prst="rect">
            <a:avLst/>
          </a:prstGeom>
          <a:noFill/>
          <a:ln/>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increase income</a:t>
            </a:r>
          </a:p>
        </p:txBody>
      </p:sp>
      <p:cxnSp>
        <p:nvCxnSpPr>
          <p:cNvPr id="137" name="直线连接符 136">
            <a:extLst>
              <a:ext uri="{FF2B5EF4-FFF2-40B4-BE49-F238E27FC236}">
                <a16:creationId xmlns:a16="http://schemas.microsoft.com/office/drawing/2014/main" id="{1410543A-C4C2-714D-ADEE-66305C3A8D46}"/>
              </a:ext>
            </a:extLst>
          </p:cNvPr>
          <p:cNvCxnSpPr>
            <a:cxnSpLocks/>
          </p:cNvCxnSpPr>
          <p:nvPr/>
        </p:nvCxnSpPr>
        <p:spPr>
          <a:xfrm>
            <a:off x="7891768" y="3898960"/>
            <a:ext cx="0" cy="647234"/>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141" name="Object29">
            <a:extLst>
              <a:ext uri="{FF2B5EF4-FFF2-40B4-BE49-F238E27FC236}">
                <a16:creationId xmlns:a16="http://schemas.microsoft.com/office/drawing/2014/main" id="{CE12554B-041A-FC4D-A222-6D04B23B77F7}"/>
              </a:ext>
            </a:extLst>
          </p:cNvPr>
          <p:cNvSpPr/>
          <p:nvPr/>
        </p:nvSpPr>
        <p:spPr>
          <a:xfrm flipH="1">
            <a:off x="7131520" y="4399229"/>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提升价值转化</a:t>
            </a:r>
          </a:p>
        </p:txBody>
      </p:sp>
      <p:sp>
        <p:nvSpPr>
          <p:cNvPr id="150" name="Object60">
            <a:extLst>
              <a:ext uri="{FF2B5EF4-FFF2-40B4-BE49-F238E27FC236}">
                <a16:creationId xmlns:a16="http://schemas.microsoft.com/office/drawing/2014/main" id="{4AEBBEE9-F70B-B34F-A9CC-EE994F62A56E}"/>
              </a:ext>
            </a:extLst>
          </p:cNvPr>
          <p:cNvSpPr/>
          <p:nvPr/>
        </p:nvSpPr>
        <p:spPr>
          <a:xfrm>
            <a:off x="7122696" y="4791568"/>
            <a:ext cx="1538144" cy="215444"/>
          </a:xfrm>
          <a:prstGeom prst="rect">
            <a:avLst/>
          </a:prstGeom>
          <a:noFill/>
          <a:ln/>
        </p:spPr>
        <p:txBody>
          <a:bodyPr wrap="square" lIns="0" tIns="0" rIns="0" bIns="0" rtlCol="0" anchor="t">
            <a:spAutoFit/>
          </a:bodyPr>
          <a:lstStyle/>
          <a:p>
            <a:pPr algn="ct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转化率、订单数</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8" name="椭圆 177">
            <a:extLst>
              <a:ext uri="{FF2B5EF4-FFF2-40B4-BE49-F238E27FC236}">
                <a16:creationId xmlns:a16="http://schemas.microsoft.com/office/drawing/2014/main" id="{C3DA73A3-CB2C-E949-BD2D-CFAC504C8B6C}"/>
              </a:ext>
            </a:extLst>
          </p:cNvPr>
          <p:cNvSpPr/>
          <p:nvPr/>
        </p:nvSpPr>
        <p:spPr>
          <a:xfrm>
            <a:off x="7829143" y="5091131"/>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0" name="矩形: 圆角 114">
            <a:extLst>
              <a:ext uri="{FF2B5EF4-FFF2-40B4-BE49-F238E27FC236}">
                <a16:creationId xmlns:a16="http://schemas.microsoft.com/office/drawing/2014/main" id="{62E3E32B-D24C-CA4B-A789-29A1B05E5585}"/>
              </a:ext>
            </a:extLst>
          </p:cNvPr>
          <p:cNvSpPr/>
          <p:nvPr/>
        </p:nvSpPr>
        <p:spPr>
          <a:xfrm rot="10800000">
            <a:off x="8969253" y="2565112"/>
            <a:ext cx="1638300" cy="1711450"/>
          </a:xfrm>
          <a:prstGeom prst="roundRect">
            <a:avLst>
              <a:gd name="adj" fmla="val 0"/>
            </a:avLst>
          </a:prstGeom>
          <a:gradFill flip="none" rotWithShape="1">
            <a:gsLst>
              <a:gs pos="0">
                <a:schemeClr val="accent1">
                  <a:lumMod val="100000"/>
                  <a:alpha val="0"/>
                </a:schemeClr>
              </a:gs>
              <a:gs pos="100000">
                <a:schemeClr val="accent1">
                  <a:lumMod val="100000"/>
                </a:schemeClr>
              </a:gs>
            </a:gsLst>
            <a:lin ang="5400000" scaled="0"/>
            <a:tileRect/>
          </a:gradFill>
          <a:ln w="12700" cap="flat">
            <a:noFill/>
            <a:prstDash val="solid"/>
            <a:miter/>
          </a:ln>
          <a:effectLst/>
        </p:spPr>
        <p:txBody>
          <a:bodyPr rtlCol="0" anchor="ctr"/>
          <a:lstStyle/>
          <a:p>
            <a:pPr defTabSz="731520"/>
            <a:endParaRPr lang="zh-CN" altLang="en-US" sz="144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1" name="Object60">
            <a:extLst>
              <a:ext uri="{FF2B5EF4-FFF2-40B4-BE49-F238E27FC236}">
                <a16:creationId xmlns:a16="http://schemas.microsoft.com/office/drawing/2014/main" id="{0E20A55E-8981-0346-A127-A4D1B9F17C0B}"/>
              </a:ext>
            </a:extLst>
          </p:cNvPr>
          <p:cNvSpPr/>
          <p:nvPr/>
        </p:nvSpPr>
        <p:spPr>
          <a:xfrm>
            <a:off x="9100994" y="3265885"/>
            <a:ext cx="1374817" cy="276999"/>
          </a:xfrm>
          <a:prstGeom prst="rect">
            <a:avLst/>
          </a:prstGeom>
          <a:noFill/>
          <a:ln/>
        </p:spPr>
        <p:txBody>
          <a:bodyPr wrap="square" lIns="0" tIns="0" rIns="0" bIns="0" rtlCol="0" anchor="t">
            <a:spAutoFit/>
          </a:bodyPr>
          <a:lstStyle/>
          <a:p>
            <a:pPr algn="ctr" defTabSz="731520"/>
            <a:r>
              <a:rPr lang="en-US" dirty="0" err="1">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扩大传播</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82" name="Object60">
            <a:extLst>
              <a:ext uri="{FF2B5EF4-FFF2-40B4-BE49-F238E27FC236}">
                <a16:creationId xmlns:a16="http://schemas.microsoft.com/office/drawing/2014/main" id="{169EED58-CC0E-5D42-9FD4-CC7BF41DF68D}"/>
              </a:ext>
            </a:extLst>
          </p:cNvPr>
          <p:cNvSpPr/>
          <p:nvPr/>
        </p:nvSpPr>
        <p:spPr>
          <a:xfrm>
            <a:off x="9100994" y="3605991"/>
            <a:ext cx="1374817" cy="184666"/>
          </a:xfrm>
          <a:prstGeom prst="rect">
            <a:avLst/>
          </a:prstGeom>
          <a:noFill/>
          <a:ln/>
        </p:spPr>
        <p:txBody>
          <a:bodyPr wrap="square" lIns="0" tIns="0" rIns="0" bIns="0" rtlCol="0" anchor="t">
            <a:spAutoFit/>
          </a:bodyPr>
          <a:lstStyle/>
          <a:p>
            <a:pPr algn="ctr" defTabSz="731520"/>
            <a:r>
              <a:rPr lang="en-US" sz="12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Dissemination</a:t>
            </a:r>
          </a:p>
        </p:txBody>
      </p:sp>
      <p:cxnSp>
        <p:nvCxnSpPr>
          <p:cNvPr id="183" name="直线连接符 182">
            <a:extLst>
              <a:ext uri="{FF2B5EF4-FFF2-40B4-BE49-F238E27FC236}">
                <a16:creationId xmlns:a16="http://schemas.microsoft.com/office/drawing/2014/main" id="{D22EED06-6BB5-544F-BD67-28AA93DD74F9}"/>
              </a:ext>
            </a:extLst>
          </p:cNvPr>
          <p:cNvCxnSpPr>
            <a:cxnSpLocks/>
          </p:cNvCxnSpPr>
          <p:nvPr/>
        </p:nvCxnSpPr>
        <p:spPr>
          <a:xfrm>
            <a:off x="9788402" y="3898960"/>
            <a:ext cx="0" cy="297778"/>
          </a:xfrm>
          <a:prstGeom prst="line">
            <a:avLst/>
          </a:prstGeom>
          <a:ln w="31750" cap="rnd">
            <a:gradFill>
              <a:gsLst>
                <a:gs pos="0">
                  <a:schemeClr val="accent1"/>
                </a:gs>
                <a:gs pos="100000">
                  <a:schemeClr val="accent1">
                    <a:alpha val="0"/>
                  </a:schemeClr>
                </a:gs>
              </a:gsLst>
              <a:lin ang="5400000" scaled="1"/>
            </a:gradFill>
            <a:headEnd type="oval"/>
          </a:ln>
        </p:spPr>
        <p:style>
          <a:lnRef idx="1">
            <a:schemeClr val="accent1"/>
          </a:lnRef>
          <a:fillRef idx="0">
            <a:schemeClr val="accent1"/>
          </a:fillRef>
          <a:effectRef idx="0">
            <a:schemeClr val="accent1"/>
          </a:effectRef>
          <a:fontRef idx="minor">
            <a:schemeClr val="tx1"/>
          </a:fontRef>
        </p:style>
      </p:cxnSp>
      <p:sp>
        <p:nvSpPr>
          <p:cNvPr id="185" name="Object29">
            <a:extLst>
              <a:ext uri="{FF2B5EF4-FFF2-40B4-BE49-F238E27FC236}">
                <a16:creationId xmlns:a16="http://schemas.microsoft.com/office/drawing/2014/main" id="{22482AF2-4A02-3D43-82B7-D0590B1F07C6}"/>
              </a:ext>
            </a:extLst>
          </p:cNvPr>
          <p:cNvSpPr/>
          <p:nvPr/>
        </p:nvSpPr>
        <p:spPr>
          <a:xfrm flipH="1">
            <a:off x="9028154" y="4102812"/>
            <a:ext cx="152049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扩散价值</a:t>
            </a:r>
          </a:p>
        </p:txBody>
      </p:sp>
      <p:sp>
        <p:nvSpPr>
          <p:cNvPr id="186" name="Object60">
            <a:extLst>
              <a:ext uri="{FF2B5EF4-FFF2-40B4-BE49-F238E27FC236}">
                <a16:creationId xmlns:a16="http://schemas.microsoft.com/office/drawing/2014/main" id="{7137BEC2-79F0-654E-82CC-91D2CBD4991E}"/>
              </a:ext>
            </a:extLst>
          </p:cNvPr>
          <p:cNvSpPr/>
          <p:nvPr/>
        </p:nvSpPr>
        <p:spPr>
          <a:xfrm>
            <a:off x="9019330" y="4495151"/>
            <a:ext cx="1538144" cy="215444"/>
          </a:xfrm>
          <a:prstGeom prst="rect">
            <a:avLst/>
          </a:prstGeom>
          <a:noFill/>
          <a:ln/>
        </p:spPr>
        <p:txBody>
          <a:bodyPr wrap="square" lIns="0" tIns="0" rIns="0" bIns="0" rtlCol="0" anchor="t">
            <a:spAutoFit/>
          </a:bodyPr>
          <a:lstStyle/>
          <a:p>
            <a:pPr algn="ctr" defTabSz="731520"/>
            <a:r>
              <a:rPr lang="zh-CN" alt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转发量、满意度</a:t>
            </a:r>
            <a:endParaRPr lang="en-US" sz="140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7" name="椭圆 186">
            <a:extLst>
              <a:ext uri="{FF2B5EF4-FFF2-40B4-BE49-F238E27FC236}">
                <a16:creationId xmlns:a16="http://schemas.microsoft.com/office/drawing/2014/main" id="{81D659B3-25F3-0148-926E-0120CF5683C9}"/>
              </a:ext>
            </a:extLst>
          </p:cNvPr>
          <p:cNvSpPr/>
          <p:nvPr/>
        </p:nvSpPr>
        <p:spPr>
          <a:xfrm>
            <a:off x="9725777" y="4794714"/>
            <a:ext cx="125250" cy="125250"/>
          </a:xfrm>
          <a:prstGeom prst="ellips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任意多边形: 形状 4">
            <a:extLst>
              <a:ext uri="{FF2B5EF4-FFF2-40B4-BE49-F238E27FC236}">
                <a16:creationId xmlns:a16="http://schemas.microsoft.com/office/drawing/2014/main" id="{1240654A-558D-746A-36C1-AD4900F43D56}"/>
              </a:ext>
            </a:extLst>
          </p:cNvPr>
          <p:cNvSpPr/>
          <p:nvPr/>
        </p:nvSpPr>
        <p:spPr>
          <a:xfrm rot="16200000" flipH="1" flipV="1">
            <a:off x="5034544" y="-30940"/>
            <a:ext cx="2500282" cy="12569370"/>
          </a:xfrm>
          <a:custGeom>
            <a:avLst/>
            <a:gdLst>
              <a:gd name="connsiteX0" fmla="*/ 0 w 2198345"/>
              <a:gd name="connsiteY0" fmla="*/ 10607552 h 10607552"/>
              <a:gd name="connsiteX1" fmla="*/ 0 w 2198345"/>
              <a:gd name="connsiteY1" fmla="*/ 2728237 h 10607552"/>
              <a:gd name="connsiteX2" fmla="*/ 0 w 2198345"/>
              <a:gd name="connsiteY2" fmla="*/ 2642166 h 10607552"/>
              <a:gd name="connsiteX3" fmla="*/ 0 w 2198345"/>
              <a:gd name="connsiteY3" fmla="*/ 0 h 10607552"/>
              <a:gd name="connsiteX4" fmla="*/ 2198345 w 2198345"/>
              <a:gd name="connsiteY4" fmla="*/ 2728237 h 10607552"/>
              <a:gd name="connsiteX5" fmla="*/ 1087640 w 2198345"/>
              <a:gd name="connsiteY5" fmla="*/ 2728237 h 10607552"/>
              <a:gd name="connsiteX6" fmla="*/ 1087640 w 2198345"/>
              <a:gd name="connsiteY6" fmla="*/ 10607552 h 1060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45" h="10607552">
                <a:moveTo>
                  <a:pt x="0" y="10607552"/>
                </a:moveTo>
                <a:lnTo>
                  <a:pt x="0" y="2728237"/>
                </a:lnTo>
                <a:lnTo>
                  <a:pt x="0" y="2642166"/>
                </a:lnTo>
                <a:lnTo>
                  <a:pt x="0" y="0"/>
                </a:lnTo>
                <a:lnTo>
                  <a:pt x="2198345" y="2728237"/>
                </a:lnTo>
                <a:lnTo>
                  <a:pt x="1087640" y="2728237"/>
                </a:lnTo>
                <a:lnTo>
                  <a:pt x="1087640" y="10607552"/>
                </a:lnTo>
                <a:close/>
              </a:path>
            </a:pathLst>
          </a:custGeom>
          <a:gradFill flip="none" rotWithShape="1">
            <a:gsLst>
              <a:gs pos="0">
                <a:schemeClr val="accent1">
                  <a:lumMod val="60000"/>
                  <a:lumOff val="40000"/>
                  <a:alpha val="0"/>
                </a:schemeClr>
              </a:gs>
              <a:gs pos="100000">
                <a:schemeClr val="accent1">
                  <a:lumMod val="75000"/>
                  <a:alpha val="16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任意多边形: 形状 5">
            <a:extLst>
              <a:ext uri="{FF2B5EF4-FFF2-40B4-BE49-F238E27FC236}">
                <a16:creationId xmlns:a16="http://schemas.microsoft.com/office/drawing/2014/main" id="{1BDCE642-60D3-97B0-125B-D86080C05236}"/>
              </a:ext>
            </a:extLst>
          </p:cNvPr>
          <p:cNvSpPr/>
          <p:nvPr/>
        </p:nvSpPr>
        <p:spPr>
          <a:xfrm rot="5400000" flipH="1">
            <a:off x="3103207" y="-5145704"/>
            <a:ext cx="2500282" cy="12569370"/>
          </a:xfrm>
          <a:custGeom>
            <a:avLst/>
            <a:gdLst>
              <a:gd name="connsiteX0" fmla="*/ 0 w 2198345"/>
              <a:gd name="connsiteY0" fmla="*/ 10607552 h 10607552"/>
              <a:gd name="connsiteX1" fmla="*/ 0 w 2198345"/>
              <a:gd name="connsiteY1" fmla="*/ 2728237 h 10607552"/>
              <a:gd name="connsiteX2" fmla="*/ 0 w 2198345"/>
              <a:gd name="connsiteY2" fmla="*/ 2642166 h 10607552"/>
              <a:gd name="connsiteX3" fmla="*/ 0 w 2198345"/>
              <a:gd name="connsiteY3" fmla="*/ 0 h 10607552"/>
              <a:gd name="connsiteX4" fmla="*/ 2198345 w 2198345"/>
              <a:gd name="connsiteY4" fmla="*/ 2728237 h 10607552"/>
              <a:gd name="connsiteX5" fmla="*/ 1087640 w 2198345"/>
              <a:gd name="connsiteY5" fmla="*/ 2728237 h 10607552"/>
              <a:gd name="connsiteX6" fmla="*/ 1087640 w 2198345"/>
              <a:gd name="connsiteY6" fmla="*/ 10607552 h 1060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45" h="10607552">
                <a:moveTo>
                  <a:pt x="0" y="10607552"/>
                </a:moveTo>
                <a:lnTo>
                  <a:pt x="0" y="2728237"/>
                </a:lnTo>
                <a:lnTo>
                  <a:pt x="0" y="2642166"/>
                </a:lnTo>
                <a:lnTo>
                  <a:pt x="0" y="0"/>
                </a:lnTo>
                <a:lnTo>
                  <a:pt x="2198345" y="2728237"/>
                </a:lnTo>
                <a:lnTo>
                  <a:pt x="1087640" y="2728237"/>
                </a:lnTo>
                <a:lnTo>
                  <a:pt x="1087640" y="10607552"/>
                </a:lnTo>
                <a:close/>
              </a:path>
            </a:pathLst>
          </a:custGeom>
          <a:gradFill flip="none" rotWithShape="1">
            <a:gsLst>
              <a:gs pos="0">
                <a:schemeClr val="accent1">
                  <a:lumMod val="60000"/>
                  <a:lumOff val="40000"/>
                  <a:alpha val="0"/>
                </a:schemeClr>
              </a:gs>
              <a:gs pos="100000">
                <a:schemeClr val="accent1">
                  <a:lumMod val="75000"/>
                  <a:alpha val="16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02E61BCD-A942-E96F-8AA0-F78BA23204F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734B27AB-DE85-5EAC-F2FC-264F8A3594C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B0575C7C-F48F-5056-6701-410546EA48B9}"/>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椭圆 42">
            <a:extLst>
              <a:ext uri="{FF2B5EF4-FFF2-40B4-BE49-F238E27FC236}">
                <a16:creationId xmlns:a16="http://schemas.microsoft.com/office/drawing/2014/main" id="{2F43B55E-D4B4-C9D2-CD11-744D3BF0FF2E}"/>
              </a:ext>
            </a:extLst>
          </p:cNvPr>
          <p:cNvSpPr/>
          <p:nvPr/>
        </p:nvSpPr>
        <p:spPr>
          <a:xfrm>
            <a:off x="1729414"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4" name="图形 2">
            <a:extLst>
              <a:ext uri="{FF2B5EF4-FFF2-40B4-BE49-F238E27FC236}">
                <a16:creationId xmlns:a16="http://schemas.microsoft.com/office/drawing/2014/main" id="{9B837F84-5878-B2B6-681B-B8025C5F20AA}"/>
              </a:ext>
            </a:extLst>
          </p:cNvPr>
          <p:cNvGrpSpPr/>
          <p:nvPr/>
        </p:nvGrpSpPr>
        <p:grpSpPr>
          <a:xfrm>
            <a:off x="1994566" y="2532403"/>
            <a:ext cx="324644" cy="440752"/>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45" name="任意多边形: 形状 44">
              <a:extLst>
                <a:ext uri="{FF2B5EF4-FFF2-40B4-BE49-F238E27FC236}">
                  <a16:creationId xmlns:a16="http://schemas.microsoft.com/office/drawing/2014/main" id="{7684E40A-1CB6-20EA-5499-8385637EDA6E}"/>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50C4EB6F-C8AC-DFC1-8969-22C794A18152}"/>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084A2717-1C25-46E6-FFB2-C78696517D3C}"/>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48" name="图形 2">
              <a:extLst>
                <a:ext uri="{FF2B5EF4-FFF2-40B4-BE49-F238E27FC236}">
                  <a16:creationId xmlns:a16="http://schemas.microsoft.com/office/drawing/2014/main" id="{9C402F12-0CCB-3442-18E3-2D06D168492A}"/>
                </a:ext>
              </a:extLst>
            </p:cNvPr>
            <p:cNvGrpSpPr/>
            <p:nvPr/>
          </p:nvGrpSpPr>
          <p:grpSpPr>
            <a:xfrm>
              <a:off x="3318475" y="356830"/>
              <a:ext cx="411548" cy="147447"/>
              <a:chOff x="3318475" y="356830"/>
              <a:chExt cx="411548" cy="147447"/>
            </a:xfrm>
            <a:grpFill/>
          </p:grpSpPr>
          <p:sp>
            <p:nvSpPr>
              <p:cNvPr id="49" name="任意多边形: 形状 48">
                <a:extLst>
                  <a:ext uri="{FF2B5EF4-FFF2-40B4-BE49-F238E27FC236}">
                    <a16:creationId xmlns:a16="http://schemas.microsoft.com/office/drawing/2014/main" id="{9E8E1B81-A31C-CDDF-6ED4-89751B7E9F7A}"/>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6BA56CA6-74B6-8906-34F6-76AFDCEA0E72}"/>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71" name="椭圆 70">
            <a:extLst>
              <a:ext uri="{FF2B5EF4-FFF2-40B4-BE49-F238E27FC236}">
                <a16:creationId xmlns:a16="http://schemas.microsoft.com/office/drawing/2014/main" id="{1476485B-E8F9-A258-EB94-82C72ED34A1C}"/>
              </a:ext>
            </a:extLst>
          </p:cNvPr>
          <p:cNvSpPr/>
          <p:nvPr/>
        </p:nvSpPr>
        <p:spPr>
          <a:xfrm>
            <a:off x="3636677"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2" name="椭圆 71">
            <a:extLst>
              <a:ext uri="{FF2B5EF4-FFF2-40B4-BE49-F238E27FC236}">
                <a16:creationId xmlns:a16="http://schemas.microsoft.com/office/drawing/2014/main" id="{3D618C95-B52D-D58D-1CBC-869B9851C5C1}"/>
              </a:ext>
            </a:extLst>
          </p:cNvPr>
          <p:cNvSpPr/>
          <p:nvPr/>
        </p:nvSpPr>
        <p:spPr>
          <a:xfrm>
            <a:off x="5543940"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椭圆 72">
            <a:extLst>
              <a:ext uri="{FF2B5EF4-FFF2-40B4-BE49-F238E27FC236}">
                <a16:creationId xmlns:a16="http://schemas.microsoft.com/office/drawing/2014/main" id="{0220049F-2EC1-4A5B-3087-E1F2AAF45B87}"/>
              </a:ext>
            </a:extLst>
          </p:cNvPr>
          <p:cNvSpPr/>
          <p:nvPr/>
        </p:nvSpPr>
        <p:spPr>
          <a:xfrm>
            <a:off x="7451203"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椭圆 73">
            <a:extLst>
              <a:ext uri="{FF2B5EF4-FFF2-40B4-BE49-F238E27FC236}">
                <a16:creationId xmlns:a16="http://schemas.microsoft.com/office/drawing/2014/main" id="{FF578A7B-6A99-5F84-0D0C-9B1E45AFFEF3}"/>
              </a:ext>
            </a:extLst>
          </p:cNvPr>
          <p:cNvSpPr/>
          <p:nvPr/>
        </p:nvSpPr>
        <p:spPr>
          <a:xfrm>
            <a:off x="9358466" y="2321543"/>
            <a:ext cx="862472" cy="862472"/>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 name="图形 2">
            <a:extLst>
              <a:ext uri="{FF2B5EF4-FFF2-40B4-BE49-F238E27FC236}">
                <a16:creationId xmlns:a16="http://schemas.microsoft.com/office/drawing/2014/main" id="{0454BC65-0CA3-708B-4B8F-E435056752F1}"/>
              </a:ext>
            </a:extLst>
          </p:cNvPr>
          <p:cNvGrpSpPr/>
          <p:nvPr/>
        </p:nvGrpSpPr>
        <p:grpSpPr>
          <a:xfrm>
            <a:off x="3832203" y="2613499"/>
            <a:ext cx="435192" cy="299762"/>
            <a:chOff x="4665944" y="2166485"/>
            <a:chExt cx="1145603" cy="789098"/>
          </a:xfrm>
          <a:gradFill>
            <a:gsLst>
              <a:gs pos="0">
                <a:schemeClr val="accent1">
                  <a:lumMod val="74000"/>
                  <a:lumOff val="26000"/>
                </a:schemeClr>
              </a:gs>
              <a:gs pos="100000">
                <a:schemeClr val="accent1">
                  <a:lumMod val="75000"/>
                </a:schemeClr>
              </a:gs>
            </a:gsLst>
            <a:lin ang="2700000" scaled="1"/>
          </a:gradFill>
        </p:grpSpPr>
        <p:sp>
          <p:nvSpPr>
            <p:cNvPr id="13" name="任意多边形: 形状 12">
              <a:extLst>
                <a:ext uri="{FF2B5EF4-FFF2-40B4-BE49-F238E27FC236}">
                  <a16:creationId xmlns:a16="http://schemas.microsoft.com/office/drawing/2014/main" id="{135546B4-1F59-3219-BD0D-EAFDC11B565F}"/>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D6C866EC-F981-1D64-47AD-FDF93F8F9174}"/>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5" name="任意多边形: 形状 14">
              <a:extLst>
                <a:ext uri="{FF2B5EF4-FFF2-40B4-BE49-F238E27FC236}">
                  <a16:creationId xmlns:a16="http://schemas.microsoft.com/office/drawing/2014/main" id="{F9434C21-2935-065A-6869-CBB9D3D5DE2F}"/>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6" name="图形 2">
              <a:extLst>
                <a:ext uri="{FF2B5EF4-FFF2-40B4-BE49-F238E27FC236}">
                  <a16:creationId xmlns:a16="http://schemas.microsoft.com/office/drawing/2014/main" id="{896A1A26-146C-261E-88B2-576EC71BF84C}"/>
                </a:ext>
              </a:extLst>
            </p:cNvPr>
            <p:cNvGrpSpPr/>
            <p:nvPr/>
          </p:nvGrpSpPr>
          <p:grpSpPr>
            <a:xfrm>
              <a:off x="5372739" y="2423233"/>
              <a:ext cx="133924" cy="191216"/>
              <a:chOff x="5372739" y="2423233"/>
              <a:chExt cx="133924" cy="191216"/>
            </a:xfrm>
            <a:grpFill/>
          </p:grpSpPr>
          <p:sp>
            <p:nvSpPr>
              <p:cNvPr id="17" name="任意多边形: 形状 16">
                <a:extLst>
                  <a:ext uri="{FF2B5EF4-FFF2-40B4-BE49-F238E27FC236}">
                    <a16:creationId xmlns:a16="http://schemas.microsoft.com/office/drawing/2014/main" id="{E5BF3AB8-FCA4-210A-A7AE-52A0265F6901}"/>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8" name="任意多边形: 形状 17">
                <a:extLst>
                  <a:ext uri="{FF2B5EF4-FFF2-40B4-BE49-F238E27FC236}">
                    <a16:creationId xmlns:a16="http://schemas.microsoft.com/office/drawing/2014/main" id="{D877B5B1-D6D6-BC77-4E76-35174B34766F}"/>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21" name="图形 2">
            <a:extLst>
              <a:ext uri="{FF2B5EF4-FFF2-40B4-BE49-F238E27FC236}">
                <a16:creationId xmlns:a16="http://schemas.microsoft.com/office/drawing/2014/main" id="{D2892B6F-A64A-A241-2F62-110E0EA1E62A}"/>
              </a:ext>
            </a:extLst>
          </p:cNvPr>
          <p:cNvGrpSpPr/>
          <p:nvPr/>
        </p:nvGrpSpPr>
        <p:grpSpPr>
          <a:xfrm>
            <a:off x="5792328" y="2570370"/>
            <a:ext cx="365696" cy="358221"/>
            <a:chOff x="3032205" y="3825135"/>
            <a:chExt cx="962654" cy="942975"/>
          </a:xfrm>
          <a:gradFill>
            <a:gsLst>
              <a:gs pos="0">
                <a:schemeClr val="accent1">
                  <a:lumMod val="74000"/>
                  <a:lumOff val="26000"/>
                </a:schemeClr>
              </a:gs>
              <a:gs pos="100000">
                <a:schemeClr val="accent1">
                  <a:lumMod val="75000"/>
                </a:schemeClr>
              </a:gs>
            </a:gsLst>
            <a:lin ang="2700000" scaled="1"/>
          </a:gradFill>
        </p:grpSpPr>
        <p:sp>
          <p:nvSpPr>
            <p:cNvPr id="22" name="任意多边形: 形状 21">
              <a:extLst>
                <a:ext uri="{FF2B5EF4-FFF2-40B4-BE49-F238E27FC236}">
                  <a16:creationId xmlns:a16="http://schemas.microsoft.com/office/drawing/2014/main" id="{2E6FCE7B-7B05-0AB5-765E-C9F1EAAEC485}"/>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23" name="图形 2">
              <a:extLst>
                <a:ext uri="{FF2B5EF4-FFF2-40B4-BE49-F238E27FC236}">
                  <a16:creationId xmlns:a16="http://schemas.microsoft.com/office/drawing/2014/main" id="{1E8A9EE6-946A-DC95-8D2C-52D940864368}"/>
                </a:ext>
              </a:extLst>
            </p:cNvPr>
            <p:cNvGrpSpPr/>
            <p:nvPr/>
          </p:nvGrpSpPr>
          <p:grpSpPr>
            <a:xfrm>
              <a:off x="3041583" y="3825822"/>
              <a:ext cx="953275" cy="561128"/>
              <a:chOff x="3041583" y="3825822"/>
              <a:chExt cx="953275" cy="561128"/>
            </a:xfrm>
            <a:grpFill/>
          </p:grpSpPr>
          <p:sp>
            <p:nvSpPr>
              <p:cNvPr id="28" name="任意多边形: 形状 27">
                <a:extLst>
                  <a:ext uri="{FF2B5EF4-FFF2-40B4-BE49-F238E27FC236}">
                    <a16:creationId xmlns:a16="http://schemas.microsoft.com/office/drawing/2014/main" id="{1444D19B-1E5F-8593-E6C8-FD071FC15E61}"/>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E9971DB7-76CB-6116-07A7-05FD11978103}"/>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24" name="任意多边形: 形状 23">
              <a:extLst>
                <a:ext uri="{FF2B5EF4-FFF2-40B4-BE49-F238E27FC236}">
                  <a16:creationId xmlns:a16="http://schemas.microsoft.com/office/drawing/2014/main" id="{06C002C5-C2D5-53D2-9F8A-B6EC396A4EEC}"/>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25" name="任意多边形: 形状 24">
              <a:extLst>
                <a:ext uri="{FF2B5EF4-FFF2-40B4-BE49-F238E27FC236}">
                  <a16:creationId xmlns:a16="http://schemas.microsoft.com/office/drawing/2014/main" id="{FDCA23A6-28D6-5740-D7B5-5F156432F7E4}"/>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26" name="任意多边形: 形状 25">
              <a:extLst>
                <a:ext uri="{FF2B5EF4-FFF2-40B4-BE49-F238E27FC236}">
                  <a16:creationId xmlns:a16="http://schemas.microsoft.com/office/drawing/2014/main" id="{C8B6CC0E-2FA9-5DED-C1BA-BC0FAA117B39}"/>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27" name="任意多边形: 形状 26">
              <a:extLst>
                <a:ext uri="{FF2B5EF4-FFF2-40B4-BE49-F238E27FC236}">
                  <a16:creationId xmlns:a16="http://schemas.microsoft.com/office/drawing/2014/main" id="{50805E55-04A0-A58C-9ABC-31A889A12272}"/>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52" name="图形 2">
            <a:extLst>
              <a:ext uri="{FF2B5EF4-FFF2-40B4-BE49-F238E27FC236}">
                <a16:creationId xmlns:a16="http://schemas.microsoft.com/office/drawing/2014/main" id="{F1B63FEA-1562-E45B-6D45-90C36F00BA2A}"/>
              </a:ext>
            </a:extLst>
          </p:cNvPr>
          <p:cNvGrpSpPr/>
          <p:nvPr/>
        </p:nvGrpSpPr>
        <p:grpSpPr>
          <a:xfrm>
            <a:off x="7648375" y="2647891"/>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53" name="图形 2">
              <a:extLst>
                <a:ext uri="{FF2B5EF4-FFF2-40B4-BE49-F238E27FC236}">
                  <a16:creationId xmlns:a16="http://schemas.microsoft.com/office/drawing/2014/main" id="{3A07535F-AED5-3CCE-AC6A-DCB0CFAD2B4F}"/>
                </a:ext>
              </a:extLst>
            </p:cNvPr>
            <p:cNvGrpSpPr/>
            <p:nvPr/>
          </p:nvGrpSpPr>
          <p:grpSpPr>
            <a:xfrm>
              <a:off x="8040885" y="2227778"/>
              <a:ext cx="850117" cy="687943"/>
              <a:chOff x="8040885" y="2227778"/>
              <a:chExt cx="850117" cy="687943"/>
            </a:xfrm>
            <a:grpFill/>
          </p:grpSpPr>
          <p:sp>
            <p:nvSpPr>
              <p:cNvPr id="55" name="任意多边形: 形状 54">
                <a:extLst>
                  <a:ext uri="{FF2B5EF4-FFF2-40B4-BE49-F238E27FC236}">
                    <a16:creationId xmlns:a16="http://schemas.microsoft.com/office/drawing/2014/main" id="{A4868F03-FEBF-AC08-E52B-EA1835387242}"/>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6" name="图形 2">
                <a:extLst>
                  <a:ext uri="{FF2B5EF4-FFF2-40B4-BE49-F238E27FC236}">
                    <a16:creationId xmlns:a16="http://schemas.microsoft.com/office/drawing/2014/main" id="{4858225C-0F62-85B4-E184-9AA740024AFC}"/>
                  </a:ext>
                </a:extLst>
              </p:cNvPr>
              <p:cNvGrpSpPr/>
              <p:nvPr/>
            </p:nvGrpSpPr>
            <p:grpSpPr>
              <a:xfrm>
                <a:off x="8058228" y="2720817"/>
                <a:ext cx="815424" cy="87465"/>
                <a:chOff x="8058228" y="2720817"/>
                <a:chExt cx="815424" cy="87465"/>
              </a:xfrm>
              <a:grpFill/>
            </p:grpSpPr>
            <p:sp>
              <p:nvSpPr>
                <p:cNvPr id="61" name="任意多边形: 形状 60">
                  <a:extLst>
                    <a:ext uri="{FF2B5EF4-FFF2-40B4-BE49-F238E27FC236}">
                      <a16:creationId xmlns:a16="http://schemas.microsoft.com/office/drawing/2014/main" id="{127FEA4D-6939-D367-71B3-939FAFBD175E}"/>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62" name="任意多边形: 形状 61">
                  <a:extLst>
                    <a:ext uri="{FF2B5EF4-FFF2-40B4-BE49-F238E27FC236}">
                      <a16:creationId xmlns:a16="http://schemas.microsoft.com/office/drawing/2014/main" id="{2275E310-EC17-D0B8-34F0-D65B035FFF60}"/>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7" name="图形 2">
                <a:extLst>
                  <a:ext uri="{FF2B5EF4-FFF2-40B4-BE49-F238E27FC236}">
                    <a16:creationId xmlns:a16="http://schemas.microsoft.com/office/drawing/2014/main" id="{DA56B951-F7CC-0CFE-ADEB-8C92DCBD2A2E}"/>
                  </a:ext>
                </a:extLst>
              </p:cNvPr>
              <p:cNvGrpSpPr/>
              <p:nvPr/>
            </p:nvGrpSpPr>
            <p:grpSpPr>
              <a:xfrm>
                <a:off x="8375359" y="2800112"/>
                <a:ext cx="181153" cy="98266"/>
                <a:chOff x="8375359" y="2800112"/>
                <a:chExt cx="181153" cy="98266"/>
              </a:xfrm>
              <a:grpFill/>
            </p:grpSpPr>
            <p:sp>
              <p:nvSpPr>
                <p:cNvPr id="59" name="任意多边形: 形状 58">
                  <a:extLst>
                    <a:ext uri="{FF2B5EF4-FFF2-40B4-BE49-F238E27FC236}">
                      <a16:creationId xmlns:a16="http://schemas.microsoft.com/office/drawing/2014/main" id="{562FB3C0-0CC3-DB77-D9B6-06FD6259C849}"/>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D55EE019-567F-CAED-E953-373AC389E538}"/>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8" name="任意多边形: 形状 57">
                <a:extLst>
                  <a:ext uri="{FF2B5EF4-FFF2-40B4-BE49-F238E27FC236}">
                    <a16:creationId xmlns:a16="http://schemas.microsoft.com/office/drawing/2014/main" id="{D38C685E-9852-DCFE-1F50-690A34DD81A2}"/>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54" name="任意多边形: 形状 53">
              <a:extLst>
                <a:ext uri="{FF2B5EF4-FFF2-40B4-BE49-F238E27FC236}">
                  <a16:creationId xmlns:a16="http://schemas.microsoft.com/office/drawing/2014/main" id="{9FA9DB01-2279-A2AE-1830-D00D695453DE}"/>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88" name="图形 2">
            <a:extLst>
              <a:ext uri="{FF2B5EF4-FFF2-40B4-BE49-F238E27FC236}">
                <a16:creationId xmlns:a16="http://schemas.microsoft.com/office/drawing/2014/main" id="{9FBE1B23-80E8-EEAD-B3FE-44C5910BD754}"/>
              </a:ext>
            </a:extLst>
          </p:cNvPr>
          <p:cNvGrpSpPr/>
          <p:nvPr/>
        </p:nvGrpSpPr>
        <p:grpSpPr>
          <a:xfrm>
            <a:off x="9570806" y="2613499"/>
            <a:ext cx="435192" cy="299762"/>
            <a:chOff x="4665944" y="2166485"/>
            <a:chExt cx="1145603" cy="789098"/>
          </a:xfrm>
          <a:gradFill>
            <a:gsLst>
              <a:gs pos="0">
                <a:schemeClr val="accent1">
                  <a:lumMod val="74000"/>
                  <a:lumOff val="26000"/>
                </a:schemeClr>
              </a:gs>
              <a:gs pos="100000">
                <a:schemeClr val="accent1">
                  <a:lumMod val="75000"/>
                </a:schemeClr>
              </a:gs>
            </a:gsLst>
            <a:lin ang="2700000" scaled="1"/>
          </a:gradFill>
        </p:grpSpPr>
        <p:sp>
          <p:nvSpPr>
            <p:cNvPr id="89" name="任意多边形: 形状 88">
              <a:extLst>
                <a:ext uri="{FF2B5EF4-FFF2-40B4-BE49-F238E27FC236}">
                  <a16:creationId xmlns:a16="http://schemas.microsoft.com/office/drawing/2014/main" id="{95911C67-921A-0FE4-5A43-7F30FE81328A}"/>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90" name="任意多边形: 形状 89">
              <a:extLst>
                <a:ext uri="{FF2B5EF4-FFF2-40B4-BE49-F238E27FC236}">
                  <a16:creationId xmlns:a16="http://schemas.microsoft.com/office/drawing/2014/main" id="{4B4630DC-0995-9F57-40C9-9FAF19A68883}"/>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91" name="任意多边形: 形状 90">
              <a:extLst>
                <a:ext uri="{FF2B5EF4-FFF2-40B4-BE49-F238E27FC236}">
                  <a16:creationId xmlns:a16="http://schemas.microsoft.com/office/drawing/2014/main" id="{05F8774A-4329-43DC-14E3-1F24A7F9F6CA}"/>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92" name="图形 2">
              <a:extLst>
                <a:ext uri="{FF2B5EF4-FFF2-40B4-BE49-F238E27FC236}">
                  <a16:creationId xmlns:a16="http://schemas.microsoft.com/office/drawing/2014/main" id="{A8326CA1-8BF5-D034-B76B-175C1B040054}"/>
                </a:ext>
              </a:extLst>
            </p:cNvPr>
            <p:cNvGrpSpPr/>
            <p:nvPr/>
          </p:nvGrpSpPr>
          <p:grpSpPr>
            <a:xfrm>
              <a:off x="5372739" y="2423233"/>
              <a:ext cx="133924" cy="191216"/>
              <a:chOff x="5372739" y="2423233"/>
              <a:chExt cx="133924" cy="191216"/>
            </a:xfrm>
            <a:grpFill/>
          </p:grpSpPr>
          <p:sp>
            <p:nvSpPr>
              <p:cNvPr id="97" name="任意多边形: 形状 96">
                <a:extLst>
                  <a:ext uri="{FF2B5EF4-FFF2-40B4-BE49-F238E27FC236}">
                    <a16:creationId xmlns:a16="http://schemas.microsoft.com/office/drawing/2014/main" id="{4990342C-1A44-96E4-C8EC-6B9B272617D7}"/>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00" name="任意多边形: 形状 99">
                <a:extLst>
                  <a:ext uri="{FF2B5EF4-FFF2-40B4-BE49-F238E27FC236}">
                    <a16:creationId xmlns:a16="http://schemas.microsoft.com/office/drawing/2014/main" id="{FD5D6A16-C5D7-5EB0-07E7-6353716B3276}"/>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306310733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a:extLst>
              <a:ext uri="{FF2B5EF4-FFF2-40B4-BE49-F238E27FC236}">
                <a16:creationId xmlns:a16="http://schemas.microsoft.com/office/drawing/2014/main" id="{A5064737-DA19-D3C5-01AE-827CA8ADC03C}"/>
              </a:ext>
            </a:extLst>
          </p:cNvPr>
          <p:cNvSpPr/>
          <p:nvPr/>
        </p:nvSpPr>
        <p:spPr>
          <a:xfrm rot="13500000">
            <a:off x="7929757" y="1104198"/>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矩形: 圆角 3">
            <a:extLst>
              <a:ext uri="{FF2B5EF4-FFF2-40B4-BE49-F238E27FC236}">
                <a16:creationId xmlns:a16="http://schemas.microsoft.com/office/drawing/2014/main" id="{E0020703-792A-3606-4A7C-7310316162A3}"/>
              </a:ext>
            </a:extLst>
          </p:cNvPr>
          <p:cNvSpPr/>
          <p:nvPr/>
        </p:nvSpPr>
        <p:spPr>
          <a:xfrm rot="13500000">
            <a:off x="5525861" y="1104198"/>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矩形: 圆角 2">
            <a:extLst>
              <a:ext uri="{FF2B5EF4-FFF2-40B4-BE49-F238E27FC236}">
                <a16:creationId xmlns:a16="http://schemas.microsoft.com/office/drawing/2014/main" id="{77567DAF-5B18-CDCB-8DA9-98E673066650}"/>
              </a:ext>
            </a:extLst>
          </p:cNvPr>
          <p:cNvSpPr/>
          <p:nvPr/>
        </p:nvSpPr>
        <p:spPr>
          <a:xfrm rot="13500000">
            <a:off x="2848105" y="3785216"/>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 name="矩形: 圆角 1">
            <a:extLst>
              <a:ext uri="{FF2B5EF4-FFF2-40B4-BE49-F238E27FC236}">
                <a16:creationId xmlns:a16="http://schemas.microsoft.com/office/drawing/2014/main" id="{F5A99009-8978-8061-221C-E30306E01291}"/>
              </a:ext>
            </a:extLst>
          </p:cNvPr>
          <p:cNvSpPr/>
          <p:nvPr/>
        </p:nvSpPr>
        <p:spPr>
          <a:xfrm rot="13500000">
            <a:off x="2848105" y="1104199"/>
            <a:ext cx="3132800" cy="3132800"/>
          </a:xfrm>
          <a:prstGeom prst="roundRect">
            <a:avLst>
              <a:gd name="adj" fmla="val 34554"/>
            </a:avLst>
          </a:prstGeom>
          <a:gradFill flip="none" rotWithShape="1">
            <a:gsLst>
              <a:gs pos="47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3" name="椭圆 62">
            <a:extLst>
              <a:ext uri="{FF2B5EF4-FFF2-40B4-BE49-F238E27FC236}">
                <a16:creationId xmlns:a16="http://schemas.microsoft.com/office/drawing/2014/main" id="{A6AA843B-C94A-D941-9068-E2F46F753CEA}"/>
              </a:ext>
            </a:extLst>
          </p:cNvPr>
          <p:cNvSpPr/>
          <p:nvPr/>
        </p:nvSpPr>
        <p:spPr>
          <a:xfrm flipH="1">
            <a:off x="9374405" y="1783212"/>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Object29">
            <a:extLst>
              <a:ext uri="{FF2B5EF4-FFF2-40B4-BE49-F238E27FC236}">
                <a16:creationId xmlns:a16="http://schemas.microsoft.com/office/drawing/2014/main" id="{831B7ADB-3A2F-954D-97AD-00E657D49614}"/>
              </a:ext>
            </a:extLst>
          </p:cNvPr>
          <p:cNvSpPr txBox="1"/>
          <p:nvPr/>
        </p:nvSpPr>
        <p:spPr>
          <a:xfrm flipH="1">
            <a:off x="9529299" y="2431473"/>
            <a:ext cx="1479176" cy="49244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基于社交刷屏的</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竞品分析</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椭圆 67">
            <a:extLst>
              <a:ext uri="{FF2B5EF4-FFF2-40B4-BE49-F238E27FC236}">
                <a16:creationId xmlns:a16="http://schemas.microsoft.com/office/drawing/2014/main" id="{569E801D-CD7D-2D44-93DE-2F57E73C0022}"/>
              </a:ext>
            </a:extLst>
          </p:cNvPr>
          <p:cNvSpPr/>
          <p:nvPr/>
        </p:nvSpPr>
        <p:spPr>
          <a:xfrm flipH="1">
            <a:off x="6978858" y="1783212"/>
            <a:ext cx="1788963" cy="1788965"/>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29">
            <a:extLst>
              <a:ext uri="{FF2B5EF4-FFF2-40B4-BE49-F238E27FC236}">
                <a16:creationId xmlns:a16="http://schemas.microsoft.com/office/drawing/2014/main" id="{4A4038B8-CEB3-944A-8FE6-4FE860DB2DFF}"/>
              </a:ext>
            </a:extLst>
          </p:cNvPr>
          <p:cNvSpPr txBox="1"/>
          <p:nvPr/>
        </p:nvSpPr>
        <p:spPr>
          <a:xfrm flipH="1">
            <a:off x="7133752" y="2431473"/>
            <a:ext cx="1479176" cy="49244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基于运势祝福的</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开运词玩法</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76" name="直线连接符 75">
            <a:extLst>
              <a:ext uri="{FF2B5EF4-FFF2-40B4-BE49-F238E27FC236}">
                <a16:creationId xmlns:a16="http://schemas.microsoft.com/office/drawing/2014/main" id="{8B9D7080-2C31-BB44-9913-9BC4B9E6BF26}"/>
              </a:ext>
            </a:extLst>
          </p:cNvPr>
          <p:cNvCxnSpPr>
            <a:cxnSpLocks/>
            <a:stCxn id="63" idx="6"/>
            <a:endCxn id="68" idx="2"/>
          </p:cNvCxnSpPr>
          <p:nvPr/>
        </p:nvCxnSpPr>
        <p:spPr>
          <a:xfrm flipH="1">
            <a:off x="8767821" y="2677695"/>
            <a:ext cx="606584" cy="0"/>
          </a:xfrm>
          <a:prstGeom prst="line">
            <a:avLst/>
          </a:prstGeom>
          <a:ln w="12700" cmpd="sng">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80" name="Object29">
            <a:extLst>
              <a:ext uri="{FF2B5EF4-FFF2-40B4-BE49-F238E27FC236}">
                <a16:creationId xmlns:a16="http://schemas.microsoft.com/office/drawing/2014/main" id="{8ADBC22A-8613-2346-A116-0709073B286D}"/>
              </a:ext>
            </a:extLst>
          </p:cNvPr>
          <p:cNvSpPr/>
          <p:nvPr/>
        </p:nvSpPr>
        <p:spPr>
          <a:xfrm>
            <a:off x="8626971" y="2379855"/>
            <a:ext cx="845219" cy="349456"/>
          </a:xfrm>
          <a:prstGeom prst="rect">
            <a:avLst/>
          </a:prstGeom>
          <a:ln w="12700">
            <a:miter lim="400000"/>
          </a:ln>
        </p:spPr>
        <p:txBody>
          <a:bodyPr wrap="none" lIns="25400" tIns="25400" rIns="25400" bIns="25400" anchor="ctr">
            <a:noAutofit/>
          </a:bodyPr>
          <a:lstStyle/>
          <a:p>
            <a:pPr algn="ctr" defTabSz="1219169" hangingPunct="0"/>
            <a:r>
              <a:rPr lang="zh-CN" altLang="en-US" sz="11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推动</a:t>
            </a:r>
          </a:p>
        </p:txBody>
      </p:sp>
      <p:cxnSp>
        <p:nvCxnSpPr>
          <p:cNvPr id="85" name="直线连接符 84">
            <a:extLst>
              <a:ext uri="{FF2B5EF4-FFF2-40B4-BE49-F238E27FC236}">
                <a16:creationId xmlns:a16="http://schemas.microsoft.com/office/drawing/2014/main" id="{CE884699-2444-4441-B947-6B83E5504A54}"/>
              </a:ext>
            </a:extLst>
          </p:cNvPr>
          <p:cNvCxnSpPr>
            <a:cxnSpLocks/>
          </p:cNvCxnSpPr>
          <p:nvPr/>
        </p:nvCxnSpPr>
        <p:spPr>
          <a:xfrm flipH="1">
            <a:off x="6037873" y="2677693"/>
            <a:ext cx="481188" cy="0"/>
          </a:xfrm>
          <a:prstGeom prst="line">
            <a:avLst/>
          </a:prstGeom>
          <a:ln w="12700" cmpd="sng">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00" name="直线连接符 99">
            <a:extLst>
              <a:ext uri="{FF2B5EF4-FFF2-40B4-BE49-F238E27FC236}">
                <a16:creationId xmlns:a16="http://schemas.microsoft.com/office/drawing/2014/main" id="{82946B63-1CF2-3643-BA63-864CA28FBC08}"/>
              </a:ext>
            </a:extLst>
          </p:cNvPr>
          <p:cNvCxnSpPr>
            <a:cxnSpLocks/>
          </p:cNvCxnSpPr>
          <p:nvPr/>
        </p:nvCxnSpPr>
        <p:spPr>
          <a:xfrm flipH="1">
            <a:off x="5882980" y="5395710"/>
            <a:ext cx="1828511" cy="0"/>
          </a:xfrm>
          <a:prstGeom prst="line">
            <a:avLst/>
          </a:prstGeom>
          <a:ln w="12700" cmpd="sng">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sp>
        <p:nvSpPr>
          <p:cNvPr id="101" name="Object29">
            <a:extLst>
              <a:ext uri="{FF2B5EF4-FFF2-40B4-BE49-F238E27FC236}">
                <a16:creationId xmlns:a16="http://schemas.microsoft.com/office/drawing/2014/main" id="{F3C74211-CBC0-B648-9DBF-164162ED298E}"/>
              </a:ext>
            </a:extLst>
          </p:cNvPr>
          <p:cNvSpPr/>
          <p:nvPr/>
        </p:nvSpPr>
        <p:spPr>
          <a:xfrm>
            <a:off x="6153802" y="4971680"/>
            <a:ext cx="1357168" cy="349456"/>
          </a:xfrm>
          <a:prstGeom prst="rect">
            <a:avLst/>
          </a:prstGeom>
          <a:ln w="12700">
            <a:miter lim="400000"/>
          </a:ln>
        </p:spPr>
        <p:txBody>
          <a:bodyPr wrap="none" lIns="25400" tIns="25400" rIns="25400" bIns="25400" anchor="ctr">
            <a:noAutofit/>
          </a:bodyPr>
          <a:lstStyle/>
          <a:p>
            <a:pPr algn="ctr" defTabSz="1219169" hangingPunct="0"/>
            <a:r>
              <a:rPr lang="zh-CN" altLang="en-US" sz="11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符合时事的开运词</a:t>
            </a:r>
          </a:p>
        </p:txBody>
      </p:sp>
      <p:sp>
        <p:nvSpPr>
          <p:cNvPr id="103" name="椭圆 102">
            <a:extLst>
              <a:ext uri="{FF2B5EF4-FFF2-40B4-BE49-F238E27FC236}">
                <a16:creationId xmlns:a16="http://schemas.microsoft.com/office/drawing/2014/main" id="{E238B4C6-7926-2B46-8114-58187589A797}"/>
              </a:ext>
            </a:extLst>
          </p:cNvPr>
          <p:cNvSpPr/>
          <p:nvPr/>
        </p:nvSpPr>
        <p:spPr>
          <a:xfrm flipH="1">
            <a:off x="9418710" y="4390142"/>
            <a:ext cx="894482" cy="894483"/>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Object29">
            <a:extLst>
              <a:ext uri="{FF2B5EF4-FFF2-40B4-BE49-F238E27FC236}">
                <a16:creationId xmlns:a16="http://schemas.microsoft.com/office/drawing/2014/main" id="{AD92F8F1-B25A-5240-8C95-8E135315D0EC}"/>
              </a:ext>
            </a:extLst>
          </p:cNvPr>
          <p:cNvSpPr txBox="1"/>
          <p:nvPr/>
        </p:nvSpPr>
        <p:spPr>
          <a:xfrm flipH="1">
            <a:off x="9496157" y="4714273"/>
            <a:ext cx="73958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平安</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椭圆 105">
            <a:extLst>
              <a:ext uri="{FF2B5EF4-FFF2-40B4-BE49-F238E27FC236}">
                <a16:creationId xmlns:a16="http://schemas.microsoft.com/office/drawing/2014/main" id="{E261383D-4DD8-6D43-91F1-6099A99BE006}"/>
              </a:ext>
            </a:extLst>
          </p:cNvPr>
          <p:cNvSpPr/>
          <p:nvPr/>
        </p:nvSpPr>
        <p:spPr>
          <a:xfrm flipH="1">
            <a:off x="9250185" y="5481652"/>
            <a:ext cx="771371" cy="771372"/>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29">
            <a:extLst>
              <a:ext uri="{FF2B5EF4-FFF2-40B4-BE49-F238E27FC236}">
                <a16:creationId xmlns:a16="http://schemas.microsoft.com/office/drawing/2014/main" id="{62D05AD8-B49F-D647-B928-6EFA1E9FBB55}"/>
              </a:ext>
            </a:extLst>
          </p:cNvPr>
          <p:cNvSpPr txBox="1"/>
          <p:nvPr/>
        </p:nvSpPr>
        <p:spPr>
          <a:xfrm flipH="1">
            <a:off x="9316973" y="5761172"/>
            <a:ext cx="637796"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坚持</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椭圆 108">
            <a:extLst>
              <a:ext uri="{FF2B5EF4-FFF2-40B4-BE49-F238E27FC236}">
                <a16:creationId xmlns:a16="http://schemas.microsoft.com/office/drawing/2014/main" id="{B4309509-7478-514C-BBE4-551794CCFF87}"/>
              </a:ext>
            </a:extLst>
          </p:cNvPr>
          <p:cNvSpPr/>
          <p:nvPr/>
        </p:nvSpPr>
        <p:spPr>
          <a:xfrm flipH="1">
            <a:off x="7917473" y="5505959"/>
            <a:ext cx="771371" cy="771372"/>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29">
            <a:extLst>
              <a:ext uri="{FF2B5EF4-FFF2-40B4-BE49-F238E27FC236}">
                <a16:creationId xmlns:a16="http://schemas.microsoft.com/office/drawing/2014/main" id="{71B7B1AB-F019-034E-89CB-F386D382AA5F}"/>
              </a:ext>
            </a:extLst>
          </p:cNvPr>
          <p:cNvSpPr txBox="1"/>
          <p:nvPr/>
        </p:nvSpPr>
        <p:spPr>
          <a:xfrm flipH="1">
            <a:off x="7984261" y="5785479"/>
            <a:ext cx="637796"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椭圆 111">
            <a:extLst>
              <a:ext uri="{FF2B5EF4-FFF2-40B4-BE49-F238E27FC236}">
                <a16:creationId xmlns:a16="http://schemas.microsoft.com/office/drawing/2014/main" id="{8097EDF1-C195-FE4B-8CD7-FFC0A715E790}"/>
              </a:ext>
            </a:extLst>
          </p:cNvPr>
          <p:cNvSpPr/>
          <p:nvPr/>
        </p:nvSpPr>
        <p:spPr>
          <a:xfrm flipH="1">
            <a:off x="8366776" y="4599853"/>
            <a:ext cx="1014338" cy="1014339"/>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a:extLst>
              <a:ext uri="{FF2B5EF4-FFF2-40B4-BE49-F238E27FC236}">
                <a16:creationId xmlns:a16="http://schemas.microsoft.com/office/drawing/2014/main" id="{088FBA0B-BE9B-334F-A2D9-3AD29DDA79D7}"/>
              </a:ext>
            </a:extLst>
          </p:cNvPr>
          <p:cNvSpPr txBox="1"/>
          <p:nvPr/>
        </p:nvSpPr>
        <p:spPr>
          <a:xfrm flipH="1">
            <a:off x="8411020" y="4978328"/>
            <a:ext cx="925850"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乘风破浪</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椭圆 114">
            <a:extLst>
              <a:ext uri="{FF2B5EF4-FFF2-40B4-BE49-F238E27FC236}">
                <a16:creationId xmlns:a16="http://schemas.microsoft.com/office/drawing/2014/main" id="{9F75C3A7-D250-6C4E-9A0D-F1C22F34EC9C}"/>
              </a:ext>
            </a:extLst>
          </p:cNvPr>
          <p:cNvSpPr/>
          <p:nvPr/>
        </p:nvSpPr>
        <p:spPr>
          <a:xfrm flipH="1">
            <a:off x="7626899" y="4688413"/>
            <a:ext cx="619296" cy="619297"/>
          </a:xfrm>
          <a:prstGeom prst="ellipse">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Object29">
            <a:extLst>
              <a:ext uri="{FF2B5EF4-FFF2-40B4-BE49-F238E27FC236}">
                <a16:creationId xmlns:a16="http://schemas.microsoft.com/office/drawing/2014/main" id="{1649CA61-59C2-5847-A71C-23AE7782142A}"/>
              </a:ext>
            </a:extLst>
          </p:cNvPr>
          <p:cNvSpPr txBox="1"/>
          <p:nvPr/>
        </p:nvSpPr>
        <p:spPr>
          <a:xfrm flipH="1">
            <a:off x="7680519" y="4912826"/>
            <a:ext cx="512055" cy="18466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2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福</a:t>
            </a:r>
            <a:endParaRPr lang="en-US" altLang="zh-CN" sz="12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2" name="组合 21">
            <a:extLst>
              <a:ext uri="{FF2B5EF4-FFF2-40B4-BE49-F238E27FC236}">
                <a16:creationId xmlns:a16="http://schemas.microsoft.com/office/drawing/2014/main" id="{7F264060-4912-C445-859E-8C30E5D29AA1}"/>
              </a:ext>
            </a:extLst>
          </p:cNvPr>
          <p:cNvGrpSpPr/>
          <p:nvPr/>
        </p:nvGrpSpPr>
        <p:grpSpPr>
          <a:xfrm rot="5400000" flipH="1">
            <a:off x="1013284" y="3907114"/>
            <a:ext cx="2727540" cy="249652"/>
            <a:chOff x="2036502" y="5395584"/>
            <a:chExt cx="4063117" cy="249652"/>
          </a:xfrm>
        </p:grpSpPr>
        <p:cxnSp>
          <p:nvCxnSpPr>
            <p:cNvPr id="118" name="直线连接符 117">
              <a:extLst>
                <a:ext uri="{FF2B5EF4-FFF2-40B4-BE49-F238E27FC236}">
                  <a16:creationId xmlns:a16="http://schemas.microsoft.com/office/drawing/2014/main" id="{F51297E5-2517-8C46-9A77-62B160946275}"/>
                </a:ext>
              </a:extLst>
            </p:cNvPr>
            <p:cNvCxnSpPr>
              <a:cxnSpLocks/>
            </p:cNvCxnSpPr>
            <p:nvPr/>
          </p:nvCxnSpPr>
          <p:spPr>
            <a:xfrm flipH="1">
              <a:off x="2047850" y="5645236"/>
              <a:ext cx="4048150" cy="0"/>
            </a:xfrm>
            <a:prstGeom prst="line">
              <a:avLst/>
            </a:prstGeom>
            <a:ln w="9525">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cxnSp>
          <p:nvCxnSpPr>
            <p:cNvPr id="119" name="直线连接符 118">
              <a:extLst>
                <a:ext uri="{FF2B5EF4-FFF2-40B4-BE49-F238E27FC236}">
                  <a16:creationId xmlns:a16="http://schemas.microsoft.com/office/drawing/2014/main" id="{43470EE0-37C0-5D40-9E53-964BA71F0225}"/>
                </a:ext>
              </a:extLst>
            </p:cNvPr>
            <p:cNvCxnSpPr>
              <a:cxnSpLocks/>
            </p:cNvCxnSpPr>
            <p:nvPr/>
          </p:nvCxnSpPr>
          <p:spPr>
            <a:xfrm>
              <a:off x="2036502" y="5395584"/>
              <a:ext cx="0" cy="249652"/>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cxnSp>
          <p:nvCxnSpPr>
            <p:cNvPr id="120" name="直线连接符 119">
              <a:extLst>
                <a:ext uri="{FF2B5EF4-FFF2-40B4-BE49-F238E27FC236}">
                  <a16:creationId xmlns:a16="http://schemas.microsoft.com/office/drawing/2014/main" id="{2ECA2F2B-4FA4-B148-AF90-03013C0AC746}"/>
                </a:ext>
              </a:extLst>
            </p:cNvPr>
            <p:cNvCxnSpPr>
              <a:cxnSpLocks/>
            </p:cNvCxnSpPr>
            <p:nvPr/>
          </p:nvCxnSpPr>
          <p:spPr>
            <a:xfrm>
              <a:off x="6099619" y="5395584"/>
              <a:ext cx="0" cy="249652"/>
            </a:xfrm>
            <a:prstGeom prst="line">
              <a:avLst/>
            </a:prstGeom>
            <a:ln w="9525">
              <a:solidFill>
                <a:schemeClr val="accent1">
                  <a:lumMod val="100000"/>
                </a:schemeClr>
              </a:solidFill>
              <a:prstDash val="solid"/>
              <a:headEnd type="triangle"/>
            </a:ln>
          </p:spPr>
          <p:style>
            <a:lnRef idx="1">
              <a:schemeClr val="accent1"/>
            </a:lnRef>
            <a:fillRef idx="0">
              <a:schemeClr val="accent1"/>
            </a:fillRef>
            <a:effectRef idx="0">
              <a:schemeClr val="accent1"/>
            </a:effectRef>
            <a:fontRef idx="minor">
              <a:schemeClr val="tx1"/>
            </a:fontRef>
          </p:style>
        </p:cxnSp>
      </p:grpSp>
      <p:cxnSp>
        <p:nvCxnSpPr>
          <p:cNvPr id="123" name="直线连接符 122">
            <a:extLst>
              <a:ext uri="{FF2B5EF4-FFF2-40B4-BE49-F238E27FC236}">
                <a16:creationId xmlns:a16="http://schemas.microsoft.com/office/drawing/2014/main" id="{35BA156A-1112-C24D-8E3D-609A7861F6ED}"/>
              </a:ext>
            </a:extLst>
          </p:cNvPr>
          <p:cNvCxnSpPr>
            <a:cxnSpLocks/>
          </p:cNvCxnSpPr>
          <p:nvPr/>
        </p:nvCxnSpPr>
        <p:spPr>
          <a:xfrm flipH="1">
            <a:off x="1792580" y="3829717"/>
            <a:ext cx="481188" cy="0"/>
          </a:xfrm>
          <a:prstGeom prst="line">
            <a:avLst/>
          </a:prstGeom>
          <a:ln w="12700" cmpd="sng">
            <a:solidFill>
              <a:schemeClr val="accent1">
                <a:lumMod val="100000"/>
              </a:schemeClr>
            </a:solidFill>
            <a:prstDash val="solid"/>
            <a:headEnd type="none"/>
          </a:ln>
        </p:spPr>
        <p:style>
          <a:lnRef idx="1">
            <a:schemeClr val="accent1"/>
          </a:lnRef>
          <a:fillRef idx="0">
            <a:schemeClr val="accent1"/>
          </a:fillRef>
          <a:effectRef idx="0">
            <a:schemeClr val="accent1"/>
          </a:effectRef>
          <a:fontRef idx="minor">
            <a:schemeClr val="tx1"/>
          </a:fontRef>
        </p:style>
      </p:cxnSp>
      <p:sp>
        <p:nvSpPr>
          <p:cNvPr id="124" name="矩形: 圆角 114">
            <a:extLst>
              <a:ext uri="{FF2B5EF4-FFF2-40B4-BE49-F238E27FC236}">
                <a16:creationId xmlns:a16="http://schemas.microsoft.com/office/drawing/2014/main" id="{A89D1ACD-B75C-F643-8488-B25315CA14B7}"/>
              </a:ext>
            </a:extLst>
          </p:cNvPr>
          <p:cNvSpPr/>
          <p:nvPr/>
        </p:nvSpPr>
        <p:spPr>
          <a:xfrm>
            <a:off x="1028632" y="2668170"/>
            <a:ext cx="763948" cy="2727538"/>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Object60">
            <a:extLst>
              <a:ext uri="{FF2B5EF4-FFF2-40B4-BE49-F238E27FC236}">
                <a16:creationId xmlns:a16="http://schemas.microsoft.com/office/drawing/2014/main" id="{5864FD07-1C9F-C349-8C47-04470F421ED0}"/>
              </a:ext>
            </a:extLst>
          </p:cNvPr>
          <p:cNvSpPr/>
          <p:nvPr/>
        </p:nvSpPr>
        <p:spPr>
          <a:xfrm>
            <a:off x="1303294" y="3062443"/>
            <a:ext cx="214624" cy="1938992"/>
          </a:xfrm>
          <a:prstGeom prst="rect">
            <a:avLst/>
          </a:prstGeom>
          <a:noFill/>
          <a:ln/>
        </p:spPr>
        <p:txBody>
          <a:bodyPr wrap="square" lIns="0" tIns="0" rIns="0" bIns="0" rtlCol="0" anchor="t">
            <a:spAutoFit/>
          </a:bodyPr>
          <a:lstStyle/>
          <a:p>
            <a:pPr algn="ctr" defTabSz="731520"/>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开运词运营方案</a:t>
            </a:r>
            <a:endParaRPr lang="en-US"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0" name="直线连接符 9">
            <a:extLst>
              <a:ext uri="{FF2B5EF4-FFF2-40B4-BE49-F238E27FC236}">
                <a16:creationId xmlns:a16="http://schemas.microsoft.com/office/drawing/2014/main" id="{62BFE854-FAE1-7C4A-97EA-D14906BF9724}"/>
              </a:ext>
            </a:extLst>
          </p:cNvPr>
          <p:cNvCxnSpPr>
            <a:cxnSpLocks/>
            <a:endCxn id="68" idx="6"/>
          </p:cNvCxnSpPr>
          <p:nvPr/>
        </p:nvCxnSpPr>
        <p:spPr>
          <a:xfrm>
            <a:off x="6489564" y="2677695"/>
            <a:ext cx="489294" cy="0"/>
          </a:xfrm>
          <a:prstGeom prst="line">
            <a:avLst/>
          </a:prstGeom>
          <a:ln w="12700">
            <a:solidFill>
              <a:schemeClr val="accent1">
                <a:lumMod val="100000"/>
              </a:schemeClr>
            </a:solidFill>
          </a:ln>
        </p:spPr>
        <p:style>
          <a:lnRef idx="1">
            <a:schemeClr val="accent1"/>
          </a:lnRef>
          <a:fillRef idx="0">
            <a:schemeClr val="accent1"/>
          </a:fillRef>
          <a:effectRef idx="0">
            <a:schemeClr val="accent1"/>
          </a:effectRef>
          <a:fontRef idx="minor">
            <a:schemeClr val="tx1"/>
          </a:fontRef>
        </p:style>
      </p:cxnSp>
      <p:sp>
        <p:nvSpPr>
          <p:cNvPr id="71" name="椭圆 70">
            <a:extLst>
              <a:ext uri="{FF2B5EF4-FFF2-40B4-BE49-F238E27FC236}">
                <a16:creationId xmlns:a16="http://schemas.microsoft.com/office/drawing/2014/main" id="{DEBCCFAB-C7B4-AE49-B511-E60190BDEEEC}"/>
              </a:ext>
            </a:extLst>
          </p:cNvPr>
          <p:cNvSpPr/>
          <p:nvPr/>
        </p:nvSpPr>
        <p:spPr>
          <a:xfrm flipH="1">
            <a:off x="4248910" y="1783211"/>
            <a:ext cx="1788963" cy="1788965"/>
          </a:xfrm>
          <a:prstGeom prst="ellipse">
            <a:avLst/>
          </a:pr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29">
            <a:extLst>
              <a:ext uri="{FF2B5EF4-FFF2-40B4-BE49-F238E27FC236}">
                <a16:creationId xmlns:a16="http://schemas.microsoft.com/office/drawing/2014/main" id="{EF62F20E-5BD5-A941-A4F8-C1233393D62A}"/>
              </a:ext>
            </a:extLst>
          </p:cNvPr>
          <p:cNvSpPr txBox="1"/>
          <p:nvPr/>
        </p:nvSpPr>
        <p:spPr>
          <a:xfrm flipH="1">
            <a:off x="4403804" y="2554583"/>
            <a:ext cx="1479176"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今年开运词</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7" name="椭圆 86">
            <a:extLst>
              <a:ext uri="{FF2B5EF4-FFF2-40B4-BE49-F238E27FC236}">
                <a16:creationId xmlns:a16="http://schemas.microsoft.com/office/drawing/2014/main" id="{9BC19E89-8272-DE4F-8CEB-B3934A3C9B44}"/>
              </a:ext>
            </a:extLst>
          </p:cNvPr>
          <p:cNvSpPr/>
          <p:nvPr/>
        </p:nvSpPr>
        <p:spPr>
          <a:xfrm flipH="1">
            <a:off x="4248910" y="4457134"/>
            <a:ext cx="1788963" cy="1788965"/>
          </a:xfrm>
          <a:prstGeom prst="ellipse">
            <a:avLst/>
          </a:prstGeom>
          <a:solidFill>
            <a:schemeClr val="accent1">
              <a:lumMod val="60000"/>
              <a:lumOff val="4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29">
            <a:extLst>
              <a:ext uri="{FF2B5EF4-FFF2-40B4-BE49-F238E27FC236}">
                <a16:creationId xmlns:a16="http://schemas.microsoft.com/office/drawing/2014/main" id="{A02DCED9-CF40-E244-AAD4-548CD2C211E8}"/>
              </a:ext>
            </a:extLst>
          </p:cNvPr>
          <p:cNvSpPr txBox="1"/>
          <p:nvPr/>
        </p:nvSpPr>
        <p:spPr>
          <a:xfrm flipH="1">
            <a:off x="4403804" y="5228506"/>
            <a:ext cx="1479176"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今年开运词</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0" name="椭圆 89">
            <a:extLst>
              <a:ext uri="{FF2B5EF4-FFF2-40B4-BE49-F238E27FC236}">
                <a16:creationId xmlns:a16="http://schemas.microsoft.com/office/drawing/2014/main" id="{DD834419-5521-694F-9FB9-1EAAAFA1EB53}"/>
              </a:ext>
            </a:extLst>
          </p:cNvPr>
          <p:cNvSpPr/>
          <p:nvPr/>
        </p:nvSpPr>
        <p:spPr>
          <a:xfrm flipH="1">
            <a:off x="2638771" y="4457134"/>
            <a:ext cx="1788963" cy="178896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29">
            <a:extLst>
              <a:ext uri="{FF2B5EF4-FFF2-40B4-BE49-F238E27FC236}">
                <a16:creationId xmlns:a16="http://schemas.microsoft.com/office/drawing/2014/main" id="{2A253F9F-F4C3-F24F-AD34-68646F9AE5CB}"/>
              </a:ext>
            </a:extLst>
          </p:cNvPr>
          <p:cNvSpPr txBox="1"/>
          <p:nvPr/>
        </p:nvSpPr>
        <p:spPr>
          <a:xfrm flipH="1">
            <a:off x="2793665" y="5228506"/>
            <a:ext cx="1479176"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春节疫情时事</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4" name="椭圆 73">
            <a:extLst>
              <a:ext uri="{FF2B5EF4-FFF2-40B4-BE49-F238E27FC236}">
                <a16:creationId xmlns:a16="http://schemas.microsoft.com/office/drawing/2014/main" id="{49F2D931-B237-0148-9619-CB9C7C7FAA01}"/>
              </a:ext>
            </a:extLst>
          </p:cNvPr>
          <p:cNvSpPr/>
          <p:nvPr/>
        </p:nvSpPr>
        <p:spPr>
          <a:xfrm flipH="1">
            <a:off x="2638771" y="1783211"/>
            <a:ext cx="1788963" cy="178896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Object29">
            <a:extLst>
              <a:ext uri="{FF2B5EF4-FFF2-40B4-BE49-F238E27FC236}">
                <a16:creationId xmlns:a16="http://schemas.microsoft.com/office/drawing/2014/main" id="{647EB41B-40DF-F540-82E9-C574B8BF7F0F}"/>
              </a:ext>
            </a:extLst>
          </p:cNvPr>
          <p:cNvSpPr txBox="1"/>
          <p:nvPr/>
        </p:nvSpPr>
        <p:spPr>
          <a:xfrm flipH="1">
            <a:off x="2793665" y="2554583"/>
            <a:ext cx="1479176"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明星祝福词</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ABF4F0C0-5E58-5FCF-FBD0-AEEF712138E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7" name="矩形 6">
            <a:extLst>
              <a:ext uri="{FF2B5EF4-FFF2-40B4-BE49-F238E27FC236}">
                <a16:creationId xmlns:a16="http://schemas.microsoft.com/office/drawing/2014/main" id="{95694F9D-0858-0D39-A829-68C451CEF02E}"/>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文本框 7">
            <a:extLst>
              <a:ext uri="{FF2B5EF4-FFF2-40B4-BE49-F238E27FC236}">
                <a16:creationId xmlns:a16="http://schemas.microsoft.com/office/drawing/2014/main" id="{B9E0AF0C-5472-C89A-EEC4-75436A4AF095}"/>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61464885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矩形: 圆角 114">
            <a:extLst>
              <a:ext uri="{FF2B5EF4-FFF2-40B4-BE49-F238E27FC236}">
                <a16:creationId xmlns:a16="http://schemas.microsoft.com/office/drawing/2014/main" id="{34B23CE1-CE62-4843-89C0-18B76AB3CC5A}"/>
              </a:ext>
            </a:extLst>
          </p:cNvPr>
          <p:cNvSpPr/>
          <p:nvPr/>
        </p:nvSpPr>
        <p:spPr>
          <a:xfrm>
            <a:off x="820784" y="1813996"/>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60">
            <a:extLst>
              <a:ext uri="{FF2B5EF4-FFF2-40B4-BE49-F238E27FC236}">
                <a16:creationId xmlns:a16="http://schemas.microsoft.com/office/drawing/2014/main" id="{C3D58B54-0FA2-6F41-BC36-829C643E8056}"/>
              </a:ext>
            </a:extLst>
          </p:cNvPr>
          <p:cNvSpPr/>
          <p:nvPr/>
        </p:nvSpPr>
        <p:spPr>
          <a:xfrm>
            <a:off x="971471" y="2025850"/>
            <a:ext cx="1714753" cy="215444"/>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业务战略</a:t>
            </a:r>
            <a:r>
              <a:rPr lang="en-US" altLang="zh-CN"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多端投放</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矩形: 圆角 114">
            <a:extLst>
              <a:ext uri="{FF2B5EF4-FFF2-40B4-BE49-F238E27FC236}">
                <a16:creationId xmlns:a16="http://schemas.microsoft.com/office/drawing/2014/main" id="{388139BB-2FFB-C242-A089-EDDFFC54BD9D}"/>
              </a:ext>
            </a:extLst>
          </p:cNvPr>
          <p:cNvSpPr/>
          <p:nvPr/>
        </p:nvSpPr>
        <p:spPr>
          <a:xfrm>
            <a:off x="2836909" y="1813996"/>
            <a:ext cx="8523816" cy="63915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114">
            <a:extLst>
              <a:ext uri="{FF2B5EF4-FFF2-40B4-BE49-F238E27FC236}">
                <a16:creationId xmlns:a16="http://schemas.microsoft.com/office/drawing/2014/main" id="{C6597985-CB3D-D144-947E-8E8F3A9FDC6E}"/>
              </a:ext>
            </a:extLst>
          </p:cNvPr>
          <p:cNvSpPr/>
          <p:nvPr/>
        </p:nvSpPr>
        <p:spPr>
          <a:xfrm>
            <a:off x="820784" y="5327663"/>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Object60">
            <a:extLst>
              <a:ext uri="{FF2B5EF4-FFF2-40B4-BE49-F238E27FC236}">
                <a16:creationId xmlns:a16="http://schemas.microsoft.com/office/drawing/2014/main" id="{1E76803C-4AAE-DF48-B184-4F490A943C00}"/>
              </a:ext>
            </a:extLst>
          </p:cNvPr>
          <p:cNvSpPr/>
          <p:nvPr/>
        </p:nvSpPr>
        <p:spPr>
          <a:xfrm>
            <a:off x="971471" y="5539517"/>
            <a:ext cx="1714753" cy="215444"/>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流量触达渠道</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矩形: 圆角 114">
            <a:extLst>
              <a:ext uri="{FF2B5EF4-FFF2-40B4-BE49-F238E27FC236}">
                <a16:creationId xmlns:a16="http://schemas.microsoft.com/office/drawing/2014/main" id="{3D968EA1-E54D-2942-B599-3DDF65022EA5}"/>
              </a:ext>
            </a:extLst>
          </p:cNvPr>
          <p:cNvSpPr/>
          <p:nvPr/>
        </p:nvSpPr>
        <p:spPr>
          <a:xfrm>
            <a:off x="2836908" y="5327663"/>
            <a:ext cx="8534307" cy="63915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114">
            <a:extLst>
              <a:ext uri="{FF2B5EF4-FFF2-40B4-BE49-F238E27FC236}">
                <a16:creationId xmlns:a16="http://schemas.microsoft.com/office/drawing/2014/main" id="{F4A840AA-9F86-D945-97B1-68460AC7322D}"/>
              </a:ext>
            </a:extLst>
          </p:cNvPr>
          <p:cNvSpPr/>
          <p:nvPr/>
        </p:nvSpPr>
        <p:spPr>
          <a:xfrm>
            <a:off x="822522" y="2584147"/>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Object60">
            <a:extLst>
              <a:ext uri="{FF2B5EF4-FFF2-40B4-BE49-F238E27FC236}">
                <a16:creationId xmlns:a16="http://schemas.microsoft.com/office/drawing/2014/main" id="{FD742350-F674-4647-8A5A-0EA554B9D0D8}"/>
              </a:ext>
            </a:extLst>
          </p:cNvPr>
          <p:cNvSpPr/>
          <p:nvPr/>
        </p:nvSpPr>
        <p:spPr>
          <a:xfrm>
            <a:off x="973208" y="2796001"/>
            <a:ext cx="1714753" cy="215444"/>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业务基础场景</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矩形: 圆角 114">
            <a:extLst>
              <a:ext uri="{FF2B5EF4-FFF2-40B4-BE49-F238E27FC236}">
                <a16:creationId xmlns:a16="http://schemas.microsoft.com/office/drawing/2014/main" id="{06FFB6F5-2ADF-294B-9B1D-1444CBEFBA68}"/>
              </a:ext>
            </a:extLst>
          </p:cNvPr>
          <p:cNvSpPr/>
          <p:nvPr/>
        </p:nvSpPr>
        <p:spPr>
          <a:xfrm>
            <a:off x="820784" y="3332053"/>
            <a:ext cx="2019600" cy="1892510"/>
          </a:xfrm>
          <a:prstGeom prst="roundRect">
            <a:avLst>
              <a:gd name="adj" fmla="val 458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13" name="组合 12">
            <a:extLst>
              <a:ext uri="{FF2B5EF4-FFF2-40B4-BE49-F238E27FC236}">
                <a16:creationId xmlns:a16="http://schemas.microsoft.com/office/drawing/2014/main" id="{C90174B1-C9F8-8941-A17C-2225F88A8511}"/>
              </a:ext>
            </a:extLst>
          </p:cNvPr>
          <p:cNvGrpSpPr/>
          <p:nvPr/>
        </p:nvGrpSpPr>
        <p:grpSpPr>
          <a:xfrm>
            <a:off x="1312799" y="3662272"/>
            <a:ext cx="1037358" cy="1278119"/>
            <a:chOff x="1164067" y="3611797"/>
            <a:chExt cx="1037358" cy="1278119"/>
          </a:xfrm>
        </p:grpSpPr>
        <p:sp>
          <p:nvSpPr>
            <p:cNvPr id="75" name="Object29">
              <a:extLst>
                <a:ext uri="{FF2B5EF4-FFF2-40B4-BE49-F238E27FC236}">
                  <a16:creationId xmlns:a16="http://schemas.microsoft.com/office/drawing/2014/main" id="{A0716ED8-8A36-424A-A8C8-58B1916B8A7C}"/>
                </a:ext>
              </a:extLst>
            </p:cNvPr>
            <p:cNvSpPr txBox="1"/>
            <p:nvPr/>
          </p:nvSpPr>
          <p:spPr>
            <a:xfrm>
              <a:off x="1164067" y="3611797"/>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黄页门店</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Object29">
              <a:extLst>
                <a:ext uri="{FF2B5EF4-FFF2-40B4-BE49-F238E27FC236}">
                  <a16:creationId xmlns:a16="http://schemas.microsoft.com/office/drawing/2014/main" id="{440A8C79-80C5-4945-8E23-7D4F2CA0BBE5}"/>
                </a:ext>
              </a:extLst>
            </p:cNvPr>
            <p:cNvSpPr txBox="1"/>
            <p:nvPr/>
          </p:nvSpPr>
          <p:spPr>
            <a:xfrm>
              <a:off x="1164067" y="4127746"/>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内容门店</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Object29">
              <a:extLst>
                <a:ext uri="{FF2B5EF4-FFF2-40B4-BE49-F238E27FC236}">
                  <a16:creationId xmlns:a16="http://schemas.microsoft.com/office/drawing/2014/main" id="{740D44AC-AD87-9D49-A12B-4E772F7464D8}"/>
                </a:ext>
              </a:extLst>
            </p:cNvPr>
            <p:cNvSpPr txBox="1"/>
            <p:nvPr/>
          </p:nvSpPr>
          <p:spPr>
            <a:xfrm>
              <a:off x="1164067" y="4643695"/>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通用门店</a:t>
              </a:r>
              <a:endParaRPr lang="en-US" altLang="zh-CN" sz="16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91" name="矩形: 圆角 114">
            <a:extLst>
              <a:ext uri="{FF2B5EF4-FFF2-40B4-BE49-F238E27FC236}">
                <a16:creationId xmlns:a16="http://schemas.microsoft.com/office/drawing/2014/main" id="{922F2596-C45F-1140-9512-2B0C14F2473B}"/>
              </a:ext>
            </a:extLst>
          </p:cNvPr>
          <p:cNvSpPr/>
          <p:nvPr/>
        </p:nvSpPr>
        <p:spPr>
          <a:xfrm>
            <a:off x="9347299" y="2584147"/>
            <a:ext cx="2016125"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Object60">
            <a:extLst>
              <a:ext uri="{FF2B5EF4-FFF2-40B4-BE49-F238E27FC236}">
                <a16:creationId xmlns:a16="http://schemas.microsoft.com/office/drawing/2014/main" id="{97BB969D-96B5-FB48-B754-7AE0BE176A6F}"/>
              </a:ext>
            </a:extLst>
          </p:cNvPr>
          <p:cNvSpPr/>
          <p:nvPr/>
        </p:nvSpPr>
        <p:spPr>
          <a:xfrm>
            <a:off x="9497985" y="2796001"/>
            <a:ext cx="1714753" cy="215444"/>
          </a:xfrm>
          <a:prstGeom prst="rect">
            <a:avLst/>
          </a:prstGeom>
          <a:noFill/>
          <a:ln/>
        </p:spPr>
        <p:txBody>
          <a:bodyPr wrap="square" lIns="0" tIns="0" rIns="0" bIns="0" rtlCol="0" anchor="t">
            <a:spAutoFit/>
          </a:bodyPr>
          <a:lstStyle/>
          <a:p>
            <a:pPr algn="ctr" defTabSz="731520"/>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行业覆盖场景</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圆角 114">
            <a:extLst>
              <a:ext uri="{FF2B5EF4-FFF2-40B4-BE49-F238E27FC236}">
                <a16:creationId xmlns:a16="http://schemas.microsoft.com/office/drawing/2014/main" id="{70885506-72F7-E840-8AA6-DDA170574CF2}"/>
              </a:ext>
            </a:extLst>
          </p:cNvPr>
          <p:cNvSpPr/>
          <p:nvPr/>
        </p:nvSpPr>
        <p:spPr>
          <a:xfrm>
            <a:off x="9345561" y="3223299"/>
            <a:ext cx="2019600" cy="1892510"/>
          </a:xfrm>
          <a:prstGeom prst="roundRect">
            <a:avLst>
              <a:gd name="adj" fmla="val 4085"/>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7" name="组合 86">
            <a:extLst>
              <a:ext uri="{FF2B5EF4-FFF2-40B4-BE49-F238E27FC236}">
                <a16:creationId xmlns:a16="http://schemas.microsoft.com/office/drawing/2014/main" id="{B70545D3-0432-5C42-B95A-44C366A5CE0E}"/>
              </a:ext>
            </a:extLst>
          </p:cNvPr>
          <p:cNvGrpSpPr/>
          <p:nvPr/>
        </p:nvGrpSpPr>
        <p:grpSpPr>
          <a:xfrm>
            <a:off x="9357833" y="3482948"/>
            <a:ext cx="2002892" cy="1247342"/>
            <a:chOff x="682621" y="3590670"/>
            <a:chExt cx="2002892" cy="1247342"/>
          </a:xfrm>
        </p:grpSpPr>
        <p:sp>
          <p:nvSpPr>
            <p:cNvPr id="88" name="Object29">
              <a:extLst>
                <a:ext uri="{FF2B5EF4-FFF2-40B4-BE49-F238E27FC236}">
                  <a16:creationId xmlns:a16="http://schemas.microsoft.com/office/drawing/2014/main" id="{9EF1A891-2668-1646-9C07-155739727638}"/>
                </a:ext>
              </a:extLst>
            </p:cNvPr>
            <p:cNvSpPr txBox="1"/>
            <p:nvPr/>
          </p:nvSpPr>
          <p:spPr>
            <a:xfrm>
              <a:off x="682621" y="3590670"/>
              <a:ext cx="103735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正餐</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Object29">
              <a:extLst>
                <a:ext uri="{FF2B5EF4-FFF2-40B4-BE49-F238E27FC236}">
                  <a16:creationId xmlns:a16="http://schemas.microsoft.com/office/drawing/2014/main" id="{1C5BCAD6-B9AE-EE45-B8F3-14D721F1473E}"/>
                </a:ext>
              </a:extLst>
            </p:cNvPr>
            <p:cNvSpPr txBox="1"/>
            <p:nvPr/>
          </p:nvSpPr>
          <p:spPr>
            <a:xfrm>
              <a:off x="682621" y="4106619"/>
              <a:ext cx="103735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轻快餐</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a:extLst>
                <a:ext uri="{FF2B5EF4-FFF2-40B4-BE49-F238E27FC236}">
                  <a16:creationId xmlns:a16="http://schemas.microsoft.com/office/drawing/2014/main" id="{F70E90C0-E5C6-BE48-B4F8-844B6AE7D2D8}"/>
                </a:ext>
              </a:extLst>
            </p:cNvPr>
            <p:cNvSpPr txBox="1"/>
            <p:nvPr/>
          </p:nvSpPr>
          <p:spPr>
            <a:xfrm>
              <a:off x="682621" y="4622568"/>
              <a:ext cx="103735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丽人</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Object29">
              <a:extLst>
                <a:ext uri="{FF2B5EF4-FFF2-40B4-BE49-F238E27FC236}">
                  <a16:creationId xmlns:a16="http://schemas.microsoft.com/office/drawing/2014/main" id="{A46D7E8B-3D4A-DA40-9453-FDB38DE24D2C}"/>
                </a:ext>
              </a:extLst>
            </p:cNvPr>
            <p:cNvSpPr txBox="1"/>
            <p:nvPr/>
          </p:nvSpPr>
          <p:spPr>
            <a:xfrm>
              <a:off x="1648155" y="3590670"/>
              <a:ext cx="103735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婚嫁</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29">
              <a:extLst>
                <a:ext uri="{FF2B5EF4-FFF2-40B4-BE49-F238E27FC236}">
                  <a16:creationId xmlns:a16="http://schemas.microsoft.com/office/drawing/2014/main" id="{3A2DC36B-79B8-F843-A733-70A42948EFFD}"/>
                </a:ext>
              </a:extLst>
            </p:cNvPr>
            <p:cNvSpPr txBox="1"/>
            <p:nvPr/>
          </p:nvSpPr>
          <p:spPr>
            <a:xfrm>
              <a:off x="1648155" y="4106619"/>
              <a:ext cx="103735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亲子</a:t>
              </a:r>
              <a:endPar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Object29">
              <a:extLst>
                <a:ext uri="{FF2B5EF4-FFF2-40B4-BE49-F238E27FC236}">
                  <a16:creationId xmlns:a16="http://schemas.microsoft.com/office/drawing/2014/main" id="{169AEE9C-5E56-5841-8D8F-6E571D78F9E6}"/>
                </a:ext>
              </a:extLst>
            </p:cNvPr>
            <p:cNvSpPr txBox="1"/>
            <p:nvPr/>
          </p:nvSpPr>
          <p:spPr>
            <a:xfrm>
              <a:off x="1648155" y="4622568"/>
              <a:ext cx="1037358"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en-US" altLang="zh-CN" sz="1400" b="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KTV</a:t>
              </a:r>
            </a:p>
          </p:txBody>
        </p:sp>
      </p:grpSp>
      <p:sp>
        <p:nvSpPr>
          <p:cNvPr id="104" name="Object29">
            <a:extLst>
              <a:ext uri="{FF2B5EF4-FFF2-40B4-BE49-F238E27FC236}">
                <a16:creationId xmlns:a16="http://schemas.microsoft.com/office/drawing/2014/main" id="{53618ADE-E108-4B4C-B5F4-C4EA3660D37E}"/>
              </a:ext>
            </a:extLst>
          </p:cNvPr>
          <p:cNvSpPr txBox="1"/>
          <p:nvPr/>
        </p:nvSpPr>
        <p:spPr>
          <a:xfrm>
            <a:off x="3536994" y="5548597"/>
            <a:ext cx="3298396"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algn="l" hangingPunct="0">
              <a:lnSpc>
                <a:spcPct val="100000"/>
              </a:lnSpc>
              <a:defRPr/>
            </a:pPr>
            <a:r>
              <a:rPr lang="zh-CN" altLang="en-US"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公域：搜索、推荐、栏目、会场、频道</a:t>
            </a:r>
            <a:r>
              <a:rPr lang="en-US" altLang="zh-CN"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p>
        </p:txBody>
      </p:sp>
      <p:sp>
        <p:nvSpPr>
          <p:cNvPr id="105" name="Object29">
            <a:extLst>
              <a:ext uri="{FF2B5EF4-FFF2-40B4-BE49-F238E27FC236}">
                <a16:creationId xmlns:a16="http://schemas.microsoft.com/office/drawing/2014/main" id="{11FD8377-DA01-174A-AE0A-8A29734F4E79}"/>
              </a:ext>
            </a:extLst>
          </p:cNvPr>
          <p:cNvSpPr txBox="1"/>
          <p:nvPr/>
        </p:nvSpPr>
        <p:spPr>
          <a:xfrm>
            <a:off x="7924877" y="5539517"/>
            <a:ext cx="2755872" cy="21544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algn="l" hangingPunct="0">
              <a:lnSpc>
                <a:spcPct val="100000"/>
              </a:lnSpc>
              <a:defRPr/>
            </a:pPr>
            <a:r>
              <a:rPr lang="zh-CN" altLang="en-US"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私域：店铺、商详、会员、消息</a:t>
            </a:r>
            <a:r>
              <a:rPr lang="en-US" altLang="zh-CN" sz="14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p>
        </p:txBody>
      </p:sp>
      <p:sp>
        <p:nvSpPr>
          <p:cNvPr id="106" name="矩形: 圆角 114">
            <a:extLst>
              <a:ext uri="{FF2B5EF4-FFF2-40B4-BE49-F238E27FC236}">
                <a16:creationId xmlns:a16="http://schemas.microsoft.com/office/drawing/2014/main" id="{68BC6376-9A0F-7948-9FCD-AB965B6C19B4}"/>
              </a:ext>
            </a:extLst>
          </p:cNvPr>
          <p:cNvSpPr/>
          <p:nvPr/>
        </p:nvSpPr>
        <p:spPr>
          <a:xfrm>
            <a:off x="5576613" y="3504075"/>
            <a:ext cx="1025897" cy="1031898"/>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Object60">
            <a:extLst>
              <a:ext uri="{FF2B5EF4-FFF2-40B4-BE49-F238E27FC236}">
                <a16:creationId xmlns:a16="http://schemas.microsoft.com/office/drawing/2014/main" id="{74F933A9-7685-504C-A23B-3965A001D1BF}"/>
              </a:ext>
            </a:extLst>
          </p:cNvPr>
          <p:cNvSpPr/>
          <p:nvPr/>
        </p:nvSpPr>
        <p:spPr>
          <a:xfrm>
            <a:off x="5711222" y="3743026"/>
            <a:ext cx="756678" cy="553998"/>
          </a:xfrm>
          <a:prstGeom prst="rect">
            <a:avLst/>
          </a:prstGeom>
          <a:noFill/>
          <a:ln/>
        </p:spPr>
        <p:txBody>
          <a:bodyPr wrap="square" lIns="0" tIns="0" rIns="0" bIns="0" rtlCol="0" anchor="ctr">
            <a:spAutoFit/>
          </a:bodyPr>
          <a:lstStyle/>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线上</a:t>
            </a:r>
            <a:endParaRPr lang="en-US" altLang="zh-CN"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defTabSz="731520"/>
            <a:r>
              <a:rPr lang="zh-CN" alt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门店</a:t>
            </a:r>
            <a:endParaRPr lang="en-US"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08" name="直线连接符 107">
            <a:extLst>
              <a:ext uri="{FF2B5EF4-FFF2-40B4-BE49-F238E27FC236}">
                <a16:creationId xmlns:a16="http://schemas.microsoft.com/office/drawing/2014/main" id="{FF73FA06-96F9-E341-9922-A9CF6DF3F099}"/>
              </a:ext>
            </a:extLst>
          </p:cNvPr>
          <p:cNvCxnSpPr>
            <a:cxnSpLocks/>
          </p:cNvCxnSpPr>
          <p:nvPr/>
        </p:nvCxnSpPr>
        <p:spPr>
          <a:xfrm flipV="1">
            <a:off x="6611971" y="3101093"/>
            <a:ext cx="712117" cy="529861"/>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sp>
        <p:nvSpPr>
          <p:cNvPr id="109" name="矩形: 圆角 114">
            <a:extLst>
              <a:ext uri="{FF2B5EF4-FFF2-40B4-BE49-F238E27FC236}">
                <a16:creationId xmlns:a16="http://schemas.microsoft.com/office/drawing/2014/main" id="{017389BB-F7EE-0047-BF6A-B78C1C033477}"/>
              </a:ext>
            </a:extLst>
          </p:cNvPr>
          <p:cNvSpPr/>
          <p:nvPr/>
        </p:nvSpPr>
        <p:spPr>
          <a:xfrm>
            <a:off x="7324088" y="2882128"/>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29">
            <a:extLst>
              <a:ext uri="{FF2B5EF4-FFF2-40B4-BE49-F238E27FC236}">
                <a16:creationId xmlns:a16="http://schemas.microsoft.com/office/drawing/2014/main" id="{B2CD6EAB-D669-BF4A-9008-2A12F44E1B0E}"/>
              </a:ext>
            </a:extLst>
          </p:cNvPr>
          <p:cNvSpPr txBox="1"/>
          <p:nvPr/>
        </p:nvSpPr>
        <p:spPr>
          <a:xfrm>
            <a:off x="7435681" y="2977983"/>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会员</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2" name="矩形: 圆角 114">
            <a:extLst>
              <a:ext uri="{FF2B5EF4-FFF2-40B4-BE49-F238E27FC236}">
                <a16:creationId xmlns:a16="http://schemas.microsoft.com/office/drawing/2014/main" id="{83BA9D3B-2B4F-9D4B-AE9E-913FE473AC2E}"/>
              </a:ext>
            </a:extLst>
          </p:cNvPr>
          <p:cNvSpPr/>
          <p:nvPr/>
        </p:nvSpPr>
        <p:spPr>
          <a:xfrm>
            <a:off x="7324088" y="3443169"/>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Object29">
            <a:extLst>
              <a:ext uri="{FF2B5EF4-FFF2-40B4-BE49-F238E27FC236}">
                <a16:creationId xmlns:a16="http://schemas.microsoft.com/office/drawing/2014/main" id="{36E853A6-4E86-D942-9A70-B8C58F02405C}"/>
              </a:ext>
            </a:extLst>
          </p:cNvPr>
          <p:cNvSpPr txBox="1"/>
          <p:nvPr/>
        </p:nvSpPr>
        <p:spPr>
          <a:xfrm>
            <a:off x="7435681" y="3539024"/>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消息</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矩形: 圆角 114">
            <a:extLst>
              <a:ext uri="{FF2B5EF4-FFF2-40B4-BE49-F238E27FC236}">
                <a16:creationId xmlns:a16="http://schemas.microsoft.com/office/drawing/2014/main" id="{F3440698-F410-AD47-AEA5-D2B21DE1B310}"/>
              </a:ext>
            </a:extLst>
          </p:cNvPr>
          <p:cNvSpPr/>
          <p:nvPr/>
        </p:nvSpPr>
        <p:spPr>
          <a:xfrm>
            <a:off x="7324088" y="4015785"/>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Object29">
            <a:extLst>
              <a:ext uri="{FF2B5EF4-FFF2-40B4-BE49-F238E27FC236}">
                <a16:creationId xmlns:a16="http://schemas.microsoft.com/office/drawing/2014/main" id="{B12DA295-F36F-AC4C-967B-03C9F0AC1251}"/>
              </a:ext>
            </a:extLst>
          </p:cNvPr>
          <p:cNvSpPr txBox="1"/>
          <p:nvPr/>
        </p:nvSpPr>
        <p:spPr>
          <a:xfrm>
            <a:off x="7435681" y="4111640"/>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行业</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矩形: 圆角 114">
            <a:extLst>
              <a:ext uri="{FF2B5EF4-FFF2-40B4-BE49-F238E27FC236}">
                <a16:creationId xmlns:a16="http://schemas.microsoft.com/office/drawing/2014/main" id="{FFD944D9-23F0-0A43-9953-E8963143CB5A}"/>
              </a:ext>
            </a:extLst>
          </p:cNvPr>
          <p:cNvSpPr/>
          <p:nvPr/>
        </p:nvSpPr>
        <p:spPr>
          <a:xfrm>
            <a:off x="7324088" y="4608306"/>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Object29">
            <a:extLst>
              <a:ext uri="{FF2B5EF4-FFF2-40B4-BE49-F238E27FC236}">
                <a16:creationId xmlns:a16="http://schemas.microsoft.com/office/drawing/2014/main" id="{8C481CF9-ED76-A048-8FBF-1269B41055DE}"/>
              </a:ext>
            </a:extLst>
          </p:cNvPr>
          <p:cNvSpPr txBox="1"/>
          <p:nvPr/>
        </p:nvSpPr>
        <p:spPr>
          <a:xfrm>
            <a:off x="7435681" y="4704161"/>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基础</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23" name="直线连接符 122">
            <a:extLst>
              <a:ext uri="{FF2B5EF4-FFF2-40B4-BE49-F238E27FC236}">
                <a16:creationId xmlns:a16="http://schemas.microsoft.com/office/drawing/2014/main" id="{C285398C-0940-EB42-A105-CA5612BDFD44}"/>
              </a:ext>
            </a:extLst>
          </p:cNvPr>
          <p:cNvCxnSpPr>
            <a:cxnSpLocks/>
          </p:cNvCxnSpPr>
          <p:nvPr/>
        </p:nvCxnSpPr>
        <p:spPr>
          <a:xfrm flipV="1">
            <a:off x="6611971" y="3662134"/>
            <a:ext cx="712117" cy="245513"/>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24" name="直线连接符 123">
            <a:extLst>
              <a:ext uri="{FF2B5EF4-FFF2-40B4-BE49-F238E27FC236}">
                <a16:creationId xmlns:a16="http://schemas.microsoft.com/office/drawing/2014/main" id="{2CF203B1-BF6D-224D-9668-6F1176794243}"/>
              </a:ext>
            </a:extLst>
          </p:cNvPr>
          <p:cNvCxnSpPr>
            <a:cxnSpLocks/>
          </p:cNvCxnSpPr>
          <p:nvPr/>
        </p:nvCxnSpPr>
        <p:spPr>
          <a:xfrm>
            <a:off x="6592980" y="4037643"/>
            <a:ext cx="731108" cy="197107"/>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38" name="直线连接符 137">
            <a:extLst>
              <a:ext uri="{FF2B5EF4-FFF2-40B4-BE49-F238E27FC236}">
                <a16:creationId xmlns:a16="http://schemas.microsoft.com/office/drawing/2014/main" id="{C1B8C0DC-675B-6443-9F55-E5C384D37208}"/>
              </a:ext>
            </a:extLst>
          </p:cNvPr>
          <p:cNvCxnSpPr>
            <a:cxnSpLocks/>
          </p:cNvCxnSpPr>
          <p:nvPr/>
        </p:nvCxnSpPr>
        <p:spPr>
          <a:xfrm flipH="1" flipV="1">
            <a:off x="6611970" y="4301332"/>
            <a:ext cx="712117" cy="529861"/>
          </a:xfrm>
          <a:prstGeom prst="line">
            <a:avLst/>
          </a:prstGeom>
          <a:ln w="9525">
            <a:gradFill>
              <a:gsLst>
                <a:gs pos="100000">
                  <a:schemeClr val="accent1"/>
                </a:gs>
                <a:gs pos="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53" name="直线连接符 152">
            <a:extLst>
              <a:ext uri="{FF2B5EF4-FFF2-40B4-BE49-F238E27FC236}">
                <a16:creationId xmlns:a16="http://schemas.microsoft.com/office/drawing/2014/main" id="{AEBB2B6B-F531-2842-A060-40FB7185BF96}"/>
              </a:ext>
            </a:extLst>
          </p:cNvPr>
          <p:cNvCxnSpPr>
            <a:cxnSpLocks/>
          </p:cNvCxnSpPr>
          <p:nvPr/>
        </p:nvCxnSpPr>
        <p:spPr>
          <a:xfrm flipH="1" flipV="1">
            <a:off x="4862785" y="3101093"/>
            <a:ext cx="712117" cy="529861"/>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sp>
        <p:nvSpPr>
          <p:cNvPr id="167" name="矩形: 圆角 114">
            <a:extLst>
              <a:ext uri="{FF2B5EF4-FFF2-40B4-BE49-F238E27FC236}">
                <a16:creationId xmlns:a16="http://schemas.microsoft.com/office/drawing/2014/main" id="{8607E5E4-904A-634E-B006-FC3502DB7AA2}"/>
              </a:ext>
            </a:extLst>
          </p:cNvPr>
          <p:cNvSpPr/>
          <p:nvPr/>
        </p:nvSpPr>
        <p:spPr>
          <a:xfrm flipH="1">
            <a:off x="3602241" y="2882128"/>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8" name="Object29">
            <a:extLst>
              <a:ext uri="{FF2B5EF4-FFF2-40B4-BE49-F238E27FC236}">
                <a16:creationId xmlns:a16="http://schemas.microsoft.com/office/drawing/2014/main" id="{BFF6BB1A-75D6-4545-B466-DBEE69EFDFAC}"/>
              </a:ext>
            </a:extLst>
          </p:cNvPr>
          <p:cNvSpPr txBox="1"/>
          <p:nvPr/>
        </p:nvSpPr>
        <p:spPr>
          <a:xfrm flipH="1">
            <a:off x="3713834" y="2977983"/>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商品</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5" name="矩形: 圆角 114">
            <a:extLst>
              <a:ext uri="{FF2B5EF4-FFF2-40B4-BE49-F238E27FC236}">
                <a16:creationId xmlns:a16="http://schemas.microsoft.com/office/drawing/2014/main" id="{9BC1AF5F-31CF-D34D-8304-EF984F04EE04}"/>
              </a:ext>
            </a:extLst>
          </p:cNvPr>
          <p:cNvSpPr/>
          <p:nvPr/>
        </p:nvSpPr>
        <p:spPr>
          <a:xfrm flipH="1">
            <a:off x="3602241" y="3443169"/>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Object29">
            <a:extLst>
              <a:ext uri="{FF2B5EF4-FFF2-40B4-BE49-F238E27FC236}">
                <a16:creationId xmlns:a16="http://schemas.microsoft.com/office/drawing/2014/main" id="{EA0ECEA6-FAD6-7248-9452-DDDFBD437226}"/>
              </a:ext>
            </a:extLst>
          </p:cNvPr>
          <p:cNvSpPr txBox="1"/>
          <p:nvPr/>
        </p:nvSpPr>
        <p:spPr>
          <a:xfrm flipH="1">
            <a:off x="3713834" y="3539024"/>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服务</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3" name="矩形: 圆角 114">
            <a:extLst>
              <a:ext uri="{FF2B5EF4-FFF2-40B4-BE49-F238E27FC236}">
                <a16:creationId xmlns:a16="http://schemas.microsoft.com/office/drawing/2014/main" id="{0C94B8C3-DD5F-2C42-AB33-0F526826B57B}"/>
              </a:ext>
            </a:extLst>
          </p:cNvPr>
          <p:cNvSpPr/>
          <p:nvPr/>
        </p:nvSpPr>
        <p:spPr>
          <a:xfrm flipH="1">
            <a:off x="3602241" y="4015785"/>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Object29">
            <a:extLst>
              <a:ext uri="{FF2B5EF4-FFF2-40B4-BE49-F238E27FC236}">
                <a16:creationId xmlns:a16="http://schemas.microsoft.com/office/drawing/2014/main" id="{BF17F4CB-B7D2-BB48-B8A1-730990479275}"/>
              </a:ext>
            </a:extLst>
          </p:cNvPr>
          <p:cNvSpPr txBox="1"/>
          <p:nvPr/>
        </p:nvSpPr>
        <p:spPr>
          <a:xfrm flipH="1">
            <a:off x="3713834" y="4111640"/>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1" name="矩形: 圆角 114">
            <a:extLst>
              <a:ext uri="{FF2B5EF4-FFF2-40B4-BE49-F238E27FC236}">
                <a16:creationId xmlns:a16="http://schemas.microsoft.com/office/drawing/2014/main" id="{94EF56E2-A7B1-5444-89BB-D3A49ED58503}"/>
              </a:ext>
            </a:extLst>
          </p:cNvPr>
          <p:cNvSpPr/>
          <p:nvPr/>
        </p:nvSpPr>
        <p:spPr>
          <a:xfrm flipH="1">
            <a:off x="3602241" y="4608306"/>
            <a:ext cx="1260544" cy="437930"/>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Object29">
            <a:extLst>
              <a:ext uri="{FF2B5EF4-FFF2-40B4-BE49-F238E27FC236}">
                <a16:creationId xmlns:a16="http://schemas.microsoft.com/office/drawing/2014/main" id="{8233C0DA-B636-DC4A-A02F-993407665373}"/>
              </a:ext>
            </a:extLst>
          </p:cNvPr>
          <p:cNvSpPr txBox="1"/>
          <p:nvPr/>
        </p:nvSpPr>
        <p:spPr>
          <a:xfrm flipH="1">
            <a:off x="3713834" y="4704161"/>
            <a:ext cx="1037358"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营销</a:t>
            </a:r>
            <a:endParaRPr lang="en-US" altLang="zh-CN" sz="1600"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58" name="直线连接符 157">
            <a:extLst>
              <a:ext uri="{FF2B5EF4-FFF2-40B4-BE49-F238E27FC236}">
                <a16:creationId xmlns:a16="http://schemas.microsoft.com/office/drawing/2014/main" id="{890F344E-7BFD-E84D-BCEC-697F1A656C73}"/>
              </a:ext>
            </a:extLst>
          </p:cNvPr>
          <p:cNvCxnSpPr>
            <a:cxnSpLocks/>
          </p:cNvCxnSpPr>
          <p:nvPr/>
        </p:nvCxnSpPr>
        <p:spPr>
          <a:xfrm flipH="1" flipV="1">
            <a:off x="4862785" y="3662134"/>
            <a:ext cx="712117" cy="245513"/>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59" name="直线连接符 158">
            <a:extLst>
              <a:ext uri="{FF2B5EF4-FFF2-40B4-BE49-F238E27FC236}">
                <a16:creationId xmlns:a16="http://schemas.microsoft.com/office/drawing/2014/main" id="{CD6105FA-E100-A64A-9F60-1F1895424A96}"/>
              </a:ext>
            </a:extLst>
          </p:cNvPr>
          <p:cNvCxnSpPr>
            <a:cxnSpLocks/>
          </p:cNvCxnSpPr>
          <p:nvPr/>
        </p:nvCxnSpPr>
        <p:spPr>
          <a:xfrm flipH="1">
            <a:off x="4862785" y="4037643"/>
            <a:ext cx="731108" cy="197107"/>
          </a:xfrm>
          <a:prstGeom prst="line">
            <a:avLst/>
          </a:prstGeom>
          <a:ln w="9525">
            <a:gradFill>
              <a:gsLst>
                <a:gs pos="0">
                  <a:schemeClr val="accent1"/>
                </a:gs>
                <a:gs pos="10000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160" name="直线连接符 159">
            <a:extLst>
              <a:ext uri="{FF2B5EF4-FFF2-40B4-BE49-F238E27FC236}">
                <a16:creationId xmlns:a16="http://schemas.microsoft.com/office/drawing/2014/main" id="{8CBA5974-FE6B-7146-BE67-26DB442E174C}"/>
              </a:ext>
            </a:extLst>
          </p:cNvPr>
          <p:cNvCxnSpPr>
            <a:cxnSpLocks/>
          </p:cNvCxnSpPr>
          <p:nvPr/>
        </p:nvCxnSpPr>
        <p:spPr>
          <a:xfrm flipV="1">
            <a:off x="4862786" y="4301332"/>
            <a:ext cx="712117" cy="529861"/>
          </a:xfrm>
          <a:prstGeom prst="line">
            <a:avLst/>
          </a:prstGeom>
          <a:ln w="9525">
            <a:gradFill>
              <a:gsLst>
                <a:gs pos="100000">
                  <a:schemeClr val="accent1"/>
                </a:gs>
                <a:gs pos="0">
                  <a:schemeClr val="accent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sp>
        <p:nvSpPr>
          <p:cNvPr id="23" name="三角形 22">
            <a:extLst>
              <a:ext uri="{FF2B5EF4-FFF2-40B4-BE49-F238E27FC236}">
                <a16:creationId xmlns:a16="http://schemas.microsoft.com/office/drawing/2014/main" id="{9FCE7E91-C26F-3745-8BB3-2131E7A3F464}"/>
              </a:ext>
            </a:extLst>
          </p:cNvPr>
          <p:cNvSpPr/>
          <p:nvPr/>
        </p:nvSpPr>
        <p:spPr>
          <a:xfrm rot="16200000">
            <a:off x="3012125" y="3852457"/>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0" name="三角形 169">
            <a:extLst>
              <a:ext uri="{FF2B5EF4-FFF2-40B4-BE49-F238E27FC236}">
                <a16:creationId xmlns:a16="http://schemas.microsoft.com/office/drawing/2014/main" id="{F9EBDB07-7A42-D44F-9747-C45FB083E958}"/>
              </a:ext>
            </a:extLst>
          </p:cNvPr>
          <p:cNvSpPr/>
          <p:nvPr/>
        </p:nvSpPr>
        <p:spPr>
          <a:xfrm rot="5400000" flipH="1">
            <a:off x="8754584" y="3852457"/>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9" name="直线连接符 28">
            <a:extLst>
              <a:ext uri="{FF2B5EF4-FFF2-40B4-BE49-F238E27FC236}">
                <a16:creationId xmlns:a16="http://schemas.microsoft.com/office/drawing/2014/main" id="{9127342A-5AE1-F847-9A08-A5EE9041E8FD}"/>
              </a:ext>
            </a:extLst>
          </p:cNvPr>
          <p:cNvCxnSpPr>
            <a:cxnSpLocks/>
          </p:cNvCxnSpPr>
          <p:nvPr/>
        </p:nvCxnSpPr>
        <p:spPr>
          <a:xfrm>
            <a:off x="7028720" y="5327663"/>
            <a:ext cx="0" cy="639152"/>
          </a:xfrm>
          <a:prstGeom prst="line">
            <a:avLst/>
          </a:prstGeom>
          <a:ln>
            <a:gradFill>
              <a:gsLst>
                <a:gs pos="0">
                  <a:srgbClr val="3C5DEC">
                    <a:alpha val="0"/>
                  </a:srgbClr>
                </a:gs>
                <a:gs pos="50000">
                  <a:srgbClr val="3C5DEC"/>
                </a:gs>
                <a:gs pos="100000">
                  <a:srgbClr val="3C5DEC">
                    <a:alpha val="0"/>
                  </a:srgbClr>
                </a:gs>
              </a:gsLst>
              <a:lin ang="5400000" scaled="1"/>
            </a:gradFill>
            <a:prstDash val="dash"/>
          </a:ln>
        </p:spPr>
        <p:style>
          <a:lnRef idx="1">
            <a:schemeClr val="accent1"/>
          </a:lnRef>
          <a:fillRef idx="0">
            <a:schemeClr val="accent1"/>
          </a:fillRef>
          <a:effectRef idx="0">
            <a:schemeClr val="accent1"/>
          </a:effectRef>
          <a:fontRef idx="minor">
            <a:schemeClr val="tx1"/>
          </a:fontRef>
        </p:style>
      </p:cxnSp>
      <p:sp>
        <p:nvSpPr>
          <p:cNvPr id="2" name="Object60">
            <a:extLst>
              <a:ext uri="{FF2B5EF4-FFF2-40B4-BE49-F238E27FC236}">
                <a16:creationId xmlns:a16="http://schemas.microsoft.com/office/drawing/2014/main" id="{69E55B20-3822-4DC4-CACB-6C090C3DF531}"/>
              </a:ext>
            </a:extLst>
          </p:cNvPr>
          <p:cNvSpPr/>
          <p:nvPr/>
        </p:nvSpPr>
        <p:spPr>
          <a:xfrm>
            <a:off x="4715427" y="2010461"/>
            <a:ext cx="2748268" cy="276999"/>
          </a:xfrm>
          <a:prstGeom prst="rect">
            <a:avLst/>
          </a:prstGeom>
          <a:ln w="12700">
            <a:miter lim="400000"/>
          </a:ln>
        </p:spPr>
        <p:txBody>
          <a:bodyPr wrap="square" lIns="0" tIns="0" rIns="0" bIns="0" anchor="ctr">
            <a:spAutoFit/>
          </a:bodyPr>
          <a:lstStyle/>
          <a:p>
            <a:pPr algn="ctr" defTabSz="609600" hangingPunct="0"/>
            <a:r>
              <a:rPr lang="zh-CN" altLang="en-US"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业务战略</a:t>
            </a:r>
            <a:r>
              <a:rPr lang="en-US" altLang="zh-CN"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a:t>
            </a:r>
            <a:r>
              <a:rPr lang="zh-CN" altLang="en-US"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多端投放</a:t>
            </a:r>
            <a:endParaRPr lang="en-US"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A3EEDEBB-4FBE-CD03-A28B-15EFB6D3985D}"/>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DBAF425F-0BBB-A918-7AD5-C09CCC6D2BAE}"/>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1B2AC380-2D74-F3B8-AE96-3B48D7C6FF89}"/>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90400981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圆角 3">
            <a:extLst>
              <a:ext uri="{FF2B5EF4-FFF2-40B4-BE49-F238E27FC236}">
                <a16:creationId xmlns:a16="http://schemas.microsoft.com/office/drawing/2014/main" id="{9D7D019B-0C70-8C48-99F0-1B3C37F2A05C}"/>
              </a:ext>
            </a:extLst>
          </p:cNvPr>
          <p:cNvSpPr/>
          <p:nvPr/>
        </p:nvSpPr>
        <p:spPr>
          <a:xfrm rot="18900000">
            <a:off x="3016149"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矩形: 圆角 4">
            <a:extLst>
              <a:ext uri="{FF2B5EF4-FFF2-40B4-BE49-F238E27FC236}">
                <a16:creationId xmlns:a16="http://schemas.microsoft.com/office/drawing/2014/main" id="{D1C41287-EEEE-A3F1-5CEE-BC513B68F79B}"/>
              </a:ext>
            </a:extLst>
          </p:cNvPr>
          <p:cNvSpPr/>
          <p:nvPr/>
        </p:nvSpPr>
        <p:spPr>
          <a:xfrm rot="18900000">
            <a:off x="5806107"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 name="矩形: 圆角 5">
            <a:extLst>
              <a:ext uri="{FF2B5EF4-FFF2-40B4-BE49-F238E27FC236}">
                <a16:creationId xmlns:a16="http://schemas.microsoft.com/office/drawing/2014/main" id="{E32ED721-E682-3BCF-1229-885B3955977E}"/>
              </a:ext>
            </a:extLst>
          </p:cNvPr>
          <p:cNvSpPr/>
          <p:nvPr/>
        </p:nvSpPr>
        <p:spPr>
          <a:xfrm rot="18900000">
            <a:off x="8596065"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矩形: 圆角 2">
            <a:extLst>
              <a:ext uri="{FF2B5EF4-FFF2-40B4-BE49-F238E27FC236}">
                <a16:creationId xmlns:a16="http://schemas.microsoft.com/office/drawing/2014/main" id="{3F5136CA-12BD-556C-EF76-65CB3EAA17B8}"/>
              </a:ext>
            </a:extLst>
          </p:cNvPr>
          <p:cNvSpPr/>
          <p:nvPr/>
        </p:nvSpPr>
        <p:spPr>
          <a:xfrm rot="18900000">
            <a:off x="226191" y="703758"/>
            <a:ext cx="3456946" cy="345694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8" name="椭圆 57">
            <a:extLst>
              <a:ext uri="{FF2B5EF4-FFF2-40B4-BE49-F238E27FC236}">
                <a16:creationId xmlns:a16="http://schemas.microsoft.com/office/drawing/2014/main" id="{2B7A0723-800F-3943-9C3C-2A13EDF7010E}"/>
              </a:ext>
            </a:extLst>
          </p:cNvPr>
          <p:cNvSpPr/>
          <p:nvPr/>
        </p:nvSpPr>
        <p:spPr>
          <a:xfrm flipH="1">
            <a:off x="1194245" y="2058432"/>
            <a:ext cx="1527466" cy="15274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Object29">
            <a:extLst>
              <a:ext uri="{FF2B5EF4-FFF2-40B4-BE49-F238E27FC236}">
                <a16:creationId xmlns:a16="http://schemas.microsoft.com/office/drawing/2014/main" id="{9DB7431E-8853-974C-8387-31B536E036C0}"/>
              </a:ext>
            </a:extLst>
          </p:cNvPr>
          <p:cNvSpPr txBox="1"/>
          <p:nvPr/>
        </p:nvSpPr>
        <p:spPr>
          <a:xfrm flipH="1">
            <a:off x="1326498" y="2593940"/>
            <a:ext cx="1262961" cy="49244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对会员</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完全不了解</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0" name="Object29">
            <a:extLst>
              <a:ext uri="{FF2B5EF4-FFF2-40B4-BE49-F238E27FC236}">
                <a16:creationId xmlns:a16="http://schemas.microsoft.com/office/drawing/2014/main" id="{FF7F601A-EEA9-6D4F-B12D-88F254EA0CAA}"/>
              </a:ext>
            </a:extLst>
          </p:cNvPr>
          <p:cNvSpPr/>
          <p:nvPr/>
        </p:nvSpPr>
        <p:spPr>
          <a:xfrm flipH="1">
            <a:off x="1552285" y="3858958"/>
            <a:ext cx="81138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“懵懂”</a:t>
            </a:r>
          </a:p>
        </p:txBody>
      </p:sp>
      <p:grpSp>
        <p:nvGrpSpPr>
          <p:cNvPr id="10" name="组合 9">
            <a:extLst>
              <a:ext uri="{FF2B5EF4-FFF2-40B4-BE49-F238E27FC236}">
                <a16:creationId xmlns:a16="http://schemas.microsoft.com/office/drawing/2014/main" id="{BCFDC585-4D01-D54D-9B60-6482CFFAB374}"/>
              </a:ext>
            </a:extLst>
          </p:cNvPr>
          <p:cNvGrpSpPr/>
          <p:nvPr/>
        </p:nvGrpSpPr>
        <p:grpSpPr>
          <a:xfrm>
            <a:off x="1885479" y="4442984"/>
            <a:ext cx="144998" cy="349456"/>
            <a:chOff x="2265364" y="4592321"/>
            <a:chExt cx="384624" cy="926968"/>
          </a:xfrm>
          <a:gradFill>
            <a:gsLst>
              <a:gs pos="0">
                <a:schemeClr val="accent1"/>
              </a:gs>
              <a:gs pos="100000">
                <a:schemeClr val="accent1">
                  <a:alpha val="0"/>
                </a:schemeClr>
              </a:gs>
            </a:gsLst>
            <a:lin ang="5400000" scaled="1"/>
          </a:gradFill>
        </p:grpSpPr>
        <p:sp>
          <p:nvSpPr>
            <p:cNvPr id="9" name="椭圆 8">
              <a:extLst>
                <a:ext uri="{FF2B5EF4-FFF2-40B4-BE49-F238E27FC236}">
                  <a16:creationId xmlns:a16="http://schemas.microsoft.com/office/drawing/2014/main" id="{496028CD-C0D8-554C-9AEF-77EC062769DE}"/>
                </a:ext>
              </a:extLst>
            </p:cNvPr>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椭圆 63">
              <a:extLst>
                <a:ext uri="{FF2B5EF4-FFF2-40B4-BE49-F238E27FC236}">
                  <a16:creationId xmlns:a16="http://schemas.microsoft.com/office/drawing/2014/main" id="{0712D85F-064E-B046-A3CD-A50D24381E07}"/>
                </a:ext>
              </a:extLst>
            </p:cNvPr>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椭圆 76">
              <a:extLst>
                <a:ext uri="{FF2B5EF4-FFF2-40B4-BE49-F238E27FC236}">
                  <a16:creationId xmlns:a16="http://schemas.microsoft.com/office/drawing/2014/main" id="{5E6FE988-D4B3-C041-9C2C-EC87C56C416E}"/>
                </a:ext>
              </a:extLst>
            </p:cNvPr>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8" name="矩形: 圆角 114">
            <a:extLst>
              <a:ext uri="{FF2B5EF4-FFF2-40B4-BE49-F238E27FC236}">
                <a16:creationId xmlns:a16="http://schemas.microsoft.com/office/drawing/2014/main" id="{60724040-ADBE-444C-AB1C-208390630F05}"/>
              </a:ext>
            </a:extLst>
          </p:cNvPr>
          <p:cNvSpPr/>
          <p:nvPr/>
        </p:nvSpPr>
        <p:spPr>
          <a:xfrm>
            <a:off x="636389" y="5016102"/>
            <a:ext cx="2643178" cy="63915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60">
            <a:extLst>
              <a:ext uri="{FF2B5EF4-FFF2-40B4-BE49-F238E27FC236}">
                <a16:creationId xmlns:a16="http://schemas.microsoft.com/office/drawing/2014/main" id="{30EE249D-9820-2D4B-8825-2BC89686189F}"/>
              </a:ext>
            </a:extLst>
          </p:cNvPr>
          <p:cNvSpPr/>
          <p:nvPr/>
        </p:nvSpPr>
        <p:spPr>
          <a:xfrm>
            <a:off x="833942" y="5227956"/>
            <a:ext cx="2248073" cy="215444"/>
          </a:xfrm>
          <a:prstGeom prst="rect">
            <a:avLst/>
          </a:prstGeom>
          <a:noFill/>
          <a:ln/>
        </p:spPr>
        <p:txBody>
          <a:bodyPr wrap="square" lIns="0" tIns="0" rIns="0" bIns="0" rtlCol="0" anchor="t">
            <a:spAutoFit/>
          </a:bodyPr>
          <a:lstStyle/>
          <a:p>
            <a:pPr algn="ctr" defTabSz="731520"/>
            <a:r>
              <a:rPr lang="en-US" sz="1400" b="1" dirty="0" err="1">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给</a:t>
            </a:r>
            <a:r>
              <a:rPr lang="zh-CN" alt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“买到赚到”的价格和紧迫</a:t>
            </a:r>
            <a:endParaRPr 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Object29">
            <a:extLst>
              <a:ext uri="{FF2B5EF4-FFF2-40B4-BE49-F238E27FC236}">
                <a16:creationId xmlns:a16="http://schemas.microsoft.com/office/drawing/2014/main" id="{A25A6ED0-91CD-3742-BE59-E1497430BF5F}"/>
              </a:ext>
            </a:extLst>
          </p:cNvPr>
          <p:cNvSpPr/>
          <p:nvPr/>
        </p:nvSpPr>
        <p:spPr>
          <a:xfrm flipH="1">
            <a:off x="1094962" y="5692380"/>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新用户</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N</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元限今天内</a:t>
            </a:r>
          </a:p>
        </p:txBody>
      </p:sp>
      <p:sp>
        <p:nvSpPr>
          <p:cNvPr id="121" name="椭圆 120">
            <a:extLst>
              <a:ext uri="{FF2B5EF4-FFF2-40B4-BE49-F238E27FC236}">
                <a16:creationId xmlns:a16="http://schemas.microsoft.com/office/drawing/2014/main" id="{6C971BA9-621D-E94B-9A6E-20C92ACCA458}"/>
              </a:ext>
            </a:extLst>
          </p:cNvPr>
          <p:cNvSpPr/>
          <p:nvPr/>
        </p:nvSpPr>
        <p:spPr>
          <a:xfrm flipH="1">
            <a:off x="3974698" y="2058432"/>
            <a:ext cx="1527466" cy="1527468"/>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29">
            <a:extLst>
              <a:ext uri="{FF2B5EF4-FFF2-40B4-BE49-F238E27FC236}">
                <a16:creationId xmlns:a16="http://schemas.microsoft.com/office/drawing/2014/main" id="{15BB4D4B-5103-234E-AA2C-57E8CD5F6E37}"/>
              </a:ext>
            </a:extLst>
          </p:cNvPr>
          <p:cNvSpPr txBox="1"/>
          <p:nvPr/>
        </p:nvSpPr>
        <p:spPr>
          <a:xfrm flipH="1">
            <a:off x="4106951" y="2593940"/>
            <a:ext cx="1262961" cy="49244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对会员</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部分了解</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2" name="Object29">
            <a:extLst>
              <a:ext uri="{FF2B5EF4-FFF2-40B4-BE49-F238E27FC236}">
                <a16:creationId xmlns:a16="http://schemas.microsoft.com/office/drawing/2014/main" id="{F4AC7E47-9DF2-6549-8A77-37A24FD50A23}"/>
              </a:ext>
            </a:extLst>
          </p:cNvPr>
          <p:cNvSpPr/>
          <p:nvPr/>
        </p:nvSpPr>
        <p:spPr>
          <a:xfrm flipH="1">
            <a:off x="4332738" y="3858958"/>
            <a:ext cx="81138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“在摇摆”</a:t>
            </a:r>
          </a:p>
        </p:txBody>
      </p:sp>
      <p:sp>
        <p:nvSpPr>
          <p:cNvPr id="96" name="矩形: 圆角 114">
            <a:extLst>
              <a:ext uri="{FF2B5EF4-FFF2-40B4-BE49-F238E27FC236}">
                <a16:creationId xmlns:a16="http://schemas.microsoft.com/office/drawing/2014/main" id="{D10879BC-86A5-7441-988B-74D8646D4979}"/>
              </a:ext>
            </a:extLst>
          </p:cNvPr>
          <p:cNvSpPr/>
          <p:nvPr/>
        </p:nvSpPr>
        <p:spPr>
          <a:xfrm>
            <a:off x="3416842" y="5016102"/>
            <a:ext cx="2643178"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60">
            <a:extLst>
              <a:ext uri="{FF2B5EF4-FFF2-40B4-BE49-F238E27FC236}">
                <a16:creationId xmlns:a16="http://schemas.microsoft.com/office/drawing/2014/main" id="{FA8E29F2-BC51-EE42-9B3A-14631F1AF383}"/>
              </a:ext>
            </a:extLst>
          </p:cNvPr>
          <p:cNvSpPr/>
          <p:nvPr/>
        </p:nvSpPr>
        <p:spPr>
          <a:xfrm>
            <a:off x="3614395" y="5227956"/>
            <a:ext cx="2248073" cy="215444"/>
          </a:xfrm>
          <a:prstGeom prst="rect">
            <a:avLst/>
          </a:prstGeom>
          <a:noFill/>
          <a:ln/>
        </p:spPr>
        <p:txBody>
          <a:bodyPr wrap="square" lIns="0" tIns="0" rIns="0" bIns="0" rtlCol="0" anchor="t">
            <a:spAutoFit/>
          </a:bodyPr>
          <a:lstStyle/>
          <a:p>
            <a:pPr algn="ctr" defTabSz="731520"/>
            <a:r>
              <a:rPr lang="zh-CN" alt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需“价格</a:t>
            </a:r>
            <a:r>
              <a:rPr lang="en-US" altLang="zh-CN"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价值”再推一把手</a:t>
            </a:r>
            <a:endParaRPr 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29">
            <a:extLst>
              <a:ext uri="{FF2B5EF4-FFF2-40B4-BE49-F238E27FC236}">
                <a16:creationId xmlns:a16="http://schemas.microsoft.com/office/drawing/2014/main" id="{BF8FC8FB-9C91-8F4D-B6EC-763ABB0934F9}"/>
              </a:ext>
            </a:extLst>
          </p:cNvPr>
          <p:cNvSpPr/>
          <p:nvPr/>
        </p:nvSpPr>
        <p:spPr>
          <a:xfrm flipH="1">
            <a:off x="3875415" y="5692380"/>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定点推价低，权益放大</a:t>
            </a:r>
          </a:p>
        </p:txBody>
      </p:sp>
      <p:sp>
        <p:nvSpPr>
          <p:cNvPr id="136" name="椭圆 135">
            <a:extLst>
              <a:ext uri="{FF2B5EF4-FFF2-40B4-BE49-F238E27FC236}">
                <a16:creationId xmlns:a16="http://schemas.microsoft.com/office/drawing/2014/main" id="{6D809006-7802-7641-9367-18F84DF23D8F}"/>
              </a:ext>
            </a:extLst>
          </p:cNvPr>
          <p:cNvSpPr/>
          <p:nvPr/>
        </p:nvSpPr>
        <p:spPr>
          <a:xfrm flipH="1">
            <a:off x="6755151" y="2058432"/>
            <a:ext cx="1527466" cy="15274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Object29">
            <a:extLst>
              <a:ext uri="{FF2B5EF4-FFF2-40B4-BE49-F238E27FC236}">
                <a16:creationId xmlns:a16="http://schemas.microsoft.com/office/drawing/2014/main" id="{AF4C4527-1A86-DD48-AF88-3F8D3ECF6FBA}"/>
              </a:ext>
            </a:extLst>
          </p:cNvPr>
          <p:cNvSpPr txBox="1"/>
          <p:nvPr/>
        </p:nvSpPr>
        <p:spPr>
          <a:xfrm flipH="1">
            <a:off x="6887404" y="2593940"/>
            <a:ext cx="1262961" cy="49244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从来不是会员</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hangingPunct="0">
              <a:lnSpc>
                <a:spcPct val="100000"/>
              </a:lnSpc>
              <a:defRPr/>
            </a:pPr>
            <a:r>
              <a:rPr lang="zh-CN" altLang="en-US"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但了解</a:t>
            </a:r>
            <a:endParaRPr lang="en-US" altLang="zh-CN" sz="16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27" name="Object29">
            <a:extLst>
              <a:ext uri="{FF2B5EF4-FFF2-40B4-BE49-F238E27FC236}">
                <a16:creationId xmlns:a16="http://schemas.microsoft.com/office/drawing/2014/main" id="{6ACA55CD-04FB-DE42-93AD-DBA9BFA24DA9}"/>
              </a:ext>
            </a:extLst>
          </p:cNvPr>
          <p:cNvSpPr/>
          <p:nvPr/>
        </p:nvSpPr>
        <p:spPr>
          <a:xfrm flipH="1">
            <a:off x="7113191" y="3858958"/>
            <a:ext cx="81138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“待刺激”</a:t>
            </a:r>
          </a:p>
        </p:txBody>
      </p:sp>
      <p:sp>
        <p:nvSpPr>
          <p:cNvPr id="131" name="矩形: 圆角 114">
            <a:extLst>
              <a:ext uri="{FF2B5EF4-FFF2-40B4-BE49-F238E27FC236}">
                <a16:creationId xmlns:a16="http://schemas.microsoft.com/office/drawing/2014/main" id="{1F8F5E2E-10F1-4142-9975-28F5BCDBE07E}"/>
              </a:ext>
            </a:extLst>
          </p:cNvPr>
          <p:cNvSpPr/>
          <p:nvPr/>
        </p:nvSpPr>
        <p:spPr>
          <a:xfrm>
            <a:off x="6197295" y="5016102"/>
            <a:ext cx="2643178" cy="639152"/>
          </a:xfrm>
          <a:prstGeom prst="roundRect">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Object60">
            <a:extLst>
              <a:ext uri="{FF2B5EF4-FFF2-40B4-BE49-F238E27FC236}">
                <a16:creationId xmlns:a16="http://schemas.microsoft.com/office/drawing/2014/main" id="{767B7A90-AF9B-A449-BC19-A2185EC25257}"/>
              </a:ext>
            </a:extLst>
          </p:cNvPr>
          <p:cNvSpPr/>
          <p:nvPr/>
        </p:nvSpPr>
        <p:spPr>
          <a:xfrm>
            <a:off x="6394848" y="5227956"/>
            <a:ext cx="2248073" cy="215444"/>
          </a:xfrm>
          <a:prstGeom prst="rect">
            <a:avLst/>
          </a:prstGeom>
          <a:noFill/>
          <a:ln/>
        </p:spPr>
        <p:txBody>
          <a:bodyPr wrap="square" lIns="0" tIns="0" rIns="0" bIns="0" rtlCol="0" anchor="t">
            <a:spAutoFit/>
          </a:bodyPr>
          <a:lstStyle/>
          <a:p>
            <a:pPr algn="ctr" defTabSz="731520"/>
            <a:r>
              <a:rPr lang="zh-CN" alt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先让其体验权益，爽后付费</a:t>
            </a:r>
            <a:endParaRPr lang="en-US" sz="1400" b="1"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Object29">
            <a:extLst>
              <a:ext uri="{FF2B5EF4-FFF2-40B4-BE49-F238E27FC236}">
                <a16:creationId xmlns:a16="http://schemas.microsoft.com/office/drawing/2014/main" id="{B4C9672B-F387-FB4E-BA49-68BF076D7895}"/>
              </a:ext>
            </a:extLst>
          </p:cNvPr>
          <p:cNvSpPr/>
          <p:nvPr/>
        </p:nvSpPr>
        <p:spPr>
          <a:xfrm flipH="1">
            <a:off x="6655868" y="5692380"/>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先试用，感受显著差异再付费</a:t>
            </a:r>
          </a:p>
        </p:txBody>
      </p:sp>
      <p:sp>
        <p:nvSpPr>
          <p:cNvPr id="150" name="椭圆 149">
            <a:extLst>
              <a:ext uri="{FF2B5EF4-FFF2-40B4-BE49-F238E27FC236}">
                <a16:creationId xmlns:a16="http://schemas.microsoft.com/office/drawing/2014/main" id="{D36AB4FD-D1B3-A741-A5C2-C22C9EACF40A}"/>
              </a:ext>
            </a:extLst>
          </p:cNvPr>
          <p:cNvSpPr/>
          <p:nvPr/>
        </p:nvSpPr>
        <p:spPr>
          <a:xfrm flipH="1">
            <a:off x="9535605" y="2058432"/>
            <a:ext cx="1527466" cy="1527468"/>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Object29">
            <a:extLst>
              <a:ext uri="{FF2B5EF4-FFF2-40B4-BE49-F238E27FC236}">
                <a16:creationId xmlns:a16="http://schemas.microsoft.com/office/drawing/2014/main" id="{23493DD5-2C96-A546-BC1C-0B7111BE1344}"/>
              </a:ext>
            </a:extLst>
          </p:cNvPr>
          <p:cNvSpPr txBox="1"/>
          <p:nvPr/>
        </p:nvSpPr>
        <p:spPr>
          <a:xfrm flipH="1">
            <a:off x="9667858" y="2717051"/>
            <a:ext cx="1262961" cy="246221"/>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hangingPunct="0">
              <a:lnSpc>
                <a:spcPct val="100000"/>
              </a:lnSpc>
              <a:defRPr/>
            </a:pPr>
            <a:r>
              <a:rPr lang="zh-CN" altLang="en-US"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曾经是会员</a:t>
            </a:r>
            <a:endParaRPr lang="en-US" altLang="zh-CN" sz="1600" b="0" kern="0" dirty="0">
              <a:solidFill>
                <a:schemeClr val="tx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41" name="Object29">
            <a:extLst>
              <a:ext uri="{FF2B5EF4-FFF2-40B4-BE49-F238E27FC236}">
                <a16:creationId xmlns:a16="http://schemas.microsoft.com/office/drawing/2014/main" id="{A2FBEA3C-BA20-0945-B29D-D3513FB8426E}"/>
              </a:ext>
            </a:extLst>
          </p:cNvPr>
          <p:cNvSpPr/>
          <p:nvPr/>
        </p:nvSpPr>
        <p:spPr>
          <a:xfrm flipH="1">
            <a:off x="9893645" y="3858958"/>
            <a:ext cx="811386" cy="349456"/>
          </a:xfrm>
          <a:prstGeom prst="rect">
            <a:avLst/>
          </a:prstGeom>
          <a:ln w="12700">
            <a:miter lim="400000"/>
          </a:ln>
        </p:spPr>
        <p:txBody>
          <a:bodyPr wrap="none" lIns="25400" tIns="25400" rIns="25400" bIns="25400" anchor="ctr">
            <a:noAutofit/>
          </a:bodyPr>
          <a:lstStyle/>
          <a:p>
            <a:pPr algn="ctr" defTabSz="1219169" hangingPunct="0"/>
            <a:r>
              <a:rPr lang="zh-CN" altLang="en-US"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“待唤醒”</a:t>
            </a:r>
          </a:p>
        </p:txBody>
      </p:sp>
      <p:sp>
        <p:nvSpPr>
          <p:cNvPr id="145" name="矩形: 圆角 114">
            <a:extLst>
              <a:ext uri="{FF2B5EF4-FFF2-40B4-BE49-F238E27FC236}">
                <a16:creationId xmlns:a16="http://schemas.microsoft.com/office/drawing/2014/main" id="{28494F17-1A3B-514B-BFD2-DC978F8D174D}"/>
              </a:ext>
            </a:extLst>
          </p:cNvPr>
          <p:cNvSpPr/>
          <p:nvPr/>
        </p:nvSpPr>
        <p:spPr>
          <a:xfrm>
            <a:off x="8977749" y="5016102"/>
            <a:ext cx="2643178" cy="63915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Object60">
            <a:extLst>
              <a:ext uri="{FF2B5EF4-FFF2-40B4-BE49-F238E27FC236}">
                <a16:creationId xmlns:a16="http://schemas.microsoft.com/office/drawing/2014/main" id="{D8678A6F-A1FA-C148-A54D-544C41B8651D}"/>
              </a:ext>
            </a:extLst>
          </p:cNvPr>
          <p:cNvSpPr/>
          <p:nvPr/>
        </p:nvSpPr>
        <p:spPr>
          <a:xfrm>
            <a:off x="9175302" y="5227956"/>
            <a:ext cx="2248073" cy="215444"/>
          </a:xfrm>
          <a:prstGeom prst="rect">
            <a:avLst/>
          </a:prstGeom>
          <a:noFill/>
          <a:ln/>
        </p:spPr>
        <p:txBody>
          <a:bodyPr wrap="square" lIns="0" tIns="0" rIns="0" bIns="0" rtlCol="0" anchor="t">
            <a:spAutoFit/>
          </a:bodyPr>
          <a:lstStyle/>
          <a:p>
            <a:pPr algn="ctr" defTabSz="731520"/>
            <a:r>
              <a:rPr lang="zh-CN" alt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需针对流失原因刺激</a:t>
            </a:r>
            <a:endParaRPr lang="en-US" sz="1400" b="1"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Object29">
            <a:extLst>
              <a:ext uri="{FF2B5EF4-FFF2-40B4-BE49-F238E27FC236}">
                <a16:creationId xmlns:a16="http://schemas.microsoft.com/office/drawing/2014/main" id="{F1B2E977-3BB2-B745-9825-F7866671F5D0}"/>
              </a:ext>
            </a:extLst>
          </p:cNvPr>
          <p:cNvSpPr/>
          <p:nvPr/>
        </p:nvSpPr>
        <p:spPr>
          <a:xfrm flipH="1">
            <a:off x="9436322" y="5692380"/>
            <a:ext cx="1726033" cy="349456"/>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情感链接</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新内容和权益</a:t>
            </a:r>
          </a:p>
        </p:txBody>
      </p:sp>
      <p:grpSp>
        <p:nvGrpSpPr>
          <p:cNvPr id="2" name="组合 1">
            <a:extLst>
              <a:ext uri="{FF2B5EF4-FFF2-40B4-BE49-F238E27FC236}">
                <a16:creationId xmlns:a16="http://schemas.microsoft.com/office/drawing/2014/main" id="{FE90F21D-DDE6-EFB8-922C-6B3B74CE4535}"/>
              </a:ext>
            </a:extLst>
          </p:cNvPr>
          <p:cNvGrpSpPr/>
          <p:nvPr/>
        </p:nvGrpSpPr>
        <p:grpSpPr>
          <a:xfrm>
            <a:off x="4665932" y="4442984"/>
            <a:ext cx="144998" cy="349456"/>
            <a:chOff x="2265364" y="4592321"/>
            <a:chExt cx="384624" cy="926968"/>
          </a:xfrm>
          <a:gradFill>
            <a:gsLst>
              <a:gs pos="0">
                <a:schemeClr val="accent1"/>
              </a:gs>
              <a:gs pos="100000">
                <a:schemeClr val="accent1">
                  <a:alpha val="0"/>
                </a:schemeClr>
              </a:gs>
            </a:gsLst>
            <a:lin ang="5400000" scaled="1"/>
          </a:gradFill>
        </p:grpSpPr>
        <p:sp>
          <p:nvSpPr>
            <p:cNvPr id="7" name="椭圆 6">
              <a:extLst>
                <a:ext uri="{FF2B5EF4-FFF2-40B4-BE49-F238E27FC236}">
                  <a16:creationId xmlns:a16="http://schemas.microsoft.com/office/drawing/2014/main" id="{630AEF48-0D98-78C2-CCEC-3B1DC99CA34D}"/>
                </a:ext>
              </a:extLst>
            </p:cNvPr>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915CC6A1-067F-6C10-4A95-7AC21CA06A68}"/>
                </a:ext>
              </a:extLst>
            </p:cNvPr>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E2C375E4-0B54-96D2-A276-AE935DB0DB9A}"/>
                </a:ext>
              </a:extLst>
            </p:cNvPr>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2" name="组合 11">
            <a:extLst>
              <a:ext uri="{FF2B5EF4-FFF2-40B4-BE49-F238E27FC236}">
                <a16:creationId xmlns:a16="http://schemas.microsoft.com/office/drawing/2014/main" id="{62D706ED-1135-D1BE-7AC9-FCDCC44E6F5C}"/>
              </a:ext>
            </a:extLst>
          </p:cNvPr>
          <p:cNvGrpSpPr/>
          <p:nvPr/>
        </p:nvGrpSpPr>
        <p:grpSpPr>
          <a:xfrm>
            <a:off x="7446385" y="4442984"/>
            <a:ext cx="144998" cy="349456"/>
            <a:chOff x="2265364" y="4592321"/>
            <a:chExt cx="384624" cy="926968"/>
          </a:xfrm>
          <a:gradFill>
            <a:gsLst>
              <a:gs pos="0">
                <a:schemeClr val="accent1"/>
              </a:gs>
              <a:gs pos="100000">
                <a:schemeClr val="accent1">
                  <a:alpha val="0"/>
                </a:schemeClr>
              </a:gs>
            </a:gsLst>
            <a:lin ang="5400000" scaled="1"/>
          </a:gradFill>
        </p:grpSpPr>
        <p:sp>
          <p:nvSpPr>
            <p:cNvPr id="13" name="椭圆 12">
              <a:extLst>
                <a:ext uri="{FF2B5EF4-FFF2-40B4-BE49-F238E27FC236}">
                  <a16:creationId xmlns:a16="http://schemas.microsoft.com/office/drawing/2014/main" id="{3D4E57E3-05B1-467E-89CE-5FF3CD1BE557}"/>
                </a:ext>
              </a:extLst>
            </p:cNvPr>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椭圆 13">
              <a:extLst>
                <a:ext uri="{FF2B5EF4-FFF2-40B4-BE49-F238E27FC236}">
                  <a16:creationId xmlns:a16="http://schemas.microsoft.com/office/drawing/2014/main" id="{3094C415-2BD1-690B-A90F-DA3850894F91}"/>
                </a:ext>
              </a:extLst>
            </p:cNvPr>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98844A2F-A4CB-1A03-8A8D-194BC742FE66}"/>
                </a:ext>
              </a:extLst>
            </p:cNvPr>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16" name="组合 15">
            <a:extLst>
              <a:ext uri="{FF2B5EF4-FFF2-40B4-BE49-F238E27FC236}">
                <a16:creationId xmlns:a16="http://schemas.microsoft.com/office/drawing/2014/main" id="{DAD6161A-5CD7-C5C6-6CDD-0FAB90CBA4ED}"/>
              </a:ext>
            </a:extLst>
          </p:cNvPr>
          <p:cNvGrpSpPr/>
          <p:nvPr/>
        </p:nvGrpSpPr>
        <p:grpSpPr>
          <a:xfrm>
            <a:off x="10226838" y="4442984"/>
            <a:ext cx="144998" cy="349456"/>
            <a:chOff x="2265364" y="4592321"/>
            <a:chExt cx="384624" cy="926968"/>
          </a:xfrm>
          <a:gradFill>
            <a:gsLst>
              <a:gs pos="0">
                <a:schemeClr val="accent1"/>
              </a:gs>
              <a:gs pos="100000">
                <a:schemeClr val="accent1">
                  <a:alpha val="0"/>
                </a:schemeClr>
              </a:gs>
            </a:gsLst>
            <a:lin ang="5400000" scaled="1"/>
          </a:gradFill>
        </p:grpSpPr>
        <p:sp>
          <p:nvSpPr>
            <p:cNvPr id="17" name="椭圆 16">
              <a:extLst>
                <a:ext uri="{FF2B5EF4-FFF2-40B4-BE49-F238E27FC236}">
                  <a16:creationId xmlns:a16="http://schemas.microsoft.com/office/drawing/2014/main" id="{AEEB9D14-7F1B-379B-EB6E-8469D568CDD7}"/>
                </a:ext>
              </a:extLst>
            </p:cNvPr>
            <p:cNvSpPr/>
            <p:nvPr/>
          </p:nvSpPr>
          <p:spPr>
            <a:xfrm>
              <a:off x="2265364" y="4592321"/>
              <a:ext cx="384624" cy="3846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2C84ED7F-5CB4-35AB-20FC-E7122A08F090}"/>
                </a:ext>
              </a:extLst>
            </p:cNvPr>
            <p:cNvSpPr/>
            <p:nvPr/>
          </p:nvSpPr>
          <p:spPr>
            <a:xfrm>
              <a:off x="2336769" y="5039201"/>
              <a:ext cx="241814" cy="24181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780E6BCC-9BDD-9843-74A4-2A3F37A6CBC5}"/>
                </a:ext>
              </a:extLst>
            </p:cNvPr>
            <p:cNvSpPr/>
            <p:nvPr/>
          </p:nvSpPr>
          <p:spPr>
            <a:xfrm>
              <a:off x="2369667" y="5343270"/>
              <a:ext cx="176019" cy="1760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0" name="文本框 19">
            <a:extLst>
              <a:ext uri="{FF2B5EF4-FFF2-40B4-BE49-F238E27FC236}">
                <a16:creationId xmlns:a16="http://schemas.microsoft.com/office/drawing/2014/main" id="{595BBA4B-4438-CAB0-0976-0F6A5645BE9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21" name="矩形 20">
            <a:extLst>
              <a:ext uri="{FF2B5EF4-FFF2-40B4-BE49-F238E27FC236}">
                <a16:creationId xmlns:a16="http://schemas.microsoft.com/office/drawing/2014/main" id="{EEBA1786-057A-E0EC-06B3-A57EB47CB78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文本框 21">
            <a:extLst>
              <a:ext uri="{FF2B5EF4-FFF2-40B4-BE49-F238E27FC236}">
                <a16:creationId xmlns:a16="http://schemas.microsoft.com/office/drawing/2014/main" id="{FF80B2BF-8176-3CCC-13B9-14DB4398694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11656890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任意多边形: 形状 29">
            <a:extLst>
              <a:ext uri="{FF2B5EF4-FFF2-40B4-BE49-F238E27FC236}">
                <a16:creationId xmlns:a16="http://schemas.microsoft.com/office/drawing/2014/main" id="{11B21AFD-7A76-1721-55F8-6E8956157598}"/>
              </a:ext>
            </a:extLst>
          </p:cNvPr>
          <p:cNvSpPr/>
          <p:nvPr/>
        </p:nvSpPr>
        <p:spPr>
          <a:xfrm rot="5400000">
            <a:off x="2035933" y="1184275"/>
            <a:ext cx="3893570" cy="7965436"/>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任意多边形: 形状 2">
            <a:extLst>
              <a:ext uri="{FF2B5EF4-FFF2-40B4-BE49-F238E27FC236}">
                <a16:creationId xmlns:a16="http://schemas.microsoft.com/office/drawing/2014/main" id="{1DF9940E-44E1-ECC3-1820-2DF51F9197C7}"/>
              </a:ext>
            </a:extLst>
          </p:cNvPr>
          <p:cNvSpPr/>
          <p:nvPr/>
        </p:nvSpPr>
        <p:spPr>
          <a:xfrm rot="5400000">
            <a:off x="2035933" y="-918588"/>
            <a:ext cx="3893570" cy="7965436"/>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9" name="矩形">
            <a:extLst>
              <a:ext uri="{FF2B5EF4-FFF2-40B4-BE49-F238E27FC236}">
                <a16:creationId xmlns:a16="http://schemas.microsoft.com/office/drawing/2014/main" id="{6AF1A0A1-B837-48D5-9279-B41A9C65E775}"/>
              </a:ext>
            </a:extLst>
          </p:cNvPr>
          <p:cNvSpPr/>
          <p:nvPr/>
        </p:nvSpPr>
        <p:spPr>
          <a:xfrm flipV="1">
            <a:off x="3076756" y="4402215"/>
            <a:ext cx="1808479" cy="456016"/>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a:extLst>
              <a:ext uri="{FF2B5EF4-FFF2-40B4-BE49-F238E27FC236}">
                <a16:creationId xmlns:a16="http://schemas.microsoft.com/office/drawing/2014/main" id="{D6A67E89-3CBE-47E4-99E0-1110CE8E7781}"/>
              </a:ext>
            </a:extLst>
          </p:cNvPr>
          <p:cNvSpPr/>
          <p:nvPr/>
        </p:nvSpPr>
        <p:spPr>
          <a:xfrm>
            <a:off x="683354" y="2387201"/>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77E8ACF0-C65B-4679-8B69-C918D7C3656E}"/>
              </a:ext>
            </a:extLst>
          </p:cNvPr>
          <p:cNvSpPr/>
          <p:nvPr/>
        </p:nvSpPr>
        <p:spPr>
          <a:xfrm>
            <a:off x="683354" y="4471211"/>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a:extLst>
              <a:ext uri="{FF2B5EF4-FFF2-40B4-BE49-F238E27FC236}">
                <a16:creationId xmlns:a16="http://schemas.microsoft.com/office/drawing/2014/main" id="{CC70DBEE-24BC-45D2-A9B5-61EE45147B39}"/>
              </a:ext>
            </a:extLst>
          </p:cNvPr>
          <p:cNvSpPr txBox="1"/>
          <p:nvPr/>
        </p:nvSpPr>
        <p:spPr>
          <a:xfrm>
            <a:off x="1017382" y="2696488"/>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测试</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工程师</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a:extLst>
              <a:ext uri="{FF2B5EF4-FFF2-40B4-BE49-F238E27FC236}">
                <a16:creationId xmlns:a16="http://schemas.microsoft.com/office/drawing/2014/main" id="{ACD85CC0-445C-4E58-A023-2D1D084867CA}"/>
              </a:ext>
            </a:extLst>
          </p:cNvPr>
          <p:cNvSpPr/>
          <p:nvPr/>
        </p:nvSpPr>
        <p:spPr>
          <a:xfrm>
            <a:off x="2639023" y="2831898"/>
            <a:ext cx="2680029" cy="464462"/>
          </a:xfrm>
          <a:prstGeom prst="roundRect">
            <a:avLst/>
          </a:prstGeom>
          <a:solidFill>
            <a:schemeClr val="lt1"/>
          </a:solidFill>
          <a:ln w="12700">
            <a:solidFill>
              <a:schemeClr val="dk1"/>
            </a:solidFill>
            <a:prstDash val="sysDot"/>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明明覆盖场景不多，为何制作耗时？">
            <a:extLst>
              <a:ext uri="{FF2B5EF4-FFF2-40B4-BE49-F238E27FC236}">
                <a16:creationId xmlns:a16="http://schemas.microsoft.com/office/drawing/2014/main" id="{AFFF6488-4837-40F2-8D13-681C969FE7D2}"/>
              </a:ext>
            </a:extLst>
          </p:cNvPr>
          <p:cNvSpPr txBox="1"/>
          <p:nvPr/>
        </p:nvSpPr>
        <p:spPr>
          <a:xfrm>
            <a:off x="2985176" y="2946148"/>
            <a:ext cx="198772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开发测试脚本  制定测试计划</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a:extLst>
              <a:ext uri="{FF2B5EF4-FFF2-40B4-BE49-F238E27FC236}">
                <a16:creationId xmlns:a16="http://schemas.microsoft.com/office/drawing/2014/main" id="{5EB8ED5D-949E-4A75-A595-4314363CF07E}"/>
              </a:ext>
            </a:extLst>
          </p:cNvPr>
          <p:cNvSpPr/>
          <p:nvPr/>
        </p:nvSpPr>
        <p:spPr>
          <a:xfrm>
            <a:off x="3076756" y="3390565"/>
            <a:ext cx="1808479" cy="456016"/>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线条">
            <a:extLst>
              <a:ext uri="{FF2B5EF4-FFF2-40B4-BE49-F238E27FC236}">
                <a16:creationId xmlns:a16="http://schemas.microsoft.com/office/drawing/2014/main" id="{3F7AA1A1-B74C-4903-B0D7-02C7E39C2A6A}"/>
              </a:ext>
            </a:extLst>
          </p:cNvPr>
          <p:cNvSpPr/>
          <p:nvPr/>
        </p:nvSpPr>
        <p:spPr>
          <a:xfrm flipV="1">
            <a:off x="3080396" y="3352748"/>
            <a:ext cx="0" cy="47031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设计">
            <a:extLst>
              <a:ext uri="{FF2B5EF4-FFF2-40B4-BE49-F238E27FC236}">
                <a16:creationId xmlns:a16="http://schemas.microsoft.com/office/drawing/2014/main" id="{97C03295-3847-4282-81AC-8CA5B3A6FAF1}"/>
              </a:ext>
            </a:extLst>
          </p:cNvPr>
          <p:cNvSpPr txBox="1"/>
          <p:nvPr/>
        </p:nvSpPr>
        <p:spPr>
          <a:xfrm>
            <a:off x="3196291" y="3477073"/>
            <a:ext cx="66684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测试计划</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线条">
            <a:extLst>
              <a:ext uri="{FF2B5EF4-FFF2-40B4-BE49-F238E27FC236}">
                <a16:creationId xmlns:a16="http://schemas.microsoft.com/office/drawing/2014/main" id="{3A677E34-9CB9-4354-B495-14631FD0B1A7}"/>
              </a:ext>
            </a:extLst>
          </p:cNvPr>
          <p:cNvSpPr/>
          <p:nvPr/>
        </p:nvSpPr>
        <p:spPr>
          <a:xfrm flipH="1" flipV="1">
            <a:off x="3979036" y="3352748"/>
            <a:ext cx="2"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线条">
            <a:extLst>
              <a:ext uri="{FF2B5EF4-FFF2-40B4-BE49-F238E27FC236}">
                <a16:creationId xmlns:a16="http://schemas.microsoft.com/office/drawing/2014/main" id="{28DD57C6-0ACD-46B6-AA40-3F491852B88F}"/>
              </a:ext>
            </a:extLst>
          </p:cNvPr>
          <p:cNvSpPr/>
          <p:nvPr/>
        </p:nvSpPr>
        <p:spPr>
          <a:xfrm flipV="1">
            <a:off x="4877680" y="3352748"/>
            <a:ext cx="0"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切图">
            <a:extLst>
              <a:ext uri="{FF2B5EF4-FFF2-40B4-BE49-F238E27FC236}">
                <a16:creationId xmlns:a16="http://schemas.microsoft.com/office/drawing/2014/main" id="{5CFCF12F-A5C3-457F-81B3-A0D65EC5E7BD}"/>
              </a:ext>
            </a:extLst>
          </p:cNvPr>
          <p:cNvSpPr txBox="1"/>
          <p:nvPr/>
        </p:nvSpPr>
        <p:spPr>
          <a:xfrm>
            <a:off x="4094934" y="3477073"/>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测试编排</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圆形">
            <a:extLst>
              <a:ext uri="{FF2B5EF4-FFF2-40B4-BE49-F238E27FC236}">
                <a16:creationId xmlns:a16="http://schemas.microsoft.com/office/drawing/2014/main" id="{B66C4444-AE65-4CD7-8E05-944EF062D0A0}"/>
              </a:ext>
            </a:extLst>
          </p:cNvPr>
          <p:cNvSpPr/>
          <p:nvPr/>
        </p:nvSpPr>
        <p:spPr>
          <a:xfrm>
            <a:off x="5847959" y="2418396"/>
            <a:ext cx="1238251" cy="1238251"/>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设计思维">
            <a:extLst>
              <a:ext uri="{FF2B5EF4-FFF2-40B4-BE49-F238E27FC236}">
                <a16:creationId xmlns:a16="http://schemas.microsoft.com/office/drawing/2014/main" id="{BBF4959E-04F0-4DDE-BC11-69AB426E89A8}"/>
              </a:ext>
            </a:extLst>
          </p:cNvPr>
          <p:cNvSpPr txBox="1"/>
          <p:nvPr/>
        </p:nvSpPr>
        <p:spPr>
          <a:xfrm>
            <a:off x="6172132" y="2910501"/>
            <a:ext cx="589905"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4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测试端</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线条">
            <a:extLst>
              <a:ext uri="{FF2B5EF4-FFF2-40B4-BE49-F238E27FC236}">
                <a16:creationId xmlns:a16="http://schemas.microsoft.com/office/drawing/2014/main" id="{8F414976-1581-4C54-A3E7-3A1F30775BA6}"/>
              </a:ext>
            </a:extLst>
          </p:cNvPr>
          <p:cNvSpPr/>
          <p:nvPr/>
        </p:nvSpPr>
        <p:spPr>
          <a:xfrm>
            <a:off x="5325672" y="3064129"/>
            <a:ext cx="495087" cy="1"/>
          </a:xfrm>
          <a:prstGeom prst="line">
            <a:avLst/>
          </a:prstGeom>
          <a:ln w="12700">
            <a:solidFill>
              <a:schemeClr val="accent1"/>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连接线">
            <a:extLst>
              <a:ext uri="{FF2B5EF4-FFF2-40B4-BE49-F238E27FC236}">
                <a16:creationId xmlns:a16="http://schemas.microsoft.com/office/drawing/2014/main" id="{63D7D2EB-AA33-4B13-B88F-49FD30BD2089}"/>
              </a:ext>
            </a:extLst>
          </p:cNvPr>
          <p:cNvSpPr/>
          <p:nvPr/>
        </p:nvSpPr>
        <p:spPr>
          <a:xfrm>
            <a:off x="7091340" y="3037521"/>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tailEnd type="triangl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圆形">
            <a:extLst>
              <a:ext uri="{FF2B5EF4-FFF2-40B4-BE49-F238E27FC236}">
                <a16:creationId xmlns:a16="http://schemas.microsoft.com/office/drawing/2014/main" id="{CF60959D-2DF9-4F44-AB78-28BC083F936C}"/>
              </a:ext>
            </a:extLst>
          </p:cNvPr>
          <p:cNvSpPr/>
          <p:nvPr/>
        </p:nvSpPr>
        <p:spPr>
          <a:xfrm>
            <a:off x="7640819" y="3607054"/>
            <a:ext cx="971551" cy="971551"/>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版本更新">
            <a:extLst>
              <a:ext uri="{FF2B5EF4-FFF2-40B4-BE49-F238E27FC236}">
                <a16:creationId xmlns:a16="http://schemas.microsoft.com/office/drawing/2014/main" id="{391026D4-E082-4574-BFE6-C7A45669BFDB}"/>
              </a:ext>
            </a:extLst>
          </p:cNvPr>
          <p:cNvSpPr txBox="1"/>
          <p:nvPr/>
        </p:nvSpPr>
        <p:spPr>
          <a:xfrm>
            <a:off x="7716224" y="3882516"/>
            <a:ext cx="820738" cy="4206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APP</a:t>
            </a:r>
          </a:p>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测试服务器</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连接线">
            <a:extLst>
              <a:ext uri="{FF2B5EF4-FFF2-40B4-BE49-F238E27FC236}">
                <a16:creationId xmlns:a16="http://schemas.microsoft.com/office/drawing/2014/main" id="{94E81D4D-B6AB-470B-8C96-017FEC7B0B31}"/>
              </a:ext>
            </a:extLst>
          </p:cNvPr>
          <p:cNvSpPr/>
          <p:nvPr/>
        </p:nvSpPr>
        <p:spPr>
          <a:xfrm flipV="1">
            <a:off x="7091340" y="4578605"/>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圆形">
            <a:extLst>
              <a:ext uri="{FF2B5EF4-FFF2-40B4-BE49-F238E27FC236}">
                <a16:creationId xmlns:a16="http://schemas.microsoft.com/office/drawing/2014/main" id="{022CE70F-0714-4AEE-B52C-B15DCD8B0F28}"/>
              </a:ext>
            </a:extLst>
          </p:cNvPr>
          <p:cNvSpPr/>
          <p:nvPr/>
        </p:nvSpPr>
        <p:spPr>
          <a:xfrm>
            <a:off x="5847959" y="4502404"/>
            <a:ext cx="1238251" cy="1238251"/>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设计思维">
            <a:extLst>
              <a:ext uri="{FF2B5EF4-FFF2-40B4-BE49-F238E27FC236}">
                <a16:creationId xmlns:a16="http://schemas.microsoft.com/office/drawing/2014/main" id="{C08136AD-073B-4D49-9B44-80E6358CA0F1}"/>
              </a:ext>
            </a:extLst>
          </p:cNvPr>
          <p:cNvSpPr txBox="1"/>
          <p:nvPr/>
        </p:nvSpPr>
        <p:spPr>
          <a:xfrm>
            <a:off x="6172131" y="4988159"/>
            <a:ext cx="589906"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4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反馈端</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线条">
            <a:extLst>
              <a:ext uri="{FF2B5EF4-FFF2-40B4-BE49-F238E27FC236}">
                <a16:creationId xmlns:a16="http://schemas.microsoft.com/office/drawing/2014/main" id="{BB473458-2FC5-462E-BFE9-2A54A6FD6883}"/>
              </a:ext>
            </a:extLst>
          </p:cNvPr>
          <p:cNvSpPr/>
          <p:nvPr/>
        </p:nvSpPr>
        <p:spPr>
          <a:xfrm>
            <a:off x="1998800" y="3064129"/>
            <a:ext cx="633603" cy="1"/>
          </a:xfrm>
          <a:prstGeom prst="line">
            <a:avLst/>
          </a:prstGeom>
          <a:ln w="12700">
            <a:solidFill>
              <a:schemeClr val="accent1"/>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线条">
            <a:extLst>
              <a:ext uri="{FF2B5EF4-FFF2-40B4-BE49-F238E27FC236}">
                <a16:creationId xmlns:a16="http://schemas.microsoft.com/office/drawing/2014/main" id="{BE8FE584-EFF7-42FE-BB4A-065B3B13FC58}"/>
              </a:ext>
            </a:extLst>
          </p:cNvPr>
          <p:cNvSpPr/>
          <p:nvPr/>
        </p:nvSpPr>
        <p:spPr>
          <a:xfrm>
            <a:off x="1998800" y="5148138"/>
            <a:ext cx="633603" cy="1"/>
          </a:xfrm>
          <a:prstGeom prst="line">
            <a:avLst/>
          </a:prstGeom>
          <a:ln w="12700">
            <a:solidFill>
              <a:schemeClr val="accent1"/>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a:extLst>
              <a:ext uri="{FF2B5EF4-FFF2-40B4-BE49-F238E27FC236}">
                <a16:creationId xmlns:a16="http://schemas.microsoft.com/office/drawing/2014/main" id="{C5FC214D-64DA-4F58-8AA1-709BEB3111D1}"/>
              </a:ext>
            </a:extLst>
          </p:cNvPr>
          <p:cNvSpPr/>
          <p:nvPr/>
        </p:nvSpPr>
        <p:spPr>
          <a:xfrm>
            <a:off x="2639023" y="4915907"/>
            <a:ext cx="2680029" cy="464462"/>
          </a:xfrm>
          <a:prstGeom prst="roundRect">
            <a:avLst/>
          </a:prstGeom>
          <a:solidFill>
            <a:schemeClr val="lt1"/>
          </a:solidFill>
          <a:ln w="12700">
            <a:solidFill>
              <a:schemeClr val="dk1"/>
            </a:solidFill>
            <a:prstDash val="sysDot"/>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明明覆盖场景不多，为何制作耗时？">
            <a:extLst>
              <a:ext uri="{FF2B5EF4-FFF2-40B4-BE49-F238E27FC236}">
                <a16:creationId xmlns:a16="http://schemas.microsoft.com/office/drawing/2014/main" id="{4A2D3E3A-3913-4A39-BBE9-6785267DD019}"/>
              </a:ext>
            </a:extLst>
          </p:cNvPr>
          <p:cNvSpPr txBox="1"/>
          <p:nvPr/>
        </p:nvSpPr>
        <p:spPr>
          <a:xfrm>
            <a:off x="3216012" y="5030157"/>
            <a:ext cx="152605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报告测试  进度和结果</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线条">
            <a:extLst>
              <a:ext uri="{FF2B5EF4-FFF2-40B4-BE49-F238E27FC236}">
                <a16:creationId xmlns:a16="http://schemas.microsoft.com/office/drawing/2014/main" id="{C32B7B28-4DDE-404C-A066-DC53802C2A51}"/>
              </a:ext>
            </a:extLst>
          </p:cNvPr>
          <p:cNvSpPr/>
          <p:nvPr/>
        </p:nvSpPr>
        <p:spPr>
          <a:xfrm>
            <a:off x="5325672" y="5148138"/>
            <a:ext cx="495087" cy="1"/>
          </a:xfrm>
          <a:prstGeom prst="line">
            <a:avLst/>
          </a:prstGeom>
          <a:ln w="12700">
            <a:solidFill>
              <a:schemeClr val="accent1"/>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设计">
            <a:extLst>
              <a:ext uri="{FF2B5EF4-FFF2-40B4-BE49-F238E27FC236}">
                <a16:creationId xmlns:a16="http://schemas.microsoft.com/office/drawing/2014/main" id="{A81446E6-2A86-4081-ABCB-5B8E3AD04693}"/>
              </a:ext>
            </a:extLst>
          </p:cNvPr>
          <p:cNvSpPr txBox="1"/>
          <p:nvPr/>
        </p:nvSpPr>
        <p:spPr>
          <a:xfrm>
            <a:off x="3196290" y="453148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测试进度</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线条">
            <a:extLst>
              <a:ext uri="{FF2B5EF4-FFF2-40B4-BE49-F238E27FC236}">
                <a16:creationId xmlns:a16="http://schemas.microsoft.com/office/drawing/2014/main" id="{FB0B54EE-42D6-4739-8A83-023DEE2F22B8}"/>
              </a:ext>
            </a:extLst>
          </p:cNvPr>
          <p:cNvSpPr/>
          <p:nvPr/>
        </p:nvSpPr>
        <p:spPr>
          <a:xfrm>
            <a:off x="3080396" y="4425734"/>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线条">
            <a:extLst>
              <a:ext uri="{FF2B5EF4-FFF2-40B4-BE49-F238E27FC236}">
                <a16:creationId xmlns:a16="http://schemas.microsoft.com/office/drawing/2014/main" id="{4B2DD146-A0C3-4913-8AA7-1BBFAD06EB43}"/>
              </a:ext>
            </a:extLst>
          </p:cNvPr>
          <p:cNvSpPr/>
          <p:nvPr/>
        </p:nvSpPr>
        <p:spPr>
          <a:xfrm>
            <a:off x="3979038" y="4406366"/>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线条">
            <a:extLst>
              <a:ext uri="{FF2B5EF4-FFF2-40B4-BE49-F238E27FC236}">
                <a16:creationId xmlns:a16="http://schemas.microsoft.com/office/drawing/2014/main" id="{CA5A9E28-A411-491B-9D3D-642D9DD5278B}"/>
              </a:ext>
            </a:extLst>
          </p:cNvPr>
          <p:cNvSpPr/>
          <p:nvPr/>
        </p:nvSpPr>
        <p:spPr>
          <a:xfrm>
            <a:off x="4877679" y="4406366"/>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切图">
            <a:extLst>
              <a:ext uri="{FF2B5EF4-FFF2-40B4-BE49-F238E27FC236}">
                <a16:creationId xmlns:a16="http://schemas.microsoft.com/office/drawing/2014/main" id="{BB96BDBD-AA9A-497B-81D1-D23A6D6C513D}"/>
              </a:ext>
            </a:extLst>
          </p:cNvPr>
          <p:cNvSpPr txBox="1"/>
          <p:nvPr/>
        </p:nvSpPr>
        <p:spPr>
          <a:xfrm>
            <a:off x="4094934" y="453148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测试结果</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Object29">
            <a:extLst>
              <a:ext uri="{FF2B5EF4-FFF2-40B4-BE49-F238E27FC236}">
                <a16:creationId xmlns:a16="http://schemas.microsoft.com/office/drawing/2014/main" id="{BD6095D2-578F-4D52-ABD0-BF73FB240663}"/>
              </a:ext>
            </a:extLst>
          </p:cNvPr>
          <p:cNvSpPr txBox="1"/>
          <p:nvPr/>
        </p:nvSpPr>
        <p:spPr>
          <a:xfrm>
            <a:off x="1017382" y="5023517"/>
            <a:ext cx="685801" cy="27699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用户端</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0" name="线条">
            <a:extLst>
              <a:ext uri="{FF2B5EF4-FFF2-40B4-BE49-F238E27FC236}">
                <a16:creationId xmlns:a16="http://schemas.microsoft.com/office/drawing/2014/main" id="{6398FB9D-ED3A-4AE9-9537-EC3C9C2CFF9C}"/>
              </a:ext>
            </a:extLst>
          </p:cNvPr>
          <p:cNvSpPr/>
          <p:nvPr/>
        </p:nvSpPr>
        <p:spPr>
          <a:xfrm>
            <a:off x="8612366" y="4092831"/>
            <a:ext cx="1668283" cy="0"/>
          </a:xfrm>
          <a:prstGeom prst="line">
            <a:avLst/>
          </a:prstGeom>
          <a:ln w="254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圆形">
            <a:extLst>
              <a:ext uri="{FF2B5EF4-FFF2-40B4-BE49-F238E27FC236}">
                <a16:creationId xmlns:a16="http://schemas.microsoft.com/office/drawing/2014/main" id="{6613C55B-6BFA-433D-8315-C4206C524D9A}"/>
              </a:ext>
            </a:extLst>
          </p:cNvPr>
          <p:cNvSpPr/>
          <p:nvPr/>
        </p:nvSpPr>
        <p:spPr>
          <a:xfrm>
            <a:off x="10280649" y="3473705"/>
            <a:ext cx="1238251" cy="1238251"/>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设计思维">
            <a:extLst>
              <a:ext uri="{FF2B5EF4-FFF2-40B4-BE49-F238E27FC236}">
                <a16:creationId xmlns:a16="http://schemas.microsoft.com/office/drawing/2014/main" id="{52C7B84A-EA2B-462E-BE5E-DA867C781EE6}"/>
              </a:ext>
            </a:extLst>
          </p:cNvPr>
          <p:cNvSpPr txBox="1"/>
          <p:nvPr/>
        </p:nvSpPr>
        <p:spPr>
          <a:xfrm>
            <a:off x="10604821" y="3835399"/>
            <a:ext cx="589906" cy="5148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4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执行机</a:t>
            </a:r>
            <a:endParaRPr kumimoji="0" lang="en-US" altLang="zh-CN"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服务器</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8" name="线条">
            <a:extLst>
              <a:ext uri="{FF2B5EF4-FFF2-40B4-BE49-F238E27FC236}">
                <a16:creationId xmlns:a16="http://schemas.microsoft.com/office/drawing/2014/main" id="{0A2658B8-3298-4E28-943D-C17E45629316}"/>
              </a:ext>
            </a:extLst>
          </p:cNvPr>
          <p:cNvSpPr/>
          <p:nvPr/>
        </p:nvSpPr>
        <p:spPr>
          <a:xfrm flipV="1">
            <a:off x="8920251" y="4215800"/>
            <a:ext cx="0"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圆形">
            <a:extLst>
              <a:ext uri="{FF2B5EF4-FFF2-40B4-BE49-F238E27FC236}">
                <a16:creationId xmlns:a16="http://schemas.microsoft.com/office/drawing/2014/main" id="{DDD11356-BBC5-4265-8B76-BDD79F53E6BD}"/>
              </a:ext>
            </a:extLst>
          </p:cNvPr>
          <p:cNvSpPr/>
          <p:nvPr/>
        </p:nvSpPr>
        <p:spPr>
          <a:xfrm>
            <a:off x="8871203" y="4710609"/>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线条">
            <a:extLst>
              <a:ext uri="{FF2B5EF4-FFF2-40B4-BE49-F238E27FC236}">
                <a16:creationId xmlns:a16="http://schemas.microsoft.com/office/drawing/2014/main" id="{0090BAAB-B136-48F1-9FBE-6476BD942CE4}"/>
              </a:ext>
            </a:extLst>
          </p:cNvPr>
          <p:cNvSpPr/>
          <p:nvPr/>
        </p:nvSpPr>
        <p:spPr>
          <a:xfrm flipV="1">
            <a:off x="9972764" y="4215800"/>
            <a:ext cx="0" cy="489682"/>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圆形">
            <a:extLst>
              <a:ext uri="{FF2B5EF4-FFF2-40B4-BE49-F238E27FC236}">
                <a16:creationId xmlns:a16="http://schemas.microsoft.com/office/drawing/2014/main" id="{C2AEBDD6-BB2F-481D-BC1E-BC9DC15C9BCF}"/>
              </a:ext>
            </a:extLst>
          </p:cNvPr>
          <p:cNvSpPr/>
          <p:nvPr/>
        </p:nvSpPr>
        <p:spPr>
          <a:xfrm>
            <a:off x="9923716" y="4710609"/>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a:extLst>
              <a:ext uri="{FF2B5EF4-FFF2-40B4-BE49-F238E27FC236}">
                <a16:creationId xmlns:a16="http://schemas.microsoft.com/office/drawing/2014/main" id="{74806F7A-9815-4BEE-AEF8-7389AD22E10A}"/>
              </a:ext>
            </a:extLst>
          </p:cNvPr>
          <p:cNvSpPr/>
          <p:nvPr/>
        </p:nvSpPr>
        <p:spPr>
          <a:xfrm>
            <a:off x="8872488" y="4249466"/>
            <a:ext cx="1125720" cy="45601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切图">
            <a:extLst>
              <a:ext uri="{FF2B5EF4-FFF2-40B4-BE49-F238E27FC236}">
                <a16:creationId xmlns:a16="http://schemas.microsoft.com/office/drawing/2014/main" id="{3B64F8BD-4607-4C8D-ADD8-46622C5CB588}"/>
              </a:ext>
            </a:extLst>
          </p:cNvPr>
          <p:cNvSpPr txBox="1"/>
          <p:nvPr/>
        </p:nvSpPr>
        <p:spPr>
          <a:xfrm>
            <a:off x="8956374" y="4321241"/>
            <a:ext cx="96026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收集执行结果</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a:extLst>
              <a:ext uri="{FF2B5EF4-FFF2-40B4-BE49-F238E27FC236}">
                <a16:creationId xmlns:a16="http://schemas.microsoft.com/office/drawing/2014/main" id="{DB53B960-BBCA-4DFA-AE37-C0DCF0BBC969}"/>
              </a:ext>
            </a:extLst>
          </p:cNvPr>
          <p:cNvSpPr/>
          <p:nvPr/>
        </p:nvSpPr>
        <p:spPr>
          <a:xfrm flipV="1">
            <a:off x="8872488" y="3532544"/>
            <a:ext cx="1125720" cy="45601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线条">
            <a:extLst>
              <a:ext uri="{FF2B5EF4-FFF2-40B4-BE49-F238E27FC236}">
                <a16:creationId xmlns:a16="http://schemas.microsoft.com/office/drawing/2014/main" id="{C6610BC1-7F42-4638-9299-ABEE311ED8D7}"/>
              </a:ext>
            </a:extLst>
          </p:cNvPr>
          <p:cNvSpPr/>
          <p:nvPr/>
        </p:nvSpPr>
        <p:spPr>
          <a:xfrm>
            <a:off x="8920251" y="3532544"/>
            <a:ext cx="0" cy="489682"/>
          </a:xfrm>
          <a:prstGeom prst="lin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圆形">
            <a:extLst>
              <a:ext uri="{FF2B5EF4-FFF2-40B4-BE49-F238E27FC236}">
                <a16:creationId xmlns:a16="http://schemas.microsoft.com/office/drawing/2014/main" id="{ABECE0EB-9B45-4E4E-A509-4FB0A61147B1}"/>
              </a:ext>
            </a:extLst>
          </p:cNvPr>
          <p:cNvSpPr/>
          <p:nvPr/>
        </p:nvSpPr>
        <p:spPr>
          <a:xfrm flipV="1">
            <a:off x="8871203" y="3429322"/>
            <a:ext cx="98095" cy="9809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a:extLst>
              <a:ext uri="{FF2B5EF4-FFF2-40B4-BE49-F238E27FC236}">
                <a16:creationId xmlns:a16="http://schemas.microsoft.com/office/drawing/2014/main" id="{FA28E43B-C650-4857-B981-EAE6635EEEBD}"/>
              </a:ext>
            </a:extLst>
          </p:cNvPr>
          <p:cNvSpPr/>
          <p:nvPr/>
        </p:nvSpPr>
        <p:spPr>
          <a:xfrm>
            <a:off x="9972764" y="3532544"/>
            <a:ext cx="0" cy="489682"/>
          </a:xfrm>
          <a:prstGeom prst="lin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圆形">
            <a:extLst>
              <a:ext uri="{FF2B5EF4-FFF2-40B4-BE49-F238E27FC236}">
                <a16:creationId xmlns:a16="http://schemas.microsoft.com/office/drawing/2014/main" id="{2EEBD3A4-216A-4011-B76C-2FD7E1FB4A89}"/>
              </a:ext>
            </a:extLst>
          </p:cNvPr>
          <p:cNvSpPr/>
          <p:nvPr/>
        </p:nvSpPr>
        <p:spPr>
          <a:xfrm flipV="1">
            <a:off x="9923716" y="3429322"/>
            <a:ext cx="98095" cy="98095"/>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切图">
            <a:extLst>
              <a:ext uri="{FF2B5EF4-FFF2-40B4-BE49-F238E27FC236}">
                <a16:creationId xmlns:a16="http://schemas.microsoft.com/office/drawing/2014/main" id="{D4A71432-BD12-42F6-8C1A-3F9E81B624AF}"/>
              </a:ext>
            </a:extLst>
          </p:cNvPr>
          <p:cNvSpPr txBox="1"/>
          <p:nvPr/>
        </p:nvSpPr>
        <p:spPr>
          <a:xfrm>
            <a:off x="8956374" y="3642571"/>
            <a:ext cx="96026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发送控制命令</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线条">
            <a:extLst>
              <a:ext uri="{FF2B5EF4-FFF2-40B4-BE49-F238E27FC236}">
                <a16:creationId xmlns:a16="http://schemas.microsoft.com/office/drawing/2014/main" id="{84E05C6C-7673-482C-9228-07964C3A9C8B}"/>
              </a:ext>
            </a:extLst>
          </p:cNvPr>
          <p:cNvSpPr/>
          <p:nvPr/>
        </p:nvSpPr>
        <p:spPr>
          <a:xfrm flipV="1">
            <a:off x="10899774" y="2715540"/>
            <a:ext cx="0" cy="742944"/>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a:extLst>
              <a:ext uri="{FF2B5EF4-FFF2-40B4-BE49-F238E27FC236}">
                <a16:creationId xmlns:a16="http://schemas.microsoft.com/office/drawing/2014/main" id="{7F49DAE6-70B3-4C49-9895-624BE9816BB9}"/>
              </a:ext>
            </a:extLst>
          </p:cNvPr>
          <p:cNvSpPr/>
          <p:nvPr/>
        </p:nvSpPr>
        <p:spPr>
          <a:xfrm>
            <a:off x="10280649" y="2269318"/>
            <a:ext cx="1238251" cy="43861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素材包切图固定，不会变化">
            <a:extLst>
              <a:ext uri="{FF2B5EF4-FFF2-40B4-BE49-F238E27FC236}">
                <a16:creationId xmlns:a16="http://schemas.microsoft.com/office/drawing/2014/main" id="{B1DF8B4A-98AA-46AC-BBE0-94494B5F870C}"/>
              </a:ext>
            </a:extLst>
          </p:cNvPr>
          <p:cNvSpPr txBox="1"/>
          <p:nvPr/>
        </p:nvSpPr>
        <p:spPr>
          <a:xfrm>
            <a:off x="10566349" y="2370643"/>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测试终端</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7AE69541-ABB3-BF29-93CE-36D9DCD9534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5" name="矩形 4">
            <a:extLst>
              <a:ext uri="{FF2B5EF4-FFF2-40B4-BE49-F238E27FC236}">
                <a16:creationId xmlns:a16="http://schemas.microsoft.com/office/drawing/2014/main" id="{7B813BDA-8156-69A6-9E4B-1B94DC7FED8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012C0163-08AB-528D-0D86-A2D5BCEC3DD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2292208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矩形">
            <a:extLst>
              <a:ext uri="{FF2B5EF4-FFF2-40B4-BE49-F238E27FC236}">
                <a16:creationId xmlns:a16="http://schemas.microsoft.com/office/drawing/2014/main" id="{EFA7AE23-1C83-4D35-A445-391612935E6D}"/>
              </a:ext>
            </a:extLst>
          </p:cNvPr>
          <p:cNvSpPr/>
          <p:nvPr/>
        </p:nvSpPr>
        <p:spPr>
          <a:xfrm rot="5400000">
            <a:off x="77514" y="2803229"/>
            <a:ext cx="3072456" cy="1893987"/>
          </a:xfrm>
          <a:prstGeom prst="roundRect">
            <a:avLst>
              <a:gd name="adj" fmla="val 4094"/>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2" name="矩形">
            <a:extLst>
              <a:ext uri="{FF2B5EF4-FFF2-40B4-BE49-F238E27FC236}">
                <a16:creationId xmlns:a16="http://schemas.microsoft.com/office/drawing/2014/main" id="{B99E603A-AD4A-4C36-8C17-0E906067B43D}"/>
              </a:ext>
            </a:extLst>
          </p:cNvPr>
          <p:cNvSpPr/>
          <p:nvPr/>
        </p:nvSpPr>
        <p:spPr>
          <a:xfrm rot="5400000">
            <a:off x="5679922" y="2803229"/>
            <a:ext cx="3072456" cy="1893987"/>
          </a:xfrm>
          <a:prstGeom prst="roundRect">
            <a:avLst>
              <a:gd name="adj" fmla="val 4224"/>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1" name="矩形">
            <a:extLst>
              <a:ext uri="{FF2B5EF4-FFF2-40B4-BE49-F238E27FC236}">
                <a16:creationId xmlns:a16="http://schemas.microsoft.com/office/drawing/2014/main" id="{AB1FA4D6-827F-4211-805C-9CC939477DD1}"/>
              </a:ext>
            </a:extLst>
          </p:cNvPr>
          <p:cNvSpPr/>
          <p:nvPr/>
        </p:nvSpPr>
        <p:spPr>
          <a:xfrm rot="5400000">
            <a:off x="2863662" y="2822598"/>
            <a:ext cx="3072456" cy="1893987"/>
          </a:xfrm>
          <a:prstGeom prst="roundRect">
            <a:avLst>
              <a:gd name="adj" fmla="val 472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a:extLst>
              <a:ext uri="{FF2B5EF4-FFF2-40B4-BE49-F238E27FC236}">
                <a16:creationId xmlns:a16="http://schemas.microsoft.com/office/drawing/2014/main" id="{AA37BCA4-A37A-486A-9828-33A3FF7ED1CC}"/>
              </a:ext>
            </a:extLst>
          </p:cNvPr>
          <p:cNvSpPr/>
          <p:nvPr/>
        </p:nvSpPr>
        <p:spPr>
          <a:xfrm>
            <a:off x="912835" y="2041599"/>
            <a:ext cx="14033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制作主题包">
            <a:extLst>
              <a:ext uri="{FF2B5EF4-FFF2-40B4-BE49-F238E27FC236}">
                <a16:creationId xmlns:a16="http://schemas.microsoft.com/office/drawing/2014/main" id="{08213F83-BC24-4B73-A35D-5191CD1D6400}"/>
              </a:ext>
            </a:extLst>
          </p:cNvPr>
          <p:cNvSpPr txBox="1"/>
          <p:nvPr/>
        </p:nvSpPr>
        <p:spPr>
          <a:xfrm>
            <a:off x="1204115" y="2112868"/>
            <a:ext cx="82073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上游供应链</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线条">
            <a:extLst>
              <a:ext uri="{FF2B5EF4-FFF2-40B4-BE49-F238E27FC236}">
                <a16:creationId xmlns:a16="http://schemas.microsoft.com/office/drawing/2014/main" id="{AF3BC4AC-0716-4940-995E-159CEE4BC35C}"/>
              </a:ext>
            </a:extLst>
          </p:cNvPr>
          <p:cNvSpPr/>
          <p:nvPr/>
        </p:nvSpPr>
        <p:spPr>
          <a:xfrm>
            <a:off x="2562225" y="3764887"/>
            <a:ext cx="90530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设计">
            <a:extLst>
              <a:ext uri="{FF2B5EF4-FFF2-40B4-BE49-F238E27FC236}">
                <a16:creationId xmlns:a16="http://schemas.microsoft.com/office/drawing/2014/main" id="{5188310E-67B9-4D0A-89C9-DF7980829280}"/>
              </a:ext>
            </a:extLst>
          </p:cNvPr>
          <p:cNvSpPr txBox="1"/>
          <p:nvPr/>
        </p:nvSpPr>
        <p:spPr>
          <a:xfrm>
            <a:off x="2681451" y="3465405"/>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货源供应</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矩形">
            <a:extLst>
              <a:ext uri="{FF2B5EF4-FFF2-40B4-BE49-F238E27FC236}">
                <a16:creationId xmlns:a16="http://schemas.microsoft.com/office/drawing/2014/main" id="{E97E293E-D51A-4C82-A460-5412A475498E}"/>
              </a:ext>
            </a:extLst>
          </p:cNvPr>
          <p:cNvSpPr/>
          <p:nvPr/>
        </p:nvSpPr>
        <p:spPr>
          <a:xfrm>
            <a:off x="3713612" y="2041599"/>
            <a:ext cx="14033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制作主题包">
            <a:extLst>
              <a:ext uri="{FF2B5EF4-FFF2-40B4-BE49-F238E27FC236}">
                <a16:creationId xmlns:a16="http://schemas.microsoft.com/office/drawing/2014/main" id="{AAF7F3A4-260B-4ECD-A7C0-6DBC4D01AA40}"/>
              </a:ext>
            </a:extLst>
          </p:cNvPr>
          <p:cNvSpPr txBox="1"/>
          <p:nvPr/>
        </p:nvSpPr>
        <p:spPr>
          <a:xfrm>
            <a:off x="3927953" y="2112868"/>
            <a:ext cx="97462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主流电商平台</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线条">
            <a:extLst>
              <a:ext uri="{FF2B5EF4-FFF2-40B4-BE49-F238E27FC236}">
                <a16:creationId xmlns:a16="http://schemas.microsoft.com/office/drawing/2014/main" id="{5DA46609-6DA2-4F11-8F5A-EEFBADF8BC0C}"/>
              </a:ext>
            </a:extLst>
          </p:cNvPr>
          <p:cNvSpPr/>
          <p:nvPr/>
        </p:nvSpPr>
        <p:spPr>
          <a:xfrm>
            <a:off x="5363002" y="3764887"/>
            <a:ext cx="90530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设计">
            <a:extLst>
              <a:ext uri="{FF2B5EF4-FFF2-40B4-BE49-F238E27FC236}">
                <a16:creationId xmlns:a16="http://schemas.microsoft.com/office/drawing/2014/main" id="{4841E952-9006-4707-9FD0-89DD7EBB24D0}"/>
              </a:ext>
            </a:extLst>
          </p:cNvPr>
          <p:cNvSpPr txBox="1"/>
          <p:nvPr/>
        </p:nvSpPr>
        <p:spPr>
          <a:xfrm>
            <a:off x="5482228" y="3465405"/>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下单渠道</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矩形">
            <a:extLst>
              <a:ext uri="{FF2B5EF4-FFF2-40B4-BE49-F238E27FC236}">
                <a16:creationId xmlns:a16="http://schemas.microsoft.com/office/drawing/2014/main" id="{39470F47-88F8-4678-AC2A-3AD4B9FE094F}"/>
              </a:ext>
            </a:extLst>
          </p:cNvPr>
          <p:cNvSpPr/>
          <p:nvPr/>
        </p:nvSpPr>
        <p:spPr>
          <a:xfrm>
            <a:off x="6510300" y="2041599"/>
            <a:ext cx="14033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制作主题包">
            <a:extLst>
              <a:ext uri="{FF2B5EF4-FFF2-40B4-BE49-F238E27FC236}">
                <a16:creationId xmlns:a16="http://schemas.microsoft.com/office/drawing/2014/main" id="{FD1A9134-0823-4D31-B03A-7FB77CB7C377}"/>
              </a:ext>
            </a:extLst>
          </p:cNvPr>
          <p:cNvSpPr txBox="1"/>
          <p:nvPr/>
        </p:nvSpPr>
        <p:spPr>
          <a:xfrm>
            <a:off x="6878528" y="211286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直播平台</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a:extLst>
              <a:ext uri="{FF2B5EF4-FFF2-40B4-BE49-F238E27FC236}">
                <a16:creationId xmlns:a16="http://schemas.microsoft.com/office/drawing/2014/main" id="{00BF8741-F4E9-40F9-8378-A7AB5C5E8221}"/>
              </a:ext>
            </a:extLst>
          </p:cNvPr>
          <p:cNvSpPr/>
          <p:nvPr/>
        </p:nvSpPr>
        <p:spPr>
          <a:xfrm>
            <a:off x="912835" y="2786029"/>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提升主题的美化质量">
            <a:extLst>
              <a:ext uri="{FF2B5EF4-FFF2-40B4-BE49-F238E27FC236}">
                <a16:creationId xmlns:a16="http://schemas.microsoft.com/office/drawing/2014/main" id="{C32D9E2D-4AA5-4EA4-A2C2-83B3424C79C1}"/>
              </a:ext>
            </a:extLst>
          </p:cNvPr>
          <p:cNvSpPr txBox="1"/>
          <p:nvPr/>
        </p:nvSpPr>
        <p:spPr>
          <a:xfrm>
            <a:off x="1629260" y="2872687"/>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品牌方</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a:extLst>
              <a:ext uri="{FF2B5EF4-FFF2-40B4-BE49-F238E27FC236}">
                <a16:creationId xmlns:a16="http://schemas.microsoft.com/office/drawing/2014/main" id="{55268EB7-92FB-4121-853B-F3EA0448C309}"/>
              </a:ext>
            </a:extLst>
          </p:cNvPr>
          <p:cNvSpPr/>
          <p:nvPr/>
        </p:nvSpPr>
        <p:spPr>
          <a:xfrm>
            <a:off x="914793" y="278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02">
            <a:extLst>
              <a:ext uri="{FF2B5EF4-FFF2-40B4-BE49-F238E27FC236}">
                <a16:creationId xmlns:a16="http://schemas.microsoft.com/office/drawing/2014/main" id="{A3C36181-1CEB-43A1-B30C-310305D69011}"/>
              </a:ext>
            </a:extLst>
          </p:cNvPr>
          <p:cNvSpPr txBox="1"/>
          <p:nvPr/>
        </p:nvSpPr>
        <p:spPr>
          <a:xfrm>
            <a:off x="998029" y="2826521"/>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矩形">
            <a:extLst>
              <a:ext uri="{FF2B5EF4-FFF2-40B4-BE49-F238E27FC236}">
                <a16:creationId xmlns:a16="http://schemas.microsoft.com/office/drawing/2014/main" id="{68A4412A-A143-4429-ADDD-15B0D88B7E37}"/>
              </a:ext>
            </a:extLst>
          </p:cNvPr>
          <p:cNvSpPr/>
          <p:nvPr/>
        </p:nvSpPr>
        <p:spPr>
          <a:xfrm>
            <a:off x="3713612" y="2786029"/>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提升主题的美化质量">
            <a:extLst>
              <a:ext uri="{FF2B5EF4-FFF2-40B4-BE49-F238E27FC236}">
                <a16:creationId xmlns:a16="http://schemas.microsoft.com/office/drawing/2014/main" id="{E5F45C1C-C74C-4F77-B631-92BBB59A90BA}"/>
              </a:ext>
            </a:extLst>
          </p:cNvPr>
          <p:cNvSpPr txBox="1"/>
          <p:nvPr/>
        </p:nvSpPr>
        <p:spPr>
          <a:xfrm>
            <a:off x="4491657" y="2872687"/>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淘宝</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矩形">
            <a:extLst>
              <a:ext uri="{FF2B5EF4-FFF2-40B4-BE49-F238E27FC236}">
                <a16:creationId xmlns:a16="http://schemas.microsoft.com/office/drawing/2014/main" id="{7F29B5FF-BCF5-48B6-BE06-DD1CA1C72FBA}"/>
              </a:ext>
            </a:extLst>
          </p:cNvPr>
          <p:cNvSpPr/>
          <p:nvPr/>
        </p:nvSpPr>
        <p:spPr>
          <a:xfrm>
            <a:off x="3715570" y="278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02">
            <a:extLst>
              <a:ext uri="{FF2B5EF4-FFF2-40B4-BE49-F238E27FC236}">
                <a16:creationId xmlns:a16="http://schemas.microsoft.com/office/drawing/2014/main" id="{22D3425E-7C59-403F-8ADB-2F66CE6A85AD}"/>
              </a:ext>
            </a:extLst>
          </p:cNvPr>
          <p:cNvSpPr txBox="1"/>
          <p:nvPr/>
        </p:nvSpPr>
        <p:spPr>
          <a:xfrm>
            <a:off x="3798806" y="2826521"/>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矩形">
            <a:extLst>
              <a:ext uri="{FF2B5EF4-FFF2-40B4-BE49-F238E27FC236}">
                <a16:creationId xmlns:a16="http://schemas.microsoft.com/office/drawing/2014/main" id="{9DE37690-AA17-44EB-98EC-9B98B14586A0}"/>
              </a:ext>
            </a:extLst>
          </p:cNvPr>
          <p:cNvSpPr/>
          <p:nvPr/>
        </p:nvSpPr>
        <p:spPr>
          <a:xfrm>
            <a:off x="6510300" y="2786029"/>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提升主题的美化质量">
            <a:extLst>
              <a:ext uri="{FF2B5EF4-FFF2-40B4-BE49-F238E27FC236}">
                <a16:creationId xmlns:a16="http://schemas.microsoft.com/office/drawing/2014/main" id="{B2C546D7-3054-4000-8F3C-2B29FAD42523}"/>
              </a:ext>
            </a:extLst>
          </p:cNvPr>
          <p:cNvSpPr txBox="1"/>
          <p:nvPr/>
        </p:nvSpPr>
        <p:spPr>
          <a:xfrm>
            <a:off x="7288345" y="2872687"/>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抖音</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矩形">
            <a:extLst>
              <a:ext uri="{FF2B5EF4-FFF2-40B4-BE49-F238E27FC236}">
                <a16:creationId xmlns:a16="http://schemas.microsoft.com/office/drawing/2014/main" id="{8273AE44-FE74-451A-8DF6-1DC10C36452F}"/>
              </a:ext>
            </a:extLst>
          </p:cNvPr>
          <p:cNvSpPr/>
          <p:nvPr/>
        </p:nvSpPr>
        <p:spPr>
          <a:xfrm>
            <a:off x="6512258" y="278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02">
            <a:extLst>
              <a:ext uri="{FF2B5EF4-FFF2-40B4-BE49-F238E27FC236}">
                <a16:creationId xmlns:a16="http://schemas.microsoft.com/office/drawing/2014/main" id="{46029DF2-825F-4345-8046-2DB14E9264AC}"/>
              </a:ext>
            </a:extLst>
          </p:cNvPr>
          <p:cNvSpPr txBox="1"/>
          <p:nvPr/>
        </p:nvSpPr>
        <p:spPr>
          <a:xfrm>
            <a:off x="6595494" y="2826521"/>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a:extLst>
              <a:ext uri="{FF2B5EF4-FFF2-40B4-BE49-F238E27FC236}">
                <a16:creationId xmlns:a16="http://schemas.microsoft.com/office/drawing/2014/main" id="{A76E96DA-97DE-4F93-ADD7-54E78A503604}"/>
              </a:ext>
            </a:extLst>
          </p:cNvPr>
          <p:cNvSpPr/>
          <p:nvPr/>
        </p:nvSpPr>
        <p:spPr>
          <a:xfrm>
            <a:off x="912835" y="3410472"/>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提升主题的可用性">
            <a:extLst>
              <a:ext uri="{FF2B5EF4-FFF2-40B4-BE49-F238E27FC236}">
                <a16:creationId xmlns:a16="http://schemas.microsoft.com/office/drawing/2014/main" id="{EBFD6C23-9662-48FB-A5D6-0A8BFD6686DB}"/>
              </a:ext>
            </a:extLst>
          </p:cNvPr>
          <p:cNvSpPr txBox="1"/>
          <p:nvPr/>
        </p:nvSpPr>
        <p:spPr>
          <a:xfrm>
            <a:off x="1629260" y="3497130"/>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批发商</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a:extLst>
              <a:ext uri="{FF2B5EF4-FFF2-40B4-BE49-F238E27FC236}">
                <a16:creationId xmlns:a16="http://schemas.microsoft.com/office/drawing/2014/main" id="{944D26C2-E8E2-4569-9943-250342003399}"/>
              </a:ext>
            </a:extLst>
          </p:cNvPr>
          <p:cNvSpPr/>
          <p:nvPr/>
        </p:nvSpPr>
        <p:spPr>
          <a:xfrm>
            <a:off x="914793" y="34104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03">
            <a:extLst>
              <a:ext uri="{FF2B5EF4-FFF2-40B4-BE49-F238E27FC236}">
                <a16:creationId xmlns:a16="http://schemas.microsoft.com/office/drawing/2014/main" id="{57256B9E-A1E4-4A6E-92C1-C49FD9D9EAC4}"/>
              </a:ext>
            </a:extLst>
          </p:cNvPr>
          <p:cNvSpPr txBox="1"/>
          <p:nvPr/>
        </p:nvSpPr>
        <p:spPr>
          <a:xfrm>
            <a:off x="998029" y="3450964"/>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矩形">
            <a:extLst>
              <a:ext uri="{FF2B5EF4-FFF2-40B4-BE49-F238E27FC236}">
                <a16:creationId xmlns:a16="http://schemas.microsoft.com/office/drawing/2014/main" id="{FE47519F-511F-4BA7-96C5-378302F100F8}"/>
              </a:ext>
            </a:extLst>
          </p:cNvPr>
          <p:cNvSpPr/>
          <p:nvPr/>
        </p:nvSpPr>
        <p:spPr>
          <a:xfrm>
            <a:off x="3713612" y="3410472"/>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提升主题的可用性">
            <a:extLst>
              <a:ext uri="{FF2B5EF4-FFF2-40B4-BE49-F238E27FC236}">
                <a16:creationId xmlns:a16="http://schemas.microsoft.com/office/drawing/2014/main" id="{8F1A4D86-CE02-4ED5-AA00-1C5D6F3C20F9}"/>
              </a:ext>
            </a:extLst>
          </p:cNvPr>
          <p:cNvSpPr txBox="1"/>
          <p:nvPr/>
        </p:nvSpPr>
        <p:spPr>
          <a:xfrm>
            <a:off x="4479731" y="3497130"/>
            <a:ext cx="321627"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京 东</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矩形">
            <a:extLst>
              <a:ext uri="{FF2B5EF4-FFF2-40B4-BE49-F238E27FC236}">
                <a16:creationId xmlns:a16="http://schemas.microsoft.com/office/drawing/2014/main" id="{4E061A63-6CFB-4875-9470-B38EBC027DEB}"/>
              </a:ext>
            </a:extLst>
          </p:cNvPr>
          <p:cNvSpPr/>
          <p:nvPr/>
        </p:nvSpPr>
        <p:spPr>
          <a:xfrm>
            <a:off x="3715570" y="34104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03">
            <a:extLst>
              <a:ext uri="{FF2B5EF4-FFF2-40B4-BE49-F238E27FC236}">
                <a16:creationId xmlns:a16="http://schemas.microsoft.com/office/drawing/2014/main" id="{6EC401C0-53DE-4C9E-9315-451B2C223328}"/>
              </a:ext>
            </a:extLst>
          </p:cNvPr>
          <p:cNvSpPr txBox="1"/>
          <p:nvPr/>
        </p:nvSpPr>
        <p:spPr>
          <a:xfrm>
            <a:off x="3798806" y="3450964"/>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矩形">
            <a:extLst>
              <a:ext uri="{FF2B5EF4-FFF2-40B4-BE49-F238E27FC236}">
                <a16:creationId xmlns:a16="http://schemas.microsoft.com/office/drawing/2014/main" id="{B68B8CB4-7B33-4EA9-959E-CBF059053EA9}"/>
              </a:ext>
            </a:extLst>
          </p:cNvPr>
          <p:cNvSpPr/>
          <p:nvPr/>
        </p:nvSpPr>
        <p:spPr>
          <a:xfrm>
            <a:off x="6510300" y="3410472"/>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提升主题的可用性">
            <a:extLst>
              <a:ext uri="{FF2B5EF4-FFF2-40B4-BE49-F238E27FC236}">
                <a16:creationId xmlns:a16="http://schemas.microsoft.com/office/drawing/2014/main" id="{A87E27FD-D31B-4CC1-97B9-7B2F75A8CDA0}"/>
              </a:ext>
            </a:extLst>
          </p:cNvPr>
          <p:cNvSpPr txBox="1"/>
          <p:nvPr/>
        </p:nvSpPr>
        <p:spPr>
          <a:xfrm>
            <a:off x="7288345" y="3497130"/>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快手</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矩形">
            <a:extLst>
              <a:ext uri="{FF2B5EF4-FFF2-40B4-BE49-F238E27FC236}">
                <a16:creationId xmlns:a16="http://schemas.microsoft.com/office/drawing/2014/main" id="{0A456C4B-69DA-4BAD-859E-ADF478495BCB}"/>
              </a:ext>
            </a:extLst>
          </p:cNvPr>
          <p:cNvSpPr/>
          <p:nvPr/>
        </p:nvSpPr>
        <p:spPr>
          <a:xfrm>
            <a:off x="6512258" y="34104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03">
            <a:extLst>
              <a:ext uri="{FF2B5EF4-FFF2-40B4-BE49-F238E27FC236}">
                <a16:creationId xmlns:a16="http://schemas.microsoft.com/office/drawing/2014/main" id="{97604683-C289-454F-9ECF-D7343C7ACE52}"/>
              </a:ext>
            </a:extLst>
          </p:cNvPr>
          <p:cNvSpPr txBox="1"/>
          <p:nvPr/>
        </p:nvSpPr>
        <p:spPr>
          <a:xfrm>
            <a:off x="6595494" y="3450964"/>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a:extLst>
              <a:ext uri="{FF2B5EF4-FFF2-40B4-BE49-F238E27FC236}">
                <a16:creationId xmlns:a16="http://schemas.microsoft.com/office/drawing/2014/main" id="{7B460170-EDCC-4D11-AC25-0225706DABBC}"/>
              </a:ext>
            </a:extLst>
          </p:cNvPr>
          <p:cNvSpPr/>
          <p:nvPr/>
        </p:nvSpPr>
        <p:spPr>
          <a:xfrm>
            <a:off x="912835" y="4034915"/>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提升主题的可用性">
            <a:extLst>
              <a:ext uri="{FF2B5EF4-FFF2-40B4-BE49-F238E27FC236}">
                <a16:creationId xmlns:a16="http://schemas.microsoft.com/office/drawing/2014/main" id="{6A11A039-EED9-42EE-96CE-EF567CBD249C}"/>
              </a:ext>
            </a:extLst>
          </p:cNvPr>
          <p:cNvSpPr txBox="1"/>
          <p:nvPr/>
        </p:nvSpPr>
        <p:spPr>
          <a:xfrm>
            <a:off x="1629260" y="4121573"/>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经销商</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a:extLst>
              <a:ext uri="{FF2B5EF4-FFF2-40B4-BE49-F238E27FC236}">
                <a16:creationId xmlns:a16="http://schemas.microsoft.com/office/drawing/2014/main" id="{B2F1E664-7523-4FE3-879B-C2B55B305074}"/>
              </a:ext>
            </a:extLst>
          </p:cNvPr>
          <p:cNvSpPr/>
          <p:nvPr/>
        </p:nvSpPr>
        <p:spPr>
          <a:xfrm>
            <a:off x="914793" y="4034915"/>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03">
            <a:extLst>
              <a:ext uri="{FF2B5EF4-FFF2-40B4-BE49-F238E27FC236}">
                <a16:creationId xmlns:a16="http://schemas.microsoft.com/office/drawing/2014/main" id="{14E01086-E04A-4EA6-8059-2495AA1F501F}"/>
              </a:ext>
            </a:extLst>
          </p:cNvPr>
          <p:cNvSpPr txBox="1"/>
          <p:nvPr/>
        </p:nvSpPr>
        <p:spPr>
          <a:xfrm>
            <a:off x="998028" y="4075407"/>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107" name="矩形">
            <a:extLst>
              <a:ext uri="{FF2B5EF4-FFF2-40B4-BE49-F238E27FC236}">
                <a16:creationId xmlns:a16="http://schemas.microsoft.com/office/drawing/2014/main" id="{26F825D6-2421-47EF-BFB3-FF3740228F46}"/>
              </a:ext>
            </a:extLst>
          </p:cNvPr>
          <p:cNvSpPr/>
          <p:nvPr/>
        </p:nvSpPr>
        <p:spPr>
          <a:xfrm>
            <a:off x="3713612" y="4034915"/>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提升主题的可用性">
            <a:extLst>
              <a:ext uri="{FF2B5EF4-FFF2-40B4-BE49-F238E27FC236}">
                <a16:creationId xmlns:a16="http://schemas.microsoft.com/office/drawing/2014/main" id="{1CCD108B-35EC-4B03-B14B-63F434FCCD11}"/>
              </a:ext>
            </a:extLst>
          </p:cNvPr>
          <p:cNvSpPr txBox="1"/>
          <p:nvPr/>
        </p:nvSpPr>
        <p:spPr>
          <a:xfrm>
            <a:off x="4430037" y="4121573"/>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拼多多</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矩形">
            <a:extLst>
              <a:ext uri="{FF2B5EF4-FFF2-40B4-BE49-F238E27FC236}">
                <a16:creationId xmlns:a16="http://schemas.microsoft.com/office/drawing/2014/main" id="{C6C97D3E-7E0B-463B-BD43-1802C570BE82}"/>
              </a:ext>
            </a:extLst>
          </p:cNvPr>
          <p:cNvSpPr/>
          <p:nvPr/>
        </p:nvSpPr>
        <p:spPr>
          <a:xfrm>
            <a:off x="3715570" y="4034915"/>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03">
            <a:extLst>
              <a:ext uri="{FF2B5EF4-FFF2-40B4-BE49-F238E27FC236}">
                <a16:creationId xmlns:a16="http://schemas.microsoft.com/office/drawing/2014/main" id="{8827A7C7-71CC-437F-9BA6-81E0FA8F8CFE}"/>
              </a:ext>
            </a:extLst>
          </p:cNvPr>
          <p:cNvSpPr txBox="1"/>
          <p:nvPr/>
        </p:nvSpPr>
        <p:spPr>
          <a:xfrm>
            <a:off x="3798805" y="4075407"/>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129" name="矩形">
            <a:extLst>
              <a:ext uri="{FF2B5EF4-FFF2-40B4-BE49-F238E27FC236}">
                <a16:creationId xmlns:a16="http://schemas.microsoft.com/office/drawing/2014/main" id="{D1E570F2-8931-4C95-93AD-12CCD52980A6}"/>
              </a:ext>
            </a:extLst>
          </p:cNvPr>
          <p:cNvSpPr/>
          <p:nvPr/>
        </p:nvSpPr>
        <p:spPr>
          <a:xfrm>
            <a:off x="6510300" y="4034915"/>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提升主题的可用性">
            <a:extLst>
              <a:ext uri="{FF2B5EF4-FFF2-40B4-BE49-F238E27FC236}">
                <a16:creationId xmlns:a16="http://schemas.microsoft.com/office/drawing/2014/main" id="{1C2D5CED-C078-4872-ABFA-DDE73212E333}"/>
              </a:ext>
            </a:extLst>
          </p:cNvPr>
          <p:cNvSpPr txBox="1"/>
          <p:nvPr/>
        </p:nvSpPr>
        <p:spPr>
          <a:xfrm>
            <a:off x="7226726" y="4121573"/>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小红书</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矩形">
            <a:extLst>
              <a:ext uri="{FF2B5EF4-FFF2-40B4-BE49-F238E27FC236}">
                <a16:creationId xmlns:a16="http://schemas.microsoft.com/office/drawing/2014/main" id="{5D02C5D1-3F94-46B0-BC01-F22F1BCA6AE3}"/>
              </a:ext>
            </a:extLst>
          </p:cNvPr>
          <p:cNvSpPr/>
          <p:nvPr/>
        </p:nvSpPr>
        <p:spPr>
          <a:xfrm>
            <a:off x="6512258" y="4034915"/>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03">
            <a:extLst>
              <a:ext uri="{FF2B5EF4-FFF2-40B4-BE49-F238E27FC236}">
                <a16:creationId xmlns:a16="http://schemas.microsoft.com/office/drawing/2014/main" id="{47F89063-BBC1-479C-881F-C1B5C70F825F}"/>
              </a:ext>
            </a:extLst>
          </p:cNvPr>
          <p:cNvSpPr txBox="1"/>
          <p:nvPr/>
        </p:nvSpPr>
        <p:spPr>
          <a:xfrm>
            <a:off x="6595493" y="4075407"/>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37" name="矩形">
            <a:extLst>
              <a:ext uri="{FF2B5EF4-FFF2-40B4-BE49-F238E27FC236}">
                <a16:creationId xmlns:a16="http://schemas.microsoft.com/office/drawing/2014/main" id="{DED10357-DF8D-407B-932E-937C44962BE7}"/>
              </a:ext>
            </a:extLst>
          </p:cNvPr>
          <p:cNvSpPr/>
          <p:nvPr/>
        </p:nvSpPr>
        <p:spPr>
          <a:xfrm>
            <a:off x="912835" y="4659358"/>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提升主题的可用性">
            <a:extLst>
              <a:ext uri="{FF2B5EF4-FFF2-40B4-BE49-F238E27FC236}">
                <a16:creationId xmlns:a16="http://schemas.microsoft.com/office/drawing/2014/main" id="{A5510D13-4926-4D3A-B060-8B720CBBA45B}"/>
              </a:ext>
            </a:extLst>
          </p:cNvPr>
          <p:cNvSpPr txBox="1"/>
          <p:nvPr/>
        </p:nvSpPr>
        <p:spPr>
          <a:xfrm>
            <a:off x="1690880" y="4746016"/>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工厂</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a:extLst>
              <a:ext uri="{FF2B5EF4-FFF2-40B4-BE49-F238E27FC236}">
                <a16:creationId xmlns:a16="http://schemas.microsoft.com/office/drawing/2014/main" id="{15DC8A58-944E-4230-89F8-9828C719371D}"/>
              </a:ext>
            </a:extLst>
          </p:cNvPr>
          <p:cNvSpPr/>
          <p:nvPr/>
        </p:nvSpPr>
        <p:spPr>
          <a:xfrm>
            <a:off x="914793" y="4659358"/>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03">
            <a:extLst>
              <a:ext uri="{FF2B5EF4-FFF2-40B4-BE49-F238E27FC236}">
                <a16:creationId xmlns:a16="http://schemas.microsoft.com/office/drawing/2014/main" id="{C95C8D47-0699-49CD-8235-8CEC3D0C8C34}"/>
              </a:ext>
            </a:extLst>
          </p:cNvPr>
          <p:cNvSpPr txBox="1"/>
          <p:nvPr/>
        </p:nvSpPr>
        <p:spPr>
          <a:xfrm>
            <a:off x="998029" y="4699850"/>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a:extLst>
              <a:ext uri="{FF2B5EF4-FFF2-40B4-BE49-F238E27FC236}">
                <a16:creationId xmlns:a16="http://schemas.microsoft.com/office/drawing/2014/main" id="{8FEB598E-8A99-4809-A541-76361846CDFE}"/>
              </a:ext>
            </a:extLst>
          </p:cNvPr>
          <p:cNvSpPr/>
          <p:nvPr/>
        </p:nvSpPr>
        <p:spPr>
          <a:xfrm>
            <a:off x="3713612" y="4659358"/>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提升主题的可用性">
            <a:extLst>
              <a:ext uri="{FF2B5EF4-FFF2-40B4-BE49-F238E27FC236}">
                <a16:creationId xmlns:a16="http://schemas.microsoft.com/office/drawing/2014/main" id="{B3EE7DA1-316D-41DD-BE0C-3C6987B6866D}"/>
              </a:ext>
            </a:extLst>
          </p:cNvPr>
          <p:cNvSpPr txBox="1"/>
          <p:nvPr/>
        </p:nvSpPr>
        <p:spPr>
          <a:xfrm>
            <a:off x="4430036" y="4746016"/>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蘑菇街</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a:extLst>
              <a:ext uri="{FF2B5EF4-FFF2-40B4-BE49-F238E27FC236}">
                <a16:creationId xmlns:a16="http://schemas.microsoft.com/office/drawing/2014/main" id="{E14008D9-3564-4F74-92CD-D4E6EA343472}"/>
              </a:ext>
            </a:extLst>
          </p:cNvPr>
          <p:cNvSpPr/>
          <p:nvPr/>
        </p:nvSpPr>
        <p:spPr>
          <a:xfrm>
            <a:off x="3715570" y="4659358"/>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03">
            <a:extLst>
              <a:ext uri="{FF2B5EF4-FFF2-40B4-BE49-F238E27FC236}">
                <a16:creationId xmlns:a16="http://schemas.microsoft.com/office/drawing/2014/main" id="{B0444814-808E-4B1D-8687-21F807902540}"/>
              </a:ext>
            </a:extLst>
          </p:cNvPr>
          <p:cNvSpPr txBox="1"/>
          <p:nvPr/>
        </p:nvSpPr>
        <p:spPr>
          <a:xfrm>
            <a:off x="3798806" y="4699850"/>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矩形">
            <a:extLst>
              <a:ext uri="{FF2B5EF4-FFF2-40B4-BE49-F238E27FC236}">
                <a16:creationId xmlns:a16="http://schemas.microsoft.com/office/drawing/2014/main" id="{191CA816-EDE4-44AA-8E30-6C6144901AD1}"/>
              </a:ext>
            </a:extLst>
          </p:cNvPr>
          <p:cNvSpPr/>
          <p:nvPr/>
        </p:nvSpPr>
        <p:spPr>
          <a:xfrm>
            <a:off x="6510300" y="4659358"/>
            <a:ext cx="1403305"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提升主题的可用性">
            <a:extLst>
              <a:ext uri="{FF2B5EF4-FFF2-40B4-BE49-F238E27FC236}">
                <a16:creationId xmlns:a16="http://schemas.microsoft.com/office/drawing/2014/main" id="{52BD95F2-733E-4133-8C4E-3E728B486402}"/>
              </a:ext>
            </a:extLst>
          </p:cNvPr>
          <p:cNvSpPr txBox="1"/>
          <p:nvPr/>
        </p:nvSpPr>
        <p:spPr>
          <a:xfrm>
            <a:off x="7226724" y="4746016"/>
            <a:ext cx="42101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蘑菇街</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矩形">
            <a:extLst>
              <a:ext uri="{FF2B5EF4-FFF2-40B4-BE49-F238E27FC236}">
                <a16:creationId xmlns:a16="http://schemas.microsoft.com/office/drawing/2014/main" id="{71B2F9F7-F9A8-4158-95EB-871CB3E26F4C}"/>
              </a:ext>
            </a:extLst>
          </p:cNvPr>
          <p:cNvSpPr/>
          <p:nvPr/>
        </p:nvSpPr>
        <p:spPr>
          <a:xfrm>
            <a:off x="6512258" y="4659358"/>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03">
            <a:extLst>
              <a:ext uri="{FF2B5EF4-FFF2-40B4-BE49-F238E27FC236}">
                <a16:creationId xmlns:a16="http://schemas.microsoft.com/office/drawing/2014/main" id="{BFC20CDE-32EA-404F-9FFE-4D60D7B2BBAA}"/>
              </a:ext>
            </a:extLst>
          </p:cNvPr>
          <p:cNvSpPr txBox="1"/>
          <p:nvPr/>
        </p:nvSpPr>
        <p:spPr>
          <a:xfrm>
            <a:off x="6595494" y="4699850"/>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线条">
            <a:extLst>
              <a:ext uri="{FF2B5EF4-FFF2-40B4-BE49-F238E27FC236}">
                <a16:creationId xmlns:a16="http://schemas.microsoft.com/office/drawing/2014/main" id="{802B35E4-E5A4-4848-AAFD-707F1BEFBE00}"/>
              </a:ext>
            </a:extLst>
          </p:cNvPr>
          <p:cNvSpPr/>
          <p:nvPr/>
        </p:nvSpPr>
        <p:spPr>
          <a:xfrm>
            <a:off x="9974075" y="4844552"/>
            <a:ext cx="73202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矩形">
            <a:extLst>
              <a:ext uri="{FF2B5EF4-FFF2-40B4-BE49-F238E27FC236}">
                <a16:creationId xmlns:a16="http://schemas.microsoft.com/office/drawing/2014/main" id="{555C2F82-DC67-4661-81CC-E0CF671B92AE}"/>
              </a:ext>
            </a:extLst>
          </p:cNvPr>
          <p:cNvSpPr/>
          <p:nvPr/>
        </p:nvSpPr>
        <p:spPr>
          <a:xfrm>
            <a:off x="8929379" y="4655302"/>
            <a:ext cx="104469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制作主题包">
            <a:extLst>
              <a:ext uri="{FF2B5EF4-FFF2-40B4-BE49-F238E27FC236}">
                <a16:creationId xmlns:a16="http://schemas.microsoft.com/office/drawing/2014/main" id="{99545A79-10ED-429F-8E86-A5CEEA0C45E6}"/>
              </a:ext>
            </a:extLst>
          </p:cNvPr>
          <p:cNvSpPr txBox="1"/>
          <p:nvPr/>
        </p:nvSpPr>
        <p:spPr>
          <a:xfrm>
            <a:off x="9272191" y="4726571"/>
            <a:ext cx="359073"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主播</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矩形">
            <a:extLst>
              <a:ext uri="{FF2B5EF4-FFF2-40B4-BE49-F238E27FC236}">
                <a16:creationId xmlns:a16="http://schemas.microsoft.com/office/drawing/2014/main" id="{5011853F-F488-4F78-A2AA-B0D41D799508}"/>
              </a:ext>
            </a:extLst>
          </p:cNvPr>
          <p:cNvSpPr/>
          <p:nvPr/>
        </p:nvSpPr>
        <p:spPr>
          <a:xfrm>
            <a:off x="8929379" y="3557014"/>
            <a:ext cx="104469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制作主题包">
            <a:extLst>
              <a:ext uri="{FF2B5EF4-FFF2-40B4-BE49-F238E27FC236}">
                <a16:creationId xmlns:a16="http://schemas.microsoft.com/office/drawing/2014/main" id="{F37657C1-0184-4ACE-B900-9BF033149A50}"/>
              </a:ext>
            </a:extLst>
          </p:cNvPr>
          <p:cNvSpPr txBox="1"/>
          <p:nvPr/>
        </p:nvSpPr>
        <p:spPr>
          <a:xfrm>
            <a:off x="9264175" y="3628283"/>
            <a:ext cx="375103"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lang="en-US" kern="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MCN</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线条">
            <a:extLst>
              <a:ext uri="{FF2B5EF4-FFF2-40B4-BE49-F238E27FC236}">
                <a16:creationId xmlns:a16="http://schemas.microsoft.com/office/drawing/2014/main" id="{71D1D362-2C90-4598-A9FB-337E476A7F8F}"/>
              </a:ext>
            </a:extLst>
          </p:cNvPr>
          <p:cNvSpPr/>
          <p:nvPr/>
        </p:nvSpPr>
        <p:spPr>
          <a:xfrm flipH="1">
            <a:off x="8156456" y="4844552"/>
            <a:ext cx="77292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线条">
            <a:extLst>
              <a:ext uri="{FF2B5EF4-FFF2-40B4-BE49-F238E27FC236}">
                <a16:creationId xmlns:a16="http://schemas.microsoft.com/office/drawing/2014/main" id="{A1674BA2-90AE-46E2-A243-B6FE174FCAC8}"/>
              </a:ext>
            </a:extLst>
          </p:cNvPr>
          <p:cNvSpPr/>
          <p:nvPr/>
        </p:nvSpPr>
        <p:spPr>
          <a:xfrm flipH="1">
            <a:off x="8156456" y="3738422"/>
            <a:ext cx="772923"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设计">
            <a:extLst>
              <a:ext uri="{FF2B5EF4-FFF2-40B4-BE49-F238E27FC236}">
                <a16:creationId xmlns:a16="http://schemas.microsoft.com/office/drawing/2014/main" id="{5A507E6B-18D0-4A7C-9A82-70AE1446CF4D}"/>
              </a:ext>
            </a:extLst>
          </p:cNvPr>
          <p:cNvSpPr txBox="1"/>
          <p:nvPr/>
        </p:nvSpPr>
        <p:spPr>
          <a:xfrm>
            <a:off x="8211109" y="4541377"/>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有趣内容</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设计">
            <a:extLst>
              <a:ext uri="{FF2B5EF4-FFF2-40B4-BE49-F238E27FC236}">
                <a16:creationId xmlns:a16="http://schemas.microsoft.com/office/drawing/2014/main" id="{244D6598-DECE-470A-BCC2-1DA1AB8A4C00}"/>
              </a:ext>
            </a:extLst>
          </p:cNvPr>
          <p:cNvSpPr txBox="1"/>
          <p:nvPr/>
        </p:nvSpPr>
        <p:spPr>
          <a:xfrm>
            <a:off x="8211109" y="3468854"/>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服务费</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设计">
            <a:extLst>
              <a:ext uri="{FF2B5EF4-FFF2-40B4-BE49-F238E27FC236}">
                <a16:creationId xmlns:a16="http://schemas.microsoft.com/office/drawing/2014/main" id="{79AD53F3-E920-4F18-A79A-96BAE36C7E26}"/>
              </a:ext>
            </a:extLst>
          </p:cNvPr>
          <p:cNvSpPr txBox="1"/>
          <p:nvPr/>
        </p:nvSpPr>
        <p:spPr>
          <a:xfrm>
            <a:off x="9983462" y="4541377"/>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线条">
            <a:extLst>
              <a:ext uri="{FF2B5EF4-FFF2-40B4-BE49-F238E27FC236}">
                <a16:creationId xmlns:a16="http://schemas.microsoft.com/office/drawing/2014/main" id="{892CB740-D4EC-429D-815E-75A219486FA8}"/>
              </a:ext>
            </a:extLst>
          </p:cNvPr>
          <p:cNvSpPr/>
          <p:nvPr/>
        </p:nvSpPr>
        <p:spPr>
          <a:xfrm flipH="1">
            <a:off x="8156455" y="2797915"/>
            <a:ext cx="2549644" cy="0"/>
          </a:xfrm>
          <a:prstGeom prst="line">
            <a:avLst/>
          </a:prstGeom>
          <a:ln w="12700">
            <a:solidFill>
              <a:schemeClr val="accent1">
                <a:lumMod val="100000"/>
              </a:schemeClr>
            </a:solidFill>
            <a:custDash>
              <a:ds d="200000" sp="200000"/>
            </a:custDash>
            <a:miter lim="400000"/>
            <a:headEnd type="triangle"/>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矩形">
            <a:extLst>
              <a:ext uri="{FF2B5EF4-FFF2-40B4-BE49-F238E27FC236}">
                <a16:creationId xmlns:a16="http://schemas.microsoft.com/office/drawing/2014/main" id="{5B48F039-A502-437D-9729-B5D3A0736488}"/>
              </a:ext>
            </a:extLst>
          </p:cNvPr>
          <p:cNvSpPr/>
          <p:nvPr/>
        </p:nvSpPr>
        <p:spPr>
          <a:xfrm>
            <a:off x="10706100" y="2041599"/>
            <a:ext cx="812800" cy="3244847"/>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线条">
            <a:extLst>
              <a:ext uri="{FF2B5EF4-FFF2-40B4-BE49-F238E27FC236}">
                <a16:creationId xmlns:a16="http://schemas.microsoft.com/office/drawing/2014/main" id="{5AB1846F-BC53-497B-8C44-F776ADC03DD1}"/>
              </a:ext>
            </a:extLst>
          </p:cNvPr>
          <p:cNvSpPr/>
          <p:nvPr/>
        </p:nvSpPr>
        <p:spPr>
          <a:xfrm flipH="1">
            <a:off x="9390308" y="3935515"/>
            <a:ext cx="0" cy="719786"/>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线条">
            <a:extLst>
              <a:ext uri="{FF2B5EF4-FFF2-40B4-BE49-F238E27FC236}">
                <a16:creationId xmlns:a16="http://schemas.microsoft.com/office/drawing/2014/main" id="{63E6C540-1B9E-4F28-B4C9-2B16BA302ACF}"/>
              </a:ext>
            </a:extLst>
          </p:cNvPr>
          <p:cNvSpPr/>
          <p:nvPr/>
        </p:nvSpPr>
        <p:spPr>
          <a:xfrm flipH="1" flipV="1">
            <a:off x="9535088" y="3935516"/>
            <a:ext cx="0" cy="719785"/>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设计">
            <a:extLst>
              <a:ext uri="{FF2B5EF4-FFF2-40B4-BE49-F238E27FC236}">
                <a16:creationId xmlns:a16="http://schemas.microsoft.com/office/drawing/2014/main" id="{7FB17B52-B8FA-466E-ADEB-BDC3A5A1B176}"/>
              </a:ext>
            </a:extLst>
          </p:cNvPr>
          <p:cNvSpPr txBox="1"/>
          <p:nvPr/>
        </p:nvSpPr>
        <p:spPr>
          <a:xfrm>
            <a:off x="8672039" y="4177427"/>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抽佣</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设计">
            <a:extLst>
              <a:ext uri="{FF2B5EF4-FFF2-40B4-BE49-F238E27FC236}">
                <a16:creationId xmlns:a16="http://schemas.microsoft.com/office/drawing/2014/main" id="{C9216AF3-1368-458A-A04D-FE089DDC60A1}"/>
              </a:ext>
            </a:extLst>
          </p:cNvPr>
          <p:cNvSpPr txBox="1"/>
          <p:nvPr/>
        </p:nvSpPr>
        <p:spPr>
          <a:xfrm>
            <a:off x="9631259" y="4177427"/>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孵化</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矩形">
            <a:extLst>
              <a:ext uri="{FF2B5EF4-FFF2-40B4-BE49-F238E27FC236}">
                <a16:creationId xmlns:a16="http://schemas.microsoft.com/office/drawing/2014/main" id="{4A8C1C33-C855-465B-85C0-DED831D8C40E}"/>
              </a:ext>
            </a:extLst>
          </p:cNvPr>
          <p:cNvSpPr/>
          <p:nvPr/>
        </p:nvSpPr>
        <p:spPr>
          <a:xfrm flipV="1">
            <a:off x="8528996" y="2313066"/>
            <a:ext cx="1808479" cy="456016"/>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设计">
            <a:extLst>
              <a:ext uri="{FF2B5EF4-FFF2-40B4-BE49-F238E27FC236}">
                <a16:creationId xmlns:a16="http://schemas.microsoft.com/office/drawing/2014/main" id="{D59141AA-596B-4264-9FD0-C4B0B9A47ADB}"/>
              </a:ext>
            </a:extLst>
          </p:cNvPr>
          <p:cNvSpPr txBox="1"/>
          <p:nvPr/>
        </p:nvSpPr>
        <p:spPr>
          <a:xfrm>
            <a:off x="8648530" y="2442339"/>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内容输出</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线条">
            <a:extLst>
              <a:ext uri="{FF2B5EF4-FFF2-40B4-BE49-F238E27FC236}">
                <a16:creationId xmlns:a16="http://schemas.microsoft.com/office/drawing/2014/main" id="{E6C86C88-2054-4BEF-8077-84B552724684}"/>
              </a:ext>
            </a:extLst>
          </p:cNvPr>
          <p:cNvSpPr/>
          <p:nvPr/>
        </p:nvSpPr>
        <p:spPr>
          <a:xfrm>
            <a:off x="8532636" y="2336585"/>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线条">
            <a:extLst>
              <a:ext uri="{FF2B5EF4-FFF2-40B4-BE49-F238E27FC236}">
                <a16:creationId xmlns:a16="http://schemas.microsoft.com/office/drawing/2014/main" id="{6A8FC0A5-06CF-4CFA-8942-E598FD41F2DA}"/>
              </a:ext>
            </a:extLst>
          </p:cNvPr>
          <p:cNvSpPr/>
          <p:nvPr/>
        </p:nvSpPr>
        <p:spPr>
          <a:xfrm>
            <a:off x="9431278" y="2317217"/>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线条">
            <a:extLst>
              <a:ext uri="{FF2B5EF4-FFF2-40B4-BE49-F238E27FC236}">
                <a16:creationId xmlns:a16="http://schemas.microsoft.com/office/drawing/2014/main" id="{AE4A7FFA-DBDC-4BEC-BEFF-79CEB6E0D2BD}"/>
              </a:ext>
            </a:extLst>
          </p:cNvPr>
          <p:cNvSpPr/>
          <p:nvPr/>
        </p:nvSpPr>
        <p:spPr>
          <a:xfrm>
            <a:off x="10329919" y="2317217"/>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切图">
            <a:extLst>
              <a:ext uri="{FF2B5EF4-FFF2-40B4-BE49-F238E27FC236}">
                <a16:creationId xmlns:a16="http://schemas.microsoft.com/office/drawing/2014/main" id="{3B9856BF-3A20-43BA-ABE9-1B55B9358474}"/>
              </a:ext>
            </a:extLst>
          </p:cNvPr>
          <p:cNvSpPr txBox="1"/>
          <p:nvPr/>
        </p:nvSpPr>
        <p:spPr>
          <a:xfrm>
            <a:off x="9547174" y="2442339"/>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下动购买</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6" name="制作主题包">
            <a:extLst>
              <a:ext uri="{FF2B5EF4-FFF2-40B4-BE49-F238E27FC236}">
                <a16:creationId xmlns:a16="http://schemas.microsoft.com/office/drawing/2014/main" id="{3C7B3513-EFF6-4789-BDF9-C30BC5C2C4C6}"/>
              </a:ext>
            </a:extLst>
          </p:cNvPr>
          <p:cNvSpPr txBox="1"/>
          <p:nvPr/>
        </p:nvSpPr>
        <p:spPr>
          <a:xfrm>
            <a:off x="10948353" y="3378688"/>
            <a:ext cx="328295" cy="57066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 户</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68" name="连接符: 肘形 167">
            <a:extLst>
              <a:ext uri="{FF2B5EF4-FFF2-40B4-BE49-F238E27FC236}">
                <a16:creationId xmlns:a16="http://schemas.microsoft.com/office/drawing/2014/main" id="{EDB9D474-5ED5-4685-A391-1813E0387A94}"/>
              </a:ext>
            </a:extLst>
          </p:cNvPr>
          <p:cNvCxnSpPr>
            <a:cxnSpLocks/>
          </p:cNvCxnSpPr>
          <p:nvPr/>
        </p:nvCxnSpPr>
        <p:spPr>
          <a:xfrm rot="5400000" flipH="1" flipV="1">
            <a:off x="5406784" y="1241506"/>
            <a:ext cx="252646" cy="7837239"/>
          </a:xfrm>
          <a:prstGeom prst="bentConnector3">
            <a:avLst>
              <a:gd name="adj1" fmla="val -227284"/>
            </a:avLst>
          </a:prstGeom>
          <a:ln w="12700">
            <a:solidFill>
              <a:schemeClr val="accent1">
                <a:lumMod val="100000"/>
              </a:schemeClr>
            </a:solidFill>
            <a:custDash>
              <a:ds d="200000" sp="200000"/>
            </a:custDash>
            <a:miter lim="400000"/>
            <a:tailEnd type="triangle"/>
          </a:ln>
        </p:spPr>
      </p:cxnSp>
      <p:sp>
        <p:nvSpPr>
          <p:cNvPr id="170" name="设计">
            <a:extLst>
              <a:ext uri="{FF2B5EF4-FFF2-40B4-BE49-F238E27FC236}">
                <a16:creationId xmlns:a16="http://schemas.microsoft.com/office/drawing/2014/main" id="{BB77A5C3-25E5-4BFB-A41E-76D69C3658E8}"/>
              </a:ext>
            </a:extLst>
          </p:cNvPr>
          <p:cNvSpPr txBox="1"/>
          <p:nvPr/>
        </p:nvSpPr>
        <p:spPr>
          <a:xfrm>
            <a:off x="4857779" y="5565197"/>
            <a:ext cx="135065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C2M</a:t>
            </a: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模式直接供货</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763C3E68-D818-F6A2-CC81-AC10151552B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5A22BB54-A876-E7D5-8A61-053203A19FA7}"/>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98DD3932-D2FE-33C1-8EB9-9993986097F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28570274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形状 5">
            <a:extLst>
              <a:ext uri="{FF2B5EF4-FFF2-40B4-BE49-F238E27FC236}">
                <a16:creationId xmlns:a16="http://schemas.microsoft.com/office/drawing/2014/main" id="{6A2042F6-E25B-2D08-BB51-4766316251F6}"/>
              </a:ext>
            </a:extLst>
          </p:cNvPr>
          <p:cNvSpPr/>
          <p:nvPr/>
        </p:nvSpPr>
        <p:spPr>
          <a:xfrm rot="5400000">
            <a:off x="3557592" y="-747706"/>
            <a:ext cx="5076816" cy="9677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20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任意多边形: 形状 4">
            <a:extLst>
              <a:ext uri="{FF2B5EF4-FFF2-40B4-BE49-F238E27FC236}">
                <a16:creationId xmlns:a16="http://schemas.microsoft.com/office/drawing/2014/main" id="{16D04D88-F6FF-D0F3-AC09-929C5F345097}"/>
              </a:ext>
            </a:extLst>
          </p:cNvPr>
          <p:cNvSpPr/>
          <p:nvPr/>
        </p:nvSpPr>
        <p:spPr>
          <a:xfrm rot="5400000">
            <a:off x="3910007" y="-2005007"/>
            <a:ext cx="4371986" cy="121920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5" name="连接线">
            <a:extLst>
              <a:ext uri="{FF2B5EF4-FFF2-40B4-BE49-F238E27FC236}">
                <a16:creationId xmlns:a16="http://schemas.microsoft.com/office/drawing/2014/main" id="{6BF6E990-018B-4C18-89DE-5F383EFCCFFB}"/>
              </a:ext>
            </a:extLst>
          </p:cNvPr>
          <p:cNvSpPr/>
          <p:nvPr/>
        </p:nvSpPr>
        <p:spPr>
          <a:xfrm rot="5400000">
            <a:off x="5855820" y="2716764"/>
            <a:ext cx="1053063"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连接线">
            <a:extLst>
              <a:ext uri="{FF2B5EF4-FFF2-40B4-BE49-F238E27FC236}">
                <a16:creationId xmlns:a16="http://schemas.microsoft.com/office/drawing/2014/main" id="{5B0F0329-B1C5-46C9-B223-FDE416B4DA4A}"/>
              </a:ext>
            </a:extLst>
          </p:cNvPr>
          <p:cNvSpPr/>
          <p:nvPr/>
        </p:nvSpPr>
        <p:spPr>
          <a:xfrm rot="16200000" flipH="1">
            <a:off x="5193443" y="2716764"/>
            <a:ext cx="1053063"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主题的适配往往牵扯到多个角色，内部主题每次维护都需要拉群执行，而cp主题全量更新耗时甚至以月计算">
            <a:extLst>
              <a:ext uri="{FF2B5EF4-FFF2-40B4-BE49-F238E27FC236}">
                <a16:creationId xmlns:a16="http://schemas.microsoft.com/office/drawing/2014/main" id="{E04B7BE8-779A-49AB-9899-D1B24AFFF4B7}"/>
              </a:ext>
            </a:extLst>
          </p:cNvPr>
          <p:cNvSpPr txBox="1"/>
          <p:nvPr/>
        </p:nvSpPr>
        <p:spPr>
          <a:xfrm>
            <a:off x="2659173" y="5968960"/>
            <a:ext cx="687367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400">
                <a:latin typeface="PingFang SC Semibold"/>
                <a:ea typeface="PingFang SC Semibold"/>
                <a:cs typeface="PingFang SC Semibold"/>
                <a:sym typeface="PingFang SC Semibold"/>
              </a:defRPr>
            </a:pPr>
            <a:r>
              <a:rPr kumimoji="0" lang="zh-CN" altLang="en-US"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现阶段主要应用在</a:t>
            </a: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医保支付、商保支付、众筹互助支付、医疗分期和支付工具</a:t>
            </a:r>
            <a:r>
              <a:rPr kumimoji="0" lang="zh-CN" altLang="en-US"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多个领域</a:t>
            </a:r>
            <a:endParaRPr kumimoji="0"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696D4C40-B7E7-4BC9-AC9D-282679B5EED1}"/>
              </a:ext>
            </a:extLst>
          </p:cNvPr>
          <p:cNvSpPr/>
          <p:nvPr/>
        </p:nvSpPr>
        <p:spPr>
          <a:xfrm>
            <a:off x="815747" y="3402139"/>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7F89EE9A-426C-40EE-ACF4-EF8CA0544473}"/>
              </a:ext>
            </a:extLst>
          </p:cNvPr>
          <p:cNvSpPr txBox="1"/>
          <p:nvPr/>
        </p:nvSpPr>
        <p:spPr>
          <a:xfrm>
            <a:off x="1149775" y="3711426"/>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保险</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中介</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线条">
            <a:extLst>
              <a:ext uri="{FF2B5EF4-FFF2-40B4-BE49-F238E27FC236}">
                <a16:creationId xmlns:a16="http://schemas.microsoft.com/office/drawing/2014/main" id="{E93DB1EA-0F14-4198-B1A5-EC5658D2459F}"/>
              </a:ext>
            </a:extLst>
          </p:cNvPr>
          <p:cNvSpPr/>
          <p:nvPr/>
        </p:nvSpPr>
        <p:spPr>
          <a:xfrm>
            <a:off x="2137316" y="4079068"/>
            <a:ext cx="87113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F901B805-22A2-4AB5-8EF7-2CA814C156C7}"/>
              </a:ext>
            </a:extLst>
          </p:cNvPr>
          <p:cNvSpPr/>
          <p:nvPr/>
        </p:nvSpPr>
        <p:spPr>
          <a:xfrm>
            <a:off x="3008453" y="3402139"/>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AA98DFA1-167B-4F22-9B07-D287CBBABB02}"/>
              </a:ext>
            </a:extLst>
          </p:cNvPr>
          <p:cNvSpPr txBox="1"/>
          <p:nvPr/>
        </p:nvSpPr>
        <p:spPr>
          <a:xfrm>
            <a:off x="3342481" y="3711426"/>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保险</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公司</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椭圆 13">
            <a:extLst>
              <a:ext uri="{FF2B5EF4-FFF2-40B4-BE49-F238E27FC236}">
                <a16:creationId xmlns:a16="http://schemas.microsoft.com/office/drawing/2014/main" id="{433A483B-5605-45DF-9FAB-3D17060A6C0B}"/>
              </a:ext>
            </a:extLst>
          </p:cNvPr>
          <p:cNvSpPr/>
          <p:nvPr/>
        </p:nvSpPr>
        <p:spPr>
          <a:xfrm>
            <a:off x="5239961" y="3255533"/>
            <a:ext cx="1647068" cy="164706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29">
            <a:extLst>
              <a:ext uri="{FF2B5EF4-FFF2-40B4-BE49-F238E27FC236}">
                <a16:creationId xmlns:a16="http://schemas.microsoft.com/office/drawing/2014/main" id="{7338E3B7-5864-4DC7-999B-FC7664EF7865}"/>
              </a:ext>
            </a:extLst>
          </p:cNvPr>
          <p:cNvSpPr txBox="1"/>
          <p:nvPr/>
        </p:nvSpPr>
        <p:spPr>
          <a:xfrm>
            <a:off x="5582862" y="3711426"/>
            <a:ext cx="961268"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测试</a:t>
            </a:r>
            <a:endParaRPr kumimoji="0" lang="en-US" altLang="zh-CN"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工程师</a:t>
            </a:r>
            <a:endParaRPr kumimoji="0" sz="20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9EAFD99E-FFF4-46B7-8B7A-7A7BEC759C67}"/>
              </a:ext>
            </a:extLst>
          </p:cNvPr>
          <p:cNvSpPr/>
          <p:nvPr/>
        </p:nvSpPr>
        <p:spPr>
          <a:xfrm>
            <a:off x="7764681" y="3402139"/>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82550">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9">
            <a:extLst>
              <a:ext uri="{FF2B5EF4-FFF2-40B4-BE49-F238E27FC236}">
                <a16:creationId xmlns:a16="http://schemas.microsoft.com/office/drawing/2014/main" id="{1982CA12-83B5-420D-A70C-E094DA3D9663}"/>
              </a:ext>
            </a:extLst>
          </p:cNvPr>
          <p:cNvSpPr txBox="1"/>
          <p:nvPr/>
        </p:nvSpPr>
        <p:spPr>
          <a:xfrm>
            <a:off x="8098709" y="3711426"/>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支付</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人群</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设计">
            <a:extLst>
              <a:ext uri="{FF2B5EF4-FFF2-40B4-BE49-F238E27FC236}">
                <a16:creationId xmlns:a16="http://schemas.microsoft.com/office/drawing/2014/main" id="{96FC4490-2207-4CAC-9F02-E74815C591EF}"/>
              </a:ext>
            </a:extLst>
          </p:cNvPr>
          <p:cNvSpPr txBox="1"/>
          <p:nvPr/>
        </p:nvSpPr>
        <p:spPr>
          <a:xfrm>
            <a:off x="2239459" y="3824053"/>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外包服务</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线条">
            <a:extLst>
              <a:ext uri="{FF2B5EF4-FFF2-40B4-BE49-F238E27FC236}">
                <a16:creationId xmlns:a16="http://schemas.microsoft.com/office/drawing/2014/main" id="{DCEB9465-27FE-4DD1-AF0C-BE2EBAB4D084}"/>
              </a:ext>
            </a:extLst>
          </p:cNvPr>
          <p:cNvSpPr/>
          <p:nvPr/>
        </p:nvSpPr>
        <p:spPr>
          <a:xfrm>
            <a:off x="4362309" y="4079068"/>
            <a:ext cx="867339"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设计">
            <a:extLst>
              <a:ext uri="{FF2B5EF4-FFF2-40B4-BE49-F238E27FC236}">
                <a16:creationId xmlns:a16="http://schemas.microsoft.com/office/drawing/2014/main" id="{4E6C8F24-8FF9-49E0-BCB2-A6D9C1A881D4}"/>
              </a:ext>
            </a:extLst>
          </p:cNvPr>
          <p:cNvSpPr txBox="1"/>
          <p:nvPr/>
        </p:nvSpPr>
        <p:spPr>
          <a:xfrm>
            <a:off x="4462553" y="3824053"/>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商保支付</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线条">
            <a:extLst>
              <a:ext uri="{FF2B5EF4-FFF2-40B4-BE49-F238E27FC236}">
                <a16:creationId xmlns:a16="http://schemas.microsoft.com/office/drawing/2014/main" id="{80BED9FD-A1AC-4B1B-8953-0D8BC17F5646}"/>
              </a:ext>
            </a:extLst>
          </p:cNvPr>
          <p:cNvSpPr/>
          <p:nvPr/>
        </p:nvSpPr>
        <p:spPr>
          <a:xfrm flipH="1">
            <a:off x="6892186" y="4079068"/>
            <a:ext cx="867339"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设计">
            <a:extLst>
              <a:ext uri="{FF2B5EF4-FFF2-40B4-BE49-F238E27FC236}">
                <a16:creationId xmlns:a16="http://schemas.microsoft.com/office/drawing/2014/main" id="{B4A67A48-1EEF-46D4-8F65-0D7FAAEEDB7C}"/>
              </a:ext>
            </a:extLst>
          </p:cNvPr>
          <p:cNvSpPr txBox="1"/>
          <p:nvPr/>
        </p:nvSpPr>
        <p:spPr>
          <a:xfrm>
            <a:off x="6992430" y="3824053"/>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医疗费用</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a:extLst>
              <a:ext uri="{FF2B5EF4-FFF2-40B4-BE49-F238E27FC236}">
                <a16:creationId xmlns:a16="http://schemas.microsoft.com/office/drawing/2014/main" id="{913C56E1-FF03-4A47-8DC3-674B08831124}"/>
              </a:ext>
            </a:extLst>
          </p:cNvPr>
          <p:cNvSpPr/>
          <p:nvPr/>
        </p:nvSpPr>
        <p:spPr>
          <a:xfrm>
            <a:off x="9952541" y="2953153"/>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提升主题的美化质量">
            <a:extLst>
              <a:ext uri="{FF2B5EF4-FFF2-40B4-BE49-F238E27FC236}">
                <a16:creationId xmlns:a16="http://schemas.microsoft.com/office/drawing/2014/main" id="{F1C30A3F-4678-4738-8ABC-10D76E70BE2A}"/>
              </a:ext>
            </a:extLst>
          </p:cNvPr>
          <p:cNvSpPr txBox="1"/>
          <p:nvPr/>
        </p:nvSpPr>
        <p:spPr>
          <a:xfrm>
            <a:off x="10804939" y="3039811"/>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农民</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a:extLst>
              <a:ext uri="{FF2B5EF4-FFF2-40B4-BE49-F238E27FC236}">
                <a16:creationId xmlns:a16="http://schemas.microsoft.com/office/drawing/2014/main" id="{995976B9-CD68-4BAA-985C-7668820D6673}"/>
              </a:ext>
            </a:extLst>
          </p:cNvPr>
          <p:cNvSpPr/>
          <p:nvPr/>
        </p:nvSpPr>
        <p:spPr>
          <a:xfrm>
            <a:off x="9954499" y="2953153"/>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02">
            <a:extLst>
              <a:ext uri="{FF2B5EF4-FFF2-40B4-BE49-F238E27FC236}">
                <a16:creationId xmlns:a16="http://schemas.microsoft.com/office/drawing/2014/main" id="{348AA9E4-0972-4A88-BC6A-C1C9CD2FCE08}"/>
              </a:ext>
            </a:extLst>
          </p:cNvPr>
          <p:cNvSpPr txBox="1"/>
          <p:nvPr/>
        </p:nvSpPr>
        <p:spPr>
          <a:xfrm>
            <a:off x="10037735" y="2993645"/>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a:extLst>
              <a:ext uri="{FF2B5EF4-FFF2-40B4-BE49-F238E27FC236}">
                <a16:creationId xmlns:a16="http://schemas.microsoft.com/office/drawing/2014/main" id="{4037AE9E-F940-4B2B-A59C-2BC8B4485B4C}"/>
              </a:ext>
            </a:extLst>
          </p:cNvPr>
          <p:cNvSpPr/>
          <p:nvPr/>
        </p:nvSpPr>
        <p:spPr>
          <a:xfrm>
            <a:off x="9952541" y="3577596"/>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提升主题的可用性">
            <a:extLst>
              <a:ext uri="{FF2B5EF4-FFF2-40B4-BE49-F238E27FC236}">
                <a16:creationId xmlns:a16="http://schemas.microsoft.com/office/drawing/2014/main" id="{148DC69C-0129-4B04-B867-498623A0DEA8}"/>
              </a:ext>
            </a:extLst>
          </p:cNvPr>
          <p:cNvSpPr txBox="1"/>
          <p:nvPr/>
        </p:nvSpPr>
        <p:spPr>
          <a:xfrm>
            <a:off x="10681699" y="3664254"/>
            <a:ext cx="54425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在校学生</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a:extLst>
              <a:ext uri="{FF2B5EF4-FFF2-40B4-BE49-F238E27FC236}">
                <a16:creationId xmlns:a16="http://schemas.microsoft.com/office/drawing/2014/main" id="{6DD530A2-9F36-456B-B9D5-25542F964407}"/>
              </a:ext>
            </a:extLst>
          </p:cNvPr>
          <p:cNvSpPr/>
          <p:nvPr/>
        </p:nvSpPr>
        <p:spPr>
          <a:xfrm>
            <a:off x="9954499" y="3577596"/>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03">
            <a:extLst>
              <a:ext uri="{FF2B5EF4-FFF2-40B4-BE49-F238E27FC236}">
                <a16:creationId xmlns:a16="http://schemas.microsoft.com/office/drawing/2014/main" id="{CDA7E9E6-BC65-45D8-BAA8-869CEFA3B4AA}"/>
              </a:ext>
            </a:extLst>
          </p:cNvPr>
          <p:cNvSpPr txBox="1"/>
          <p:nvPr/>
        </p:nvSpPr>
        <p:spPr>
          <a:xfrm>
            <a:off x="10037735" y="3618088"/>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a:extLst>
              <a:ext uri="{FF2B5EF4-FFF2-40B4-BE49-F238E27FC236}">
                <a16:creationId xmlns:a16="http://schemas.microsoft.com/office/drawing/2014/main" id="{4F1BE877-BD05-432A-A52E-FD3421F83A9B}"/>
              </a:ext>
            </a:extLst>
          </p:cNvPr>
          <p:cNvSpPr/>
          <p:nvPr/>
        </p:nvSpPr>
        <p:spPr>
          <a:xfrm>
            <a:off x="9952541" y="4202039"/>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提升主题的可用性">
            <a:extLst>
              <a:ext uri="{FF2B5EF4-FFF2-40B4-BE49-F238E27FC236}">
                <a16:creationId xmlns:a16="http://schemas.microsoft.com/office/drawing/2014/main" id="{C0460197-DB1D-41B1-B0FB-31E8AB6AFEC9}"/>
              </a:ext>
            </a:extLst>
          </p:cNvPr>
          <p:cNvSpPr txBox="1"/>
          <p:nvPr/>
        </p:nvSpPr>
        <p:spPr>
          <a:xfrm>
            <a:off x="10681698" y="4288697"/>
            <a:ext cx="54425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城乡居民</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a:extLst>
              <a:ext uri="{FF2B5EF4-FFF2-40B4-BE49-F238E27FC236}">
                <a16:creationId xmlns:a16="http://schemas.microsoft.com/office/drawing/2014/main" id="{972DD81A-9B0F-43A9-A9AC-97BF64C120C4}"/>
              </a:ext>
            </a:extLst>
          </p:cNvPr>
          <p:cNvSpPr/>
          <p:nvPr/>
        </p:nvSpPr>
        <p:spPr>
          <a:xfrm>
            <a:off x="9954499" y="4202039"/>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03">
            <a:extLst>
              <a:ext uri="{FF2B5EF4-FFF2-40B4-BE49-F238E27FC236}">
                <a16:creationId xmlns:a16="http://schemas.microsoft.com/office/drawing/2014/main" id="{1032D5CC-BAB6-479A-B7CE-FDCF02C31CE5}"/>
              </a:ext>
            </a:extLst>
          </p:cNvPr>
          <p:cNvSpPr txBox="1"/>
          <p:nvPr/>
        </p:nvSpPr>
        <p:spPr>
          <a:xfrm>
            <a:off x="10037734" y="4242531"/>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35" name="矩形">
            <a:extLst>
              <a:ext uri="{FF2B5EF4-FFF2-40B4-BE49-F238E27FC236}">
                <a16:creationId xmlns:a16="http://schemas.microsoft.com/office/drawing/2014/main" id="{7F006227-62B7-4101-A48A-7E2DDA7A0C1B}"/>
              </a:ext>
            </a:extLst>
          </p:cNvPr>
          <p:cNvSpPr/>
          <p:nvPr/>
        </p:nvSpPr>
        <p:spPr>
          <a:xfrm>
            <a:off x="9952541" y="4826482"/>
            <a:ext cx="1566359"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提升主题的可用性">
            <a:extLst>
              <a:ext uri="{FF2B5EF4-FFF2-40B4-BE49-F238E27FC236}">
                <a16:creationId xmlns:a16="http://schemas.microsoft.com/office/drawing/2014/main" id="{2AAA1E83-39C3-4B76-92DB-203B223B80CF}"/>
              </a:ext>
            </a:extLst>
          </p:cNvPr>
          <p:cNvSpPr txBox="1"/>
          <p:nvPr/>
        </p:nvSpPr>
        <p:spPr>
          <a:xfrm>
            <a:off x="10681698" y="4913140"/>
            <a:ext cx="54425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城镇职工</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a:extLst>
              <a:ext uri="{FF2B5EF4-FFF2-40B4-BE49-F238E27FC236}">
                <a16:creationId xmlns:a16="http://schemas.microsoft.com/office/drawing/2014/main" id="{5BDC8AEE-503F-417E-A3C3-72E2ACBA7EEB}"/>
              </a:ext>
            </a:extLst>
          </p:cNvPr>
          <p:cNvSpPr/>
          <p:nvPr/>
        </p:nvSpPr>
        <p:spPr>
          <a:xfrm>
            <a:off x="9954499" y="4826482"/>
            <a:ext cx="448601" cy="378501"/>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03">
            <a:extLst>
              <a:ext uri="{FF2B5EF4-FFF2-40B4-BE49-F238E27FC236}">
                <a16:creationId xmlns:a16="http://schemas.microsoft.com/office/drawing/2014/main" id="{C7437370-15C8-47F5-98E3-DCE909742524}"/>
              </a:ext>
            </a:extLst>
          </p:cNvPr>
          <p:cNvSpPr txBox="1"/>
          <p:nvPr/>
        </p:nvSpPr>
        <p:spPr>
          <a:xfrm>
            <a:off x="10037735" y="4866974"/>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连接线">
            <a:extLst>
              <a:ext uri="{FF2B5EF4-FFF2-40B4-BE49-F238E27FC236}">
                <a16:creationId xmlns:a16="http://schemas.microsoft.com/office/drawing/2014/main" id="{D169929C-4A32-4DC2-BA28-9ACFC3934062}"/>
              </a:ext>
            </a:extLst>
          </p:cNvPr>
          <p:cNvSpPr/>
          <p:nvPr/>
        </p:nvSpPr>
        <p:spPr>
          <a:xfrm flipH="1">
            <a:off x="8960711" y="3117372"/>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连接线">
            <a:extLst>
              <a:ext uri="{FF2B5EF4-FFF2-40B4-BE49-F238E27FC236}">
                <a16:creationId xmlns:a16="http://schemas.microsoft.com/office/drawing/2014/main" id="{40381AC1-BDDD-42E6-AA5D-641D8684B243}"/>
              </a:ext>
            </a:extLst>
          </p:cNvPr>
          <p:cNvSpPr/>
          <p:nvPr/>
        </p:nvSpPr>
        <p:spPr>
          <a:xfrm flipH="1" flipV="1">
            <a:off x="8960711" y="4471229"/>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连接线">
            <a:extLst>
              <a:ext uri="{FF2B5EF4-FFF2-40B4-BE49-F238E27FC236}">
                <a16:creationId xmlns:a16="http://schemas.microsoft.com/office/drawing/2014/main" id="{A3238D8A-2E33-44EB-A9E5-36DD2A2AD852}"/>
              </a:ext>
            </a:extLst>
          </p:cNvPr>
          <p:cNvSpPr/>
          <p:nvPr/>
        </p:nvSpPr>
        <p:spPr>
          <a:xfrm flipH="1">
            <a:off x="8960710" y="3697379"/>
            <a:ext cx="990851" cy="489084"/>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连接线">
            <a:extLst>
              <a:ext uri="{FF2B5EF4-FFF2-40B4-BE49-F238E27FC236}">
                <a16:creationId xmlns:a16="http://schemas.microsoft.com/office/drawing/2014/main" id="{C3D7742C-0494-49A1-8CF1-988F66BF13E0}"/>
              </a:ext>
            </a:extLst>
          </p:cNvPr>
          <p:cNvSpPr/>
          <p:nvPr/>
        </p:nvSpPr>
        <p:spPr>
          <a:xfrm flipH="1" flipV="1">
            <a:off x="8960709" y="3932847"/>
            <a:ext cx="990851" cy="458442"/>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a:extLst>
              <a:ext uri="{FF2B5EF4-FFF2-40B4-BE49-F238E27FC236}">
                <a16:creationId xmlns:a16="http://schemas.microsoft.com/office/drawing/2014/main" id="{CD1B3F03-3858-444F-927E-72C02A4F75BA}"/>
              </a:ext>
            </a:extLst>
          </p:cNvPr>
          <p:cNvSpPr/>
          <p:nvPr/>
        </p:nvSpPr>
        <p:spPr>
          <a:xfrm>
            <a:off x="3199487" y="2130014"/>
            <a:ext cx="971788"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制作主题包">
            <a:extLst>
              <a:ext uri="{FF2B5EF4-FFF2-40B4-BE49-F238E27FC236}">
                <a16:creationId xmlns:a16="http://schemas.microsoft.com/office/drawing/2014/main" id="{7EE32DC6-85C9-4FFC-925A-20C9E1B0A9B4}"/>
              </a:ext>
            </a:extLst>
          </p:cNvPr>
          <p:cNvSpPr txBox="1"/>
          <p:nvPr/>
        </p:nvSpPr>
        <p:spPr>
          <a:xfrm>
            <a:off x="3428901" y="2201283"/>
            <a:ext cx="51296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保监会</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a:extLst>
              <a:ext uri="{FF2B5EF4-FFF2-40B4-BE49-F238E27FC236}">
                <a16:creationId xmlns:a16="http://schemas.microsoft.com/office/drawing/2014/main" id="{82A7ACC4-9F21-4EF5-8D2E-F58D2CEF7AC5}"/>
              </a:ext>
            </a:extLst>
          </p:cNvPr>
          <p:cNvSpPr/>
          <p:nvPr/>
        </p:nvSpPr>
        <p:spPr>
          <a:xfrm>
            <a:off x="4943256" y="2130014"/>
            <a:ext cx="971788"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制作主题包">
            <a:extLst>
              <a:ext uri="{FF2B5EF4-FFF2-40B4-BE49-F238E27FC236}">
                <a16:creationId xmlns:a16="http://schemas.microsoft.com/office/drawing/2014/main" id="{E79C3485-2AF8-4366-9EE6-22E039D15C23}"/>
              </a:ext>
            </a:extLst>
          </p:cNvPr>
          <p:cNvSpPr txBox="1"/>
          <p:nvPr/>
        </p:nvSpPr>
        <p:spPr>
          <a:xfrm>
            <a:off x="5172670" y="2201283"/>
            <a:ext cx="51296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卫健委</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a:extLst>
              <a:ext uri="{FF2B5EF4-FFF2-40B4-BE49-F238E27FC236}">
                <a16:creationId xmlns:a16="http://schemas.microsoft.com/office/drawing/2014/main" id="{3B812573-2065-4150-9014-1315BBAD2A08}"/>
              </a:ext>
            </a:extLst>
          </p:cNvPr>
          <p:cNvSpPr/>
          <p:nvPr/>
        </p:nvSpPr>
        <p:spPr>
          <a:xfrm>
            <a:off x="6152415" y="2130014"/>
            <a:ext cx="971788"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制作主题包">
            <a:extLst>
              <a:ext uri="{FF2B5EF4-FFF2-40B4-BE49-F238E27FC236}">
                <a16:creationId xmlns:a16="http://schemas.microsoft.com/office/drawing/2014/main" id="{BED636BA-6826-4A7A-B7CB-35DE51CC41E4}"/>
              </a:ext>
            </a:extLst>
          </p:cNvPr>
          <p:cNvSpPr txBox="1"/>
          <p:nvPr/>
        </p:nvSpPr>
        <p:spPr>
          <a:xfrm>
            <a:off x="6381827" y="2201283"/>
            <a:ext cx="51296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医保局</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线条">
            <a:extLst>
              <a:ext uri="{FF2B5EF4-FFF2-40B4-BE49-F238E27FC236}">
                <a16:creationId xmlns:a16="http://schemas.microsoft.com/office/drawing/2014/main" id="{FFDFC73E-1E22-4E73-8146-370F032BB174}"/>
              </a:ext>
            </a:extLst>
          </p:cNvPr>
          <p:cNvSpPr/>
          <p:nvPr/>
        </p:nvSpPr>
        <p:spPr>
          <a:xfrm flipH="1">
            <a:off x="3685381" y="2508515"/>
            <a:ext cx="0" cy="89118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设计">
            <a:extLst>
              <a:ext uri="{FF2B5EF4-FFF2-40B4-BE49-F238E27FC236}">
                <a16:creationId xmlns:a16="http://schemas.microsoft.com/office/drawing/2014/main" id="{FEC511BB-0640-4470-ADDE-A24F84488EFA}"/>
              </a:ext>
            </a:extLst>
          </p:cNvPr>
          <p:cNvSpPr txBox="1"/>
          <p:nvPr/>
        </p:nvSpPr>
        <p:spPr>
          <a:xfrm>
            <a:off x="2963389" y="283612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监管</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设计">
            <a:extLst>
              <a:ext uri="{FF2B5EF4-FFF2-40B4-BE49-F238E27FC236}">
                <a16:creationId xmlns:a16="http://schemas.microsoft.com/office/drawing/2014/main" id="{ED1A68C4-A0D8-490F-8961-6BB521632F61}"/>
              </a:ext>
            </a:extLst>
          </p:cNvPr>
          <p:cNvSpPr txBox="1"/>
          <p:nvPr/>
        </p:nvSpPr>
        <p:spPr>
          <a:xfrm>
            <a:off x="4743351" y="283612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定价监管</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设计">
            <a:extLst>
              <a:ext uri="{FF2B5EF4-FFF2-40B4-BE49-F238E27FC236}">
                <a16:creationId xmlns:a16="http://schemas.microsoft.com/office/drawing/2014/main" id="{425732AA-E605-4735-A411-A33D68A85CAB}"/>
              </a:ext>
            </a:extLst>
          </p:cNvPr>
          <p:cNvSpPr txBox="1"/>
          <p:nvPr/>
        </p:nvSpPr>
        <p:spPr>
          <a:xfrm>
            <a:off x="6719487" y="2836128"/>
            <a:ext cx="121483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医保基金支付</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a:extLst>
              <a:ext uri="{FF2B5EF4-FFF2-40B4-BE49-F238E27FC236}">
                <a16:creationId xmlns:a16="http://schemas.microsoft.com/office/drawing/2014/main" id="{9562E8FA-1F2B-44C8-91BF-1D4ECDFD020A}"/>
              </a:ext>
            </a:extLst>
          </p:cNvPr>
          <p:cNvSpPr/>
          <p:nvPr/>
        </p:nvSpPr>
        <p:spPr>
          <a:xfrm>
            <a:off x="4932440" y="5234145"/>
            <a:ext cx="226211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制作主题包">
            <a:extLst>
              <a:ext uri="{FF2B5EF4-FFF2-40B4-BE49-F238E27FC236}">
                <a16:creationId xmlns:a16="http://schemas.microsoft.com/office/drawing/2014/main" id="{E3E02469-D1FC-4BFD-B7C2-3003CA8CCCD7}"/>
              </a:ext>
            </a:extLst>
          </p:cNvPr>
          <p:cNvSpPr txBox="1"/>
          <p:nvPr/>
        </p:nvSpPr>
        <p:spPr>
          <a:xfrm>
            <a:off x="5232203" y="5305414"/>
            <a:ext cx="166258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软件支持厂商</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连接符: 肘形 60">
            <a:extLst>
              <a:ext uri="{FF2B5EF4-FFF2-40B4-BE49-F238E27FC236}">
                <a16:creationId xmlns:a16="http://schemas.microsoft.com/office/drawing/2014/main" id="{E054AD05-845C-4E19-872A-AF9DD8C75A52}"/>
              </a:ext>
            </a:extLst>
          </p:cNvPr>
          <p:cNvCxnSpPr>
            <a:stCxn id="9" idx="4"/>
          </p:cNvCxnSpPr>
          <p:nvPr/>
        </p:nvCxnSpPr>
        <p:spPr>
          <a:xfrm rot="16200000" flipH="1">
            <a:off x="2878857" y="3369812"/>
            <a:ext cx="667401" cy="3439765"/>
          </a:xfrm>
          <a:prstGeom prst="bentConnector2">
            <a:avLst/>
          </a:prstGeom>
          <a:ln w="12700">
            <a:solidFill>
              <a:schemeClr val="accent1">
                <a:lumMod val="100000"/>
              </a:schemeClr>
            </a:solidFill>
            <a:custDash>
              <a:ds d="200000" sp="200000"/>
            </a:custDash>
            <a:miter lim="400000"/>
            <a:headEnd type="none"/>
            <a:tailEnd type="none"/>
          </a:ln>
        </p:spPr>
      </p:cxnSp>
      <p:cxnSp>
        <p:nvCxnSpPr>
          <p:cNvPr id="65" name="直接连接符 64">
            <a:extLst>
              <a:ext uri="{FF2B5EF4-FFF2-40B4-BE49-F238E27FC236}">
                <a16:creationId xmlns:a16="http://schemas.microsoft.com/office/drawing/2014/main" id="{55DDC815-419E-49AA-90D9-92C8FD63157B}"/>
              </a:ext>
            </a:extLst>
          </p:cNvPr>
          <p:cNvCxnSpPr>
            <a:stCxn id="12" idx="4"/>
          </p:cNvCxnSpPr>
          <p:nvPr/>
        </p:nvCxnSpPr>
        <p:spPr>
          <a:xfrm>
            <a:off x="3685381" y="4755995"/>
            <a:ext cx="0" cy="667399"/>
          </a:xfrm>
          <a:prstGeom prst="line">
            <a:avLst/>
          </a:prstGeom>
          <a:ln w="12700">
            <a:solidFill>
              <a:schemeClr val="accent1">
                <a:lumMod val="100000"/>
              </a:schemeClr>
            </a:solidFill>
            <a:custDash>
              <a:ds d="200000" sp="200000"/>
            </a:custDash>
            <a:miter lim="400000"/>
            <a:headEnd type="none"/>
            <a:tailEnd type="none"/>
          </a:ln>
        </p:spPr>
      </p:cxnSp>
      <p:cxnSp>
        <p:nvCxnSpPr>
          <p:cNvPr id="67" name="直接连接符 66">
            <a:extLst>
              <a:ext uri="{FF2B5EF4-FFF2-40B4-BE49-F238E27FC236}">
                <a16:creationId xmlns:a16="http://schemas.microsoft.com/office/drawing/2014/main" id="{C668659C-BF07-4FE1-9538-E902D31B0107}"/>
              </a:ext>
            </a:extLst>
          </p:cNvPr>
          <p:cNvCxnSpPr>
            <a:stCxn id="14" idx="4"/>
          </p:cNvCxnSpPr>
          <p:nvPr/>
        </p:nvCxnSpPr>
        <p:spPr>
          <a:xfrm>
            <a:off x="6063495" y="4902601"/>
            <a:ext cx="1" cy="402813"/>
          </a:xfrm>
          <a:prstGeom prst="line">
            <a:avLst/>
          </a:prstGeom>
          <a:ln w="12700">
            <a:solidFill>
              <a:schemeClr val="accent1">
                <a:lumMod val="100000"/>
              </a:schemeClr>
            </a:solidFill>
            <a:custDash>
              <a:ds d="200000" sp="200000"/>
            </a:custDash>
            <a:miter lim="400000"/>
            <a:headEnd type="none"/>
            <a:tailEnd type="none"/>
          </a:ln>
        </p:spPr>
      </p:cxnSp>
      <p:cxnSp>
        <p:nvCxnSpPr>
          <p:cNvPr id="69" name="连接符: 肘形 68">
            <a:extLst>
              <a:ext uri="{FF2B5EF4-FFF2-40B4-BE49-F238E27FC236}">
                <a16:creationId xmlns:a16="http://schemas.microsoft.com/office/drawing/2014/main" id="{0761D665-AAA1-4AF5-A200-EBB8F558FD50}"/>
              </a:ext>
            </a:extLst>
          </p:cNvPr>
          <p:cNvCxnSpPr>
            <a:stCxn id="16" idx="4"/>
          </p:cNvCxnSpPr>
          <p:nvPr/>
        </p:nvCxnSpPr>
        <p:spPr>
          <a:xfrm rot="5400000">
            <a:off x="7484380" y="4466166"/>
            <a:ext cx="667401" cy="1247059"/>
          </a:xfrm>
          <a:prstGeom prst="bentConnector2">
            <a:avLst/>
          </a:prstGeom>
          <a:ln w="12700">
            <a:solidFill>
              <a:schemeClr val="accent1">
                <a:lumMod val="100000"/>
              </a:schemeClr>
            </a:solidFill>
            <a:custDash>
              <a:ds d="200000" sp="200000"/>
            </a:custDash>
            <a:miter lim="400000"/>
            <a:headEnd type="none"/>
            <a:tailEnd type="none"/>
          </a:ln>
        </p:spPr>
      </p:cxnSp>
      <p:sp>
        <p:nvSpPr>
          <p:cNvPr id="2" name="文本框 1">
            <a:extLst>
              <a:ext uri="{FF2B5EF4-FFF2-40B4-BE49-F238E27FC236}">
                <a16:creationId xmlns:a16="http://schemas.microsoft.com/office/drawing/2014/main" id="{1A2466BE-2098-BAD9-5943-0C07DB21377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24B334F5-E568-5405-FF3B-1F463C6E534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5AA921FC-6491-7F04-D2B5-D0310C94883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651208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矩形">
            <a:extLst>
              <a:ext uri="{FF2B5EF4-FFF2-40B4-BE49-F238E27FC236}">
                <a16:creationId xmlns:a16="http://schemas.microsoft.com/office/drawing/2014/main" id="{39D75394-9AF5-4DAE-B842-542A85BBF049}"/>
              </a:ext>
            </a:extLst>
          </p:cNvPr>
          <p:cNvSpPr/>
          <p:nvPr/>
        </p:nvSpPr>
        <p:spPr>
          <a:xfrm>
            <a:off x="9661192" y="2069242"/>
            <a:ext cx="1431353" cy="464462"/>
          </a:xfrm>
          <a:prstGeom prst="roundRect">
            <a:avLst/>
          </a:prstGeom>
          <a:solidFill>
            <a:schemeClr val="accent1">
              <a:lumMod val="20000"/>
              <a:lumOff val="80000"/>
              <a:alpha val="44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矩形">
            <a:extLst>
              <a:ext uri="{FF2B5EF4-FFF2-40B4-BE49-F238E27FC236}">
                <a16:creationId xmlns:a16="http://schemas.microsoft.com/office/drawing/2014/main" id="{87024C08-C317-4063-B454-569AB0DE051F}"/>
              </a:ext>
            </a:extLst>
          </p:cNvPr>
          <p:cNvSpPr/>
          <p:nvPr/>
        </p:nvSpPr>
        <p:spPr>
          <a:xfrm>
            <a:off x="1540262" y="2069242"/>
            <a:ext cx="2680029" cy="464462"/>
          </a:xfrm>
          <a:prstGeom prst="roundRect">
            <a:avLst/>
          </a:prstGeom>
          <a:solidFill>
            <a:schemeClr val="accent1">
              <a:lumMod val="20000"/>
              <a:lumOff val="80000"/>
              <a:alpha val="44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形状">
            <a:extLst>
              <a:ext uri="{FF2B5EF4-FFF2-40B4-BE49-F238E27FC236}">
                <a16:creationId xmlns:a16="http://schemas.microsoft.com/office/drawing/2014/main" id="{B873AA2F-F7AE-424B-9F50-55ABDD6D7684}"/>
              </a:ext>
            </a:extLst>
          </p:cNvPr>
          <p:cNvSpPr/>
          <p:nvPr/>
        </p:nvSpPr>
        <p:spPr>
          <a:xfrm rot="16200000">
            <a:off x="5715713" y="-70560"/>
            <a:ext cx="760577" cy="1084580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alpha val="39000"/>
                </a:schemeClr>
              </a:gs>
              <a:gs pos="80000">
                <a:schemeClr val="accent1">
                  <a:alpha val="0"/>
                </a:schemeClr>
              </a:gs>
            </a:gsLst>
            <a:lin ang="0" scaled="1"/>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a:extLst>
              <a:ext uri="{FF2B5EF4-FFF2-40B4-BE49-F238E27FC236}">
                <a16:creationId xmlns:a16="http://schemas.microsoft.com/office/drawing/2014/main" id="{6874AB87-1D59-482E-A258-C7C1C8F5A2D0}"/>
              </a:ext>
            </a:extLst>
          </p:cNvPr>
          <p:cNvSpPr/>
          <p:nvPr/>
        </p:nvSpPr>
        <p:spPr>
          <a:xfrm>
            <a:off x="855916"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a:extLst>
              <a:ext uri="{FF2B5EF4-FFF2-40B4-BE49-F238E27FC236}">
                <a16:creationId xmlns:a16="http://schemas.microsoft.com/office/drawing/2014/main" id="{1D444DCA-1096-4C57-A4BA-BD8997CF307A}"/>
              </a:ext>
            </a:extLst>
          </p:cNvPr>
          <p:cNvSpPr/>
          <p:nvPr/>
        </p:nvSpPr>
        <p:spPr>
          <a:xfrm>
            <a:off x="1102001"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制作主题包">
            <a:extLst>
              <a:ext uri="{FF2B5EF4-FFF2-40B4-BE49-F238E27FC236}">
                <a16:creationId xmlns:a16="http://schemas.microsoft.com/office/drawing/2014/main" id="{74F0E95B-931C-4B24-B32D-9A097AE58C57}"/>
              </a:ext>
            </a:extLst>
          </p:cNvPr>
          <p:cNvSpPr txBox="1"/>
          <p:nvPr/>
        </p:nvSpPr>
        <p:spPr>
          <a:xfrm>
            <a:off x="1316337" y="4046109"/>
            <a:ext cx="974626"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运行时间</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2" name="制作主题包">
            <a:extLst>
              <a:ext uri="{FF2B5EF4-FFF2-40B4-BE49-F238E27FC236}">
                <a16:creationId xmlns:a16="http://schemas.microsoft.com/office/drawing/2014/main" id="{8A05A8B7-6DBF-4262-A9A0-76B629B9C324}"/>
              </a:ext>
            </a:extLst>
          </p:cNvPr>
          <p:cNvSpPr txBox="1"/>
          <p:nvPr/>
        </p:nvSpPr>
        <p:spPr>
          <a:xfrm>
            <a:off x="1648960" y="2828370"/>
            <a:ext cx="30938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defPPr>
              <a:defRPr lang="zh-CN"/>
            </a:defPPr>
            <a:lvl1pPr marR="0" lvl="0" indent="0" algn="ctr" defTabSz="1219169" fontAlgn="auto" hangingPunct="0">
              <a:lnSpc>
                <a:spcPct val="100000"/>
              </a:lnSpc>
              <a:spcBef>
                <a:spcPts val="0"/>
              </a:spcBef>
              <a:spcAft>
                <a:spcPts val="0"/>
              </a:spcAft>
              <a:buClrTx/>
              <a:buSzTx/>
              <a:buFontTx/>
              <a:buNone/>
              <a:tabLst/>
              <a:defRPr kumimoji="0" sz="1600" b="0" i="0" u="none" strike="noStrike" kern="0" cap="none" spc="0" normalizeH="0" baseline="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defRPr>
            </a:lvl1pPr>
          </a:lstStyle>
          <a:p>
            <a:r>
              <a:rPr lang="en-US" altLang="zh-CN" dirty="0">
                <a:sym typeface="阿里巴巴普惠体 2 45 Light" panose="00020600040101010101" pitchFamily="18" charset="-122"/>
              </a:rPr>
              <a:t>01</a:t>
            </a:r>
            <a:endParaRPr dirty="0">
              <a:sym typeface="阿里巴巴普惠体 2 45 Light" panose="00020600040101010101" pitchFamily="18" charset="-122"/>
            </a:endParaRPr>
          </a:p>
        </p:txBody>
      </p:sp>
      <p:sp>
        <p:nvSpPr>
          <p:cNvPr id="40" name="Object25">
            <a:extLst>
              <a:ext uri="{FF2B5EF4-FFF2-40B4-BE49-F238E27FC236}">
                <a16:creationId xmlns:a16="http://schemas.microsoft.com/office/drawing/2014/main" id="{091ECE9A-5F19-4D74-9438-6575BFCABD30}"/>
              </a:ext>
            </a:extLst>
          </p:cNvPr>
          <p:cNvSpPr txBox="1"/>
          <p:nvPr/>
        </p:nvSpPr>
        <p:spPr>
          <a:xfrm>
            <a:off x="917926" y="4403537"/>
            <a:ext cx="1692275"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Uptime</a:t>
            </a:r>
          </a:p>
        </p:txBody>
      </p:sp>
      <p:sp>
        <p:nvSpPr>
          <p:cNvPr id="49" name="矩形">
            <a:extLst>
              <a:ext uri="{FF2B5EF4-FFF2-40B4-BE49-F238E27FC236}">
                <a16:creationId xmlns:a16="http://schemas.microsoft.com/office/drawing/2014/main" id="{0D11F0B0-E8F2-4D79-9856-4F65EFEF0F2D}"/>
              </a:ext>
            </a:extLst>
          </p:cNvPr>
          <p:cNvSpPr/>
          <p:nvPr/>
        </p:nvSpPr>
        <p:spPr>
          <a:xfrm>
            <a:off x="3002090"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a:extLst>
              <a:ext uri="{FF2B5EF4-FFF2-40B4-BE49-F238E27FC236}">
                <a16:creationId xmlns:a16="http://schemas.microsoft.com/office/drawing/2014/main" id="{F0188131-C8D4-4A79-BDBD-48C98D03B09E}"/>
              </a:ext>
            </a:extLst>
          </p:cNvPr>
          <p:cNvSpPr/>
          <p:nvPr/>
        </p:nvSpPr>
        <p:spPr>
          <a:xfrm>
            <a:off x="3248175"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制作主题包">
            <a:extLst>
              <a:ext uri="{FF2B5EF4-FFF2-40B4-BE49-F238E27FC236}">
                <a16:creationId xmlns:a16="http://schemas.microsoft.com/office/drawing/2014/main" id="{6ABDE334-E13D-4112-ADCE-3A28BDF61AEF}"/>
              </a:ext>
            </a:extLst>
          </p:cNvPr>
          <p:cNvSpPr txBox="1"/>
          <p:nvPr/>
        </p:nvSpPr>
        <p:spPr>
          <a:xfrm>
            <a:off x="3693342" y="4046109"/>
            <a:ext cx="512961"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延迟</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1" name="制作主题包">
            <a:extLst>
              <a:ext uri="{FF2B5EF4-FFF2-40B4-BE49-F238E27FC236}">
                <a16:creationId xmlns:a16="http://schemas.microsoft.com/office/drawing/2014/main" id="{CCC35CB6-F8D9-48A8-A68C-A46F2E2620A3}"/>
              </a:ext>
            </a:extLst>
          </p:cNvPr>
          <p:cNvSpPr txBox="1"/>
          <p:nvPr/>
        </p:nvSpPr>
        <p:spPr>
          <a:xfrm>
            <a:off x="3783112" y="2828370"/>
            <a:ext cx="333425"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defPPr>
              <a:defRPr lang="zh-CN"/>
            </a:defPPr>
            <a:lvl1pPr marR="0" lvl="0" indent="0" algn="ctr" defTabSz="1219169" fontAlgn="auto" hangingPunct="0">
              <a:lnSpc>
                <a:spcPct val="100000"/>
              </a:lnSpc>
              <a:spcBef>
                <a:spcPts val="0"/>
              </a:spcBef>
              <a:spcAft>
                <a:spcPts val="0"/>
              </a:spcAft>
              <a:buClrTx/>
              <a:buSzTx/>
              <a:buFontTx/>
              <a:buNone/>
              <a:tabLst/>
              <a:defRPr kumimoji="0" sz="1600" b="0" i="0" u="none" strike="noStrike" kern="0" cap="none" spc="0" normalizeH="0" baseline="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defRPr>
            </a:lvl1pPr>
          </a:lstStyle>
          <a:p>
            <a:r>
              <a:rPr lang="en-US" altLang="zh-CN" dirty="0">
                <a:sym typeface="阿里巴巴普惠体 2 45 Light" panose="00020600040101010101" pitchFamily="18" charset="-122"/>
              </a:rPr>
              <a:t>02</a:t>
            </a:r>
            <a:endParaRPr dirty="0">
              <a:sym typeface="阿里巴巴普惠体 2 45 Light" panose="00020600040101010101" pitchFamily="18" charset="-122"/>
            </a:endParaRPr>
          </a:p>
        </p:txBody>
      </p:sp>
      <p:sp>
        <p:nvSpPr>
          <p:cNvPr id="53" name="Object25">
            <a:extLst>
              <a:ext uri="{FF2B5EF4-FFF2-40B4-BE49-F238E27FC236}">
                <a16:creationId xmlns:a16="http://schemas.microsoft.com/office/drawing/2014/main" id="{9A137EE8-52B7-4A14-A4A5-184E76573D9F}"/>
              </a:ext>
            </a:extLst>
          </p:cNvPr>
          <p:cNvSpPr txBox="1"/>
          <p:nvPr/>
        </p:nvSpPr>
        <p:spPr>
          <a:xfrm>
            <a:off x="3064100" y="4403537"/>
            <a:ext cx="1692275"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Latency</a:t>
            </a:r>
          </a:p>
        </p:txBody>
      </p:sp>
      <p:sp>
        <p:nvSpPr>
          <p:cNvPr id="56" name="矩形">
            <a:extLst>
              <a:ext uri="{FF2B5EF4-FFF2-40B4-BE49-F238E27FC236}">
                <a16:creationId xmlns:a16="http://schemas.microsoft.com/office/drawing/2014/main" id="{1045292D-4AE8-49C1-A3CE-C3EC36C595C7}"/>
              </a:ext>
            </a:extLst>
          </p:cNvPr>
          <p:cNvSpPr/>
          <p:nvPr/>
        </p:nvSpPr>
        <p:spPr>
          <a:xfrm>
            <a:off x="5148264"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a:extLst>
              <a:ext uri="{FF2B5EF4-FFF2-40B4-BE49-F238E27FC236}">
                <a16:creationId xmlns:a16="http://schemas.microsoft.com/office/drawing/2014/main" id="{26E00EFD-B074-472F-9EE5-44FE2DAAD152}"/>
              </a:ext>
            </a:extLst>
          </p:cNvPr>
          <p:cNvSpPr/>
          <p:nvPr/>
        </p:nvSpPr>
        <p:spPr>
          <a:xfrm>
            <a:off x="5394349"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制作主题包">
            <a:extLst>
              <a:ext uri="{FF2B5EF4-FFF2-40B4-BE49-F238E27FC236}">
                <a16:creationId xmlns:a16="http://schemas.microsoft.com/office/drawing/2014/main" id="{DBE043A9-72F8-44B3-B955-C0C1416876A4}"/>
              </a:ext>
            </a:extLst>
          </p:cNvPr>
          <p:cNvSpPr txBox="1"/>
          <p:nvPr/>
        </p:nvSpPr>
        <p:spPr>
          <a:xfrm>
            <a:off x="5608685" y="4046109"/>
            <a:ext cx="974626"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页面浏览</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8" name="制作主题包">
            <a:extLst>
              <a:ext uri="{FF2B5EF4-FFF2-40B4-BE49-F238E27FC236}">
                <a16:creationId xmlns:a16="http://schemas.microsoft.com/office/drawing/2014/main" id="{D4447B1A-D708-4DFB-BD6B-D716F6ABF099}"/>
              </a:ext>
            </a:extLst>
          </p:cNvPr>
          <p:cNvSpPr txBox="1"/>
          <p:nvPr/>
        </p:nvSpPr>
        <p:spPr>
          <a:xfrm>
            <a:off x="5927683" y="2828370"/>
            <a:ext cx="336631"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altLang="zh-CN"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Object25">
            <a:extLst>
              <a:ext uri="{FF2B5EF4-FFF2-40B4-BE49-F238E27FC236}">
                <a16:creationId xmlns:a16="http://schemas.microsoft.com/office/drawing/2014/main" id="{0BC520D9-0B03-4A28-B4AF-678941E68AE4}"/>
              </a:ext>
            </a:extLst>
          </p:cNvPr>
          <p:cNvSpPr txBox="1"/>
          <p:nvPr/>
        </p:nvSpPr>
        <p:spPr>
          <a:xfrm>
            <a:off x="5210274" y="4403537"/>
            <a:ext cx="1692275"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Page Views</a:t>
            </a:r>
          </a:p>
        </p:txBody>
      </p:sp>
      <p:sp>
        <p:nvSpPr>
          <p:cNvPr id="63" name="矩形">
            <a:extLst>
              <a:ext uri="{FF2B5EF4-FFF2-40B4-BE49-F238E27FC236}">
                <a16:creationId xmlns:a16="http://schemas.microsoft.com/office/drawing/2014/main" id="{7078E774-DCDA-4FC9-BAF0-D55238601430}"/>
              </a:ext>
            </a:extLst>
          </p:cNvPr>
          <p:cNvSpPr/>
          <p:nvPr/>
        </p:nvSpPr>
        <p:spPr>
          <a:xfrm>
            <a:off x="7294438"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a:extLst>
              <a:ext uri="{FF2B5EF4-FFF2-40B4-BE49-F238E27FC236}">
                <a16:creationId xmlns:a16="http://schemas.microsoft.com/office/drawing/2014/main" id="{D399C324-D3B7-445A-8566-18638808811B}"/>
              </a:ext>
            </a:extLst>
          </p:cNvPr>
          <p:cNvSpPr/>
          <p:nvPr/>
        </p:nvSpPr>
        <p:spPr>
          <a:xfrm>
            <a:off x="7540523"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制作主题包">
            <a:extLst>
              <a:ext uri="{FF2B5EF4-FFF2-40B4-BE49-F238E27FC236}">
                <a16:creationId xmlns:a16="http://schemas.microsoft.com/office/drawing/2014/main" id="{1592A446-C45E-47DA-8657-411617E256C2}"/>
              </a:ext>
            </a:extLst>
          </p:cNvPr>
          <p:cNvSpPr txBox="1"/>
          <p:nvPr/>
        </p:nvSpPr>
        <p:spPr>
          <a:xfrm>
            <a:off x="7754859" y="4046109"/>
            <a:ext cx="974626"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周活用户</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5" name="制作主题包">
            <a:extLst>
              <a:ext uri="{FF2B5EF4-FFF2-40B4-BE49-F238E27FC236}">
                <a16:creationId xmlns:a16="http://schemas.microsoft.com/office/drawing/2014/main" id="{A2559527-CE0E-49AA-BE6F-BFBAB7537C67}"/>
              </a:ext>
            </a:extLst>
          </p:cNvPr>
          <p:cNvSpPr txBox="1"/>
          <p:nvPr/>
        </p:nvSpPr>
        <p:spPr>
          <a:xfrm>
            <a:off x="8074658" y="2828370"/>
            <a:ext cx="335028"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altLang="zh-CN"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endParaRPr kumimoji="0" sz="1600" b="0" i="0" u="none" strike="noStrike" kern="0" cap="none" spc="0" normalizeH="0" baseline="0" noProof="0" dirty="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25">
            <a:extLst>
              <a:ext uri="{FF2B5EF4-FFF2-40B4-BE49-F238E27FC236}">
                <a16:creationId xmlns:a16="http://schemas.microsoft.com/office/drawing/2014/main" id="{C96DCFDA-4C8C-4C03-BFFF-8A0CCC92B950}"/>
              </a:ext>
            </a:extLst>
          </p:cNvPr>
          <p:cNvSpPr txBox="1"/>
          <p:nvPr/>
        </p:nvSpPr>
        <p:spPr>
          <a:xfrm>
            <a:off x="7356448" y="4403537"/>
            <a:ext cx="1692275" cy="36933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Seven-day</a:t>
            </a:r>
          </a:p>
          <a:p>
            <a:pPr marL="0" marR="0" lvl="0" indent="0" algn="ctr" defTabSz="609600" rtl="0" eaLnBrk="1" fontAlgn="auto" latinLnBrk="0" hangingPunct="0">
              <a:lnSpc>
                <a:spcPct val="100000"/>
              </a:lnSpc>
              <a:spcBef>
                <a:spcPts val="0"/>
              </a:spcBef>
              <a:spcAft>
                <a:spcPts val="0"/>
              </a:spcAft>
              <a:buClrTx/>
              <a:buSzTx/>
              <a:buFontTx/>
              <a:buNone/>
              <a:tabLst/>
              <a:defRPr/>
            </a:pPr>
            <a:r>
              <a:rPr lang="en-US" altLang="zh-CN" b="0" kern="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Active Users</a:t>
            </a:r>
            <a:endPar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a:extLst>
              <a:ext uri="{FF2B5EF4-FFF2-40B4-BE49-F238E27FC236}">
                <a16:creationId xmlns:a16="http://schemas.microsoft.com/office/drawing/2014/main" id="{19F0E46B-BD9B-4D96-9513-0863B14DFBD0}"/>
              </a:ext>
            </a:extLst>
          </p:cNvPr>
          <p:cNvSpPr/>
          <p:nvPr/>
        </p:nvSpPr>
        <p:spPr>
          <a:xfrm>
            <a:off x="9440611" y="2989604"/>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a:extLst>
              <a:ext uri="{FF2B5EF4-FFF2-40B4-BE49-F238E27FC236}">
                <a16:creationId xmlns:a16="http://schemas.microsoft.com/office/drawing/2014/main" id="{298AECB1-72C7-457C-9A2E-3009DED5BE31}"/>
              </a:ext>
            </a:extLst>
          </p:cNvPr>
          <p:cNvSpPr/>
          <p:nvPr/>
        </p:nvSpPr>
        <p:spPr>
          <a:xfrm>
            <a:off x="9686696" y="2787878"/>
            <a:ext cx="1403305"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制作主题包">
            <a:extLst>
              <a:ext uri="{FF2B5EF4-FFF2-40B4-BE49-F238E27FC236}">
                <a16:creationId xmlns:a16="http://schemas.microsoft.com/office/drawing/2014/main" id="{214F79C5-F45F-40B6-8477-636893DE84CD}"/>
              </a:ext>
            </a:extLst>
          </p:cNvPr>
          <p:cNvSpPr txBox="1"/>
          <p:nvPr/>
        </p:nvSpPr>
        <p:spPr>
          <a:xfrm>
            <a:off x="10131865" y="4046109"/>
            <a:ext cx="512961"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收益</a:t>
            </a:r>
            <a:endParaRPr kumimoji="0" sz="18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2" name="制作主题包">
            <a:extLst>
              <a:ext uri="{FF2B5EF4-FFF2-40B4-BE49-F238E27FC236}">
                <a16:creationId xmlns:a16="http://schemas.microsoft.com/office/drawing/2014/main" id="{26D85CDC-3B2B-44D8-93A2-A978779F659D}"/>
              </a:ext>
            </a:extLst>
          </p:cNvPr>
          <p:cNvSpPr txBox="1"/>
          <p:nvPr/>
        </p:nvSpPr>
        <p:spPr>
          <a:xfrm>
            <a:off x="10222434" y="2828370"/>
            <a:ext cx="331822"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defPPr>
              <a:defRPr lang="zh-CN"/>
            </a:defPPr>
            <a:lvl1pPr marR="0" lvl="0" indent="0" algn="ctr" defTabSz="1219169" fontAlgn="auto" hangingPunct="0">
              <a:lnSpc>
                <a:spcPct val="100000"/>
              </a:lnSpc>
              <a:spcBef>
                <a:spcPts val="0"/>
              </a:spcBef>
              <a:spcAft>
                <a:spcPts val="0"/>
              </a:spcAft>
              <a:buClrTx/>
              <a:buSzTx/>
              <a:buFontTx/>
              <a:buNone/>
              <a:tabLst/>
              <a:defRPr kumimoji="0" sz="1600" b="0" i="0" u="none" strike="noStrike" kern="0" cap="none" spc="0" normalizeH="0" baseline="0">
                <a:ln>
                  <a:noFill/>
                </a:ln>
                <a:solidFill>
                  <a:schemeClr val="accent1">
                    <a:lumMod val="100000"/>
                  </a:schemeClr>
                </a:solidFill>
                <a:effectLst/>
                <a:uLnTx/>
                <a:uFillTx/>
                <a:latin typeface="Facon" pitchFamily="2" charset="0"/>
                <a:ea typeface="阿里巴巴普惠体 2.0 45 Light" panose="00020600040101010101" pitchFamily="18" charset="-122"/>
                <a:cs typeface="阿里巴巴普惠体 2.0 45 Light" panose="00020600040101010101" pitchFamily="18" charset="-122"/>
              </a:defRPr>
            </a:lvl1pPr>
          </a:lstStyle>
          <a:p>
            <a:r>
              <a:rPr lang="en-US" altLang="zh-CN" dirty="0">
                <a:sym typeface="阿里巴巴普惠体 2 45 Light" panose="00020600040101010101" pitchFamily="18" charset="-122"/>
              </a:rPr>
              <a:t>05</a:t>
            </a:r>
            <a:endParaRPr dirty="0">
              <a:sym typeface="阿里巴巴普惠体 2 45 Light" panose="00020600040101010101" pitchFamily="18" charset="-122"/>
            </a:endParaRPr>
          </a:p>
        </p:txBody>
      </p:sp>
      <p:sp>
        <p:nvSpPr>
          <p:cNvPr id="74" name="Object25">
            <a:extLst>
              <a:ext uri="{FF2B5EF4-FFF2-40B4-BE49-F238E27FC236}">
                <a16:creationId xmlns:a16="http://schemas.microsoft.com/office/drawing/2014/main" id="{32ABE611-8B0E-4F4D-9640-55DB22C609C5}"/>
              </a:ext>
            </a:extLst>
          </p:cNvPr>
          <p:cNvSpPr txBox="1"/>
          <p:nvPr/>
        </p:nvSpPr>
        <p:spPr>
          <a:xfrm>
            <a:off x="9502621" y="4403537"/>
            <a:ext cx="1692275"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just" defTabSz="609600">
              <a:lnSpc>
                <a:spcPts val="1400"/>
              </a:lnSpc>
              <a:defRPr sz="1200" b="1" spc="120">
                <a:solidFill>
                  <a:srgbClr val="FFFFFF"/>
                </a:solidFill>
                <a:latin typeface="Microsoft JhengHei Bold"/>
                <a:ea typeface="Microsoft JhengHei Bold"/>
                <a:cs typeface="Microsoft JhengHei Bold"/>
                <a:sym typeface="Microsoft Jheng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12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Earnings</a:t>
            </a:r>
          </a:p>
        </p:txBody>
      </p:sp>
      <p:sp>
        <p:nvSpPr>
          <p:cNvPr id="76" name="设计">
            <a:extLst>
              <a:ext uri="{FF2B5EF4-FFF2-40B4-BE49-F238E27FC236}">
                <a16:creationId xmlns:a16="http://schemas.microsoft.com/office/drawing/2014/main" id="{9D188FDB-AA1B-4D5D-AA17-DB807286867B}"/>
              </a:ext>
            </a:extLst>
          </p:cNvPr>
          <p:cNvSpPr txBox="1"/>
          <p:nvPr/>
        </p:nvSpPr>
        <p:spPr>
          <a:xfrm>
            <a:off x="1904361" y="2183492"/>
            <a:ext cx="195183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技术侧的用户体验</a:t>
            </a:r>
            <a:endParaRPr kumimoji="0"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线条">
            <a:extLst>
              <a:ext uri="{FF2B5EF4-FFF2-40B4-BE49-F238E27FC236}">
                <a16:creationId xmlns:a16="http://schemas.microsoft.com/office/drawing/2014/main" id="{3AB351FB-7241-43AB-B660-4AE5EA82203C}"/>
              </a:ext>
            </a:extLst>
          </p:cNvPr>
          <p:cNvSpPr/>
          <p:nvPr/>
        </p:nvSpPr>
        <p:spPr>
          <a:xfrm>
            <a:off x="855916" y="2346676"/>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圆形">
            <a:extLst>
              <a:ext uri="{FF2B5EF4-FFF2-40B4-BE49-F238E27FC236}">
                <a16:creationId xmlns:a16="http://schemas.microsoft.com/office/drawing/2014/main" id="{812C68A9-217A-4D95-BD45-2E6559675F1D}"/>
              </a:ext>
            </a:extLst>
          </p:cNvPr>
          <p:cNvSpPr/>
          <p:nvPr/>
        </p:nvSpPr>
        <p:spPr>
          <a:xfrm flipV="1">
            <a:off x="806868"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线条">
            <a:extLst>
              <a:ext uri="{FF2B5EF4-FFF2-40B4-BE49-F238E27FC236}">
                <a16:creationId xmlns:a16="http://schemas.microsoft.com/office/drawing/2014/main" id="{46ABAF8D-3D1B-475D-A96A-9D6904496BD2}"/>
              </a:ext>
            </a:extLst>
          </p:cNvPr>
          <p:cNvSpPr/>
          <p:nvPr/>
        </p:nvSpPr>
        <p:spPr>
          <a:xfrm>
            <a:off x="4896075" y="2351803"/>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圆形">
            <a:extLst>
              <a:ext uri="{FF2B5EF4-FFF2-40B4-BE49-F238E27FC236}">
                <a16:creationId xmlns:a16="http://schemas.microsoft.com/office/drawing/2014/main" id="{E6876B19-8C85-48DF-948B-008B9B3F9DD3}"/>
              </a:ext>
            </a:extLst>
          </p:cNvPr>
          <p:cNvSpPr/>
          <p:nvPr/>
        </p:nvSpPr>
        <p:spPr>
          <a:xfrm flipV="1">
            <a:off x="4847027"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线条">
            <a:extLst>
              <a:ext uri="{FF2B5EF4-FFF2-40B4-BE49-F238E27FC236}">
                <a16:creationId xmlns:a16="http://schemas.microsoft.com/office/drawing/2014/main" id="{C712F3DB-8DDA-4256-B74C-F6C4B9A6FB28}"/>
              </a:ext>
            </a:extLst>
          </p:cNvPr>
          <p:cNvSpPr/>
          <p:nvPr/>
        </p:nvSpPr>
        <p:spPr>
          <a:xfrm>
            <a:off x="9166134"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圆形">
            <a:extLst>
              <a:ext uri="{FF2B5EF4-FFF2-40B4-BE49-F238E27FC236}">
                <a16:creationId xmlns:a16="http://schemas.microsoft.com/office/drawing/2014/main" id="{8F4A98B3-5554-4F6F-B91A-292F013B94DD}"/>
              </a:ext>
            </a:extLst>
          </p:cNvPr>
          <p:cNvSpPr/>
          <p:nvPr/>
        </p:nvSpPr>
        <p:spPr>
          <a:xfrm flipV="1">
            <a:off x="9117086"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线条">
            <a:extLst>
              <a:ext uri="{FF2B5EF4-FFF2-40B4-BE49-F238E27FC236}">
                <a16:creationId xmlns:a16="http://schemas.microsoft.com/office/drawing/2014/main" id="{D63D35D5-0F9A-4DCF-829C-7A238AFD9BE4}"/>
              </a:ext>
            </a:extLst>
          </p:cNvPr>
          <p:cNvSpPr/>
          <p:nvPr/>
        </p:nvSpPr>
        <p:spPr>
          <a:xfrm>
            <a:off x="5125975"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圆形">
            <a:extLst>
              <a:ext uri="{FF2B5EF4-FFF2-40B4-BE49-F238E27FC236}">
                <a16:creationId xmlns:a16="http://schemas.microsoft.com/office/drawing/2014/main" id="{785C669E-633E-4B7D-AE0E-20AC0C4C2D98}"/>
              </a:ext>
            </a:extLst>
          </p:cNvPr>
          <p:cNvSpPr/>
          <p:nvPr/>
        </p:nvSpPr>
        <p:spPr>
          <a:xfrm flipV="1">
            <a:off x="5076927"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线条">
            <a:extLst>
              <a:ext uri="{FF2B5EF4-FFF2-40B4-BE49-F238E27FC236}">
                <a16:creationId xmlns:a16="http://schemas.microsoft.com/office/drawing/2014/main" id="{C90299C3-D840-4B40-A50F-529A2972C1BC}"/>
              </a:ext>
            </a:extLst>
          </p:cNvPr>
          <p:cNvSpPr/>
          <p:nvPr/>
        </p:nvSpPr>
        <p:spPr>
          <a:xfrm>
            <a:off x="9438187"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圆形">
            <a:extLst>
              <a:ext uri="{FF2B5EF4-FFF2-40B4-BE49-F238E27FC236}">
                <a16:creationId xmlns:a16="http://schemas.microsoft.com/office/drawing/2014/main" id="{4889E4B4-04C8-4EAB-AA2B-5ED4FF741A64}"/>
              </a:ext>
            </a:extLst>
          </p:cNvPr>
          <p:cNvSpPr/>
          <p:nvPr/>
        </p:nvSpPr>
        <p:spPr>
          <a:xfrm flipV="1">
            <a:off x="9389139"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线条">
            <a:extLst>
              <a:ext uri="{FF2B5EF4-FFF2-40B4-BE49-F238E27FC236}">
                <a16:creationId xmlns:a16="http://schemas.microsoft.com/office/drawing/2014/main" id="{7B26BEA9-133F-4816-83E2-2BE4FE6490E2}"/>
              </a:ext>
            </a:extLst>
          </p:cNvPr>
          <p:cNvSpPr/>
          <p:nvPr/>
        </p:nvSpPr>
        <p:spPr>
          <a:xfrm>
            <a:off x="11334596" y="2356930"/>
            <a:ext cx="0" cy="46242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圆形">
            <a:extLst>
              <a:ext uri="{FF2B5EF4-FFF2-40B4-BE49-F238E27FC236}">
                <a16:creationId xmlns:a16="http://schemas.microsoft.com/office/drawing/2014/main" id="{DC97AE13-C622-4A25-8FEC-94C1965041DB}"/>
              </a:ext>
            </a:extLst>
          </p:cNvPr>
          <p:cNvSpPr/>
          <p:nvPr/>
        </p:nvSpPr>
        <p:spPr>
          <a:xfrm flipV="1">
            <a:off x="11285548" y="2252426"/>
            <a:ext cx="98095" cy="98095"/>
          </a:xfrm>
          <a:prstGeom prst="ellipse">
            <a:avLst/>
          </a:prstGeom>
          <a:ln w="12700">
            <a:solidFill>
              <a:schemeClr val="accent1">
                <a:lumMod val="100000"/>
              </a:schemeClr>
            </a:solidFill>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设计">
            <a:extLst>
              <a:ext uri="{FF2B5EF4-FFF2-40B4-BE49-F238E27FC236}">
                <a16:creationId xmlns:a16="http://schemas.microsoft.com/office/drawing/2014/main" id="{DF96CC5F-2D63-4D28-BD6D-41FAC392BFD2}"/>
              </a:ext>
            </a:extLst>
          </p:cNvPr>
          <p:cNvSpPr txBox="1"/>
          <p:nvPr/>
        </p:nvSpPr>
        <p:spPr>
          <a:xfrm>
            <a:off x="9530686" y="2183492"/>
            <a:ext cx="171489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商业收益</a:t>
            </a:r>
            <a:endParaRPr kumimoji="0"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a:extLst>
              <a:ext uri="{FF2B5EF4-FFF2-40B4-BE49-F238E27FC236}">
                <a16:creationId xmlns:a16="http://schemas.microsoft.com/office/drawing/2014/main" id="{57FAAEA2-D4DF-45EA-BAF7-56E5366438FF}"/>
              </a:ext>
            </a:extLst>
          </p:cNvPr>
          <p:cNvSpPr/>
          <p:nvPr/>
        </p:nvSpPr>
        <p:spPr>
          <a:xfrm>
            <a:off x="855916" y="5702296"/>
            <a:ext cx="1048017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制作主题包">
            <a:extLst>
              <a:ext uri="{FF2B5EF4-FFF2-40B4-BE49-F238E27FC236}">
                <a16:creationId xmlns:a16="http://schemas.microsoft.com/office/drawing/2014/main" id="{65567A57-87C9-4173-B5D7-26C70E780234}"/>
              </a:ext>
            </a:extLst>
          </p:cNvPr>
          <p:cNvSpPr txBox="1"/>
          <p:nvPr/>
        </p:nvSpPr>
        <p:spPr>
          <a:xfrm>
            <a:off x="1482166" y="5773565"/>
            <a:ext cx="916266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传统的网站衡量指标，基于商业和技术评估产品，应用于跟踪产品的整体表现</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线条">
            <a:extLst>
              <a:ext uri="{FF2B5EF4-FFF2-40B4-BE49-F238E27FC236}">
                <a16:creationId xmlns:a16="http://schemas.microsoft.com/office/drawing/2014/main" id="{2ECC1387-5383-417E-8DE2-517A8E685EB0}"/>
              </a:ext>
            </a:extLst>
          </p:cNvPr>
          <p:cNvSpPr/>
          <p:nvPr/>
        </p:nvSpPr>
        <p:spPr>
          <a:xfrm>
            <a:off x="925677" y="2301473"/>
            <a:ext cx="61458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线条">
            <a:extLst>
              <a:ext uri="{FF2B5EF4-FFF2-40B4-BE49-F238E27FC236}">
                <a16:creationId xmlns:a16="http://schemas.microsoft.com/office/drawing/2014/main" id="{A48B3E23-DFCC-4172-87B0-FA63CDF126E7}"/>
              </a:ext>
            </a:extLst>
          </p:cNvPr>
          <p:cNvSpPr/>
          <p:nvPr/>
        </p:nvSpPr>
        <p:spPr>
          <a:xfrm flipH="1">
            <a:off x="4223850" y="2301473"/>
            <a:ext cx="61102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矩形">
            <a:extLst>
              <a:ext uri="{FF2B5EF4-FFF2-40B4-BE49-F238E27FC236}">
                <a16:creationId xmlns:a16="http://schemas.microsoft.com/office/drawing/2014/main" id="{B4E97927-E08F-468A-9F6C-51888207050E}"/>
              </a:ext>
            </a:extLst>
          </p:cNvPr>
          <p:cNvSpPr/>
          <p:nvPr/>
        </p:nvSpPr>
        <p:spPr>
          <a:xfrm>
            <a:off x="5817210" y="2069242"/>
            <a:ext cx="2680029" cy="464462"/>
          </a:xfrm>
          <a:prstGeom prst="roundRect">
            <a:avLst/>
          </a:prstGeom>
          <a:solidFill>
            <a:schemeClr val="accent1">
              <a:lumMod val="20000"/>
              <a:lumOff val="80000"/>
              <a:alpha val="44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设计">
            <a:extLst>
              <a:ext uri="{FF2B5EF4-FFF2-40B4-BE49-F238E27FC236}">
                <a16:creationId xmlns:a16="http://schemas.microsoft.com/office/drawing/2014/main" id="{0E25D9ED-A8FE-40F4-A707-9D07334566C8}"/>
              </a:ext>
            </a:extLst>
          </p:cNvPr>
          <p:cNvSpPr txBox="1"/>
          <p:nvPr/>
        </p:nvSpPr>
        <p:spPr>
          <a:xfrm>
            <a:off x="6181309" y="2183492"/>
            <a:ext cx="195183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产品的用户忠诚度</a:t>
            </a:r>
          </a:p>
        </p:txBody>
      </p:sp>
      <p:sp>
        <p:nvSpPr>
          <p:cNvPr id="104" name="线条">
            <a:extLst>
              <a:ext uri="{FF2B5EF4-FFF2-40B4-BE49-F238E27FC236}">
                <a16:creationId xmlns:a16="http://schemas.microsoft.com/office/drawing/2014/main" id="{0603FCD7-C812-474B-ABFA-3C33D0527489}"/>
              </a:ext>
            </a:extLst>
          </p:cNvPr>
          <p:cNvSpPr/>
          <p:nvPr/>
        </p:nvSpPr>
        <p:spPr>
          <a:xfrm>
            <a:off x="5202625" y="2301473"/>
            <a:ext cx="61458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线条">
            <a:extLst>
              <a:ext uri="{FF2B5EF4-FFF2-40B4-BE49-F238E27FC236}">
                <a16:creationId xmlns:a16="http://schemas.microsoft.com/office/drawing/2014/main" id="{39AA0310-77F2-49C8-B550-DF9972053655}"/>
              </a:ext>
            </a:extLst>
          </p:cNvPr>
          <p:cNvSpPr/>
          <p:nvPr/>
        </p:nvSpPr>
        <p:spPr>
          <a:xfrm flipH="1">
            <a:off x="8500798" y="2301473"/>
            <a:ext cx="611025"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线条">
            <a:extLst>
              <a:ext uri="{FF2B5EF4-FFF2-40B4-BE49-F238E27FC236}">
                <a16:creationId xmlns:a16="http://schemas.microsoft.com/office/drawing/2014/main" id="{0D7F6B91-BFC1-4291-9F19-5A51D3E835BB}"/>
              </a:ext>
            </a:extLst>
          </p:cNvPr>
          <p:cNvSpPr/>
          <p:nvPr/>
        </p:nvSpPr>
        <p:spPr>
          <a:xfrm flipH="1">
            <a:off x="11090000" y="2301473"/>
            <a:ext cx="19554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线条">
            <a:extLst>
              <a:ext uri="{FF2B5EF4-FFF2-40B4-BE49-F238E27FC236}">
                <a16:creationId xmlns:a16="http://schemas.microsoft.com/office/drawing/2014/main" id="{BEEA53FD-38EF-4FBA-841B-0EE82A78996A}"/>
              </a:ext>
            </a:extLst>
          </p:cNvPr>
          <p:cNvSpPr/>
          <p:nvPr/>
        </p:nvSpPr>
        <p:spPr>
          <a:xfrm>
            <a:off x="9502621" y="2301473"/>
            <a:ext cx="171126"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3" name="组合 32">
            <a:extLst>
              <a:ext uri="{FF2B5EF4-FFF2-40B4-BE49-F238E27FC236}">
                <a16:creationId xmlns:a16="http://schemas.microsoft.com/office/drawing/2014/main" id="{374C7DD0-F285-DB4C-7BB6-297E1928385B}"/>
              </a:ext>
            </a:extLst>
          </p:cNvPr>
          <p:cNvGrpSpPr/>
          <p:nvPr/>
        </p:nvGrpSpPr>
        <p:grpSpPr>
          <a:xfrm>
            <a:off x="1454975" y="3325069"/>
            <a:ext cx="618176" cy="618176"/>
            <a:chOff x="1165523" y="-209359"/>
            <a:chExt cx="618176" cy="618176"/>
          </a:xfrm>
        </p:grpSpPr>
        <p:sp>
          <p:nvSpPr>
            <p:cNvPr id="2" name="椭圆 1">
              <a:extLst>
                <a:ext uri="{FF2B5EF4-FFF2-40B4-BE49-F238E27FC236}">
                  <a16:creationId xmlns:a16="http://schemas.microsoft.com/office/drawing/2014/main" id="{7249134C-1651-DCD7-8C65-AFA14D029791}"/>
                </a:ext>
              </a:extLst>
            </p:cNvPr>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3" name="图形 2">
              <a:extLst>
                <a:ext uri="{FF2B5EF4-FFF2-40B4-BE49-F238E27FC236}">
                  <a16:creationId xmlns:a16="http://schemas.microsoft.com/office/drawing/2014/main" id="{06596C4B-8BE5-3CEA-4400-0DEC76BAE3B8}"/>
                </a:ext>
              </a:extLst>
            </p:cNvPr>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4" name="任意多边形: 形状 3">
                <a:extLst>
                  <a:ext uri="{FF2B5EF4-FFF2-40B4-BE49-F238E27FC236}">
                    <a16:creationId xmlns:a16="http://schemas.microsoft.com/office/drawing/2014/main" id="{C4987893-BB02-4599-4FC6-02D6C7B4C4EE}"/>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5" name="任意多边形: 形状 4">
                <a:extLst>
                  <a:ext uri="{FF2B5EF4-FFF2-40B4-BE49-F238E27FC236}">
                    <a16:creationId xmlns:a16="http://schemas.microsoft.com/office/drawing/2014/main" id="{A22DB598-591B-BE89-549F-C478C5F0D745}"/>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6" name="任意多边形: 形状 5">
                <a:extLst>
                  <a:ext uri="{FF2B5EF4-FFF2-40B4-BE49-F238E27FC236}">
                    <a16:creationId xmlns:a16="http://schemas.microsoft.com/office/drawing/2014/main" id="{83752C10-B861-6C8E-7027-81A8CCEE578C}"/>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7" name="图形 2">
                <a:extLst>
                  <a:ext uri="{FF2B5EF4-FFF2-40B4-BE49-F238E27FC236}">
                    <a16:creationId xmlns:a16="http://schemas.microsoft.com/office/drawing/2014/main" id="{F6C7590A-8CF7-BBD6-70E3-527FE9A0C313}"/>
                  </a:ext>
                </a:extLst>
              </p:cNvPr>
              <p:cNvGrpSpPr/>
              <p:nvPr/>
            </p:nvGrpSpPr>
            <p:grpSpPr>
              <a:xfrm>
                <a:off x="3318475" y="356830"/>
                <a:ext cx="411548" cy="147447"/>
                <a:chOff x="3318475" y="356830"/>
                <a:chExt cx="411548" cy="147447"/>
              </a:xfrm>
              <a:grpFill/>
            </p:grpSpPr>
            <p:sp>
              <p:nvSpPr>
                <p:cNvPr id="8" name="任意多边形: 形状 7">
                  <a:extLst>
                    <a:ext uri="{FF2B5EF4-FFF2-40B4-BE49-F238E27FC236}">
                      <a16:creationId xmlns:a16="http://schemas.microsoft.com/office/drawing/2014/main" id="{F6A78568-F24D-718D-F338-BFE11F4D2B6A}"/>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9" name="任意多边形: 形状 8">
                  <a:extLst>
                    <a:ext uri="{FF2B5EF4-FFF2-40B4-BE49-F238E27FC236}">
                      <a16:creationId xmlns:a16="http://schemas.microsoft.com/office/drawing/2014/main" id="{350378D4-502A-342A-7331-B896CAECDE89}"/>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34" name="组合 33">
            <a:extLst>
              <a:ext uri="{FF2B5EF4-FFF2-40B4-BE49-F238E27FC236}">
                <a16:creationId xmlns:a16="http://schemas.microsoft.com/office/drawing/2014/main" id="{F178112E-F677-BCE0-C62A-37217D2D4A22}"/>
              </a:ext>
            </a:extLst>
          </p:cNvPr>
          <p:cNvGrpSpPr/>
          <p:nvPr/>
        </p:nvGrpSpPr>
        <p:grpSpPr>
          <a:xfrm>
            <a:off x="5786912" y="3325069"/>
            <a:ext cx="618176" cy="618176"/>
            <a:chOff x="4688995" y="-209359"/>
            <a:chExt cx="618176" cy="618176"/>
          </a:xfrm>
        </p:grpSpPr>
        <p:sp>
          <p:nvSpPr>
            <p:cNvPr id="10" name="椭圆 9">
              <a:extLst>
                <a:ext uri="{FF2B5EF4-FFF2-40B4-BE49-F238E27FC236}">
                  <a16:creationId xmlns:a16="http://schemas.microsoft.com/office/drawing/2014/main" id="{46571F57-11EF-309C-0F7A-103FDE2828AF}"/>
                </a:ext>
              </a:extLst>
            </p:cNvPr>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 name="图形 2">
              <a:extLst>
                <a:ext uri="{FF2B5EF4-FFF2-40B4-BE49-F238E27FC236}">
                  <a16:creationId xmlns:a16="http://schemas.microsoft.com/office/drawing/2014/main" id="{1BD1767A-B835-DAD2-8539-78989A810057}"/>
                </a:ext>
              </a:extLst>
            </p:cNvPr>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2" name="图形 2">
                <a:extLst>
                  <a:ext uri="{FF2B5EF4-FFF2-40B4-BE49-F238E27FC236}">
                    <a16:creationId xmlns:a16="http://schemas.microsoft.com/office/drawing/2014/main" id="{A549BE94-DC43-9EB2-D02D-8FBD4F088E3B}"/>
                  </a:ext>
                </a:extLst>
              </p:cNvPr>
              <p:cNvGrpSpPr/>
              <p:nvPr/>
            </p:nvGrpSpPr>
            <p:grpSpPr>
              <a:xfrm>
                <a:off x="8040885" y="2227778"/>
                <a:ext cx="850117" cy="687943"/>
                <a:chOff x="8040885" y="2227778"/>
                <a:chExt cx="850117" cy="687943"/>
              </a:xfrm>
              <a:grpFill/>
            </p:grpSpPr>
            <p:sp>
              <p:nvSpPr>
                <p:cNvPr id="14" name="任意多边形: 形状 13">
                  <a:extLst>
                    <a:ext uri="{FF2B5EF4-FFF2-40B4-BE49-F238E27FC236}">
                      <a16:creationId xmlns:a16="http://schemas.microsoft.com/office/drawing/2014/main" id="{6D0A57B8-5F08-0A62-CCA6-E9D48AA749F8}"/>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5" name="图形 2">
                  <a:extLst>
                    <a:ext uri="{FF2B5EF4-FFF2-40B4-BE49-F238E27FC236}">
                      <a16:creationId xmlns:a16="http://schemas.microsoft.com/office/drawing/2014/main" id="{5D620DBE-AEFA-EA81-A8CB-D334F954ACBF}"/>
                    </a:ext>
                  </a:extLst>
                </p:cNvPr>
                <p:cNvGrpSpPr/>
                <p:nvPr/>
              </p:nvGrpSpPr>
              <p:grpSpPr>
                <a:xfrm>
                  <a:off x="8058228" y="2720817"/>
                  <a:ext cx="815424" cy="87465"/>
                  <a:chOff x="8058228" y="2720817"/>
                  <a:chExt cx="815424" cy="87465"/>
                </a:xfrm>
                <a:grpFill/>
              </p:grpSpPr>
              <p:sp>
                <p:nvSpPr>
                  <p:cNvPr id="23" name="任意多边形: 形状 22">
                    <a:extLst>
                      <a:ext uri="{FF2B5EF4-FFF2-40B4-BE49-F238E27FC236}">
                        <a16:creationId xmlns:a16="http://schemas.microsoft.com/office/drawing/2014/main" id="{0DCBBC10-A9E9-6EBF-A593-8CAC2ABC3724}"/>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4" name="任意多边形: 形状 23">
                    <a:extLst>
                      <a:ext uri="{FF2B5EF4-FFF2-40B4-BE49-F238E27FC236}">
                        <a16:creationId xmlns:a16="http://schemas.microsoft.com/office/drawing/2014/main" id="{0B043843-D842-33D0-006E-9819BA1A8FDF}"/>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6" name="图形 2">
                  <a:extLst>
                    <a:ext uri="{FF2B5EF4-FFF2-40B4-BE49-F238E27FC236}">
                      <a16:creationId xmlns:a16="http://schemas.microsoft.com/office/drawing/2014/main" id="{0A1CBD9D-E9CE-22CA-998A-67C15B42632B}"/>
                    </a:ext>
                  </a:extLst>
                </p:cNvPr>
                <p:cNvGrpSpPr/>
                <p:nvPr/>
              </p:nvGrpSpPr>
              <p:grpSpPr>
                <a:xfrm>
                  <a:off x="8375359" y="2800112"/>
                  <a:ext cx="181153" cy="98266"/>
                  <a:chOff x="8375359" y="2800112"/>
                  <a:chExt cx="181153" cy="98266"/>
                </a:xfrm>
                <a:grpFill/>
              </p:grpSpPr>
              <p:sp>
                <p:nvSpPr>
                  <p:cNvPr id="18" name="任意多边形: 形状 17">
                    <a:extLst>
                      <a:ext uri="{FF2B5EF4-FFF2-40B4-BE49-F238E27FC236}">
                        <a16:creationId xmlns:a16="http://schemas.microsoft.com/office/drawing/2014/main" id="{235590C9-15D1-3FF1-B3C9-B7723925E8BF}"/>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9" name="任意多边形: 形状 18">
                    <a:extLst>
                      <a:ext uri="{FF2B5EF4-FFF2-40B4-BE49-F238E27FC236}">
                        <a16:creationId xmlns:a16="http://schemas.microsoft.com/office/drawing/2014/main" id="{76AE0484-BAD4-A50F-16E8-53D289BFE1C2}"/>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7" name="任意多边形: 形状 16">
                  <a:extLst>
                    <a:ext uri="{FF2B5EF4-FFF2-40B4-BE49-F238E27FC236}">
                      <a16:creationId xmlns:a16="http://schemas.microsoft.com/office/drawing/2014/main" id="{020A6E0B-5CA7-6194-694D-104F5B0A21F7}"/>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3" name="任意多边形: 形状 12">
                <a:extLst>
                  <a:ext uri="{FF2B5EF4-FFF2-40B4-BE49-F238E27FC236}">
                    <a16:creationId xmlns:a16="http://schemas.microsoft.com/office/drawing/2014/main" id="{7820A808-4A54-08B2-F253-FC27BCB8C203}"/>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35" name="组合 34">
            <a:extLst>
              <a:ext uri="{FF2B5EF4-FFF2-40B4-BE49-F238E27FC236}">
                <a16:creationId xmlns:a16="http://schemas.microsoft.com/office/drawing/2014/main" id="{D7875264-E29F-3A88-7D9F-2B807E96818D}"/>
              </a:ext>
            </a:extLst>
          </p:cNvPr>
          <p:cNvGrpSpPr/>
          <p:nvPr/>
        </p:nvGrpSpPr>
        <p:grpSpPr>
          <a:xfrm>
            <a:off x="10067780" y="3327103"/>
            <a:ext cx="618176" cy="618176"/>
            <a:chOff x="8294219" y="-207325"/>
            <a:chExt cx="618176" cy="618176"/>
          </a:xfrm>
        </p:grpSpPr>
        <p:sp>
          <p:nvSpPr>
            <p:cNvPr id="25" name="椭圆 24">
              <a:extLst>
                <a:ext uri="{FF2B5EF4-FFF2-40B4-BE49-F238E27FC236}">
                  <a16:creationId xmlns:a16="http://schemas.microsoft.com/office/drawing/2014/main" id="{EE14C858-1D88-15D8-87AD-D8986EE6B914}"/>
                </a:ext>
              </a:extLst>
            </p:cNvPr>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26" name="图形 2">
              <a:extLst>
                <a:ext uri="{FF2B5EF4-FFF2-40B4-BE49-F238E27FC236}">
                  <a16:creationId xmlns:a16="http://schemas.microsoft.com/office/drawing/2014/main" id="{270D1626-F276-8B83-5DE7-4B1D5277B7E1}"/>
                </a:ext>
              </a:extLst>
            </p:cNvPr>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27" name="任意多边形: 形状 26">
                <a:extLst>
                  <a:ext uri="{FF2B5EF4-FFF2-40B4-BE49-F238E27FC236}">
                    <a16:creationId xmlns:a16="http://schemas.microsoft.com/office/drawing/2014/main" id="{48989C50-54A5-568D-C18D-7645699E193E}"/>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28" name="任意多边形: 形状 27">
                <a:extLst>
                  <a:ext uri="{FF2B5EF4-FFF2-40B4-BE49-F238E27FC236}">
                    <a16:creationId xmlns:a16="http://schemas.microsoft.com/office/drawing/2014/main" id="{D60CE16B-0AD7-8A8E-5F8B-863503CA37AB}"/>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9" name="任意多边形: 形状 28">
                <a:extLst>
                  <a:ext uri="{FF2B5EF4-FFF2-40B4-BE49-F238E27FC236}">
                    <a16:creationId xmlns:a16="http://schemas.microsoft.com/office/drawing/2014/main" id="{0B07A7BF-FF77-9FEE-D3D0-C326FA5B60B0}"/>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30" name="图形 2">
                <a:extLst>
                  <a:ext uri="{FF2B5EF4-FFF2-40B4-BE49-F238E27FC236}">
                    <a16:creationId xmlns:a16="http://schemas.microsoft.com/office/drawing/2014/main" id="{58FE86E9-C704-A358-548A-5A886BC959D7}"/>
                  </a:ext>
                </a:extLst>
              </p:cNvPr>
              <p:cNvGrpSpPr/>
              <p:nvPr/>
            </p:nvGrpSpPr>
            <p:grpSpPr>
              <a:xfrm>
                <a:off x="5372739" y="2423233"/>
                <a:ext cx="133924" cy="191216"/>
                <a:chOff x="5372739" y="2423233"/>
                <a:chExt cx="133924" cy="191216"/>
              </a:xfrm>
              <a:grpFill/>
            </p:grpSpPr>
            <p:sp>
              <p:nvSpPr>
                <p:cNvPr id="31" name="任意多边形: 形状 30">
                  <a:extLst>
                    <a:ext uri="{FF2B5EF4-FFF2-40B4-BE49-F238E27FC236}">
                      <a16:creationId xmlns:a16="http://schemas.microsoft.com/office/drawing/2014/main" id="{CF53818A-ACA7-8AA5-2331-9816CBFD6F41}"/>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32" name="任意多边形: 形状 31">
                  <a:extLst>
                    <a:ext uri="{FF2B5EF4-FFF2-40B4-BE49-F238E27FC236}">
                      <a16:creationId xmlns:a16="http://schemas.microsoft.com/office/drawing/2014/main" id="{D434894C-11C4-358A-1C85-43BA186481CB}"/>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38" name="图形 2">
            <a:extLst>
              <a:ext uri="{FF2B5EF4-FFF2-40B4-BE49-F238E27FC236}">
                <a16:creationId xmlns:a16="http://schemas.microsoft.com/office/drawing/2014/main" id="{80BEF846-240E-8BE5-E4D2-FF580FF354F5}"/>
              </a:ext>
            </a:extLst>
          </p:cNvPr>
          <p:cNvGrpSpPr/>
          <p:nvPr/>
        </p:nvGrpSpPr>
        <p:grpSpPr>
          <a:xfrm>
            <a:off x="3737083" y="3475078"/>
            <a:ext cx="435192" cy="299762"/>
            <a:chOff x="4665944" y="2166485"/>
            <a:chExt cx="1145603" cy="789098"/>
          </a:xfrm>
          <a:solidFill>
            <a:schemeClr val="bg1"/>
          </a:solidFill>
        </p:grpSpPr>
        <p:sp>
          <p:nvSpPr>
            <p:cNvPr id="41" name="任意多边形: 形状 40">
              <a:extLst>
                <a:ext uri="{FF2B5EF4-FFF2-40B4-BE49-F238E27FC236}">
                  <a16:creationId xmlns:a16="http://schemas.microsoft.com/office/drawing/2014/main" id="{818A03F5-E53C-B624-FAE1-EF3802A94B6D}"/>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42" name="任意多边形: 形状 41">
              <a:extLst>
                <a:ext uri="{FF2B5EF4-FFF2-40B4-BE49-F238E27FC236}">
                  <a16:creationId xmlns:a16="http://schemas.microsoft.com/office/drawing/2014/main" id="{43EE0431-945E-DABF-A3EB-2E46C006CF2D}"/>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43" name="任意多边形: 形状 42">
              <a:extLst>
                <a:ext uri="{FF2B5EF4-FFF2-40B4-BE49-F238E27FC236}">
                  <a16:creationId xmlns:a16="http://schemas.microsoft.com/office/drawing/2014/main" id="{65D4EE8D-F873-493A-0C61-CBEFB7977006}"/>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44" name="图形 2">
              <a:extLst>
                <a:ext uri="{FF2B5EF4-FFF2-40B4-BE49-F238E27FC236}">
                  <a16:creationId xmlns:a16="http://schemas.microsoft.com/office/drawing/2014/main" id="{82AD5C87-6129-D8F4-4907-4782E49EF477}"/>
                </a:ext>
              </a:extLst>
            </p:cNvPr>
            <p:cNvGrpSpPr/>
            <p:nvPr/>
          </p:nvGrpSpPr>
          <p:grpSpPr>
            <a:xfrm>
              <a:off x="5372739" y="2423233"/>
              <a:ext cx="133924" cy="191216"/>
              <a:chOff x="5372739" y="2423233"/>
              <a:chExt cx="133924" cy="191216"/>
            </a:xfrm>
            <a:grpFill/>
          </p:grpSpPr>
          <p:sp>
            <p:nvSpPr>
              <p:cNvPr id="45" name="任意多边形: 形状 44">
                <a:extLst>
                  <a:ext uri="{FF2B5EF4-FFF2-40B4-BE49-F238E27FC236}">
                    <a16:creationId xmlns:a16="http://schemas.microsoft.com/office/drawing/2014/main" id="{34452A96-7B3A-B92A-7D23-A1E6D35380EF}"/>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E9F28A89-0F41-9B5F-2B77-2BC715F824DA}"/>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54" name="图形 2">
            <a:extLst>
              <a:ext uri="{FF2B5EF4-FFF2-40B4-BE49-F238E27FC236}">
                <a16:creationId xmlns:a16="http://schemas.microsoft.com/office/drawing/2014/main" id="{C57B3D6F-1263-3039-7857-4EF8BDDDFCB5}"/>
              </a:ext>
            </a:extLst>
          </p:cNvPr>
          <p:cNvGrpSpPr/>
          <p:nvPr/>
        </p:nvGrpSpPr>
        <p:grpSpPr>
          <a:xfrm>
            <a:off x="8059324" y="3465791"/>
            <a:ext cx="365696" cy="358221"/>
            <a:chOff x="3032205" y="3825135"/>
            <a:chExt cx="962654" cy="942975"/>
          </a:xfrm>
          <a:solidFill>
            <a:schemeClr val="bg1"/>
          </a:solidFill>
        </p:grpSpPr>
        <p:sp>
          <p:nvSpPr>
            <p:cNvPr id="55" name="任意多边形: 形状 54">
              <a:extLst>
                <a:ext uri="{FF2B5EF4-FFF2-40B4-BE49-F238E27FC236}">
                  <a16:creationId xmlns:a16="http://schemas.microsoft.com/office/drawing/2014/main" id="{9F44AD9E-0EC5-438A-3802-A53B0C2F4338}"/>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61" name="图形 2">
              <a:extLst>
                <a:ext uri="{FF2B5EF4-FFF2-40B4-BE49-F238E27FC236}">
                  <a16:creationId xmlns:a16="http://schemas.microsoft.com/office/drawing/2014/main" id="{CFD8D1A6-9B50-ABDE-7C95-8F8D4C558B62}"/>
                </a:ext>
              </a:extLst>
            </p:cNvPr>
            <p:cNvGrpSpPr/>
            <p:nvPr/>
          </p:nvGrpSpPr>
          <p:grpSpPr>
            <a:xfrm>
              <a:off x="3041583" y="3825822"/>
              <a:ext cx="953275" cy="561128"/>
              <a:chOff x="3041583" y="3825822"/>
              <a:chExt cx="953275" cy="561128"/>
            </a:xfrm>
            <a:grpFill/>
          </p:grpSpPr>
          <p:sp>
            <p:nvSpPr>
              <p:cNvPr id="81" name="任意多边形: 形状 80">
                <a:extLst>
                  <a:ext uri="{FF2B5EF4-FFF2-40B4-BE49-F238E27FC236}">
                    <a16:creationId xmlns:a16="http://schemas.microsoft.com/office/drawing/2014/main" id="{D5A2132B-1752-80F8-E2EF-23D4C33B4222}"/>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2" name="任意多边形: 形状 81">
                <a:extLst>
                  <a:ext uri="{FF2B5EF4-FFF2-40B4-BE49-F238E27FC236}">
                    <a16:creationId xmlns:a16="http://schemas.microsoft.com/office/drawing/2014/main" id="{432978D0-40CB-8AD6-D151-0B42357D4AB8}"/>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62" name="任意多边形: 形状 61">
              <a:extLst>
                <a:ext uri="{FF2B5EF4-FFF2-40B4-BE49-F238E27FC236}">
                  <a16:creationId xmlns:a16="http://schemas.microsoft.com/office/drawing/2014/main" id="{623CD253-C63B-2B39-2410-5B9D61D718D8}"/>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68" name="任意多边形: 形状 67">
              <a:extLst>
                <a:ext uri="{FF2B5EF4-FFF2-40B4-BE49-F238E27FC236}">
                  <a16:creationId xmlns:a16="http://schemas.microsoft.com/office/drawing/2014/main" id="{3BAB2866-A299-2DFF-0418-83ED610E7BEB}"/>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6B0FA30D-CAF3-B96A-9B46-8FFDA5D8D3C1}"/>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CE903DA7-3744-A112-8569-371FB8E1B398}"/>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36" name="文本框 35">
            <a:extLst>
              <a:ext uri="{FF2B5EF4-FFF2-40B4-BE49-F238E27FC236}">
                <a16:creationId xmlns:a16="http://schemas.microsoft.com/office/drawing/2014/main" id="{C3C06A90-16D3-2BA5-2D70-78A2D900CBC2}"/>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7" name="矩形 36">
            <a:extLst>
              <a:ext uri="{FF2B5EF4-FFF2-40B4-BE49-F238E27FC236}">
                <a16:creationId xmlns:a16="http://schemas.microsoft.com/office/drawing/2014/main" id="{F2698917-CD5D-8188-15B0-5DD3A57B5332}"/>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文本框 46">
            <a:extLst>
              <a:ext uri="{FF2B5EF4-FFF2-40B4-BE49-F238E27FC236}">
                <a16:creationId xmlns:a16="http://schemas.microsoft.com/office/drawing/2014/main" id="{3C6AF29F-587B-8975-4302-F5F434BE5B65}"/>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995107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椭圆 4">
            <a:extLst>
              <a:ext uri="{FF2B5EF4-FFF2-40B4-BE49-F238E27FC236}">
                <a16:creationId xmlns:a16="http://schemas.microsoft.com/office/drawing/2014/main" id="{0BAD4800-1AED-9B43-7D03-59D517A24DC2}"/>
              </a:ext>
            </a:extLst>
          </p:cNvPr>
          <p:cNvSpPr/>
          <p:nvPr/>
        </p:nvSpPr>
        <p:spPr>
          <a:xfrm>
            <a:off x="105014" y="1078695"/>
            <a:ext cx="5928072" cy="5928072"/>
          </a:xfrm>
          <a:prstGeom prst="ellipse">
            <a:avLst/>
          </a:prstGeom>
          <a:gradFill flip="none" rotWithShape="1">
            <a:gsLst>
              <a:gs pos="0">
                <a:schemeClr val="accent1">
                  <a:lumMod val="60000"/>
                  <a:lumOff val="40000"/>
                  <a:alpha val="0"/>
                </a:schemeClr>
              </a:gs>
              <a:gs pos="100000">
                <a:schemeClr val="accent1">
                  <a:lumMod val="75000"/>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椭圆 3">
            <a:extLst>
              <a:ext uri="{FF2B5EF4-FFF2-40B4-BE49-F238E27FC236}">
                <a16:creationId xmlns:a16="http://schemas.microsoft.com/office/drawing/2014/main" id="{ED7403FB-AA0D-1403-70FE-0737B48E2853}"/>
              </a:ext>
            </a:extLst>
          </p:cNvPr>
          <p:cNvSpPr/>
          <p:nvPr/>
        </p:nvSpPr>
        <p:spPr>
          <a:xfrm>
            <a:off x="6525802" y="2240267"/>
            <a:ext cx="5561184" cy="5561184"/>
          </a:xfrm>
          <a:prstGeom prst="ellipse">
            <a:avLst/>
          </a:prstGeom>
          <a:gradFill flip="none" rotWithShape="1">
            <a:gsLst>
              <a:gs pos="0">
                <a:schemeClr val="accent1">
                  <a:lumMod val="60000"/>
                  <a:lumOff val="40000"/>
                  <a:alpha val="0"/>
                </a:schemeClr>
              </a:gs>
              <a:gs pos="100000">
                <a:schemeClr val="accent1">
                  <a:lumMod val="75000"/>
                  <a:alpha val="15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椭圆 2">
            <a:extLst>
              <a:ext uri="{FF2B5EF4-FFF2-40B4-BE49-F238E27FC236}">
                <a16:creationId xmlns:a16="http://schemas.microsoft.com/office/drawing/2014/main" id="{F01088FC-8521-EDDE-FAD5-92D6E7FD2836}"/>
              </a:ext>
            </a:extLst>
          </p:cNvPr>
          <p:cNvSpPr/>
          <p:nvPr/>
        </p:nvSpPr>
        <p:spPr>
          <a:xfrm>
            <a:off x="6525802" y="67856"/>
            <a:ext cx="5561184" cy="5561184"/>
          </a:xfrm>
          <a:prstGeom prst="ellipse">
            <a:avLst/>
          </a:prstGeom>
          <a:gradFill flip="none" rotWithShape="1">
            <a:gsLst>
              <a:gs pos="0">
                <a:schemeClr val="accent1">
                  <a:lumMod val="60000"/>
                  <a:lumOff val="40000"/>
                  <a:alpha val="0"/>
                </a:schemeClr>
              </a:gs>
              <a:gs pos="100000">
                <a:schemeClr val="accent1">
                  <a:lumMod val="75000"/>
                  <a:alpha val="15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4" name="连接线">
            <a:extLst>
              <a:ext uri="{FF2B5EF4-FFF2-40B4-BE49-F238E27FC236}">
                <a16:creationId xmlns:a16="http://schemas.microsoft.com/office/drawing/2014/main" id="{5A95C064-B03E-4F7B-8CDF-B3A6D91EF826}"/>
              </a:ext>
            </a:extLst>
          </p:cNvPr>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连接线">
            <a:extLst>
              <a:ext uri="{FF2B5EF4-FFF2-40B4-BE49-F238E27FC236}">
                <a16:creationId xmlns:a16="http://schemas.microsoft.com/office/drawing/2014/main" id="{382C16B6-2B62-4208-BEF7-11E17C33C9EC}"/>
              </a:ext>
            </a:extLst>
          </p:cNvPr>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a:extLst>
              <a:ext uri="{FF2B5EF4-FFF2-40B4-BE49-F238E27FC236}">
                <a16:creationId xmlns:a16="http://schemas.microsoft.com/office/drawing/2014/main" id="{30D12F45-B6F7-43F1-ACED-B4DB8BBF90E1}"/>
              </a:ext>
            </a:extLst>
          </p:cNvPr>
          <p:cNvSpPr/>
          <p:nvPr/>
        </p:nvSpPr>
        <p:spPr>
          <a:xfrm>
            <a:off x="7656968" y="5102864"/>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a:extLst>
              <a:ext uri="{FF2B5EF4-FFF2-40B4-BE49-F238E27FC236}">
                <a16:creationId xmlns:a16="http://schemas.microsoft.com/office/drawing/2014/main" id="{D8F92847-A122-4115-9DEE-009CCB2A6046}"/>
              </a:ext>
            </a:extLst>
          </p:cNvPr>
          <p:cNvSpPr/>
          <p:nvPr/>
        </p:nvSpPr>
        <p:spPr>
          <a:xfrm>
            <a:off x="8721583" y="4285313"/>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提升主题的美化质量">
            <a:extLst>
              <a:ext uri="{FF2B5EF4-FFF2-40B4-BE49-F238E27FC236}">
                <a16:creationId xmlns:a16="http://schemas.microsoft.com/office/drawing/2014/main" id="{88AE9BCD-0353-420E-A637-F78FF6B848B1}"/>
              </a:ext>
            </a:extLst>
          </p:cNvPr>
          <p:cNvSpPr txBox="1"/>
          <p:nvPr/>
        </p:nvSpPr>
        <p:spPr>
          <a:xfrm>
            <a:off x="9590267" y="4371971"/>
            <a:ext cx="1070679"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关注宏观 掌控全局</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a:extLst>
              <a:ext uri="{FF2B5EF4-FFF2-40B4-BE49-F238E27FC236}">
                <a16:creationId xmlns:a16="http://schemas.microsoft.com/office/drawing/2014/main" id="{AE58EDEC-190A-4113-BCB7-F0768F07A5B9}"/>
              </a:ext>
            </a:extLst>
          </p:cNvPr>
          <p:cNvSpPr/>
          <p:nvPr/>
        </p:nvSpPr>
        <p:spPr>
          <a:xfrm>
            <a:off x="8723541" y="4285313"/>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02">
            <a:extLst>
              <a:ext uri="{FF2B5EF4-FFF2-40B4-BE49-F238E27FC236}">
                <a16:creationId xmlns:a16="http://schemas.microsoft.com/office/drawing/2014/main" id="{38281DEF-61AF-4DDA-973A-68005DD0F64D}"/>
              </a:ext>
            </a:extLst>
          </p:cNvPr>
          <p:cNvSpPr txBox="1"/>
          <p:nvPr/>
        </p:nvSpPr>
        <p:spPr>
          <a:xfrm>
            <a:off x="8806777" y="4325805"/>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a:extLst>
              <a:ext uri="{FF2B5EF4-FFF2-40B4-BE49-F238E27FC236}">
                <a16:creationId xmlns:a16="http://schemas.microsoft.com/office/drawing/2014/main" id="{59BBAC57-D5EB-47AD-B9E7-778E4DC8670E}"/>
              </a:ext>
            </a:extLst>
          </p:cNvPr>
          <p:cNvSpPr/>
          <p:nvPr/>
        </p:nvSpPr>
        <p:spPr>
          <a:xfrm>
            <a:off x="8721583" y="4909756"/>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提升主题的可用性">
            <a:extLst>
              <a:ext uri="{FF2B5EF4-FFF2-40B4-BE49-F238E27FC236}">
                <a16:creationId xmlns:a16="http://schemas.microsoft.com/office/drawing/2014/main" id="{F9BEF7C6-E651-4970-9D2D-260112789F20}"/>
              </a:ext>
            </a:extLst>
          </p:cNvPr>
          <p:cNvSpPr txBox="1"/>
          <p:nvPr/>
        </p:nvSpPr>
        <p:spPr>
          <a:xfrm>
            <a:off x="9730243" y="4996414"/>
            <a:ext cx="790730"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统计分析报表</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a:extLst>
              <a:ext uri="{FF2B5EF4-FFF2-40B4-BE49-F238E27FC236}">
                <a16:creationId xmlns:a16="http://schemas.microsoft.com/office/drawing/2014/main" id="{59AF17E6-28D8-4E20-B48E-A5562BC0ED3C}"/>
              </a:ext>
            </a:extLst>
          </p:cNvPr>
          <p:cNvSpPr/>
          <p:nvPr/>
        </p:nvSpPr>
        <p:spPr>
          <a:xfrm>
            <a:off x="8723541" y="4909756"/>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03">
            <a:extLst>
              <a:ext uri="{FF2B5EF4-FFF2-40B4-BE49-F238E27FC236}">
                <a16:creationId xmlns:a16="http://schemas.microsoft.com/office/drawing/2014/main" id="{311A97BC-E2FD-482D-B8E8-938BD06CBDEE}"/>
              </a:ext>
            </a:extLst>
          </p:cNvPr>
          <p:cNvSpPr txBox="1"/>
          <p:nvPr/>
        </p:nvSpPr>
        <p:spPr>
          <a:xfrm>
            <a:off x="8806777" y="4950248"/>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矩形">
            <a:extLst>
              <a:ext uri="{FF2B5EF4-FFF2-40B4-BE49-F238E27FC236}">
                <a16:creationId xmlns:a16="http://schemas.microsoft.com/office/drawing/2014/main" id="{0FBD6785-C679-4215-A374-D15A47A725C4}"/>
              </a:ext>
            </a:extLst>
          </p:cNvPr>
          <p:cNvSpPr/>
          <p:nvPr/>
        </p:nvSpPr>
        <p:spPr>
          <a:xfrm>
            <a:off x="8721583" y="5534199"/>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提升主题的可用性">
            <a:extLst>
              <a:ext uri="{FF2B5EF4-FFF2-40B4-BE49-F238E27FC236}">
                <a16:creationId xmlns:a16="http://schemas.microsoft.com/office/drawing/2014/main" id="{E79FB733-C2F8-4435-A224-22944CB09F20}"/>
              </a:ext>
            </a:extLst>
          </p:cNvPr>
          <p:cNvSpPr txBox="1"/>
          <p:nvPr/>
        </p:nvSpPr>
        <p:spPr>
          <a:xfrm>
            <a:off x="9791862" y="5620857"/>
            <a:ext cx="667490"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决策及考核</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a:extLst>
              <a:ext uri="{FF2B5EF4-FFF2-40B4-BE49-F238E27FC236}">
                <a16:creationId xmlns:a16="http://schemas.microsoft.com/office/drawing/2014/main" id="{F90CB3E3-C8FE-4AA3-837B-74D47C5F0A42}"/>
              </a:ext>
            </a:extLst>
          </p:cNvPr>
          <p:cNvSpPr/>
          <p:nvPr/>
        </p:nvSpPr>
        <p:spPr>
          <a:xfrm>
            <a:off x="8723541" y="553419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03">
            <a:extLst>
              <a:ext uri="{FF2B5EF4-FFF2-40B4-BE49-F238E27FC236}">
                <a16:creationId xmlns:a16="http://schemas.microsoft.com/office/drawing/2014/main" id="{C27708D9-677C-40AC-80FA-6C6A43463E80}"/>
              </a:ext>
            </a:extLst>
          </p:cNvPr>
          <p:cNvSpPr txBox="1"/>
          <p:nvPr/>
        </p:nvSpPr>
        <p:spPr>
          <a:xfrm>
            <a:off x="8806776" y="5574691"/>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2" name="椭圆 1">
            <a:extLst>
              <a:ext uri="{FF2B5EF4-FFF2-40B4-BE49-F238E27FC236}">
                <a16:creationId xmlns:a16="http://schemas.microsoft.com/office/drawing/2014/main" id="{29E52C13-C440-4A51-818D-D1D3A3E2CF2C}"/>
              </a:ext>
            </a:extLst>
          </p:cNvPr>
          <p:cNvSpPr/>
          <p:nvPr/>
        </p:nvSpPr>
        <p:spPr>
          <a:xfrm>
            <a:off x="1629339" y="2576131"/>
            <a:ext cx="2860832" cy="2860832"/>
          </a:xfrm>
          <a:prstGeom prst="ellips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C43C56F4-F701-41D1-BDEF-FF85EC793126}"/>
              </a:ext>
            </a:extLst>
          </p:cNvPr>
          <p:cNvSpPr/>
          <p:nvPr/>
        </p:nvSpPr>
        <p:spPr>
          <a:xfrm>
            <a:off x="1717178" y="2663970"/>
            <a:ext cx="2685156" cy="26851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6">
            <a:extLst>
              <a:ext uri="{FF2B5EF4-FFF2-40B4-BE49-F238E27FC236}">
                <a16:creationId xmlns:a16="http://schemas.microsoft.com/office/drawing/2014/main" id="{7D9A0D7C-5B24-4D64-AC58-206ED97DD7EC}"/>
              </a:ext>
            </a:extLst>
          </p:cNvPr>
          <p:cNvSpPr txBox="1"/>
          <p:nvPr/>
        </p:nvSpPr>
        <p:spPr>
          <a:xfrm>
            <a:off x="2170755" y="3118132"/>
            <a:ext cx="1778002"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oAutofit/>
          </a:bodyPr>
          <a:lstStyle/>
          <a:p>
            <a:pPr marL="0" marR="0" lvl="0" indent="0" algn="ctr" defTabSz="609600" rtl="0" eaLnBrk="1" fontAlgn="auto" latinLnBrk="0" hangingPunct="0">
              <a:lnSpc>
                <a:spcPct val="130000"/>
              </a:lnSpc>
              <a:spcBef>
                <a:spcPts val="0"/>
              </a:spcBef>
              <a:spcAft>
                <a:spcPts val="0"/>
              </a:spcAft>
              <a:buClrTx/>
              <a:buSzTx/>
              <a:buFontTx/>
              <a:buNone/>
              <a:tabLst/>
              <a:defRPr b="1">
                <a:solidFill>
                  <a:srgbClr val="FFFFFF"/>
                </a:solidFill>
                <a:latin typeface="Microsoft YaHei Bold"/>
                <a:ea typeface="Microsoft YaHei Bold"/>
                <a:cs typeface="Microsoft YaHei Bold"/>
                <a:sym typeface="Microsoft YaHei Bold"/>
              </a:defRPr>
            </a:pPr>
            <a:r>
              <a:rPr kumimoji="0" lang="zh-CN" altLang="en-US" sz="180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标准</a:t>
            </a:r>
            <a:r>
              <a:rPr kumimoji="0" lang="en-US" altLang="zh-CN" sz="180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GB28181</a:t>
            </a:r>
            <a:endParaRPr kumimoji="0" sz="180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a:extLst>
              <a:ext uri="{FF2B5EF4-FFF2-40B4-BE49-F238E27FC236}">
                <a16:creationId xmlns:a16="http://schemas.microsoft.com/office/drawing/2014/main" id="{3C333731-2A3A-43FC-837F-115518FA2531}"/>
              </a:ext>
            </a:extLst>
          </p:cNvPr>
          <p:cNvSpPr/>
          <p:nvPr/>
        </p:nvSpPr>
        <p:spPr>
          <a:xfrm>
            <a:off x="2374587" y="3599276"/>
            <a:ext cx="1403305" cy="378501"/>
          </a:xfrm>
          <a:prstGeom prst="roundRect">
            <a:avLst/>
          </a:prstGeom>
          <a:solidFill>
            <a:schemeClr val="lt1"/>
          </a:solidFill>
          <a:ln w="25400">
            <a:solidFill>
              <a:schemeClr val="accent1">
                <a:lumMod val="100000"/>
              </a:schemeClr>
            </a:solidFill>
            <a:miter lim="400000"/>
          </a:ln>
        </p:spPr>
        <p:txBody>
          <a:bodyPr lIns="25400" tIns="25400" rIns="25400" bIns="25400" anchor="ctr">
            <a:noAutofit/>
          </a:bodyPr>
          <a:lstStyle/>
          <a:p>
            <a:pPr algn="ctr" defTabSz="412750" hangingPunct="0"/>
            <a:endParaRPr sz="1600" kern="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制作主题包">
            <a:extLst>
              <a:ext uri="{FF2B5EF4-FFF2-40B4-BE49-F238E27FC236}">
                <a16:creationId xmlns:a16="http://schemas.microsoft.com/office/drawing/2014/main" id="{2A57D63D-4E45-448F-80E1-DEA969E82D0E}"/>
              </a:ext>
            </a:extLst>
          </p:cNvPr>
          <p:cNvSpPr txBox="1"/>
          <p:nvPr/>
        </p:nvSpPr>
        <p:spPr>
          <a:xfrm>
            <a:off x="2742814" y="3670545"/>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在线检测</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a:extLst>
              <a:ext uri="{FF2B5EF4-FFF2-40B4-BE49-F238E27FC236}">
                <a16:creationId xmlns:a16="http://schemas.microsoft.com/office/drawing/2014/main" id="{27DC74BC-99EE-441B-A90B-D78D711C1C7D}"/>
              </a:ext>
            </a:extLst>
          </p:cNvPr>
          <p:cNvSpPr/>
          <p:nvPr/>
        </p:nvSpPr>
        <p:spPr>
          <a:xfrm>
            <a:off x="2374587" y="4042731"/>
            <a:ext cx="1403305" cy="378501"/>
          </a:xfrm>
          <a:prstGeom prst="roundRect">
            <a:avLst/>
          </a:prstGeom>
          <a:solidFill>
            <a:schemeClr val="lt1"/>
          </a:solidFill>
          <a:ln w="25400">
            <a:solidFill>
              <a:schemeClr val="accent1">
                <a:lumMod val="100000"/>
              </a:schemeClr>
            </a:solidFill>
            <a:miter lim="400000"/>
          </a:ln>
        </p:spPr>
        <p:txBody>
          <a:bodyPr lIns="25400" tIns="25400" rIns="25400" bIns="25400" anchor="ctr">
            <a:noAutofit/>
          </a:bodyPr>
          <a:lstStyle/>
          <a:p>
            <a:pPr algn="ctr" defTabSz="412750" hangingPunct="0"/>
            <a:endParaRPr sz="1600" kern="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制作主题包">
            <a:extLst>
              <a:ext uri="{FF2B5EF4-FFF2-40B4-BE49-F238E27FC236}">
                <a16:creationId xmlns:a16="http://schemas.microsoft.com/office/drawing/2014/main" id="{32A93274-C7FA-47F4-9FC5-F6D21735061D}"/>
              </a:ext>
            </a:extLst>
          </p:cNvPr>
          <p:cNvSpPr txBox="1"/>
          <p:nvPr/>
        </p:nvSpPr>
        <p:spPr>
          <a:xfrm>
            <a:off x="2588926" y="4112913"/>
            <a:ext cx="97462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图像质量检测</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a:extLst>
              <a:ext uri="{FF2B5EF4-FFF2-40B4-BE49-F238E27FC236}">
                <a16:creationId xmlns:a16="http://schemas.microsoft.com/office/drawing/2014/main" id="{5FD3AD00-8B1D-4950-AC16-93E2FFB1CBFE}"/>
              </a:ext>
            </a:extLst>
          </p:cNvPr>
          <p:cNvSpPr/>
          <p:nvPr/>
        </p:nvSpPr>
        <p:spPr>
          <a:xfrm>
            <a:off x="2374587" y="4484012"/>
            <a:ext cx="1403305" cy="378501"/>
          </a:xfrm>
          <a:prstGeom prst="roundRect">
            <a:avLst/>
          </a:prstGeom>
          <a:solidFill>
            <a:schemeClr val="lt1"/>
          </a:solidFill>
          <a:ln w="25400">
            <a:solidFill>
              <a:schemeClr val="accent1">
                <a:lumMod val="100000"/>
              </a:schemeClr>
            </a:solidFill>
            <a:miter lim="400000"/>
          </a:ln>
        </p:spPr>
        <p:txBody>
          <a:bodyPr lIns="25400" tIns="25400" rIns="25400" bIns="25400" anchor="ctr">
            <a:noAutofit/>
          </a:bodyPr>
          <a:lstStyle/>
          <a:p>
            <a:pPr algn="ctr" defTabSz="412750" hangingPunct="0"/>
            <a:endParaRPr sz="1600" kern="0"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制作主题包">
            <a:extLst>
              <a:ext uri="{FF2B5EF4-FFF2-40B4-BE49-F238E27FC236}">
                <a16:creationId xmlns:a16="http://schemas.microsoft.com/office/drawing/2014/main" id="{7AE9F1A7-FB04-4093-B776-63366E565B1E}"/>
              </a:ext>
            </a:extLst>
          </p:cNvPr>
          <p:cNvSpPr txBox="1"/>
          <p:nvPr/>
        </p:nvSpPr>
        <p:spPr>
          <a:xfrm>
            <a:off x="2588926" y="4555281"/>
            <a:ext cx="97462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录像时长检测</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弧形 25">
            <a:extLst>
              <a:ext uri="{FF2B5EF4-FFF2-40B4-BE49-F238E27FC236}">
                <a16:creationId xmlns:a16="http://schemas.microsoft.com/office/drawing/2014/main" id="{E598DF99-AA6C-4183-8BB2-6C6D74B133B4}"/>
              </a:ext>
            </a:extLst>
          </p:cNvPr>
          <p:cNvSpPr/>
          <p:nvPr/>
        </p:nvSpPr>
        <p:spPr>
          <a:xfrm>
            <a:off x="1151035" y="2094696"/>
            <a:ext cx="3812306" cy="3812306"/>
          </a:xfrm>
          <a:prstGeom prst="arc">
            <a:avLst>
              <a:gd name="adj1" fmla="val 16892016"/>
              <a:gd name="adj2" fmla="val 20912062"/>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42A12EEE-0F29-43E1-8D8C-1DAD223AFE64}"/>
              </a:ext>
            </a:extLst>
          </p:cNvPr>
          <p:cNvSpPr/>
          <p:nvPr/>
        </p:nvSpPr>
        <p:spPr>
          <a:xfrm>
            <a:off x="2727641" y="1756948"/>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制作主题包">
            <a:extLst>
              <a:ext uri="{FF2B5EF4-FFF2-40B4-BE49-F238E27FC236}">
                <a16:creationId xmlns:a16="http://schemas.microsoft.com/office/drawing/2014/main" id="{3FE6095B-1215-4AF2-BC02-B7D9C431FE72}"/>
              </a:ext>
            </a:extLst>
          </p:cNvPr>
          <p:cNvSpPr txBox="1"/>
          <p:nvPr/>
        </p:nvSpPr>
        <p:spPr>
          <a:xfrm>
            <a:off x="2871055" y="1980679"/>
            <a:ext cx="410369"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巡检</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椭圆 29">
            <a:extLst>
              <a:ext uri="{FF2B5EF4-FFF2-40B4-BE49-F238E27FC236}">
                <a16:creationId xmlns:a16="http://schemas.microsoft.com/office/drawing/2014/main" id="{72A4374E-B676-4772-8A54-5B4734AC81A6}"/>
              </a:ext>
            </a:extLst>
          </p:cNvPr>
          <p:cNvSpPr/>
          <p:nvPr/>
        </p:nvSpPr>
        <p:spPr>
          <a:xfrm>
            <a:off x="4589236" y="3634790"/>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制作主题包">
            <a:extLst>
              <a:ext uri="{FF2B5EF4-FFF2-40B4-BE49-F238E27FC236}">
                <a16:creationId xmlns:a16="http://schemas.microsoft.com/office/drawing/2014/main" id="{EEBC3510-545F-4F3D-A9F1-35D00F44CE86}"/>
              </a:ext>
            </a:extLst>
          </p:cNvPr>
          <p:cNvSpPr txBox="1"/>
          <p:nvPr/>
        </p:nvSpPr>
        <p:spPr>
          <a:xfrm>
            <a:off x="4751699" y="3861413"/>
            <a:ext cx="410369"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诊断</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椭圆 31">
            <a:extLst>
              <a:ext uri="{FF2B5EF4-FFF2-40B4-BE49-F238E27FC236}">
                <a16:creationId xmlns:a16="http://schemas.microsoft.com/office/drawing/2014/main" id="{FEFAAA5F-9498-40C1-85C2-45D984068F05}"/>
              </a:ext>
            </a:extLst>
          </p:cNvPr>
          <p:cNvSpPr/>
          <p:nvPr/>
        </p:nvSpPr>
        <p:spPr>
          <a:xfrm>
            <a:off x="2727641" y="5559016"/>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制作主题包">
            <a:extLst>
              <a:ext uri="{FF2B5EF4-FFF2-40B4-BE49-F238E27FC236}">
                <a16:creationId xmlns:a16="http://schemas.microsoft.com/office/drawing/2014/main" id="{233EE002-90B3-474A-9EF6-D8202728A8BC}"/>
              </a:ext>
            </a:extLst>
          </p:cNvPr>
          <p:cNvSpPr txBox="1"/>
          <p:nvPr/>
        </p:nvSpPr>
        <p:spPr>
          <a:xfrm>
            <a:off x="2871055" y="5774244"/>
            <a:ext cx="410369"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分析</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弧形 33">
            <a:extLst>
              <a:ext uri="{FF2B5EF4-FFF2-40B4-BE49-F238E27FC236}">
                <a16:creationId xmlns:a16="http://schemas.microsoft.com/office/drawing/2014/main" id="{078C7813-259D-42AB-A397-81827C9F2B56}"/>
              </a:ext>
            </a:extLst>
          </p:cNvPr>
          <p:cNvSpPr/>
          <p:nvPr/>
        </p:nvSpPr>
        <p:spPr>
          <a:xfrm>
            <a:off x="1156966" y="2100394"/>
            <a:ext cx="3812306" cy="3812306"/>
          </a:xfrm>
          <a:prstGeom prst="arc">
            <a:avLst>
              <a:gd name="adj1" fmla="val 622792"/>
              <a:gd name="adj2" fmla="val 4738785"/>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椭圆 34">
            <a:extLst>
              <a:ext uri="{FF2B5EF4-FFF2-40B4-BE49-F238E27FC236}">
                <a16:creationId xmlns:a16="http://schemas.microsoft.com/office/drawing/2014/main" id="{3E4FA98B-E9F3-4147-9FAC-EB2ABB26263E}"/>
              </a:ext>
            </a:extLst>
          </p:cNvPr>
          <p:cNvSpPr/>
          <p:nvPr/>
        </p:nvSpPr>
        <p:spPr>
          <a:xfrm>
            <a:off x="838798" y="3634790"/>
            <a:ext cx="697196" cy="69719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制作主题包">
            <a:extLst>
              <a:ext uri="{FF2B5EF4-FFF2-40B4-BE49-F238E27FC236}">
                <a16:creationId xmlns:a16="http://schemas.microsoft.com/office/drawing/2014/main" id="{E89AD8C4-CF98-43F4-8BFA-15DD3333052D}"/>
              </a:ext>
            </a:extLst>
          </p:cNvPr>
          <p:cNvSpPr txBox="1"/>
          <p:nvPr/>
        </p:nvSpPr>
        <p:spPr>
          <a:xfrm>
            <a:off x="982212" y="3861413"/>
            <a:ext cx="410369"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no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发现</a:t>
            </a:r>
            <a:endParaRPr kumimoji="0" sz="1400" b="0" i="0" u="none" strike="noStrike" kern="0" cap="none" spc="0" normalizeH="0" baseline="0" noProof="0" dirty="0">
              <a:ln>
                <a:noFill/>
              </a:ln>
              <a:solidFill>
                <a:schemeClr val="accent1">
                  <a:lumMod val="75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弧形 36">
            <a:extLst>
              <a:ext uri="{FF2B5EF4-FFF2-40B4-BE49-F238E27FC236}">
                <a16:creationId xmlns:a16="http://schemas.microsoft.com/office/drawing/2014/main" id="{F548947C-3B90-4D52-A0BA-848314900C18}"/>
              </a:ext>
            </a:extLst>
          </p:cNvPr>
          <p:cNvSpPr/>
          <p:nvPr/>
        </p:nvSpPr>
        <p:spPr>
          <a:xfrm flipH="1">
            <a:off x="1156966" y="2100394"/>
            <a:ext cx="3812306" cy="3812306"/>
          </a:xfrm>
          <a:prstGeom prst="arc">
            <a:avLst>
              <a:gd name="adj1" fmla="val 16822263"/>
              <a:gd name="adj2" fmla="val 20917080"/>
            </a:avLst>
          </a:prstGeom>
          <a:noFill/>
          <a:ln w="12700" cap="flat">
            <a:solidFill>
              <a:schemeClr val="accent1">
                <a:lumMod val="100000"/>
              </a:schemeClr>
            </a:solidFill>
            <a:prstDash val="solid"/>
            <a:miter lim="800000"/>
            <a:headEnd type="triangle"/>
            <a:tailEnd type="non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弧形 37">
            <a:extLst>
              <a:ext uri="{FF2B5EF4-FFF2-40B4-BE49-F238E27FC236}">
                <a16:creationId xmlns:a16="http://schemas.microsoft.com/office/drawing/2014/main" id="{877A2F48-A864-4F46-993F-3930CB04C67D}"/>
              </a:ext>
            </a:extLst>
          </p:cNvPr>
          <p:cNvSpPr/>
          <p:nvPr/>
        </p:nvSpPr>
        <p:spPr>
          <a:xfrm flipH="1">
            <a:off x="1162897" y="2106092"/>
            <a:ext cx="3812306" cy="3812306"/>
          </a:xfrm>
          <a:prstGeom prst="arc">
            <a:avLst>
              <a:gd name="adj1" fmla="val 590218"/>
              <a:gd name="adj2" fmla="val 4784389"/>
            </a:avLst>
          </a:prstGeom>
          <a:noFill/>
          <a:ln w="12700" cap="flat">
            <a:solidFill>
              <a:schemeClr val="accent1">
                <a:lumMod val="100000"/>
              </a:schemeClr>
            </a:solidFill>
            <a:prstDash val="solid"/>
            <a:miter lim="800000"/>
            <a:headEnd type="triangle"/>
            <a:tailEnd type="non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no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椭圆 38">
            <a:extLst>
              <a:ext uri="{FF2B5EF4-FFF2-40B4-BE49-F238E27FC236}">
                <a16:creationId xmlns:a16="http://schemas.microsoft.com/office/drawing/2014/main" id="{83FC0A4A-C6A6-441C-90D5-3A5257EA3BFC}"/>
              </a:ext>
            </a:extLst>
          </p:cNvPr>
          <p:cNvSpPr/>
          <p:nvPr/>
        </p:nvSpPr>
        <p:spPr>
          <a:xfrm>
            <a:off x="6528085" y="2149341"/>
            <a:ext cx="1398214" cy="139821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椭圆 39">
            <a:extLst>
              <a:ext uri="{FF2B5EF4-FFF2-40B4-BE49-F238E27FC236}">
                <a16:creationId xmlns:a16="http://schemas.microsoft.com/office/drawing/2014/main" id="{D89516E5-CF4A-43EE-93CD-40B30F02F228}"/>
              </a:ext>
            </a:extLst>
          </p:cNvPr>
          <p:cNvSpPr/>
          <p:nvPr/>
        </p:nvSpPr>
        <p:spPr>
          <a:xfrm>
            <a:off x="6528085" y="4325236"/>
            <a:ext cx="1398214" cy="139821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1" name="组合 80">
            <a:extLst>
              <a:ext uri="{FF2B5EF4-FFF2-40B4-BE49-F238E27FC236}">
                <a16:creationId xmlns:a16="http://schemas.microsoft.com/office/drawing/2014/main" id="{6010E42C-A081-43A7-A942-952CB25A28AD}"/>
              </a:ext>
            </a:extLst>
          </p:cNvPr>
          <p:cNvGrpSpPr/>
          <p:nvPr/>
        </p:nvGrpSpPr>
        <p:grpSpPr>
          <a:xfrm>
            <a:off x="4932872" y="2831181"/>
            <a:ext cx="1308564" cy="2323652"/>
            <a:chOff x="4808076" y="2831181"/>
            <a:chExt cx="1690381" cy="2323652"/>
          </a:xfrm>
        </p:grpSpPr>
        <p:sp>
          <p:nvSpPr>
            <p:cNvPr id="45" name="线条">
              <a:extLst>
                <a:ext uri="{FF2B5EF4-FFF2-40B4-BE49-F238E27FC236}">
                  <a16:creationId xmlns:a16="http://schemas.microsoft.com/office/drawing/2014/main" id="{26F67F66-70FC-4F9C-9C50-2703AC0FCE57}"/>
                </a:ext>
              </a:extLst>
            </p:cNvPr>
            <p:cNvSpPr/>
            <p:nvPr/>
          </p:nvSpPr>
          <p:spPr>
            <a:xfrm>
              <a:off x="4808076" y="2831181"/>
              <a:ext cx="1690381" cy="0"/>
            </a:xfrm>
            <a:prstGeom prst="line">
              <a:avLst/>
            </a:prstGeom>
            <a:ln w="12700">
              <a:solidFill>
                <a:schemeClr val="tx1"/>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线条">
              <a:extLst>
                <a:ext uri="{FF2B5EF4-FFF2-40B4-BE49-F238E27FC236}">
                  <a16:creationId xmlns:a16="http://schemas.microsoft.com/office/drawing/2014/main" id="{C9E58C0D-1DE4-410A-89C8-9759F4DD1C3D}"/>
                </a:ext>
              </a:extLst>
            </p:cNvPr>
            <p:cNvSpPr/>
            <p:nvPr/>
          </p:nvSpPr>
          <p:spPr>
            <a:xfrm>
              <a:off x="4808076" y="5154833"/>
              <a:ext cx="1690381" cy="0"/>
            </a:xfrm>
            <a:prstGeom prst="line">
              <a:avLst/>
            </a:prstGeom>
            <a:ln w="12700">
              <a:solidFill>
                <a:schemeClr val="tx1"/>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7" name="Object29">
            <a:extLst>
              <a:ext uri="{FF2B5EF4-FFF2-40B4-BE49-F238E27FC236}">
                <a16:creationId xmlns:a16="http://schemas.microsoft.com/office/drawing/2014/main" id="{E4422C3A-026E-4D2B-861B-8E0C210F10BD}"/>
              </a:ext>
            </a:extLst>
          </p:cNvPr>
          <p:cNvSpPr txBox="1"/>
          <p:nvPr/>
        </p:nvSpPr>
        <p:spPr>
          <a:xfrm>
            <a:off x="6884292" y="2499859"/>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lang="zh-CN" altLang="en-US"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运维</a:t>
            </a:r>
            <a:endParaRPr lang="en-US" altLang="zh-CN" b="0" kern="0" dirty="0">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人员</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8" name="Object29">
            <a:extLst>
              <a:ext uri="{FF2B5EF4-FFF2-40B4-BE49-F238E27FC236}">
                <a16:creationId xmlns:a16="http://schemas.microsoft.com/office/drawing/2014/main" id="{C56F423B-C383-4AC3-9846-DF3FC602A9B9}"/>
              </a:ext>
            </a:extLst>
          </p:cNvPr>
          <p:cNvSpPr txBox="1"/>
          <p:nvPr/>
        </p:nvSpPr>
        <p:spPr>
          <a:xfrm>
            <a:off x="6884292" y="4675754"/>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人员</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9" name="连接线">
            <a:extLst>
              <a:ext uri="{FF2B5EF4-FFF2-40B4-BE49-F238E27FC236}">
                <a16:creationId xmlns:a16="http://schemas.microsoft.com/office/drawing/2014/main" id="{030B5AC2-A85B-4222-B696-F424CF77F0B8}"/>
              </a:ext>
            </a:extLst>
          </p:cNvPr>
          <p:cNvSpPr/>
          <p:nvPr/>
        </p:nvSpPr>
        <p:spPr>
          <a:xfrm flipH="1">
            <a:off x="7656968" y="2203799"/>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连接线">
            <a:extLst>
              <a:ext uri="{FF2B5EF4-FFF2-40B4-BE49-F238E27FC236}">
                <a16:creationId xmlns:a16="http://schemas.microsoft.com/office/drawing/2014/main" id="{8A21894C-8FFA-4394-A989-60835E462896}"/>
              </a:ext>
            </a:extLst>
          </p:cNvPr>
          <p:cNvSpPr/>
          <p:nvPr/>
        </p:nvSpPr>
        <p:spPr>
          <a:xfrm flipH="1" flipV="1">
            <a:off x="7656968" y="2937341"/>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线条">
            <a:extLst>
              <a:ext uri="{FF2B5EF4-FFF2-40B4-BE49-F238E27FC236}">
                <a16:creationId xmlns:a16="http://schemas.microsoft.com/office/drawing/2014/main" id="{2A69208E-A19D-4CE2-9501-D238F166701C}"/>
              </a:ext>
            </a:extLst>
          </p:cNvPr>
          <p:cNvSpPr/>
          <p:nvPr/>
        </p:nvSpPr>
        <p:spPr>
          <a:xfrm>
            <a:off x="7656968" y="2855337"/>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a:extLst>
              <a:ext uri="{FF2B5EF4-FFF2-40B4-BE49-F238E27FC236}">
                <a16:creationId xmlns:a16="http://schemas.microsoft.com/office/drawing/2014/main" id="{5F1EB31D-63FF-4BDB-9850-3F1B2818791B}"/>
              </a:ext>
            </a:extLst>
          </p:cNvPr>
          <p:cNvSpPr/>
          <p:nvPr/>
        </p:nvSpPr>
        <p:spPr>
          <a:xfrm>
            <a:off x="8721583" y="2037786"/>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提升主题的美化质量">
            <a:extLst>
              <a:ext uri="{FF2B5EF4-FFF2-40B4-BE49-F238E27FC236}">
                <a16:creationId xmlns:a16="http://schemas.microsoft.com/office/drawing/2014/main" id="{D0FE44B1-A404-4467-BBE3-7BD1182496AF}"/>
              </a:ext>
            </a:extLst>
          </p:cNvPr>
          <p:cNvSpPr txBox="1"/>
          <p:nvPr/>
        </p:nvSpPr>
        <p:spPr>
          <a:xfrm>
            <a:off x="9590268" y="2124444"/>
            <a:ext cx="1070679"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lang="zh-CN" alt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关注微观 方便运维</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a:extLst>
              <a:ext uri="{FF2B5EF4-FFF2-40B4-BE49-F238E27FC236}">
                <a16:creationId xmlns:a16="http://schemas.microsoft.com/office/drawing/2014/main" id="{69F0E7E2-0F65-461D-8CDB-6A49F409258C}"/>
              </a:ext>
            </a:extLst>
          </p:cNvPr>
          <p:cNvSpPr/>
          <p:nvPr/>
        </p:nvSpPr>
        <p:spPr>
          <a:xfrm>
            <a:off x="8723541" y="2037786"/>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02">
            <a:extLst>
              <a:ext uri="{FF2B5EF4-FFF2-40B4-BE49-F238E27FC236}">
                <a16:creationId xmlns:a16="http://schemas.microsoft.com/office/drawing/2014/main" id="{A924BC11-0807-4F90-81B7-3D8D5F2D25B6}"/>
              </a:ext>
            </a:extLst>
          </p:cNvPr>
          <p:cNvSpPr txBox="1"/>
          <p:nvPr/>
        </p:nvSpPr>
        <p:spPr>
          <a:xfrm>
            <a:off x="8806777" y="2078278"/>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a:extLst>
              <a:ext uri="{FF2B5EF4-FFF2-40B4-BE49-F238E27FC236}">
                <a16:creationId xmlns:a16="http://schemas.microsoft.com/office/drawing/2014/main" id="{4C829385-6138-4D5F-A020-A7E6756800FB}"/>
              </a:ext>
            </a:extLst>
          </p:cNvPr>
          <p:cNvSpPr/>
          <p:nvPr/>
        </p:nvSpPr>
        <p:spPr>
          <a:xfrm>
            <a:off x="8721583" y="2662229"/>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提升主题的可用性">
            <a:extLst>
              <a:ext uri="{FF2B5EF4-FFF2-40B4-BE49-F238E27FC236}">
                <a16:creationId xmlns:a16="http://schemas.microsoft.com/office/drawing/2014/main" id="{1F1E7A32-85A0-4213-860E-56726D6C8EE5}"/>
              </a:ext>
            </a:extLst>
          </p:cNvPr>
          <p:cNvSpPr txBox="1"/>
          <p:nvPr/>
        </p:nvSpPr>
        <p:spPr>
          <a:xfrm>
            <a:off x="9730243" y="2748887"/>
            <a:ext cx="790730"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诊断详情信息</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a:extLst>
              <a:ext uri="{FF2B5EF4-FFF2-40B4-BE49-F238E27FC236}">
                <a16:creationId xmlns:a16="http://schemas.microsoft.com/office/drawing/2014/main" id="{C3D6424D-CA28-4709-BB87-CE85301EBE08}"/>
              </a:ext>
            </a:extLst>
          </p:cNvPr>
          <p:cNvSpPr/>
          <p:nvPr/>
        </p:nvSpPr>
        <p:spPr>
          <a:xfrm>
            <a:off x="8723541" y="26622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03">
            <a:extLst>
              <a:ext uri="{FF2B5EF4-FFF2-40B4-BE49-F238E27FC236}">
                <a16:creationId xmlns:a16="http://schemas.microsoft.com/office/drawing/2014/main" id="{A564C0CC-165E-4485-9CFD-13EEFF85234F}"/>
              </a:ext>
            </a:extLst>
          </p:cNvPr>
          <p:cNvSpPr txBox="1"/>
          <p:nvPr/>
        </p:nvSpPr>
        <p:spPr>
          <a:xfrm>
            <a:off x="8806777" y="2702721"/>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a:t>
            </a:r>
            <a:r>
              <a:rPr kumimoji="0" 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a:extLst>
              <a:ext uri="{FF2B5EF4-FFF2-40B4-BE49-F238E27FC236}">
                <a16:creationId xmlns:a16="http://schemas.microsoft.com/office/drawing/2014/main" id="{FCD74581-ED30-4000-B10A-FE083CA81D99}"/>
              </a:ext>
            </a:extLst>
          </p:cNvPr>
          <p:cNvSpPr/>
          <p:nvPr/>
        </p:nvSpPr>
        <p:spPr>
          <a:xfrm>
            <a:off x="8721583" y="3286672"/>
            <a:ext cx="2357491"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提升主题的可用性">
            <a:extLst>
              <a:ext uri="{FF2B5EF4-FFF2-40B4-BE49-F238E27FC236}">
                <a16:creationId xmlns:a16="http://schemas.microsoft.com/office/drawing/2014/main" id="{1E852B46-C1D6-454B-85A8-D51CFA082349}"/>
              </a:ext>
            </a:extLst>
          </p:cNvPr>
          <p:cNvSpPr txBox="1"/>
          <p:nvPr/>
        </p:nvSpPr>
        <p:spPr>
          <a:xfrm>
            <a:off x="9653490" y="3373330"/>
            <a:ext cx="94423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告警</a:t>
            </a:r>
            <a:r>
              <a:rPr lang="en-US" altLang="zh-CN"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lang="zh-CN" alt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工单</a:t>
            </a:r>
            <a:r>
              <a:rPr lang="en-US" altLang="zh-CN"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lang="zh-CN" alt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维修</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a:extLst>
              <a:ext uri="{FF2B5EF4-FFF2-40B4-BE49-F238E27FC236}">
                <a16:creationId xmlns:a16="http://schemas.microsoft.com/office/drawing/2014/main" id="{8003C943-8464-4766-AB14-194A2F604114}"/>
              </a:ext>
            </a:extLst>
          </p:cNvPr>
          <p:cNvSpPr/>
          <p:nvPr/>
        </p:nvSpPr>
        <p:spPr>
          <a:xfrm>
            <a:off x="8723541" y="3286672"/>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03">
            <a:extLst>
              <a:ext uri="{FF2B5EF4-FFF2-40B4-BE49-F238E27FC236}">
                <a16:creationId xmlns:a16="http://schemas.microsoft.com/office/drawing/2014/main" id="{A8D9A583-269E-4B36-A1E3-5303A96DE90B}"/>
              </a:ext>
            </a:extLst>
          </p:cNvPr>
          <p:cNvSpPr txBox="1"/>
          <p:nvPr/>
        </p:nvSpPr>
        <p:spPr>
          <a:xfrm>
            <a:off x="8806776" y="3327164"/>
            <a:ext cx="282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79" name="设计">
            <a:extLst>
              <a:ext uri="{FF2B5EF4-FFF2-40B4-BE49-F238E27FC236}">
                <a16:creationId xmlns:a16="http://schemas.microsoft.com/office/drawing/2014/main" id="{9D8E87D5-9631-45B4-867E-64ED9CEDBAA4}"/>
              </a:ext>
            </a:extLst>
          </p:cNvPr>
          <p:cNvSpPr txBox="1"/>
          <p:nvPr/>
        </p:nvSpPr>
        <p:spPr>
          <a:xfrm>
            <a:off x="5276926" y="2576131"/>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执行要求</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设计">
            <a:extLst>
              <a:ext uri="{FF2B5EF4-FFF2-40B4-BE49-F238E27FC236}">
                <a16:creationId xmlns:a16="http://schemas.microsoft.com/office/drawing/2014/main" id="{35EA3548-9CDC-4981-AEAB-2F9A353526E0}"/>
              </a:ext>
            </a:extLst>
          </p:cNvPr>
          <p:cNvSpPr txBox="1"/>
          <p:nvPr/>
        </p:nvSpPr>
        <p:spPr>
          <a:xfrm>
            <a:off x="5276926" y="4866902"/>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管理要求</a:t>
            </a:r>
            <a:endParaRPr kumimoji="0" sz="12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三角形 169">
            <a:extLst>
              <a:ext uri="{FF2B5EF4-FFF2-40B4-BE49-F238E27FC236}">
                <a16:creationId xmlns:a16="http://schemas.microsoft.com/office/drawing/2014/main" id="{21AAFF75-76C9-05D6-A63C-3D4E12C416E4}"/>
              </a:ext>
            </a:extLst>
          </p:cNvPr>
          <p:cNvSpPr/>
          <p:nvPr/>
        </p:nvSpPr>
        <p:spPr>
          <a:xfrm rot="5400000" flipH="1">
            <a:off x="6107370" y="3866052"/>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1343B77B-58B3-998F-6EAD-66DF508A4D3B}"/>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 name="矩形 7">
            <a:extLst>
              <a:ext uri="{FF2B5EF4-FFF2-40B4-BE49-F238E27FC236}">
                <a16:creationId xmlns:a16="http://schemas.microsoft.com/office/drawing/2014/main" id="{C5B47C3D-7DCF-DCB1-D6A1-6B499F24B218}"/>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736BD972-CFEB-60A6-AA29-DE3B6C9C96AD}"/>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75699253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椭圆 4">
            <a:extLst>
              <a:ext uri="{FF2B5EF4-FFF2-40B4-BE49-F238E27FC236}">
                <a16:creationId xmlns:a16="http://schemas.microsoft.com/office/drawing/2014/main" id="{6EE98180-5268-85DE-9B4D-531C5B8E54E9}"/>
              </a:ext>
            </a:extLst>
          </p:cNvPr>
          <p:cNvSpPr/>
          <p:nvPr/>
        </p:nvSpPr>
        <p:spPr>
          <a:xfrm>
            <a:off x="-200025" y="1280834"/>
            <a:ext cx="12592050" cy="5169404"/>
          </a:xfrm>
          <a:prstGeom prst="ellipse">
            <a:avLst/>
          </a:prstGeom>
          <a:gradFill flip="none" rotWithShape="1">
            <a:gsLst>
              <a:gs pos="0">
                <a:schemeClr val="accent1">
                  <a:lumMod val="60000"/>
                  <a:lumOff val="40000"/>
                  <a:alpha val="0"/>
                </a:schemeClr>
              </a:gs>
              <a:gs pos="100000">
                <a:schemeClr val="accent1">
                  <a:lumMod val="75000"/>
                  <a:alpha val="21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椭圆 3">
            <a:extLst>
              <a:ext uri="{FF2B5EF4-FFF2-40B4-BE49-F238E27FC236}">
                <a16:creationId xmlns:a16="http://schemas.microsoft.com/office/drawing/2014/main" id="{7D6CCD47-8BF7-2CAB-EA55-7F5FA3472BED}"/>
              </a:ext>
            </a:extLst>
          </p:cNvPr>
          <p:cNvSpPr/>
          <p:nvPr/>
        </p:nvSpPr>
        <p:spPr>
          <a:xfrm>
            <a:off x="3729700" y="1535774"/>
            <a:ext cx="4732600" cy="4732600"/>
          </a:xfrm>
          <a:prstGeom prst="ellipse">
            <a:avLst/>
          </a:prstGeom>
          <a:gradFill flip="none" rotWithShape="1">
            <a:gsLst>
              <a:gs pos="0">
                <a:schemeClr val="accent1">
                  <a:lumMod val="60000"/>
                  <a:lumOff val="40000"/>
                  <a:alpha val="0"/>
                </a:schemeClr>
              </a:gs>
              <a:gs pos="100000">
                <a:schemeClr val="accent1">
                  <a:lumMod val="75000"/>
                  <a:alpha val="27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3" name="椭圆 12">
            <a:extLst>
              <a:ext uri="{FF2B5EF4-FFF2-40B4-BE49-F238E27FC236}">
                <a16:creationId xmlns:a16="http://schemas.microsoft.com/office/drawing/2014/main" id="{D41C221C-9011-4F82-9111-62B60947E91A}"/>
              </a:ext>
            </a:extLst>
          </p:cNvPr>
          <p:cNvSpPr/>
          <p:nvPr/>
        </p:nvSpPr>
        <p:spPr>
          <a:xfrm>
            <a:off x="4656647" y="2489683"/>
            <a:ext cx="2764406" cy="2764406"/>
          </a:xfrm>
          <a:prstGeom prst="ellipse">
            <a:avLst/>
          </a:prstGeom>
          <a:solidFill>
            <a:schemeClr val="bg1">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a:extLst>
              <a:ext uri="{FF2B5EF4-FFF2-40B4-BE49-F238E27FC236}">
                <a16:creationId xmlns:a16="http://schemas.microsoft.com/office/drawing/2014/main" id="{A1C39615-8E44-4827-A7A7-BA7C3FD9409C}"/>
              </a:ext>
            </a:extLst>
          </p:cNvPr>
          <p:cNvSpPr/>
          <p:nvPr/>
        </p:nvSpPr>
        <p:spPr>
          <a:xfrm>
            <a:off x="4514850" y="3103536"/>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C02267B7-9385-47FE-B7B5-1012979D4FE4}"/>
              </a:ext>
            </a:extLst>
          </p:cNvPr>
          <p:cNvSpPr/>
          <p:nvPr/>
        </p:nvSpPr>
        <p:spPr>
          <a:xfrm>
            <a:off x="6038850" y="3103536"/>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AA444025-20A9-41E9-B92D-04D5C3C5D9B8}"/>
              </a:ext>
            </a:extLst>
          </p:cNvPr>
          <p:cNvSpPr txBox="1"/>
          <p:nvPr/>
        </p:nvSpPr>
        <p:spPr>
          <a:xfrm>
            <a:off x="4756150" y="3479939"/>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设计目标</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DO</a:t>
            </a: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9">
            <a:extLst>
              <a:ext uri="{FF2B5EF4-FFF2-40B4-BE49-F238E27FC236}">
                <a16:creationId xmlns:a16="http://schemas.microsoft.com/office/drawing/2014/main" id="{38EBBB8A-A2E9-475B-9BB8-49D67F1FEB1A}"/>
              </a:ext>
            </a:extLst>
          </p:cNvPr>
          <p:cNvSpPr txBox="1"/>
          <p:nvPr/>
        </p:nvSpPr>
        <p:spPr>
          <a:xfrm>
            <a:off x="6261100" y="3479939"/>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关键事件</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KR</a:t>
            </a: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弧形 13">
            <a:extLst>
              <a:ext uri="{FF2B5EF4-FFF2-40B4-BE49-F238E27FC236}">
                <a16:creationId xmlns:a16="http://schemas.microsoft.com/office/drawing/2014/main" id="{42F1BE32-437B-499B-AD3F-16149FCAC286}"/>
              </a:ext>
            </a:extLst>
          </p:cNvPr>
          <p:cNvSpPr/>
          <p:nvPr/>
        </p:nvSpPr>
        <p:spPr>
          <a:xfrm>
            <a:off x="4224652" y="2057688"/>
            <a:ext cx="3628396" cy="3628396"/>
          </a:xfrm>
          <a:prstGeom prst="arc">
            <a:avLst>
              <a:gd name="adj1" fmla="val 12136073"/>
              <a:gd name="adj2" fmla="val 20081020"/>
            </a:avLst>
          </a:prstGeom>
          <a:noFill/>
          <a:ln w="12700" cap="flat">
            <a:solidFill>
              <a:schemeClr val="accent1">
                <a:lumMod val="100000"/>
              </a:schemeClr>
            </a:solidFill>
            <a:prstDash val="solid"/>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14">
            <a:extLst>
              <a:ext uri="{FF2B5EF4-FFF2-40B4-BE49-F238E27FC236}">
                <a16:creationId xmlns:a16="http://schemas.microsoft.com/office/drawing/2014/main" id="{27464763-8F2B-4243-A691-FD9B14F6C6F2}"/>
              </a:ext>
            </a:extLst>
          </p:cNvPr>
          <p:cNvSpPr/>
          <p:nvPr/>
        </p:nvSpPr>
        <p:spPr>
          <a:xfrm rot="20173888">
            <a:off x="7650626" y="3078136"/>
            <a:ext cx="74927" cy="74927"/>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a:extLst>
              <a:ext uri="{FF2B5EF4-FFF2-40B4-BE49-F238E27FC236}">
                <a16:creationId xmlns:a16="http://schemas.microsoft.com/office/drawing/2014/main" id="{B58D5FD0-2D58-4046-9569-09FA0355818C}"/>
              </a:ext>
            </a:extLst>
          </p:cNvPr>
          <p:cNvSpPr/>
          <p:nvPr/>
        </p:nvSpPr>
        <p:spPr>
          <a:xfrm>
            <a:off x="5547651" y="1894833"/>
            <a:ext cx="982398" cy="46446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明明覆盖场景不多，为何制作耗时？">
            <a:extLst>
              <a:ext uri="{FF2B5EF4-FFF2-40B4-BE49-F238E27FC236}">
                <a16:creationId xmlns:a16="http://schemas.microsoft.com/office/drawing/2014/main" id="{58BAF10E-05C2-45AD-8D7B-3589EDEC3689}"/>
              </a:ext>
            </a:extLst>
          </p:cNvPr>
          <p:cNvSpPr txBox="1"/>
          <p:nvPr/>
        </p:nvSpPr>
        <p:spPr>
          <a:xfrm>
            <a:off x="5592102" y="2009083"/>
            <a:ext cx="89349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助力达成</a:t>
            </a:r>
            <a:endParaRPr kumimoji="0"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弧形 18">
            <a:extLst>
              <a:ext uri="{FF2B5EF4-FFF2-40B4-BE49-F238E27FC236}">
                <a16:creationId xmlns:a16="http://schemas.microsoft.com/office/drawing/2014/main" id="{F7D9EA84-5CA6-4B73-BD90-D43210AE9E51}"/>
              </a:ext>
            </a:extLst>
          </p:cNvPr>
          <p:cNvSpPr/>
          <p:nvPr/>
        </p:nvSpPr>
        <p:spPr>
          <a:xfrm>
            <a:off x="4224652" y="2057688"/>
            <a:ext cx="3628396" cy="3628396"/>
          </a:xfrm>
          <a:prstGeom prst="arc">
            <a:avLst>
              <a:gd name="adj1" fmla="val 1277564"/>
              <a:gd name="adj2" fmla="val 9126472"/>
            </a:avLst>
          </a:prstGeom>
          <a:noFill/>
          <a:ln w="12700" cap="flat">
            <a:solidFill>
              <a:schemeClr val="accent1">
                <a:lumMod val="100000"/>
              </a:schemeClr>
            </a:solidFill>
            <a:prstDash val="solid"/>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19">
            <a:extLst>
              <a:ext uri="{FF2B5EF4-FFF2-40B4-BE49-F238E27FC236}">
                <a16:creationId xmlns:a16="http://schemas.microsoft.com/office/drawing/2014/main" id="{8500CBE5-B512-4986-816D-D25AFA2988A4}"/>
              </a:ext>
            </a:extLst>
          </p:cNvPr>
          <p:cNvSpPr/>
          <p:nvPr/>
        </p:nvSpPr>
        <p:spPr>
          <a:xfrm rot="19767311">
            <a:off x="4384724" y="4655973"/>
            <a:ext cx="74927" cy="74927"/>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a:extLst>
              <a:ext uri="{FF2B5EF4-FFF2-40B4-BE49-F238E27FC236}">
                <a16:creationId xmlns:a16="http://schemas.microsoft.com/office/drawing/2014/main" id="{5BA004A9-7FD8-4397-9A80-28A846784929}"/>
              </a:ext>
            </a:extLst>
          </p:cNvPr>
          <p:cNvSpPr/>
          <p:nvPr/>
        </p:nvSpPr>
        <p:spPr>
          <a:xfrm>
            <a:off x="5547651" y="5466260"/>
            <a:ext cx="982398" cy="464462"/>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明明覆盖场景不多，为何制作耗时？">
            <a:extLst>
              <a:ext uri="{FF2B5EF4-FFF2-40B4-BE49-F238E27FC236}">
                <a16:creationId xmlns:a16="http://schemas.microsoft.com/office/drawing/2014/main" id="{F2597BBF-39FB-4FE9-9C7A-9422413A57DE}"/>
              </a:ext>
            </a:extLst>
          </p:cNvPr>
          <p:cNvSpPr txBox="1"/>
          <p:nvPr/>
        </p:nvSpPr>
        <p:spPr>
          <a:xfrm>
            <a:off x="5592102" y="5580510"/>
            <a:ext cx="89349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细化场景</a:t>
            </a:r>
            <a:endParaRPr kumimoji="0" sz="12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线条">
            <a:extLst>
              <a:ext uri="{FF2B5EF4-FFF2-40B4-BE49-F238E27FC236}">
                <a16:creationId xmlns:a16="http://schemas.microsoft.com/office/drawing/2014/main" id="{5A62C616-723E-4360-BC8F-3627B7604F0C}"/>
              </a:ext>
            </a:extLst>
          </p:cNvPr>
          <p:cNvSpPr/>
          <p:nvPr/>
        </p:nvSpPr>
        <p:spPr>
          <a:xfrm>
            <a:off x="7565136" y="3894071"/>
            <a:ext cx="1915414"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设计">
            <a:extLst>
              <a:ext uri="{FF2B5EF4-FFF2-40B4-BE49-F238E27FC236}">
                <a16:creationId xmlns:a16="http://schemas.microsoft.com/office/drawing/2014/main" id="{ABEE291D-130F-41A1-934E-093FEEA19184}"/>
              </a:ext>
            </a:extLst>
          </p:cNvPr>
          <p:cNvSpPr txBox="1"/>
          <p:nvPr/>
        </p:nvSpPr>
        <p:spPr>
          <a:xfrm>
            <a:off x="8232822" y="3639056"/>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设计评价</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线条">
            <a:extLst>
              <a:ext uri="{FF2B5EF4-FFF2-40B4-BE49-F238E27FC236}">
                <a16:creationId xmlns:a16="http://schemas.microsoft.com/office/drawing/2014/main" id="{05F498A1-8688-4B3B-A0D8-2187754DB9B3}"/>
              </a:ext>
            </a:extLst>
          </p:cNvPr>
          <p:cNvSpPr/>
          <p:nvPr/>
        </p:nvSpPr>
        <p:spPr>
          <a:xfrm>
            <a:off x="2616036" y="3894071"/>
            <a:ext cx="1915414" cy="0"/>
          </a:xfrm>
          <a:prstGeom prst="line">
            <a:avLst/>
          </a:prstGeom>
          <a:ln w="12700">
            <a:solidFill>
              <a:schemeClr val="accent1">
                <a:lumMod val="100000"/>
              </a:schemeClr>
            </a:solidFill>
            <a:custDash>
              <a:ds d="200000" sp="200000"/>
            </a:custDash>
            <a:miter lim="400000"/>
            <a:headEnd type="none"/>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设计">
            <a:extLst>
              <a:ext uri="{FF2B5EF4-FFF2-40B4-BE49-F238E27FC236}">
                <a16:creationId xmlns:a16="http://schemas.microsoft.com/office/drawing/2014/main" id="{B8ACBC09-5606-4617-B644-58CC1B6A89CF}"/>
              </a:ext>
            </a:extLst>
          </p:cNvPr>
          <p:cNvSpPr txBox="1"/>
          <p:nvPr/>
        </p:nvSpPr>
        <p:spPr>
          <a:xfrm>
            <a:off x="3283722" y="3639056"/>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设计手段</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8800F89E-5490-4261-931F-22D710C6CC01}"/>
              </a:ext>
            </a:extLst>
          </p:cNvPr>
          <p:cNvSpPr/>
          <p:nvPr/>
        </p:nvSpPr>
        <p:spPr>
          <a:xfrm>
            <a:off x="9497098" y="3103536"/>
            <a:ext cx="1524000" cy="1524000"/>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a:extLst>
              <a:ext uri="{FF2B5EF4-FFF2-40B4-BE49-F238E27FC236}">
                <a16:creationId xmlns:a16="http://schemas.microsoft.com/office/drawing/2014/main" id="{80FA40FA-853B-4F10-9D26-002E81BE47EB}"/>
              </a:ext>
            </a:extLst>
          </p:cNvPr>
          <p:cNvSpPr txBox="1"/>
          <p:nvPr/>
        </p:nvSpPr>
        <p:spPr>
          <a:xfrm>
            <a:off x="9738398" y="3479939"/>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表现</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P</a:t>
            </a: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椭圆 28">
            <a:extLst>
              <a:ext uri="{FF2B5EF4-FFF2-40B4-BE49-F238E27FC236}">
                <a16:creationId xmlns:a16="http://schemas.microsoft.com/office/drawing/2014/main" id="{BD614BD1-3780-4AE0-AD57-0A0BD5CC1501}"/>
              </a:ext>
            </a:extLst>
          </p:cNvPr>
          <p:cNvSpPr/>
          <p:nvPr/>
        </p:nvSpPr>
        <p:spPr>
          <a:xfrm>
            <a:off x="1068621" y="3103536"/>
            <a:ext cx="1524000" cy="1524000"/>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9">
            <a:extLst>
              <a:ext uri="{FF2B5EF4-FFF2-40B4-BE49-F238E27FC236}">
                <a16:creationId xmlns:a16="http://schemas.microsoft.com/office/drawing/2014/main" id="{E2289ED8-48C5-4646-AB20-CBD91CF2E298}"/>
              </a:ext>
            </a:extLst>
          </p:cNvPr>
          <p:cNvSpPr txBox="1"/>
          <p:nvPr/>
        </p:nvSpPr>
        <p:spPr>
          <a:xfrm>
            <a:off x="1309921" y="3479939"/>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总目标</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G</a:t>
            </a: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AE35678A-22C4-4575-88FB-D782345BA4E5}"/>
              </a:ext>
            </a:extLst>
          </p:cNvPr>
          <p:cNvSpPr/>
          <p:nvPr/>
        </p:nvSpPr>
        <p:spPr>
          <a:xfrm>
            <a:off x="1068621"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设计">
            <a:extLst>
              <a:ext uri="{FF2B5EF4-FFF2-40B4-BE49-F238E27FC236}">
                <a16:creationId xmlns:a16="http://schemas.microsoft.com/office/drawing/2014/main" id="{B4A1CD44-679F-4538-921D-4D8905538C47}"/>
              </a:ext>
            </a:extLst>
          </p:cNvPr>
          <p:cNvSpPr txBox="1"/>
          <p:nvPr/>
        </p:nvSpPr>
        <p:spPr>
          <a:xfrm>
            <a:off x="1184742" y="4807089"/>
            <a:ext cx="1291758" cy="44430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会员业务</a:t>
            </a: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GMV</a:t>
            </a:r>
          </a:p>
          <a:p>
            <a:pPr marL="0" marR="0" lvl="0" indent="0" algn="ctr" defTabSz="1219169" rtl="0" eaLnBrk="1" fontAlgn="auto" latinLnBrk="0" hangingPunct="0">
              <a:lnSpc>
                <a:spcPct val="130000"/>
              </a:lnSpc>
              <a:spcBef>
                <a:spcPts val="0"/>
              </a:spcBef>
              <a:spcAft>
                <a:spcPts val="0"/>
              </a:spcAft>
              <a:buClrTx/>
              <a:buSzTx/>
              <a:buFontTx/>
              <a:buNone/>
              <a:tabLst/>
              <a:defRPr/>
            </a:pPr>
            <a:r>
              <a:rPr lang="en-US"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TISHENG 120%</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线条">
            <a:extLst>
              <a:ext uri="{FF2B5EF4-FFF2-40B4-BE49-F238E27FC236}">
                <a16:creationId xmlns:a16="http://schemas.microsoft.com/office/drawing/2014/main" id="{494E859B-FE31-4463-853C-F4FA9FCD507B}"/>
              </a:ext>
            </a:extLst>
          </p:cNvPr>
          <p:cNvSpPr/>
          <p:nvPr/>
        </p:nvSpPr>
        <p:spPr>
          <a:xfrm flipV="1">
            <a:off x="3642448" y="4155365"/>
            <a:ext cx="938345" cy="486765"/>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线条">
            <a:extLst>
              <a:ext uri="{FF2B5EF4-FFF2-40B4-BE49-F238E27FC236}">
                <a16:creationId xmlns:a16="http://schemas.microsoft.com/office/drawing/2014/main" id="{943E9B6E-3632-43BC-9ABB-B2B7F6FB02D7}"/>
              </a:ext>
            </a:extLst>
          </p:cNvPr>
          <p:cNvSpPr/>
          <p:nvPr/>
        </p:nvSpPr>
        <p:spPr>
          <a:xfrm flipH="1" flipV="1">
            <a:off x="7573763" y="4155365"/>
            <a:ext cx="938345" cy="486765"/>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a:extLst>
              <a:ext uri="{FF2B5EF4-FFF2-40B4-BE49-F238E27FC236}">
                <a16:creationId xmlns:a16="http://schemas.microsoft.com/office/drawing/2014/main" id="{8339E6B8-7F8B-4350-9BD7-96C556626978}"/>
              </a:ext>
            </a:extLst>
          </p:cNvPr>
          <p:cNvSpPr/>
          <p:nvPr/>
        </p:nvSpPr>
        <p:spPr>
          <a:xfrm>
            <a:off x="2792374"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设计">
            <a:extLst>
              <a:ext uri="{FF2B5EF4-FFF2-40B4-BE49-F238E27FC236}">
                <a16:creationId xmlns:a16="http://schemas.microsoft.com/office/drawing/2014/main" id="{B7C3C1B4-5106-4FE2-A566-7DB30C711845}"/>
              </a:ext>
            </a:extLst>
          </p:cNvPr>
          <p:cNvSpPr txBox="1"/>
          <p:nvPr/>
        </p:nvSpPr>
        <p:spPr>
          <a:xfrm>
            <a:off x="2908495" y="4807089"/>
            <a:ext cx="1291758" cy="44430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利用视觉差异化</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提升会员身份感</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a:extLst>
              <a:ext uri="{FF2B5EF4-FFF2-40B4-BE49-F238E27FC236}">
                <a16:creationId xmlns:a16="http://schemas.microsoft.com/office/drawing/2014/main" id="{B60DCB56-9CD0-448E-B7CC-F178E871B2D7}"/>
              </a:ext>
            </a:extLst>
          </p:cNvPr>
          <p:cNvSpPr/>
          <p:nvPr/>
        </p:nvSpPr>
        <p:spPr>
          <a:xfrm>
            <a:off x="7760643"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设计">
            <a:extLst>
              <a:ext uri="{FF2B5EF4-FFF2-40B4-BE49-F238E27FC236}">
                <a16:creationId xmlns:a16="http://schemas.microsoft.com/office/drawing/2014/main" id="{55A87B89-3FC2-4990-96EA-650F901ACD47}"/>
              </a:ext>
            </a:extLst>
          </p:cNvPr>
          <p:cNvSpPr txBox="1"/>
          <p:nvPr/>
        </p:nvSpPr>
        <p:spPr>
          <a:xfrm>
            <a:off x="7876764" y="4807089"/>
            <a:ext cx="1291758" cy="44430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建立会员品牌体系</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完善会员组件库</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a:extLst>
              <a:ext uri="{FF2B5EF4-FFF2-40B4-BE49-F238E27FC236}">
                <a16:creationId xmlns:a16="http://schemas.microsoft.com/office/drawing/2014/main" id="{5D9D50C4-B0B9-472B-8618-B8739ABF2313}"/>
              </a:ext>
            </a:extLst>
          </p:cNvPr>
          <p:cNvSpPr/>
          <p:nvPr/>
        </p:nvSpPr>
        <p:spPr>
          <a:xfrm>
            <a:off x="9502916" y="4726731"/>
            <a:ext cx="1524000" cy="60502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设计">
            <a:extLst>
              <a:ext uri="{FF2B5EF4-FFF2-40B4-BE49-F238E27FC236}">
                <a16:creationId xmlns:a16="http://schemas.microsoft.com/office/drawing/2014/main" id="{852764F6-DC2F-4634-A1D1-BAFCAF2635BA}"/>
              </a:ext>
            </a:extLst>
          </p:cNvPr>
          <p:cNvSpPr txBox="1"/>
          <p:nvPr/>
        </p:nvSpPr>
        <p:spPr>
          <a:xfrm>
            <a:off x="9619037" y="4807089"/>
            <a:ext cx="1291758" cy="44430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用户首次购买</a:t>
            </a:r>
            <a:endPar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再次购买提升</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FBAC7B0F-A42B-8471-9E57-FE3E6EBD5D0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4A9F5307-1278-6719-CB83-3E5493BAD79B}"/>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7773FF22-1CB8-2255-F9C6-E3CB9AA072C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41760176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矩形">
            <a:extLst>
              <a:ext uri="{FF2B5EF4-FFF2-40B4-BE49-F238E27FC236}">
                <a16:creationId xmlns:a16="http://schemas.microsoft.com/office/drawing/2014/main" id="{C83736AF-7446-4F69-9541-A440872F3984}"/>
              </a:ext>
            </a:extLst>
          </p:cNvPr>
          <p:cNvSpPr/>
          <p:nvPr/>
        </p:nvSpPr>
        <p:spPr>
          <a:xfrm>
            <a:off x="3002090"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a:extLst>
              <a:ext uri="{FF2B5EF4-FFF2-40B4-BE49-F238E27FC236}">
                <a16:creationId xmlns:a16="http://schemas.microsoft.com/office/drawing/2014/main" id="{90627456-4AFA-40A8-897A-D6CB8CDF7AB3}"/>
              </a:ext>
            </a:extLst>
          </p:cNvPr>
          <p:cNvSpPr/>
          <p:nvPr/>
        </p:nvSpPr>
        <p:spPr>
          <a:xfrm>
            <a:off x="5148264"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a:extLst>
              <a:ext uri="{FF2B5EF4-FFF2-40B4-BE49-F238E27FC236}">
                <a16:creationId xmlns:a16="http://schemas.microsoft.com/office/drawing/2014/main" id="{E9103D33-D24D-4DD6-BA09-6D79E9B13FD0}"/>
              </a:ext>
            </a:extLst>
          </p:cNvPr>
          <p:cNvSpPr/>
          <p:nvPr/>
        </p:nvSpPr>
        <p:spPr>
          <a:xfrm>
            <a:off x="7294438"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矩形">
            <a:extLst>
              <a:ext uri="{FF2B5EF4-FFF2-40B4-BE49-F238E27FC236}">
                <a16:creationId xmlns:a16="http://schemas.microsoft.com/office/drawing/2014/main" id="{7D601737-1FC0-45C2-BA78-FC67D2589D17}"/>
              </a:ext>
            </a:extLst>
          </p:cNvPr>
          <p:cNvSpPr/>
          <p:nvPr/>
        </p:nvSpPr>
        <p:spPr>
          <a:xfrm>
            <a:off x="9440611"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a:extLst>
              <a:ext uri="{FF2B5EF4-FFF2-40B4-BE49-F238E27FC236}">
                <a16:creationId xmlns:a16="http://schemas.microsoft.com/office/drawing/2014/main" id="{BA607286-CAF6-4676-9380-EB8F913EFEAE}"/>
              </a:ext>
            </a:extLst>
          </p:cNvPr>
          <p:cNvSpPr/>
          <p:nvPr/>
        </p:nvSpPr>
        <p:spPr>
          <a:xfrm>
            <a:off x="855916" y="3527586"/>
            <a:ext cx="1895475" cy="1982449"/>
          </a:xfrm>
          <a:prstGeom prst="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线条">
            <a:extLst>
              <a:ext uri="{FF2B5EF4-FFF2-40B4-BE49-F238E27FC236}">
                <a16:creationId xmlns:a16="http://schemas.microsoft.com/office/drawing/2014/main" id="{99726C76-A03F-422C-B477-DD89A4E6E4D6}"/>
              </a:ext>
            </a:extLst>
          </p:cNvPr>
          <p:cNvSpPr/>
          <p:nvPr/>
        </p:nvSpPr>
        <p:spPr>
          <a:xfrm flipH="1">
            <a:off x="6096000" y="2412504"/>
            <a:ext cx="0" cy="933525"/>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设计">
            <a:extLst>
              <a:ext uri="{FF2B5EF4-FFF2-40B4-BE49-F238E27FC236}">
                <a16:creationId xmlns:a16="http://schemas.microsoft.com/office/drawing/2014/main" id="{0EB960C7-1265-4462-94CF-7560346807EB}"/>
              </a:ext>
            </a:extLst>
          </p:cNvPr>
          <p:cNvSpPr txBox="1"/>
          <p:nvPr/>
        </p:nvSpPr>
        <p:spPr>
          <a:xfrm>
            <a:off x="1474985" y="3844266"/>
            <a:ext cx="688580" cy="140190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0">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2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在线挂诊</a:t>
            </a:r>
            <a:endPar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2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在线问诊</a:t>
            </a:r>
            <a:endPar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2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远程医疗</a:t>
            </a:r>
            <a:endPar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1219169" rtl="0" eaLnBrk="1" fontAlgn="auto" latinLnBrk="0" hangingPunct="0">
              <a:lnSpc>
                <a:spcPct val="2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互联网医院</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设计">
            <a:extLst>
              <a:ext uri="{FF2B5EF4-FFF2-40B4-BE49-F238E27FC236}">
                <a16:creationId xmlns:a16="http://schemas.microsoft.com/office/drawing/2014/main" id="{2648648E-E4FE-4AC5-8E26-CC006D2802C1}"/>
              </a:ext>
            </a:extLst>
          </p:cNvPr>
          <p:cNvSpPr txBox="1"/>
          <p:nvPr/>
        </p:nvSpPr>
        <p:spPr>
          <a:xfrm>
            <a:off x="3605537" y="3844266"/>
            <a:ext cx="688580" cy="140190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0">
            <a:noAutofit/>
          </a:bodyPr>
          <a:lstStyle>
            <a:defPPr>
              <a:defRPr lang="zh-CN"/>
            </a:defPPr>
            <a:lvl1pPr marR="0" lvl="0" indent="0" algn="ctr" defTabSz="1219169" fontAlgn="auto" hangingPunct="0">
              <a:lnSpc>
                <a:spcPct val="200000"/>
              </a:lnSpc>
              <a:spcBef>
                <a:spcPts val="0"/>
              </a:spcBef>
              <a:spcAft>
                <a:spcPts val="0"/>
              </a:spcAft>
              <a:buClrTx/>
              <a:buSzTx/>
              <a:buFontTx/>
              <a:buNone/>
              <a:tabLst/>
              <a:defRPr kumimoji="0" sz="1200" b="0" i="0" u="none" strike="noStrike" kern="0" cap="none" spc="0" normalizeH="0" baseline="0">
                <a:ln>
                  <a:noFill/>
                </a:ln>
                <a:effectLst/>
                <a:uLnTx/>
                <a:uFillTx/>
                <a:latin typeface="+mn-ea"/>
                <a:cs typeface="OPPOSans H" panose="00020600040101010101" pitchFamily="18" charset="-122"/>
              </a:defRPr>
            </a:lvl1pPr>
          </a:lstStyle>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慢病管理</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健康体检</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基因检测</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设计">
            <a:extLst>
              <a:ext uri="{FF2B5EF4-FFF2-40B4-BE49-F238E27FC236}">
                <a16:creationId xmlns:a16="http://schemas.microsoft.com/office/drawing/2014/main" id="{2C80BD2B-0B1E-4B2F-A551-419FF648272F}"/>
              </a:ext>
            </a:extLst>
          </p:cNvPr>
          <p:cNvSpPr txBox="1"/>
          <p:nvPr/>
        </p:nvSpPr>
        <p:spPr>
          <a:xfrm>
            <a:off x="5751711" y="3844266"/>
            <a:ext cx="688580" cy="140190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0">
            <a:noAutofit/>
          </a:bodyPr>
          <a:lstStyle>
            <a:defPPr>
              <a:defRPr lang="zh-CN"/>
            </a:defPPr>
            <a:lvl1pPr marR="0" lvl="0" indent="0" algn="ctr" defTabSz="1219169" fontAlgn="auto" hangingPunct="0">
              <a:lnSpc>
                <a:spcPct val="200000"/>
              </a:lnSpc>
              <a:spcBef>
                <a:spcPts val="0"/>
              </a:spcBef>
              <a:spcAft>
                <a:spcPts val="0"/>
              </a:spcAft>
              <a:buClrTx/>
              <a:buSzTx/>
              <a:buFontTx/>
              <a:buNone/>
              <a:tabLst/>
              <a:defRPr kumimoji="0" sz="1200" b="0" i="0" u="none" strike="noStrike" kern="0" cap="none" spc="0" normalizeH="0" baseline="0">
                <a:ln>
                  <a:noFill/>
                </a:ln>
                <a:effectLst/>
                <a:uLnTx/>
                <a:uFillTx/>
                <a:latin typeface="+mn-ea"/>
                <a:cs typeface="OPPOSans H" panose="00020600040101010101" pitchFamily="18" charset="-122"/>
              </a:defRPr>
            </a:lvl1pPr>
          </a:lstStyle>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人工智能</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机器人</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精准医疗</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设计">
            <a:extLst>
              <a:ext uri="{FF2B5EF4-FFF2-40B4-BE49-F238E27FC236}">
                <a16:creationId xmlns:a16="http://schemas.microsoft.com/office/drawing/2014/main" id="{3A9F66E2-BA14-4401-8D0B-FDC5DF86287E}"/>
              </a:ext>
            </a:extLst>
          </p:cNvPr>
          <p:cNvSpPr txBox="1"/>
          <p:nvPr/>
        </p:nvSpPr>
        <p:spPr>
          <a:xfrm>
            <a:off x="7897885" y="3844266"/>
            <a:ext cx="688580" cy="140190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0">
            <a:noAutofit/>
          </a:bodyPr>
          <a:lstStyle>
            <a:defPPr>
              <a:defRPr lang="zh-CN"/>
            </a:defPPr>
            <a:lvl1pPr marR="0" lvl="0" indent="0" algn="ctr" defTabSz="1219169" fontAlgn="auto" hangingPunct="0">
              <a:lnSpc>
                <a:spcPct val="200000"/>
              </a:lnSpc>
              <a:spcBef>
                <a:spcPts val="0"/>
              </a:spcBef>
              <a:spcAft>
                <a:spcPts val="0"/>
              </a:spcAft>
              <a:buClrTx/>
              <a:buSzTx/>
              <a:buFontTx/>
              <a:buNone/>
              <a:tabLst/>
              <a:defRPr kumimoji="0" sz="1200" b="0" i="0" u="none" strike="noStrike" kern="0" cap="none" spc="0" normalizeH="0" baseline="0">
                <a:ln>
                  <a:noFill/>
                </a:ln>
                <a:effectLst/>
                <a:uLnTx/>
                <a:uFillTx/>
                <a:latin typeface="+mn-ea"/>
                <a:cs typeface="OPPOSans H" panose="00020600040101010101" pitchFamily="18" charset="-122"/>
              </a:defRPr>
            </a:lvl1pPr>
          </a:lstStyle>
          <a:p>
            <a:r>
              <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B2B</a:t>
            </a:r>
          </a:p>
          <a:p>
            <a:r>
              <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B2C</a:t>
            </a:r>
          </a:p>
          <a:p>
            <a:r>
              <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O2O</a:t>
            </a: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处方流转</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设计">
            <a:extLst>
              <a:ext uri="{FF2B5EF4-FFF2-40B4-BE49-F238E27FC236}">
                <a16:creationId xmlns:a16="http://schemas.microsoft.com/office/drawing/2014/main" id="{1F58ADEE-ED75-469D-9D63-E7A487819B8F}"/>
              </a:ext>
            </a:extLst>
          </p:cNvPr>
          <p:cNvSpPr txBox="1"/>
          <p:nvPr/>
        </p:nvSpPr>
        <p:spPr>
          <a:xfrm>
            <a:off x="10044058" y="3844266"/>
            <a:ext cx="688580" cy="140190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0">
            <a:noAutofit/>
          </a:bodyPr>
          <a:lstStyle>
            <a:defPPr>
              <a:defRPr lang="zh-CN"/>
            </a:defPPr>
            <a:lvl1pPr marR="0" lvl="0" indent="0" algn="ctr" defTabSz="1219169" fontAlgn="auto" hangingPunct="0">
              <a:lnSpc>
                <a:spcPct val="200000"/>
              </a:lnSpc>
              <a:spcBef>
                <a:spcPts val="0"/>
              </a:spcBef>
              <a:spcAft>
                <a:spcPts val="0"/>
              </a:spcAft>
              <a:buClrTx/>
              <a:buSzTx/>
              <a:buFontTx/>
              <a:buNone/>
              <a:tabLst/>
              <a:defRPr kumimoji="0" sz="1200" b="0" i="0" u="none" strike="noStrike" kern="0" cap="none" spc="0" normalizeH="0" baseline="0">
                <a:ln>
                  <a:noFill/>
                </a:ln>
                <a:effectLst/>
                <a:uLnTx/>
                <a:uFillTx/>
                <a:latin typeface="+mn-ea"/>
                <a:cs typeface="OPPOSans H" panose="00020600040101010101" pitchFamily="18" charset="-122"/>
              </a:defRPr>
            </a:lvl1pPr>
          </a:lstStyle>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医保</a:t>
            </a:r>
            <a:endParaRPr lang="en-US" altLang="zh-CN"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商保</a:t>
            </a:r>
            <a:endParaRPr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a:extLst>
              <a:ext uri="{FF2B5EF4-FFF2-40B4-BE49-F238E27FC236}">
                <a16:creationId xmlns:a16="http://schemas.microsoft.com/office/drawing/2014/main" id="{C307B59F-4D57-4593-9323-0949AE387C87}"/>
              </a:ext>
            </a:extLst>
          </p:cNvPr>
          <p:cNvSpPr/>
          <p:nvPr/>
        </p:nvSpPr>
        <p:spPr>
          <a:xfrm>
            <a:off x="5194953"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a:extLst>
              <a:ext uri="{FF2B5EF4-FFF2-40B4-BE49-F238E27FC236}">
                <a16:creationId xmlns:a16="http://schemas.microsoft.com/office/drawing/2014/main" id="{6FA29FAF-CF84-4C69-8E44-FA65A7DF95B4}"/>
              </a:ext>
            </a:extLst>
          </p:cNvPr>
          <p:cNvSpPr txBox="1"/>
          <p:nvPr/>
        </p:nvSpPr>
        <p:spPr>
          <a:xfrm>
            <a:off x="5321953" y="2084597"/>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智慧医疗</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68" name="矩形">
            <a:extLst>
              <a:ext uri="{FF2B5EF4-FFF2-40B4-BE49-F238E27FC236}">
                <a16:creationId xmlns:a16="http://schemas.microsoft.com/office/drawing/2014/main" id="{E92EEDFA-9193-43D0-965E-965C29B94F65}"/>
              </a:ext>
            </a:extLst>
          </p:cNvPr>
          <p:cNvSpPr/>
          <p:nvPr/>
        </p:nvSpPr>
        <p:spPr>
          <a:xfrm>
            <a:off x="4755986" y="2586371"/>
            <a:ext cx="2680029" cy="32628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设计">
            <a:extLst>
              <a:ext uri="{FF2B5EF4-FFF2-40B4-BE49-F238E27FC236}">
                <a16:creationId xmlns:a16="http://schemas.microsoft.com/office/drawing/2014/main" id="{23F768CD-8F00-4E57-ACBB-88E059729CBB}"/>
              </a:ext>
            </a:extLst>
          </p:cNvPr>
          <p:cNvSpPr txBox="1"/>
          <p:nvPr/>
        </p:nvSpPr>
        <p:spPr>
          <a:xfrm>
            <a:off x="5120085" y="2631534"/>
            <a:ext cx="195183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产品在互联网医疗产业生态中的定位</a:t>
            </a:r>
          </a:p>
        </p:txBody>
      </p:sp>
      <p:sp>
        <p:nvSpPr>
          <p:cNvPr id="96" name="矩形">
            <a:extLst>
              <a:ext uri="{FF2B5EF4-FFF2-40B4-BE49-F238E27FC236}">
                <a16:creationId xmlns:a16="http://schemas.microsoft.com/office/drawing/2014/main" id="{E75CC209-4F66-4334-866F-52A3EDFAB518}"/>
              </a:ext>
            </a:extLst>
          </p:cNvPr>
          <p:cNvSpPr/>
          <p:nvPr/>
        </p:nvSpPr>
        <p:spPr>
          <a:xfrm>
            <a:off x="1014419"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提升主题的可用性">
            <a:extLst>
              <a:ext uri="{FF2B5EF4-FFF2-40B4-BE49-F238E27FC236}">
                <a16:creationId xmlns:a16="http://schemas.microsoft.com/office/drawing/2014/main" id="{24AAA48B-2422-4DB8-BCDF-1C2021007AFF}"/>
              </a:ext>
            </a:extLst>
          </p:cNvPr>
          <p:cNvSpPr txBox="1"/>
          <p:nvPr/>
        </p:nvSpPr>
        <p:spPr>
          <a:xfrm>
            <a:off x="1680662" y="3404748"/>
            <a:ext cx="658547"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医疗服务</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8" name="矩形">
            <a:extLst>
              <a:ext uri="{FF2B5EF4-FFF2-40B4-BE49-F238E27FC236}">
                <a16:creationId xmlns:a16="http://schemas.microsoft.com/office/drawing/2014/main" id="{915AAF69-F69C-489B-81B5-BE9451F16062}"/>
              </a:ext>
            </a:extLst>
          </p:cNvPr>
          <p:cNvSpPr/>
          <p:nvPr/>
        </p:nvSpPr>
        <p:spPr>
          <a:xfrm>
            <a:off x="1016376"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03">
            <a:extLst>
              <a:ext uri="{FF2B5EF4-FFF2-40B4-BE49-F238E27FC236}">
                <a16:creationId xmlns:a16="http://schemas.microsoft.com/office/drawing/2014/main" id="{34528902-6699-45AF-8DAF-4E97F954A71C}"/>
              </a:ext>
            </a:extLst>
          </p:cNvPr>
          <p:cNvSpPr txBox="1"/>
          <p:nvPr/>
        </p:nvSpPr>
        <p:spPr>
          <a:xfrm>
            <a:off x="1077512" y="3372134"/>
            <a:ext cx="326330" cy="326291"/>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2" name="矩形">
            <a:extLst>
              <a:ext uri="{FF2B5EF4-FFF2-40B4-BE49-F238E27FC236}">
                <a16:creationId xmlns:a16="http://schemas.microsoft.com/office/drawing/2014/main" id="{3D77190E-AC72-4B02-9487-572955F8E469}"/>
              </a:ext>
            </a:extLst>
          </p:cNvPr>
          <p:cNvSpPr/>
          <p:nvPr/>
        </p:nvSpPr>
        <p:spPr>
          <a:xfrm>
            <a:off x="3160593"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提升主题的可用性">
            <a:extLst>
              <a:ext uri="{FF2B5EF4-FFF2-40B4-BE49-F238E27FC236}">
                <a16:creationId xmlns:a16="http://schemas.microsoft.com/office/drawing/2014/main" id="{EDAAA005-B9B2-4CB3-A01B-636A9FE14BB9}"/>
              </a:ext>
            </a:extLst>
          </p:cNvPr>
          <p:cNvSpPr txBox="1"/>
          <p:nvPr/>
        </p:nvSpPr>
        <p:spPr>
          <a:xfrm>
            <a:off x="3826837" y="3404748"/>
            <a:ext cx="658547"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健康管理</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4" name="矩形">
            <a:extLst>
              <a:ext uri="{FF2B5EF4-FFF2-40B4-BE49-F238E27FC236}">
                <a16:creationId xmlns:a16="http://schemas.microsoft.com/office/drawing/2014/main" id="{5EC50BA7-D77B-4338-8165-EBACC7381099}"/>
              </a:ext>
            </a:extLst>
          </p:cNvPr>
          <p:cNvSpPr/>
          <p:nvPr/>
        </p:nvSpPr>
        <p:spPr>
          <a:xfrm>
            <a:off x="3162550"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03">
            <a:extLst>
              <a:ext uri="{FF2B5EF4-FFF2-40B4-BE49-F238E27FC236}">
                <a16:creationId xmlns:a16="http://schemas.microsoft.com/office/drawing/2014/main" id="{66A26F65-0A17-4CB3-8591-AC8990F60FB6}"/>
              </a:ext>
            </a:extLst>
          </p:cNvPr>
          <p:cNvSpPr txBox="1"/>
          <p:nvPr/>
        </p:nvSpPr>
        <p:spPr>
          <a:xfrm>
            <a:off x="3223685" y="3372134"/>
            <a:ext cx="326330" cy="326291"/>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7" name="矩形">
            <a:extLst>
              <a:ext uri="{FF2B5EF4-FFF2-40B4-BE49-F238E27FC236}">
                <a16:creationId xmlns:a16="http://schemas.microsoft.com/office/drawing/2014/main" id="{26E5642C-4D90-426C-A066-C533139590E6}"/>
              </a:ext>
            </a:extLst>
          </p:cNvPr>
          <p:cNvSpPr/>
          <p:nvPr/>
        </p:nvSpPr>
        <p:spPr>
          <a:xfrm>
            <a:off x="5306767"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提升主题的可用性">
            <a:extLst>
              <a:ext uri="{FF2B5EF4-FFF2-40B4-BE49-F238E27FC236}">
                <a16:creationId xmlns:a16="http://schemas.microsoft.com/office/drawing/2014/main" id="{5869B4D7-72AB-4C32-B8F8-CA10CAD98BAF}"/>
              </a:ext>
            </a:extLst>
          </p:cNvPr>
          <p:cNvSpPr txBox="1"/>
          <p:nvPr/>
        </p:nvSpPr>
        <p:spPr>
          <a:xfrm>
            <a:off x="5973010" y="3404748"/>
            <a:ext cx="658547"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科技升级</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矩形">
            <a:extLst>
              <a:ext uri="{FF2B5EF4-FFF2-40B4-BE49-F238E27FC236}">
                <a16:creationId xmlns:a16="http://schemas.microsoft.com/office/drawing/2014/main" id="{BB7A8AF8-7207-4E99-A7FB-EFC904AA2860}"/>
              </a:ext>
            </a:extLst>
          </p:cNvPr>
          <p:cNvSpPr/>
          <p:nvPr/>
        </p:nvSpPr>
        <p:spPr>
          <a:xfrm>
            <a:off x="5308724"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03">
            <a:extLst>
              <a:ext uri="{FF2B5EF4-FFF2-40B4-BE49-F238E27FC236}">
                <a16:creationId xmlns:a16="http://schemas.microsoft.com/office/drawing/2014/main" id="{0FBAACAA-6EE1-446A-9A68-9A3B9A2E71B3}"/>
              </a:ext>
            </a:extLst>
          </p:cNvPr>
          <p:cNvSpPr txBox="1"/>
          <p:nvPr/>
        </p:nvSpPr>
        <p:spPr>
          <a:xfrm>
            <a:off x="5369859" y="3372134"/>
            <a:ext cx="326330" cy="326291"/>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2" name="矩形">
            <a:extLst>
              <a:ext uri="{FF2B5EF4-FFF2-40B4-BE49-F238E27FC236}">
                <a16:creationId xmlns:a16="http://schemas.microsoft.com/office/drawing/2014/main" id="{012E2710-6B6D-40AE-99EB-64E3C2A3374E}"/>
              </a:ext>
            </a:extLst>
          </p:cNvPr>
          <p:cNvSpPr/>
          <p:nvPr/>
        </p:nvSpPr>
        <p:spPr>
          <a:xfrm>
            <a:off x="7452941"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提升主题的可用性">
            <a:extLst>
              <a:ext uri="{FF2B5EF4-FFF2-40B4-BE49-F238E27FC236}">
                <a16:creationId xmlns:a16="http://schemas.microsoft.com/office/drawing/2014/main" id="{84884383-AE36-4A38-8CCE-C750C0BEE98F}"/>
              </a:ext>
            </a:extLst>
          </p:cNvPr>
          <p:cNvSpPr txBox="1"/>
          <p:nvPr/>
        </p:nvSpPr>
        <p:spPr>
          <a:xfrm>
            <a:off x="8119184" y="3404748"/>
            <a:ext cx="658547"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医药流通</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4" name="矩形">
            <a:extLst>
              <a:ext uri="{FF2B5EF4-FFF2-40B4-BE49-F238E27FC236}">
                <a16:creationId xmlns:a16="http://schemas.microsoft.com/office/drawing/2014/main" id="{93A49CFB-6560-41E1-9755-FC1CA1727788}"/>
              </a:ext>
            </a:extLst>
          </p:cNvPr>
          <p:cNvSpPr/>
          <p:nvPr/>
        </p:nvSpPr>
        <p:spPr>
          <a:xfrm>
            <a:off x="7454898"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03">
            <a:extLst>
              <a:ext uri="{FF2B5EF4-FFF2-40B4-BE49-F238E27FC236}">
                <a16:creationId xmlns:a16="http://schemas.microsoft.com/office/drawing/2014/main" id="{B7B67E2B-222E-43AC-84F4-E1B3AEA43123}"/>
              </a:ext>
            </a:extLst>
          </p:cNvPr>
          <p:cNvSpPr txBox="1"/>
          <p:nvPr/>
        </p:nvSpPr>
        <p:spPr>
          <a:xfrm>
            <a:off x="7516033" y="3372134"/>
            <a:ext cx="326330" cy="326291"/>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lang="en-US" kern="0" dirty="0">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04</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7" name="矩形">
            <a:extLst>
              <a:ext uri="{FF2B5EF4-FFF2-40B4-BE49-F238E27FC236}">
                <a16:creationId xmlns:a16="http://schemas.microsoft.com/office/drawing/2014/main" id="{0985E656-CF79-4CE3-9080-2271BFAE3290}"/>
              </a:ext>
            </a:extLst>
          </p:cNvPr>
          <p:cNvSpPr/>
          <p:nvPr/>
        </p:nvSpPr>
        <p:spPr>
          <a:xfrm>
            <a:off x="9599114" y="3346029"/>
            <a:ext cx="1578468"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提升主题的可用性">
            <a:extLst>
              <a:ext uri="{FF2B5EF4-FFF2-40B4-BE49-F238E27FC236}">
                <a16:creationId xmlns:a16="http://schemas.microsoft.com/office/drawing/2014/main" id="{F8DB0A95-33B9-4442-A055-65576641D78A}"/>
              </a:ext>
            </a:extLst>
          </p:cNvPr>
          <p:cNvSpPr txBox="1"/>
          <p:nvPr/>
        </p:nvSpPr>
        <p:spPr>
          <a:xfrm>
            <a:off x="10265357" y="3404748"/>
            <a:ext cx="658547"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医疗保险</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矩形">
            <a:extLst>
              <a:ext uri="{FF2B5EF4-FFF2-40B4-BE49-F238E27FC236}">
                <a16:creationId xmlns:a16="http://schemas.microsoft.com/office/drawing/2014/main" id="{2D259FBD-92C2-4C25-B7EE-A1F26124AB2B}"/>
              </a:ext>
            </a:extLst>
          </p:cNvPr>
          <p:cNvSpPr/>
          <p:nvPr/>
        </p:nvSpPr>
        <p:spPr>
          <a:xfrm>
            <a:off x="9601071" y="3346029"/>
            <a:ext cx="44860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03">
            <a:extLst>
              <a:ext uri="{FF2B5EF4-FFF2-40B4-BE49-F238E27FC236}">
                <a16:creationId xmlns:a16="http://schemas.microsoft.com/office/drawing/2014/main" id="{D0A94470-F673-4C3F-A306-13743A1EA07B}"/>
              </a:ext>
            </a:extLst>
          </p:cNvPr>
          <p:cNvSpPr txBox="1"/>
          <p:nvPr/>
        </p:nvSpPr>
        <p:spPr>
          <a:xfrm>
            <a:off x="9662206" y="3372134"/>
            <a:ext cx="326330" cy="326291"/>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05</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27" name="连接符: 肘形 126">
            <a:extLst>
              <a:ext uri="{FF2B5EF4-FFF2-40B4-BE49-F238E27FC236}">
                <a16:creationId xmlns:a16="http://schemas.microsoft.com/office/drawing/2014/main" id="{072DF630-BE44-4AB6-86E7-3AFA77F459B6}"/>
              </a:ext>
            </a:extLst>
          </p:cNvPr>
          <p:cNvCxnSpPr/>
          <p:nvPr/>
        </p:nvCxnSpPr>
        <p:spPr>
          <a:xfrm rot="10800000" flipV="1">
            <a:off x="1803654" y="2749515"/>
            <a:ext cx="2952333" cy="596514"/>
          </a:xfrm>
          <a:prstGeom prst="bentConnector2">
            <a:avLst/>
          </a:prstGeom>
          <a:ln w="12700">
            <a:solidFill>
              <a:schemeClr val="accent1">
                <a:lumMod val="100000"/>
              </a:schemeClr>
            </a:solidFill>
            <a:custDash>
              <a:ds d="200000" sp="200000"/>
            </a:custDash>
            <a:miter lim="400000"/>
            <a:tailEnd type="triangle"/>
          </a:ln>
        </p:spPr>
      </p:cxnSp>
      <p:cxnSp>
        <p:nvCxnSpPr>
          <p:cNvPr id="129" name="连接符: 肘形 128">
            <a:extLst>
              <a:ext uri="{FF2B5EF4-FFF2-40B4-BE49-F238E27FC236}">
                <a16:creationId xmlns:a16="http://schemas.microsoft.com/office/drawing/2014/main" id="{99337FC6-6746-48F3-B1EF-441646856FB2}"/>
              </a:ext>
            </a:extLst>
          </p:cNvPr>
          <p:cNvCxnSpPr/>
          <p:nvPr/>
        </p:nvCxnSpPr>
        <p:spPr>
          <a:xfrm>
            <a:off x="7436015" y="2749515"/>
            <a:ext cx="2952333" cy="596514"/>
          </a:xfrm>
          <a:prstGeom prst="bentConnector2">
            <a:avLst/>
          </a:prstGeom>
          <a:ln w="12700">
            <a:solidFill>
              <a:schemeClr val="accent1">
                <a:lumMod val="100000"/>
              </a:schemeClr>
            </a:solidFill>
            <a:custDash>
              <a:ds d="200000" sp="200000"/>
            </a:custDash>
            <a:miter lim="400000"/>
            <a:tailEnd type="triangle"/>
          </a:ln>
        </p:spPr>
      </p:cxnSp>
      <p:cxnSp>
        <p:nvCxnSpPr>
          <p:cNvPr id="130" name="连接符: 肘形 129">
            <a:extLst>
              <a:ext uri="{FF2B5EF4-FFF2-40B4-BE49-F238E27FC236}">
                <a16:creationId xmlns:a16="http://schemas.microsoft.com/office/drawing/2014/main" id="{11D2CD51-1558-4EC4-9AB8-B8C57672CD95}"/>
              </a:ext>
            </a:extLst>
          </p:cNvPr>
          <p:cNvCxnSpPr>
            <a:cxnSpLocks/>
          </p:cNvCxnSpPr>
          <p:nvPr/>
        </p:nvCxnSpPr>
        <p:spPr>
          <a:xfrm>
            <a:off x="7430244" y="2749515"/>
            <a:ext cx="811931" cy="596514"/>
          </a:xfrm>
          <a:prstGeom prst="bentConnector2">
            <a:avLst/>
          </a:prstGeom>
          <a:ln w="12700">
            <a:solidFill>
              <a:schemeClr val="accent1">
                <a:lumMod val="100000"/>
              </a:schemeClr>
            </a:solidFill>
            <a:custDash>
              <a:ds d="200000" sp="200000"/>
            </a:custDash>
            <a:miter lim="400000"/>
            <a:tailEnd type="triangle"/>
          </a:ln>
        </p:spPr>
      </p:cxnSp>
      <p:cxnSp>
        <p:nvCxnSpPr>
          <p:cNvPr id="132" name="连接符: 肘形 131">
            <a:extLst>
              <a:ext uri="{FF2B5EF4-FFF2-40B4-BE49-F238E27FC236}">
                <a16:creationId xmlns:a16="http://schemas.microsoft.com/office/drawing/2014/main" id="{D0D36581-C366-4F11-A9B7-775ABC4E861E}"/>
              </a:ext>
            </a:extLst>
          </p:cNvPr>
          <p:cNvCxnSpPr>
            <a:cxnSpLocks/>
          </p:cNvCxnSpPr>
          <p:nvPr/>
        </p:nvCxnSpPr>
        <p:spPr>
          <a:xfrm rot="10800000" flipV="1">
            <a:off x="3949828" y="2756579"/>
            <a:ext cx="806163" cy="589450"/>
          </a:xfrm>
          <a:prstGeom prst="bentConnector2">
            <a:avLst/>
          </a:prstGeom>
          <a:ln w="12700">
            <a:solidFill>
              <a:schemeClr val="accent1">
                <a:lumMod val="100000"/>
              </a:schemeClr>
            </a:solidFill>
            <a:custDash>
              <a:ds d="200000" sp="200000"/>
            </a:custDash>
            <a:miter lim="400000"/>
            <a:tailEnd type="triangle"/>
          </a:ln>
        </p:spPr>
      </p:cxnSp>
      <p:sp>
        <p:nvSpPr>
          <p:cNvPr id="134" name="主题的适配往往牵扯到多个角色，内部主题每次维护都需要拉群执行，而cp主题全量更新耗时甚至以月计算">
            <a:extLst>
              <a:ext uri="{FF2B5EF4-FFF2-40B4-BE49-F238E27FC236}">
                <a16:creationId xmlns:a16="http://schemas.microsoft.com/office/drawing/2014/main" id="{D207840C-DEEF-4777-9674-9B68F19A4E43}"/>
              </a:ext>
            </a:extLst>
          </p:cNvPr>
          <p:cNvSpPr txBox="1"/>
          <p:nvPr/>
        </p:nvSpPr>
        <p:spPr>
          <a:xfrm>
            <a:off x="2748950" y="5924531"/>
            <a:ext cx="6694141"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400">
                <a:latin typeface="PingFang SC Semibold"/>
                <a:ea typeface="PingFang SC Semibold"/>
                <a:cs typeface="PingFang SC Semibold"/>
                <a:sym typeface="PingFang SC Semibold"/>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产品战略定位：</a:t>
            </a:r>
            <a:r>
              <a:rPr kumimoji="0" lang="zh-CN" altLang="en-US"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以乳腺健康市场为切入点，搭建一个全生命周期的健康管理服务平台</a:t>
            </a:r>
            <a:endParaRPr kumimoji="0" sz="14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a:extLst>
              <a:ext uri="{FF2B5EF4-FFF2-40B4-BE49-F238E27FC236}">
                <a16:creationId xmlns:a16="http://schemas.microsoft.com/office/drawing/2014/main" id="{89362ED6-97AF-4A17-98AA-1A3BC7F8D8B4}"/>
              </a:ext>
            </a:extLst>
          </p:cNvPr>
          <p:cNvSpPr/>
          <p:nvPr/>
        </p:nvSpPr>
        <p:spPr>
          <a:xfrm>
            <a:off x="10265357" y="-1003300"/>
            <a:ext cx="3603043" cy="3603043"/>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椭圆 2">
            <a:extLst>
              <a:ext uri="{FF2B5EF4-FFF2-40B4-BE49-F238E27FC236}">
                <a16:creationId xmlns:a16="http://schemas.microsoft.com/office/drawing/2014/main" id="{710150CC-CFB7-C807-0898-876910EE07E8}"/>
              </a:ext>
            </a:extLst>
          </p:cNvPr>
          <p:cNvSpPr/>
          <p:nvPr/>
        </p:nvSpPr>
        <p:spPr>
          <a:xfrm>
            <a:off x="-1156325" y="4904015"/>
            <a:ext cx="2817586" cy="2817586"/>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椭圆 3">
            <a:extLst>
              <a:ext uri="{FF2B5EF4-FFF2-40B4-BE49-F238E27FC236}">
                <a16:creationId xmlns:a16="http://schemas.microsoft.com/office/drawing/2014/main" id="{E82505B0-2F6D-B11C-B35A-505B875E7658}"/>
              </a:ext>
            </a:extLst>
          </p:cNvPr>
          <p:cNvSpPr/>
          <p:nvPr/>
        </p:nvSpPr>
        <p:spPr>
          <a:xfrm>
            <a:off x="2748950" y="1349857"/>
            <a:ext cx="827200" cy="827200"/>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椭圆 4">
            <a:extLst>
              <a:ext uri="{FF2B5EF4-FFF2-40B4-BE49-F238E27FC236}">
                <a16:creationId xmlns:a16="http://schemas.microsoft.com/office/drawing/2014/main" id="{8F9A7C89-57DC-EB6F-3950-342180DC8F04}"/>
              </a:ext>
            </a:extLst>
          </p:cNvPr>
          <p:cNvSpPr/>
          <p:nvPr/>
        </p:nvSpPr>
        <p:spPr>
          <a:xfrm>
            <a:off x="4436855" y="1706596"/>
            <a:ext cx="378001" cy="378001"/>
          </a:xfrm>
          <a:prstGeom prst="ellipse">
            <a:avLst/>
          </a:prstGeom>
          <a:gradFill>
            <a:gsLst>
              <a:gs pos="0">
                <a:schemeClr val="accent1">
                  <a:lumMod val="60000"/>
                  <a:lumOff val="40000"/>
                  <a:alpha val="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 name="椭圆 5">
            <a:extLst>
              <a:ext uri="{FF2B5EF4-FFF2-40B4-BE49-F238E27FC236}">
                <a16:creationId xmlns:a16="http://schemas.microsoft.com/office/drawing/2014/main" id="{15A849FC-14DA-FCDF-3F46-65ECC68D3E7A}"/>
              </a:ext>
            </a:extLst>
          </p:cNvPr>
          <p:cNvSpPr/>
          <p:nvPr/>
        </p:nvSpPr>
        <p:spPr>
          <a:xfrm>
            <a:off x="10388348" y="5291955"/>
            <a:ext cx="700020" cy="700020"/>
          </a:xfrm>
          <a:prstGeom prst="ellipse">
            <a:avLst/>
          </a:prstGeom>
          <a:gradFill>
            <a:gsLst>
              <a:gs pos="0">
                <a:schemeClr val="bg1">
                  <a:alpha val="33000"/>
                </a:schemeClr>
              </a:gs>
              <a:gs pos="100000">
                <a:schemeClr val="accent1">
                  <a:lumMod val="75000"/>
                  <a:alpha val="30000"/>
                </a:schemeClr>
              </a:gs>
            </a:gsLst>
            <a:lin ang="27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7" name="文本框 6">
            <a:extLst>
              <a:ext uri="{FF2B5EF4-FFF2-40B4-BE49-F238E27FC236}">
                <a16:creationId xmlns:a16="http://schemas.microsoft.com/office/drawing/2014/main" id="{BF4151B2-F3B4-3714-7EA2-8FF9C8E60BA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 name="矩形 7">
            <a:extLst>
              <a:ext uri="{FF2B5EF4-FFF2-40B4-BE49-F238E27FC236}">
                <a16:creationId xmlns:a16="http://schemas.microsoft.com/office/drawing/2014/main" id="{5015ABF0-B190-3C56-3BB3-866F5F4CE95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56D39A35-F6C7-B437-9F8A-7F0273F8DF2A}"/>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8986580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任意多边形: 形状 15">
            <a:extLst>
              <a:ext uri="{FF2B5EF4-FFF2-40B4-BE49-F238E27FC236}">
                <a16:creationId xmlns:a16="http://schemas.microsoft.com/office/drawing/2014/main" id="{CDFCD698-7628-222F-2263-C77E8AEA2185}"/>
              </a:ext>
            </a:extLst>
          </p:cNvPr>
          <p:cNvSpPr/>
          <p:nvPr/>
        </p:nvSpPr>
        <p:spPr>
          <a:xfrm rot="5400000">
            <a:off x="2586019" y="-747706"/>
            <a:ext cx="7019962" cy="9677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20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5" name="任意多边形: 形状 24">
            <a:extLst>
              <a:ext uri="{FF2B5EF4-FFF2-40B4-BE49-F238E27FC236}">
                <a16:creationId xmlns:a16="http://schemas.microsoft.com/office/drawing/2014/main" id="{D37012DB-0E4D-CD3D-7634-5D090A438701}"/>
              </a:ext>
            </a:extLst>
          </p:cNvPr>
          <p:cNvSpPr/>
          <p:nvPr/>
        </p:nvSpPr>
        <p:spPr>
          <a:xfrm rot="5400000">
            <a:off x="3073320" y="-2005007"/>
            <a:ext cx="6045360" cy="121920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15" name="矩形">
            <a:extLst>
              <a:ext uri="{FF2B5EF4-FFF2-40B4-BE49-F238E27FC236}">
                <a16:creationId xmlns:a16="http://schemas.microsoft.com/office/drawing/2014/main" id="{60402663-6EF4-4CF3-B7E8-23E9A67A7CEC}"/>
              </a:ext>
            </a:extLst>
          </p:cNvPr>
          <p:cNvSpPr/>
          <p:nvPr/>
        </p:nvSpPr>
        <p:spPr>
          <a:xfrm>
            <a:off x="4376058" y="2254693"/>
            <a:ext cx="3032270" cy="3699161"/>
          </a:xfrm>
          <a:prstGeom prst="roundRect">
            <a:avLst>
              <a:gd name="adj" fmla="val 3474"/>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a:extLst>
              <a:ext uri="{FF2B5EF4-FFF2-40B4-BE49-F238E27FC236}">
                <a16:creationId xmlns:a16="http://schemas.microsoft.com/office/drawing/2014/main" id="{C9C7C37F-13A4-4B05-AD14-0E9CB72BD846}"/>
              </a:ext>
            </a:extLst>
          </p:cNvPr>
          <p:cNvSpPr/>
          <p:nvPr/>
        </p:nvSpPr>
        <p:spPr>
          <a:xfrm>
            <a:off x="4569437" y="3460273"/>
            <a:ext cx="2645512" cy="378000"/>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矩形">
            <a:extLst>
              <a:ext uri="{FF2B5EF4-FFF2-40B4-BE49-F238E27FC236}">
                <a16:creationId xmlns:a16="http://schemas.microsoft.com/office/drawing/2014/main" id="{5B9E1FF1-A1CA-474F-AAD3-23839E31D352}"/>
              </a:ext>
            </a:extLst>
          </p:cNvPr>
          <p:cNvSpPr/>
          <p:nvPr/>
        </p:nvSpPr>
        <p:spPr>
          <a:xfrm>
            <a:off x="4569437" y="4293577"/>
            <a:ext cx="2645512" cy="378000"/>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矩形">
            <a:extLst>
              <a:ext uri="{FF2B5EF4-FFF2-40B4-BE49-F238E27FC236}">
                <a16:creationId xmlns:a16="http://schemas.microsoft.com/office/drawing/2014/main" id="{4DB9AABF-2D9D-4BC0-8AE2-B1BE6307B360}"/>
              </a:ext>
            </a:extLst>
          </p:cNvPr>
          <p:cNvSpPr/>
          <p:nvPr/>
        </p:nvSpPr>
        <p:spPr>
          <a:xfrm>
            <a:off x="4569437" y="5131517"/>
            <a:ext cx="2645512" cy="378000"/>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dirty="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a:extLst>
              <a:ext uri="{FF2B5EF4-FFF2-40B4-BE49-F238E27FC236}">
                <a16:creationId xmlns:a16="http://schemas.microsoft.com/office/drawing/2014/main" id="{2313276E-F732-4BF4-8CEE-9ABBE84735CE}"/>
              </a:ext>
            </a:extLst>
          </p:cNvPr>
          <p:cNvSpPr/>
          <p:nvPr/>
        </p:nvSpPr>
        <p:spPr>
          <a:xfrm rot="5400000">
            <a:off x="902098" y="2771549"/>
            <a:ext cx="3040852" cy="304085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25A65F86-50C5-49CE-B574-B30DC29E51B2}"/>
              </a:ext>
            </a:extLst>
          </p:cNvPr>
          <p:cNvSpPr/>
          <p:nvPr/>
        </p:nvSpPr>
        <p:spPr>
          <a:xfrm rot="5400000">
            <a:off x="1274678" y="2771549"/>
            <a:ext cx="2295693" cy="2295693"/>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3A00B35A-CF36-4ACE-9B6A-2676C1879905}"/>
              </a:ext>
            </a:extLst>
          </p:cNvPr>
          <p:cNvSpPr/>
          <p:nvPr/>
        </p:nvSpPr>
        <p:spPr>
          <a:xfrm rot="5400000">
            <a:off x="1648478" y="2771549"/>
            <a:ext cx="1548094" cy="1548094"/>
          </a:xfrm>
          <a:prstGeom prst="ellipse">
            <a:avLst/>
          </a:prstGeom>
          <a:solidFill>
            <a:schemeClr val="accent1">
              <a:lumMod val="40000"/>
              <a:lumOff val="6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a:extLst>
              <a:ext uri="{FF2B5EF4-FFF2-40B4-BE49-F238E27FC236}">
                <a16:creationId xmlns:a16="http://schemas.microsoft.com/office/drawing/2014/main" id="{8A735A03-5D7B-4E7E-B5A0-E113108FD6AD}"/>
              </a:ext>
            </a:extLst>
          </p:cNvPr>
          <p:cNvSpPr/>
          <p:nvPr/>
        </p:nvSpPr>
        <p:spPr>
          <a:xfrm>
            <a:off x="1965325" y="2768997"/>
            <a:ext cx="914400" cy="9144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9">
            <a:extLst>
              <a:ext uri="{FF2B5EF4-FFF2-40B4-BE49-F238E27FC236}">
                <a16:creationId xmlns:a16="http://schemas.microsoft.com/office/drawing/2014/main" id="{EF664337-EA53-4AC1-948A-4A77FA03E3DA}"/>
              </a:ext>
            </a:extLst>
          </p:cNvPr>
          <p:cNvSpPr txBox="1"/>
          <p:nvPr/>
        </p:nvSpPr>
        <p:spPr>
          <a:xfrm>
            <a:off x="1965325" y="3125477"/>
            <a:ext cx="914400" cy="2065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乳腺患者</a:t>
            </a:r>
            <a:endParaRPr kumimoji="0"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a:extLst>
              <a:ext uri="{FF2B5EF4-FFF2-40B4-BE49-F238E27FC236}">
                <a16:creationId xmlns:a16="http://schemas.microsoft.com/office/drawing/2014/main" id="{44D4E0D9-B3B5-4BE8-B5F2-5D20914D422D}"/>
              </a:ext>
            </a:extLst>
          </p:cNvPr>
          <p:cNvSpPr txBox="1"/>
          <p:nvPr/>
        </p:nvSpPr>
        <p:spPr>
          <a:xfrm>
            <a:off x="1965325" y="3868676"/>
            <a:ext cx="914400" cy="2065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患者</a:t>
            </a:r>
            <a:endParaRPr kumimoji="0" sz="1400" b="0" i="0" u="none" strike="noStrike" kern="0" cap="none" spc="0"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29">
            <a:extLst>
              <a:ext uri="{FF2B5EF4-FFF2-40B4-BE49-F238E27FC236}">
                <a16:creationId xmlns:a16="http://schemas.microsoft.com/office/drawing/2014/main" id="{7F4F002F-7B77-42C2-A723-603C37068709}"/>
              </a:ext>
            </a:extLst>
          </p:cNvPr>
          <p:cNvSpPr txBox="1"/>
          <p:nvPr/>
        </p:nvSpPr>
        <p:spPr>
          <a:xfrm>
            <a:off x="1965325" y="4588950"/>
            <a:ext cx="914400" cy="2065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慢病</a:t>
            </a:r>
            <a:endParaRPr kumimoji="0"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a:extLst>
              <a:ext uri="{FF2B5EF4-FFF2-40B4-BE49-F238E27FC236}">
                <a16:creationId xmlns:a16="http://schemas.microsoft.com/office/drawing/2014/main" id="{3E00F3FF-0894-41DE-A040-A8FEBF77A6CD}"/>
              </a:ext>
            </a:extLst>
          </p:cNvPr>
          <p:cNvSpPr txBox="1"/>
          <p:nvPr/>
        </p:nvSpPr>
        <p:spPr>
          <a:xfrm>
            <a:off x="1965325" y="5336549"/>
            <a:ext cx="914400" cy="2065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健康用户</a:t>
            </a:r>
            <a:endParaRPr kumimoji="0" sz="14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分析思考">
            <a:extLst>
              <a:ext uri="{FF2B5EF4-FFF2-40B4-BE49-F238E27FC236}">
                <a16:creationId xmlns:a16="http://schemas.microsoft.com/office/drawing/2014/main" id="{605FEE5A-D1C8-4299-9208-DEAA54322F51}"/>
              </a:ext>
            </a:extLst>
          </p:cNvPr>
          <p:cNvSpPr txBox="1"/>
          <p:nvPr/>
        </p:nvSpPr>
        <p:spPr>
          <a:xfrm>
            <a:off x="5513885" y="3535660"/>
            <a:ext cx="75661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在线问诊</a:t>
            </a:r>
            <a:endParaRPr kumimoji="0"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正方形">
            <a:extLst>
              <a:ext uri="{FF2B5EF4-FFF2-40B4-BE49-F238E27FC236}">
                <a16:creationId xmlns:a16="http://schemas.microsoft.com/office/drawing/2014/main" id="{F9E5543A-1F32-4C04-8040-880568505ECB}"/>
              </a:ext>
            </a:extLst>
          </p:cNvPr>
          <p:cNvSpPr/>
          <p:nvPr/>
        </p:nvSpPr>
        <p:spPr>
          <a:xfrm>
            <a:off x="2925713" y="3619982"/>
            <a:ext cx="98095" cy="98095"/>
          </a:xfrm>
          <a:prstGeom prst="rect">
            <a:avLst/>
          </a:prstGeom>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线条">
            <a:extLst>
              <a:ext uri="{FF2B5EF4-FFF2-40B4-BE49-F238E27FC236}">
                <a16:creationId xmlns:a16="http://schemas.microsoft.com/office/drawing/2014/main" id="{A46D2D84-5B1F-4240-AA5D-3DD0C7652479}"/>
              </a:ext>
            </a:extLst>
          </p:cNvPr>
          <p:cNvSpPr/>
          <p:nvPr/>
        </p:nvSpPr>
        <p:spPr>
          <a:xfrm>
            <a:off x="3030964" y="3669030"/>
            <a:ext cx="1345094"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线条">
            <a:extLst>
              <a:ext uri="{FF2B5EF4-FFF2-40B4-BE49-F238E27FC236}">
                <a16:creationId xmlns:a16="http://schemas.microsoft.com/office/drawing/2014/main" id="{F6724481-7738-459D-B7B0-3F928F0B847A}"/>
              </a:ext>
            </a:extLst>
          </p:cNvPr>
          <p:cNvSpPr/>
          <p:nvPr/>
        </p:nvSpPr>
        <p:spPr>
          <a:xfrm>
            <a:off x="7408328" y="3669030"/>
            <a:ext cx="1477996"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分析思考">
            <a:extLst>
              <a:ext uri="{FF2B5EF4-FFF2-40B4-BE49-F238E27FC236}">
                <a16:creationId xmlns:a16="http://schemas.microsoft.com/office/drawing/2014/main" id="{9774D836-2CF6-4924-8FAC-07BFA02E815C}"/>
              </a:ext>
            </a:extLst>
          </p:cNvPr>
          <p:cNvSpPr txBox="1"/>
          <p:nvPr/>
        </p:nvSpPr>
        <p:spPr>
          <a:xfrm>
            <a:off x="4659483" y="4369075"/>
            <a:ext cx="2465420"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饮食</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习惯</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用药</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体征数据检测</a:t>
            </a:r>
            <a:endParaRPr kumimoji="0"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正方形">
            <a:extLst>
              <a:ext uri="{FF2B5EF4-FFF2-40B4-BE49-F238E27FC236}">
                <a16:creationId xmlns:a16="http://schemas.microsoft.com/office/drawing/2014/main" id="{D8964D63-735B-425A-9CCE-AC5A6D98D534}"/>
              </a:ext>
            </a:extLst>
          </p:cNvPr>
          <p:cNvSpPr/>
          <p:nvPr/>
        </p:nvSpPr>
        <p:spPr>
          <a:xfrm>
            <a:off x="2925713" y="4453397"/>
            <a:ext cx="98095" cy="98095"/>
          </a:xfrm>
          <a:prstGeom prst="rect">
            <a:avLst/>
          </a:prstGeom>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线条">
            <a:extLst>
              <a:ext uri="{FF2B5EF4-FFF2-40B4-BE49-F238E27FC236}">
                <a16:creationId xmlns:a16="http://schemas.microsoft.com/office/drawing/2014/main" id="{56DE0949-AAF2-4329-A855-8B5A04319186}"/>
              </a:ext>
            </a:extLst>
          </p:cNvPr>
          <p:cNvSpPr/>
          <p:nvPr/>
        </p:nvSpPr>
        <p:spPr>
          <a:xfrm>
            <a:off x="3030964" y="4502445"/>
            <a:ext cx="1345094"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a:extLst>
              <a:ext uri="{FF2B5EF4-FFF2-40B4-BE49-F238E27FC236}">
                <a16:creationId xmlns:a16="http://schemas.microsoft.com/office/drawing/2014/main" id="{66359A8C-E520-4BD2-8410-98EE41E0A718}"/>
              </a:ext>
            </a:extLst>
          </p:cNvPr>
          <p:cNvSpPr/>
          <p:nvPr/>
        </p:nvSpPr>
        <p:spPr>
          <a:xfrm>
            <a:off x="7408327" y="4502445"/>
            <a:ext cx="1482963"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分析思考">
            <a:extLst>
              <a:ext uri="{FF2B5EF4-FFF2-40B4-BE49-F238E27FC236}">
                <a16:creationId xmlns:a16="http://schemas.microsoft.com/office/drawing/2014/main" id="{720AC8DA-601D-4FAF-850E-39C032C92AD3}"/>
              </a:ext>
            </a:extLst>
          </p:cNvPr>
          <p:cNvSpPr txBox="1"/>
          <p:nvPr/>
        </p:nvSpPr>
        <p:spPr>
          <a:xfrm>
            <a:off x="5061838" y="5208074"/>
            <a:ext cx="1660712"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饮食</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运动</a:t>
            </a:r>
            <a:r>
              <a:rPr kumimoji="0" lang="en-US" altLang="zh-CN"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生活习惯</a:t>
            </a:r>
            <a:endParaRPr kumimoji="0" sz="1400" b="0" i="0" u="none" strike="noStrike" kern="0" cap="none" spc="0"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正方形">
            <a:extLst>
              <a:ext uri="{FF2B5EF4-FFF2-40B4-BE49-F238E27FC236}">
                <a16:creationId xmlns:a16="http://schemas.microsoft.com/office/drawing/2014/main" id="{901A357B-495B-4E33-A1C6-5102175FAF6E}"/>
              </a:ext>
            </a:extLst>
          </p:cNvPr>
          <p:cNvSpPr/>
          <p:nvPr/>
        </p:nvSpPr>
        <p:spPr>
          <a:xfrm>
            <a:off x="2925713" y="5292396"/>
            <a:ext cx="98095" cy="98095"/>
          </a:xfrm>
          <a:prstGeom prst="rect">
            <a:avLst/>
          </a:prstGeom>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线条">
            <a:extLst>
              <a:ext uri="{FF2B5EF4-FFF2-40B4-BE49-F238E27FC236}">
                <a16:creationId xmlns:a16="http://schemas.microsoft.com/office/drawing/2014/main" id="{116A04AA-FB12-45A0-A858-28CB29F5F99B}"/>
              </a:ext>
            </a:extLst>
          </p:cNvPr>
          <p:cNvSpPr/>
          <p:nvPr/>
        </p:nvSpPr>
        <p:spPr>
          <a:xfrm>
            <a:off x="3030964" y="5341444"/>
            <a:ext cx="1345094"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线条">
            <a:extLst>
              <a:ext uri="{FF2B5EF4-FFF2-40B4-BE49-F238E27FC236}">
                <a16:creationId xmlns:a16="http://schemas.microsoft.com/office/drawing/2014/main" id="{2912772C-BE6D-419D-918C-2677E1573A25}"/>
              </a:ext>
            </a:extLst>
          </p:cNvPr>
          <p:cNvSpPr/>
          <p:nvPr/>
        </p:nvSpPr>
        <p:spPr>
          <a:xfrm>
            <a:off x="7408328" y="5341444"/>
            <a:ext cx="1477996" cy="0"/>
          </a:xfrm>
          <a:prstGeom prst="line">
            <a:avLst/>
          </a:prstGeom>
          <a:ln w="12700">
            <a:solidFill>
              <a:schemeClr val="accent1">
                <a:lumMod val="100000"/>
              </a:schemeClr>
            </a:solidFill>
            <a:miter lim="400000"/>
            <a:tailEnd type="triangle"/>
          </a:ln>
        </p:spPr>
        <p:txBody>
          <a:bodyPr lIns="25400" tIns="25400" rIns="25400" bIns="25400" anchor="ct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a:extLst>
              <a:ext uri="{FF2B5EF4-FFF2-40B4-BE49-F238E27FC236}">
                <a16:creationId xmlns:a16="http://schemas.microsoft.com/office/drawing/2014/main" id="{45168E4D-F509-4287-B630-7B3CD949E418}"/>
              </a:ext>
            </a:extLst>
          </p:cNvPr>
          <p:cNvSpPr/>
          <p:nvPr/>
        </p:nvSpPr>
        <p:spPr>
          <a:xfrm>
            <a:off x="8893661" y="2487152"/>
            <a:ext cx="1895475" cy="3466703"/>
          </a:xfrm>
          <a:prstGeom prst="roundRect">
            <a:avLst>
              <a:gd name="adj" fmla="val 4607"/>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71">
            <a:extLst>
              <a:ext uri="{FF2B5EF4-FFF2-40B4-BE49-F238E27FC236}">
                <a16:creationId xmlns:a16="http://schemas.microsoft.com/office/drawing/2014/main" id="{B7B5EA96-F75A-440D-88A9-0117CFEC2321}"/>
              </a:ext>
            </a:extLst>
          </p:cNvPr>
          <p:cNvSpPr/>
          <p:nvPr/>
        </p:nvSpPr>
        <p:spPr>
          <a:xfrm>
            <a:off x="9079398" y="2722863"/>
            <a:ext cx="1524000" cy="324987"/>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设计">
            <a:extLst>
              <a:ext uri="{FF2B5EF4-FFF2-40B4-BE49-F238E27FC236}">
                <a16:creationId xmlns:a16="http://schemas.microsoft.com/office/drawing/2014/main" id="{876AE67D-6297-4C17-BA3C-50F5437A50E0}"/>
              </a:ext>
            </a:extLst>
          </p:cNvPr>
          <p:cNvSpPr txBox="1"/>
          <p:nvPr/>
        </p:nvSpPr>
        <p:spPr>
          <a:xfrm>
            <a:off x="9195519" y="2766027"/>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就诊建议</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圆角 73">
            <a:extLst>
              <a:ext uri="{FF2B5EF4-FFF2-40B4-BE49-F238E27FC236}">
                <a16:creationId xmlns:a16="http://schemas.microsoft.com/office/drawing/2014/main" id="{55CE4EC8-F8E5-4D88-8ACF-F22219A2CFBB}"/>
              </a:ext>
            </a:extLst>
          </p:cNvPr>
          <p:cNvSpPr/>
          <p:nvPr/>
        </p:nvSpPr>
        <p:spPr>
          <a:xfrm>
            <a:off x="9079398" y="3106711"/>
            <a:ext cx="1524000" cy="324987"/>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设计">
            <a:extLst>
              <a:ext uri="{FF2B5EF4-FFF2-40B4-BE49-F238E27FC236}">
                <a16:creationId xmlns:a16="http://schemas.microsoft.com/office/drawing/2014/main" id="{6F9BFB33-9CA7-4C09-8751-9889816F264A}"/>
              </a:ext>
            </a:extLst>
          </p:cNvPr>
          <p:cNvSpPr txBox="1"/>
          <p:nvPr/>
        </p:nvSpPr>
        <p:spPr>
          <a:xfrm>
            <a:off x="9195519" y="3149875"/>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家庭医生</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矩形: 圆角 75">
            <a:extLst>
              <a:ext uri="{FF2B5EF4-FFF2-40B4-BE49-F238E27FC236}">
                <a16:creationId xmlns:a16="http://schemas.microsoft.com/office/drawing/2014/main" id="{7BFD1724-742B-4349-95FA-0B02B2F7EE38}"/>
              </a:ext>
            </a:extLst>
          </p:cNvPr>
          <p:cNvSpPr/>
          <p:nvPr/>
        </p:nvSpPr>
        <p:spPr>
          <a:xfrm>
            <a:off x="9079398" y="3474862"/>
            <a:ext cx="1524000" cy="324987"/>
          </a:xfrm>
          <a:prstGeom prst="roundRect">
            <a:avLst/>
          </a:prstGeom>
          <a:solidFill>
            <a:schemeClr val="lt1"/>
          </a:solidFill>
          <a:ln w="9525"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设计">
            <a:extLst>
              <a:ext uri="{FF2B5EF4-FFF2-40B4-BE49-F238E27FC236}">
                <a16:creationId xmlns:a16="http://schemas.microsoft.com/office/drawing/2014/main" id="{5EBA941B-48DA-47AC-8FC1-59E062762F69}"/>
              </a:ext>
            </a:extLst>
          </p:cNvPr>
          <p:cNvSpPr txBox="1"/>
          <p:nvPr/>
        </p:nvSpPr>
        <p:spPr>
          <a:xfrm>
            <a:off x="9195519" y="3518026"/>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住院管理</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a:extLst>
              <a:ext uri="{FF2B5EF4-FFF2-40B4-BE49-F238E27FC236}">
                <a16:creationId xmlns:a16="http://schemas.microsoft.com/office/drawing/2014/main" id="{89867C95-2180-4021-A7AA-459CC78436BF}"/>
              </a:ext>
            </a:extLst>
          </p:cNvPr>
          <p:cNvSpPr/>
          <p:nvPr/>
        </p:nvSpPr>
        <p:spPr>
          <a:xfrm>
            <a:off x="9079398" y="3846566"/>
            <a:ext cx="1524000" cy="324987"/>
          </a:xfrm>
          <a:prstGeom prst="roundRect">
            <a:avLst/>
          </a:prstGeom>
          <a:solidFill>
            <a:schemeClr val="lt1"/>
          </a:solid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设计">
            <a:extLst>
              <a:ext uri="{FF2B5EF4-FFF2-40B4-BE49-F238E27FC236}">
                <a16:creationId xmlns:a16="http://schemas.microsoft.com/office/drawing/2014/main" id="{26894868-810C-46C0-A275-5F78076CA08A}"/>
              </a:ext>
            </a:extLst>
          </p:cNvPr>
          <p:cNvSpPr txBox="1"/>
          <p:nvPr/>
        </p:nvSpPr>
        <p:spPr>
          <a:xfrm>
            <a:off x="9195519" y="3889730"/>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良好用药习惯培养</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圆角 79">
            <a:extLst>
              <a:ext uri="{FF2B5EF4-FFF2-40B4-BE49-F238E27FC236}">
                <a16:creationId xmlns:a16="http://schemas.microsoft.com/office/drawing/2014/main" id="{C7100F01-68F6-452D-8C51-DB453459CED5}"/>
              </a:ext>
            </a:extLst>
          </p:cNvPr>
          <p:cNvSpPr/>
          <p:nvPr/>
        </p:nvSpPr>
        <p:spPr>
          <a:xfrm>
            <a:off x="9079398" y="4220601"/>
            <a:ext cx="1524000" cy="324987"/>
          </a:xfrm>
          <a:prstGeom prst="roundRect">
            <a:avLst/>
          </a:prstGeom>
          <a:solidFill>
            <a:schemeClr val="lt1"/>
          </a:solid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设计">
            <a:extLst>
              <a:ext uri="{FF2B5EF4-FFF2-40B4-BE49-F238E27FC236}">
                <a16:creationId xmlns:a16="http://schemas.microsoft.com/office/drawing/2014/main" id="{805B61BA-C2BB-4A97-9F2A-7C78CECDCB38}"/>
              </a:ext>
            </a:extLst>
          </p:cNvPr>
          <p:cNvSpPr txBox="1"/>
          <p:nvPr/>
        </p:nvSpPr>
        <p:spPr>
          <a:xfrm>
            <a:off x="9195519" y="4263765"/>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疾病预警</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矩形: 圆角 81">
            <a:extLst>
              <a:ext uri="{FF2B5EF4-FFF2-40B4-BE49-F238E27FC236}">
                <a16:creationId xmlns:a16="http://schemas.microsoft.com/office/drawing/2014/main" id="{1F831791-6C96-4324-86EA-73FA5E547D4A}"/>
              </a:ext>
            </a:extLst>
          </p:cNvPr>
          <p:cNvSpPr/>
          <p:nvPr/>
        </p:nvSpPr>
        <p:spPr>
          <a:xfrm>
            <a:off x="9079398" y="4610722"/>
            <a:ext cx="1524000" cy="324987"/>
          </a:xfrm>
          <a:prstGeom prst="roundRect">
            <a:avLst/>
          </a:prstGeom>
          <a:solidFill>
            <a:schemeClr val="lt1"/>
          </a:solid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设计">
            <a:extLst>
              <a:ext uri="{FF2B5EF4-FFF2-40B4-BE49-F238E27FC236}">
                <a16:creationId xmlns:a16="http://schemas.microsoft.com/office/drawing/2014/main" id="{9C387F9E-1C8F-4E17-A728-D3B8317C4A72}"/>
              </a:ext>
            </a:extLst>
          </p:cNvPr>
          <p:cNvSpPr txBox="1"/>
          <p:nvPr/>
        </p:nvSpPr>
        <p:spPr>
          <a:xfrm>
            <a:off x="9195519" y="4653886"/>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营养建议</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83">
            <a:extLst>
              <a:ext uri="{FF2B5EF4-FFF2-40B4-BE49-F238E27FC236}">
                <a16:creationId xmlns:a16="http://schemas.microsoft.com/office/drawing/2014/main" id="{BFC545FC-6EE2-4CC3-9092-F6A2F895E18C}"/>
              </a:ext>
            </a:extLst>
          </p:cNvPr>
          <p:cNvSpPr/>
          <p:nvPr/>
        </p:nvSpPr>
        <p:spPr>
          <a:xfrm>
            <a:off x="9079398" y="4978873"/>
            <a:ext cx="1524000" cy="324987"/>
          </a:xfrm>
          <a:prstGeom prst="roundRect">
            <a:avLst/>
          </a:prstGeom>
          <a:solidFill>
            <a:schemeClr val="lt1"/>
          </a:solidFill>
          <a:ln w="635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设计">
            <a:extLst>
              <a:ext uri="{FF2B5EF4-FFF2-40B4-BE49-F238E27FC236}">
                <a16:creationId xmlns:a16="http://schemas.microsoft.com/office/drawing/2014/main" id="{E3EDD0D6-008D-4DD2-890C-74F9D7D97D9A}"/>
              </a:ext>
            </a:extLst>
          </p:cNvPr>
          <p:cNvSpPr txBox="1"/>
          <p:nvPr/>
        </p:nvSpPr>
        <p:spPr>
          <a:xfrm>
            <a:off x="9195519" y="5022037"/>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行为干预</a:t>
            </a:r>
            <a:endParaRPr kumimoji="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85">
            <a:extLst>
              <a:ext uri="{FF2B5EF4-FFF2-40B4-BE49-F238E27FC236}">
                <a16:creationId xmlns:a16="http://schemas.microsoft.com/office/drawing/2014/main" id="{ADA2174E-7470-4DFD-95A9-AB84FD863D8B}"/>
              </a:ext>
            </a:extLst>
          </p:cNvPr>
          <p:cNvSpPr/>
          <p:nvPr/>
        </p:nvSpPr>
        <p:spPr>
          <a:xfrm>
            <a:off x="9079398" y="5347024"/>
            <a:ext cx="1524000" cy="324987"/>
          </a:xfrm>
          <a:prstGeom prst="roundRect">
            <a:avLst/>
          </a:prstGeom>
          <a:solidFill>
            <a:schemeClr val="lt1"/>
          </a:solidFill>
          <a:ln w="635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设计">
            <a:extLst>
              <a:ext uri="{FF2B5EF4-FFF2-40B4-BE49-F238E27FC236}">
                <a16:creationId xmlns:a16="http://schemas.microsoft.com/office/drawing/2014/main" id="{74DA6B75-A5A7-49D8-9ED2-E558E406956B}"/>
              </a:ext>
            </a:extLst>
          </p:cNvPr>
          <p:cNvSpPr txBox="1"/>
          <p:nvPr/>
        </p:nvSpPr>
        <p:spPr>
          <a:xfrm>
            <a:off x="9195519" y="5390188"/>
            <a:ext cx="1291758" cy="2386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健康科普</a:t>
            </a:r>
            <a:endParaRPr kumimoji="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矩形: 圆角 89">
            <a:extLst>
              <a:ext uri="{FF2B5EF4-FFF2-40B4-BE49-F238E27FC236}">
                <a16:creationId xmlns:a16="http://schemas.microsoft.com/office/drawing/2014/main" id="{CDDBCD5C-7E37-4805-9006-7D004AFBEDA0}"/>
              </a:ext>
            </a:extLst>
          </p:cNvPr>
          <p:cNvSpPr/>
          <p:nvPr/>
        </p:nvSpPr>
        <p:spPr>
          <a:xfrm>
            <a:off x="1496641"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29">
            <a:extLst>
              <a:ext uri="{FF2B5EF4-FFF2-40B4-BE49-F238E27FC236}">
                <a16:creationId xmlns:a16="http://schemas.microsoft.com/office/drawing/2014/main" id="{7B89EFEF-E403-4F15-AEFD-58CFD8133CEE}"/>
              </a:ext>
            </a:extLst>
          </p:cNvPr>
          <p:cNvSpPr txBox="1"/>
          <p:nvPr/>
        </p:nvSpPr>
        <p:spPr>
          <a:xfrm>
            <a:off x="1623641" y="2084597"/>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2" name="矩形: 圆角 91">
            <a:extLst>
              <a:ext uri="{FF2B5EF4-FFF2-40B4-BE49-F238E27FC236}">
                <a16:creationId xmlns:a16="http://schemas.microsoft.com/office/drawing/2014/main" id="{2B90E1EA-9740-42FB-9792-B8855CAF43E8}"/>
              </a:ext>
            </a:extLst>
          </p:cNvPr>
          <p:cNvSpPr/>
          <p:nvPr/>
        </p:nvSpPr>
        <p:spPr>
          <a:xfrm>
            <a:off x="4991146"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29">
            <a:extLst>
              <a:ext uri="{FF2B5EF4-FFF2-40B4-BE49-F238E27FC236}">
                <a16:creationId xmlns:a16="http://schemas.microsoft.com/office/drawing/2014/main" id="{9A1C3B28-5BCF-49F7-9268-40DACFFD6DBF}"/>
              </a:ext>
            </a:extLst>
          </p:cNvPr>
          <p:cNvSpPr txBox="1"/>
          <p:nvPr/>
        </p:nvSpPr>
        <p:spPr>
          <a:xfrm>
            <a:off x="5118146" y="2084597"/>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用户场景</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94" name="矩形: 圆角 93">
            <a:extLst>
              <a:ext uri="{FF2B5EF4-FFF2-40B4-BE49-F238E27FC236}">
                <a16:creationId xmlns:a16="http://schemas.microsoft.com/office/drawing/2014/main" id="{6A2F09CA-2AA4-422B-A638-B8A11A4BD265}"/>
              </a:ext>
            </a:extLst>
          </p:cNvPr>
          <p:cNvSpPr/>
          <p:nvPr/>
        </p:nvSpPr>
        <p:spPr>
          <a:xfrm>
            <a:off x="8893661" y="2034504"/>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29">
            <a:extLst>
              <a:ext uri="{FF2B5EF4-FFF2-40B4-BE49-F238E27FC236}">
                <a16:creationId xmlns:a16="http://schemas.microsoft.com/office/drawing/2014/main" id="{87069925-0BBD-47EE-BB1D-3F6A72330F8F}"/>
              </a:ext>
            </a:extLst>
          </p:cNvPr>
          <p:cNvSpPr txBox="1"/>
          <p:nvPr/>
        </p:nvSpPr>
        <p:spPr>
          <a:xfrm>
            <a:off x="9020661" y="2084597"/>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需求</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grpSp>
        <p:nvGrpSpPr>
          <p:cNvPr id="4" name="图形 2">
            <a:extLst>
              <a:ext uri="{FF2B5EF4-FFF2-40B4-BE49-F238E27FC236}">
                <a16:creationId xmlns:a16="http://schemas.microsoft.com/office/drawing/2014/main" id="{89F0645D-E4E8-52A5-79D3-687B60D0B36D}"/>
              </a:ext>
            </a:extLst>
          </p:cNvPr>
          <p:cNvGrpSpPr/>
          <p:nvPr/>
        </p:nvGrpSpPr>
        <p:grpSpPr>
          <a:xfrm>
            <a:off x="5513885" y="2711249"/>
            <a:ext cx="762495" cy="425670"/>
            <a:chOff x="8040885" y="2227778"/>
            <a:chExt cx="1232296" cy="687943"/>
          </a:xfrm>
          <a:gradFill flip="none" rotWithShape="1">
            <a:gsLst>
              <a:gs pos="0">
                <a:schemeClr val="accent1">
                  <a:lumMod val="60000"/>
                  <a:lumOff val="40000"/>
                </a:schemeClr>
              </a:gs>
              <a:gs pos="100000">
                <a:schemeClr val="accent1">
                  <a:lumMod val="75000"/>
                </a:schemeClr>
              </a:gs>
            </a:gsLst>
            <a:lin ang="2700000" scaled="1"/>
            <a:tileRect/>
          </a:gradFill>
        </p:grpSpPr>
        <p:grpSp>
          <p:nvGrpSpPr>
            <p:cNvPr id="5" name="图形 2">
              <a:extLst>
                <a:ext uri="{FF2B5EF4-FFF2-40B4-BE49-F238E27FC236}">
                  <a16:creationId xmlns:a16="http://schemas.microsoft.com/office/drawing/2014/main" id="{9A413809-E8FF-C971-BA2E-D8BE7CF076E6}"/>
                </a:ext>
              </a:extLst>
            </p:cNvPr>
            <p:cNvGrpSpPr/>
            <p:nvPr/>
          </p:nvGrpSpPr>
          <p:grpSpPr>
            <a:xfrm>
              <a:off x="8040885" y="2227778"/>
              <a:ext cx="850117" cy="687943"/>
              <a:chOff x="8040885" y="2227778"/>
              <a:chExt cx="850117" cy="687943"/>
            </a:xfrm>
            <a:grpFill/>
          </p:grpSpPr>
          <p:sp>
            <p:nvSpPr>
              <p:cNvPr id="7" name="任意多边形: 形状 6">
                <a:extLst>
                  <a:ext uri="{FF2B5EF4-FFF2-40B4-BE49-F238E27FC236}">
                    <a16:creationId xmlns:a16="http://schemas.microsoft.com/office/drawing/2014/main" id="{5D60562E-9ADB-78ED-E0B7-9C7FE9AF88DC}"/>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8" name="图形 2">
                <a:extLst>
                  <a:ext uri="{FF2B5EF4-FFF2-40B4-BE49-F238E27FC236}">
                    <a16:creationId xmlns:a16="http://schemas.microsoft.com/office/drawing/2014/main" id="{DEBA7F2B-F63D-71F7-1C31-800FB0376AE5}"/>
                  </a:ext>
                </a:extLst>
              </p:cNvPr>
              <p:cNvGrpSpPr/>
              <p:nvPr/>
            </p:nvGrpSpPr>
            <p:grpSpPr>
              <a:xfrm>
                <a:off x="8058228" y="2720817"/>
                <a:ext cx="815424" cy="87465"/>
                <a:chOff x="8058228" y="2720817"/>
                <a:chExt cx="815424" cy="87465"/>
              </a:xfrm>
              <a:grpFill/>
            </p:grpSpPr>
            <p:sp>
              <p:nvSpPr>
                <p:cNvPr id="13" name="任意多边形: 形状 12">
                  <a:extLst>
                    <a:ext uri="{FF2B5EF4-FFF2-40B4-BE49-F238E27FC236}">
                      <a16:creationId xmlns:a16="http://schemas.microsoft.com/office/drawing/2014/main" id="{70E777F1-F160-9416-CA19-DFD7F3EAAC7D}"/>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C3E25290-D8C2-08E2-5BB5-FCD00DA7C939}"/>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9" name="图形 2">
                <a:extLst>
                  <a:ext uri="{FF2B5EF4-FFF2-40B4-BE49-F238E27FC236}">
                    <a16:creationId xmlns:a16="http://schemas.microsoft.com/office/drawing/2014/main" id="{BE6B9C4B-9765-0858-C35C-21E2C9CC95F9}"/>
                  </a:ext>
                </a:extLst>
              </p:cNvPr>
              <p:cNvGrpSpPr/>
              <p:nvPr/>
            </p:nvGrpSpPr>
            <p:grpSpPr>
              <a:xfrm>
                <a:off x="8375359" y="2800112"/>
                <a:ext cx="181153" cy="98266"/>
                <a:chOff x="8375359" y="2800112"/>
                <a:chExt cx="181153" cy="98266"/>
              </a:xfrm>
              <a:grpFill/>
            </p:grpSpPr>
            <p:sp>
              <p:nvSpPr>
                <p:cNvPr id="11" name="任意多边形: 形状 10">
                  <a:extLst>
                    <a:ext uri="{FF2B5EF4-FFF2-40B4-BE49-F238E27FC236}">
                      <a16:creationId xmlns:a16="http://schemas.microsoft.com/office/drawing/2014/main" id="{C2E1FF3A-9032-F4AE-09D6-209239DEBD82}"/>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2" name="任意多边形: 形状 11">
                  <a:extLst>
                    <a:ext uri="{FF2B5EF4-FFF2-40B4-BE49-F238E27FC236}">
                      <a16:creationId xmlns:a16="http://schemas.microsoft.com/office/drawing/2014/main" id="{7D9CBE39-A8F9-CBC0-9EFE-C6AD4FCD90DB}"/>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0" name="任意多边形: 形状 9">
                <a:extLst>
                  <a:ext uri="{FF2B5EF4-FFF2-40B4-BE49-F238E27FC236}">
                    <a16:creationId xmlns:a16="http://schemas.microsoft.com/office/drawing/2014/main" id="{83813421-0C93-1101-A782-347FAFB2D156}"/>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6" name="任意多边形: 形状 5">
              <a:extLst>
                <a:ext uri="{FF2B5EF4-FFF2-40B4-BE49-F238E27FC236}">
                  <a16:creationId xmlns:a16="http://schemas.microsoft.com/office/drawing/2014/main" id="{830D2077-0BE4-E58D-E37A-BB81289F2BAC}"/>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2" name="文本框 1">
            <a:extLst>
              <a:ext uri="{FF2B5EF4-FFF2-40B4-BE49-F238E27FC236}">
                <a16:creationId xmlns:a16="http://schemas.microsoft.com/office/drawing/2014/main" id="{A9846F3E-BD43-2434-C1F8-E3DD21EA783E}"/>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8C75E3AF-BCEF-1ABF-6B43-72301F078B9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文本框 14">
            <a:extLst>
              <a:ext uri="{FF2B5EF4-FFF2-40B4-BE49-F238E27FC236}">
                <a16:creationId xmlns:a16="http://schemas.microsoft.com/office/drawing/2014/main" id="{CA538688-5E9C-65B5-6FC9-92C2BC44383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10956179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EFA1E06B-D33E-6F1B-17C6-5F14424A3385}"/>
              </a:ext>
            </a:extLst>
          </p:cNvPr>
          <p:cNvSpPr/>
          <p:nvPr/>
        </p:nvSpPr>
        <p:spPr>
          <a:xfrm>
            <a:off x="7339747" y="4158953"/>
            <a:ext cx="3506590" cy="979746"/>
          </a:xfrm>
          <a:prstGeom prst="rect">
            <a:avLst/>
          </a:prstGeom>
          <a:gradFill flip="none" rotWithShape="1">
            <a:gsLst>
              <a:gs pos="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 name="矩形 1">
            <a:extLst>
              <a:ext uri="{FF2B5EF4-FFF2-40B4-BE49-F238E27FC236}">
                <a16:creationId xmlns:a16="http://schemas.microsoft.com/office/drawing/2014/main" id="{6F72736E-E933-E1FE-053D-10C01163B062}"/>
              </a:ext>
            </a:extLst>
          </p:cNvPr>
          <p:cNvSpPr/>
          <p:nvPr/>
        </p:nvSpPr>
        <p:spPr>
          <a:xfrm>
            <a:off x="7339747" y="2787650"/>
            <a:ext cx="3506590" cy="1012761"/>
          </a:xfrm>
          <a:prstGeom prst="rect">
            <a:avLst/>
          </a:prstGeom>
          <a:gradFill flip="none" rotWithShape="1">
            <a:gsLst>
              <a:gs pos="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8" name="矩形">
            <a:extLst>
              <a:ext uri="{FF2B5EF4-FFF2-40B4-BE49-F238E27FC236}">
                <a16:creationId xmlns:a16="http://schemas.microsoft.com/office/drawing/2014/main" id="{EBA21593-D152-473F-BFF5-CC258224564E}"/>
              </a:ext>
            </a:extLst>
          </p:cNvPr>
          <p:cNvSpPr/>
          <p:nvPr/>
        </p:nvSpPr>
        <p:spPr>
          <a:xfrm rot="5400000" flipV="1">
            <a:off x="124684" y="2823559"/>
            <a:ext cx="3424518" cy="2353077"/>
          </a:xfrm>
          <a:prstGeom prst="roundRect">
            <a:avLst>
              <a:gd name="adj" fmla="val 4248"/>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a:extLst>
              <a:ext uri="{FF2B5EF4-FFF2-40B4-BE49-F238E27FC236}">
                <a16:creationId xmlns:a16="http://schemas.microsoft.com/office/drawing/2014/main" id="{40634B72-15C0-492B-B119-515139809CA6}"/>
              </a:ext>
            </a:extLst>
          </p:cNvPr>
          <p:cNvSpPr/>
          <p:nvPr/>
        </p:nvSpPr>
        <p:spPr>
          <a:xfrm>
            <a:off x="3140482" y="5452258"/>
            <a:ext cx="7725830" cy="725041"/>
          </a:xfrm>
          <a:prstGeom prst="round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F7ED304B-F3FE-4C83-8469-259C435AE89C}"/>
              </a:ext>
            </a:extLst>
          </p:cNvPr>
          <p:cNvSpPr/>
          <p:nvPr/>
        </p:nvSpPr>
        <p:spPr>
          <a:xfrm rot="21095657">
            <a:off x="4656647" y="2437437"/>
            <a:ext cx="2764406" cy="2764406"/>
          </a:xfrm>
          <a:prstGeom prst="ellipse">
            <a:avLst/>
          </a:prstGeom>
          <a:solidFill>
            <a:schemeClr val="l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50B861C9-87CE-4DE6-B0A0-390BCA9EFC66}"/>
              </a:ext>
            </a:extLst>
          </p:cNvPr>
          <p:cNvSpPr/>
          <p:nvPr/>
        </p:nvSpPr>
        <p:spPr>
          <a:xfrm>
            <a:off x="5110843" y="2891633"/>
            <a:ext cx="1856014" cy="185601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1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a:extLst>
              <a:ext uri="{FF2B5EF4-FFF2-40B4-BE49-F238E27FC236}">
                <a16:creationId xmlns:a16="http://schemas.microsoft.com/office/drawing/2014/main" id="{357699F2-A8B0-475D-B545-7CC069C33B40}"/>
              </a:ext>
            </a:extLst>
          </p:cNvPr>
          <p:cNvSpPr txBox="1"/>
          <p:nvPr/>
        </p:nvSpPr>
        <p:spPr>
          <a:xfrm>
            <a:off x="5219700" y="3441382"/>
            <a:ext cx="1638300" cy="27080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极致信任下的</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a:extLst>
              <a:ext uri="{FF2B5EF4-FFF2-40B4-BE49-F238E27FC236}">
                <a16:creationId xmlns:a16="http://schemas.microsoft.com/office/drawing/2014/main" id="{0FD19167-0AF9-46C5-B21B-B281F1B31FA6}"/>
              </a:ext>
            </a:extLst>
          </p:cNvPr>
          <p:cNvSpPr txBox="1"/>
          <p:nvPr/>
        </p:nvSpPr>
        <p:spPr>
          <a:xfrm>
            <a:off x="5518150" y="3800411"/>
            <a:ext cx="1041400" cy="27080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用户磁场</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grpSp>
        <p:nvGrpSpPr>
          <p:cNvPr id="30" name="组合 29">
            <a:extLst>
              <a:ext uri="{FF2B5EF4-FFF2-40B4-BE49-F238E27FC236}">
                <a16:creationId xmlns:a16="http://schemas.microsoft.com/office/drawing/2014/main" id="{D8AB755B-A945-46BA-874A-59DCC02835EA}"/>
              </a:ext>
            </a:extLst>
          </p:cNvPr>
          <p:cNvGrpSpPr/>
          <p:nvPr/>
        </p:nvGrpSpPr>
        <p:grpSpPr>
          <a:xfrm rot="21095657">
            <a:off x="4893129" y="2654690"/>
            <a:ext cx="2291442" cy="2291442"/>
            <a:chOff x="4893129" y="2926760"/>
            <a:chExt cx="2291442" cy="2291442"/>
          </a:xfrm>
        </p:grpSpPr>
        <p:sp>
          <p:nvSpPr>
            <p:cNvPr id="28" name="弧形 27">
              <a:extLst>
                <a:ext uri="{FF2B5EF4-FFF2-40B4-BE49-F238E27FC236}">
                  <a16:creationId xmlns:a16="http://schemas.microsoft.com/office/drawing/2014/main" id="{EE3231F2-5885-4E13-B7F5-308AA2D1F7B3}"/>
                </a:ext>
              </a:extLst>
            </p:cNvPr>
            <p:cNvSpPr/>
            <p:nvPr/>
          </p:nvSpPr>
          <p:spPr>
            <a:xfrm>
              <a:off x="4893129" y="2926760"/>
              <a:ext cx="2291442" cy="2291442"/>
            </a:xfrm>
            <a:prstGeom prst="arc">
              <a:avLst>
                <a:gd name="adj1" fmla="val 17481876"/>
                <a:gd name="adj2" fmla="val 1952464"/>
              </a:avLst>
            </a:prstGeom>
            <a:noFill/>
            <a:ln w="6350" cap="flat">
              <a:solidFill>
                <a:schemeClr val="accent1">
                  <a:lumMod val="100000"/>
                </a:schemeClr>
              </a:solidFill>
              <a:prstDash val="sysDash"/>
              <a:miter lim="800000"/>
              <a:headEnd type="non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椭圆 28">
              <a:extLst>
                <a:ext uri="{FF2B5EF4-FFF2-40B4-BE49-F238E27FC236}">
                  <a16:creationId xmlns:a16="http://schemas.microsoft.com/office/drawing/2014/main" id="{51B66287-A91B-4500-87CE-D3E28376627D}"/>
                </a:ext>
              </a:extLst>
            </p:cNvPr>
            <p:cNvSpPr/>
            <p:nvPr/>
          </p:nvSpPr>
          <p:spPr>
            <a:xfrm flipH="1">
              <a:off x="6397625" y="2965218"/>
              <a:ext cx="68580" cy="68580"/>
            </a:xfrm>
            <a:prstGeom prst="ellipse">
              <a:avLst/>
            </a:prstGeom>
            <a:solidFill>
              <a:schemeClr val="lt1"/>
            </a:solid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31" name="组合 30">
            <a:extLst>
              <a:ext uri="{FF2B5EF4-FFF2-40B4-BE49-F238E27FC236}">
                <a16:creationId xmlns:a16="http://schemas.microsoft.com/office/drawing/2014/main" id="{54B85A66-FF28-4CEC-91BC-AF3E307A9164}"/>
              </a:ext>
            </a:extLst>
          </p:cNvPr>
          <p:cNvGrpSpPr/>
          <p:nvPr/>
        </p:nvGrpSpPr>
        <p:grpSpPr>
          <a:xfrm rot="6695657">
            <a:off x="4893129" y="2654690"/>
            <a:ext cx="2291442" cy="2291442"/>
            <a:chOff x="4893129" y="2926760"/>
            <a:chExt cx="2291442" cy="2291442"/>
          </a:xfrm>
        </p:grpSpPr>
        <p:sp>
          <p:nvSpPr>
            <p:cNvPr id="32" name="弧形 31">
              <a:extLst>
                <a:ext uri="{FF2B5EF4-FFF2-40B4-BE49-F238E27FC236}">
                  <a16:creationId xmlns:a16="http://schemas.microsoft.com/office/drawing/2014/main" id="{11A01EB1-F9E3-4DF2-A2D4-A983CCC6D48D}"/>
                </a:ext>
              </a:extLst>
            </p:cNvPr>
            <p:cNvSpPr/>
            <p:nvPr/>
          </p:nvSpPr>
          <p:spPr>
            <a:xfrm>
              <a:off x="4893129" y="2926760"/>
              <a:ext cx="2291442" cy="2291442"/>
            </a:xfrm>
            <a:prstGeom prst="arc">
              <a:avLst>
                <a:gd name="adj1" fmla="val 17481876"/>
                <a:gd name="adj2" fmla="val 1952464"/>
              </a:avLst>
            </a:prstGeom>
            <a:noFill/>
            <a:ln w="6350" cap="flat">
              <a:solidFill>
                <a:schemeClr val="accent1">
                  <a:lumMod val="100000"/>
                </a:schemeClr>
              </a:solidFill>
              <a:prstDash val="sysDash"/>
              <a:miter lim="800000"/>
              <a:headEnd type="non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a:extLst>
                <a:ext uri="{FF2B5EF4-FFF2-40B4-BE49-F238E27FC236}">
                  <a16:creationId xmlns:a16="http://schemas.microsoft.com/office/drawing/2014/main" id="{82AE8758-CFDA-44CA-94FB-20780219EB71}"/>
                </a:ext>
              </a:extLst>
            </p:cNvPr>
            <p:cNvSpPr/>
            <p:nvPr/>
          </p:nvSpPr>
          <p:spPr>
            <a:xfrm flipH="1">
              <a:off x="6397625" y="2965218"/>
              <a:ext cx="68580" cy="68580"/>
            </a:xfrm>
            <a:prstGeom prst="ellipse">
              <a:avLst/>
            </a:prstGeom>
            <a:solidFill>
              <a:schemeClr val="lt1"/>
            </a:solid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34" name="组合 33">
            <a:extLst>
              <a:ext uri="{FF2B5EF4-FFF2-40B4-BE49-F238E27FC236}">
                <a16:creationId xmlns:a16="http://schemas.microsoft.com/office/drawing/2014/main" id="{29F2C436-8FB6-4820-BE1E-7511D776EF64}"/>
              </a:ext>
            </a:extLst>
          </p:cNvPr>
          <p:cNvGrpSpPr/>
          <p:nvPr/>
        </p:nvGrpSpPr>
        <p:grpSpPr>
          <a:xfrm rot="13895657">
            <a:off x="4893129" y="2654690"/>
            <a:ext cx="2291442" cy="2291442"/>
            <a:chOff x="4893129" y="2926760"/>
            <a:chExt cx="2291442" cy="2291442"/>
          </a:xfrm>
        </p:grpSpPr>
        <p:sp>
          <p:nvSpPr>
            <p:cNvPr id="35" name="弧形 34">
              <a:extLst>
                <a:ext uri="{FF2B5EF4-FFF2-40B4-BE49-F238E27FC236}">
                  <a16:creationId xmlns:a16="http://schemas.microsoft.com/office/drawing/2014/main" id="{95FC9D8B-049D-433C-814A-2917C19067E0}"/>
                </a:ext>
              </a:extLst>
            </p:cNvPr>
            <p:cNvSpPr/>
            <p:nvPr/>
          </p:nvSpPr>
          <p:spPr>
            <a:xfrm>
              <a:off x="4893129" y="2926760"/>
              <a:ext cx="2291442" cy="2291442"/>
            </a:xfrm>
            <a:prstGeom prst="arc">
              <a:avLst>
                <a:gd name="adj1" fmla="val 17481876"/>
                <a:gd name="adj2" fmla="val 1952464"/>
              </a:avLst>
            </a:prstGeom>
            <a:noFill/>
            <a:ln w="6350" cap="flat">
              <a:solidFill>
                <a:schemeClr val="accent1">
                  <a:lumMod val="100000"/>
                </a:schemeClr>
              </a:solidFill>
              <a:prstDash val="sysDash"/>
              <a:miter lim="800000"/>
              <a:headEnd type="non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a:extLst>
                <a:ext uri="{FF2B5EF4-FFF2-40B4-BE49-F238E27FC236}">
                  <a16:creationId xmlns:a16="http://schemas.microsoft.com/office/drawing/2014/main" id="{F426AB24-44C0-48A6-9960-196A3CB00396}"/>
                </a:ext>
              </a:extLst>
            </p:cNvPr>
            <p:cNvSpPr/>
            <p:nvPr/>
          </p:nvSpPr>
          <p:spPr>
            <a:xfrm flipH="1">
              <a:off x="6397625" y="2965218"/>
              <a:ext cx="68580" cy="68580"/>
            </a:xfrm>
            <a:prstGeom prst="ellipse">
              <a:avLst/>
            </a:prstGeom>
            <a:solidFill>
              <a:schemeClr val="lt1"/>
            </a:solid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7" name="圆形">
            <a:extLst>
              <a:ext uri="{FF2B5EF4-FFF2-40B4-BE49-F238E27FC236}">
                <a16:creationId xmlns:a16="http://schemas.microsoft.com/office/drawing/2014/main" id="{A0203E30-27E4-4E02-913D-77FA546F92A7}"/>
              </a:ext>
            </a:extLst>
          </p:cNvPr>
          <p:cNvSpPr/>
          <p:nvPr/>
        </p:nvSpPr>
        <p:spPr>
          <a:xfrm>
            <a:off x="5607472" y="1704955"/>
            <a:ext cx="862756" cy="862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设计思维">
            <a:extLst>
              <a:ext uri="{FF2B5EF4-FFF2-40B4-BE49-F238E27FC236}">
                <a16:creationId xmlns:a16="http://schemas.microsoft.com/office/drawing/2014/main" id="{E8E41BA0-ED75-45C7-A329-B9F1606D88B7}"/>
              </a:ext>
            </a:extLst>
          </p:cNvPr>
          <p:cNvSpPr txBox="1"/>
          <p:nvPr/>
        </p:nvSpPr>
        <p:spPr>
          <a:xfrm>
            <a:off x="5743898" y="2009312"/>
            <a:ext cx="589905"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4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圆形">
            <a:extLst>
              <a:ext uri="{FF2B5EF4-FFF2-40B4-BE49-F238E27FC236}">
                <a16:creationId xmlns:a16="http://schemas.microsoft.com/office/drawing/2014/main" id="{CCCDAD2B-89E2-456C-94A9-450562616D77}"/>
              </a:ext>
            </a:extLst>
          </p:cNvPr>
          <p:cNvSpPr/>
          <p:nvPr/>
        </p:nvSpPr>
        <p:spPr>
          <a:xfrm>
            <a:off x="4144825" y="4259688"/>
            <a:ext cx="862756" cy="862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设计思维">
            <a:extLst>
              <a:ext uri="{FF2B5EF4-FFF2-40B4-BE49-F238E27FC236}">
                <a16:creationId xmlns:a16="http://schemas.microsoft.com/office/drawing/2014/main" id="{65A306E1-CE6A-4311-884B-15EB598056C6}"/>
              </a:ext>
            </a:extLst>
          </p:cNvPr>
          <p:cNvSpPr txBox="1"/>
          <p:nvPr/>
        </p:nvSpPr>
        <p:spPr>
          <a:xfrm>
            <a:off x="4281250" y="4564045"/>
            <a:ext cx="589905"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4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圆形">
            <a:extLst>
              <a:ext uri="{FF2B5EF4-FFF2-40B4-BE49-F238E27FC236}">
                <a16:creationId xmlns:a16="http://schemas.microsoft.com/office/drawing/2014/main" id="{0C17AD26-D992-4B4B-8F03-E2A2EE758868}"/>
              </a:ext>
            </a:extLst>
          </p:cNvPr>
          <p:cNvSpPr/>
          <p:nvPr/>
        </p:nvSpPr>
        <p:spPr>
          <a:xfrm>
            <a:off x="7044056" y="4286236"/>
            <a:ext cx="862756" cy="862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设计思维">
            <a:extLst>
              <a:ext uri="{FF2B5EF4-FFF2-40B4-BE49-F238E27FC236}">
                <a16:creationId xmlns:a16="http://schemas.microsoft.com/office/drawing/2014/main" id="{F647D3E3-29D7-4A00-AFC2-72FE0C35AA7F}"/>
              </a:ext>
            </a:extLst>
          </p:cNvPr>
          <p:cNvSpPr txBox="1"/>
          <p:nvPr/>
        </p:nvSpPr>
        <p:spPr>
          <a:xfrm>
            <a:off x="7180481" y="4590593"/>
            <a:ext cx="589905"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4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创作者</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Object31">
            <a:extLst>
              <a:ext uri="{FF2B5EF4-FFF2-40B4-BE49-F238E27FC236}">
                <a16:creationId xmlns:a16="http://schemas.microsoft.com/office/drawing/2014/main" id="{BFEAB5C0-3A23-4AC9-84CF-D53ADC6A9A93}"/>
              </a:ext>
            </a:extLst>
          </p:cNvPr>
          <p:cNvSpPr txBox="1"/>
          <p:nvPr/>
        </p:nvSpPr>
        <p:spPr>
          <a:xfrm>
            <a:off x="923575" y="2693026"/>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触达提效</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3" name="矩形 72">
            <a:extLst>
              <a:ext uri="{FF2B5EF4-FFF2-40B4-BE49-F238E27FC236}">
                <a16:creationId xmlns:a16="http://schemas.microsoft.com/office/drawing/2014/main" id="{E983592E-B4F6-49E2-869D-C0DDFD43986E}"/>
              </a:ext>
            </a:extLst>
          </p:cNvPr>
          <p:cNvSpPr/>
          <p:nvPr/>
        </p:nvSpPr>
        <p:spPr>
          <a:xfrm>
            <a:off x="1181750" y="2704968"/>
            <a:ext cx="1530967" cy="838270"/>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32">
            <a:extLst>
              <a:ext uri="{FF2B5EF4-FFF2-40B4-BE49-F238E27FC236}">
                <a16:creationId xmlns:a16="http://schemas.microsoft.com/office/drawing/2014/main" id="{9902F539-6324-4C90-85E4-4A53D8ADE18C}"/>
              </a:ext>
            </a:extLst>
          </p:cNvPr>
          <p:cNvSpPr txBox="1"/>
          <p:nvPr/>
        </p:nvSpPr>
        <p:spPr>
          <a:xfrm>
            <a:off x="1238285" y="2981641"/>
            <a:ext cx="1417897" cy="33970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开屏 信息流</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品牌助推 快手联盟</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Object31">
            <a:extLst>
              <a:ext uri="{FF2B5EF4-FFF2-40B4-BE49-F238E27FC236}">
                <a16:creationId xmlns:a16="http://schemas.microsoft.com/office/drawing/2014/main" id="{B533329D-0201-4401-8097-BA29C5680928}"/>
              </a:ext>
            </a:extLst>
          </p:cNvPr>
          <p:cNvSpPr txBox="1"/>
          <p:nvPr/>
        </p:nvSpPr>
        <p:spPr>
          <a:xfrm>
            <a:off x="923575" y="3697981"/>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激发提效</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矩形 74">
            <a:extLst>
              <a:ext uri="{FF2B5EF4-FFF2-40B4-BE49-F238E27FC236}">
                <a16:creationId xmlns:a16="http://schemas.microsoft.com/office/drawing/2014/main" id="{3E2A8E37-DDA5-42A9-9902-DB39E3DF7341}"/>
              </a:ext>
            </a:extLst>
          </p:cNvPr>
          <p:cNvSpPr/>
          <p:nvPr/>
        </p:nvSpPr>
        <p:spPr>
          <a:xfrm>
            <a:off x="1181750" y="3709923"/>
            <a:ext cx="1530967" cy="838270"/>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Object32">
            <a:extLst>
              <a:ext uri="{FF2B5EF4-FFF2-40B4-BE49-F238E27FC236}">
                <a16:creationId xmlns:a16="http://schemas.microsoft.com/office/drawing/2014/main" id="{F6C0D8ED-0E2C-4401-82E3-3A2EE7D6028C}"/>
              </a:ext>
            </a:extLst>
          </p:cNvPr>
          <p:cNvSpPr txBox="1"/>
          <p:nvPr/>
        </p:nvSpPr>
        <p:spPr>
          <a:xfrm>
            <a:off x="1238285" y="3854124"/>
            <a:ext cx="1417897" cy="53873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品牌挑战赛快手魔法表情</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好物种草橱窗 品牌直播间</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PK</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赛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2021</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招商项目</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Object31">
            <a:extLst>
              <a:ext uri="{FF2B5EF4-FFF2-40B4-BE49-F238E27FC236}">
                <a16:creationId xmlns:a16="http://schemas.microsoft.com/office/drawing/2014/main" id="{05369315-3D37-4035-9CE7-2471F375A6D7}"/>
              </a:ext>
            </a:extLst>
          </p:cNvPr>
          <p:cNvSpPr txBox="1"/>
          <p:nvPr/>
        </p:nvSpPr>
        <p:spPr>
          <a:xfrm>
            <a:off x="923575" y="4713544"/>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转化提效</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矩形 77">
            <a:extLst>
              <a:ext uri="{FF2B5EF4-FFF2-40B4-BE49-F238E27FC236}">
                <a16:creationId xmlns:a16="http://schemas.microsoft.com/office/drawing/2014/main" id="{2551CCC7-D09F-43BD-A488-7CE5CBD685FA}"/>
              </a:ext>
            </a:extLst>
          </p:cNvPr>
          <p:cNvSpPr/>
          <p:nvPr/>
        </p:nvSpPr>
        <p:spPr>
          <a:xfrm>
            <a:off x="1181751" y="4725486"/>
            <a:ext cx="1530967" cy="838270"/>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Object32">
            <a:extLst>
              <a:ext uri="{FF2B5EF4-FFF2-40B4-BE49-F238E27FC236}">
                <a16:creationId xmlns:a16="http://schemas.microsoft.com/office/drawing/2014/main" id="{ADBA9941-579E-4076-BF77-8168E153268A}"/>
              </a:ext>
            </a:extLst>
          </p:cNvPr>
          <p:cNvSpPr txBox="1"/>
          <p:nvPr/>
        </p:nvSpPr>
        <p:spPr>
          <a:xfrm>
            <a:off x="1181750" y="4869687"/>
            <a:ext cx="1530968" cy="53873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商业推广任务 优选</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a:t>
            </a:r>
          </a:p>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磁力建站 磁力追踪</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磁力快聊</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a:extLst>
              <a:ext uri="{FF2B5EF4-FFF2-40B4-BE49-F238E27FC236}">
                <a16:creationId xmlns:a16="http://schemas.microsoft.com/office/drawing/2014/main" id="{8A195F18-1B64-4A9D-A4E9-8070CB8E5C7F}"/>
              </a:ext>
            </a:extLst>
          </p:cNvPr>
          <p:cNvSpPr/>
          <p:nvPr/>
        </p:nvSpPr>
        <p:spPr>
          <a:xfrm flipV="1">
            <a:off x="929117" y="1795992"/>
            <a:ext cx="1808479" cy="456016"/>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设计">
            <a:extLst>
              <a:ext uri="{FF2B5EF4-FFF2-40B4-BE49-F238E27FC236}">
                <a16:creationId xmlns:a16="http://schemas.microsoft.com/office/drawing/2014/main" id="{03628B0C-E7CD-4660-A81D-5660ECA78715}"/>
              </a:ext>
            </a:extLst>
          </p:cNvPr>
          <p:cNvSpPr txBox="1"/>
          <p:nvPr/>
        </p:nvSpPr>
        <p:spPr>
          <a:xfrm>
            <a:off x="1462038" y="184394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前链路</a:t>
            </a:r>
            <a:endParaRPr kumimoji="0"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线条">
            <a:extLst>
              <a:ext uri="{FF2B5EF4-FFF2-40B4-BE49-F238E27FC236}">
                <a16:creationId xmlns:a16="http://schemas.microsoft.com/office/drawing/2014/main" id="{93D0A0C8-87D4-40ED-9208-C3ACB909FCAC}"/>
              </a:ext>
            </a:extLst>
          </p:cNvPr>
          <p:cNvSpPr/>
          <p:nvPr/>
        </p:nvSpPr>
        <p:spPr>
          <a:xfrm>
            <a:off x="932757" y="1819511"/>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线条">
            <a:extLst>
              <a:ext uri="{FF2B5EF4-FFF2-40B4-BE49-F238E27FC236}">
                <a16:creationId xmlns:a16="http://schemas.microsoft.com/office/drawing/2014/main" id="{A07F4187-392A-4942-9D26-FC1A92B4EE82}"/>
              </a:ext>
            </a:extLst>
          </p:cNvPr>
          <p:cNvSpPr/>
          <p:nvPr/>
        </p:nvSpPr>
        <p:spPr>
          <a:xfrm>
            <a:off x="2692742" y="1824638"/>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矩形">
            <a:extLst>
              <a:ext uri="{FF2B5EF4-FFF2-40B4-BE49-F238E27FC236}">
                <a16:creationId xmlns:a16="http://schemas.microsoft.com/office/drawing/2014/main" id="{F3A4D852-BFB2-4924-AB7B-B248E1B191FA}"/>
              </a:ext>
            </a:extLst>
          </p:cNvPr>
          <p:cNvSpPr/>
          <p:nvPr/>
        </p:nvSpPr>
        <p:spPr>
          <a:xfrm flipV="1">
            <a:off x="9082712" y="1795992"/>
            <a:ext cx="1808479" cy="456016"/>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设计">
            <a:extLst>
              <a:ext uri="{FF2B5EF4-FFF2-40B4-BE49-F238E27FC236}">
                <a16:creationId xmlns:a16="http://schemas.microsoft.com/office/drawing/2014/main" id="{03A6DD7B-7532-42E3-80E5-A863E410532F}"/>
              </a:ext>
            </a:extLst>
          </p:cNvPr>
          <p:cNvSpPr txBox="1"/>
          <p:nvPr/>
        </p:nvSpPr>
        <p:spPr>
          <a:xfrm>
            <a:off x="9615633" y="1843948"/>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后链路</a:t>
            </a:r>
            <a:endParaRPr kumimoji="0" sz="1200" b="0" i="0" u="none" strike="noStrike" kern="0" cap="none" spc="0" normalizeH="0" baseline="0" noProof="0" dirty="0">
              <a:ln>
                <a:noFill/>
              </a:ln>
              <a:solidFill>
                <a:schemeClr val="accent1">
                  <a:lumMod val="75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线条">
            <a:extLst>
              <a:ext uri="{FF2B5EF4-FFF2-40B4-BE49-F238E27FC236}">
                <a16:creationId xmlns:a16="http://schemas.microsoft.com/office/drawing/2014/main" id="{A92899FC-E2AF-4889-BBF7-293919E633B6}"/>
              </a:ext>
            </a:extLst>
          </p:cNvPr>
          <p:cNvSpPr/>
          <p:nvPr/>
        </p:nvSpPr>
        <p:spPr>
          <a:xfrm>
            <a:off x="9086352" y="1819511"/>
            <a:ext cx="0" cy="436648"/>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线条">
            <a:extLst>
              <a:ext uri="{FF2B5EF4-FFF2-40B4-BE49-F238E27FC236}">
                <a16:creationId xmlns:a16="http://schemas.microsoft.com/office/drawing/2014/main" id="{B8F231D0-C873-4ABC-A756-3D3CFF18DD8F}"/>
              </a:ext>
            </a:extLst>
          </p:cNvPr>
          <p:cNvSpPr/>
          <p:nvPr/>
        </p:nvSpPr>
        <p:spPr>
          <a:xfrm>
            <a:off x="10846337" y="1824638"/>
            <a:ext cx="1" cy="45601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任意多边形: 形状 96">
            <a:extLst>
              <a:ext uri="{FF2B5EF4-FFF2-40B4-BE49-F238E27FC236}">
                <a16:creationId xmlns:a16="http://schemas.microsoft.com/office/drawing/2014/main" id="{797EDE7F-F171-48FB-B50E-9ED358ED6C12}"/>
              </a:ext>
            </a:extLst>
          </p:cNvPr>
          <p:cNvSpPr/>
          <p:nvPr/>
        </p:nvSpPr>
        <p:spPr>
          <a:xfrm>
            <a:off x="7296150" y="2787650"/>
            <a:ext cx="3552825" cy="1000125"/>
          </a:xfrm>
          <a:custGeom>
            <a:avLst/>
            <a:gdLst>
              <a:gd name="connsiteX0" fmla="*/ 0 w 3552825"/>
              <a:gd name="connsiteY0" fmla="*/ 0 h 1000125"/>
              <a:gd name="connsiteX1" fmla="*/ 3552825 w 3552825"/>
              <a:gd name="connsiteY1" fmla="*/ 0 h 1000125"/>
              <a:gd name="connsiteX2" fmla="*/ 3552825 w 3552825"/>
              <a:gd name="connsiteY2" fmla="*/ 1000125 h 1000125"/>
              <a:gd name="connsiteX3" fmla="*/ 1047750 w 3552825"/>
              <a:gd name="connsiteY3" fmla="*/ 1000125 h 1000125"/>
            </a:gdLst>
            <a:ahLst/>
            <a:cxnLst>
              <a:cxn ang="0">
                <a:pos x="connsiteX0" y="connsiteY0"/>
              </a:cxn>
              <a:cxn ang="0">
                <a:pos x="connsiteX1" y="connsiteY1"/>
              </a:cxn>
              <a:cxn ang="0">
                <a:pos x="connsiteX2" y="connsiteY2"/>
              </a:cxn>
              <a:cxn ang="0">
                <a:pos x="connsiteX3" y="connsiteY3"/>
              </a:cxn>
            </a:cxnLst>
            <a:rect l="l" t="t" r="r" b="b"/>
            <a:pathLst>
              <a:path w="3552825" h="1000125">
                <a:moveTo>
                  <a:pt x="0" y="0"/>
                </a:moveTo>
                <a:lnTo>
                  <a:pt x="3552825" y="0"/>
                </a:lnTo>
                <a:lnTo>
                  <a:pt x="3552825" y="1000125"/>
                </a:lnTo>
                <a:lnTo>
                  <a:pt x="1047750" y="1000125"/>
                </a:lnTo>
              </a:path>
            </a:pathLst>
          </a:cu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Object31">
            <a:extLst>
              <a:ext uri="{FF2B5EF4-FFF2-40B4-BE49-F238E27FC236}">
                <a16:creationId xmlns:a16="http://schemas.microsoft.com/office/drawing/2014/main" id="{7B2EC54E-A385-4058-A766-26B13C5A3E84}"/>
              </a:ext>
            </a:extLst>
          </p:cNvPr>
          <p:cNvSpPr txBox="1"/>
          <p:nvPr/>
        </p:nvSpPr>
        <p:spPr>
          <a:xfrm>
            <a:off x="9082712" y="2955040"/>
            <a:ext cx="1696464" cy="2155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站内经营闭环</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0" name="Object32">
            <a:extLst>
              <a:ext uri="{FF2B5EF4-FFF2-40B4-BE49-F238E27FC236}">
                <a16:creationId xmlns:a16="http://schemas.microsoft.com/office/drawing/2014/main" id="{F6482170-13F7-4FC8-AD6C-9621BE01599E}"/>
              </a:ext>
            </a:extLst>
          </p:cNvPr>
          <p:cNvSpPr txBox="1"/>
          <p:nvPr/>
        </p:nvSpPr>
        <p:spPr>
          <a:xfrm>
            <a:off x="9180386" y="3249600"/>
            <a:ext cx="1417897" cy="36112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品牌号 快手小店</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磁力矩阵 好物联盟</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任意多边形: 形状 100">
            <a:extLst>
              <a:ext uri="{FF2B5EF4-FFF2-40B4-BE49-F238E27FC236}">
                <a16:creationId xmlns:a16="http://schemas.microsoft.com/office/drawing/2014/main" id="{78C4D438-E73E-47EF-80CE-27F9D69241E2}"/>
              </a:ext>
            </a:extLst>
          </p:cNvPr>
          <p:cNvSpPr/>
          <p:nvPr/>
        </p:nvSpPr>
        <p:spPr>
          <a:xfrm>
            <a:off x="7854950" y="4147650"/>
            <a:ext cx="2994025" cy="1006475"/>
          </a:xfrm>
          <a:custGeom>
            <a:avLst/>
            <a:gdLst>
              <a:gd name="connsiteX0" fmla="*/ 0 w 3552825"/>
              <a:gd name="connsiteY0" fmla="*/ 0 h 1000125"/>
              <a:gd name="connsiteX1" fmla="*/ 3552825 w 3552825"/>
              <a:gd name="connsiteY1" fmla="*/ 0 h 1000125"/>
              <a:gd name="connsiteX2" fmla="*/ 3552825 w 3552825"/>
              <a:gd name="connsiteY2" fmla="*/ 1000125 h 1000125"/>
              <a:gd name="connsiteX3" fmla="*/ 1047750 w 3552825"/>
              <a:gd name="connsiteY3" fmla="*/ 1000125 h 1000125"/>
              <a:gd name="connsiteX0" fmla="*/ 0 w 2994025"/>
              <a:gd name="connsiteY0" fmla="*/ 0 h 1006475"/>
              <a:gd name="connsiteX1" fmla="*/ 2994025 w 2994025"/>
              <a:gd name="connsiteY1" fmla="*/ 6350 h 1006475"/>
              <a:gd name="connsiteX2" fmla="*/ 2994025 w 2994025"/>
              <a:gd name="connsiteY2" fmla="*/ 1006475 h 1006475"/>
              <a:gd name="connsiteX3" fmla="*/ 488950 w 2994025"/>
              <a:gd name="connsiteY3" fmla="*/ 1006475 h 1006475"/>
            </a:gdLst>
            <a:ahLst/>
            <a:cxnLst>
              <a:cxn ang="0">
                <a:pos x="connsiteX0" y="connsiteY0"/>
              </a:cxn>
              <a:cxn ang="0">
                <a:pos x="connsiteX1" y="connsiteY1"/>
              </a:cxn>
              <a:cxn ang="0">
                <a:pos x="connsiteX2" y="connsiteY2"/>
              </a:cxn>
              <a:cxn ang="0">
                <a:pos x="connsiteX3" y="connsiteY3"/>
              </a:cxn>
            </a:cxnLst>
            <a:rect l="l" t="t" r="r" b="b"/>
            <a:pathLst>
              <a:path w="2994025" h="1006475">
                <a:moveTo>
                  <a:pt x="0" y="0"/>
                </a:moveTo>
                <a:lnTo>
                  <a:pt x="2994025" y="6350"/>
                </a:lnTo>
                <a:lnTo>
                  <a:pt x="2994025" y="1006475"/>
                </a:lnTo>
                <a:lnTo>
                  <a:pt x="488950" y="1006475"/>
                </a:lnTo>
              </a:path>
            </a:pathLst>
          </a:cu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31">
            <a:extLst>
              <a:ext uri="{FF2B5EF4-FFF2-40B4-BE49-F238E27FC236}">
                <a16:creationId xmlns:a16="http://schemas.microsoft.com/office/drawing/2014/main" id="{0EE75A64-C083-4E8A-AA1D-E607866A1D78}"/>
              </a:ext>
            </a:extLst>
          </p:cNvPr>
          <p:cNvSpPr txBox="1"/>
          <p:nvPr/>
        </p:nvSpPr>
        <p:spPr>
          <a:xfrm>
            <a:off x="9082712" y="4321390"/>
            <a:ext cx="1696464" cy="2155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站外品牌阵地</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Object32">
            <a:extLst>
              <a:ext uri="{FF2B5EF4-FFF2-40B4-BE49-F238E27FC236}">
                <a16:creationId xmlns:a16="http://schemas.microsoft.com/office/drawing/2014/main" id="{B4BE2375-1E2C-4DCA-9224-E220748E073F}"/>
              </a:ext>
            </a:extLst>
          </p:cNvPr>
          <p:cNvSpPr txBox="1"/>
          <p:nvPr/>
        </p:nvSpPr>
        <p:spPr>
          <a:xfrm>
            <a:off x="9180386" y="4615950"/>
            <a:ext cx="1417897" cy="36112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淘系 京东</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官网 有赞</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05" name="直接连接符 104">
            <a:extLst>
              <a:ext uri="{FF2B5EF4-FFF2-40B4-BE49-F238E27FC236}">
                <a16:creationId xmlns:a16="http://schemas.microsoft.com/office/drawing/2014/main" id="{9FA5C277-2A5B-42A8-99ED-4D36B57FE532}"/>
              </a:ext>
            </a:extLst>
          </p:cNvPr>
          <p:cNvCxnSpPr/>
          <p:nvPr/>
        </p:nvCxnSpPr>
        <p:spPr>
          <a:xfrm>
            <a:off x="3238500" y="2801938"/>
            <a:ext cx="1190775" cy="0"/>
          </a:xfrm>
          <a:prstGeom prst="line">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106" name="直接连接符 105">
            <a:extLst>
              <a:ext uri="{FF2B5EF4-FFF2-40B4-BE49-F238E27FC236}">
                <a16:creationId xmlns:a16="http://schemas.microsoft.com/office/drawing/2014/main" id="{C5352B89-A2F8-4177-BAFF-0D0830438979}"/>
              </a:ext>
            </a:extLst>
          </p:cNvPr>
          <p:cNvCxnSpPr/>
          <p:nvPr/>
        </p:nvCxnSpPr>
        <p:spPr>
          <a:xfrm>
            <a:off x="3238500" y="4133850"/>
            <a:ext cx="1190775" cy="0"/>
          </a:xfrm>
          <a:prstGeom prst="line">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sp>
        <p:nvSpPr>
          <p:cNvPr id="108" name="矩形: 圆角 107">
            <a:extLst>
              <a:ext uri="{FF2B5EF4-FFF2-40B4-BE49-F238E27FC236}">
                <a16:creationId xmlns:a16="http://schemas.microsoft.com/office/drawing/2014/main" id="{B10D06C1-2BD0-4E73-98FB-10CEFF04F9CF}"/>
              </a:ext>
            </a:extLst>
          </p:cNvPr>
          <p:cNvSpPr/>
          <p:nvPr/>
        </p:nvSpPr>
        <p:spPr>
          <a:xfrm>
            <a:off x="9064218" y="5452257"/>
            <a:ext cx="1802094" cy="72504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Object29">
            <a:extLst>
              <a:ext uri="{FF2B5EF4-FFF2-40B4-BE49-F238E27FC236}">
                <a16:creationId xmlns:a16="http://schemas.microsoft.com/office/drawing/2014/main" id="{00B389B2-4EBA-4CAE-97FF-0AF1E51B0DB7}"/>
              </a:ext>
            </a:extLst>
          </p:cNvPr>
          <p:cNvSpPr txBox="1"/>
          <p:nvPr/>
        </p:nvSpPr>
        <p:spPr>
          <a:xfrm>
            <a:off x="9191218" y="5610503"/>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平台赋能</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0" name="Object31">
            <a:extLst>
              <a:ext uri="{FF2B5EF4-FFF2-40B4-BE49-F238E27FC236}">
                <a16:creationId xmlns:a16="http://schemas.microsoft.com/office/drawing/2014/main" id="{7D492F43-815B-4C0A-8F94-73F0194DA08D}"/>
              </a:ext>
            </a:extLst>
          </p:cNvPr>
          <p:cNvSpPr txBox="1"/>
          <p:nvPr/>
        </p:nvSpPr>
        <p:spPr>
          <a:xfrm>
            <a:off x="7009865" y="5575873"/>
            <a:ext cx="1696464" cy="2155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数据管理服务</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Object32">
            <a:extLst>
              <a:ext uri="{FF2B5EF4-FFF2-40B4-BE49-F238E27FC236}">
                <a16:creationId xmlns:a16="http://schemas.microsoft.com/office/drawing/2014/main" id="{F944C71F-6694-4497-8CC0-A2038C3F69C6}"/>
              </a:ext>
            </a:extLst>
          </p:cNvPr>
          <p:cNvSpPr txBox="1"/>
          <p:nvPr/>
        </p:nvSpPr>
        <p:spPr>
          <a:xfrm>
            <a:off x="7107539" y="5795540"/>
            <a:ext cx="1417897" cy="36112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磁力万象 磁力增长银行</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快手生意通</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31">
            <a:extLst>
              <a:ext uri="{FF2B5EF4-FFF2-40B4-BE49-F238E27FC236}">
                <a16:creationId xmlns:a16="http://schemas.microsoft.com/office/drawing/2014/main" id="{FE26BDC6-00B6-47C0-913A-9BF5821505B1}"/>
              </a:ext>
            </a:extLst>
          </p:cNvPr>
          <p:cNvSpPr txBox="1"/>
          <p:nvPr/>
        </p:nvSpPr>
        <p:spPr>
          <a:xfrm>
            <a:off x="5213410" y="5575873"/>
            <a:ext cx="1696464" cy="2155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内容合作服务</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3" name="Object32">
            <a:extLst>
              <a:ext uri="{FF2B5EF4-FFF2-40B4-BE49-F238E27FC236}">
                <a16:creationId xmlns:a16="http://schemas.microsoft.com/office/drawing/2014/main" id="{66BBC936-BB19-4038-96CE-3799BE70FF4F}"/>
              </a:ext>
            </a:extLst>
          </p:cNvPr>
          <p:cNvSpPr txBox="1"/>
          <p:nvPr/>
        </p:nvSpPr>
        <p:spPr>
          <a:xfrm>
            <a:off x="5311084" y="5795540"/>
            <a:ext cx="1417897"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开眼快创 素造</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Object31">
            <a:extLst>
              <a:ext uri="{FF2B5EF4-FFF2-40B4-BE49-F238E27FC236}">
                <a16:creationId xmlns:a16="http://schemas.microsoft.com/office/drawing/2014/main" id="{68E5F0EA-F6F3-4CB5-AF4D-3604E5A93220}"/>
              </a:ext>
            </a:extLst>
          </p:cNvPr>
          <p:cNvSpPr txBox="1"/>
          <p:nvPr/>
        </p:nvSpPr>
        <p:spPr>
          <a:xfrm>
            <a:off x="3385680" y="5575873"/>
            <a:ext cx="1696464" cy="2155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商业服务能力</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Object32">
            <a:extLst>
              <a:ext uri="{FF2B5EF4-FFF2-40B4-BE49-F238E27FC236}">
                <a16:creationId xmlns:a16="http://schemas.microsoft.com/office/drawing/2014/main" id="{D724CD1B-0698-4086-89F4-6490A06B7EAD}"/>
              </a:ext>
            </a:extLst>
          </p:cNvPr>
          <p:cNvSpPr txBox="1"/>
          <p:nvPr/>
        </p:nvSpPr>
        <p:spPr>
          <a:xfrm>
            <a:off x="3483354" y="5795540"/>
            <a:ext cx="1417897" cy="3098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磁力聚星 磁力金牛 金牛电商 效果广告投放平台</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设计">
            <a:extLst>
              <a:ext uri="{FF2B5EF4-FFF2-40B4-BE49-F238E27FC236}">
                <a16:creationId xmlns:a16="http://schemas.microsoft.com/office/drawing/2014/main" id="{2C03D8BC-D142-4EF6-BB3B-D2E70E321F96}"/>
              </a:ext>
            </a:extLst>
          </p:cNvPr>
          <p:cNvSpPr txBox="1"/>
          <p:nvPr/>
        </p:nvSpPr>
        <p:spPr>
          <a:xfrm>
            <a:off x="9615633" y="5869406"/>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全链路</a:t>
            </a:r>
            <a:endParaRPr kumimoji="0" sz="1200" b="0" i="0" u="none" strike="noStrike" kern="0" cap="none" spc="0"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a:extLst>
              <a:ext uri="{FF2B5EF4-FFF2-40B4-BE49-F238E27FC236}">
                <a16:creationId xmlns:a16="http://schemas.microsoft.com/office/drawing/2014/main" id="{7F275158-FB22-4AA7-89E9-574BBB7BF1CF}"/>
              </a:ext>
            </a:extLst>
          </p:cNvPr>
          <p:cNvSpPr/>
          <p:nvPr/>
        </p:nvSpPr>
        <p:spPr>
          <a:xfrm>
            <a:off x="910623" y="2115039"/>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29">
            <a:extLst>
              <a:ext uri="{FF2B5EF4-FFF2-40B4-BE49-F238E27FC236}">
                <a16:creationId xmlns:a16="http://schemas.microsoft.com/office/drawing/2014/main" id="{69FF6A9E-4748-452B-9DAE-DBB84171BCE7}"/>
              </a:ext>
            </a:extLst>
          </p:cNvPr>
          <p:cNvSpPr txBox="1"/>
          <p:nvPr/>
        </p:nvSpPr>
        <p:spPr>
          <a:xfrm>
            <a:off x="1037623" y="2165132"/>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流量提效</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矩形: 圆角 88">
            <a:extLst>
              <a:ext uri="{FF2B5EF4-FFF2-40B4-BE49-F238E27FC236}">
                <a16:creationId xmlns:a16="http://schemas.microsoft.com/office/drawing/2014/main" id="{77735A6E-D0EC-41A0-9382-BC8E3E1312E4}"/>
              </a:ext>
            </a:extLst>
          </p:cNvPr>
          <p:cNvSpPr/>
          <p:nvPr/>
        </p:nvSpPr>
        <p:spPr>
          <a:xfrm>
            <a:off x="9064218" y="2115039"/>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a:extLst>
              <a:ext uri="{FF2B5EF4-FFF2-40B4-BE49-F238E27FC236}">
                <a16:creationId xmlns:a16="http://schemas.microsoft.com/office/drawing/2014/main" id="{98CBDB88-1348-4F57-8E69-A56C029F2AFF}"/>
              </a:ext>
            </a:extLst>
          </p:cNvPr>
          <p:cNvSpPr txBox="1"/>
          <p:nvPr/>
        </p:nvSpPr>
        <p:spPr>
          <a:xfrm>
            <a:off x="9191218" y="2165132"/>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经营沉淀</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 name="矩形 3">
            <a:extLst>
              <a:ext uri="{FF2B5EF4-FFF2-40B4-BE49-F238E27FC236}">
                <a16:creationId xmlns:a16="http://schemas.microsoft.com/office/drawing/2014/main" id="{1753A77D-69C1-03EE-CB5A-27316EBF74EF}"/>
              </a:ext>
            </a:extLst>
          </p:cNvPr>
          <p:cNvSpPr/>
          <p:nvPr/>
        </p:nvSpPr>
        <p:spPr>
          <a:xfrm flipH="1">
            <a:off x="3238499" y="2808637"/>
            <a:ext cx="1204523" cy="1329309"/>
          </a:xfrm>
          <a:prstGeom prst="rect">
            <a:avLst/>
          </a:prstGeom>
          <a:gradFill flip="none" rotWithShape="1">
            <a:gsLst>
              <a:gs pos="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5" name="文本框 4">
            <a:extLst>
              <a:ext uri="{FF2B5EF4-FFF2-40B4-BE49-F238E27FC236}">
                <a16:creationId xmlns:a16="http://schemas.microsoft.com/office/drawing/2014/main" id="{3DC45529-6A89-8FFC-C50B-36156846F75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4D6250B2-A5EE-8720-0091-8485AFD3A3E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24D1E392-3F3B-3432-087A-531F212E063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86530258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形状">
            <a:extLst>
              <a:ext uri="{FF2B5EF4-FFF2-40B4-BE49-F238E27FC236}">
                <a16:creationId xmlns:a16="http://schemas.microsoft.com/office/drawing/2014/main" id="{7F05415A-43F1-49EA-98E7-49E13EFDB8CA}"/>
              </a:ext>
            </a:extLst>
          </p:cNvPr>
          <p:cNvSpPr/>
          <p:nvPr/>
        </p:nvSpPr>
        <p:spPr>
          <a:xfrm rot="16200000">
            <a:off x="5715712" y="-2936359"/>
            <a:ext cx="760577" cy="1084580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15000">
                <a:schemeClr val="accent1">
                  <a:lumMod val="100000"/>
                </a:schemeClr>
              </a:gs>
              <a:gs pos="96000">
                <a:schemeClr val="accent1">
                  <a:alpha val="0"/>
                </a:schemeClr>
              </a:gs>
            </a:gsLst>
            <a:lin ang="0" scaled="0"/>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形状">
            <a:extLst>
              <a:ext uri="{FF2B5EF4-FFF2-40B4-BE49-F238E27FC236}">
                <a16:creationId xmlns:a16="http://schemas.microsoft.com/office/drawing/2014/main" id="{147B09B7-1FA6-4560-BCBF-EB26982AF2FE}"/>
              </a:ext>
            </a:extLst>
          </p:cNvPr>
          <p:cNvSpPr/>
          <p:nvPr/>
        </p:nvSpPr>
        <p:spPr>
          <a:xfrm rot="5400000" flipV="1">
            <a:off x="5715712" y="273979"/>
            <a:ext cx="760577" cy="10845800"/>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15000">
                <a:schemeClr val="accent1">
                  <a:lumMod val="100000"/>
                </a:schemeClr>
              </a:gs>
              <a:gs pos="100000">
                <a:schemeClr val="accent1">
                  <a:alpha val="0"/>
                </a:schemeClr>
              </a:gs>
            </a:gsLst>
            <a:lin ang="0" scaled="0"/>
            <a:tileRect/>
          </a:gradFill>
          <a:ln w="3175">
            <a:miter lim="400000"/>
          </a:ln>
        </p:spPr>
        <p:txBody>
          <a:bodyPr lIns="25400" tIns="25400" rIns="25400" bIns="25400" anchor="ctr"/>
          <a:lstStyle/>
          <a:p>
            <a:pPr algn="ctr" defTabSz="412750" hangingPunct="0"/>
            <a:endParaRPr sz="1600" kern="0" dirty="0">
              <a:solidFill>
                <a:srgbClr val="3C5DEB"/>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D5F55CFE-D84D-4F30-AE7E-20A1EF5DA08B}"/>
              </a:ext>
            </a:extLst>
          </p:cNvPr>
          <p:cNvSpPr/>
          <p:nvPr/>
        </p:nvSpPr>
        <p:spPr>
          <a:xfrm>
            <a:off x="4656647" y="2709507"/>
            <a:ext cx="2764406" cy="2764406"/>
          </a:xfrm>
          <a:prstGeom prst="ellipse">
            <a:avLst/>
          </a:prstGeom>
          <a:gradFill flip="none" rotWithShape="1">
            <a:gsLst>
              <a:gs pos="0">
                <a:schemeClr val="accent1">
                  <a:lumMod val="60000"/>
                  <a:lumOff val="40000"/>
                  <a:alpha val="0"/>
                </a:schemeClr>
              </a:gs>
              <a:gs pos="100000">
                <a:schemeClr val="accent1">
                  <a:lumMod val="75000"/>
                  <a:alpha val="21000"/>
                </a:schemeClr>
              </a:gs>
            </a:gsLst>
            <a:lin ang="135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6A693AD7-3798-4955-9524-3584A5693CA8}"/>
              </a:ext>
            </a:extLst>
          </p:cNvPr>
          <p:cNvSpPr/>
          <p:nvPr/>
        </p:nvSpPr>
        <p:spPr>
          <a:xfrm>
            <a:off x="4514850" y="3323360"/>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B671DFE2-0113-4839-9B31-AED28369E6E5}"/>
              </a:ext>
            </a:extLst>
          </p:cNvPr>
          <p:cNvSpPr/>
          <p:nvPr/>
        </p:nvSpPr>
        <p:spPr>
          <a:xfrm>
            <a:off x="6038850" y="3323360"/>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CC1D39D3-0263-4DFE-BC5F-BA737D874513}"/>
              </a:ext>
            </a:extLst>
          </p:cNvPr>
          <p:cNvSpPr txBox="1"/>
          <p:nvPr/>
        </p:nvSpPr>
        <p:spPr>
          <a:xfrm>
            <a:off x="4756150" y="3699763"/>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品牌现状</a:t>
            </a:r>
            <a:r>
              <a:rPr kumimoji="0" lang="zh-CN" altLang="en-US" sz="12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现状梳理</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a:extLst>
              <a:ext uri="{FF2B5EF4-FFF2-40B4-BE49-F238E27FC236}">
                <a16:creationId xmlns:a16="http://schemas.microsoft.com/office/drawing/2014/main" id="{923EA217-0CAA-41D3-8B5F-102C9B802FC6}"/>
              </a:ext>
            </a:extLst>
          </p:cNvPr>
          <p:cNvSpPr txBox="1"/>
          <p:nvPr/>
        </p:nvSpPr>
        <p:spPr>
          <a:xfrm>
            <a:off x="6261100" y="3699763"/>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a:t>
            </a:r>
            <a:r>
              <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DNA</a:t>
            </a:r>
            <a:r>
              <a:rPr kumimoji="0" lang="zh-CN" altLang="en-US"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未来预期</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BFBA8711-6B9F-4AFE-A8EE-3E911E6EC3FA}"/>
              </a:ext>
            </a:extLst>
          </p:cNvPr>
          <p:cNvSpPr/>
          <p:nvPr/>
        </p:nvSpPr>
        <p:spPr>
          <a:xfrm>
            <a:off x="4406035" y="2458895"/>
            <a:ext cx="3265630" cy="3265630"/>
          </a:xfrm>
          <a:prstGeom prst="ellipse">
            <a:avLst/>
          </a:prstGeom>
          <a:noFill/>
          <a:ln w="12700" cap="flat">
            <a:solidFill>
              <a:schemeClr val="accent1">
                <a:lumMod val="100000"/>
              </a:schemeClr>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a:extLst>
              <a:ext uri="{FF2B5EF4-FFF2-40B4-BE49-F238E27FC236}">
                <a16:creationId xmlns:a16="http://schemas.microsoft.com/office/drawing/2014/main" id="{855036F5-327F-4747-A611-51671277099A}"/>
              </a:ext>
            </a:extLst>
          </p:cNvPr>
          <p:cNvSpPr/>
          <p:nvPr/>
        </p:nvSpPr>
        <p:spPr>
          <a:xfrm>
            <a:off x="2636651"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设计">
            <a:extLst>
              <a:ext uri="{FF2B5EF4-FFF2-40B4-BE49-F238E27FC236}">
                <a16:creationId xmlns:a16="http://schemas.microsoft.com/office/drawing/2014/main" id="{654A21BC-1C40-4A01-B6C4-0A6BBD30D96A}"/>
              </a:ext>
            </a:extLst>
          </p:cNvPr>
          <p:cNvSpPr txBox="1"/>
          <p:nvPr/>
        </p:nvSpPr>
        <p:spPr>
          <a:xfrm>
            <a:off x="2790861" y="1951261"/>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内部用户</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矩形">
            <a:extLst>
              <a:ext uri="{FF2B5EF4-FFF2-40B4-BE49-F238E27FC236}">
                <a16:creationId xmlns:a16="http://schemas.microsoft.com/office/drawing/2014/main" id="{2D73A5EB-EF1B-40B6-B6DF-333C27506DA8}"/>
              </a:ext>
            </a:extLst>
          </p:cNvPr>
          <p:cNvSpPr/>
          <p:nvPr/>
        </p:nvSpPr>
        <p:spPr>
          <a:xfrm>
            <a:off x="4062040"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设计">
            <a:extLst>
              <a:ext uri="{FF2B5EF4-FFF2-40B4-BE49-F238E27FC236}">
                <a16:creationId xmlns:a16="http://schemas.microsoft.com/office/drawing/2014/main" id="{7718E140-7E2E-4956-9B49-DA314562538E}"/>
              </a:ext>
            </a:extLst>
          </p:cNvPr>
          <p:cNvSpPr txBox="1"/>
          <p:nvPr/>
        </p:nvSpPr>
        <p:spPr>
          <a:xfrm>
            <a:off x="4216250" y="1951261"/>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外部用户</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7" name="矩形">
            <a:extLst>
              <a:ext uri="{FF2B5EF4-FFF2-40B4-BE49-F238E27FC236}">
                <a16:creationId xmlns:a16="http://schemas.microsoft.com/office/drawing/2014/main" id="{5F587A8C-4CD5-4CC6-B298-F12E791913A7}"/>
              </a:ext>
            </a:extLst>
          </p:cNvPr>
          <p:cNvSpPr/>
          <p:nvPr/>
        </p:nvSpPr>
        <p:spPr>
          <a:xfrm>
            <a:off x="5487429"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设计">
            <a:extLst>
              <a:ext uri="{FF2B5EF4-FFF2-40B4-BE49-F238E27FC236}">
                <a16:creationId xmlns:a16="http://schemas.microsoft.com/office/drawing/2014/main" id="{65CDF984-B759-4D5C-B806-ADB63F6F3C06}"/>
              </a:ext>
            </a:extLst>
          </p:cNvPr>
          <p:cNvSpPr txBox="1"/>
          <p:nvPr/>
        </p:nvSpPr>
        <p:spPr>
          <a:xfrm>
            <a:off x="5641639" y="1951261"/>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业务梳理</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9" name="矩形">
            <a:extLst>
              <a:ext uri="{FF2B5EF4-FFF2-40B4-BE49-F238E27FC236}">
                <a16:creationId xmlns:a16="http://schemas.microsoft.com/office/drawing/2014/main" id="{7CA4D4EF-1540-4CAB-A3E1-359428E1736A}"/>
              </a:ext>
            </a:extLst>
          </p:cNvPr>
          <p:cNvSpPr/>
          <p:nvPr/>
        </p:nvSpPr>
        <p:spPr>
          <a:xfrm>
            <a:off x="6953840"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设计">
            <a:extLst>
              <a:ext uri="{FF2B5EF4-FFF2-40B4-BE49-F238E27FC236}">
                <a16:creationId xmlns:a16="http://schemas.microsoft.com/office/drawing/2014/main" id="{8B7915CA-BB4B-4CAB-BCA7-F0517CA892D0}"/>
              </a:ext>
            </a:extLst>
          </p:cNvPr>
          <p:cNvSpPr txBox="1"/>
          <p:nvPr/>
        </p:nvSpPr>
        <p:spPr>
          <a:xfrm>
            <a:off x="7108050" y="1951261"/>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行业趋势</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矩形">
            <a:extLst>
              <a:ext uri="{FF2B5EF4-FFF2-40B4-BE49-F238E27FC236}">
                <a16:creationId xmlns:a16="http://schemas.microsoft.com/office/drawing/2014/main" id="{F9FB9537-7E54-4DFC-AC08-BD8DE4B07349}"/>
              </a:ext>
            </a:extLst>
          </p:cNvPr>
          <p:cNvSpPr/>
          <p:nvPr/>
        </p:nvSpPr>
        <p:spPr>
          <a:xfrm>
            <a:off x="8420251" y="1837011"/>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设计">
            <a:extLst>
              <a:ext uri="{FF2B5EF4-FFF2-40B4-BE49-F238E27FC236}">
                <a16:creationId xmlns:a16="http://schemas.microsoft.com/office/drawing/2014/main" id="{1DFAE1A0-2C01-4825-98AD-170E9B6CBBF8}"/>
              </a:ext>
            </a:extLst>
          </p:cNvPr>
          <p:cNvSpPr txBox="1"/>
          <p:nvPr/>
        </p:nvSpPr>
        <p:spPr>
          <a:xfrm>
            <a:off x="8574461" y="1951261"/>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竞品分析</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5" name="矩形">
            <a:extLst>
              <a:ext uri="{FF2B5EF4-FFF2-40B4-BE49-F238E27FC236}">
                <a16:creationId xmlns:a16="http://schemas.microsoft.com/office/drawing/2014/main" id="{517858EF-0736-4CEA-A472-A92F5099A6C9}"/>
              </a:ext>
            </a:extLst>
          </p:cNvPr>
          <p:cNvSpPr/>
          <p:nvPr/>
        </p:nvSpPr>
        <p:spPr>
          <a:xfrm>
            <a:off x="2636651" y="588645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设计">
            <a:extLst>
              <a:ext uri="{FF2B5EF4-FFF2-40B4-BE49-F238E27FC236}">
                <a16:creationId xmlns:a16="http://schemas.microsoft.com/office/drawing/2014/main" id="{09E6B652-31F6-41A8-B4ED-8560F29CB3E4}"/>
              </a:ext>
            </a:extLst>
          </p:cNvPr>
          <p:cNvSpPr txBox="1"/>
          <p:nvPr/>
        </p:nvSpPr>
        <p:spPr>
          <a:xfrm>
            <a:off x="2790861" y="6000700"/>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继承品牌资产</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a:extLst>
              <a:ext uri="{FF2B5EF4-FFF2-40B4-BE49-F238E27FC236}">
                <a16:creationId xmlns:a16="http://schemas.microsoft.com/office/drawing/2014/main" id="{9EEFF74F-D420-403C-B613-28FC82141C30}"/>
              </a:ext>
            </a:extLst>
          </p:cNvPr>
          <p:cNvSpPr/>
          <p:nvPr/>
        </p:nvSpPr>
        <p:spPr>
          <a:xfrm>
            <a:off x="5487429" y="588645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设计">
            <a:extLst>
              <a:ext uri="{FF2B5EF4-FFF2-40B4-BE49-F238E27FC236}">
                <a16:creationId xmlns:a16="http://schemas.microsoft.com/office/drawing/2014/main" id="{ACF9BCCF-2124-4D8C-97A1-7EB6905C5D9A}"/>
              </a:ext>
            </a:extLst>
          </p:cNvPr>
          <p:cNvSpPr txBox="1"/>
          <p:nvPr/>
        </p:nvSpPr>
        <p:spPr>
          <a:xfrm>
            <a:off x="5641639" y="6000700"/>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优化阶段问题</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矩形">
            <a:extLst>
              <a:ext uri="{FF2B5EF4-FFF2-40B4-BE49-F238E27FC236}">
                <a16:creationId xmlns:a16="http://schemas.microsoft.com/office/drawing/2014/main" id="{7D778002-ABDE-42C8-8F04-09FCB9F5C01F}"/>
              </a:ext>
            </a:extLst>
          </p:cNvPr>
          <p:cNvSpPr/>
          <p:nvPr/>
        </p:nvSpPr>
        <p:spPr>
          <a:xfrm>
            <a:off x="8420251" y="588645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设计">
            <a:extLst>
              <a:ext uri="{FF2B5EF4-FFF2-40B4-BE49-F238E27FC236}">
                <a16:creationId xmlns:a16="http://schemas.microsoft.com/office/drawing/2014/main" id="{F8F2DFDB-1B5F-4C73-9755-F298EFA9EE83}"/>
              </a:ext>
            </a:extLst>
          </p:cNvPr>
          <p:cNvSpPr txBox="1"/>
          <p:nvPr/>
        </p:nvSpPr>
        <p:spPr>
          <a:xfrm>
            <a:off x="8574461" y="6000700"/>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激活品牌活力</a:t>
            </a:r>
            <a:endParaRPr kumimoji="0" sz="1200" b="0" i="0" u="none" strike="noStrike" kern="0" cap="none" spc="0" normalizeH="0" baseline="0" noProof="0" dirty="0">
              <a:ln>
                <a:noFill/>
              </a:ln>
              <a:solidFill>
                <a:schemeClr val="dk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5" name="组合 14">
            <a:extLst>
              <a:ext uri="{FF2B5EF4-FFF2-40B4-BE49-F238E27FC236}">
                <a16:creationId xmlns:a16="http://schemas.microsoft.com/office/drawing/2014/main" id="{D0681F89-A375-4665-9FB1-76D9E85CAE81}"/>
              </a:ext>
            </a:extLst>
          </p:cNvPr>
          <p:cNvGrpSpPr/>
          <p:nvPr/>
        </p:nvGrpSpPr>
        <p:grpSpPr>
          <a:xfrm>
            <a:off x="7510708" y="3436690"/>
            <a:ext cx="990851" cy="1303075"/>
            <a:chOff x="7656968" y="4451326"/>
            <a:chExt cx="990851" cy="1303075"/>
          </a:xfrm>
        </p:grpSpPr>
        <p:sp>
          <p:nvSpPr>
            <p:cNvPr id="37" name="连接线">
              <a:extLst>
                <a:ext uri="{FF2B5EF4-FFF2-40B4-BE49-F238E27FC236}">
                  <a16:creationId xmlns:a16="http://schemas.microsoft.com/office/drawing/2014/main" id="{4D455542-B53F-4E57-9E2B-270A683A1AD7}"/>
                </a:ext>
              </a:extLst>
            </p:cNvPr>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连接线">
              <a:extLst>
                <a:ext uri="{FF2B5EF4-FFF2-40B4-BE49-F238E27FC236}">
                  <a16:creationId xmlns:a16="http://schemas.microsoft.com/office/drawing/2014/main" id="{C150B158-F833-47F9-BEAD-7B7A0CCD04EC}"/>
                </a:ext>
              </a:extLst>
            </p:cNvPr>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线条">
              <a:extLst>
                <a:ext uri="{FF2B5EF4-FFF2-40B4-BE49-F238E27FC236}">
                  <a16:creationId xmlns:a16="http://schemas.microsoft.com/office/drawing/2014/main" id="{0F089E6D-26EB-42B7-AA0F-DCC48D962F0F}"/>
                </a:ext>
              </a:extLst>
            </p:cNvPr>
            <p:cNvSpPr/>
            <p:nvPr/>
          </p:nvSpPr>
          <p:spPr>
            <a:xfrm>
              <a:off x="7656968" y="5102864"/>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42" name="组合 41">
            <a:extLst>
              <a:ext uri="{FF2B5EF4-FFF2-40B4-BE49-F238E27FC236}">
                <a16:creationId xmlns:a16="http://schemas.microsoft.com/office/drawing/2014/main" id="{F499F10D-4C84-4464-B732-B9C8D3590F3C}"/>
              </a:ext>
            </a:extLst>
          </p:cNvPr>
          <p:cNvGrpSpPr/>
          <p:nvPr/>
        </p:nvGrpSpPr>
        <p:grpSpPr>
          <a:xfrm flipH="1">
            <a:off x="3594897" y="3436690"/>
            <a:ext cx="990851" cy="1303075"/>
            <a:chOff x="7656968" y="4451326"/>
            <a:chExt cx="990851" cy="1303075"/>
          </a:xfrm>
        </p:grpSpPr>
        <p:sp>
          <p:nvSpPr>
            <p:cNvPr id="45" name="连接线">
              <a:extLst>
                <a:ext uri="{FF2B5EF4-FFF2-40B4-BE49-F238E27FC236}">
                  <a16:creationId xmlns:a16="http://schemas.microsoft.com/office/drawing/2014/main" id="{F5DF83FD-5EAE-46AA-906E-14C5ADAD5799}"/>
                </a:ext>
              </a:extLst>
            </p:cNvPr>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连接线">
              <a:extLst>
                <a:ext uri="{FF2B5EF4-FFF2-40B4-BE49-F238E27FC236}">
                  <a16:creationId xmlns:a16="http://schemas.microsoft.com/office/drawing/2014/main" id="{DB122458-8326-42CB-8B04-7ED8A5522D02}"/>
                </a:ext>
              </a:extLst>
            </p:cNvPr>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线条">
              <a:extLst>
                <a:ext uri="{FF2B5EF4-FFF2-40B4-BE49-F238E27FC236}">
                  <a16:creationId xmlns:a16="http://schemas.microsoft.com/office/drawing/2014/main" id="{E048CA14-CD5C-40D8-9D5B-93477ECCE5FC}"/>
                </a:ext>
              </a:extLst>
            </p:cNvPr>
            <p:cNvSpPr/>
            <p:nvPr/>
          </p:nvSpPr>
          <p:spPr>
            <a:xfrm>
              <a:off x="7656968" y="5102864"/>
              <a:ext cx="990851" cy="0"/>
            </a:xfrm>
            <a:prstGeom prst="line">
              <a:avLst/>
            </a:prstGeom>
            <a:ln w="12700">
              <a:solidFill>
                <a:schemeClr val="accent1"/>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8" name="矩形: 圆角 47">
            <a:extLst>
              <a:ext uri="{FF2B5EF4-FFF2-40B4-BE49-F238E27FC236}">
                <a16:creationId xmlns:a16="http://schemas.microsoft.com/office/drawing/2014/main" id="{A1280079-5335-41EC-98F9-E01C0BAD5315}"/>
              </a:ext>
            </a:extLst>
          </p:cNvPr>
          <p:cNvSpPr/>
          <p:nvPr/>
        </p:nvSpPr>
        <p:spPr>
          <a:xfrm>
            <a:off x="8523779" y="3247690"/>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Object29">
            <a:extLst>
              <a:ext uri="{FF2B5EF4-FFF2-40B4-BE49-F238E27FC236}">
                <a16:creationId xmlns:a16="http://schemas.microsoft.com/office/drawing/2014/main" id="{FEB7DE35-87DF-49A6-A5DA-3ED758C51A30}"/>
              </a:ext>
            </a:extLst>
          </p:cNvPr>
          <p:cNvSpPr txBox="1"/>
          <p:nvPr/>
        </p:nvSpPr>
        <p:spPr>
          <a:xfrm>
            <a:off x="8603513" y="3340997"/>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使命愿景</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616DE5E1-41BD-49BA-99A1-39330E85994E}"/>
              </a:ext>
            </a:extLst>
          </p:cNvPr>
          <p:cNvSpPr/>
          <p:nvPr/>
        </p:nvSpPr>
        <p:spPr>
          <a:xfrm>
            <a:off x="8523779" y="3899228"/>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Object29">
            <a:extLst>
              <a:ext uri="{FF2B5EF4-FFF2-40B4-BE49-F238E27FC236}">
                <a16:creationId xmlns:a16="http://schemas.microsoft.com/office/drawing/2014/main" id="{FDFFCA20-DA0F-4741-8135-7C25E3D05AE6}"/>
              </a:ext>
            </a:extLst>
          </p:cNvPr>
          <p:cNvSpPr txBox="1"/>
          <p:nvPr/>
        </p:nvSpPr>
        <p:spPr>
          <a:xfrm>
            <a:off x="8603513" y="3992535"/>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核心价值</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矩形: 圆角 51">
            <a:extLst>
              <a:ext uri="{FF2B5EF4-FFF2-40B4-BE49-F238E27FC236}">
                <a16:creationId xmlns:a16="http://schemas.microsoft.com/office/drawing/2014/main" id="{7609478C-DC4D-4838-97F3-BCFF192AB7C0}"/>
              </a:ext>
            </a:extLst>
          </p:cNvPr>
          <p:cNvSpPr/>
          <p:nvPr/>
        </p:nvSpPr>
        <p:spPr>
          <a:xfrm>
            <a:off x="8523779" y="455049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Object29">
            <a:extLst>
              <a:ext uri="{FF2B5EF4-FFF2-40B4-BE49-F238E27FC236}">
                <a16:creationId xmlns:a16="http://schemas.microsoft.com/office/drawing/2014/main" id="{501AE270-D629-4107-BBF1-0A3A81E21D9E}"/>
              </a:ext>
            </a:extLst>
          </p:cNvPr>
          <p:cNvSpPr txBox="1"/>
          <p:nvPr/>
        </p:nvSpPr>
        <p:spPr>
          <a:xfrm>
            <a:off x="8603513" y="4643800"/>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品牌特征</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矩形: 圆角 53">
            <a:extLst>
              <a:ext uri="{FF2B5EF4-FFF2-40B4-BE49-F238E27FC236}">
                <a16:creationId xmlns:a16="http://schemas.microsoft.com/office/drawing/2014/main" id="{54F833AF-3C93-41F7-ADC0-3FBCF5B02BC2}"/>
              </a:ext>
            </a:extLst>
          </p:cNvPr>
          <p:cNvSpPr/>
          <p:nvPr/>
        </p:nvSpPr>
        <p:spPr>
          <a:xfrm>
            <a:off x="2486141" y="3247690"/>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29">
            <a:extLst>
              <a:ext uri="{FF2B5EF4-FFF2-40B4-BE49-F238E27FC236}">
                <a16:creationId xmlns:a16="http://schemas.microsoft.com/office/drawing/2014/main" id="{3E314DED-E881-44AC-999E-B79ED7B090F8}"/>
              </a:ext>
            </a:extLst>
          </p:cNvPr>
          <p:cNvSpPr txBox="1"/>
          <p:nvPr/>
        </p:nvSpPr>
        <p:spPr>
          <a:xfrm>
            <a:off x="2565875" y="3340997"/>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视觉层面</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矩形: 圆角 55">
            <a:extLst>
              <a:ext uri="{FF2B5EF4-FFF2-40B4-BE49-F238E27FC236}">
                <a16:creationId xmlns:a16="http://schemas.microsoft.com/office/drawing/2014/main" id="{1FB48B3B-FAD0-433F-939C-1D2C71601A42}"/>
              </a:ext>
            </a:extLst>
          </p:cNvPr>
          <p:cNvSpPr/>
          <p:nvPr/>
        </p:nvSpPr>
        <p:spPr>
          <a:xfrm>
            <a:off x="2486141" y="3899228"/>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Object29">
            <a:extLst>
              <a:ext uri="{FF2B5EF4-FFF2-40B4-BE49-F238E27FC236}">
                <a16:creationId xmlns:a16="http://schemas.microsoft.com/office/drawing/2014/main" id="{2F15197D-9C5F-4E2D-86BB-DB0A082F5DFF}"/>
              </a:ext>
            </a:extLst>
          </p:cNvPr>
          <p:cNvSpPr txBox="1"/>
          <p:nvPr/>
        </p:nvSpPr>
        <p:spPr>
          <a:xfrm>
            <a:off x="2565875" y="3992535"/>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传播层面</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8" name="矩形: 圆角 57">
            <a:extLst>
              <a:ext uri="{FF2B5EF4-FFF2-40B4-BE49-F238E27FC236}">
                <a16:creationId xmlns:a16="http://schemas.microsoft.com/office/drawing/2014/main" id="{2848A1DE-D5DC-4F66-B078-D5D45526B117}"/>
              </a:ext>
            </a:extLst>
          </p:cNvPr>
          <p:cNvSpPr/>
          <p:nvPr/>
        </p:nvSpPr>
        <p:spPr>
          <a:xfrm>
            <a:off x="2486141" y="455049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Object29">
            <a:extLst>
              <a:ext uri="{FF2B5EF4-FFF2-40B4-BE49-F238E27FC236}">
                <a16:creationId xmlns:a16="http://schemas.microsoft.com/office/drawing/2014/main" id="{2BEBF652-8F98-4DDA-923F-59E2D305ED6E}"/>
              </a:ext>
            </a:extLst>
          </p:cNvPr>
          <p:cNvSpPr txBox="1"/>
          <p:nvPr/>
        </p:nvSpPr>
        <p:spPr>
          <a:xfrm>
            <a:off x="2565875" y="4643800"/>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用户心智</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0" name="矩形: 圆角 59">
            <a:extLst>
              <a:ext uri="{FF2B5EF4-FFF2-40B4-BE49-F238E27FC236}">
                <a16:creationId xmlns:a16="http://schemas.microsoft.com/office/drawing/2014/main" id="{478BE6F1-4F9D-44FB-B092-7BCE1C3642EC}"/>
              </a:ext>
            </a:extLst>
          </p:cNvPr>
          <p:cNvSpPr/>
          <p:nvPr/>
        </p:nvSpPr>
        <p:spPr>
          <a:xfrm>
            <a:off x="660400" y="2969417"/>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Object32">
            <a:extLst>
              <a:ext uri="{FF2B5EF4-FFF2-40B4-BE49-F238E27FC236}">
                <a16:creationId xmlns:a16="http://schemas.microsoft.com/office/drawing/2014/main" id="{1D53C418-95D9-4B3F-B350-1194A6D545CB}"/>
              </a:ext>
            </a:extLst>
          </p:cNvPr>
          <p:cNvSpPr txBox="1"/>
          <p:nvPr/>
        </p:nvSpPr>
        <p:spPr>
          <a:xfrm>
            <a:off x="849535" y="3022156"/>
            <a:ext cx="1417897" cy="5724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LOGO</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形式与时代脱节</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滞后于主流审美</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视觉心智待强化</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a:extLst>
              <a:ext uri="{FF2B5EF4-FFF2-40B4-BE49-F238E27FC236}">
                <a16:creationId xmlns:a16="http://schemas.microsoft.com/office/drawing/2014/main" id="{9956DB3B-48F2-416E-933F-1E68BECA854C}"/>
              </a:ext>
            </a:extLst>
          </p:cNvPr>
          <p:cNvSpPr/>
          <p:nvPr/>
        </p:nvSpPr>
        <p:spPr>
          <a:xfrm>
            <a:off x="660400" y="3758219"/>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32">
            <a:extLst>
              <a:ext uri="{FF2B5EF4-FFF2-40B4-BE49-F238E27FC236}">
                <a16:creationId xmlns:a16="http://schemas.microsoft.com/office/drawing/2014/main" id="{AA28AC51-CB5A-40E3-AA36-34640224BDDB}"/>
              </a:ext>
            </a:extLst>
          </p:cNvPr>
          <p:cNvSpPr txBox="1"/>
          <p:nvPr/>
        </p:nvSpPr>
        <p:spPr>
          <a:xfrm>
            <a:off x="849535" y="3810958"/>
            <a:ext cx="1417897" cy="5724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业务发展不同步</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品牌体系待完善</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传播策略待加强</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a:extLst>
              <a:ext uri="{FF2B5EF4-FFF2-40B4-BE49-F238E27FC236}">
                <a16:creationId xmlns:a16="http://schemas.microsoft.com/office/drawing/2014/main" id="{82DB94F3-3E24-494E-B292-F346FFD70E5B}"/>
              </a:ext>
            </a:extLst>
          </p:cNvPr>
          <p:cNvSpPr/>
          <p:nvPr/>
        </p:nvSpPr>
        <p:spPr>
          <a:xfrm>
            <a:off x="660400" y="4550493"/>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Object32">
            <a:extLst>
              <a:ext uri="{FF2B5EF4-FFF2-40B4-BE49-F238E27FC236}">
                <a16:creationId xmlns:a16="http://schemas.microsoft.com/office/drawing/2014/main" id="{F6892722-3A6E-411D-B67F-3CAEEFE044AD}"/>
              </a:ext>
            </a:extLst>
          </p:cNvPr>
          <p:cNvSpPr txBox="1"/>
          <p:nvPr/>
        </p:nvSpPr>
        <p:spPr>
          <a:xfrm>
            <a:off x="849535" y="4603232"/>
            <a:ext cx="1417897" cy="5724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工具属性明显</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缺少应有活力</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品牌层级待梳理</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a:extLst>
              <a:ext uri="{FF2B5EF4-FFF2-40B4-BE49-F238E27FC236}">
                <a16:creationId xmlns:a16="http://schemas.microsoft.com/office/drawing/2014/main" id="{039EC0FC-EAAB-4E53-8C76-9BEFDAC0D81D}"/>
              </a:ext>
            </a:extLst>
          </p:cNvPr>
          <p:cNvSpPr/>
          <p:nvPr/>
        </p:nvSpPr>
        <p:spPr>
          <a:xfrm>
            <a:off x="9820255" y="2969417"/>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Object32">
            <a:extLst>
              <a:ext uri="{FF2B5EF4-FFF2-40B4-BE49-F238E27FC236}">
                <a16:creationId xmlns:a16="http://schemas.microsoft.com/office/drawing/2014/main" id="{407F304C-F4FE-4BBA-8662-9BB55234AEEA}"/>
              </a:ext>
            </a:extLst>
          </p:cNvPr>
          <p:cNvSpPr txBox="1"/>
          <p:nvPr/>
        </p:nvSpPr>
        <p:spPr>
          <a:xfrm>
            <a:off x="9959717" y="3127826"/>
            <a:ext cx="1417897" cy="36112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连线真实世界</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让雏形更美好</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a:extLst>
              <a:ext uri="{FF2B5EF4-FFF2-40B4-BE49-F238E27FC236}">
                <a16:creationId xmlns:a16="http://schemas.microsoft.com/office/drawing/2014/main" id="{9E2B6A79-4B1D-4A65-9F4E-4A84FD4C04C2}"/>
              </a:ext>
            </a:extLst>
          </p:cNvPr>
          <p:cNvSpPr/>
          <p:nvPr/>
        </p:nvSpPr>
        <p:spPr>
          <a:xfrm>
            <a:off x="9820255" y="3758219"/>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32">
            <a:extLst>
              <a:ext uri="{FF2B5EF4-FFF2-40B4-BE49-F238E27FC236}">
                <a16:creationId xmlns:a16="http://schemas.microsoft.com/office/drawing/2014/main" id="{ABE967A9-710D-4CBF-99E7-609A64022098}"/>
              </a:ext>
            </a:extLst>
          </p:cNvPr>
          <p:cNvSpPr txBox="1"/>
          <p:nvPr/>
        </p:nvSpPr>
        <p:spPr>
          <a:xfrm>
            <a:off x="9959717" y="3916628"/>
            <a:ext cx="1417897" cy="36112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为客户提供专业的出行</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与位置服务</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a:extLst>
              <a:ext uri="{FF2B5EF4-FFF2-40B4-BE49-F238E27FC236}">
                <a16:creationId xmlns:a16="http://schemas.microsoft.com/office/drawing/2014/main" id="{6A9C3C83-629B-4B5A-9493-B425A12EC1C0}"/>
              </a:ext>
            </a:extLst>
          </p:cNvPr>
          <p:cNvSpPr/>
          <p:nvPr/>
        </p:nvSpPr>
        <p:spPr>
          <a:xfrm>
            <a:off x="9820255" y="4550493"/>
            <a:ext cx="1700435" cy="67794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32">
            <a:extLst>
              <a:ext uri="{FF2B5EF4-FFF2-40B4-BE49-F238E27FC236}">
                <a16:creationId xmlns:a16="http://schemas.microsoft.com/office/drawing/2014/main" id="{89884316-7049-4EA9-80E7-AF48D04F2FCC}"/>
              </a:ext>
            </a:extLst>
          </p:cNvPr>
          <p:cNvSpPr txBox="1"/>
          <p:nvPr/>
        </p:nvSpPr>
        <p:spPr>
          <a:xfrm>
            <a:off x="9959717" y="4814572"/>
            <a:ext cx="1417897"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生活化、活力</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 name="组合 1">
            <a:extLst>
              <a:ext uri="{FF2B5EF4-FFF2-40B4-BE49-F238E27FC236}">
                <a16:creationId xmlns:a16="http://schemas.microsoft.com/office/drawing/2014/main" id="{874A805F-6558-C2BE-911A-687654D70CB3}"/>
              </a:ext>
            </a:extLst>
          </p:cNvPr>
          <p:cNvGrpSpPr/>
          <p:nvPr/>
        </p:nvGrpSpPr>
        <p:grpSpPr>
          <a:xfrm>
            <a:off x="762033" y="3196307"/>
            <a:ext cx="380036" cy="380036"/>
            <a:chOff x="1165523" y="-209359"/>
            <a:chExt cx="618176" cy="618176"/>
          </a:xfrm>
          <a:effectLst/>
        </p:grpSpPr>
        <p:sp>
          <p:nvSpPr>
            <p:cNvPr id="3" name="椭圆 2">
              <a:extLst>
                <a:ext uri="{FF2B5EF4-FFF2-40B4-BE49-F238E27FC236}">
                  <a16:creationId xmlns:a16="http://schemas.microsoft.com/office/drawing/2014/main" id="{B5721A0B-808C-F025-D419-FA6EB00AE70B}"/>
                </a:ext>
              </a:extLst>
            </p:cNvPr>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 name="图形 2">
              <a:extLst>
                <a:ext uri="{FF2B5EF4-FFF2-40B4-BE49-F238E27FC236}">
                  <a16:creationId xmlns:a16="http://schemas.microsoft.com/office/drawing/2014/main" id="{5FBDC2AB-4672-9FD7-87EB-B897DFAEB51D}"/>
                </a:ext>
              </a:extLst>
            </p:cNvPr>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5" name="任意多边形: 形状 4">
                <a:extLst>
                  <a:ext uri="{FF2B5EF4-FFF2-40B4-BE49-F238E27FC236}">
                    <a16:creationId xmlns:a16="http://schemas.microsoft.com/office/drawing/2014/main" id="{85E0A112-1E9B-340B-C68B-33C8CDB9CFA4}"/>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a:extLst>
                  <a:ext uri="{FF2B5EF4-FFF2-40B4-BE49-F238E27FC236}">
                    <a16:creationId xmlns:a16="http://schemas.microsoft.com/office/drawing/2014/main" id="{72568E99-07D8-1A54-F369-1A648FC3A857}"/>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7" name="任意多边形: 形状 6">
                <a:extLst>
                  <a:ext uri="{FF2B5EF4-FFF2-40B4-BE49-F238E27FC236}">
                    <a16:creationId xmlns:a16="http://schemas.microsoft.com/office/drawing/2014/main" id="{5A0A9978-E1F2-2866-4B20-057BDEA15870}"/>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8" name="图形 2">
                <a:extLst>
                  <a:ext uri="{FF2B5EF4-FFF2-40B4-BE49-F238E27FC236}">
                    <a16:creationId xmlns:a16="http://schemas.microsoft.com/office/drawing/2014/main" id="{B289507F-F0A7-9838-2C7C-B3250D584F99}"/>
                  </a:ext>
                </a:extLst>
              </p:cNvPr>
              <p:cNvGrpSpPr/>
              <p:nvPr/>
            </p:nvGrpSpPr>
            <p:grpSpPr>
              <a:xfrm>
                <a:off x="3318475" y="356830"/>
                <a:ext cx="411548" cy="147447"/>
                <a:chOff x="3318475" y="356830"/>
                <a:chExt cx="411548" cy="147447"/>
              </a:xfrm>
              <a:grpFill/>
            </p:grpSpPr>
            <p:sp>
              <p:nvSpPr>
                <p:cNvPr id="9" name="任意多边形: 形状 8">
                  <a:extLst>
                    <a:ext uri="{FF2B5EF4-FFF2-40B4-BE49-F238E27FC236}">
                      <a16:creationId xmlns:a16="http://schemas.microsoft.com/office/drawing/2014/main" id="{988D0BE9-6BE3-FC48-B9C8-71CD0A131DE5}"/>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6" name="任意多边形: 形状 15">
                  <a:extLst>
                    <a:ext uri="{FF2B5EF4-FFF2-40B4-BE49-F238E27FC236}">
                      <a16:creationId xmlns:a16="http://schemas.microsoft.com/office/drawing/2014/main" id="{89C1F78E-D243-960D-0D80-BC6A0594B244}"/>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17" name="组合 16">
            <a:extLst>
              <a:ext uri="{FF2B5EF4-FFF2-40B4-BE49-F238E27FC236}">
                <a16:creationId xmlns:a16="http://schemas.microsoft.com/office/drawing/2014/main" id="{6DCE1636-4C9A-4DCE-5D2F-4721D6E640D2}"/>
              </a:ext>
            </a:extLst>
          </p:cNvPr>
          <p:cNvGrpSpPr/>
          <p:nvPr/>
        </p:nvGrpSpPr>
        <p:grpSpPr>
          <a:xfrm>
            <a:off x="762033" y="3988877"/>
            <a:ext cx="380036" cy="380036"/>
            <a:chOff x="4688995" y="-209359"/>
            <a:chExt cx="618176" cy="618176"/>
          </a:xfrm>
          <a:effectLst/>
        </p:grpSpPr>
        <p:sp>
          <p:nvSpPr>
            <p:cNvPr id="18" name="椭圆 17">
              <a:extLst>
                <a:ext uri="{FF2B5EF4-FFF2-40B4-BE49-F238E27FC236}">
                  <a16:creationId xmlns:a16="http://schemas.microsoft.com/office/drawing/2014/main" id="{77D2A5A2-539B-FB4A-F6F5-9139B1E441B7}"/>
                </a:ext>
              </a:extLst>
            </p:cNvPr>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9" name="图形 2">
              <a:extLst>
                <a:ext uri="{FF2B5EF4-FFF2-40B4-BE49-F238E27FC236}">
                  <a16:creationId xmlns:a16="http://schemas.microsoft.com/office/drawing/2014/main" id="{42F8B3E0-464B-B6F8-5D53-B45636238C21}"/>
                </a:ext>
              </a:extLst>
            </p:cNvPr>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20" name="图形 2">
                <a:extLst>
                  <a:ext uri="{FF2B5EF4-FFF2-40B4-BE49-F238E27FC236}">
                    <a16:creationId xmlns:a16="http://schemas.microsoft.com/office/drawing/2014/main" id="{D58A4FFC-815C-FA14-D0BE-F350832F2A54}"/>
                  </a:ext>
                </a:extLst>
              </p:cNvPr>
              <p:cNvGrpSpPr/>
              <p:nvPr/>
            </p:nvGrpSpPr>
            <p:grpSpPr>
              <a:xfrm>
                <a:off x="8040885" y="2227778"/>
                <a:ext cx="850117" cy="687943"/>
                <a:chOff x="8040885" y="2227778"/>
                <a:chExt cx="850117" cy="687943"/>
              </a:xfrm>
              <a:grpFill/>
            </p:grpSpPr>
            <p:sp>
              <p:nvSpPr>
                <p:cNvPr id="72" name="任意多边形: 形状 71">
                  <a:extLst>
                    <a:ext uri="{FF2B5EF4-FFF2-40B4-BE49-F238E27FC236}">
                      <a16:creationId xmlns:a16="http://schemas.microsoft.com/office/drawing/2014/main" id="{D8283DF6-F206-5635-17E3-0DA0156FCF7E}"/>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3" name="图形 2">
                  <a:extLst>
                    <a:ext uri="{FF2B5EF4-FFF2-40B4-BE49-F238E27FC236}">
                      <a16:creationId xmlns:a16="http://schemas.microsoft.com/office/drawing/2014/main" id="{F3B665D3-2A40-6353-85C8-4F1A9C717DCD}"/>
                    </a:ext>
                  </a:extLst>
                </p:cNvPr>
                <p:cNvGrpSpPr/>
                <p:nvPr/>
              </p:nvGrpSpPr>
              <p:grpSpPr>
                <a:xfrm>
                  <a:off x="8058228" y="2720817"/>
                  <a:ext cx="815424" cy="87465"/>
                  <a:chOff x="8058228" y="2720817"/>
                  <a:chExt cx="815424" cy="87465"/>
                </a:xfrm>
                <a:grpFill/>
              </p:grpSpPr>
              <p:sp>
                <p:nvSpPr>
                  <p:cNvPr id="78" name="任意多边形: 形状 77">
                    <a:extLst>
                      <a:ext uri="{FF2B5EF4-FFF2-40B4-BE49-F238E27FC236}">
                        <a16:creationId xmlns:a16="http://schemas.microsoft.com/office/drawing/2014/main" id="{B5937E69-3654-FED2-C689-E6FD0E2E090C}"/>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9" name="任意多边形: 形状 78">
                    <a:extLst>
                      <a:ext uri="{FF2B5EF4-FFF2-40B4-BE49-F238E27FC236}">
                        <a16:creationId xmlns:a16="http://schemas.microsoft.com/office/drawing/2014/main" id="{84143D36-AA77-E996-B0DA-5776B1A71115}"/>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74" name="图形 2">
                  <a:extLst>
                    <a:ext uri="{FF2B5EF4-FFF2-40B4-BE49-F238E27FC236}">
                      <a16:creationId xmlns:a16="http://schemas.microsoft.com/office/drawing/2014/main" id="{6968B328-6424-7DE0-4983-2017993787F2}"/>
                    </a:ext>
                  </a:extLst>
                </p:cNvPr>
                <p:cNvGrpSpPr/>
                <p:nvPr/>
              </p:nvGrpSpPr>
              <p:grpSpPr>
                <a:xfrm>
                  <a:off x="8375359" y="2800112"/>
                  <a:ext cx="181153" cy="98266"/>
                  <a:chOff x="8375359" y="2800112"/>
                  <a:chExt cx="181153" cy="98266"/>
                </a:xfrm>
                <a:grpFill/>
              </p:grpSpPr>
              <p:sp>
                <p:nvSpPr>
                  <p:cNvPr id="76" name="任意多边形: 形状 75">
                    <a:extLst>
                      <a:ext uri="{FF2B5EF4-FFF2-40B4-BE49-F238E27FC236}">
                        <a16:creationId xmlns:a16="http://schemas.microsoft.com/office/drawing/2014/main" id="{A149BC12-6948-02F3-D532-EBDF9531C2E8}"/>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58681F73-893C-AF38-51F3-890B4E3B427D}"/>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75" name="任意多边形: 形状 74">
                  <a:extLst>
                    <a:ext uri="{FF2B5EF4-FFF2-40B4-BE49-F238E27FC236}">
                      <a16:creationId xmlns:a16="http://schemas.microsoft.com/office/drawing/2014/main" id="{6CA56E0A-57B5-1E69-594A-78D173A381A2}"/>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4" name="任意多边形: 形状 33">
                <a:extLst>
                  <a:ext uri="{FF2B5EF4-FFF2-40B4-BE49-F238E27FC236}">
                    <a16:creationId xmlns:a16="http://schemas.microsoft.com/office/drawing/2014/main" id="{D39B58CC-E0DA-F28A-9406-00FAA284E4E8}"/>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80" name="组合 79">
            <a:extLst>
              <a:ext uri="{FF2B5EF4-FFF2-40B4-BE49-F238E27FC236}">
                <a16:creationId xmlns:a16="http://schemas.microsoft.com/office/drawing/2014/main" id="{66C86175-DDBE-8954-3EE9-66B9AACDAF11}"/>
              </a:ext>
            </a:extLst>
          </p:cNvPr>
          <p:cNvGrpSpPr/>
          <p:nvPr/>
        </p:nvGrpSpPr>
        <p:grpSpPr>
          <a:xfrm>
            <a:off x="762033" y="4781982"/>
            <a:ext cx="380036" cy="380036"/>
            <a:chOff x="8294219" y="-207325"/>
            <a:chExt cx="618176" cy="618176"/>
          </a:xfrm>
          <a:effectLst/>
        </p:grpSpPr>
        <p:sp>
          <p:nvSpPr>
            <p:cNvPr id="81" name="椭圆 80">
              <a:extLst>
                <a:ext uri="{FF2B5EF4-FFF2-40B4-BE49-F238E27FC236}">
                  <a16:creationId xmlns:a16="http://schemas.microsoft.com/office/drawing/2014/main" id="{F0E9AE4E-CF3B-E1F3-C400-A03021BFE258}"/>
                </a:ext>
              </a:extLst>
            </p:cNvPr>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82" name="图形 2">
              <a:extLst>
                <a:ext uri="{FF2B5EF4-FFF2-40B4-BE49-F238E27FC236}">
                  <a16:creationId xmlns:a16="http://schemas.microsoft.com/office/drawing/2014/main" id="{19DB7A53-2414-70E9-1CDE-ACC8ED8F91ED}"/>
                </a:ext>
              </a:extLst>
            </p:cNvPr>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83" name="任意多边形: 形状 82">
                <a:extLst>
                  <a:ext uri="{FF2B5EF4-FFF2-40B4-BE49-F238E27FC236}">
                    <a16:creationId xmlns:a16="http://schemas.microsoft.com/office/drawing/2014/main" id="{B1FAE8D4-DB61-2154-F920-9FAD441F40B0}"/>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7F1BBE49-2FFF-2F5A-CDFE-2CAA1701EDCE}"/>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42F68763-59EF-6C86-86E0-0F64F1724A00}"/>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6" name="图形 2">
                <a:extLst>
                  <a:ext uri="{FF2B5EF4-FFF2-40B4-BE49-F238E27FC236}">
                    <a16:creationId xmlns:a16="http://schemas.microsoft.com/office/drawing/2014/main" id="{C3FA08C7-C75F-1966-74AB-A08D14256AC0}"/>
                  </a:ext>
                </a:extLst>
              </p:cNvPr>
              <p:cNvGrpSpPr/>
              <p:nvPr/>
            </p:nvGrpSpPr>
            <p:grpSpPr>
              <a:xfrm>
                <a:off x="5372739" y="2423233"/>
                <a:ext cx="133924" cy="191216"/>
                <a:chOff x="5372739" y="2423233"/>
                <a:chExt cx="133924" cy="191216"/>
              </a:xfrm>
              <a:grpFill/>
            </p:grpSpPr>
            <p:sp>
              <p:nvSpPr>
                <p:cNvPr id="87" name="任意多边形: 形状 86">
                  <a:extLst>
                    <a:ext uri="{FF2B5EF4-FFF2-40B4-BE49-F238E27FC236}">
                      <a16:creationId xmlns:a16="http://schemas.microsoft.com/office/drawing/2014/main" id="{EFF39E43-9C0B-F3EC-FDED-7BBD385B087A}"/>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8" name="任意多边形: 形状 87">
                  <a:extLst>
                    <a:ext uri="{FF2B5EF4-FFF2-40B4-BE49-F238E27FC236}">
                      <a16:creationId xmlns:a16="http://schemas.microsoft.com/office/drawing/2014/main" id="{F1BE0635-8005-0FE1-3779-BF582678AB22}"/>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grpSp>
        <p:nvGrpSpPr>
          <p:cNvPr id="89" name="组合 88">
            <a:extLst>
              <a:ext uri="{FF2B5EF4-FFF2-40B4-BE49-F238E27FC236}">
                <a16:creationId xmlns:a16="http://schemas.microsoft.com/office/drawing/2014/main" id="{B8CCF44E-BBE0-4895-594C-F8620C76E4C2}"/>
              </a:ext>
            </a:extLst>
          </p:cNvPr>
          <p:cNvGrpSpPr/>
          <p:nvPr/>
        </p:nvGrpSpPr>
        <p:grpSpPr>
          <a:xfrm>
            <a:off x="11059689" y="3196307"/>
            <a:ext cx="380036" cy="380036"/>
            <a:chOff x="1165523" y="-209359"/>
            <a:chExt cx="618176" cy="618176"/>
          </a:xfrm>
          <a:effectLst/>
        </p:grpSpPr>
        <p:sp>
          <p:nvSpPr>
            <p:cNvPr id="90" name="椭圆 89">
              <a:extLst>
                <a:ext uri="{FF2B5EF4-FFF2-40B4-BE49-F238E27FC236}">
                  <a16:creationId xmlns:a16="http://schemas.microsoft.com/office/drawing/2014/main" id="{C1996668-A621-6FE6-14D4-A20E49B7ECC1}"/>
                </a:ext>
              </a:extLst>
            </p:cNvPr>
            <p:cNvSpPr/>
            <p:nvPr/>
          </p:nvSpPr>
          <p:spPr>
            <a:xfrm>
              <a:off x="1165523"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91" name="图形 2">
              <a:extLst>
                <a:ext uri="{FF2B5EF4-FFF2-40B4-BE49-F238E27FC236}">
                  <a16:creationId xmlns:a16="http://schemas.microsoft.com/office/drawing/2014/main" id="{7CAEC33A-E484-6298-C6C1-0177EC386D71}"/>
                </a:ext>
              </a:extLst>
            </p:cNvPr>
            <p:cNvGrpSpPr/>
            <p:nvPr/>
          </p:nvGrpSpPr>
          <p:grpSpPr>
            <a:xfrm>
              <a:off x="1354505" y="-58225"/>
              <a:ext cx="232688" cy="315908"/>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92" name="任意多边形: 形状 91">
                <a:extLst>
                  <a:ext uri="{FF2B5EF4-FFF2-40B4-BE49-F238E27FC236}">
                    <a16:creationId xmlns:a16="http://schemas.microsoft.com/office/drawing/2014/main" id="{CD80E8B8-01E1-DA7D-40CB-22496C8624FD}"/>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93" name="任意多边形: 形状 92">
                <a:extLst>
                  <a:ext uri="{FF2B5EF4-FFF2-40B4-BE49-F238E27FC236}">
                    <a16:creationId xmlns:a16="http://schemas.microsoft.com/office/drawing/2014/main" id="{8E0FF43F-4C13-9623-EE6D-1ED2DF0CEA31}"/>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94" name="任意多边形: 形状 93">
                <a:extLst>
                  <a:ext uri="{FF2B5EF4-FFF2-40B4-BE49-F238E27FC236}">
                    <a16:creationId xmlns:a16="http://schemas.microsoft.com/office/drawing/2014/main" id="{F08D61B6-AE29-2439-47D8-3D97CBA01962}"/>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95" name="图形 2">
                <a:extLst>
                  <a:ext uri="{FF2B5EF4-FFF2-40B4-BE49-F238E27FC236}">
                    <a16:creationId xmlns:a16="http://schemas.microsoft.com/office/drawing/2014/main" id="{6665CB3F-AE16-4FA9-19E3-F7C94D3BB3F3}"/>
                  </a:ext>
                </a:extLst>
              </p:cNvPr>
              <p:cNvGrpSpPr/>
              <p:nvPr/>
            </p:nvGrpSpPr>
            <p:grpSpPr>
              <a:xfrm>
                <a:off x="3318475" y="356830"/>
                <a:ext cx="411548" cy="147447"/>
                <a:chOff x="3318475" y="356830"/>
                <a:chExt cx="411548" cy="147447"/>
              </a:xfrm>
              <a:grpFill/>
            </p:grpSpPr>
            <p:sp>
              <p:nvSpPr>
                <p:cNvPr id="96" name="任意多边形: 形状 95">
                  <a:extLst>
                    <a:ext uri="{FF2B5EF4-FFF2-40B4-BE49-F238E27FC236}">
                      <a16:creationId xmlns:a16="http://schemas.microsoft.com/office/drawing/2014/main" id="{1258E462-A0CD-64B0-DD36-2CABC2B75A4B}"/>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97" name="任意多边形: 形状 96">
                  <a:extLst>
                    <a:ext uri="{FF2B5EF4-FFF2-40B4-BE49-F238E27FC236}">
                      <a16:creationId xmlns:a16="http://schemas.microsoft.com/office/drawing/2014/main" id="{B6B1C3A0-67CE-6C9E-1608-693353568D65}"/>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grpSp>
        <p:nvGrpSpPr>
          <p:cNvPr id="98" name="组合 97">
            <a:extLst>
              <a:ext uri="{FF2B5EF4-FFF2-40B4-BE49-F238E27FC236}">
                <a16:creationId xmlns:a16="http://schemas.microsoft.com/office/drawing/2014/main" id="{12CAB040-668A-1673-33F2-615FAE33A817}"/>
              </a:ext>
            </a:extLst>
          </p:cNvPr>
          <p:cNvGrpSpPr/>
          <p:nvPr/>
        </p:nvGrpSpPr>
        <p:grpSpPr>
          <a:xfrm>
            <a:off x="11059689" y="3988877"/>
            <a:ext cx="380036" cy="380036"/>
            <a:chOff x="4688995" y="-209359"/>
            <a:chExt cx="618176" cy="618176"/>
          </a:xfrm>
          <a:effectLst/>
        </p:grpSpPr>
        <p:sp>
          <p:nvSpPr>
            <p:cNvPr id="99" name="椭圆 98">
              <a:extLst>
                <a:ext uri="{FF2B5EF4-FFF2-40B4-BE49-F238E27FC236}">
                  <a16:creationId xmlns:a16="http://schemas.microsoft.com/office/drawing/2014/main" id="{D70FACBF-51B0-B52B-676F-8AA206401312}"/>
                </a:ext>
              </a:extLst>
            </p:cNvPr>
            <p:cNvSpPr/>
            <p:nvPr/>
          </p:nvSpPr>
          <p:spPr>
            <a:xfrm>
              <a:off x="4688995" y="-209359"/>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00" name="图形 2">
              <a:extLst>
                <a:ext uri="{FF2B5EF4-FFF2-40B4-BE49-F238E27FC236}">
                  <a16:creationId xmlns:a16="http://schemas.microsoft.com/office/drawing/2014/main" id="{6BAB72FB-2D26-8BB4-E0F6-D20837FA1B2B}"/>
                </a:ext>
              </a:extLst>
            </p:cNvPr>
            <p:cNvGrpSpPr/>
            <p:nvPr/>
          </p:nvGrpSpPr>
          <p:grpSpPr>
            <a:xfrm>
              <a:off x="4760956" y="-24306"/>
              <a:ext cx="468128" cy="26133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101" name="图形 2">
                <a:extLst>
                  <a:ext uri="{FF2B5EF4-FFF2-40B4-BE49-F238E27FC236}">
                    <a16:creationId xmlns:a16="http://schemas.microsoft.com/office/drawing/2014/main" id="{11B288E6-7149-FBF7-9C0A-C6A7ADFA7296}"/>
                  </a:ext>
                </a:extLst>
              </p:cNvPr>
              <p:cNvGrpSpPr/>
              <p:nvPr/>
            </p:nvGrpSpPr>
            <p:grpSpPr>
              <a:xfrm>
                <a:off x="8040885" y="2227778"/>
                <a:ext cx="850117" cy="687943"/>
                <a:chOff x="8040885" y="2227778"/>
                <a:chExt cx="850117" cy="687943"/>
              </a:xfrm>
              <a:grpFill/>
            </p:grpSpPr>
            <p:sp>
              <p:nvSpPr>
                <p:cNvPr id="103" name="任意多边形: 形状 102">
                  <a:extLst>
                    <a:ext uri="{FF2B5EF4-FFF2-40B4-BE49-F238E27FC236}">
                      <a16:creationId xmlns:a16="http://schemas.microsoft.com/office/drawing/2014/main" id="{6B80AE1B-4107-034F-18D6-448F076E1EB8}"/>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04" name="图形 2">
                  <a:extLst>
                    <a:ext uri="{FF2B5EF4-FFF2-40B4-BE49-F238E27FC236}">
                      <a16:creationId xmlns:a16="http://schemas.microsoft.com/office/drawing/2014/main" id="{98706E90-3002-A5FE-1E23-8C6A39DCA86D}"/>
                    </a:ext>
                  </a:extLst>
                </p:cNvPr>
                <p:cNvGrpSpPr/>
                <p:nvPr/>
              </p:nvGrpSpPr>
              <p:grpSpPr>
                <a:xfrm>
                  <a:off x="8058228" y="2720817"/>
                  <a:ext cx="815424" cy="87465"/>
                  <a:chOff x="8058228" y="2720817"/>
                  <a:chExt cx="815424" cy="87465"/>
                </a:xfrm>
                <a:grpFill/>
              </p:grpSpPr>
              <p:sp>
                <p:nvSpPr>
                  <p:cNvPr id="109" name="任意多边形: 形状 108">
                    <a:extLst>
                      <a:ext uri="{FF2B5EF4-FFF2-40B4-BE49-F238E27FC236}">
                        <a16:creationId xmlns:a16="http://schemas.microsoft.com/office/drawing/2014/main" id="{B16F7B7F-6CB8-B1A9-28F6-B373D1BDB5E2}"/>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110" name="任意多边形: 形状 109">
                    <a:extLst>
                      <a:ext uri="{FF2B5EF4-FFF2-40B4-BE49-F238E27FC236}">
                        <a16:creationId xmlns:a16="http://schemas.microsoft.com/office/drawing/2014/main" id="{1CAB830E-D93E-C7D0-5D82-B267F5C80CF4}"/>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05" name="图形 2">
                  <a:extLst>
                    <a:ext uri="{FF2B5EF4-FFF2-40B4-BE49-F238E27FC236}">
                      <a16:creationId xmlns:a16="http://schemas.microsoft.com/office/drawing/2014/main" id="{D072ED00-3E95-4030-8ECC-1310CD9F4B76}"/>
                    </a:ext>
                  </a:extLst>
                </p:cNvPr>
                <p:cNvGrpSpPr/>
                <p:nvPr/>
              </p:nvGrpSpPr>
              <p:grpSpPr>
                <a:xfrm>
                  <a:off x="8375359" y="2800112"/>
                  <a:ext cx="181153" cy="98266"/>
                  <a:chOff x="8375359" y="2800112"/>
                  <a:chExt cx="181153" cy="98266"/>
                </a:xfrm>
                <a:grpFill/>
              </p:grpSpPr>
              <p:sp>
                <p:nvSpPr>
                  <p:cNvPr id="107" name="任意多边形: 形状 106">
                    <a:extLst>
                      <a:ext uri="{FF2B5EF4-FFF2-40B4-BE49-F238E27FC236}">
                        <a16:creationId xmlns:a16="http://schemas.microsoft.com/office/drawing/2014/main" id="{F10B07AE-F2A3-55DA-CD14-D4B1728F1FA1}"/>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08" name="任意多边形: 形状 107">
                    <a:extLst>
                      <a:ext uri="{FF2B5EF4-FFF2-40B4-BE49-F238E27FC236}">
                        <a16:creationId xmlns:a16="http://schemas.microsoft.com/office/drawing/2014/main" id="{F2189907-0DDA-75E0-80DE-01370D8CD853}"/>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06" name="任意多边形: 形状 105">
                  <a:extLst>
                    <a:ext uri="{FF2B5EF4-FFF2-40B4-BE49-F238E27FC236}">
                      <a16:creationId xmlns:a16="http://schemas.microsoft.com/office/drawing/2014/main" id="{CD2B5F8D-5979-72CB-1DCF-AAD29128F014}"/>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102" name="任意多边形: 形状 101">
                <a:extLst>
                  <a:ext uri="{FF2B5EF4-FFF2-40B4-BE49-F238E27FC236}">
                    <a16:creationId xmlns:a16="http://schemas.microsoft.com/office/drawing/2014/main" id="{9F0D7CBF-5A6E-9B42-1978-FF214921CC39}"/>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grpSp>
        <p:nvGrpSpPr>
          <p:cNvPr id="111" name="组合 110">
            <a:extLst>
              <a:ext uri="{FF2B5EF4-FFF2-40B4-BE49-F238E27FC236}">
                <a16:creationId xmlns:a16="http://schemas.microsoft.com/office/drawing/2014/main" id="{B82A10FE-07C0-00CB-644D-B5D21712F161}"/>
              </a:ext>
            </a:extLst>
          </p:cNvPr>
          <p:cNvGrpSpPr/>
          <p:nvPr/>
        </p:nvGrpSpPr>
        <p:grpSpPr>
          <a:xfrm>
            <a:off x="11059689" y="4781982"/>
            <a:ext cx="380036" cy="380036"/>
            <a:chOff x="8294219" y="-207325"/>
            <a:chExt cx="618176" cy="618176"/>
          </a:xfrm>
          <a:effectLst/>
        </p:grpSpPr>
        <p:sp>
          <p:nvSpPr>
            <p:cNvPr id="112" name="椭圆 111">
              <a:extLst>
                <a:ext uri="{FF2B5EF4-FFF2-40B4-BE49-F238E27FC236}">
                  <a16:creationId xmlns:a16="http://schemas.microsoft.com/office/drawing/2014/main" id="{FB79BCE0-28DA-3F9E-70AF-59FC91A1F62B}"/>
                </a:ext>
              </a:extLst>
            </p:cNvPr>
            <p:cNvSpPr/>
            <p:nvPr/>
          </p:nvSpPr>
          <p:spPr>
            <a:xfrm>
              <a:off x="8294219" y="-207325"/>
              <a:ext cx="618176" cy="618176"/>
            </a:xfrm>
            <a:prstGeom prst="ellipse">
              <a:avLst/>
            </a:prstGeom>
            <a:solidFill>
              <a:schemeClr val="bg1"/>
            </a:solidFill>
            <a:ln>
              <a:noFill/>
            </a:ln>
            <a:effectLst>
              <a:outerShdw blurRad="165100" dist="38100" dir="2700000" algn="tl" rotWithShape="0">
                <a:schemeClr val="accent1">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113" name="图形 2">
              <a:extLst>
                <a:ext uri="{FF2B5EF4-FFF2-40B4-BE49-F238E27FC236}">
                  <a16:creationId xmlns:a16="http://schemas.microsoft.com/office/drawing/2014/main" id="{F34F4A6A-0290-269E-CAB1-900319BC6A5D}"/>
                </a:ext>
              </a:extLst>
            </p:cNvPr>
            <p:cNvGrpSpPr/>
            <p:nvPr/>
          </p:nvGrpSpPr>
          <p:grpSpPr>
            <a:xfrm>
              <a:off x="8388899" y="-41485"/>
              <a:ext cx="435194" cy="29976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114" name="任意多边形: 形状 113">
                <a:extLst>
                  <a:ext uri="{FF2B5EF4-FFF2-40B4-BE49-F238E27FC236}">
                    <a16:creationId xmlns:a16="http://schemas.microsoft.com/office/drawing/2014/main" id="{F29A41FF-2CEB-CD9B-B5CE-7945599CF78B}"/>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15" name="任意多边形: 形状 114">
                <a:extLst>
                  <a:ext uri="{FF2B5EF4-FFF2-40B4-BE49-F238E27FC236}">
                    <a16:creationId xmlns:a16="http://schemas.microsoft.com/office/drawing/2014/main" id="{6F1E8323-B261-D2A4-29BE-3363E30D9251}"/>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16" name="任意多边形: 形状 115">
                <a:extLst>
                  <a:ext uri="{FF2B5EF4-FFF2-40B4-BE49-F238E27FC236}">
                    <a16:creationId xmlns:a16="http://schemas.microsoft.com/office/drawing/2014/main" id="{D3AEE673-EB1B-485C-AD1F-8616E3FDE02A}"/>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17" name="图形 2">
                <a:extLst>
                  <a:ext uri="{FF2B5EF4-FFF2-40B4-BE49-F238E27FC236}">
                    <a16:creationId xmlns:a16="http://schemas.microsoft.com/office/drawing/2014/main" id="{96362924-2FC6-0D2A-ABCA-67AE4C5D588E}"/>
                  </a:ext>
                </a:extLst>
              </p:cNvPr>
              <p:cNvGrpSpPr/>
              <p:nvPr/>
            </p:nvGrpSpPr>
            <p:grpSpPr>
              <a:xfrm>
                <a:off x="5372739" y="2423233"/>
                <a:ext cx="133924" cy="191216"/>
                <a:chOff x="5372739" y="2423233"/>
                <a:chExt cx="133924" cy="191216"/>
              </a:xfrm>
              <a:grpFill/>
            </p:grpSpPr>
            <p:sp>
              <p:nvSpPr>
                <p:cNvPr id="118" name="任意多边形: 形状 117">
                  <a:extLst>
                    <a:ext uri="{FF2B5EF4-FFF2-40B4-BE49-F238E27FC236}">
                      <a16:creationId xmlns:a16="http://schemas.microsoft.com/office/drawing/2014/main" id="{C96840DA-4A0D-2893-C5C1-A5033EC3AFD4}"/>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19" name="任意多边形: 形状 118">
                  <a:extLst>
                    <a:ext uri="{FF2B5EF4-FFF2-40B4-BE49-F238E27FC236}">
                      <a16:creationId xmlns:a16="http://schemas.microsoft.com/office/drawing/2014/main" id="{837B161D-454D-A536-75AA-FE03A23A1B21}"/>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sp>
        <p:nvSpPr>
          <p:cNvPr id="120" name="文本框 119">
            <a:extLst>
              <a:ext uri="{FF2B5EF4-FFF2-40B4-BE49-F238E27FC236}">
                <a16:creationId xmlns:a16="http://schemas.microsoft.com/office/drawing/2014/main" id="{7186BCE8-6BD9-B4AD-8C5B-F069D0585402}"/>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21" name="矩形 120">
            <a:extLst>
              <a:ext uri="{FF2B5EF4-FFF2-40B4-BE49-F238E27FC236}">
                <a16:creationId xmlns:a16="http://schemas.microsoft.com/office/drawing/2014/main" id="{C0DC2F77-1050-4E29-B97E-5876C183D64B}"/>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文本框 121">
            <a:extLst>
              <a:ext uri="{FF2B5EF4-FFF2-40B4-BE49-F238E27FC236}">
                <a16:creationId xmlns:a16="http://schemas.microsoft.com/office/drawing/2014/main" id="{18727E38-283D-E7ED-32B4-601B08EFA383}"/>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63211571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椭圆 3">
            <a:extLst>
              <a:ext uri="{FF2B5EF4-FFF2-40B4-BE49-F238E27FC236}">
                <a16:creationId xmlns:a16="http://schemas.microsoft.com/office/drawing/2014/main" id="{540E7F9B-27D1-1924-E895-D6D2672D8876}"/>
              </a:ext>
            </a:extLst>
          </p:cNvPr>
          <p:cNvSpPr/>
          <p:nvPr/>
        </p:nvSpPr>
        <p:spPr>
          <a:xfrm>
            <a:off x="8977736" y="822260"/>
            <a:ext cx="5561184" cy="5561184"/>
          </a:xfrm>
          <a:prstGeom prst="ellipse">
            <a:avLst/>
          </a:prstGeom>
          <a:gradFill flip="none" rotWithShape="1">
            <a:gsLst>
              <a:gs pos="0">
                <a:schemeClr val="accent1">
                  <a:lumMod val="60000"/>
                  <a:lumOff val="40000"/>
                  <a:alpha val="0"/>
                </a:schemeClr>
              </a:gs>
              <a:gs pos="100000">
                <a:schemeClr val="accent1">
                  <a:lumMod val="75000"/>
                  <a:alpha val="15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5" name="矩形: 圆角 24">
            <a:extLst>
              <a:ext uri="{FF2B5EF4-FFF2-40B4-BE49-F238E27FC236}">
                <a16:creationId xmlns:a16="http://schemas.microsoft.com/office/drawing/2014/main" id="{C7E09EC2-C75F-415E-AC74-34952563C166}"/>
              </a:ext>
            </a:extLst>
          </p:cNvPr>
          <p:cNvSpPr/>
          <p:nvPr/>
        </p:nvSpPr>
        <p:spPr>
          <a:xfrm>
            <a:off x="930508" y="4599709"/>
            <a:ext cx="7029447" cy="1524029"/>
          </a:xfrm>
          <a:prstGeom prst="roundRect">
            <a:avLst>
              <a:gd name="adj" fmla="val 854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2CBC104B-FB59-4788-A184-F89BAA33B4E3}"/>
              </a:ext>
            </a:extLst>
          </p:cNvPr>
          <p:cNvSpPr/>
          <p:nvPr/>
        </p:nvSpPr>
        <p:spPr>
          <a:xfrm>
            <a:off x="930508" y="1791493"/>
            <a:ext cx="7029447" cy="2624744"/>
          </a:xfrm>
          <a:prstGeom prst="roundRect">
            <a:avLst>
              <a:gd name="adj" fmla="val 5417"/>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039F43C7-C662-46AA-BE1E-7896EA6D27A4}"/>
              </a:ext>
            </a:extLst>
          </p:cNvPr>
          <p:cNvSpPr/>
          <p:nvPr/>
        </p:nvSpPr>
        <p:spPr>
          <a:xfrm>
            <a:off x="1563917" y="2882067"/>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3A63AF9D-B100-4250-A5E5-416977FAA826}"/>
              </a:ext>
            </a:extLst>
          </p:cNvPr>
          <p:cNvSpPr txBox="1"/>
          <p:nvPr/>
        </p:nvSpPr>
        <p:spPr>
          <a:xfrm>
            <a:off x="1897945" y="3191354"/>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吸引</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线条">
            <a:extLst>
              <a:ext uri="{FF2B5EF4-FFF2-40B4-BE49-F238E27FC236}">
                <a16:creationId xmlns:a16="http://schemas.microsoft.com/office/drawing/2014/main" id="{32ABD392-167F-42A9-8C75-FDCFB4F09F37}"/>
              </a:ext>
            </a:extLst>
          </p:cNvPr>
          <p:cNvSpPr/>
          <p:nvPr/>
        </p:nvSpPr>
        <p:spPr>
          <a:xfrm>
            <a:off x="2885486" y="3558996"/>
            <a:ext cx="87113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55A642B7-13A6-486F-84F9-C883F6E96737}"/>
              </a:ext>
            </a:extLst>
          </p:cNvPr>
          <p:cNvSpPr/>
          <p:nvPr/>
        </p:nvSpPr>
        <p:spPr>
          <a:xfrm>
            <a:off x="3756623" y="2882067"/>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F9786A61-9FAF-4110-AE5A-DB6F5578E677}"/>
              </a:ext>
            </a:extLst>
          </p:cNvPr>
          <p:cNvSpPr txBox="1"/>
          <p:nvPr/>
        </p:nvSpPr>
        <p:spPr>
          <a:xfrm>
            <a:off x="4090651" y="3191354"/>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刺激</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5" name="线条">
            <a:extLst>
              <a:ext uri="{FF2B5EF4-FFF2-40B4-BE49-F238E27FC236}">
                <a16:creationId xmlns:a16="http://schemas.microsoft.com/office/drawing/2014/main" id="{198DDB94-3C67-46A1-9CD0-4B5C1C700016}"/>
              </a:ext>
            </a:extLst>
          </p:cNvPr>
          <p:cNvSpPr/>
          <p:nvPr/>
        </p:nvSpPr>
        <p:spPr>
          <a:xfrm>
            <a:off x="5078192" y="3558996"/>
            <a:ext cx="871137"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52327BCC-DFA2-4C59-BCF2-8A57122EAB3E}"/>
              </a:ext>
            </a:extLst>
          </p:cNvPr>
          <p:cNvSpPr/>
          <p:nvPr/>
        </p:nvSpPr>
        <p:spPr>
          <a:xfrm>
            <a:off x="5949329" y="2882067"/>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9">
            <a:extLst>
              <a:ext uri="{FF2B5EF4-FFF2-40B4-BE49-F238E27FC236}">
                <a16:creationId xmlns:a16="http://schemas.microsoft.com/office/drawing/2014/main" id="{DA4AF814-BCC5-4F77-8988-C2F47116C90A}"/>
              </a:ext>
            </a:extLst>
          </p:cNvPr>
          <p:cNvSpPr txBox="1"/>
          <p:nvPr/>
        </p:nvSpPr>
        <p:spPr>
          <a:xfrm>
            <a:off x="6283357" y="3191354"/>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加固</a:t>
            </a:r>
            <a:endParaRPr kumimoji="0" lang="en-US" altLang="zh-CN"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a:extLst>
              <a:ext uri="{FF2B5EF4-FFF2-40B4-BE49-F238E27FC236}">
                <a16:creationId xmlns:a16="http://schemas.microsoft.com/office/drawing/2014/main" id="{9536F23E-3F7E-49C2-9D34-E409377407E9}"/>
              </a:ext>
            </a:extLst>
          </p:cNvPr>
          <p:cNvSpPr txBox="1"/>
          <p:nvPr/>
        </p:nvSpPr>
        <p:spPr>
          <a:xfrm>
            <a:off x="1768647" y="5333390"/>
            <a:ext cx="5353168"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过程中主动了解他人，特别是身边由此购物经验的朋友的意见</a:t>
            </a:r>
          </a:p>
        </p:txBody>
      </p:sp>
      <p:sp>
        <p:nvSpPr>
          <p:cNvPr id="24" name="Object32">
            <a:extLst>
              <a:ext uri="{FF2B5EF4-FFF2-40B4-BE49-F238E27FC236}">
                <a16:creationId xmlns:a16="http://schemas.microsoft.com/office/drawing/2014/main" id="{80086FF2-E382-4F27-AE11-59E3FEA18F90}"/>
              </a:ext>
            </a:extLst>
          </p:cNvPr>
          <p:cNvSpPr txBox="1"/>
          <p:nvPr/>
        </p:nvSpPr>
        <p:spPr>
          <a:xfrm>
            <a:off x="3308241" y="5722750"/>
            <a:ext cx="2273980" cy="26212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扩大商品影响力</a:t>
            </a:r>
          </a:p>
        </p:txBody>
      </p:sp>
      <p:sp>
        <p:nvSpPr>
          <p:cNvPr id="27" name="线条">
            <a:extLst>
              <a:ext uri="{FF2B5EF4-FFF2-40B4-BE49-F238E27FC236}">
                <a16:creationId xmlns:a16="http://schemas.microsoft.com/office/drawing/2014/main" id="{35EDB8F1-E19C-429B-97C7-6C71CC8EE641}"/>
              </a:ext>
            </a:extLst>
          </p:cNvPr>
          <p:cNvSpPr/>
          <p:nvPr/>
        </p:nvSpPr>
        <p:spPr>
          <a:xfrm>
            <a:off x="2107159" y="4235923"/>
            <a:ext cx="0" cy="52893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线条">
            <a:extLst>
              <a:ext uri="{FF2B5EF4-FFF2-40B4-BE49-F238E27FC236}">
                <a16:creationId xmlns:a16="http://schemas.microsoft.com/office/drawing/2014/main" id="{126D2297-A807-4818-A5EA-FFC977603DE7}"/>
              </a:ext>
            </a:extLst>
          </p:cNvPr>
          <p:cNvSpPr/>
          <p:nvPr/>
        </p:nvSpPr>
        <p:spPr>
          <a:xfrm>
            <a:off x="2271262" y="4235923"/>
            <a:ext cx="0" cy="528939"/>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线条">
            <a:extLst>
              <a:ext uri="{FF2B5EF4-FFF2-40B4-BE49-F238E27FC236}">
                <a16:creationId xmlns:a16="http://schemas.microsoft.com/office/drawing/2014/main" id="{CAD0E6FB-CF91-4E83-9877-C3609C9E4F8D}"/>
              </a:ext>
            </a:extLst>
          </p:cNvPr>
          <p:cNvSpPr/>
          <p:nvPr/>
        </p:nvSpPr>
        <p:spPr>
          <a:xfrm>
            <a:off x="4377023" y="4235923"/>
            <a:ext cx="0" cy="52893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线条">
            <a:extLst>
              <a:ext uri="{FF2B5EF4-FFF2-40B4-BE49-F238E27FC236}">
                <a16:creationId xmlns:a16="http://schemas.microsoft.com/office/drawing/2014/main" id="{C611758D-D00B-454E-BCA6-9B909ABA513D}"/>
              </a:ext>
            </a:extLst>
          </p:cNvPr>
          <p:cNvSpPr/>
          <p:nvPr/>
        </p:nvSpPr>
        <p:spPr>
          <a:xfrm>
            <a:off x="4541126" y="4235923"/>
            <a:ext cx="0" cy="528939"/>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线条">
            <a:extLst>
              <a:ext uri="{FF2B5EF4-FFF2-40B4-BE49-F238E27FC236}">
                <a16:creationId xmlns:a16="http://schemas.microsoft.com/office/drawing/2014/main" id="{CDF7E3C9-AF40-42A6-B5D5-69CAC1BE5734}"/>
              </a:ext>
            </a:extLst>
          </p:cNvPr>
          <p:cNvSpPr/>
          <p:nvPr/>
        </p:nvSpPr>
        <p:spPr>
          <a:xfrm>
            <a:off x="6533931" y="4235923"/>
            <a:ext cx="0" cy="528939"/>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线条">
            <a:extLst>
              <a:ext uri="{FF2B5EF4-FFF2-40B4-BE49-F238E27FC236}">
                <a16:creationId xmlns:a16="http://schemas.microsoft.com/office/drawing/2014/main" id="{A8D6D48E-E505-4E0C-A017-EF1D90B27B21}"/>
              </a:ext>
            </a:extLst>
          </p:cNvPr>
          <p:cNvSpPr/>
          <p:nvPr/>
        </p:nvSpPr>
        <p:spPr>
          <a:xfrm>
            <a:off x="6698034" y="4235923"/>
            <a:ext cx="0" cy="528939"/>
          </a:xfrm>
          <a:prstGeom prst="line">
            <a:avLst/>
          </a:prstGeom>
          <a:ln w="12700">
            <a:solidFill>
              <a:schemeClr val="accent1">
                <a:lumMod val="100000"/>
              </a:schemeClr>
            </a:solidFill>
            <a:custDash>
              <a:ds d="200000" sp="200000"/>
            </a:custDash>
            <a:miter lim="400000"/>
            <a:headEnd type="triangle"/>
            <a:tailEnd type="non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a:extLst>
              <a:ext uri="{FF2B5EF4-FFF2-40B4-BE49-F238E27FC236}">
                <a16:creationId xmlns:a16="http://schemas.microsoft.com/office/drawing/2014/main" id="{07095FDC-F2BE-4CA0-B48A-A56E298783E9}"/>
              </a:ext>
            </a:extLst>
          </p:cNvPr>
          <p:cNvSpPr txBox="1"/>
          <p:nvPr/>
        </p:nvSpPr>
        <p:spPr>
          <a:xfrm>
            <a:off x="3308241" y="1964404"/>
            <a:ext cx="2273980" cy="26212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defPPr>
              <a:defRPr lang="zh-CN"/>
            </a:defPPr>
            <a:lvl1pPr marR="0" lvl="0" indent="0" algn="ctr" defTabSz="609600" fontAlgn="auto" hangingPunct="0">
              <a:lnSpc>
                <a:spcPct val="130000"/>
              </a:lnSpc>
              <a:spcBef>
                <a:spcPts val="400"/>
              </a:spcBef>
              <a:spcAft>
                <a:spcPts val="0"/>
              </a:spcAft>
              <a:buClrTx/>
              <a:buSzTx/>
              <a:buFontTx/>
              <a:buNone/>
              <a:tabLst/>
              <a:defRPr kumimoji="0" sz="1400" b="0" i="0" u="none" strike="noStrike" kern="0" cap="none" spc="123" normalizeH="0" baseline="0">
                <a:ln>
                  <a:noFill/>
                </a:ln>
                <a:solidFill>
                  <a:schemeClr val="accen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提升商品感知价值</a:t>
            </a:r>
          </a:p>
        </p:txBody>
      </p:sp>
      <p:sp>
        <p:nvSpPr>
          <p:cNvPr id="34" name="Object32">
            <a:extLst>
              <a:ext uri="{FF2B5EF4-FFF2-40B4-BE49-F238E27FC236}">
                <a16:creationId xmlns:a16="http://schemas.microsoft.com/office/drawing/2014/main" id="{FDD469A4-0813-466B-8148-7225B4400DE1}"/>
              </a:ext>
            </a:extLst>
          </p:cNvPr>
          <p:cNvSpPr txBox="1"/>
          <p:nvPr/>
        </p:nvSpPr>
        <p:spPr>
          <a:xfrm>
            <a:off x="3398555" y="2361442"/>
            <a:ext cx="2093352"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产生购买欲后</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确认折扣或赠品</a:t>
            </a:r>
          </a:p>
        </p:txBody>
      </p:sp>
      <p:sp>
        <p:nvSpPr>
          <p:cNvPr id="35" name="Object32">
            <a:extLst>
              <a:ext uri="{FF2B5EF4-FFF2-40B4-BE49-F238E27FC236}">
                <a16:creationId xmlns:a16="http://schemas.microsoft.com/office/drawing/2014/main" id="{3BA986CE-B4D0-46F8-A6FF-2C64FE42E5D1}"/>
              </a:ext>
            </a:extLst>
          </p:cNvPr>
          <p:cNvSpPr txBox="1"/>
          <p:nvPr/>
        </p:nvSpPr>
        <p:spPr>
          <a:xfrm>
            <a:off x="5651358" y="2361442"/>
            <a:ext cx="2093352"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决定购买后</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了解配送及售后</a:t>
            </a:r>
          </a:p>
        </p:txBody>
      </p:sp>
      <p:sp>
        <p:nvSpPr>
          <p:cNvPr id="36" name="Object32">
            <a:extLst>
              <a:ext uri="{FF2B5EF4-FFF2-40B4-BE49-F238E27FC236}">
                <a16:creationId xmlns:a16="http://schemas.microsoft.com/office/drawing/2014/main" id="{F0E6C707-4585-4DA6-8FEC-7185A648DAC6}"/>
              </a:ext>
            </a:extLst>
          </p:cNvPr>
          <p:cNvSpPr txBox="1"/>
          <p:nvPr/>
        </p:nvSpPr>
        <p:spPr>
          <a:xfrm>
            <a:off x="1194169" y="2361442"/>
            <a:ext cx="2093352"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被商品吸引</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确认商品基本信息</a:t>
            </a:r>
          </a:p>
        </p:txBody>
      </p:sp>
      <p:sp>
        <p:nvSpPr>
          <p:cNvPr id="38" name="椭圆 37">
            <a:extLst>
              <a:ext uri="{FF2B5EF4-FFF2-40B4-BE49-F238E27FC236}">
                <a16:creationId xmlns:a16="http://schemas.microsoft.com/office/drawing/2014/main" id="{47910A77-74F9-4396-9A0C-513917140D81}"/>
              </a:ext>
            </a:extLst>
          </p:cNvPr>
          <p:cNvSpPr/>
          <p:nvPr/>
        </p:nvSpPr>
        <p:spPr>
          <a:xfrm>
            <a:off x="8977736" y="2460974"/>
            <a:ext cx="2283756" cy="2283756"/>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29">
            <a:extLst>
              <a:ext uri="{FF2B5EF4-FFF2-40B4-BE49-F238E27FC236}">
                <a16:creationId xmlns:a16="http://schemas.microsoft.com/office/drawing/2014/main" id="{3BFEA17F-13DB-41F8-9EAE-A0F6EFE5DB52}"/>
              </a:ext>
            </a:extLst>
          </p:cNvPr>
          <p:cNvSpPr txBox="1"/>
          <p:nvPr/>
        </p:nvSpPr>
        <p:spPr>
          <a:xfrm>
            <a:off x="9779315" y="3005205"/>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下单</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购买</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Object32">
            <a:extLst>
              <a:ext uri="{FF2B5EF4-FFF2-40B4-BE49-F238E27FC236}">
                <a16:creationId xmlns:a16="http://schemas.microsoft.com/office/drawing/2014/main" id="{F00FB120-26E1-495A-AA94-9513C04B85C8}"/>
              </a:ext>
            </a:extLst>
          </p:cNvPr>
          <p:cNvSpPr txBox="1"/>
          <p:nvPr/>
        </p:nvSpPr>
        <p:spPr>
          <a:xfrm>
            <a:off x="9072938" y="3702384"/>
            <a:ext cx="2093352"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选择参数后</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进行下单购买</a:t>
            </a:r>
          </a:p>
        </p:txBody>
      </p:sp>
      <p:sp>
        <p:nvSpPr>
          <p:cNvPr id="3" name="矩形">
            <a:extLst>
              <a:ext uri="{FF2B5EF4-FFF2-40B4-BE49-F238E27FC236}">
                <a16:creationId xmlns:a16="http://schemas.microsoft.com/office/drawing/2014/main" id="{8EF1D51E-0047-A9A3-8634-5BD2BCA6B1CB}"/>
              </a:ext>
            </a:extLst>
          </p:cNvPr>
          <p:cNvSpPr/>
          <p:nvPr/>
        </p:nvSpPr>
        <p:spPr>
          <a:xfrm>
            <a:off x="1563917" y="4816790"/>
            <a:ext cx="5739268" cy="37773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9">
            <a:extLst>
              <a:ext uri="{FF2B5EF4-FFF2-40B4-BE49-F238E27FC236}">
                <a16:creationId xmlns:a16="http://schemas.microsoft.com/office/drawing/2014/main" id="{15A8265D-196B-4AB2-9497-10F68F8F6813}"/>
              </a:ext>
            </a:extLst>
          </p:cNvPr>
          <p:cNvSpPr txBox="1"/>
          <p:nvPr/>
        </p:nvSpPr>
        <p:spPr>
          <a:xfrm>
            <a:off x="1789684" y="4816790"/>
            <a:ext cx="5311094" cy="3485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社交决策</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 name="三角形 169">
            <a:extLst>
              <a:ext uri="{FF2B5EF4-FFF2-40B4-BE49-F238E27FC236}">
                <a16:creationId xmlns:a16="http://schemas.microsoft.com/office/drawing/2014/main" id="{DB996E96-E31D-ABB9-1914-09841E807DA3}"/>
              </a:ext>
            </a:extLst>
          </p:cNvPr>
          <p:cNvSpPr/>
          <p:nvPr/>
        </p:nvSpPr>
        <p:spPr>
          <a:xfrm rot="5400000" flipH="1">
            <a:off x="8366865" y="3428218"/>
            <a:ext cx="420164" cy="223450"/>
          </a:xfrm>
          <a:prstGeom prst="triangle">
            <a:avLst/>
          </a:prstGeom>
          <a:gradFill>
            <a:gsLst>
              <a:gs pos="100000">
                <a:schemeClr val="accent1">
                  <a:lumMod val="100000"/>
                  <a:alpha val="0"/>
                </a:schemeClr>
              </a:gs>
              <a:gs pos="0">
                <a:schemeClr val="accent1">
                  <a:lumMod val="10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3F7F5E36-BE9E-DD99-3A9A-4F3D313A9188}"/>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E2B74A76-76AC-C643-86E5-CC1BBD66CF88}"/>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E21427B3-B47E-67A6-1200-76E4FB97C30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83208195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圆角 1">
            <a:extLst>
              <a:ext uri="{FF2B5EF4-FFF2-40B4-BE49-F238E27FC236}">
                <a16:creationId xmlns:a16="http://schemas.microsoft.com/office/drawing/2014/main" id="{185F8B68-AD33-A666-1E94-F7CD5FD2D317}"/>
              </a:ext>
            </a:extLst>
          </p:cNvPr>
          <p:cNvSpPr/>
          <p:nvPr/>
        </p:nvSpPr>
        <p:spPr>
          <a:xfrm>
            <a:off x="672197"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矩形: 圆角 3">
            <a:extLst>
              <a:ext uri="{FF2B5EF4-FFF2-40B4-BE49-F238E27FC236}">
                <a16:creationId xmlns:a16="http://schemas.microsoft.com/office/drawing/2014/main" id="{6793E081-D312-E5AD-917E-C4B22A47B342}"/>
              </a:ext>
            </a:extLst>
          </p:cNvPr>
          <p:cNvSpPr/>
          <p:nvPr/>
        </p:nvSpPr>
        <p:spPr>
          <a:xfrm>
            <a:off x="2852903"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a:extLst>
              <a:ext uri="{FF2B5EF4-FFF2-40B4-BE49-F238E27FC236}">
                <a16:creationId xmlns:a16="http://schemas.microsoft.com/office/drawing/2014/main" id="{5BEE3987-F632-2B3E-78DC-17AFACA83775}"/>
              </a:ext>
            </a:extLst>
          </p:cNvPr>
          <p:cNvSpPr/>
          <p:nvPr/>
        </p:nvSpPr>
        <p:spPr>
          <a:xfrm>
            <a:off x="5033609"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a:extLst>
              <a:ext uri="{FF2B5EF4-FFF2-40B4-BE49-F238E27FC236}">
                <a16:creationId xmlns:a16="http://schemas.microsoft.com/office/drawing/2014/main" id="{FBE23A2D-1DDE-77E3-8661-C0C8ECCDA7AE}"/>
              </a:ext>
            </a:extLst>
          </p:cNvPr>
          <p:cNvSpPr/>
          <p:nvPr/>
        </p:nvSpPr>
        <p:spPr>
          <a:xfrm>
            <a:off x="7214315"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a:extLst>
              <a:ext uri="{FF2B5EF4-FFF2-40B4-BE49-F238E27FC236}">
                <a16:creationId xmlns:a16="http://schemas.microsoft.com/office/drawing/2014/main" id="{C35040D3-7B65-F3CA-5B87-2AA8D40E1DC7}"/>
              </a:ext>
            </a:extLst>
          </p:cNvPr>
          <p:cNvSpPr/>
          <p:nvPr/>
        </p:nvSpPr>
        <p:spPr>
          <a:xfrm>
            <a:off x="9395021" y="2026655"/>
            <a:ext cx="2102090" cy="444501"/>
          </a:xfrm>
          <a:prstGeom prst="roundRect">
            <a:avLst>
              <a:gd name="adj" fmla="val 8542"/>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箭头: 上 5">
            <a:extLst>
              <a:ext uri="{FF2B5EF4-FFF2-40B4-BE49-F238E27FC236}">
                <a16:creationId xmlns:a16="http://schemas.microsoft.com/office/drawing/2014/main" id="{64B8071C-0995-4843-954E-22F4F598F977}"/>
              </a:ext>
            </a:extLst>
          </p:cNvPr>
          <p:cNvSpPr/>
          <p:nvPr/>
        </p:nvSpPr>
        <p:spPr>
          <a:xfrm>
            <a:off x="7347054" y="3741562"/>
            <a:ext cx="590153" cy="576749"/>
          </a:xfrm>
          <a:prstGeom prst="upArrow">
            <a:avLst>
              <a:gd name="adj1" fmla="val 50000"/>
              <a:gd name="adj2" fmla="val 68552"/>
            </a:avLst>
          </a:prstGeom>
          <a:gradFill>
            <a:gsLst>
              <a:gs pos="0">
                <a:schemeClr val="accent1"/>
              </a:gs>
              <a:gs pos="83000">
                <a:schemeClr val="accent1">
                  <a:alpha val="0"/>
                </a:schemeClr>
              </a:gs>
            </a:gsLst>
            <a:lin ang="5400000" scaled="1"/>
          </a:gradFill>
          <a:ln w="12700" cap="flat">
            <a:gradFill>
              <a:gsLst>
                <a:gs pos="0">
                  <a:schemeClr val="accent1"/>
                </a:gs>
                <a:gs pos="83000">
                  <a:schemeClr val="accent1">
                    <a:alpha val="0"/>
                  </a:schemeClr>
                </a:gs>
              </a:gsLst>
              <a:lin ang="5400000" scaled="1"/>
            </a:gra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箭头: 上 48">
            <a:extLst>
              <a:ext uri="{FF2B5EF4-FFF2-40B4-BE49-F238E27FC236}">
                <a16:creationId xmlns:a16="http://schemas.microsoft.com/office/drawing/2014/main" id="{3A258066-5C77-47DF-BF0E-40C74AC7994B}"/>
              </a:ext>
            </a:extLst>
          </p:cNvPr>
          <p:cNvSpPr/>
          <p:nvPr/>
        </p:nvSpPr>
        <p:spPr>
          <a:xfrm>
            <a:off x="8769466" y="3741562"/>
            <a:ext cx="590153" cy="576749"/>
          </a:xfrm>
          <a:prstGeom prst="upArrow">
            <a:avLst>
              <a:gd name="adj1" fmla="val 50000"/>
              <a:gd name="adj2" fmla="val 68552"/>
            </a:avLst>
          </a:prstGeom>
          <a:gradFill>
            <a:gsLst>
              <a:gs pos="0">
                <a:schemeClr val="accent1"/>
              </a:gs>
              <a:gs pos="83000">
                <a:schemeClr val="accent1">
                  <a:alpha val="0"/>
                </a:schemeClr>
              </a:gs>
            </a:gsLst>
            <a:lin ang="5400000" scaled="1"/>
          </a:gradFill>
          <a:ln w="12700" cap="flat">
            <a:gradFill>
              <a:gsLst>
                <a:gs pos="0">
                  <a:schemeClr val="accent1"/>
                </a:gs>
                <a:gs pos="83000">
                  <a:schemeClr val="accent1">
                    <a:alpha val="0"/>
                  </a:schemeClr>
                </a:gs>
              </a:gsLst>
              <a:lin ang="5400000" scaled="1"/>
            </a:gra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箭头: 上 49">
            <a:extLst>
              <a:ext uri="{FF2B5EF4-FFF2-40B4-BE49-F238E27FC236}">
                <a16:creationId xmlns:a16="http://schemas.microsoft.com/office/drawing/2014/main" id="{DD417214-88A7-4E97-97A1-5D19480F4ABD}"/>
              </a:ext>
            </a:extLst>
          </p:cNvPr>
          <p:cNvSpPr/>
          <p:nvPr/>
        </p:nvSpPr>
        <p:spPr>
          <a:xfrm>
            <a:off x="10204326" y="3741562"/>
            <a:ext cx="590153" cy="576749"/>
          </a:xfrm>
          <a:prstGeom prst="upArrow">
            <a:avLst>
              <a:gd name="adj1" fmla="val 50000"/>
              <a:gd name="adj2" fmla="val 68552"/>
            </a:avLst>
          </a:prstGeom>
          <a:gradFill>
            <a:gsLst>
              <a:gs pos="0">
                <a:schemeClr val="accent1"/>
              </a:gs>
              <a:gs pos="83000">
                <a:schemeClr val="accent1">
                  <a:alpha val="0"/>
                </a:schemeClr>
              </a:gs>
            </a:gsLst>
            <a:lin ang="5400000" scaled="1"/>
          </a:gradFill>
          <a:ln w="12700" cap="flat">
            <a:gradFill>
              <a:gsLst>
                <a:gs pos="0">
                  <a:schemeClr val="accent1"/>
                </a:gs>
                <a:gs pos="83000">
                  <a:schemeClr val="accent1">
                    <a:alpha val="0"/>
                  </a:schemeClr>
                </a:gs>
              </a:gsLst>
              <a:lin ang="5400000" scaled="1"/>
            </a:gra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938BB1F8-0A9D-4149-B763-21F7D8980C2D}"/>
              </a:ext>
            </a:extLst>
          </p:cNvPr>
          <p:cNvSpPr txBox="1"/>
          <p:nvPr/>
        </p:nvSpPr>
        <p:spPr>
          <a:xfrm>
            <a:off x="745366" y="2074610"/>
            <a:ext cx="1950306" cy="3485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承载形式</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32">
            <a:extLst>
              <a:ext uri="{FF2B5EF4-FFF2-40B4-BE49-F238E27FC236}">
                <a16:creationId xmlns:a16="http://schemas.microsoft.com/office/drawing/2014/main" id="{D75F235F-F081-4DA6-91B0-5F19E95404F5}"/>
              </a:ext>
            </a:extLst>
          </p:cNvPr>
          <p:cNvSpPr txBox="1"/>
          <p:nvPr/>
        </p:nvSpPr>
        <p:spPr>
          <a:xfrm>
            <a:off x="737641" y="2586266"/>
            <a:ext cx="1965756" cy="51610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贴心不打扰</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POP/</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弹层</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卡片</a:t>
            </a:r>
            <a:r>
              <a:rPr lang="en-US" altLang="zh-CN"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页面</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E63A0DAB-0911-419C-98E0-F8EA6D4AFFD1}"/>
              </a:ext>
            </a:extLst>
          </p:cNvPr>
          <p:cNvSpPr txBox="1"/>
          <p:nvPr/>
        </p:nvSpPr>
        <p:spPr>
          <a:xfrm>
            <a:off x="2931519" y="2074610"/>
            <a:ext cx="1950306" cy="3485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信息框架</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32">
            <a:extLst>
              <a:ext uri="{FF2B5EF4-FFF2-40B4-BE49-F238E27FC236}">
                <a16:creationId xmlns:a16="http://schemas.microsoft.com/office/drawing/2014/main" id="{6B3D468B-06EF-402C-9286-2315B916CBBE}"/>
              </a:ext>
            </a:extLst>
          </p:cNvPr>
          <p:cNvSpPr txBox="1"/>
          <p:nvPr/>
        </p:nvSpPr>
        <p:spPr>
          <a:xfrm>
            <a:off x="2923794" y="2586266"/>
            <a:ext cx="1965756" cy="51610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视觉动线结构拆解</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合理信息排布，形成规则</a:t>
            </a:r>
          </a:p>
        </p:txBody>
      </p:sp>
      <p:sp>
        <p:nvSpPr>
          <p:cNvPr id="16" name="Object29">
            <a:extLst>
              <a:ext uri="{FF2B5EF4-FFF2-40B4-BE49-F238E27FC236}">
                <a16:creationId xmlns:a16="http://schemas.microsoft.com/office/drawing/2014/main" id="{D73B3623-10BA-4B3A-8822-5CF940E25387}"/>
              </a:ext>
            </a:extLst>
          </p:cNvPr>
          <p:cNvSpPr txBox="1"/>
          <p:nvPr/>
        </p:nvSpPr>
        <p:spPr>
          <a:xfrm>
            <a:off x="5117672" y="2074610"/>
            <a:ext cx="1950306" cy="3485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权益</a:t>
            </a: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抓手包装</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32">
            <a:extLst>
              <a:ext uri="{FF2B5EF4-FFF2-40B4-BE49-F238E27FC236}">
                <a16:creationId xmlns:a16="http://schemas.microsoft.com/office/drawing/2014/main" id="{563D7AB9-8174-45D4-A797-F12F957FD461}"/>
              </a:ext>
            </a:extLst>
          </p:cNvPr>
          <p:cNvSpPr txBox="1"/>
          <p:nvPr/>
        </p:nvSpPr>
        <p:spPr>
          <a:xfrm>
            <a:off x="5109947" y="2586266"/>
            <a:ext cx="1965756" cy="51610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核心权益价值感强化</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优惠折扣等营销包装</a:t>
            </a:r>
          </a:p>
        </p:txBody>
      </p:sp>
      <p:sp>
        <p:nvSpPr>
          <p:cNvPr id="19" name="Object29">
            <a:extLst>
              <a:ext uri="{FF2B5EF4-FFF2-40B4-BE49-F238E27FC236}">
                <a16:creationId xmlns:a16="http://schemas.microsoft.com/office/drawing/2014/main" id="{231345F7-DDA5-478C-B164-AB0113A68792}"/>
              </a:ext>
            </a:extLst>
          </p:cNvPr>
          <p:cNvSpPr txBox="1"/>
          <p:nvPr/>
        </p:nvSpPr>
        <p:spPr>
          <a:xfrm>
            <a:off x="7303825" y="2074610"/>
            <a:ext cx="1950306" cy="3485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沟通话术</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32">
            <a:extLst>
              <a:ext uri="{FF2B5EF4-FFF2-40B4-BE49-F238E27FC236}">
                <a16:creationId xmlns:a16="http://schemas.microsoft.com/office/drawing/2014/main" id="{9D5E7D59-8D0F-4459-8EAB-51EB301AE88A}"/>
              </a:ext>
            </a:extLst>
          </p:cNvPr>
          <p:cNvSpPr txBox="1"/>
          <p:nvPr/>
        </p:nvSpPr>
        <p:spPr>
          <a:xfrm>
            <a:off x="7296100" y="2586266"/>
            <a:ext cx="1965756" cy="51610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用户心境话术刺激</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在适当的实际 说对的话</a:t>
            </a:r>
          </a:p>
        </p:txBody>
      </p:sp>
      <p:sp>
        <p:nvSpPr>
          <p:cNvPr id="22" name="Object29">
            <a:extLst>
              <a:ext uri="{FF2B5EF4-FFF2-40B4-BE49-F238E27FC236}">
                <a16:creationId xmlns:a16="http://schemas.microsoft.com/office/drawing/2014/main" id="{7C4570C7-F72E-4559-9AD9-E181BD591036}"/>
              </a:ext>
            </a:extLst>
          </p:cNvPr>
          <p:cNvSpPr txBox="1"/>
          <p:nvPr/>
        </p:nvSpPr>
        <p:spPr>
          <a:xfrm>
            <a:off x="9489979" y="2074610"/>
            <a:ext cx="1950306" cy="3485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操作引导</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a:extLst>
              <a:ext uri="{FF2B5EF4-FFF2-40B4-BE49-F238E27FC236}">
                <a16:creationId xmlns:a16="http://schemas.microsoft.com/office/drawing/2014/main" id="{07324461-5BC8-4DAF-B88A-6C26AECE1271}"/>
              </a:ext>
            </a:extLst>
          </p:cNvPr>
          <p:cNvSpPr txBox="1"/>
          <p:nvPr/>
        </p:nvSpPr>
        <p:spPr>
          <a:xfrm>
            <a:off x="9482253" y="2586266"/>
            <a:ext cx="1965756" cy="51610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低门槛人机交互操作引导</a:t>
            </a:r>
            <a:endPar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当前情景下的硬件交互</a:t>
            </a:r>
          </a:p>
        </p:txBody>
      </p:sp>
      <p:sp>
        <p:nvSpPr>
          <p:cNvPr id="24" name="矩形: 圆角 23">
            <a:extLst>
              <a:ext uri="{FF2B5EF4-FFF2-40B4-BE49-F238E27FC236}">
                <a16:creationId xmlns:a16="http://schemas.microsoft.com/office/drawing/2014/main" id="{377B3C6F-149D-4970-A3D1-F7BD666B45F2}"/>
              </a:ext>
            </a:extLst>
          </p:cNvPr>
          <p:cNvSpPr/>
          <p:nvPr/>
        </p:nvSpPr>
        <p:spPr>
          <a:xfrm>
            <a:off x="666750" y="3375525"/>
            <a:ext cx="10852150" cy="2859694"/>
          </a:xfrm>
          <a:prstGeom prst="roundRect">
            <a:avLst>
              <a:gd name="adj" fmla="val 3344"/>
            </a:avLst>
          </a:prstGeom>
          <a:gradFill>
            <a:gsLst>
              <a:gs pos="63000">
                <a:schemeClr val="accent1">
                  <a:lumMod val="100000"/>
                  <a:alpha val="0"/>
                </a:schemeClr>
              </a:gs>
              <a:gs pos="0">
                <a:schemeClr val="accent1">
                  <a:lumMod val="100000"/>
                  <a:alpha val="40000"/>
                </a:schemeClr>
              </a:gs>
            </a:gsLst>
            <a:lin ang="5400000" scaled="0"/>
          </a:gradFill>
          <a:ln w="12700" cap="flat">
            <a:solidFill>
              <a:schemeClr val="accent1">
                <a:lumMod val="100000"/>
              </a:schemeClr>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6" name="直接箭头连接符 25">
            <a:extLst>
              <a:ext uri="{FF2B5EF4-FFF2-40B4-BE49-F238E27FC236}">
                <a16:creationId xmlns:a16="http://schemas.microsoft.com/office/drawing/2014/main" id="{7B423748-5F0F-414D-B6D1-9C49D1E3156B}"/>
              </a:ext>
            </a:extLst>
          </p:cNvPr>
          <p:cNvCxnSpPr>
            <a:cxnSpLocks/>
          </p:cNvCxnSpPr>
          <p:nvPr/>
        </p:nvCxnSpPr>
        <p:spPr>
          <a:xfrm>
            <a:off x="1762087" y="5718927"/>
            <a:ext cx="213001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27" name="直接箭头连接符 26">
            <a:extLst>
              <a:ext uri="{FF2B5EF4-FFF2-40B4-BE49-F238E27FC236}">
                <a16:creationId xmlns:a16="http://schemas.microsoft.com/office/drawing/2014/main" id="{5B3AE525-A220-48A8-92AC-95481F543156}"/>
              </a:ext>
            </a:extLst>
          </p:cNvPr>
          <p:cNvCxnSpPr>
            <a:cxnSpLocks/>
          </p:cNvCxnSpPr>
          <p:nvPr/>
        </p:nvCxnSpPr>
        <p:spPr>
          <a:xfrm flipV="1">
            <a:off x="1762087" y="3728762"/>
            <a:ext cx="0" cy="1990165"/>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椭圆 30">
            <a:extLst>
              <a:ext uri="{FF2B5EF4-FFF2-40B4-BE49-F238E27FC236}">
                <a16:creationId xmlns:a16="http://schemas.microsoft.com/office/drawing/2014/main" id="{7C5B7C7A-47DD-4A2C-A4E2-0EF59620A0D8}"/>
              </a:ext>
            </a:extLst>
          </p:cNvPr>
          <p:cNvSpPr/>
          <p:nvPr/>
        </p:nvSpPr>
        <p:spPr>
          <a:xfrm rot="10800000">
            <a:off x="1818462" y="3568111"/>
            <a:ext cx="2017264" cy="2017264"/>
          </a:xfrm>
          <a:prstGeom prst="ellipse">
            <a:avLst/>
          </a:prstGeom>
          <a:gradFill flip="none" rotWithShape="1">
            <a:gsLst>
              <a:gs pos="79000">
                <a:schemeClr val="lt1">
                  <a:lumMod val="100000"/>
                  <a:alpha val="0"/>
                </a:schemeClr>
              </a:gs>
              <a:gs pos="0">
                <a:schemeClr val="accent1">
                  <a:lumMod val="75000"/>
                </a:schemeClr>
              </a:gs>
            </a:gsLst>
            <a:path path="circle">
              <a:fillToRect l="100000" b="100000"/>
            </a:path>
            <a:tileRect t="-100000" r="-100000"/>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86514694-3635-4FA2-A5A0-5675CDE95B2A}"/>
              </a:ext>
            </a:extLst>
          </p:cNvPr>
          <p:cNvSpPr txBox="1"/>
          <p:nvPr/>
        </p:nvSpPr>
        <p:spPr>
          <a:xfrm rot="3188538">
            <a:off x="1905556" y="4628260"/>
            <a:ext cx="1169549" cy="58603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45719" tIns="45719" rIns="45719" bIns="45719" numCol="1" spcCol="38100" rtlCol="0" anchor="t">
            <a:prstTxWarp prst="textArchDown">
              <a:avLst>
                <a:gd name="adj" fmla="val 1139960"/>
              </a:avLst>
            </a:prstTxWarp>
            <a:spAutoFit/>
          </a:bodyPr>
          <a:lstStyle/>
          <a:p>
            <a:pPr marL="0" marR="0" indent="0" algn="l" defTabSz="914400" rtl="0" fontAlgn="auto" latinLnBrk="0" hangingPunct="0">
              <a:lnSpc>
                <a:spcPct val="100000"/>
              </a:lnSpc>
              <a:spcBef>
                <a:spcPts val="0"/>
              </a:spcBef>
              <a:spcAft>
                <a:spcPts val="0"/>
              </a:spcAft>
              <a:buClrTx/>
              <a:buSzTx/>
              <a:buFontTx/>
              <a:buNone/>
              <a:tabLst/>
            </a:pPr>
            <a:r>
              <a:rPr kumimoji="0" lang="zh-CN" altLang="en-US" sz="1400" b="0" i="0" u="none" strike="noStrike" cap="none" spc="0" normalizeH="0" baseline="0" dirty="0">
                <a:ln>
                  <a:noFill/>
                </a:ln>
                <a:solidFill>
                  <a:schemeClr val="lt1">
                    <a:lumMod val="100000"/>
                  </a:schemeClr>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行为触发边界</a:t>
            </a:r>
            <a:endParaRPr kumimoji="0" lang="en-US" sz="1400" b="0" i="0" u="none" strike="noStrike" cap="none" spc="0" normalizeH="0" baseline="0" dirty="0">
              <a:ln>
                <a:noFill/>
              </a:ln>
              <a:solidFill>
                <a:schemeClr val="lt1">
                  <a:lumMod val="100000"/>
                </a:schemeClr>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Object24">
            <a:extLst>
              <a:ext uri="{FF2B5EF4-FFF2-40B4-BE49-F238E27FC236}">
                <a16:creationId xmlns:a16="http://schemas.microsoft.com/office/drawing/2014/main" id="{5F378F25-F164-4791-B0AC-301C5BFBEBCF}"/>
              </a:ext>
            </a:extLst>
          </p:cNvPr>
          <p:cNvSpPr txBox="1"/>
          <p:nvPr/>
        </p:nvSpPr>
        <p:spPr>
          <a:xfrm>
            <a:off x="2634753" y="4456377"/>
            <a:ext cx="748527" cy="3077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l" defTabSz="609600" rtl="0" eaLnBrk="1" fontAlgn="auto" latinLnBrk="0" hangingPunct="0">
              <a:lnSpc>
                <a:spcPct val="100000"/>
              </a:lnSpc>
              <a:spcBef>
                <a:spcPts val="0"/>
              </a:spcBef>
              <a:spcAft>
                <a:spcPts val="0"/>
              </a:spcAft>
              <a:buClrTx/>
              <a:buSzTx/>
              <a:buFontTx/>
              <a:buNone/>
              <a:tabLst/>
              <a:defRPr/>
            </a:pP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成功</a:t>
            </a:r>
            <a:endParaRPr kumimoji="0"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32">
            <a:extLst>
              <a:ext uri="{FF2B5EF4-FFF2-40B4-BE49-F238E27FC236}">
                <a16:creationId xmlns:a16="http://schemas.microsoft.com/office/drawing/2014/main" id="{BD26E016-5A94-4DFA-AAE0-6CF060D7B878}"/>
              </a:ext>
            </a:extLst>
          </p:cNvPr>
          <p:cNvSpPr txBox="1"/>
          <p:nvPr/>
        </p:nvSpPr>
        <p:spPr>
          <a:xfrm>
            <a:off x="1818461" y="5778784"/>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Fogg</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行为模型</a:t>
            </a:r>
          </a:p>
        </p:txBody>
      </p:sp>
      <p:sp>
        <p:nvSpPr>
          <p:cNvPr id="33" name="Object32">
            <a:extLst>
              <a:ext uri="{FF2B5EF4-FFF2-40B4-BE49-F238E27FC236}">
                <a16:creationId xmlns:a16="http://schemas.microsoft.com/office/drawing/2014/main" id="{5419BB63-7122-4FC0-8A2C-2060B7A993CA}"/>
              </a:ext>
            </a:extLst>
          </p:cNvPr>
          <p:cNvSpPr txBox="1"/>
          <p:nvPr/>
        </p:nvSpPr>
        <p:spPr>
          <a:xfrm>
            <a:off x="2923794" y="5782571"/>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B=MAT</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34" name="Object32">
            <a:extLst>
              <a:ext uri="{FF2B5EF4-FFF2-40B4-BE49-F238E27FC236}">
                <a16:creationId xmlns:a16="http://schemas.microsoft.com/office/drawing/2014/main" id="{37E5FC30-3B56-4DBF-95E6-7165E12325C3}"/>
              </a:ext>
            </a:extLst>
          </p:cNvPr>
          <p:cNvSpPr txBox="1"/>
          <p:nvPr/>
        </p:nvSpPr>
        <p:spPr>
          <a:xfrm>
            <a:off x="1314131" y="3586463"/>
            <a:ext cx="391583"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动机</a:t>
            </a:r>
          </a:p>
        </p:txBody>
      </p:sp>
      <p:sp>
        <p:nvSpPr>
          <p:cNvPr id="35" name="Object32">
            <a:extLst>
              <a:ext uri="{FF2B5EF4-FFF2-40B4-BE49-F238E27FC236}">
                <a16:creationId xmlns:a16="http://schemas.microsoft.com/office/drawing/2014/main" id="{452F0F9C-72BD-4CA1-9A36-2A286C266E45}"/>
              </a:ext>
            </a:extLst>
          </p:cNvPr>
          <p:cNvSpPr txBox="1"/>
          <p:nvPr/>
        </p:nvSpPr>
        <p:spPr>
          <a:xfrm>
            <a:off x="3909883" y="5626594"/>
            <a:ext cx="391583"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能力</a:t>
            </a:r>
          </a:p>
        </p:txBody>
      </p:sp>
      <p:sp>
        <p:nvSpPr>
          <p:cNvPr id="36" name="Object24">
            <a:extLst>
              <a:ext uri="{FF2B5EF4-FFF2-40B4-BE49-F238E27FC236}">
                <a16:creationId xmlns:a16="http://schemas.microsoft.com/office/drawing/2014/main" id="{79BBE5AB-4CD5-4F03-AE35-5414CBAD10A6}"/>
              </a:ext>
            </a:extLst>
          </p:cNvPr>
          <p:cNvSpPr txBox="1"/>
          <p:nvPr/>
        </p:nvSpPr>
        <p:spPr>
          <a:xfrm>
            <a:off x="5793737" y="1445722"/>
            <a:ext cx="3834357" cy="3077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l" defTabSz="609600" rtl="0" eaLnBrk="1" fontAlgn="auto" latinLnBrk="0" hangingPunct="0">
              <a:lnSpc>
                <a:spcPct val="100000"/>
              </a:lnSpc>
              <a:spcBef>
                <a:spcPts val="0"/>
              </a:spcBef>
              <a:spcAft>
                <a:spcPts val="0"/>
              </a:spcAft>
              <a:buClrTx/>
              <a:buSzTx/>
              <a:buFontTx/>
              <a:buNone/>
              <a:tabLst/>
              <a:defRPr/>
            </a:pP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行为可能性</a:t>
            </a:r>
            <a:r>
              <a:rPr kumimoji="0" lang="en-US" altLang="zh-CN"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r>
              <a:rPr kumimoji="0" lang="en-US" altLang="zh-CN"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能力</a:t>
            </a:r>
            <a:r>
              <a:rPr kumimoji="0" lang="en-US" altLang="zh-CN"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触发</a:t>
            </a:r>
            <a:endParaRPr kumimoji="0" sz="2000" b="0" i="0" u="none" strike="noStrike" kern="0" cap="none" spc="0"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椭圆 37">
            <a:extLst>
              <a:ext uri="{FF2B5EF4-FFF2-40B4-BE49-F238E27FC236}">
                <a16:creationId xmlns:a16="http://schemas.microsoft.com/office/drawing/2014/main" id="{5F9BA9C5-26E7-4945-B58A-4BB8E96373D5}"/>
              </a:ext>
            </a:extLst>
          </p:cNvPr>
          <p:cNvSpPr/>
          <p:nvPr/>
        </p:nvSpPr>
        <p:spPr>
          <a:xfrm>
            <a:off x="5125666" y="4079910"/>
            <a:ext cx="1478372" cy="1478372"/>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24">
            <a:extLst>
              <a:ext uri="{FF2B5EF4-FFF2-40B4-BE49-F238E27FC236}">
                <a16:creationId xmlns:a16="http://schemas.microsoft.com/office/drawing/2014/main" id="{F5192968-8CF3-4CE2-BE6F-BB0C06818B5D}"/>
              </a:ext>
            </a:extLst>
          </p:cNvPr>
          <p:cNvSpPr txBox="1"/>
          <p:nvPr/>
        </p:nvSpPr>
        <p:spPr>
          <a:xfrm>
            <a:off x="5284287" y="4351101"/>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行为</a:t>
            </a:r>
            <a:endParaRPr kumimoji="0" lang="en-US" altLang="zh-CN"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可能性</a:t>
            </a:r>
            <a:endParaRPr kumimoji="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40" name="椭圆 39">
            <a:extLst>
              <a:ext uri="{FF2B5EF4-FFF2-40B4-BE49-F238E27FC236}">
                <a16:creationId xmlns:a16="http://schemas.microsoft.com/office/drawing/2014/main" id="{45309D20-9AEF-4D61-BBB2-F18C81A7F2A2}"/>
              </a:ext>
            </a:extLst>
          </p:cNvPr>
          <p:cNvSpPr/>
          <p:nvPr/>
        </p:nvSpPr>
        <p:spPr>
          <a:xfrm>
            <a:off x="7066159" y="425554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29">
            <a:extLst>
              <a:ext uri="{FF2B5EF4-FFF2-40B4-BE49-F238E27FC236}">
                <a16:creationId xmlns:a16="http://schemas.microsoft.com/office/drawing/2014/main" id="{F2D4A6D9-1D04-4576-B9F8-D0B47A930A4B}"/>
              </a:ext>
            </a:extLst>
          </p:cNvPr>
          <p:cNvSpPr txBox="1"/>
          <p:nvPr/>
        </p:nvSpPr>
        <p:spPr>
          <a:xfrm>
            <a:off x="7286810" y="4680597"/>
            <a:ext cx="685801" cy="24622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椭圆 41">
            <a:extLst>
              <a:ext uri="{FF2B5EF4-FFF2-40B4-BE49-F238E27FC236}">
                <a16:creationId xmlns:a16="http://schemas.microsoft.com/office/drawing/2014/main" id="{25554E94-AAE5-4956-8D19-EBEF05DD5443}"/>
              </a:ext>
            </a:extLst>
          </p:cNvPr>
          <p:cNvSpPr/>
          <p:nvPr/>
        </p:nvSpPr>
        <p:spPr>
          <a:xfrm>
            <a:off x="8500992" y="425554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29">
            <a:extLst>
              <a:ext uri="{FF2B5EF4-FFF2-40B4-BE49-F238E27FC236}">
                <a16:creationId xmlns:a16="http://schemas.microsoft.com/office/drawing/2014/main" id="{16C5D11B-C50E-4B83-99F1-C7C786D9FE89}"/>
              </a:ext>
            </a:extLst>
          </p:cNvPr>
          <p:cNvSpPr txBox="1"/>
          <p:nvPr/>
        </p:nvSpPr>
        <p:spPr>
          <a:xfrm>
            <a:off x="8721643" y="4680597"/>
            <a:ext cx="685801" cy="24622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能力</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椭圆 43">
            <a:extLst>
              <a:ext uri="{FF2B5EF4-FFF2-40B4-BE49-F238E27FC236}">
                <a16:creationId xmlns:a16="http://schemas.microsoft.com/office/drawing/2014/main" id="{CB3F84A3-2D5C-4461-9935-DC158096A766}"/>
              </a:ext>
            </a:extLst>
          </p:cNvPr>
          <p:cNvSpPr/>
          <p:nvPr/>
        </p:nvSpPr>
        <p:spPr>
          <a:xfrm>
            <a:off x="9935852" y="425554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29">
            <a:extLst>
              <a:ext uri="{FF2B5EF4-FFF2-40B4-BE49-F238E27FC236}">
                <a16:creationId xmlns:a16="http://schemas.microsoft.com/office/drawing/2014/main" id="{27F23B74-3941-4CCC-96CD-A50D2052CCD7}"/>
              </a:ext>
            </a:extLst>
          </p:cNvPr>
          <p:cNvSpPr txBox="1"/>
          <p:nvPr/>
        </p:nvSpPr>
        <p:spPr>
          <a:xfrm>
            <a:off x="10156503" y="4680597"/>
            <a:ext cx="685801" cy="24622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触发</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Object24">
            <a:extLst>
              <a:ext uri="{FF2B5EF4-FFF2-40B4-BE49-F238E27FC236}">
                <a16:creationId xmlns:a16="http://schemas.microsoft.com/office/drawing/2014/main" id="{125D508F-D4EE-4BC0-B307-C21DBAE1C606}"/>
              </a:ext>
            </a:extLst>
          </p:cNvPr>
          <p:cNvSpPr txBox="1"/>
          <p:nvPr/>
        </p:nvSpPr>
        <p:spPr>
          <a:xfrm>
            <a:off x="6667343" y="4665208"/>
            <a:ext cx="341857" cy="3077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24">
            <a:extLst>
              <a:ext uri="{FF2B5EF4-FFF2-40B4-BE49-F238E27FC236}">
                <a16:creationId xmlns:a16="http://schemas.microsoft.com/office/drawing/2014/main" id="{90F5BC7A-D823-4C43-9E58-74031F17D521}"/>
              </a:ext>
            </a:extLst>
          </p:cNvPr>
          <p:cNvSpPr txBox="1"/>
          <p:nvPr/>
        </p:nvSpPr>
        <p:spPr>
          <a:xfrm>
            <a:off x="8176185" y="4665208"/>
            <a:ext cx="341857" cy="3077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Object24">
            <a:extLst>
              <a:ext uri="{FF2B5EF4-FFF2-40B4-BE49-F238E27FC236}">
                <a16:creationId xmlns:a16="http://schemas.microsoft.com/office/drawing/2014/main" id="{831A5590-0299-404B-B9A8-712EBF8D302F}"/>
              </a:ext>
            </a:extLst>
          </p:cNvPr>
          <p:cNvSpPr txBox="1"/>
          <p:nvPr/>
        </p:nvSpPr>
        <p:spPr>
          <a:xfrm>
            <a:off x="9628094" y="4665208"/>
            <a:ext cx="341857" cy="3077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kumimoji="0" sz="20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350440B4-06D2-9833-10EA-BECFF35B5A5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2" name="矩形 11">
            <a:extLst>
              <a:ext uri="{FF2B5EF4-FFF2-40B4-BE49-F238E27FC236}">
                <a16:creationId xmlns:a16="http://schemas.microsoft.com/office/drawing/2014/main" id="{586E5031-19B0-CB48-8F8A-6387F42978C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文本框 14">
            <a:extLst>
              <a:ext uri="{FF2B5EF4-FFF2-40B4-BE49-F238E27FC236}">
                <a16:creationId xmlns:a16="http://schemas.microsoft.com/office/drawing/2014/main" id="{79538F01-420A-F9C8-7B49-AFB4C3D4592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58670358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4">
            <a:extLst>
              <a:ext uri="{FF2B5EF4-FFF2-40B4-BE49-F238E27FC236}">
                <a16:creationId xmlns:a16="http://schemas.microsoft.com/office/drawing/2014/main" id="{01944117-3543-901B-4D5A-F7D058FAD158}"/>
              </a:ext>
            </a:extLst>
          </p:cNvPr>
          <p:cNvSpPr/>
          <p:nvPr/>
        </p:nvSpPr>
        <p:spPr>
          <a:xfrm flipH="1">
            <a:off x="3644244" y="5890262"/>
            <a:ext cx="5529545" cy="2859694"/>
          </a:xfrm>
          <a:prstGeom prst="roundRect">
            <a:avLst>
              <a:gd name="adj" fmla="val 3344"/>
            </a:avLst>
          </a:prstGeom>
          <a:gradFill>
            <a:gsLst>
              <a:gs pos="63000">
                <a:schemeClr val="accent1">
                  <a:lumMod val="100000"/>
                  <a:alpha val="0"/>
                </a:schemeClr>
              </a:gs>
              <a:gs pos="0">
                <a:schemeClr val="accent1">
                  <a:lumMod val="100000"/>
                  <a:alpha val="30000"/>
                </a:schemeClr>
              </a:gs>
            </a:gsLst>
            <a:lin ang="5400000" scaled="0"/>
          </a:gradFill>
          <a:ln w="12700" cap="flat">
            <a:no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矩形: 圆角 3">
            <a:extLst>
              <a:ext uri="{FF2B5EF4-FFF2-40B4-BE49-F238E27FC236}">
                <a16:creationId xmlns:a16="http://schemas.microsoft.com/office/drawing/2014/main" id="{866D2D3A-231A-380E-AAE0-FED83932D81F}"/>
              </a:ext>
            </a:extLst>
          </p:cNvPr>
          <p:cNvSpPr/>
          <p:nvPr/>
        </p:nvSpPr>
        <p:spPr>
          <a:xfrm rot="13975923" flipH="1">
            <a:off x="6609810" y="1608673"/>
            <a:ext cx="4985312" cy="2859694"/>
          </a:xfrm>
          <a:prstGeom prst="roundRect">
            <a:avLst>
              <a:gd name="adj" fmla="val 3344"/>
            </a:avLst>
          </a:prstGeom>
          <a:gradFill>
            <a:gsLst>
              <a:gs pos="63000">
                <a:schemeClr val="accent1">
                  <a:lumMod val="100000"/>
                  <a:alpha val="0"/>
                </a:schemeClr>
              </a:gs>
              <a:gs pos="0">
                <a:schemeClr val="accent1">
                  <a:lumMod val="100000"/>
                  <a:alpha val="30000"/>
                </a:schemeClr>
              </a:gs>
            </a:gsLst>
            <a:lin ang="5400000" scaled="0"/>
          </a:gradFill>
          <a:ln w="12700" cap="flat">
            <a:no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矩形: 圆角 2">
            <a:extLst>
              <a:ext uri="{FF2B5EF4-FFF2-40B4-BE49-F238E27FC236}">
                <a16:creationId xmlns:a16="http://schemas.microsoft.com/office/drawing/2014/main" id="{39A2A8DD-C09D-0BA2-1798-843029C1BCCA}"/>
              </a:ext>
            </a:extLst>
          </p:cNvPr>
          <p:cNvSpPr/>
          <p:nvPr/>
        </p:nvSpPr>
        <p:spPr>
          <a:xfrm rot="7624077">
            <a:off x="1261250" y="1608673"/>
            <a:ext cx="4985312" cy="2859694"/>
          </a:xfrm>
          <a:prstGeom prst="roundRect">
            <a:avLst>
              <a:gd name="adj" fmla="val 3344"/>
            </a:avLst>
          </a:prstGeom>
          <a:gradFill>
            <a:gsLst>
              <a:gs pos="63000">
                <a:schemeClr val="accent1">
                  <a:lumMod val="100000"/>
                  <a:alpha val="0"/>
                </a:schemeClr>
              </a:gs>
              <a:gs pos="0">
                <a:schemeClr val="accent1">
                  <a:lumMod val="100000"/>
                  <a:alpha val="30000"/>
                </a:schemeClr>
              </a:gs>
            </a:gsLst>
            <a:lin ang="5400000" scaled="0"/>
          </a:gradFill>
          <a:ln w="12700" cap="flat">
            <a:no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等腰三角形 1">
            <a:extLst>
              <a:ext uri="{FF2B5EF4-FFF2-40B4-BE49-F238E27FC236}">
                <a16:creationId xmlns:a16="http://schemas.microsoft.com/office/drawing/2014/main" id="{CF23C1EA-99F8-41EC-BEF3-3DB68EB5701E}"/>
              </a:ext>
            </a:extLst>
          </p:cNvPr>
          <p:cNvSpPr/>
          <p:nvPr/>
        </p:nvSpPr>
        <p:spPr>
          <a:xfrm>
            <a:off x="3396061" y="1883517"/>
            <a:ext cx="6064250" cy="4002031"/>
          </a:xfrm>
          <a:prstGeom prst="triangl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B9C29481-139D-4B16-AE06-1BBCDA041EDB}"/>
              </a:ext>
            </a:extLst>
          </p:cNvPr>
          <p:cNvSpPr/>
          <p:nvPr/>
        </p:nvSpPr>
        <p:spPr>
          <a:xfrm>
            <a:off x="2719133" y="5136668"/>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a:extLst>
              <a:ext uri="{FF2B5EF4-FFF2-40B4-BE49-F238E27FC236}">
                <a16:creationId xmlns:a16="http://schemas.microsoft.com/office/drawing/2014/main" id="{6380A65F-14B0-4D00-A5E5-F43CC6F814C5}"/>
              </a:ext>
            </a:extLst>
          </p:cNvPr>
          <p:cNvSpPr txBox="1"/>
          <p:nvPr/>
        </p:nvSpPr>
        <p:spPr>
          <a:xfrm>
            <a:off x="3053161" y="5445955"/>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收集</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共建</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31D47B67-8DCF-46D1-899A-F42571D08547}"/>
              </a:ext>
            </a:extLst>
          </p:cNvPr>
          <p:cNvSpPr/>
          <p:nvPr/>
        </p:nvSpPr>
        <p:spPr>
          <a:xfrm>
            <a:off x="8783383" y="5136668"/>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Object29">
            <a:extLst>
              <a:ext uri="{FF2B5EF4-FFF2-40B4-BE49-F238E27FC236}">
                <a16:creationId xmlns:a16="http://schemas.microsoft.com/office/drawing/2014/main" id="{D8585503-6354-4886-B041-07C42557B5CB}"/>
              </a:ext>
            </a:extLst>
          </p:cNvPr>
          <p:cNvSpPr txBox="1"/>
          <p:nvPr/>
        </p:nvSpPr>
        <p:spPr>
          <a:xfrm>
            <a:off x="9117411" y="5445955"/>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阶段</a:t>
            </a:r>
            <a:endParaRPr kumimoji="0" lang="en-US" altLang="zh-CN"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a:t>
            </a:r>
            <a:endParaRPr kumimoji="0" sz="18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25C12ACF-EFAA-4941-884F-DAF83589850F}"/>
              </a:ext>
            </a:extLst>
          </p:cNvPr>
          <p:cNvSpPr/>
          <p:nvPr/>
        </p:nvSpPr>
        <p:spPr>
          <a:xfrm>
            <a:off x="5751258" y="1278541"/>
            <a:ext cx="1353856" cy="135385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84723771-DDF2-4D53-8193-974DFB48E799}"/>
              </a:ext>
            </a:extLst>
          </p:cNvPr>
          <p:cNvSpPr txBox="1"/>
          <p:nvPr/>
        </p:nvSpPr>
        <p:spPr>
          <a:xfrm>
            <a:off x="6085286" y="1587828"/>
            <a:ext cx="685801" cy="69717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资源</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投入</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6" name="Object24">
            <a:extLst>
              <a:ext uri="{FF2B5EF4-FFF2-40B4-BE49-F238E27FC236}">
                <a16:creationId xmlns:a16="http://schemas.microsoft.com/office/drawing/2014/main" id="{8F26DE28-2F62-4BE2-9BC5-E1DF73F32BA1}"/>
              </a:ext>
            </a:extLst>
          </p:cNvPr>
          <p:cNvSpPr txBox="1"/>
          <p:nvPr/>
        </p:nvSpPr>
        <p:spPr>
          <a:xfrm>
            <a:off x="5847621" y="3926869"/>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a:t>
            </a:r>
            <a:endParaRPr kumimoji="0" lang="en-US" altLang="zh-CN"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支撑</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等腰三角形 20">
            <a:extLst>
              <a:ext uri="{FF2B5EF4-FFF2-40B4-BE49-F238E27FC236}">
                <a16:creationId xmlns:a16="http://schemas.microsoft.com/office/drawing/2014/main" id="{8D73B62A-0E75-47F0-8369-A28CE0E85B26}"/>
              </a:ext>
            </a:extLst>
          </p:cNvPr>
          <p:cNvSpPr/>
          <p:nvPr/>
        </p:nvSpPr>
        <p:spPr>
          <a:xfrm flipV="1">
            <a:off x="5153261" y="3776618"/>
            <a:ext cx="2534930" cy="1672898"/>
          </a:xfrm>
          <a:prstGeom prst="triangl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7A0EFBB2-4CFA-402B-B5C1-A30D2F70B4A0}"/>
              </a:ext>
            </a:extLst>
          </p:cNvPr>
          <p:cNvSpPr/>
          <p:nvPr/>
        </p:nvSpPr>
        <p:spPr>
          <a:xfrm>
            <a:off x="5686382" y="3653060"/>
            <a:ext cx="1483608" cy="148360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32">
            <a:extLst>
              <a:ext uri="{FF2B5EF4-FFF2-40B4-BE49-F238E27FC236}">
                <a16:creationId xmlns:a16="http://schemas.microsoft.com/office/drawing/2014/main" id="{1202CC55-15B5-48E7-BF0B-AC7C93035424}"/>
              </a:ext>
            </a:extLst>
          </p:cNvPr>
          <p:cNvSpPr txBox="1"/>
          <p:nvPr/>
        </p:nvSpPr>
        <p:spPr>
          <a:xfrm>
            <a:off x="5232818" y="3525500"/>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a:t>
            </a: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a:t>
            </a:r>
          </a:p>
        </p:txBody>
      </p:sp>
      <p:sp>
        <p:nvSpPr>
          <p:cNvPr id="22" name="Object32">
            <a:extLst>
              <a:ext uri="{FF2B5EF4-FFF2-40B4-BE49-F238E27FC236}">
                <a16:creationId xmlns:a16="http://schemas.microsoft.com/office/drawing/2014/main" id="{53489615-AE34-48CC-A231-97EA5A353E14}"/>
              </a:ext>
            </a:extLst>
          </p:cNvPr>
          <p:cNvSpPr txBox="1"/>
          <p:nvPr/>
        </p:nvSpPr>
        <p:spPr>
          <a:xfrm>
            <a:off x="6480691" y="3525500"/>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a:t>
            </a: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营销</a:t>
            </a:r>
          </a:p>
        </p:txBody>
      </p:sp>
      <p:sp>
        <p:nvSpPr>
          <p:cNvPr id="23" name="Object32">
            <a:extLst>
              <a:ext uri="{FF2B5EF4-FFF2-40B4-BE49-F238E27FC236}">
                <a16:creationId xmlns:a16="http://schemas.microsoft.com/office/drawing/2014/main" id="{4872EC13-3DF6-4C87-99B1-1E4A301DF288}"/>
              </a:ext>
            </a:extLst>
          </p:cNvPr>
          <p:cNvSpPr txBox="1"/>
          <p:nvPr/>
        </p:nvSpPr>
        <p:spPr>
          <a:xfrm>
            <a:off x="6480691" y="5304423"/>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DAU/GMV</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32">
            <a:extLst>
              <a:ext uri="{FF2B5EF4-FFF2-40B4-BE49-F238E27FC236}">
                <a16:creationId xmlns:a16="http://schemas.microsoft.com/office/drawing/2014/main" id="{1EFF9E45-084B-4995-8E42-080D4A5787FE}"/>
              </a:ext>
            </a:extLst>
          </p:cNvPr>
          <p:cNvSpPr txBox="1"/>
          <p:nvPr/>
        </p:nvSpPr>
        <p:spPr>
          <a:xfrm>
            <a:off x="6766225" y="4844514"/>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清晰目标</a:t>
            </a:r>
          </a:p>
        </p:txBody>
      </p:sp>
      <p:sp>
        <p:nvSpPr>
          <p:cNvPr id="25" name="Object32">
            <a:extLst>
              <a:ext uri="{FF2B5EF4-FFF2-40B4-BE49-F238E27FC236}">
                <a16:creationId xmlns:a16="http://schemas.microsoft.com/office/drawing/2014/main" id="{CD63C1A8-E2E6-4052-8A16-CB04AB80A013}"/>
              </a:ext>
            </a:extLst>
          </p:cNvPr>
          <p:cNvSpPr txBox="1"/>
          <p:nvPr/>
        </p:nvSpPr>
        <p:spPr>
          <a:xfrm>
            <a:off x="7051759" y="4384605"/>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时间点</a:t>
            </a:r>
          </a:p>
        </p:txBody>
      </p:sp>
      <p:sp>
        <p:nvSpPr>
          <p:cNvPr id="26" name="Object32">
            <a:extLst>
              <a:ext uri="{FF2B5EF4-FFF2-40B4-BE49-F238E27FC236}">
                <a16:creationId xmlns:a16="http://schemas.microsoft.com/office/drawing/2014/main" id="{96E885B9-D3D8-4789-A2E9-827D94EFBCCE}"/>
              </a:ext>
            </a:extLst>
          </p:cNvPr>
          <p:cNvSpPr txBox="1"/>
          <p:nvPr/>
        </p:nvSpPr>
        <p:spPr>
          <a:xfrm>
            <a:off x="5145074" y="5304423"/>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风格确立</a:t>
            </a:r>
          </a:p>
        </p:txBody>
      </p:sp>
      <p:sp>
        <p:nvSpPr>
          <p:cNvPr id="27" name="Object32">
            <a:extLst>
              <a:ext uri="{FF2B5EF4-FFF2-40B4-BE49-F238E27FC236}">
                <a16:creationId xmlns:a16="http://schemas.microsoft.com/office/drawing/2014/main" id="{E481B370-5FEB-42E6-B6CC-85D72849A3AF}"/>
              </a:ext>
            </a:extLst>
          </p:cNvPr>
          <p:cNvSpPr txBox="1"/>
          <p:nvPr/>
        </p:nvSpPr>
        <p:spPr>
          <a:xfrm>
            <a:off x="4896512" y="4844514"/>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用户分析</a:t>
            </a:r>
          </a:p>
        </p:txBody>
      </p:sp>
      <p:sp>
        <p:nvSpPr>
          <p:cNvPr id="28" name="Object32">
            <a:extLst>
              <a:ext uri="{FF2B5EF4-FFF2-40B4-BE49-F238E27FC236}">
                <a16:creationId xmlns:a16="http://schemas.microsoft.com/office/drawing/2014/main" id="{81C228A7-DA96-4686-B4E3-07B6CF99098F}"/>
              </a:ext>
            </a:extLst>
          </p:cNvPr>
          <p:cNvSpPr txBox="1"/>
          <p:nvPr/>
        </p:nvSpPr>
        <p:spPr>
          <a:xfrm>
            <a:off x="4684019" y="4384605"/>
            <a:ext cx="1176199"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p>
        </p:txBody>
      </p:sp>
      <p:sp>
        <p:nvSpPr>
          <p:cNvPr id="29" name="Object24">
            <a:extLst>
              <a:ext uri="{FF2B5EF4-FFF2-40B4-BE49-F238E27FC236}">
                <a16:creationId xmlns:a16="http://schemas.microsoft.com/office/drawing/2014/main" id="{7EEA59AA-F918-4C54-B97B-94D2072DAEC9}"/>
              </a:ext>
            </a:extLst>
          </p:cNvPr>
          <p:cNvSpPr txBox="1"/>
          <p:nvPr/>
        </p:nvSpPr>
        <p:spPr>
          <a:xfrm>
            <a:off x="5830461" y="3890651"/>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lang="en-US" altLang="zh-CN"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支撑</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a:extLst>
              <a:ext uri="{FF2B5EF4-FFF2-40B4-BE49-F238E27FC236}">
                <a16:creationId xmlns:a16="http://schemas.microsoft.com/office/drawing/2014/main" id="{993069C7-0258-4825-9CBA-8E75A33D41C7}"/>
              </a:ext>
            </a:extLst>
          </p:cNvPr>
          <p:cNvSpPr txBox="1"/>
          <p:nvPr/>
        </p:nvSpPr>
        <p:spPr>
          <a:xfrm>
            <a:off x="5840087" y="6064998"/>
            <a:ext cx="1176199" cy="21544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第一性原则</a:t>
            </a:r>
          </a:p>
        </p:txBody>
      </p:sp>
      <p:sp>
        <p:nvSpPr>
          <p:cNvPr id="31" name="Object32">
            <a:extLst>
              <a:ext uri="{FF2B5EF4-FFF2-40B4-BE49-F238E27FC236}">
                <a16:creationId xmlns:a16="http://schemas.microsoft.com/office/drawing/2014/main" id="{684DBCEA-934B-4662-A558-F9702E6ECE2B}"/>
              </a:ext>
            </a:extLst>
          </p:cNvPr>
          <p:cNvSpPr txBox="1"/>
          <p:nvPr/>
        </p:nvSpPr>
        <p:spPr>
          <a:xfrm rot="18437464">
            <a:off x="4039487" y="3645581"/>
            <a:ext cx="1176199" cy="21544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统一认知</a:t>
            </a:r>
          </a:p>
        </p:txBody>
      </p:sp>
      <p:sp>
        <p:nvSpPr>
          <p:cNvPr id="32" name="Object32">
            <a:extLst>
              <a:ext uri="{FF2B5EF4-FFF2-40B4-BE49-F238E27FC236}">
                <a16:creationId xmlns:a16="http://schemas.microsoft.com/office/drawing/2014/main" id="{CCC9C1CD-0610-463F-B44F-778FF175A60C}"/>
              </a:ext>
            </a:extLst>
          </p:cNvPr>
          <p:cNvSpPr txBox="1"/>
          <p:nvPr/>
        </p:nvSpPr>
        <p:spPr>
          <a:xfrm rot="3162536" flipH="1">
            <a:off x="7609084" y="3742935"/>
            <a:ext cx="1176199" cy="21544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400" b="0" i="0" u="none" strike="noStrike" kern="0" cap="none" normalizeH="0" baseline="0" noProof="0" dirty="0">
                <a:ln>
                  <a:noFill/>
                </a:ln>
                <a:solidFill>
                  <a:schemeClr val="dk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阶段目标拆解</a:t>
            </a:r>
          </a:p>
        </p:txBody>
      </p:sp>
      <p:cxnSp>
        <p:nvCxnSpPr>
          <p:cNvPr id="34" name="直接箭头连接符 33">
            <a:extLst>
              <a:ext uri="{FF2B5EF4-FFF2-40B4-BE49-F238E27FC236}">
                <a16:creationId xmlns:a16="http://schemas.microsoft.com/office/drawing/2014/main" id="{3EE7FD25-1AEC-46A3-8D3B-E1FCBAA2DA1B}"/>
              </a:ext>
            </a:extLst>
          </p:cNvPr>
          <p:cNvCxnSpPr>
            <a:cxnSpLocks/>
          </p:cNvCxnSpPr>
          <p:nvPr/>
        </p:nvCxnSpPr>
        <p:spPr>
          <a:xfrm>
            <a:off x="6428187" y="2632397"/>
            <a:ext cx="0" cy="84853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8" name="直接箭头连接符 37">
            <a:extLst>
              <a:ext uri="{FF2B5EF4-FFF2-40B4-BE49-F238E27FC236}">
                <a16:creationId xmlns:a16="http://schemas.microsoft.com/office/drawing/2014/main" id="{81564533-AE82-4D1F-8528-D5BD8142A083}"/>
              </a:ext>
            </a:extLst>
          </p:cNvPr>
          <p:cNvCxnSpPr>
            <a:cxnSpLocks/>
          </p:cNvCxnSpPr>
          <p:nvPr/>
        </p:nvCxnSpPr>
        <p:spPr>
          <a:xfrm flipV="1">
            <a:off x="4167328" y="5114735"/>
            <a:ext cx="734850" cy="4242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40" name="直接箭头连接符 39">
            <a:extLst>
              <a:ext uri="{FF2B5EF4-FFF2-40B4-BE49-F238E27FC236}">
                <a16:creationId xmlns:a16="http://schemas.microsoft.com/office/drawing/2014/main" id="{6829E4B0-CEC8-4242-BF3C-F7FC40B2BA9B}"/>
              </a:ext>
            </a:extLst>
          </p:cNvPr>
          <p:cNvCxnSpPr>
            <a:cxnSpLocks/>
          </p:cNvCxnSpPr>
          <p:nvPr/>
        </p:nvCxnSpPr>
        <p:spPr>
          <a:xfrm flipH="1" flipV="1">
            <a:off x="7994457" y="5114735"/>
            <a:ext cx="734850" cy="4242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 name="文本框 5">
            <a:extLst>
              <a:ext uri="{FF2B5EF4-FFF2-40B4-BE49-F238E27FC236}">
                <a16:creationId xmlns:a16="http://schemas.microsoft.com/office/drawing/2014/main" id="{89F46624-FCCC-646F-AC13-796E112AE59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7" name="矩形 6">
            <a:extLst>
              <a:ext uri="{FF2B5EF4-FFF2-40B4-BE49-F238E27FC236}">
                <a16:creationId xmlns:a16="http://schemas.microsoft.com/office/drawing/2014/main" id="{915142EE-28DE-0E22-DD30-D13A182B4C0C}"/>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文本框 13">
            <a:extLst>
              <a:ext uri="{FF2B5EF4-FFF2-40B4-BE49-F238E27FC236}">
                <a16:creationId xmlns:a16="http://schemas.microsoft.com/office/drawing/2014/main" id="{006D20DF-06D3-8242-8E47-C7A08650593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15009798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形状">
            <a:extLst>
              <a:ext uri="{FF2B5EF4-FFF2-40B4-BE49-F238E27FC236}">
                <a16:creationId xmlns:a16="http://schemas.microsoft.com/office/drawing/2014/main" id="{2152DC72-E860-48A6-9046-60053AB031ED}"/>
              </a:ext>
            </a:extLst>
          </p:cNvPr>
          <p:cNvSpPr/>
          <p:nvPr/>
        </p:nvSpPr>
        <p:spPr>
          <a:xfrm>
            <a:off x="6259340" y="1926646"/>
            <a:ext cx="1960192" cy="4516008"/>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lumMod val="100000"/>
                  <a:alpha val="37000"/>
                </a:schemeClr>
              </a:gs>
              <a:gs pos="100000">
                <a:schemeClr val="accent1">
                  <a:alpha val="0"/>
                </a:schemeClr>
              </a:gs>
            </a:gsLst>
            <a:lin ang="0" scaled="0"/>
            <a:tileRect/>
          </a:gradFill>
          <a:ln w="3175">
            <a:miter lim="400000"/>
          </a:ln>
        </p:spPr>
        <p:txBody>
          <a:bodyPr lIns="25400" tIns="25400" rIns="25400" bIns="25400" anchor="ctr"/>
          <a:lstStyle/>
          <a:p>
            <a:pPr algn="ctr" defTabSz="412750" hangingPunct="0"/>
            <a:endParaRPr sz="1600" kern="0" dirty="0">
              <a:solidFill>
                <a:srgbClr val="3C5DEB"/>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形状">
            <a:extLst>
              <a:ext uri="{FF2B5EF4-FFF2-40B4-BE49-F238E27FC236}">
                <a16:creationId xmlns:a16="http://schemas.microsoft.com/office/drawing/2014/main" id="{9667AF85-C88E-4FBE-908E-154970A8172C}"/>
              </a:ext>
            </a:extLst>
          </p:cNvPr>
          <p:cNvSpPr/>
          <p:nvPr/>
        </p:nvSpPr>
        <p:spPr>
          <a:xfrm>
            <a:off x="1491601" y="1926646"/>
            <a:ext cx="1960192" cy="4516008"/>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lumMod val="100000"/>
                  <a:alpha val="37000"/>
                </a:schemeClr>
              </a:gs>
              <a:gs pos="100000">
                <a:schemeClr val="accent1">
                  <a:alpha val="0"/>
                </a:schemeClr>
              </a:gs>
            </a:gsLst>
            <a:lin ang="0" scaled="0"/>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E79B329C-CA8C-4186-A829-875EA2DE6541}"/>
              </a:ext>
            </a:extLst>
          </p:cNvPr>
          <p:cNvSpPr/>
          <p:nvPr/>
        </p:nvSpPr>
        <p:spPr>
          <a:xfrm>
            <a:off x="803214" y="3337881"/>
            <a:ext cx="1478372" cy="1478372"/>
          </a:xfrm>
          <a:prstGeom prst="ellipse">
            <a:avLst/>
          </a:prstGeom>
          <a:solidFill>
            <a:schemeClr val="lt1">
              <a:lumMod val="100000"/>
            </a:schemeClr>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a:extLst>
              <a:ext uri="{FF2B5EF4-FFF2-40B4-BE49-F238E27FC236}">
                <a16:creationId xmlns:a16="http://schemas.microsoft.com/office/drawing/2014/main" id="{DC474733-03FB-4D95-8C7B-4F16A916CB18}"/>
              </a:ext>
            </a:extLst>
          </p:cNvPr>
          <p:cNvSpPr txBox="1"/>
          <p:nvPr/>
        </p:nvSpPr>
        <p:spPr>
          <a:xfrm>
            <a:off x="961835" y="3609072"/>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lang="en-US" altLang="zh-CN"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落地</a:t>
            </a:r>
            <a:endParaRPr kumimoji="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009CE702-5E8F-4592-9B03-7FBA49A269FE}"/>
              </a:ext>
            </a:extLst>
          </p:cNvPr>
          <p:cNvSpPr/>
          <p:nvPr/>
        </p:nvSpPr>
        <p:spPr>
          <a:xfrm>
            <a:off x="687363" y="3222030"/>
            <a:ext cx="1710074" cy="1710074"/>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椭圆 12">
            <a:extLst>
              <a:ext uri="{FF2B5EF4-FFF2-40B4-BE49-F238E27FC236}">
                <a16:creationId xmlns:a16="http://schemas.microsoft.com/office/drawing/2014/main" id="{39368649-E424-47EA-8E08-5DA3F4C379CB}"/>
              </a:ext>
            </a:extLst>
          </p:cNvPr>
          <p:cNvSpPr/>
          <p:nvPr/>
        </p:nvSpPr>
        <p:spPr>
          <a:xfrm>
            <a:off x="3201675" y="2025575"/>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a:extLst>
              <a:ext uri="{FF2B5EF4-FFF2-40B4-BE49-F238E27FC236}">
                <a16:creationId xmlns:a16="http://schemas.microsoft.com/office/drawing/2014/main" id="{CD1627B1-01A2-49F1-9FED-4804506E7A70}"/>
              </a:ext>
            </a:extLst>
          </p:cNvPr>
          <p:cNvSpPr txBox="1"/>
          <p:nvPr/>
        </p:nvSpPr>
        <p:spPr>
          <a:xfrm>
            <a:off x="3419238" y="2251786"/>
            <a:ext cx="685801" cy="6467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诉求</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F254036C-3A8D-47A0-B2A7-37D19CE2E455}"/>
              </a:ext>
            </a:extLst>
          </p:cNvPr>
          <p:cNvSpPr/>
          <p:nvPr/>
        </p:nvSpPr>
        <p:spPr>
          <a:xfrm>
            <a:off x="3201675" y="3513516"/>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a:extLst>
              <a:ext uri="{FF2B5EF4-FFF2-40B4-BE49-F238E27FC236}">
                <a16:creationId xmlns:a16="http://schemas.microsoft.com/office/drawing/2014/main" id="{2D1284CB-7817-41E6-87A1-82E1A5F7B92D}"/>
              </a:ext>
            </a:extLst>
          </p:cNvPr>
          <p:cNvSpPr txBox="1"/>
          <p:nvPr/>
        </p:nvSpPr>
        <p:spPr>
          <a:xfrm>
            <a:off x="3419238" y="3739727"/>
            <a:ext cx="685801" cy="6467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需求</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椭圆 16">
            <a:extLst>
              <a:ext uri="{FF2B5EF4-FFF2-40B4-BE49-F238E27FC236}">
                <a16:creationId xmlns:a16="http://schemas.microsoft.com/office/drawing/2014/main" id="{1DD4B633-CC36-4CF9-9D2C-A08EC6DCDCC2}"/>
              </a:ext>
            </a:extLst>
          </p:cNvPr>
          <p:cNvSpPr/>
          <p:nvPr/>
        </p:nvSpPr>
        <p:spPr>
          <a:xfrm>
            <a:off x="3201675" y="5001457"/>
            <a:ext cx="1127102" cy="11271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a:extLst>
              <a:ext uri="{FF2B5EF4-FFF2-40B4-BE49-F238E27FC236}">
                <a16:creationId xmlns:a16="http://schemas.microsoft.com/office/drawing/2014/main" id="{67AD5435-AA9D-43A8-ADB7-2E1409A99919}"/>
              </a:ext>
            </a:extLst>
          </p:cNvPr>
          <p:cNvSpPr txBox="1"/>
          <p:nvPr/>
        </p:nvSpPr>
        <p:spPr>
          <a:xfrm>
            <a:off x="3419238" y="5227668"/>
            <a:ext cx="685801" cy="6467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需求</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AC40A85C-9837-461B-88E4-209B8C415653}"/>
              </a:ext>
            </a:extLst>
          </p:cNvPr>
          <p:cNvSpPr/>
          <p:nvPr/>
        </p:nvSpPr>
        <p:spPr>
          <a:xfrm>
            <a:off x="5569540" y="3201051"/>
            <a:ext cx="1752032" cy="1752032"/>
          </a:xfrm>
          <a:prstGeom prst="ellipse">
            <a:avLst/>
          </a:prstGeom>
          <a:solidFill>
            <a:schemeClr val="lt1">
              <a:lumMod val="100000"/>
            </a:schemeClr>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24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24">
            <a:extLst>
              <a:ext uri="{FF2B5EF4-FFF2-40B4-BE49-F238E27FC236}">
                <a16:creationId xmlns:a16="http://schemas.microsoft.com/office/drawing/2014/main" id="{997722DA-7A1A-4091-A6BD-0692664F42FD}"/>
              </a:ext>
            </a:extLst>
          </p:cNvPr>
          <p:cNvSpPr txBox="1"/>
          <p:nvPr/>
        </p:nvSpPr>
        <p:spPr>
          <a:xfrm>
            <a:off x="5757524" y="3522443"/>
            <a:ext cx="1376064" cy="110924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sz="200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dirty="0">
                <a:sym typeface="阿里巴巴普惠体 2 45 Light" panose="00020600040101010101" pitchFamily="18" charset="-122"/>
              </a:rPr>
              <a:t>设计</a:t>
            </a:r>
            <a:endParaRPr lang="en-US" altLang="zh-CN" dirty="0">
              <a:sym typeface="阿里巴巴普惠体 2 45 Light" panose="00020600040101010101" pitchFamily="18" charset="-122"/>
            </a:endParaRPr>
          </a:p>
          <a:p>
            <a:r>
              <a:rPr lang="zh-CN" altLang="en-US" dirty="0">
                <a:sym typeface="阿里巴巴普惠体 2 45 Light" panose="00020600040101010101" pitchFamily="18" charset="-122"/>
              </a:rPr>
              <a:t>创新力</a:t>
            </a:r>
            <a:endParaRPr dirty="0">
              <a:sym typeface="阿里巴巴普惠体 2 45 Light" panose="00020600040101010101" pitchFamily="18" charset="-122"/>
            </a:endParaRPr>
          </a:p>
        </p:txBody>
      </p:sp>
      <p:sp>
        <p:nvSpPr>
          <p:cNvPr id="29" name="线条">
            <a:extLst>
              <a:ext uri="{FF2B5EF4-FFF2-40B4-BE49-F238E27FC236}">
                <a16:creationId xmlns:a16="http://schemas.microsoft.com/office/drawing/2014/main" id="{19F08872-65FA-45D7-A5C0-15B2CF715361}"/>
              </a:ext>
            </a:extLst>
          </p:cNvPr>
          <p:cNvSpPr/>
          <p:nvPr/>
        </p:nvSpPr>
        <p:spPr>
          <a:xfrm>
            <a:off x="4165428" y="4088229"/>
            <a:ext cx="1404112"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1" name="连接符: 肘形 30">
            <a:extLst>
              <a:ext uri="{FF2B5EF4-FFF2-40B4-BE49-F238E27FC236}">
                <a16:creationId xmlns:a16="http://schemas.microsoft.com/office/drawing/2014/main" id="{D1167079-92E3-4980-ADC4-5C9368C03C56}"/>
              </a:ext>
            </a:extLst>
          </p:cNvPr>
          <p:cNvCxnSpPr>
            <a:stCxn id="17" idx="6"/>
            <a:endCxn id="19" idx="4"/>
          </p:cNvCxnSpPr>
          <p:nvPr/>
        </p:nvCxnSpPr>
        <p:spPr>
          <a:xfrm flipV="1">
            <a:off x="4328777" y="4953083"/>
            <a:ext cx="2116779" cy="611925"/>
          </a:xfrm>
          <a:prstGeom prst="bentConnector2">
            <a:avLst/>
          </a:prstGeom>
          <a:ln w="12700">
            <a:solidFill>
              <a:schemeClr val="accent1">
                <a:lumMod val="100000"/>
              </a:schemeClr>
            </a:solidFill>
            <a:custDash>
              <a:ds d="200000" sp="200000"/>
            </a:custDash>
            <a:miter lim="400000"/>
            <a:tailEnd type="triangle"/>
          </a:ln>
        </p:spPr>
      </p:cxnSp>
      <p:cxnSp>
        <p:nvCxnSpPr>
          <p:cNvPr id="33" name="连接符: 肘形 32">
            <a:extLst>
              <a:ext uri="{FF2B5EF4-FFF2-40B4-BE49-F238E27FC236}">
                <a16:creationId xmlns:a16="http://schemas.microsoft.com/office/drawing/2014/main" id="{9446822F-C377-4394-AFA7-1A608FF159AC}"/>
              </a:ext>
            </a:extLst>
          </p:cNvPr>
          <p:cNvCxnSpPr>
            <a:cxnSpLocks/>
            <a:stCxn id="13" idx="6"/>
            <a:endCxn id="19" idx="0"/>
          </p:cNvCxnSpPr>
          <p:nvPr/>
        </p:nvCxnSpPr>
        <p:spPr>
          <a:xfrm>
            <a:off x="4328777" y="2589126"/>
            <a:ext cx="2116779" cy="611925"/>
          </a:xfrm>
          <a:prstGeom prst="bentConnector2">
            <a:avLst/>
          </a:prstGeom>
          <a:ln w="12700">
            <a:solidFill>
              <a:schemeClr val="accent1">
                <a:lumMod val="100000"/>
              </a:schemeClr>
            </a:solidFill>
            <a:custDash>
              <a:ds d="200000" sp="200000"/>
            </a:custDash>
            <a:miter lim="400000"/>
            <a:tailEnd type="triangle"/>
          </a:ln>
        </p:spPr>
      </p:cxnSp>
      <p:sp>
        <p:nvSpPr>
          <p:cNvPr id="34" name="矩形: 圆角 33">
            <a:extLst>
              <a:ext uri="{FF2B5EF4-FFF2-40B4-BE49-F238E27FC236}">
                <a16:creationId xmlns:a16="http://schemas.microsoft.com/office/drawing/2014/main" id="{CB738FD8-CA52-470B-8774-C0E5A2B78C8B}"/>
              </a:ext>
            </a:extLst>
          </p:cNvPr>
          <p:cNvSpPr/>
          <p:nvPr/>
        </p:nvSpPr>
        <p:spPr>
          <a:xfrm>
            <a:off x="7930542" y="2211126"/>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29">
            <a:extLst>
              <a:ext uri="{FF2B5EF4-FFF2-40B4-BE49-F238E27FC236}">
                <a16:creationId xmlns:a16="http://schemas.microsoft.com/office/drawing/2014/main" id="{FA7F089C-7684-44F6-8DF6-931CBF4D2A65}"/>
              </a:ext>
            </a:extLst>
          </p:cNvPr>
          <p:cNvSpPr txBox="1"/>
          <p:nvPr/>
        </p:nvSpPr>
        <p:spPr>
          <a:xfrm>
            <a:off x="8010276" y="2297468"/>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征信品牌</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Object32">
            <a:extLst>
              <a:ext uri="{FF2B5EF4-FFF2-40B4-BE49-F238E27FC236}">
                <a16:creationId xmlns:a16="http://schemas.microsoft.com/office/drawing/2014/main" id="{B8F1FDA4-C303-4E9D-8FFF-D31A0BD5966C}"/>
              </a:ext>
            </a:extLst>
          </p:cNvPr>
          <p:cNvSpPr txBox="1"/>
          <p:nvPr/>
        </p:nvSpPr>
        <p:spPr>
          <a:xfrm>
            <a:off x="9194925" y="2287755"/>
            <a:ext cx="291683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提升品牌可信度 影响力 </a:t>
            </a:r>
            <a:r>
              <a:rPr kumimoji="0" lang="en-US" altLang="zh-CN" sz="1200" b="0" i="0" u="none" strike="noStrike" kern="0" cap="none" normalizeH="0" baseline="0" noProof="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IP</a:t>
            </a:r>
            <a:r>
              <a:rPr kumimoji="0" lang="zh-CN" altLang="en-US" sz="1200" b="0" i="0" u="none" strike="noStrike" kern="0" cap="none" normalizeH="0" baseline="0" noProof="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形象</a:t>
            </a:r>
            <a:endPar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a:extLst>
              <a:ext uri="{FF2B5EF4-FFF2-40B4-BE49-F238E27FC236}">
                <a16:creationId xmlns:a16="http://schemas.microsoft.com/office/drawing/2014/main" id="{E99EBC4F-0F54-4170-9485-A08833BA5510}"/>
              </a:ext>
            </a:extLst>
          </p:cNvPr>
          <p:cNvSpPr/>
          <p:nvPr/>
        </p:nvSpPr>
        <p:spPr>
          <a:xfrm>
            <a:off x="7930542" y="313635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Object29">
            <a:extLst>
              <a:ext uri="{FF2B5EF4-FFF2-40B4-BE49-F238E27FC236}">
                <a16:creationId xmlns:a16="http://schemas.microsoft.com/office/drawing/2014/main" id="{7AC9048E-30B2-4825-949C-39CF4CBC52BD}"/>
              </a:ext>
            </a:extLst>
          </p:cNvPr>
          <p:cNvSpPr txBox="1"/>
          <p:nvPr/>
        </p:nvSpPr>
        <p:spPr>
          <a:xfrm>
            <a:off x="8010276" y="3222695"/>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情感体系</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Object32">
            <a:extLst>
              <a:ext uri="{FF2B5EF4-FFF2-40B4-BE49-F238E27FC236}">
                <a16:creationId xmlns:a16="http://schemas.microsoft.com/office/drawing/2014/main" id="{E7D1CDC2-EF5E-4EC7-AF01-80D9381E329D}"/>
              </a:ext>
            </a:extLst>
          </p:cNvPr>
          <p:cNvSpPr txBox="1"/>
          <p:nvPr/>
        </p:nvSpPr>
        <p:spPr>
          <a:xfrm>
            <a:off x="9194925" y="3212982"/>
            <a:ext cx="291683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创意视觉 氛围营造人性化</a:t>
            </a:r>
          </a:p>
        </p:txBody>
      </p:sp>
      <p:sp>
        <p:nvSpPr>
          <p:cNvPr id="38" name="矩形: 圆角 37">
            <a:extLst>
              <a:ext uri="{FF2B5EF4-FFF2-40B4-BE49-F238E27FC236}">
                <a16:creationId xmlns:a16="http://schemas.microsoft.com/office/drawing/2014/main" id="{BC39407D-6C5B-466A-9218-3EF99AFA447E}"/>
              </a:ext>
            </a:extLst>
          </p:cNvPr>
          <p:cNvSpPr/>
          <p:nvPr/>
        </p:nvSpPr>
        <p:spPr>
          <a:xfrm>
            <a:off x="7930542" y="4684398"/>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29">
            <a:extLst>
              <a:ext uri="{FF2B5EF4-FFF2-40B4-BE49-F238E27FC236}">
                <a16:creationId xmlns:a16="http://schemas.microsoft.com/office/drawing/2014/main" id="{FCBCC7EE-EF7D-476C-A40C-9B9CD1FE6B68}"/>
              </a:ext>
            </a:extLst>
          </p:cNvPr>
          <p:cNvSpPr txBox="1"/>
          <p:nvPr/>
        </p:nvSpPr>
        <p:spPr>
          <a:xfrm>
            <a:off x="8010276" y="4770740"/>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交互动效</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Object32">
            <a:extLst>
              <a:ext uri="{FF2B5EF4-FFF2-40B4-BE49-F238E27FC236}">
                <a16:creationId xmlns:a16="http://schemas.microsoft.com/office/drawing/2014/main" id="{79CF7811-CFCC-4247-B61D-E38AEBD73965}"/>
              </a:ext>
            </a:extLst>
          </p:cNvPr>
          <p:cNvSpPr txBox="1"/>
          <p:nvPr/>
        </p:nvSpPr>
        <p:spPr>
          <a:xfrm>
            <a:off x="9194925" y="4761027"/>
            <a:ext cx="291683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体验易用性 一致性 流畅度</a:t>
            </a:r>
          </a:p>
        </p:txBody>
      </p:sp>
      <p:sp>
        <p:nvSpPr>
          <p:cNvPr id="40" name="矩形: 圆角 39">
            <a:extLst>
              <a:ext uri="{FF2B5EF4-FFF2-40B4-BE49-F238E27FC236}">
                <a16:creationId xmlns:a16="http://schemas.microsoft.com/office/drawing/2014/main" id="{3FB34BF6-C02A-4461-AC65-D8EE7BA23A11}"/>
              </a:ext>
            </a:extLst>
          </p:cNvPr>
          <p:cNvSpPr/>
          <p:nvPr/>
        </p:nvSpPr>
        <p:spPr>
          <a:xfrm>
            <a:off x="7930542" y="5528941"/>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29">
            <a:extLst>
              <a:ext uri="{FF2B5EF4-FFF2-40B4-BE49-F238E27FC236}">
                <a16:creationId xmlns:a16="http://schemas.microsoft.com/office/drawing/2014/main" id="{2BDD8AD4-B963-46BE-A597-A14892DEF29E}"/>
              </a:ext>
            </a:extLst>
          </p:cNvPr>
          <p:cNvSpPr txBox="1"/>
          <p:nvPr/>
        </p:nvSpPr>
        <p:spPr>
          <a:xfrm>
            <a:off x="8010276" y="5615283"/>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内容</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Object32">
            <a:extLst>
              <a:ext uri="{FF2B5EF4-FFF2-40B4-BE49-F238E27FC236}">
                <a16:creationId xmlns:a16="http://schemas.microsoft.com/office/drawing/2014/main" id="{6B5DC227-3EE6-4FB6-B59B-CF64C31BF2B9}"/>
              </a:ext>
            </a:extLst>
          </p:cNvPr>
          <p:cNvSpPr txBox="1"/>
          <p:nvPr/>
        </p:nvSpPr>
        <p:spPr>
          <a:xfrm>
            <a:off x="9194925" y="5605570"/>
            <a:ext cx="291683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高效 简洁</a:t>
            </a:r>
          </a:p>
        </p:txBody>
      </p:sp>
      <p:sp>
        <p:nvSpPr>
          <p:cNvPr id="46" name="Object32">
            <a:extLst>
              <a:ext uri="{FF2B5EF4-FFF2-40B4-BE49-F238E27FC236}">
                <a16:creationId xmlns:a16="http://schemas.microsoft.com/office/drawing/2014/main" id="{F375BE90-CB19-48E8-806F-C19676B4FBA1}"/>
              </a:ext>
            </a:extLst>
          </p:cNvPr>
          <p:cNvSpPr txBox="1"/>
          <p:nvPr/>
        </p:nvSpPr>
        <p:spPr>
          <a:xfrm>
            <a:off x="8176933" y="3844664"/>
            <a:ext cx="3081313"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在常规版本需求中与业务 产品 用户寻找设计创新机会点与平衡点</a:t>
            </a:r>
          </a:p>
        </p:txBody>
      </p:sp>
      <p:sp>
        <p:nvSpPr>
          <p:cNvPr id="57" name="矩形: 圆角 56">
            <a:extLst>
              <a:ext uri="{FF2B5EF4-FFF2-40B4-BE49-F238E27FC236}">
                <a16:creationId xmlns:a16="http://schemas.microsoft.com/office/drawing/2014/main" id="{AADF9A83-C12A-4580-A2A2-636D881DB4B1}"/>
              </a:ext>
            </a:extLst>
          </p:cNvPr>
          <p:cNvSpPr/>
          <p:nvPr/>
        </p:nvSpPr>
        <p:spPr>
          <a:xfrm>
            <a:off x="7930542" y="3738096"/>
            <a:ext cx="3574095" cy="677942"/>
          </a:xfrm>
          <a:prstGeom prst="roundRect">
            <a:avLst/>
          </a:prstGeom>
          <a:no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9" name="直接箭头连接符 58">
            <a:extLst>
              <a:ext uri="{FF2B5EF4-FFF2-40B4-BE49-F238E27FC236}">
                <a16:creationId xmlns:a16="http://schemas.microsoft.com/office/drawing/2014/main" id="{5B1CF0F3-D7FA-4C5F-AE57-C1059D19DB55}"/>
              </a:ext>
            </a:extLst>
          </p:cNvPr>
          <p:cNvCxnSpPr>
            <a:cxnSpLocks/>
          </p:cNvCxnSpPr>
          <p:nvPr/>
        </p:nvCxnSpPr>
        <p:spPr>
          <a:xfrm>
            <a:off x="7321572" y="4071486"/>
            <a:ext cx="608970" cy="1116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 name="文本框 1">
            <a:extLst>
              <a:ext uri="{FF2B5EF4-FFF2-40B4-BE49-F238E27FC236}">
                <a16:creationId xmlns:a16="http://schemas.microsoft.com/office/drawing/2014/main" id="{6C5E7C37-E2E9-E6F7-9816-E4EB9F8FB5C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0000F7F9-DEC2-1D09-6D70-480BE46EFA8E}"/>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8FF89D9-22BB-D94B-D1E2-D86D2191D772}"/>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50993699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椭圆 105">
            <a:extLst>
              <a:ext uri="{FF2B5EF4-FFF2-40B4-BE49-F238E27FC236}">
                <a16:creationId xmlns:a16="http://schemas.microsoft.com/office/drawing/2014/main" id="{A1EBE18A-6D35-40DD-8B00-9BFF84D8A441}"/>
              </a:ext>
            </a:extLst>
          </p:cNvPr>
          <p:cNvSpPr/>
          <p:nvPr/>
        </p:nvSpPr>
        <p:spPr>
          <a:xfrm>
            <a:off x="626942" y="2426206"/>
            <a:ext cx="2283756" cy="228375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F0DB197C-E96D-BAFE-70AF-0EACFFF361F4}"/>
              </a:ext>
            </a:extLst>
          </p:cNvPr>
          <p:cNvSpPr/>
          <p:nvPr/>
        </p:nvSpPr>
        <p:spPr>
          <a:xfrm>
            <a:off x="831508" y="2621235"/>
            <a:ext cx="1874624" cy="1874624"/>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椭圆 23">
            <a:extLst>
              <a:ext uri="{FF2B5EF4-FFF2-40B4-BE49-F238E27FC236}">
                <a16:creationId xmlns:a16="http://schemas.microsoft.com/office/drawing/2014/main" id="{D6B2AE28-4062-49E0-B653-24CC2285EA5A}"/>
              </a:ext>
            </a:extLst>
          </p:cNvPr>
          <p:cNvSpPr/>
          <p:nvPr/>
        </p:nvSpPr>
        <p:spPr>
          <a:xfrm>
            <a:off x="4866101" y="3258778"/>
            <a:ext cx="1756618" cy="1756618"/>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弧形 31">
            <a:extLst>
              <a:ext uri="{FF2B5EF4-FFF2-40B4-BE49-F238E27FC236}">
                <a16:creationId xmlns:a16="http://schemas.microsoft.com/office/drawing/2014/main" id="{58FE6E94-8979-4725-9258-63C74BB69C9D}"/>
              </a:ext>
            </a:extLst>
          </p:cNvPr>
          <p:cNvSpPr/>
          <p:nvPr/>
        </p:nvSpPr>
        <p:spPr>
          <a:xfrm>
            <a:off x="3611953" y="2023854"/>
            <a:ext cx="4200139" cy="4200138"/>
          </a:xfrm>
          <a:prstGeom prst="arc">
            <a:avLst>
              <a:gd name="adj1" fmla="val 17669362"/>
              <a:gd name="adj2" fmla="val 1645844"/>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96289096-0D78-4AB6-A4CA-A58CA794EA0F}"/>
              </a:ext>
            </a:extLst>
          </p:cNvPr>
          <p:cNvSpPr/>
          <p:nvPr/>
        </p:nvSpPr>
        <p:spPr>
          <a:xfrm>
            <a:off x="4523097" y="3976203"/>
            <a:ext cx="1039192" cy="103919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a:extLst>
              <a:ext uri="{FF2B5EF4-FFF2-40B4-BE49-F238E27FC236}">
                <a16:creationId xmlns:a16="http://schemas.microsoft.com/office/drawing/2014/main" id="{76921705-FBDB-4914-A991-B65A312AEAB7}"/>
              </a:ext>
            </a:extLst>
          </p:cNvPr>
          <p:cNvSpPr txBox="1"/>
          <p:nvPr/>
        </p:nvSpPr>
        <p:spPr>
          <a:xfrm>
            <a:off x="4737617" y="4171919"/>
            <a:ext cx="574153" cy="5836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逻辑</a:t>
            </a:r>
            <a:endPar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解构</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4044E2A3-D52B-423D-9AF9-9AA4388B4CD8}"/>
              </a:ext>
            </a:extLst>
          </p:cNvPr>
          <p:cNvSpPr/>
          <p:nvPr/>
        </p:nvSpPr>
        <p:spPr>
          <a:xfrm>
            <a:off x="5903475" y="3976203"/>
            <a:ext cx="1039192" cy="103919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29">
            <a:extLst>
              <a:ext uri="{FF2B5EF4-FFF2-40B4-BE49-F238E27FC236}">
                <a16:creationId xmlns:a16="http://schemas.microsoft.com/office/drawing/2014/main" id="{A7AA092A-48C8-4DE0-A5E8-A5CED4C6FA88}"/>
              </a:ext>
            </a:extLst>
          </p:cNvPr>
          <p:cNvSpPr txBox="1"/>
          <p:nvPr/>
        </p:nvSpPr>
        <p:spPr>
          <a:xfrm>
            <a:off x="6170240" y="4166103"/>
            <a:ext cx="574153" cy="5836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a:t>
            </a:r>
            <a:endPar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解构</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1E738DF7-CCCA-41A7-89D2-501D5EF54989}"/>
              </a:ext>
            </a:extLst>
          </p:cNvPr>
          <p:cNvSpPr/>
          <p:nvPr/>
        </p:nvSpPr>
        <p:spPr>
          <a:xfrm>
            <a:off x="5215466" y="2866538"/>
            <a:ext cx="1039192" cy="103919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D8679926-9FB1-4DB0-B37B-6467A0025F7C}"/>
              </a:ext>
            </a:extLst>
          </p:cNvPr>
          <p:cNvSpPr txBox="1"/>
          <p:nvPr/>
        </p:nvSpPr>
        <p:spPr>
          <a:xfrm>
            <a:off x="5447986" y="3040257"/>
            <a:ext cx="574153" cy="5836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场景</a:t>
            </a:r>
            <a:endParaRPr kumimoji="0" lang="en-US" altLang="zh-CN"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解构</a:t>
            </a:r>
            <a:endParaRPr kumimoji="0" sz="1600" b="0" i="0" u="none" strike="noStrike" kern="0" cap="none" spc="0" normalizeH="0" baseline="0" noProof="0" dirty="0">
              <a:ln>
                <a:noFill/>
              </a:ln>
              <a:solidFill>
                <a:schemeClr val="bg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 name="等腰三角形 1">
            <a:extLst>
              <a:ext uri="{FF2B5EF4-FFF2-40B4-BE49-F238E27FC236}">
                <a16:creationId xmlns:a16="http://schemas.microsoft.com/office/drawing/2014/main" id="{6FC954B1-60A5-4E35-9DDD-B7091A84AD21}"/>
              </a:ext>
            </a:extLst>
          </p:cNvPr>
          <p:cNvSpPr/>
          <p:nvPr/>
        </p:nvSpPr>
        <p:spPr>
          <a:xfrm>
            <a:off x="5268012" y="3730263"/>
            <a:ext cx="888022" cy="765536"/>
          </a:xfrm>
          <a:prstGeom prst="triangle">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32">
            <a:extLst>
              <a:ext uri="{FF2B5EF4-FFF2-40B4-BE49-F238E27FC236}">
                <a16:creationId xmlns:a16="http://schemas.microsoft.com/office/drawing/2014/main" id="{8721FEBE-32E8-4F75-A7EB-AF93C82C00B2}"/>
              </a:ext>
            </a:extLst>
          </p:cNvPr>
          <p:cNvSpPr txBox="1"/>
          <p:nvPr/>
        </p:nvSpPr>
        <p:spPr>
          <a:xfrm>
            <a:off x="5447985" y="4007358"/>
            <a:ext cx="537292" cy="38728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过载</a:t>
            </a:r>
          </a:p>
        </p:txBody>
      </p:sp>
      <p:cxnSp>
        <p:nvCxnSpPr>
          <p:cNvPr id="16" name="直接箭头连接符 15">
            <a:extLst>
              <a:ext uri="{FF2B5EF4-FFF2-40B4-BE49-F238E27FC236}">
                <a16:creationId xmlns:a16="http://schemas.microsoft.com/office/drawing/2014/main" id="{4603F3D1-2F53-4769-A9DE-EBF543E65938}"/>
              </a:ext>
            </a:extLst>
          </p:cNvPr>
          <p:cNvCxnSpPr>
            <a:cxnSpLocks/>
            <a:stCxn id="12" idx="0"/>
          </p:cNvCxnSpPr>
          <p:nvPr/>
        </p:nvCxnSpPr>
        <p:spPr>
          <a:xfrm flipH="1" flipV="1">
            <a:off x="5733214" y="2477843"/>
            <a:ext cx="1848" cy="388695"/>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7" name="直接箭头连接符 16">
            <a:extLst>
              <a:ext uri="{FF2B5EF4-FFF2-40B4-BE49-F238E27FC236}">
                <a16:creationId xmlns:a16="http://schemas.microsoft.com/office/drawing/2014/main" id="{D59F3350-A327-4419-AF84-F7C9B1F59916}"/>
              </a:ext>
            </a:extLst>
          </p:cNvPr>
          <p:cNvCxnSpPr>
            <a:cxnSpLocks/>
          </p:cNvCxnSpPr>
          <p:nvPr/>
        </p:nvCxnSpPr>
        <p:spPr>
          <a:xfrm rot="8100000" flipV="1">
            <a:off x="6988871" y="4782974"/>
            <a:ext cx="1848" cy="3415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8" name="直接箭头连接符 17">
            <a:extLst>
              <a:ext uri="{FF2B5EF4-FFF2-40B4-BE49-F238E27FC236}">
                <a16:creationId xmlns:a16="http://schemas.microsoft.com/office/drawing/2014/main" id="{EF5A98B2-144B-47E0-95DE-6CD03AEC23CE}"/>
              </a:ext>
            </a:extLst>
          </p:cNvPr>
          <p:cNvCxnSpPr/>
          <p:nvPr/>
        </p:nvCxnSpPr>
        <p:spPr>
          <a:xfrm rot="13500000" flipH="1" flipV="1">
            <a:off x="4489392" y="4782974"/>
            <a:ext cx="1848" cy="34156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0" name="Object32">
            <a:extLst>
              <a:ext uri="{FF2B5EF4-FFF2-40B4-BE49-F238E27FC236}">
                <a16:creationId xmlns:a16="http://schemas.microsoft.com/office/drawing/2014/main" id="{8D033652-E41D-4CE1-B0FF-3E9B10B9428A}"/>
              </a:ext>
            </a:extLst>
          </p:cNvPr>
          <p:cNvSpPr txBox="1"/>
          <p:nvPr/>
        </p:nvSpPr>
        <p:spPr>
          <a:xfrm>
            <a:off x="5464568" y="2302218"/>
            <a:ext cx="537292"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抽象</a:t>
            </a:r>
          </a:p>
        </p:txBody>
      </p:sp>
      <p:sp>
        <p:nvSpPr>
          <p:cNvPr id="21" name="Object32">
            <a:extLst>
              <a:ext uri="{FF2B5EF4-FFF2-40B4-BE49-F238E27FC236}">
                <a16:creationId xmlns:a16="http://schemas.microsoft.com/office/drawing/2014/main" id="{E3A20FFA-7805-4D7B-B2FD-40E369D1EEF2}"/>
              </a:ext>
            </a:extLst>
          </p:cNvPr>
          <p:cNvSpPr txBox="1"/>
          <p:nvPr/>
        </p:nvSpPr>
        <p:spPr>
          <a:xfrm>
            <a:off x="3953023" y="5106732"/>
            <a:ext cx="537292"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结构化</a:t>
            </a:r>
          </a:p>
        </p:txBody>
      </p:sp>
      <p:sp>
        <p:nvSpPr>
          <p:cNvPr id="22" name="Object32">
            <a:extLst>
              <a:ext uri="{FF2B5EF4-FFF2-40B4-BE49-F238E27FC236}">
                <a16:creationId xmlns:a16="http://schemas.microsoft.com/office/drawing/2014/main" id="{F3536CA3-890D-4148-87F1-AC79D062D6F1}"/>
              </a:ext>
            </a:extLst>
          </p:cNvPr>
          <p:cNvSpPr txBox="1"/>
          <p:nvPr/>
        </p:nvSpPr>
        <p:spPr>
          <a:xfrm>
            <a:off x="6989794" y="5106732"/>
            <a:ext cx="537292"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减法</a:t>
            </a:r>
          </a:p>
        </p:txBody>
      </p:sp>
      <p:sp>
        <p:nvSpPr>
          <p:cNvPr id="26" name="矩形: 圆角 25">
            <a:extLst>
              <a:ext uri="{FF2B5EF4-FFF2-40B4-BE49-F238E27FC236}">
                <a16:creationId xmlns:a16="http://schemas.microsoft.com/office/drawing/2014/main" id="{E4061AA6-48D5-4E5D-AF03-7D8938563694}"/>
              </a:ext>
            </a:extLst>
          </p:cNvPr>
          <p:cNvSpPr/>
          <p:nvPr/>
        </p:nvSpPr>
        <p:spPr>
          <a:xfrm>
            <a:off x="4973219" y="1898168"/>
            <a:ext cx="1523686" cy="31646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29">
            <a:extLst>
              <a:ext uri="{FF2B5EF4-FFF2-40B4-BE49-F238E27FC236}">
                <a16:creationId xmlns:a16="http://schemas.microsoft.com/office/drawing/2014/main" id="{57ABAE49-186B-437F-A860-35645FEB7A83}"/>
              </a:ext>
            </a:extLst>
          </p:cNvPr>
          <p:cNvSpPr txBox="1"/>
          <p:nvPr/>
        </p:nvSpPr>
        <p:spPr>
          <a:xfrm>
            <a:off x="5034551" y="1960048"/>
            <a:ext cx="1401022"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以“用户”为中心</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矩形: 圆角 27">
            <a:extLst>
              <a:ext uri="{FF2B5EF4-FFF2-40B4-BE49-F238E27FC236}">
                <a16:creationId xmlns:a16="http://schemas.microsoft.com/office/drawing/2014/main" id="{9799165F-9E59-4681-A83E-99F4F3A37587}"/>
              </a:ext>
            </a:extLst>
          </p:cNvPr>
          <p:cNvSpPr/>
          <p:nvPr/>
        </p:nvSpPr>
        <p:spPr>
          <a:xfrm>
            <a:off x="3209470" y="5386052"/>
            <a:ext cx="1815224" cy="31646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9">
            <a:extLst>
              <a:ext uri="{FF2B5EF4-FFF2-40B4-BE49-F238E27FC236}">
                <a16:creationId xmlns:a16="http://schemas.microsoft.com/office/drawing/2014/main" id="{61DA4920-DCD0-47F0-B2B3-A66DE0652F34}"/>
              </a:ext>
            </a:extLst>
          </p:cNvPr>
          <p:cNvSpPr txBox="1"/>
          <p:nvPr/>
        </p:nvSpPr>
        <p:spPr>
          <a:xfrm>
            <a:off x="3179848" y="5447932"/>
            <a:ext cx="1874470"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以“逻辑解构”为中心</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BDF98BFE-5549-4593-BF73-16FC80ED9FC3}"/>
              </a:ext>
            </a:extLst>
          </p:cNvPr>
          <p:cNvSpPr/>
          <p:nvPr/>
        </p:nvSpPr>
        <p:spPr>
          <a:xfrm>
            <a:off x="6349288" y="5386052"/>
            <a:ext cx="1815224" cy="316462"/>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29">
            <a:extLst>
              <a:ext uri="{FF2B5EF4-FFF2-40B4-BE49-F238E27FC236}">
                <a16:creationId xmlns:a16="http://schemas.microsoft.com/office/drawing/2014/main" id="{1A1D019F-D428-490F-AC64-270530D9D34E}"/>
              </a:ext>
            </a:extLst>
          </p:cNvPr>
          <p:cNvSpPr txBox="1"/>
          <p:nvPr/>
        </p:nvSpPr>
        <p:spPr>
          <a:xfrm>
            <a:off x="6308497" y="5447932"/>
            <a:ext cx="1896806"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以“信息内容”为中心</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矩形">
            <a:extLst>
              <a:ext uri="{FF2B5EF4-FFF2-40B4-BE49-F238E27FC236}">
                <a16:creationId xmlns:a16="http://schemas.microsoft.com/office/drawing/2014/main" id="{6FEB3B93-CA6D-43C5-8040-D7905A0C0BDD}"/>
              </a:ext>
            </a:extLst>
          </p:cNvPr>
          <p:cNvSpPr/>
          <p:nvPr/>
        </p:nvSpPr>
        <p:spPr>
          <a:xfrm flipV="1">
            <a:off x="5068116" y="1486024"/>
            <a:ext cx="1336787" cy="337076"/>
          </a:xfrm>
          <a:prstGeom prst="rect">
            <a:avLst/>
          </a:prstGeom>
          <a:gradFill flip="none" rotWithShape="1">
            <a:gsLst>
              <a:gs pos="0">
                <a:schemeClr val="accent1">
                  <a:lumMod val="100000"/>
                </a:schemeClr>
              </a:gs>
              <a:gs pos="72330">
                <a:schemeClr val="accent1"/>
              </a:gs>
              <a:gs pos="100000">
                <a:schemeClr val="lt1"/>
              </a:gs>
            </a:gsLst>
            <a:path path="shape">
              <a:fillToRect l="49598" t="101030" r="50401" b="-1030"/>
            </a:path>
            <a:tileRect/>
          </a:gradFill>
          <a:ln w="3175">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0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设计">
            <a:extLst>
              <a:ext uri="{FF2B5EF4-FFF2-40B4-BE49-F238E27FC236}">
                <a16:creationId xmlns:a16="http://schemas.microsoft.com/office/drawing/2014/main" id="{6FD505F5-BFAD-4F53-86F5-68D4A7E89B51}"/>
              </a:ext>
            </a:extLst>
          </p:cNvPr>
          <p:cNvSpPr txBox="1"/>
          <p:nvPr/>
        </p:nvSpPr>
        <p:spPr>
          <a:xfrm>
            <a:off x="5156472" y="1581579"/>
            <a:ext cx="492921" cy="1744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用户场景</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线条">
            <a:extLst>
              <a:ext uri="{FF2B5EF4-FFF2-40B4-BE49-F238E27FC236}">
                <a16:creationId xmlns:a16="http://schemas.microsoft.com/office/drawing/2014/main" id="{8D0593F6-A857-447C-B286-2040D979ACF1}"/>
              </a:ext>
            </a:extLst>
          </p:cNvPr>
          <p:cNvSpPr/>
          <p:nvPr/>
        </p:nvSpPr>
        <p:spPr>
          <a:xfrm>
            <a:off x="5070806" y="1503409"/>
            <a:ext cx="0" cy="322760"/>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线条">
            <a:extLst>
              <a:ext uri="{FF2B5EF4-FFF2-40B4-BE49-F238E27FC236}">
                <a16:creationId xmlns:a16="http://schemas.microsoft.com/office/drawing/2014/main" id="{59BA4E2F-E7F1-46C1-BE1C-146A3E856410}"/>
              </a:ext>
            </a:extLst>
          </p:cNvPr>
          <p:cNvSpPr/>
          <p:nvPr/>
        </p:nvSpPr>
        <p:spPr>
          <a:xfrm>
            <a:off x="5735062" y="1489092"/>
            <a:ext cx="0" cy="341813"/>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线条">
            <a:extLst>
              <a:ext uri="{FF2B5EF4-FFF2-40B4-BE49-F238E27FC236}">
                <a16:creationId xmlns:a16="http://schemas.microsoft.com/office/drawing/2014/main" id="{754B76B3-290B-4E2A-B09D-6A04576BBBB3}"/>
              </a:ext>
            </a:extLst>
          </p:cNvPr>
          <p:cNvSpPr/>
          <p:nvPr/>
        </p:nvSpPr>
        <p:spPr>
          <a:xfrm>
            <a:off x="6399318" y="1489092"/>
            <a:ext cx="1" cy="337076"/>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切图">
            <a:extLst>
              <a:ext uri="{FF2B5EF4-FFF2-40B4-BE49-F238E27FC236}">
                <a16:creationId xmlns:a16="http://schemas.microsoft.com/office/drawing/2014/main" id="{0C5CDCB2-8BDF-4E99-9080-5B1B897A751D}"/>
              </a:ext>
            </a:extLst>
          </p:cNvPr>
          <p:cNvSpPr txBox="1"/>
          <p:nvPr/>
        </p:nvSpPr>
        <p:spPr>
          <a:xfrm>
            <a:off x="5820730" y="1581579"/>
            <a:ext cx="492921" cy="1744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用户习惯</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a:extLst>
              <a:ext uri="{FF2B5EF4-FFF2-40B4-BE49-F238E27FC236}">
                <a16:creationId xmlns:a16="http://schemas.microsoft.com/office/drawing/2014/main" id="{FC280742-2B94-46E0-B9E7-C8EB67A2C261}"/>
              </a:ext>
            </a:extLst>
          </p:cNvPr>
          <p:cNvSpPr/>
          <p:nvPr/>
        </p:nvSpPr>
        <p:spPr>
          <a:xfrm>
            <a:off x="3424074" y="5786051"/>
            <a:ext cx="1389024" cy="350249"/>
          </a:xfrm>
          <a:prstGeom prst="rect">
            <a:avLst/>
          </a:prstGeom>
          <a:gradFill flip="none" rotWithShape="1">
            <a:gsLst>
              <a:gs pos="0">
                <a:schemeClr val="accent1">
                  <a:lumMod val="100000"/>
                </a:schemeClr>
              </a:gs>
              <a:gs pos="72330">
                <a:schemeClr val="accent1"/>
              </a:gs>
              <a:gs pos="100000">
                <a:schemeClr val="lt1"/>
              </a:gs>
            </a:gsLst>
            <a:path path="shape">
              <a:fillToRect l="49598" t="101030" r="50401" b="-1030"/>
            </a:path>
            <a:tileRect/>
          </a:gradFill>
          <a:ln w="3175">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0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设计">
            <a:extLst>
              <a:ext uri="{FF2B5EF4-FFF2-40B4-BE49-F238E27FC236}">
                <a16:creationId xmlns:a16="http://schemas.microsoft.com/office/drawing/2014/main" id="{5BBDB332-93CD-460F-BB0D-7106C50A7D24}"/>
              </a:ext>
            </a:extLst>
          </p:cNvPr>
          <p:cNvSpPr txBox="1"/>
          <p:nvPr/>
        </p:nvSpPr>
        <p:spPr>
          <a:xfrm>
            <a:off x="3515884" y="5855776"/>
            <a:ext cx="512182" cy="18123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线条">
            <a:extLst>
              <a:ext uri="{FF2B5EF4-FFF2-40B4-BE49-F238E27FC236}">
                <a16:creationId xmlns:a16="http://schemas.microsoft.com/office/drawing/2014/main" id="{0FF4BD26-655C-410B-BB4B-E5FFBC062521}"/>
              </a:ext>
            </a:extLst>
          </p:cNvPr>
          <p:cNvSpPr/>
          <p:nvPr/>
        </p:nvSpPr>
        <p:spPr>
          <a:xfrm flipV="1">
            <a:off x="3426870" y="5782863"/>
            <a:ext cx="0" cy="335373"/>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线条">
            <a:extLst>
              <a:ext uri="{FF2B5EF4-FFF2-40B4-BE49-F238E27FC236}">
                <a16:creationId xmlns:a16="http://schemas.microsoft.com/office/drawing/2014/main" id="{265015B4-FF01-4A41-B64F-1F977BDC65D7}"/>
              </a:ext>
            </a:extLst>
          </p:cNvPr>
          <p:cNvSpPr/>
          <p:nvPr/>
        </p:nvSpPr>
        <p:spPr>
          <a:xfrm flipV="1">
            <a:off x="4117082" y="5777941"/>
            <a:ext cx="0" cy="355171"/>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线条">
            <a:extLst>
              <a:ext uri="{FF2B5EF4-FFF2-40B4-BE49-F238E27FC236}">
                <a16:creationId xmlns:a16="http://schemas.microsoft.com/office/drawing/2014/main" id="{0DC3684E-EC24-4D0A-906F-D35F51778D7B}"/>
              </a:ext>
            </a:extLst>
          </p:cNvPr>
          <p:cNvSpPr/>
          <p:nvPr/>
        </p:nvSpPr>
        <p:spPr>
          <a:xfrm flipV="1">
            <a:off x="4807294" y="5782863"/>
            <a:ext cx="1" cy="350249"/>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切图">
            <a:extLst>
              <a:ext uri="{FF2B5EF4-FFF2-40B4-BE49-F238E27FC236}">
                <a16:creationId xmlns:a16="http://schemas.microsoft.com/office/drawing/2014/main" id="{F6E1ECE8-2BE0-4878-A5A3-2EBE4752BEBE}"/>
              </a:ext>
            </a:extLst>
          </p:cNvPr>
          <p:cNvSpPr txBox="1"/>
          <p:nvPr/>
        </p:nvSpPr>
        <p:spPr>
          <a:xfrm>
            <a:off x="4206097" y="5855776"/>
            <a:ext cx="512182" cy="18123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a:extLst>
              <a:ext uri="{FF2B5EF4-FFF2-40B4-BE49-F238E27FC236}">
                <a16:creationId xmlns:a16="http://schemas.microsoft.com/office/drawing/2014/main" id="{FEBCBD6B-2801-459B-9633-7D1CD7C4FC65}"/>
              </a:ext>
            </a:extLst>
          </p:cNvPr>
          <p:cNvSpPr/>
          <p:nvPr/>
        </p:nvSpPr>
        <p:spPr>
          <a:xfrm>
            <a:off x="6587962" y="5793314"/>
            <a:ext cx="1340780" cy="338084"/>
          </a:xfrm>
          <a:prstGeom prst="rect">
            <a:avLst/>
          </a:prstGeom>
          <a:gradFill flip="none" rotWithShape="1">
            <a:gsLst>
              <a:gs pos="0">
                <a:schemeClr val="accent1">
                  <a:lumMod val="100000"/>
                </a:schemeClr>
              </a:gs>
              <a:gs pos="72330">
                <a:schemeClr val="accent1"/>
              </a:gs>
              <a:gs pos="100000">
                <a:schemeClr val="lt1"/>
              </a:gs>
            </a:gsLst>
            <a:path path="shape">
              <a:fillToRect l="49598" t="101030" r="50401" b="-1030"/>
            </a:path>
            <a:tileRect/>
          </a:gradFill>
          <a:ln w="3175">
            <a:miter lim="400000"/>
          </a:ln>
        </p:spPr>
        <p:txBody>
          <a:bodyPr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0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设计">
            <a:extLst>
              <a:ext uri="{FF2B5EF4-FFF2-40B4-BE49-F238E27FC236}">
                <a16:creationId xmlns:a16="http://schemas.microsoft.com/office/drawing/2014/main" id="{032262AD-9C6C-4476-BED7-3186DFE2B154}"/>
              </a:ext>
            </a:extLst>
          </p:cNvPr>
          <p:cNvSpPr txBox="1"/>
          <p:nvPr/>
        </p:nvSpPr>
        <p:spPr>
          <a:xfrm>
            <a:off x="6676583" y="5860618"/>
            <a:ext cx="494393" cy="17493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线条">
            <a:extLst>
              <a:ext uri="{FF2B5EF4-FFF2-40B4-BE49-F238E27FC236}">
                <a16:creationId xmlns:a16="http://schemas.microsoft.com/office/drawing/2014/main" id="{5B4EB406-26EC-4BB2-B253-336DAD9DEE9E}"/>
              </a:ext>
            </a:extLst>
          </p:cNvPr>
          <p:cNvSpPr/>
          <p:nvPr/>
        </p:nvSpPr>
        <p:spPr>
          <a:xfrm flipV="1">
            <a:off x="6590660" y="5790237"/>
            <a:ext cx="0" cy="323725"/>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线条">
            <a:extLst>
              <a:ext uri="{FF2B5EF4-FFF2-40B4-BE49-F238E27FC236}">
                <a16:creationId xmlns:a16="http://schemas.microsoft.com/office/drawing/2014/main" id="{85C3629A-2595-46FC-853A-CBEA85D238EE}"/>
              </a:ext>
            </a:extLst>
          </p:cNvPr>
          <p:cNvSpPr/>
          <p:nvPr/>
        </p:nvSpPr>
        <p:spPr>
          <a:xfrm flipV="1">
            <a:off x="7256900" y="5785486"/>
            <a:ext cx="0" cy="342835"/>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线条">
            <a:extLst>
              <a:ext uri="{FF2B5EF4-FFF2-40B4-BE49-F238E27FC236}">
                <a16:creationId xmlns:a16="http://schemas.microsoft.com/office/drawing/2014/main" id="{283F037E-5737-4A0C-ACAD-95AA385A8C63}"/>
              </a:ext>
            </a:extLst>
          </p:cNvPr>
          <p:cNvSpPr/>
          <p:nvPr/>
        </p:nvSpPr>
        <p:spPr>
          <a:xfrm flipV="1">
            <a:off x="7923140" y="5790237"/>
            <a:ext cx="1" cy="338084"/>
          </a:xfrm>
          <a:prstGeom prst="line">
            <a:avLst/>
          </a:prstGeom>
          <a:ln w="12700">
            <a:solidFill>
              <a:schemeClr val="accent1">
                <a:lumMod val="100000"/>
              </a:schemeClr>
            </a:solidFill>
            <a:miter lim="400000"/>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0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切图">
            <a:extLst>
              <a:ext uri="{FF2B5EF4-FFF2-40B4-BE49-F238E27FC236}">
                <a16:creationId xmlns:a16="http://schemas.microsoft.com/office/drawing/2014/main" id="{AE69F4A3-E120-4152-9F43-32CFE417FF7B}"/>
              </a:ext>
            </a:extLst>
          </p:cNvPr>
          <p:cNvSpPr txBox="1"/>
          <p:nvPr/>
        </p:nvSpPr>
        <p:spPr>
          <a:xfrm>
            <a:off x="7342824" y="5860618"/>
            <a:ext cx="494393" cy="17493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产品逻辑</a:t>
            </a:r>
            <a:endParaRPr kumimoji="0" sz="10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弧形 74">
            <a:extLst>
              <a:ext uri="{FF2B5EF4-FFF2-40B4-BE49-F238E27FC236}">
                <a16:creationId xmlns:a16="http://schemas.microsoft.com/office/drawing/2014/main" id="{B1EA31D1-C7CD-43EC-A194-1200741127E8}"/>
              </a:ext>
            </a:extLst>
          </p:cNvPr>
          <p:cNvSpPr/>
          <p:nvPr/>
        </p:nvSpPr>
        <p:spPr>
          <a:xfrm flipH="1">
            <a:off x="3644339" y="1999880"/>
            <a:ext cx="4200139" cy="4200138"/>
          </a:xfrm>
          <a:prstGeom prst="arc">
            <a:avLst>
              <a:gd name="adj1" fmla="val 17669362"/>
              <a:gd name="adj2" fmla="val 1645844"/>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77" name="直接连接符 76">
            <a:extLst>
              <a:ext uri="{FF2B5EF4-FFF2-40B4-BE49-F238E27FC236}">
                <a16:creationId xmlns:a16="http://schemas.microsoft.com/office/drawing/2014/main" id="{7B9C89C3-01D1-44D8-BBA6-767845000DF6}"/>
              </a:ext>
            </a:extLst>
          </p:cNvPr>
          <p:cNvCxnSpPr/>
          <p:nvPr/>
        </p:nvCxnSpPr>
        <p:spPr>
          <a:xfrm>
            <a:off x="5120252" y="5559315"/>
            <a:ext cx="1136757" cy="0"/>
          </a:xfrm>
          <a:prstGeom prst="line">
            <a:avLst/>
          </a:prstGeom>
          <a:no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78" name="矩形">
            <a:extLst>
              <a:ext uri="{FF2B5EF4-FFF2-40B4-BE49-F238E27FC236}">
                <a16:creationId xmlns:a16="http://schemas.microsoft.com/office/drawing/2014/main" id="{3FC35D89-170A-456D-901A-30572208E0F1}"/>
              </a:ext>
            </a:extLst>
          </p:cNvPr>
          <p:cNvSpPr/>
          <p:nvPr/>
        </p:nvSpPr>
        <p:spPr>
          <a:xfrm>
            <a:off x="9327061" y="2034901"/>
            <a:ext cx="1777881"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提升主题的美化质量">
            <a:extLst>
              <a:ext uri="{FF2B5EF4-FFF2-40B4-BE49-F238E27FC236}">
                <a16:creationId xmlns:a16="http://schemas.microsoft.com/office/drawing/2014/main" id="{15461691-757D-4177-8999-9814900B7D23}"/>
              </a:ext>
            </a:extLst>
          </p:cNvPr>
          <p:cNvSpPr txBox="1"/>
          <p:nvPr/>
        </p:nvSpPr>
        <p:spPr>
          <a:xfrm>
            <a:off x="10349250" y="2121559"/>
            <a:ext cx="54425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场景解构</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a:extLst>
              <a:ext uri="{FF2B5EF4-FFF2-40B4-BE49-F238E27FC236}">
                <a16:creationId xmlns:a16="http://schemas.microsoft.com/office/drawing/2014/main" id="{F0B2679E-670B-4F71-882F-907A12F1D018}"/>
              </a:ext>
            </a:extLst>
          </p:cNvPr>
          <p:cNvSpPr/>
          <p:nvPr/>
        </p:nvSpPr>
        <p:spPr>
          <a:xfrm>
            <a:off x="9325755" y="2034901"/>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02">
            <a:extLst>
              <a:ext uri="{FF2B5EF4-FFF2-40B4-BE49-F238E27FC236}">
                <a16:creationId xmlns:a16="http://schemas.microsoft.com/office/drawing/2014/main" id="{B4A9778F-0EAC-49A4-BA3C-494434336B71}"/>
              </a:ext>
            </a:extLst>
          </p:cNvPr>
          <p:cNvSpPr txBox="1"/>
          <p:nvPr/>
        </p:nvSpPr>
        <p:spPr>
          <a:xfrm>
            <a:off x="9461851" y="2090781"/>
            <a:ext cx="40395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抽象</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矩形">
            <a:extLst>
              <a:ext uri="{FF2B5EF4-FFF2-40B4-BE49-F238E27FC236}">
                <a16:creationId xmlns:a16="http://schemas.microsoft.com/office/drawing/2014/main" id="{E2F93517-86FC-4C54-9545-69130BA6A60E}"/>
              </a:ext>
            </a:extLst>
          </p:cNvPr>
          <p:cNvSpPr/>
          <p:nvPr/>
        </p:nvSpPr>
        <p:spPr>
          <a:xfrm>
            <a:off x="9327061" y="3550573"/>
            <a:ext cx="1777881"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提升主题的可用性">
            <a:extLst>
              <a:ext uri="{FF2B5EF4-FFF2-40B4-BE49-F238E27FC236}">
                <a16:creationId xmlns:a16="http://schemas.microsoft.com/office/drawing/2014/main" id="{B59C06CF-42B0-40AA-A48D-F2012563EE8F}"/>
              </a:ext>
            </a:extLst>
          </p:cNvPr>
          <p:cNvSpPr txBox="1"/>
          <p:nvPr/>
        </p:nvSpPr>
        <p:spPr>
          <a:xfrm>
            <a:off x="10349250" y="3637231"/>
            <a:ext cx="54425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逻辑解构</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a:extLst>
              <a:ext uri="{FF2B5EF4-FFF2-40B4-BE49-F238E27FC236}">
                <a16:creationId xmlns:a16="http://schemas.microsoft.com/office/drawing/2014/main" id="{176D87E9-8DC3-4957-A7CE-D5D0DE1048B7}"/>
              </a:ext>
            </a:extLst>
          </p:cNvPr>
          <p:cNvSpPr/>
          <p:nvPr/>
        </p:nvSpPr>
        <p:spPr>
          <a:xfrm>
            <a:off x="9325755" y="3550573"/>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03">
            <a:extLst>
              <a:ext uri="{FF2B5EF4-FFF2-40B4-BE49-F238E27FC236}">
                <a16:creationId xmlns:a16="http://schemas.microsoft.com/office/drawing/2014/main" id="{1C0B7155-AB45-4A01-B531-EAB9163B950D}"/>
              </a:ext>
            </a:extLst>
          </p:cNvPr>
          <p:cNvSpPr txBox="1"/>
          <p:nvPr/>
        </p:nvSpPr>
        <p:spPr>
          <a:xfrm>
            <a:off x="9461851" y="3606453"/>
            <a:ext cx="58028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结构化</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a:extLst>
              <a:ext uri="{FF2B5EF4-FFF2-40B4-BE49-F238E27FC236}">
                <a16:creationId xmlns:a16="http://schemas.microsoft.com/office/drawing/2014/main" id="{D272B4E4-50F5-4E5C-9666-172989F38C87}"/>
              </a:ext>
            </a:extLst>
          </p:cNvPr>
          <p:cNvSpPr/>
          <p:nvPr/>
        </p:nvSpPr>
        <p:spPr>
          <a:xfrm>
            <a:off x="9327061" y="4998678"/>
            <a:ext cx="1777881" cy="378501"/>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提升主题的可用性">
            <a:extLst>
              <a:ext uri="{FF2B5EF4-FFF2-40B4-BE49-F238E27FC236}">
                <a16:creationId xmlns:a16="http://schemas.microsoft.com/office/drawing/2014/main" id="{15D69DD0-8A9E-4BFF-8C0C-0760DFFA0704}"/>
              </a:ext>
            </a:extLst>
          </p:cNvPr>
          <p:cNvSpPr txBox="1"/>
          <p:nvPr/>
        </p:nvSpPr>
        <p:spPr>
          <a:xfrm>
            <a:off x="10349250" y="5085336"/>
            <a:ext cx="54425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信息解构</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矩形">
            <a:extLst>
              <a:ext uri="{FF2B5EF4-FFF2-40B4-BE49-F238E27FC236}">
                <a16:creationId xmlns:a16="http://schemas.microsoft.com/office/drawing/2014/main" id="{F965B631-4915-4338-B01B-571890CB03DF}"/>
              </a:ext>
            </a:extLst>
          </p:cNvPr>
          <p:cNvSpPr/>
          <p:nvPr/>
        </p:nvSpPr>
        <p:spPr>
          <a:xfrm>
            <a:off x="9325755" y="4998678"/>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03">
            <a:extLst>
              <a:ext uri="{FF2B5EF4-FFF2-40B4-BE49-F238E27FC236}">
                <a16:creationId xmlns:a16="http://schemas.microsoft.com/office/drawing/2014/main" id="{D34D8A9F-C9B9-4971-9200-9EAD70A72916}"/>
              </a:ext>
            </a:extLst>
          </p:cNvPr>
          <p:cNvSpPr txBox="1"/>
          <p:nvPr/>
        </p:nvSpPr>
        <p:spPr>
          <a:xfrm>
            <a:off x="9461851" y="5054558"/>
            <a:ext cx="40395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减法</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矩形: 圆角 89">
            <a:extLst>
              <a:ext uri="{FF2B5EF4-FFF2-40B4-BE49-F238E27FC236}">
                <a16:creationId xmlns:a16="http://schemas.microsoft.com/office/drawing/2014/main" id="{7BA589E7-0DA5-4CE5-AD59-10831F6109B1}"/>
              </a:ext>
            </a:extLst>
          </p:cNvPr>
          <p:cNvSpPr/>
          <p:nvPr/>
        </p:nvSpPr>
        <p:spPr>
          <a:xfrm>
            <a:off x="9327061" y="2500060"/>
            <a:ext cx="177788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32">
            <a:extLst>
              <a:ext uri="{FF2B5EF4-FFF2-40B4-BE49-F238E27FC236}">
                <a16:creationId xmlns:a16="http://schemas.microsoft.com/office/drawing/2014/main" id="{067EA9F3-2799-48E2-8115-58957D077264}"/>
              </a:ext>
            </a:extLst>
          </p:cNvPr>
          <p:cNvSpPr txBox="1"/>
          <p:nvPr/>
        </p:nvSpPr>
        <p:spPr>
          <a:xfrm>
            <a:off x="9466523" y="2602416"/>
            <a:ext cx="1417897" cy="18742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抽象用户使用场景</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矩形: 圆角 91">
            <a:extLst>
              <a:ext uri="{FF2B5EF4-FFF2-40B4-BE49-F238E27FC236}">
                <a16:creationId xmlns:a16="http://schemas.microsoft.com/office/drawing/2014/main" id="{D364E10F-4D79-4441-A4C9-A4CCB201CA8A}"/>
              </a:ext>
            </a:extLst>
          </p:cNvPr>
          <p:cNvSpPr/>
          <p:nvPr/>
        </p:nvSpPr>
        <p:spPr>
          <a:xfrm>
            <a:off x="9327061" y="4015391"/>
            <a:ext cx="177788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Object32">
            <a:extLst>
              <a:ext uri="{FF2B5EF4-FFF2-40B4-BE49-F238E27FC236}">
                <a16:creationId xmlns:a16="http://schemas.microsoft.com/office/drawing/2014/main" id="{C55BCDDD-8CD2-4216-8C72-F1DCE88315C2}"/>
              </a:ext>
            </a:extLst>
          </p:cNvPr>
          <p:cNvSpPr txBox="1"/>
          <p:nvPr/>
        </p:nvSpPr>
        <p:spPr>
          <a:xfrm>
            <a:off x="9466523" y="4117747"/>
            <a:ext cx="1417897" cy="18742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结构化多维逻辑</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93">
            <a:extLst>
              <a:ext uri="{FF2B5EF4-FFF2-40B4-BE49-F238E27FC236}">
                <a16:creationId xmlns:a16="http://schemas.microsoft.com/office/drawing/2014/main" id="{ECBB6D13-2655-4527-9431-EDE0139ED426}"/>
              </a:ext>
            </a:extLst>
          </p:cNvPr>
          <p:cNvSpPr/>
          <p:nvPr/>
        </p:nvSpPr>
        <p:spPr>
          <a:xfrm>
            <a:off x="9327061" y="5467441"/>
            <a:ext cx="177788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32">
            <a:extLst>
              <a:ext uri="{FF2B5EF4-FFF2-40B4-BE49-F238E27FC236}">
                <a16:creationId xmlns:a16="http://schemas.microsoft.com/office/drawing/2014/main" id="{2AD02745-85DE-462F-9C7D-58A019251117}"/>
              </a:ext>
            </a:extLst>
          </p:cNvPr>
          <p:cNvSpPr txBox="1"/>
          <p:nvPr/>
        </p:nvSpPr>
        <p:spPr>
          <a:xfrm>
            <a:off x="9466523" y="5569797"/>
            <a:ext cx="1417897" cy="18742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简化信息承载</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97" name="连接符: 曲线 96">
            <a:extLst>
              <a:ext uri="{FF2B5EF4-FFF2-40B4-BE49-F238E27FC236}">
                <a16:creationId xmlns:a16="http://schemas.microsoft.com/office/drawing/2014/main" id="{DA26B390-BA04-4251-AA9B-ECBB1284B774}"/>
              </a:ext>
            </a:extLst>
          </p:cNvPr>
          <p:cNvCxnSpPr>
            <a:cxnSpLocks/>
          </p:cNvCxnSpPr>
          <p:nvPr/>
        </p:nvCxnSpPr>
        <p:spPr>
          <a:xfrm flipV="1">
            <a:off x="7926542" y="2232117"/>
            <a:ext cx="1385612" cy="1385611"/>
          </a:xfrm>
          <a:prstGeom prst="curvedConnector3">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0" name="连接符: 曲线 99">
            <a:extLst>
              <a:ext uri="{FF2B5EF4-FFF2-40B4-BE49-F238E27FC236}">
                <a16:creationId xmlns:a16="http://schemas.microsoft.com/office/drawing/2014/main" id="{21675A6B-EBB2-4684-9251-54BE7FE8B640}"/>
              </a:ext>
            </a:extLst>
          </p:cNvPr>
          <p:cNvCxnSpPr>
            <a:cxnSpLocks/>
          </p:cNvCxnSpPr>
          <p:nvPr/>
        </p:nvCxnSpPr>
        <p:spPr>
          <a:xfrm>
            <a:off x="7926542" y="3810722"/>
            <a:ext cx="1385612" cy="1385611"/>
          </a:xfrm>
          <a:prstGeom prst="curvedConnector3">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3" name="直接箭头连接符 102">
            <a:extLst>
              <a:ext uri="{FF2B5EF4-FFF2-40B4-BE49-F238E27FC236}">
                <a16:creationId xmlns:a16="http://schemas.microsoft.com/office/drawing/2014/main" id="{38A39A61-052F-4036-A8BD-9899AA121E82}"/>
              </a:ext>
            </a:extLst>
          </p:cNvPr>
          <p:cNvCxnSpPr/>
          <p:nvPr/>
        </p:nvCxnSpPr>
        <p:spPr>
          <a:xfrm>
            <a:off x="7932440" y="3706040"/>
            <a:ext cx="133323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08" name="Object29">
            <a:extLst>
              <a:ext uri="{FF2B5EF4-FFF2-40B4-BE49-F238E27FC236}">
                <a16:creationId xmlns:a16="http://schemas.microsoft.com/office/drawing/2014/main" id="{F06DE49B-81DC-486E-AFDF-517F32A7D9F1}"/>
              </a:ext>
            </a:extLst>
          </p:cNvPr>
          <p:cNvSpPr txBox="1"/>
          <p:nvPr/>
        </p:nvSpPr>
        <p:spPr>
          <a:xfrm>
            <a:off x="955029" y="3002156"/>
            <a:ext cx="1627582" cy="113185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信息冗余</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lang="zh-CN" altLang="en-US"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逻辑混乱</a:t>
            </a:r>
            <a:endParaRPr lang="en-US" altLang="zh-CN" b="0" kern="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信息内容复杂</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12" name="直接箭头连接符 111">
            <a:extLst>
              <a:ext uri="{FF2B5EF4-FFF2-40B4-BE49-F238E27FC236}">
                <a16:creationId xmlns:a16="http://schemas.microsoft.com/office/drawing/2014/main" id="{43D87E11-494D-49A8-96C0-C6997D769A9E}"/>
              </a:ext>
            </a:extLst>
          </p:cNvPr>
          <p:cNvCxnSpPr>
            <a:cxnSpLocks/>
            <a:stCxn id="106" idx="6"/>
          </p:cNvCxnSpPr>
          <p:nvPr/>
        </p:nvCxnSpPr>
        <p:spPr>
          <a:xfrm>
            <a:off x="2910698" y="3568084"/>
            <a:ext cx="55384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 name="文本框 3">
            <a:extLst>
              <a:ext uri="{FF2B5EF4-FFF2-40B4-BE49-F238E27FC236}">
                <a16:creationId xmlns:a16="http://schemas.microsoft.com/office/drawing/2014/main" id="{2F5B49F5-C512-56A2-AFF9-4D273C1A96C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5" name="矩形 4">
            <a:extLst>
              <a:ext uri="{FF2B5EF4-FFF2-40B4-BE49-F238E27FC236}">
                <a16:creationId xmlns:a16="http://schemas.microsoft.com/office/drawing/2014/main" id="{7CAECDF5-D8AB-0461-9D24-F7AF1D92934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5BD59830-9F8E-6483-B4FA-A3F5896E988A}"/>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62032959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椭圆 1">
            <a:extLst>
              <a:ext uri="{FF2B5EF4-FFF2-40B4-BE49-F238E27FC236}">
                <a16:creationId xmlns:a16="http://schemas.microsoft.com/office/drawing/2014/main" id="{2C216C30-4A51-C04B-EA16-264130F15F7B}"/>
              </a:ext>
            </a:extLst>
          </p:cNvPr>
          <p:cNvSpPr/>
          <p:nvPr/>
        </p:nvSpPr>
        <p:spPr>
          <a:xfrm>
            <a:off x="3810787" y="1711824"/>
            <a:ext cx="4550012" cy="4550012"/>
          </a:xfrm>
          <a:prstGeom prst="ellipse">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D6B1AF81-05F1-4B7D-B595-0272BA896B3C}"/>
              </a:ext>
            </a:extLst>
          </p:cNvPr>
          <p:cNvSpPr/>
          <p:nvPr/>
        </p:nvSpPr>
        <p:spPr>
          <a:xfrm>
            <a:off x="4362790" y="2263827"/>
            <a:ext cx="3446006" cy="3446006"/>
          </a:xfrm>
          <a:prstGeom prst="ellipse">
            <a:avLst/>
          </a:prstGeom>
          <a:gradFill>
            <a:gsLst>
              <a:gs pos="63000">
                <a:schemeClr val="accent1">
                  <a:lumMod val="100000"/>
                  <a:alpha val="0"/>
                </a:schemeClr>
              </a:gs>
              <a:gs pos="0">
                <a:schemeClr val="accent1">
                  <a:lumMod val="100000"/>
                  <a:alpha val="30000"/>
                </a:schemeClr>
              </a:gs>
            </a:gsLst>
            <a:lin ang="5400000" scaled="0"/>
          </a:gra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ADF5054F-CE1C-4A30-8ACB-85801FE65795}"/>
              </a:ext>
            </a:extLst>
          </p:cNvPr>
          <p:cNvSpPr/>
          <p:nvPr/>
        </p:nvSpPr>
        <p:spPr>
          <a:xfrm>
            <a:off x="3443171" y="3560033"/>
            <a:ext cx="2034044" cy="2034044"/>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C94A66A9-43AD-42CF-B38D-62A0B0BC93CC}"/>
              </a:ext>
            </a:extLst>
          </p:cNvPr>
          <p:cNvSpPr/>
          <p:nvPr/>
        </p:nvSpPr>
        <p:spPr>
          <a:xfrm>
            <a:off x="3544771" y="3661633"/>
            <a:ext cx="1830844" cy="183084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Object29">
            <a:extLst>
              <a:ext uri="{FF2B5EF4-FFF2-40B4-BE49-F238E27FC236}">
                <a16:creationId xmlns:a16="http://schemas.microsoft.com/office/drawing/2014/main" id="{609CBD7E-2C18-4B1A-8881-664802E83D14}"/>
              </a:ext>
            </a:extLst>
          </p:cNvPr>
          <p:cNvSpPr txBox="1"/>
          <p:nvPr/>
        </p:nvSpPr>
        <p:spPr>
          <a:xfrm>
            <a:off x="3810787" y="4250744"/>
            <a:ext cx="1298812" cy="3263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用户粘性</a:t>
            </a:r>
            <a:endParaRPr kumimoji="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9">
            <a:extLst>
              <a:ext uri="{FF2B5EF4-FFF2-40B4-BE49-F238E27FC236}">
                <a16:creationId xmlns:a16="http://schemas.microsoft.com/office/drawing/2014/main" id="{9761232E-D87E-4327-9AD6-F5208AF8DA28}"/>
              </a:ext>
            </a:extLst>
          </p:cNvPr>
          <p:cNvSpPr txBox="1"/>
          <p:nvPr/>
        </p:nvSpPr>
        <p:spPr>
          <a:xfrm>
            <a:off x="3831201" y="4577055"/>
            <a:ext cx="1257984" cy="3263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User Stickiness</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F07CF40E-5D1B-4D6F-AE6B-C29308DF53C9}"/>
              </a:ext>
            </a:extLst>
          </p:cNvPr>
          <p:cNvSpPr/>
          <p:nvPr/>
        </p:nvSpPr>
        <p:spPr>
          <a:xfrm>
            <a:off x="5078978" y="1495946"/>
            <a:ext cx="2034044" cy="2034044"/>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F3104257-CC91-4758-A803-A40E647779C5}"/>
              </a:ext>
            </a:extLst>
          </p:cNvPr>
          <p:cNvSpPr/>
          <p:nvPr/>
        </p:nvSpPr>
        <p:spPr>
          <a:xfrm>
            <a:off x="5180578" y="1597546"/>
            <a:ext cx="1830844" cy="183084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45F83AD3-5667-4546-81D3-860A40302B78}"/>
              </a:ext>
            </a:extLst>
          </p:cNvPr>
          <p:cNvSpPr txBox="1"/>
          <p:nvPr/>
        </p:nvSpPr>
        <p:spPr>
          <a:xfrm>
            <a:off x="5446594" y="2100672"/>
            <a:ext cx="1298812" cy="3263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提升转化</a:t>
            </a:r>
            <a:endParaRPr kumimoji="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9">
            <a:extLst>
              <a:ext uri="{FF2B5EF4-FFF2-40B4-BE49-F238E27FC236}">
                <a16:creationId xmlns:a16="http://schemas.microsoft.com/office/drawing/2014/main" id="{5A3820AE-2C1B-458A-82D2-6601D9D2B454}"/>
              </a:ext>
            </a:extLst>
          </p:cNvPr>
          <p:cNvSpPr txBox="1"/>
          <p:nvPr/>
        </p:nvSpPr>
        <p:spPr>
          <a:xfrm>
            <a:off x="5281547" y="2426983"/>
            <a:ext cx="1628906" cy="49828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Upgrade TRANSFORMATION</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椭圆 19">
            <a:extLst>
              <a:ext uri="{FF2B5EF4-FFF2-40B4-BE49-F238E27FC236}">
                <a16:creationId xmlns:a16="http://schemas.microsoft.com/office/drawing/2014/main" id="{1F33890B-80DB-4E29-B0B4-99290EADE5AB}"/>
              </a:ext>
            </a:extLst>
          </p:cNvPr>
          <p:cNvSpPr/>
          <p:nvPr/>
        </p:nvSpPr>
        <p:spPr>
          <a:xfrm>
            <a:off x="6714785" y="3560033"/>
            <a:ext cx="2034044" cy="2034044"/>
          </a:xfrm>
          <a:prstGeom prst="ellipse">
            <a:avLst/>
          </a:prstGeom>
          <a:solidFill>
            <a:schemeClr val="lt1">
              <a:lumMod val="100000"/>
            </a:schemeClr>
          </a:solidFill>
          <a:ln w="1270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6492EA05-C266-48A6-9560-59F2FA9EBFD7}"/>
              </a:ext>
            </a:extLst>
          </p:cNvPr>
          <p:cNvSpPr/>
          <p:nvPr/>
        </p:nvSpPr>
        <p:spPr>
          <a:xfrm>
            <a:off x="6816385" y="3661633"/>
            <a:ext cx="1830844" cy="1830844"/>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a:extLst>
              <a:ext uri="{FF2B5EF4-FFF2-40B4-BE49-F238E27FC236}">
                <a16:creationId xmlns:a16="http://schemas.microsoft.com/office/drawing/2014/main" id="{83D0DE9F-1831-47D6-B7F4-05B692C553C9}"/>
              </a:ext>
            </a:extLst>
          </p:cNvPr>
          <p:cNvSpPr txBox="1"/>
          <p:nvPr/>
        </p:nvSpPr>
        <p:spPr>
          <a:xfrm>
            <a:off x="7082401" y="4250744"/>
            <a:ext cx="1298812" cy="3263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品牌调性</a:t>
            </a:r>
            <a:endParaRPr kumimoji="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9">
            <a:extLst>
              <a:ext uri="{FF2B5EF4-FFF2-40B4-BE49-F238E27FC236}">
                <a16:creationId xmlns:a16="http://schemas.microsoft.com/office/drawing/2014/main" id="{3A9DB00B-669E-49B5-80A2-389C3B370AB7}"/>
              </a:ext>
            </a:extLst>
          </p:cNvPr>
          <p:cNvSpPr txBox="1"/>
          <p:nvPr/>
        </p:nvSpPr>
        <p:spPr>
          <a:xfrm>
            <a:off x="7102815" y="4577055"/>
            <a:ext cx="1257984" cy="3263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Brand tonality</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8" name="直接箭头连接符 27">
            <a:extLst>
              <a:ext uri="{FF2B5EF4-FFF2-40B4-BE49-F238E27FC236}">
                <a16:creationId xmlns:a16="http://schemas.microsoft.com/office/drawing/2014/main" id="{BA274211-D0A5-4513-B10B-63988F37D9FE}"/>
              </a:ext>
            </a:extLst>
          </p:cNvPr>
          <p:cNvCxnSpPr>
            <a:cxnSpLocks/>
          </p:cNvCxnSpPr>
          <p:nvPr/>
        </p:nvCxnSpPr>
        <p:spPr>
          <a:xfrm>
            <a:off x="7082401" y="2220299"/>
            <a:ext cx="58446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矩形">
            <a:extLst>
              <a:ext uri="{FF2B5EF4-FFF2-40B4-BE49-F238E27FC236}">
                <a16:creationId xmlns:a16="http://schemas.microsoft.com/office/drawing/2014/main" id="{E3858E37-73E3-4EFF-914E-1A663BE78EF0}"/>
              </a:ext>
            </a:extLst>
          </p:cNvPr>
          <p:cNvSpPr/>
          <p:nvPr/>
        </p:nvSpPr>
        <p:spPr>
          <a:xfrm>
            <a:off x="7808795" y="2047809"/>
            <a:ext cx="101589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02">
            <a:extLst>
              <a:ext uri="{FF2B5EF4-FFF2-40B4-BE49-F238E27FC236}">
                <a16:creationId xmlns:a16="http://schemas.microsoft.com/office/drawing/2014/main" id="{75E3A7D5-012C-49BE-884E-B8B58ACDBBB8}"/>
              </a:ext>
            </a:extLst>
          </p:cNvPr>
          <p:cNvSpPr txBox="1"/>
          <p:nvPr/>
        </p:nvSpPr>
        <p:spPr>
          <a:xfrm>
            <a:off x="8026597" y="2103689"/>
            <a:ext cx="58028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产品层</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6F099C5A-6B1C-4366-BBBB-152AB83A343B}"/>
              </a:ext>
            </a:extLst>
          </p:cNvPr>
          <p:cNvSpPr/>
          <p:nvPr/>
        </p:nvSpPr>
        <p:spPr>
          <a:xfrm>
            <a:off x="7810102" y="2512968"/>
            <a:ext cx="3686573" cy="608453"/>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32">
            <a:extLst>
              <a:ext uri="{FF2B5EF4-FFF2-40B4-BE49-F238E27FC236}">
                <a16:creationId xmlns:a16="http://schemas.microsoft.com/office/drawing/2014/main" id="{2AFC94A5-D840-48DC-B0EF-1FD2914DC64A}"/>
              </a:ext>
            </a:extLst>
          </p:cNvPr>
          <p:cNvSpPr txBox="1"/>
          <p:nvPr/>
        </p:nvSpPr>
        <p:spPr>
          <a:xfrm>
            <a:off x="7977538" y="2634143"/>
            <a:ext cx="3351700" cy="38728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优化产品呈现方式，增强用户看标讯的欲望，增强运营活动视觉感知度，凸显运营氛围</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5" name="直接箭头连接符 34">
            <a:extLst>
              <a:ext uri="{FF2B5EF4-FFF2-40B4-BE49-F238E27FC236}">
                <a16:creationId xmlns:a16="http://schemas.microsoft.com/office/drawing/2014/main" id="{3199D234-261A-4346-BEEC-4B1807B11C3C}"/>
              </a:ext>
            </a:extLst>
          </p:cNvPr>
          <p:cNvCxnSpPr>
            <a:cxnSpLocks/>
          </p:cNvCxnSpPr>
          <p:nvPr/>
        </p:nvCxnSpPr>
        <p:spPr>
          <a:xfrm>
            <a:off x="8758337" y="4577055"/>
            <a:ext cx="55384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6" name="矩形">
            <a:extLst>
              <a:ext uri="{FF2B5EF4-FFF2-40B4-BE49-F238E27FC236}">
                <a16:creationId xmlns:a16="http://schemas.microsoft.com/office/drawing/2014/main" id="{DBBA4534-5AE9-441A-BC2A-6B5321C85946}"/>
              </a:ext>
            </a:extLst>
          </p:cNvPr>
          <p:cNvSpPr/>
          <p:nvPr/>
        </p:nvSpPr>
        <p:spPr>
          <a:xfrm>
            <a:off x="9454110" y="4404565"/>
            <a:ext cx="101589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02">
            <a:extLst>
              <a:ext uri="{FF2B5EF4-FFF2-40B4-BE49-F238E27FC236}">
                <a16:creationId xmlns:a16="http://schemas.microsoft.com/office/drawing/2014/main" id="{5D574B0F-6125-45FC-B7EF-CA072BEFDC56}"/>
              </a:ext>
            </a:extLst>
          </p:cNvPr>
          <p:cNvSpPr txBox="1"/>
          <p:nvPr/>
        </p:nvSpPr>
        <p:spPr>
          <a:xfrm>
            <a:off x="9671912" y="4460445"/>
            <a:ext cx="58028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视觉层</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矩形: 圆角 37">
            <a:extLst>
              <a:ext uri="{FF2B5EF4-FFF2-40B4-BE49-F238E27FC236}">
                <a16:creationId xmlns:a16="http://schemas.microsoft.com/office/drawing/2014/main" id="{1F67214C-890B-4DB8-A49E-26A3F02BBA75}"/>
              </a:ext>
            </a:extLst>
          </p:cNvPr>
          <p:cNvSpPr/>
          <p:nvPr/>
        </p:nvSpPr>
        <p:spPr>
          <a:xfrm>
            <a:off x="9457977" y="4917914"/>
            <a:ext cx="2060923" cy="855627"/>
          </a:xfrm>
          <a:prstGeom prst="roundRect">
            <a:avLst/>
          </a:prstGeom>
          <a:no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32">
            <a:extLst>
              <a:ext uri="{FF2B5EF4-FFF2-40B4-BE49-F238E27FC236}">
                <a16:creationId xmlns:a16="http://schemas.microsoft.com/office/drawing/2014/main" id="{E4886F8E-C126-453A-A02C-B87F9416B1B6}"/>
              </a:ext>
            </a:extLst>
          </p:cNvPr>
          <p:cNvSpPr txBox="1"/>
          <p:nvPr/>
        </p:nvSpPr>
        <p:spPr>
          <a:xfrm>
            <a:off x="9527708" y="5039089"/>
            <a:ext cx="1921461" cy="5873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通过视觉优化，统一设计风格，强化品牌意识，更符合用户人群的审美</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1" name="直接箭头连接符 40">
            <a:extLst>
              <a:ext uri="{FF2B5EF4-FFF2-40B4-BE49-F238E27FC236}">
                <a16:creationId xmlns:a16="http://schemas.microsoft.com/office/drawing/2014/main" id="{60BB477C-DC6A-4E22-A00B-A63887B09D63}"/>
              </a:ext>
            </a:extLst>
          </p:cNvPr>
          <p:cNvCxnSpPr>
            <a:cxnSpLocks/>
          </p:cNvCxnSpPr>
          <p:nvPr/>
        </p:nvCxnSpPr>
        <p:spPr>
          <a:xfrm flipH="1">
            <a:off x="2889328" y="4577055"/>
            <a:ext cx="55384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2" name="矩形">
            <a:extLst>
              <a:ext uri="{FF2B5EF4-FFF2-40B4-BE49-F238E27FC236}">
                <a16:creationId xmlns:a16="http://schemas.microsoft.com/office/drawing/2014/main" id="{A83D1CA4-D3FF-43EB-9153-7091175134B4}"/>
              </a:ext>
            </a:extLst>
          </p:cNvPr>
          <p:cNvSpPr/>
          <p:nvPr/>
        </p:nvSpPr>
        <p:spPr>
          <a:xfrm>
            <a:off x="1857439" y="4404565"/>
            <a:ext cx="1015891"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02">
            <a:extLst>
              <a:ext uri="{FF2B5EF4-FFF2-40B4-BE49-F238E27FC236}">
                <a16:creationId xmlns:a16="http://schemas.microsoft.com/office/drawing/2014/main" id="{8FE1BD57-B673-4AFF-AEEA-3B1C6911C5EC}"/>
              </a:ext>
            </a:extLst>
          </p:cNvPr>
          <p:cNvSpPr txBox="1"/>
          <p:nvPr/>
        </p:nvSpPr>
        <p:spPr>
          <a:xfrm>
            <a:off x="2075241" y="4460445"/>
            <a:ext cx="580287"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用户层</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3F0BEACD-76CE-4CDC-AB38-8E666D964443}"/>
              </a:ext>
            </a:extLst>
          </p:cNvPr>
          <p:cNvSpPr/>
          <p:nvPr/>
        </p:nvSpPr>
        <p:spPr>
          <a:xfrm>
            <a:off x="673101" y="4917914"/>
            <a:ext cx="2193444" cy="855627"/>
          </a:xfrm>
          <a:prstGeom prst="roundRect">
            <a:avLst/>
          </a:prstGeom>
          <a:no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2">
            <a:extLst>
              <a:ext uri="{FF2B5EF4-FFF2-40B4-BE49-F238E27FC236}">
                <a16:creationId xmlns:a16="http://schemas.microsoft.com/office/drawing/2014/main" id="{47670798-26E9-40F2-ABC5-875407025074}"/>
              </a:ext>
            </a:extLst>
          </p:cNvPr>
          <p:cNvSpPr txBox="1"/>
          <p:nvPr/>
        </p:nvSpPr>
        <p:spPr>
          <a:xfrm>
            <a:off x="735554" y="5039089"/>
            <a:ext cx="2068538" cy="5873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增加学习功能，增加用户对平台的认知与粘性，优化交互，提升用户使用体验</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5" name="图形 2">
            <a:extLst>
              <a:ext uri="{FF2B5EF4-FFF2-40B4-BE49-F238E27FC236}">
                <a16:creationId xmlns:a16="http://schemas.microsoft.com/office/drawing/2014/main" id="{27F39682-5893-422B-ACEC-6C7856EB2502}"/>
              </a:ext>
            </a:extLst>
          </p:cNvPr>
          <p:cNvGrpSpPr/>
          <p:nvPr/>
        </p:nvGrpSpPr>
        <p:grpSpPr>
          <a:xfrm>
            <a:off x="5586415" y="3711138"/>
            <a:ext cx="1013044" cy="565540"/>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26" name="图形 2">
              <a:extLst>
                <a:ext uri="{FF2B5EF4-FFF2-40B4-BE49-F238E27FC236}">
                  <a16:creationId xmlns:a16="http://schemas.microsoft.com/office/drawing/2014/main" id="{B3EF41A5-B92B-2A49-38FA-88BB1C666228}"/>
                </a:ext>
              </a:extLst>
            </p:cNvPr>
            <p:cNvGrpSpPr/>
            <p:nvPr/>
          </p:nvGrpSpPr>
          <p:grpSpPr>
            <a:xfrm>
              <a:off x="8040885" y="2227778"/>
              <a:ext cx="850117" cy="687943"/>
              <a:chOff x="8040885" y="2227778"/>
              <a:chExt cx="850117" cy="687943"/>
            </a:xfrm>
            <a:grpFill/>
          </p:grpSpPr>
          <p:sp>
            <p:nvSpPr>
              <p:cNvPr id="29" name="任意多边形: 形状 28">
                <a:extLst>
                  <a:ext uri="{FF2B5EF4-FFF2-40B4-BE49-F238E27FC236}">
                    <a16:creationId xmlns:a16="http://schemas.microsoft.com/office/drawing/2014/main" id="{4ED5A650-685F-F521-9FDF-E4117D66D470}"/>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30" name="图形 2">
                <a:extLst>
                  <a:ext uri="{FF2B5EF4-FFF2-40B4-BE49-F238E27FC236}">
                    <a16:creationId xmlns:a16="http://schemas.microsoft.com/office/drawing/2014/main" id="{F4309266-17F2-04C7-FDD6-D216F1CDD8A7}"/>
                  </a:ext>
                </a:extLst>
              </p:cNvPr>
              <p:cNvGrpSpPr/>
              <p:nvPr/>
            </p:nvGrpSpPr>
            <p:grpSpPr>
              <a:xfrm>
                <a:off x="8058228" y="2720817"/>
                <a:ext cx="815424" cy="87465"/>
                <a:chOff x="8058228" y="2720817"/>
                <a:chExt cx="815424" cy="87465"/>
              </a:xfrm>
              <a:grpFill/>
            </p:grpSpPr>
            <p:sp>
              <p:nvSpPr>
                <p:cNvPr id="49" name="任意多边形: 形状 48">
                  <a:extLst>
                    <a:ext uri="{FF2B5EF4-FFF2-40B4-BE49-F238E27FC236}">
                      <a16:creationId xmlns:a16="http://schemas.microsoft.com/office/drawing/2014/main" id="{EFAF7167-A4F4-800C-A71E-F47A3144E073}"/>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5A9714F4-3155-5121-F64D-721320B9A6F9}"/>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0" name="图形 2">
                <a:extLst>
                  <a:ext uri="{FF2B5EF4-FFF2-40B4-BE49-F238E27FC236}">
                    <a16:creationId xmlns:a16="http://schemas.microsoft.com/office/drawing/2014/main" id="{9AC4FEA0-AA41-9058-E10F-2855F336E025}"/>
                  </a:ext>
                </a:extLst>
              </p:cNvPr>
              <p:cNvGrpSpPr/>
              <p:nvPr/>
            </p:nvGrpSpPr>
            <p:grpSpPr>
              <a:xfrm>
                <a:off x="8375359" y="2800112"/>
                <a:ext cx="181153" cy="98266"/>
                <a:chOff x="8375359" y="2800112"/>
                <a:chExt cx="181153" cy="98266"/>
              </a:xfrm>
              <a:grpFill/>
            </p:grpSpPr>
            <p:sp>
              <p:nvSpPr>
                <p:cNvPr id="47" name="任意多边形: 形状 46">
                  <a:extLst>
                    <a:ext uri="{FF2B5EF4-FFF2-40B4-BE49-F238E27FC236}">
                      <a16:creationId xmlns:a16="http://schemas.microsoft.com/office/drawing/2014/main" id="{4B62A50A-D46B-4703-EFA4-07514CA77EC9}"/>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98732A7E-A880-FE8B-5464-9DACB20653A4}"/>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46" name="任意多边形: 形状 45">
                <a:extLst>
                  <a:ext uri="{FF2B5EF4-FFF2-40B4-BE49-F238E27FC236}">
                    <a16:creationId xmlns:a16="http://schemas.microsoft.com/office/drawing/2014/main" id="{5D93A421-2379-A418-46C2-605A3DD1CAA7}"/>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27" name="任意多边形: 形状 26">
              <a:extLst>
                <a:ext uri="{FF2B5EF4-FFF2-40B4-BE49-F238E27FC236}">
                  <a16:creationId xmlns:a16="http://schemas.microsoft.com/office/drawing/2014/main" id="{92C3EDDE-03C2-AD0F-172F-7B664D7B7EC2}"/>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3" name="文本框 2">
            <a:extLst>
              <a:ext uri="{FF2B5EF4-FFF2-40B4-BE49-F238E27FC236}">
                <a16:creationId xmlns:a16="http://schemas.microsoft.com/office/drawing/2014/main" id="{FE5D8579-12A8-7A71-1C7E-EDA740E6D8B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9EB850E1-167A-2B9B-1DB4-E5000896F8E6}"/>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1814E25A-8A44-030C-0E52-71CB25D0BCD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75480574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748B91A5-503F-B257-2F97-4437FDA0D776}"/>
              </a:ext>
            </a:extLst>
          </p:cNvPr>
          <p:cNvGrpSpPr/>
          <p:nvPr/>
        </p:nvGrpSpPr>
        <p:grpSpPr>
          <a:xfrm>
            <a:off x="1" y="1355327"/>
            <a:ext cx="4366820" cy="4366822"/>
            <a:chOff x="4330782" y="2170761"/>
            <a:chExt cx="3481371" cy="3481372"/>
          </a:xfrm>
        </p:grpSpPr>
        <p:sp>
          <p:nvSpPr>
            <p:cNvPr id="3" name="椭圆 2">
              <a:extLst>
                <a:ext uri="{FF2B5EF4-FFF2-40B4-BE49-F238E27FC236}">
                  <a16:creationId xmlns:a16="http://schemas.microsoft.com/office/drawing/2014/main" id="{ED4779A6-BB01-7E8E-68C4-C1FC4868BA68}"/>
                </a:ext>
              </a:extLst>
            </p:cNvPr>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a:extLst>
                <a:ext uri="{FF2B5EF4-FFF2-40B4-BE49-F238E27FC236}">
                  <a16:creationId xmlns:a16="http://schemas.microsoft.com/office/drawing/2014/main" id="{4EED964E-AD55-05E2-7F16-CB17C52C329C}"/>
                </a:ext>
              </a:extLst>
            </p:cNvPr>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8B221F27-0999-7142-B6F6-477D91EBAFF7}"/>
                </a:ext>
              </a:extLst>
            </p:cNvPr>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0E57D19A-B2A9-5687-83F7-CEDBFD04F076}"/>
                </a:ext>
              </a:extLst>
            </p:cNvPr>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4" name="矩形: 圆角 43">
            <a:extLst>
              <a:ext uri="{FF2B5EF4-FFF2-40B4-BE49-F238E27FC236}">
                <a16:creationId xmlns:a16="http://schemas.microsoft.com/office/drawing/2014/main" id="{AD169C32-926E-4CC9-AAF8-21A0E48C891A}"/>
              </a:ext>
            </a:extLst>
          </p:cNvPr>
          <p:cNvSpPr/>
          <p:nvPr/>
        </p:nvSpPr>
        <p:spPr>
          <a:xfrm flipH="1">
            <a:off x="4657728" y="1568450"/>
            <a:ext cx="7839072" cy="3767532"/>
          </a:xfrm>
          <a:prstGeom prst="roundRect">
            <a:avLst>
              <a:gd name="adj" fmla="val 453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a:extLst>
              <a:ext uri="{FF2B5EF4-FFF2-40B4-BE49-F238E27FC236}">
                <a16:creationId xmlns:a16="http://schemas.microsoft.com/office/drawing/2014/main" id="{02F64F76-2899-46F1-9B8D-3F75EC846519}"/>
              </a:ext>
            </a:extLst>
          </p:cNvPr>
          <p:cNvSpPr/>
          <p:nvPr/>
        </p:nvSpPr>
        <p:spPr>
          <a:xfrm>
            <a:off x="9885330" y="2783434"/>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algn="ctr" defTabSz="412750" hangingPunct="0"/>
            <a:endParaRPr sz="1600" kern="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a:extLst>
              <a:ext uri="{FF2B5EF4-FFF2-40B4-BE49-F238E27FC236}">
                <a16:creationId xmlns:a16="http://schemas.microsoft.com/office/drawing/2014/main" id="{55DF9A60-CF61-4437-8343-6EF2C35C5DB9}"/>
              </a:ext>
            </a:extLst>
          </p:cNvPr>
          <p:cNvSpPr/>
          <p:nvPr/>
        </p:nvSpPr>
        <p:spPr>
          <a:xfrm>
            <a:off x="9885330" y="3422821"/>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a:extLst>
              <a:ext uri="{FF2B5EF4-FFF2-40B4-BE49-F238E27FC236}">
                <a16:creationId xmlns:a16="http://schemas.microsoft.com/office/drawing/2014/main" id="{9EFC2466-70FA-4C76-A232-A1E5698BB097}"/>
              </a:ext>
            </a:extLst>
          </p:cNvPr>
          <p:cNvSpPr/>
          <p:nvPr/>
        </p:nvSpPr>
        <p:spPr>
          <a:xfrm>
            <a:off x="9885330" y="4089142"/>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algn="ctr" defTabSz="412750" hangingPunct="0"/>
            <a:endParaRPr sz="1600" kern="0" dirty="0">
              <a:solidFill>
                <a:srgbClr val="FFFFFF"/>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a:extLst>
              <a:ext uri="{FF2B5EF4-FFF2-40B4-BE49-F238E27FC236}">
                <a16:creationId xmlns:a16="http://schemas.microsoft.com/office/drawing/2014/main" id="{6F18B224-A994-4DE4-8A34-A55B15C0D3FD}"/>
              </a:ext>
            </a:extLst>
          </p:cNvPr>
          <p:cNvSpPr/>
          <p:nvPr/>
        </p:nvSpPr>
        <p:spPr>
          <a:xfrm>
            <a:off x="7864747" y="2783434"/>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a:extLst>
              <a:ext uri="{FF2B5EF4-FFF2-40B4-BE49-F238E27FC236}">
                <a16:creationId xmlns:a16="http://schemas.microsoft.com/office/drawing/2014/main" id="{0EB98C89-8811-416D-8F97-191BF474B588}"/>
              </a:ext>
            </a:extLst>
          </p:cNvPr>
          <p:cNvSpPr/>
          <p:nvPr/>
        </p:nvSpPr>
        <p:spPr>
          <a:xfrm>
            <a:off x="7864747" y="3422821"/>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a:extLst>
              <a:ext uri="{FF2B5EF4-FFF2-40B4-BE49-F238E27FC236}">
                <a16:creationId xmlns:a16="http://schemas.microsoft.com/office/drawing/2014/main" id="{74AF90A0-66AC-4D86-A7F8-C032C10A1961}"/>
              </a:ext>
            </a:extLst>
          </p:cNvPr>
          <p:cNvSpPr/>
          <p:nvPr/>
        </p:nvSpPr>
        <p:spPr>
          <a:xfrm>
            <a:off x="7864747" y="4089142"/>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a:extLst>
              <a:ext uri="{FF2B5EF4-FFF2-40B4-BE49-F238E27FC236}">
                <a16:creationId xmlns:a16="http://schemas.microsoft.com/office/drawing/2014/main" id="{656A36EA-4BBE-4E79-ACB0-7A54495BA7A4}"/>
              </a:ext>
            </a:extLst>
          </p:cNvPr>
          <p:cNvSpPr/>
          <p:nvPr/>
        </p:nvSpPr>
        <p:spPr>
          <a:xfrm>
            <a:off x="5847088" y="3075040"/>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a:extLst>
              <a:ext uri="{FF2B5EF4-FFF2-40B4-BE49-F238E27FC236}">
                <a16:creationId xmlns:a16="http://schemas.microsoft.com/office/drawing/2014/main" id="{4000F88D-36AF-4343-B7FB-5F42E9C8416D}"/>
              </a:ext>
            </a:extLst>
          </p:cNvPr>
          <p:cNvSpPr/>
          <p:nvPr/>
        </p:nvSpPr>
        <p:spPr>
          <a:xfrm>
            <a:off x="5847088" y="3714427"/>
            <a:ext cx="1468272" cy="378000"/>
          </a:xfrm>
          <a:prstGeom prst="roundRect">
            <a:avLst/>
          </a:prstGeom>
          <a:solidFill>
            <a:schemeClr val="bg1"/>
          </a:solid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61DF9624-5C41-4D47-8B42-D33AF69250AD}"/>
              </a:ext>
            </a:extLst>
          </p:cNvPr>
          <p:cNvSpPr/>
          <p:nvPr/>
        </p:nvSpPr>
        <p:spPr>
          <a:xfrm flipH="1" flipV="1">
            <a:off x="815178" y="5581949"/>
            <a:ext cx="2727965" cy="558800"/>
          </a:xfrm>
          <a:custGeom>
            <a:avLst/>
            <a:gdLst>
              <a:gd name="connsiteX0" fmla="*/ 0 w 2727965"/>
              <a:gd name="connsiteY0" fmla="*/ 0 h 558800"/>
              <a:gd name="connsiteX1" fmla="*/ 2727965 w 2727965"/>
              <a:gd name="connsiteY1" fmla="*/ 0 h 558800"/>
              <a:gd name="connsiteX2" fmla="*/ 2727965 w 2727965"/>
              <a:gd name="connsiteY2" fmla="*/ 558800 h 558800"/>
              <a:gd name="connsiteX3" fmla="*/ 0 w 2727965"/>
              <a:gd name="connsiteY3" fmla="*/ 558800 h 558800"/>
              <a:gd name="connsiteX0" fmla="*/ 0 w 2727965"/>
              <a:gd name="connsiteY0" fmla="*/ 0 h 558800"/>
              <a:gd name="connsiteX1" fmla="*/ 2727965 w 2727965"/>
              <a:gd name="connsiteY1" fmla="*/ 0 h 558800"/>
              <a:gd name="connsiteX2" fmla="*/ 2727965 w 2727965"/>
              <a:gd name="connsiteY2" fmla="*/ 558800 h 558800"/>
              <a:gd name="connsiteX3" fmla="*/ 1353985 w 2727965"/>
              <a:gd name="connsiteY3" fmla="*/ 557213 h 558800"/>
              <a:gd name="connsiteX4" fmla="*/ 0 w 2727965"/>
              <a:gd name="connsiteY4" fmla="*/ 558800 h 558800"/>
              <a:gd name="connsiteX5" fmla="*/ 0 w 2727965"/>
              <a:gd name="connsiteY5" fmla="*/ 0 h 558800"/>
              <a:gd name="connsiteX0" fmla="*/ 1353985 w 2727965"/>
              <a:gd name="connsiteY0" fmla="*/ 557213 h 648653"/>
              <a:gd name="connsiteX1" fmla="*/ 0 w 2727965"/>
              <a:gd name="connsiteY1" fmla="*/ 558800 h 648653"/>
              <a:gd name="connsiteX2" fmla="*/ 0 w 2727965"/>
              <a:gd name="connsiteY2" fmla="*/ 0 h 648653"/>
              <a:gd name="connsiteX3" fmla="*/ 2727965 w 2727965"/>
              <a:gd name="connsiteY3" fmla="*/ 0 h 648653"/>
              <a:gd name="connsiteX4" fmla="*/ 2727965 w 2727965"/>
              <a:gd name="connsiteY4" fmla="*/ 558800 h 648653"/>
              <a:gd name="connsiteX5" fmla="*/ 1445425 w 2727965"/>
              <a:gd name="connsiteY5" fmla="*/ 648653 h 648653"/>
              <a:gd name="connsiteX0" fmla="*/ 1353985 w 2727965"/>
              <a:gd name="connsiteY0" fmla="*/ 557213 h 558800"/>
              <a:gd name="connsiteX1" fmla="*/ 0 w 2727965"/>
              <a:gd name="connsiteY1" fmla="*/ 558800 h 558800"/>
              <a:gd name="connsiteX2" fmla="*/ 0 w 2727965"/>
              <a:gd name="connsiteY2" fmla="*/ 0 h 558800"/>
              <a:gd name="connsiteX3" fmla="*/ 2727965 w 2727965"/>
              <a:gd name="connsiteY3" fmla="*/ 0 h 558800"/>
              <a:gd name="connsiteX4" fmla="*/ 2727965 w 2727965"/>
              <a:gd name="connsiteY4" fmla="*/ 558800 h 558800"/>
              <a:gd name="connsiteX0" fmla="*/ 0 w 2727965"/>
              <a:gd name="connsiteY0" fmla="*/ 558800 h 558800"/>
              <a:gd name="connsiteX1" fmla="*/ 0 w 2727965"/>
              <a:gd name="connsiteY1" fmla="*/ 0 h 558800"/>
              <a:gd name="connsiteX2" fmla="*/ 2727965 w 2727965"/>
              <a:gd name="connsiteY2" fmla="*/ 0 h 558800"/>
              <a:gd name="connsiteX3" fmla="*/ 2727965 w 2727965"/>
              <a:gd name="connsiteY3" fmla="*/ 558800 h 558800"/>
            </a:gdLst>
            <a:ahLst/>
            <a:cxnLst>
              <a:cxn ang="0">
                <a:pos x="connsiteX0" y="connsiteY0"/>
              </a:cxn>
              <a:cxn ang="0">
                <a:pos x="connsiteX1" y="connsiteY1"/>
              </a:cxn>
              <a:cxn ang="0">
                <a:pos x="connsiteX2" y="connsiteY2"/>
              </a:cxn>
              <a:cxn ang="0">
                <a:pos x="connsiteX3" y="connsiteY3"/>
              </a:cxn>
            </a:cxnLst>
            <a:rect l="l" t="t" r="r" b="b"/>
            <a:pathLst>
              <a:path w="2727965" h="558800">
                <a:moveTo>
                  <a:pt x="0" y="558800"/>
                </a:moveTo>
                <a:lnTo>
                  <a:pt x="0" y="0"/>
                </a:lnTo>
                <a:lnTo>
                  <a:pt x="2727965" y="0"/>
                </a:lnTo>
                <a:lnTo>
                  <a:pt x="2727965" y="558800"/>
                </a:lnTo>
              </a:path>
            </a:pathLst>
          </a:custGeom>
          <a:solidFill>
            <a:schemeClr val="lt1"/>
          </a:solidFill>
          <a:ln w="12700">
            <a:solidFill>
              <a:schemeClr val="accent1">
                <a:lumMod val="100000"/>
              </a:schemeClr>
            </a:solidFill>
            <a:prstDash val="sysDot"/>
            <a:miter lim="400000"/>
            <a:headEnd type="arrow"/>
          </a:ln>
        </p:spPr>
        <p:txBody>
          <a:bodyPr wrap="square"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82AC452B-EECE-4CF0-B838-3AAFCDBB69E9}"/>
              </a:ext>
            </a:extLst>
          </p:cNvPr>
          <p:cNvSpPr/>
          <p:nvPr/>
        </p:nvSpPr>
        <p:spPr>
          <a:xfrm>
            <a:off x="815178" y="4800600"/>
            <a:ext cx="2727965" cy="558800"/>
          </a:xfrm>
          <a:custGeom>
            <a:avLst/>
            <a:gdLst>
              <a:gd name="connsiteX0" fmla="*/ 0 w 2727965"/>
              <a:gd name="connsiteY0" fmla="*/ 0 h 558800"/>
              <a:gd name="connsiteX1" fmla="*/ 2727965 w 2727965"/>
              <a:gd name="connsiteY1" fmla="*/ 0 h 558800"/>
              <a:gd name="connsiteX2" fmla="*/ 2727965 w 2727965"/>
              <a:gd name="connsiteY2" fmla="*/ 558800 h 558800"/>
              <a:gd name="connsiteX3" fmla="*/ 0 w 2727965"/>
              <a:gd name="connsiteY3" fmla="*/ 558800 h 558800"/>
              <a:gd name="connsiteX0" fmla="*/ 0 w 2727965"/>
              <a:gd name="connsiteY0" fmla="*/ 0 h 558800"/>
              <a:gd name="connsiteX1" fmla="*/ 2727965 w 2727965"/>
              <a:gd name="connsiteY1" fmla="*/ 0 h 558800"/>
              <a:gd name="connsiteX2" fmla="*/ 2727965 w 2727965"/>
              <a:gd name="connsiteY2" fmla="*/ 558800 h 558800"/>
              <a:gd name="connsiteX3" fmla="*/ 1353985 w 2727965"/>
              <a:gd name="connsiteY3" fmla="*/ 557213 h 558800"/>
              <a:gd name="connsiteX4" fmla="*/ 0 w 2727965"/>
              <a:gd name="connsiteY4" fmla="*/ 558800 h 558800"/>
              <a:gd name="connsiteX5" fmla="*/ 0 w 2727965"/>
              <a:gd name="connsiteY5" fmla="*/ 0 h 558800"/>
              <a:gd name="connsiteX0" fmla="*/ 1353985 w 2727965"/>
              <a:gd name="connsiteY0" fmla="*/ 557213 h 648653"/>
              <a:gd name="connsiteX1" fmla="*/ 0 w 2727965"/>
              <a:gd name="connsiteY1" fmla="*/ 558800 h 648653"/>
              <a:gd name="connsiteX2" fmla="*/ 0 w 2727965"/>
              <a:gd name="connsiteY2" fmla="*/ 0 h 648653"/>
              <a:gd name="connsiteX3" fmla="*/ 2727965 w 2727965"/>
              <a:gd name="connsiteY3" fmla="*/ 0 h 648653"/>
              <a:gd name="connsiteX4" fmla="*/ 2727965 w 2727965"/>
              <a:gd name="connsiteY4" fmla="*/ 558800 h 648653"/>
              <a:gd name="connsiteX5" fmla="*/ 1445425 w 2727965"/>
              <a:gd name="connsiteY5" fmla="*/ 648653 h 648653"/>
              <a:gd name="connsiteX0" fmla="*/ 1353985 w 2727965"/>
              <a:gd name="connsiteY0" fmla="*/ 557213 h 558800"/>
              <a:gd name="connsiteX1" fmla="*/ 0 w 2727965"/>
              <a:gd name="connsiteY1" fmla="*/ 558800 h 558800"/>
              <a:gd name="connsiteX2" fmla="*/ 0 w 2727965"/>
              <a:gd name="connsiteY2" fmla="*/ 0 h 558800"/>
              <a:gd name="connsiteX3" fmla="*/ 2727965 w 2727965"/>
              <a:gd name="connsiteY3" fmla="*/ 0 h 558800"/>
              <a:gd name="connsiteX4" fmla="*/ 2727965 w 2727965"/>
              <a:gd name="connsiteY4" fmla="*/ 558800 h 558800"/>
              <a:gd name="connsiteX0" fmla="*/ 0 w 2727965"/>
              <a:gd name="connsiteY0" fmla="*/ 558800 h 558800"/>
              <a:gd name="connsiteX1" fmla="*/ 0 w 2727965"/>
              <a:gd name="connsiteY1" fmla="*/ 0 h 558800"/>
              <a:gd name="connsiteX2" fmla="*/ 2727965 w 2727965"/>
              <a:gd name="connsiteY2" fmla="*/ 0 h 558800"/>
              <a:gd name="connsiteX3" fmla="*/ 2727965 w 2727965"/>
              <a:gd name="connsiteY3" fmla="*/ 558800 h 558800"/>
            </a:gdLst>
            <a:ahLst/>
            <a:cxnLst>
              <a:cxn ang="0">
                <a:pos x="connsiteX0" y="connsiteY0"/>
              </a:cxn>
              <a:cxn ang="0">
                <a:pos x="connsiteX1" y="connsiteY1"/>
              </a:cxn>
              <a:cxn ang="0">
                <a:pos x="connsiteX2" y="connsiteY2"/>
              </a:cxn>
              <a:cxn ang="0">
                <a:pos x="connsiteX3" y="connsiteY3"/>
              </a:cxn>
            </a:cxnLst>
            <a:rect l="l" t="t" r="r" b="b"/>
            <a:pathLst>
              <a:path w="2727965" h="558800">
                <a:moveTo>
                  <a:pt x="0" y="558800"/>
                </a:moveTo>
                <a:lnTo>
                  <a:pt x="0" y="0"/>
                </a:lnTo>
                <a:lnTo>
                  <a:pt x="2727965" y="0"/>
                </a:lnTo>
                <a:lnTo>
                  <a:pt x="2727965" y="558800"/>
                </a:lnTo>
              </a:path>
            </a:pathLst>
          </a:custGeom>
          <a:solidFill>
            <a:schemeClr val="lt1"/>
          </a:solidFill>
          <a:ln w="12700">
            <a:solidFill>
              <a:schemeClr val="accent1">
                <a:lumMod val="100000"/>
              </a:schemeClr>
            </a:solidFill>
            <a:prstDash val="sysDot"/>
            <a:miter lim="400000"/>
            <a:headEnd type="arrow"/>
          </a:ln>
        </p:spPr>
        <p:txBody>
          <a:bodyPr wrap="square" lIns="25400" tIns="25400" rIns="25400" bIns="25400" anchor="ctr">
            <a:noAutofit/>
          </a:bodyP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B62F3A54-765B-44D9-B3E7-637450AF2EF8}"/>
              </a:ext>
            </a:extLst>
          </p:cNvPr>
          <p:cNvSpPr/>
          <p:nvPr/>
        </p:nvSpPr>
        <p:spPr>
          <a:xfrm>
            <a:off x="1371594" y="2727308"/>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a:extLst>
              <a:ext uri="{FF2B5EF4-FFF2-40B4-BE49-F238E27FC236}">
                <a16:creationId xmlns:a16="http://schemas.microsoft.com/office/drawing/2014/main" id="{EF1AEA6C-1AD9-4680-9003-A3ACEBAE32CC}"/>
              </a:ext>
            </a:extLst>
          </p:cNvPr>
          <p:cNvSpPr txBox="1"/>
          <p:nvPr/>
        </p:nvSpPr>
        <p:spPr>
          <a:xfrm>
            <a:off x="1600579" y="3068863"/>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正向</a:t>
            </a:r>
            <a:endParaRPr kumimoji="0" lang="en-US" altLang="zh-CN"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影响</a:t>
            </a:r>
            <a:endParaRPr kumimoji="0" b="0" i="0" u="none" strike="noStrike" kern="0" cap="none" spc="0" normalizeH="0" baseline="0" noProof="0" dirty="0">
              <a:ln>
                <a:noFill/>
              </a:ln>
              <a:solidFill>
                <a:schemeClr val="accent1">
                  <a:lumMod val="75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13" name="矩形">
            <a:extLst>
              <a:ext uri="{FF2B5EF4-FFF2-40B4-BE49-F238E27FC236}">
                <a16:creationId xmlns:a16="http://schemas.microsoft.com/office/drawing/2014/main" id="{CB5F3206-7F69-4E1D-B763-1FB797C9B05C}"/>
              </a:ext>
            </a:extLst>
          </p:cNvPr>
          <p:cNvSpPr/>
          <p:nvPr/>
        </p:nvSpPr>
        <p:spPr>
          <a:xfrm>
            <a:off x="969391" y="4945698"/>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设计">
            <a:extLst>
              <a:ext uri="{FF2B5EF4-FFF2-40B4-BE49-F238E27FC236}">
                <a16:creationId xmlns:a16="http://schemas.microsoft.com/office/drawing/2014/main" id="{FD404D53-DA9F-4A2D-9786-1AF513E5DAE4}"/>
              </a:ext>
            </a:extLst>
          </p:cNvPr>
          <p:cNvSpPr txBox="1"/>
          <p:nvPr/>
        </p:nvSpPr>
        <p:spPr>
          <a:xfrm>
            <a:off x="1123601" y="5059948"/>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高生命周期</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a:extLst>
              <a:ext uri="{FF2B5EF4-FFF2-40B4-BE49-F238E27FC236}">
                <a16:creationId xmlns:a16="http://schemas.microsoft.com/office/drawing/2014/main" id="{7F48773B-CB02-4EE6-B101-EB0A2DC4BB82}"/>
              </a:ext>
            </a:extLst>
          </p:cNvPr>
          <p:cNvSpPr/>
          <p:nvPr/>
        </p:nvSpPr>
        <p:spPr>
          <a:xfrm>
            <a:off x="2258699" y="4945698"/>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设计">
            <a:extLst>
              <a:ext uri="{FF2B5EF4-FFF2-40B4-BE49-F238E27FC236}">
                <a16:creationId xmlns:a16="http://schemas.microsoft.com/office/drawing/2014/main" id="{72FC65FA-08CE-48D1-8597-BE4109FD7F37}"/>
              </a:ext>
            </a:extLst>
          </p:cNvPr>
          <p:cNvSpPr txBox="1"/>
          <p:nvPr/>
        </p:nvSpPr>
        <p:spPr>
          <a:xfrm>
            <a:off x="2412909" y="5059948"/>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正面反馈</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a:extLst>
              <a:ext uri="{FF2B5EF4-FFF2-40B4-BE49-F238E27FC236}">
                <a16:creationId xmlns:a16="http://schemas.microsoft.com/office/drawing/2014/main" id="{45109682-61CD-4475-8DF8-B042ECE5F20F}"/>
              </a:ext>
            </a:extLst>
          </p:cNvPr>
          <p:cNvSpPr/>
          <p:nvPr/>
        </p:nvSpPr>
        <p:spPr>
          <a:xfrm>
            <a:off x="969391" y="550532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设计">
            <a:extLst>
              <a:ext uri="{FF2B5EF4-FFF2-40B4-BE49-F238E27FC236}">
                <a16:creationId xmlns:a16="http://schemas.microsoft.com/office/drawing/2014/main" id="{16E9ABD9-9431-4468-A47D-5A52B72A1F5C}"/>
              </a:ext>
            </a:extLst>
          </p:cNvPr>
          <p:cNvSpPr txBox="1"/>
          <p:nvPr/>
        </p:nvSpPr>
        <p:spPr>
          <a:xfrm>
            <a:off x="1123601" y="5619570"/>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产品建议</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a:extLst>
              <a:ext uri="{FF2B5EF4-FFF2-40B4-BE49-F238E27FC236}">
                <a16:creationId xmlns:a16="http://schemas.microsoft.com/office/drawing/2014/main" id="{E76B920B-1FD2-4943-AEA5-3888C39F2AD9}"/>
              </a:ext>
            </a:extLst>
          </p:cNvPr>
          <p:cNvSpPr/>
          <p:nvPr/>
        </p:nvSpPr>
        <p:spPr>
          <a:xfrm>
            <a:off x="2258699" y="5505320"/>
            <a:ext cx="1135098" cy="46446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设计">
            <a:extLst>
              <a:ext uri="{FF2B5EF4-FFF2-40B4-BE49-F238E27FC236}">
                <a16:creationId xmlns:a16="http://schemas.microsoft.com/office/drawing/2014/main" id="{8B1D4C55-562A-44BC-AC6F-22B7298DB9D8}"/>
              </a:ext>
            </a:extLst>
          </p:cNvPr>
          <p:cNvSpPr txBox="1"/>
          <p:nvPr/>
        </p:nvSpPr>
        <p:spPr>
          <a:xfrm>
            <a:off x="2412909" y="5619570"/>
            <a:ext cx="826676"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高续签率</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a:extLst>
              <a:ext uri="{FF2B5EF4-FFF2-40B4-BE49-F238E27FC236}">
                <a16:creationId xmlns:a16="http://schemas.microsoft.com/office/drawing/2014/main" id="{F9F9BD03-E3F9-420C-9EE6-54F79C031E1C}"/>
              </a:ext>
            </a:extLst>
          </p:cNvPr>
          <p:cNvSpPr txBox="1"/>
          <p:nvPr/>
        </p:nvSpPr>
        <p:spPr>
          <a:xfrm>
            <a:off x="397800" y="5381756"/>
            <a:ext cx="538380" cy="1231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迭代</a:t>
            </a:r>
          </a:p>
        </p:txBody>
      </p:sp>
      <p:sp>
        <p:nvSpPr>
          <p:cNvPr id="26" name="Object32">
            <a:extLst>
              <a:ext uri="{FF2B5EF4-FFF2-40B4-BE49-F238E27FC236}">
                <a16:creationId xmlns:a16="http://schemas.microsoft.com/office/drawing/2014/main" id="{DB56CEFE-5F2B-4FA8-88B2-BB267B38419B}"/>
              </a:ext>
            </a:extLst>
          </p:cNvPr>
          <p:cNvSpPr txBox="1"/>
          <p:nvPr/>
        </p:nvSpPr>
        <p:spPr>
          <a:xfrm>
            <a:off x="1882033" y="6175146"/>
            <a:ext cx="538380" cy="1231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吸取</a:t>
            </a:r>
          </a:p>
        </p:txBody>
      </p:sp>
      <p:sp>
        <p:nvSpPr>
          <p:cNvPr id="27" name="Object32">
            <a:extLst>
              <a:ext uri="{FF2B5EF4-FFF2-40B4-BE49-F238E27FC236}">
                <a16:creationId xmlns:a16="http://schemas.microsoft.com/office/drawing/2014/main" id="{E69F8308-E426-4B38-8E0B-693B0DE6D828}"/>
              </a:ext>
            </a:extLst>
          </p:cNvPr>
          <p:cNvSpPr txBox="1"/>
          <p:nvPr/>
        </p:nvSpPr>
        <p:spPr>
          <a:xfrm>
            <a:off x="3467282" y="5407147"/>
            <a:ext cx="538380" cy="1231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沉淀</a:t>
            </a:r>
          </a:p>
        </p:txBody>
      </p:sp>
      <p:sp>
        <p:nvSpPr>
          <p:cNvPr id="28" name="Object32">
            <a:extLst>
              <a:ext uri="{FF2B5EF4-FFF2-40B4-BE49-F238E27FC236}">
                <a16:creationId xmlns:a16="http://schemas.microsoft.com/office/drawing/2014/main" id="{DFF1DD24-35F6-4B46-ABD0-43A730901F10}"/>
              </a:ext>
            </a:extLst>
          </p:cNvPr>
          <p:cNvSpPr txBox="1"/>
          <p:nvPr/>
        </p:nvSpPr>
        <p:spPr>
          <a:xfrm>
            <a:off x="1909970" y="4638948"/>
            <a:ext cx="538380" cy="1231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horz"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传承</a:t>
            </a:r>
          </a:p>
        </p:txBody>
      </p:sp>
      <p:cxnSp>
        <p:nvCxnSpPr>
          <p:cNvPr id="30" name="直接连接符 29">
            <a:extLst>
              <a:ext uri="{FF2B5EF4-FFF2-40B4-BE49-F238E27FC236}">
                <a16:creationId xmlns:a16="http://schemas.microsoft.com/office/drawing/2014/main" id="{F7A948C1-311F-4002-9B51-D4F4B35DF085}"/>
              </a:ext>
            </a:extLst>
          </p:cNvPr>
          <p:cNvCxnSpPr>
            <a:stCxn id="11" idx="4"/>
          </p:cNvCxnSpPr>
          <p:nvPr/>
        </p:nvCxnSpPr>
        <p:spPr>
          <a:xfrm flipH="1">
            <a:off x="2179160" y="4346408"/>
            <a:ext cx="1984" cy="266867"/>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grpSp>
        <p:nvGrpSpPr>
          <p:cNvPr id="31" name="组合 30">
            <a:extLst>
              <a:ext uri="{FF2B5EF4-FFF2-40B4-BE49-F238E27FC236}">
                <a16:creationId xmlns:a16="http://schemas.microsoft.com/office/drawing/2014/main" id="{274A78C6-452E-4DE5-B8DD-F8ECF90E0657}"/>
              </a:ext>
            </a:extLst>
          </p:cNvPr>
          <p:cNvGrpSpPr/>
          <p:nvPr/>
        </p:nvGrpSpPr>
        <p:grpSpPr>
          <a:xfrm>
            <a:off x="3088296" y="2580206"/>
            <a:ext cx="990851" cy="1935410"/>
            <a:chOff x="7656968" y="4451326"/>
            <a:chExt cx="990851" cy="1303075"/>
          </a:xfrm>
        </p:grpSpPr>
        <p:sp>
          <p:nvSpPr>
            <p:cNvPr id="32" name="连接线">
              <a:extLst>
                <a:ext uri="{FF2B5EF4-FFF2-40B4-BE49-F238E27FC236}">
                  <a16:creationId xmlns:a16="http://schemas.microsoft.com/office/drawing/2014/main" id="{CBA2AE5D-56C6-4BD3-8A83-86AC23917EA2}"/>
                </a:ext>
              </a:extLst>
            </p:cNvPr>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连接线">
              <a:extLst>
                <a:ext uri="{FF2B5EF4-FFF2-40B4-BE49-F238E27FC236}">
                  <a16:creationId xmlns:a16="http://schemas.microsoft.com/office/drawing/2014/main" id="{EDEDE878-6A13-4F65-B1F9-EEECD1A731A0}"/>
                </a:ext>
              </a:extLst>
            </p:cNvPr>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线条">
              <a:extLst>
                <a:ext uri="{FF2B5EF4-FFF2-40B4-BE49-F238E27FC236}">
                  <a16:creationId xmlns:a16="http://schemas.microsoft.com/office/drawing/2014/main" id="{A4587A64-EA95-41BA-8C38-1F68F0621120}"/>
                </a:ext>
              </a:extLst>
            </p:cNvPr>
            <p:cNvSpPr/>
            <p:nvPr/>
          </p:nvSpPr>
          <p:spPr>
            <a:xfrm>
              <a:off x="7656968" y="5102864"/>
              <a:ext cx="990851" cy="0"/>
            </a:xfrm>
            <a:prstGeom prst="line">
              <a:avLst/>
            </a:prstGeom>
            <a:ln w="12700">
              <a:solidFill>
                <a:schemeClr val="accent1">
                  <a:lumMod val="100000"/>
                </a:schemeClr>
              </a:solidFill>
              <a:custDash>
                <a:ds d="200000" sp="200000"/>
              </a:custDash>
              <a:miter lim="400000"/>
              <a:tailEnd type="triangle"/>
            </a:ln>
          </p:spPr>
          <p:txBody>
            <a:bodyPr lIns="25400" tIns="25400" rIns="25400" bIns="25400" anchor="ctr">
              <a:noAutofit/>
            </a:bodyPr>
            <a:lstStyle/>
            <a:p>
              <a:pPr marL="0" marR="0" lvl="0" indent="0" algn="ctr" defTabSz="1219169" rtl="0" eaLnBrk="1" fontAlgn="auto" latinLnBrk="0" hangingPunct="0">
                <a:lnSpc>
                  <a:spcPct val="100000"/>
                </a:lnSpc>
                <a:spcBef>
                  <a:spcPts val="0"/>
                </a:spcBef>
                <a:spcAft>
                  <a:spcPts val="0"/>
                </a:spcAft>
                <a:buClrTx/>
                <a:buSzTx/>
                <a:buFontTx/>
                <a:buNone/>
                <a:tabLst/>
                <a:defRPr sz="1200">
                  <a:solidFill>
                    <a:srgbClr val="5E5E5E"/>
                  </a:solidFill>
                  <a:latin typeface="Helvetica Neue"/>
                  <a:ea typeface="Helvetica Neue"/>
                  <a:cs typeface="Helvetica Neue"/>
                  <a:sym typeface="Helvetica Neue"/>
                </a:defRPr>
              </a:pPr>
              <a:endParaRPr kumimoji="0" sz="1200" b="0" i="0" u="none" strike="noStrike" kern="0" cap="none" spc="0" normalizeH="0" baseline="0" noProof="0">
                <a:ln>
                  <a:noFill/>
                </a:ln>
                <a:solidFill>
                  <a:srgbClr val="5E5E5E"/>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5" name="矩形: 圆角 34">
            <a:extLst>
              <a:ext uri="{FF2B5EF4-FFF2-40B4-BE49-F238E27FC236}">
                <a16:creationId xmlns:a16="http://schemas.microsoft.com/office/drawing/2014/main" id="{50A8B618-1F04-4C01-ADEC-9B666DCE62CC}"/>
              </a:ext>
            </a:extLst>
          </p:cNvPr>
          <p:cNvSpPr/>
          <p:nvPr/>
        </p:nvSpPr>
        <p:spPr>
          <a:xfrm>
            <a:off x="4079147" y="2416055"/>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9">
            <a:extLst>
              <a:ext uri="{FF2B5EF4-FFF2-40B4-BE49-F238E27FC236}">
                <a16:creationId xmlns:a16="http://schemas.microsoft.com/office/drawing/2014/main" id="{3DFAF377-8905-40D9-AA9D-C03990201953}"/>
              </a:ext>
            </a:extLst>
          </p:cNvPr>
          <p:cNvSpPr txBox="1"/>
          <p:nvPr/>
        </p:nvSpPr>
        <p:spPr>
          <a:xfrm>
            <a:off x="4158881" y="2509362"/>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生命周期</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20603FAF-C598-4022-92AA-6E22EA50954C}"/>
              </a:ext>
            </a:extLst>
          </p:cNvPr>
          <p:cNvSpPr/>
          <p:nvPr/>
        </p:nvSpPr>
        <p:spPr>
          <a:xfrm>
            <a:off x="4079147" y="3358909"/>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29">
            <a:extLst>
              <a:ext uri="{FF2B5EF4-FFF2-40B4-BE49-F238E27FC236}">
                <a16:creationId xmlns:a16="http://schemas.microsoft.com/office/drawing/2014/main" id="{C31CC53E-7647-44D0-AD59-F5A57279287F}"/>
              </a:ext>
            </a:extLst>
          </p:cNvPr>
          <p:cNvSpPr txBox="1"/>
          <p:nvPr/>
        </p:nvSpPr>
        <p:spPr>
          <a:xfrm>
            <a:off x="4158881" y="3452216"/>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用户反馈</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矩形: 圆角 38">
            <a:extLst>
              <a:ext uri="{FF2B5EF4-FFF2-40B4-BE49-F238E27FC236}">
                <a16:creationId xmlns:a16="http://schemas.microsoft.com/office/drawing/2014/main" id="{ED9B6E48-3262-4BF3-886A-35E3E1472213}"/>
              </a:ext>
            </a:extLst>
          </p:cNvPr>
          <p:cNvSpPr/>
          <p:nvPr/>
        </p:nvSpPr>
        <p:spPr>
          <a:xfrm>
            <a:off x="4079147" y="4301763"/>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29">
            <a:extLst>
              <a:ext uri="{FF2B5EF4-FFF2-40B4-BE49-F238E27FC236}">
                <a16:creationId xmlns:a16="http://schemas.microsoft.com/office/drawing/2014/main" id="{16693841-C1CC-4409-A246-7143ABB3E0E6}"/>
              </a:ext>
            </a:extLst>
          </p:cNvPr>
          <p:cNvSpPr txBox="1"/>
          <p:nvPr/>
        </p:nvSpPr>
        <p:spPr>
          <a:xfrm>
            <a:off x="4158881" y="4395070"/>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商业续签率</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分析思考">
            <a:extLst>
              <a:ext uri="{FF2B5EF4-FFF2-40B4-BE49-F238E27FC236}">
                <a16:creationId xmlns:a16="http://schemas.microsoft.com/office/drawing/2014/main" id="{96110969-2831-4630-9913-3B33183E7EC6}"/>
              </a:ext>
            </a:extLst>
          </p:cNvPr>
          <p:cNvSpPr txBox="1"/>
          <p:nvPr/>
        </p:nvSpPr>
        <p:spPr>
          <a:xfrm>
            <a:off x="10025030" y="2874210"/>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低生命周期</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分析思考">
            <a:extLst>
              <a:ext uri="{FF2B5EF4-FFF2-40B4-BE49-F238E27FC236}">
                <a16:creationId xmlns:a16="http://schemas.microsoft.com/office/drawing/2014/main" id="{970D12AA-27B7-4AB2-A655-1D993ED1EFB2}"/>
              </a:ext>
            </a:extLst>
          </p:cNvPr>
          <p:cNvSpPr txBox="1"/>
          <p:nvPr/>
        </p:nvSpPr>
        <p:spPr>
          <a:xfrm>
            <a:off x="10025030" y="3513597"/>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负面反馈</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分析思考">
            <a:extLst>
              <a:ext uri="{FF2B5EF4-FFF2-40B4-BE49-F238E27FC236}">
                <a16:creationId xmlns:a16="http://schemas.microsoft.com/office/drawing/2014/main" id="{B6BA6940-4BA1-424C-825F-90091A16F05E}"/>
              </a:ext>
            </a:extLst>
          </p:cNvPr>
          <p:cNvSpPr txBox="1"/>
          <p:nvPr/>
        </p:nvSpPr>
        <p:spPr>
          <a:xfrm>
            <a:off x="10025030" y="4179918"/>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低续签率</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a:extLst>
              <a:ext uri="{FF2B5EF4-FFF2-40B4-BE49-F238E27FC236}">
                <a16:creationId xmlns:a16="http://schemas.microsoft.com/office/drawing/2014/main" id="{ABACDB27-E9EA-47F3-AA0D-BDEF48F67814}"/>
              </a:ext>
            </a:extLst>
          </p:cNvPr>
          <p:cNvSpPr/>
          <p:nvPr/>
        </p:nvSpPr>
        <p:spPr>
          <a:xfrm>
            <a:off x="9730279" y="2310327"/>
            <a:ext cx="1778374" cy="2451732"/>
          </a:xfrm>
          <a:prstGeom prst="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46">
            <a:extLst>
              <a:ext uri="{FF2B5EF4-FFF2-40B4-BE49-F238E27FC236}">
                <a16:creationId xmlns:a16="http://schemas.microsoft.com/office/drawing/2014/main" id="{873E3C59-10CE-45A1-B93C-62B0465536D9}"/>
              </a:ext>
            </a:extLst>
          </p:cNvPr>
          <p:cNvSpPr/>
          <p:nvPr/>
        </p:nvSpPr>
        <p:spPr>
          <a:xfrm>
            <a:off x="9885330" y="2144999"/>
            <a:ext cx="1468272"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Object29">
            <a:extLst>
              <a:ext uri="{FF2B5EF4-FFF2-40B4-BE49-F238E27FC236}">
                <a16:creationId xmlns:a16="http://schemas.microsoft.com/office/drawing/2014/main" id="{ABD19DE3-E83D-4BF6-840B-30D8766158DC}"/>
              </a:ext>
            </a:extLst>
          </p:cNvPr>
          <p:cNvSpPr txBox="1"/>
          <p:nvPr/>
        </p:nvSpPr>
        <p:spPr>
          <a:xfrm>
            <a:off x="9988804" y="2195092"/>
            <a:ext cx="126132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负向影响</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分析思考">
            <a:extLst>
              <a:ext uri="{FF2B5EF4-FFF2-40B4-BE49-F238E27FC236}">
                <a16:creationId xmlns:a16="http://schemas.microsoft.com/office/drawing/2014/main" id="{0BBA8606-DEC6-4E4C-A93E-914ACE6A06F1}"/>
              </a:ext>
            </a:extLst>
          </p:cNvPr>
          <p:cNvSpPr txBox="1"/>
          <p:nvPr/>
        </p:nvSpPr>
        <p:spPr>
          <a:xfrm>
            <a:off x="8004447" y="2874210"/>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探查问题</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分析思考">
            <a:extLst>
              <a:ext uri="{FF2B5EF4-FFF2-40B4-BE49-F238E27FC236}">
                <a16:creationId xmlns:a16="http://schemas.microsoft.com/office/drawing/2014/main" id="{93F0001F-C84F-447A-84E7-6661CC6479AB}"/>
              </a:ext>
            </a:extLst>
          </p:cNvPr>
          <p:cNvSpPr txBox="1"/>
          <p:nvPr/>
        </p:nvSpPr>
        <p:spPr>
          <a:xfrm>
            <a:off x="8004447" y="3513597"/>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问题定位</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分析思考">
            <a:extLst>
              <a:ext uri="{FF2B5EF4-FFF2-40B4-BE49-F238E27FC236}">
                <a16:creationId xmlns:a16="http://schemas.microsoft.com/office/drawing/2014/main" id="{4A3AE4C1-7085-41DD-8421-59EE63BE4156}"/>
              </a:ext>
            </a:extLst>
          </p:cNvPr>
          <p:cNvSpPr txBox="1"/>
          <p:nvPr/>
        </p:nvSpPr>
        <p:spPr>
          <a:xfrm>
            <a:off x="8004447" y="4179918"/>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问题归因</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a:extLst>
              <a:ext uri="{FF2B5EF4-FFF2-40B4-BE49-F238E27FC236}">
                <a16:creationId xmlns:a16="http://schemas.microsoft.com/office/drawing/2014/main" id="{ADEE0277-FC5A-4FF2-B34C-80651B2547D3}"/>
              </a:ext>
            </a:extLst>
          </p:cNvPr>
          <p:cNvSpPr/>
          <p:nvPr/>
        </p:nvSpPr>
        <p:spPr>
          <a:xfrm>
            <a:off x="7709696" y="2310327"/>
            <a:ext cx="1778374" cy="2451732"/>
          </a:xfrm>
          <a:prstGeom prst="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a:extLst>
              <a:ext uri="{FF2B5EF4-FFF2-40B4-BE49-F238E27FC236}">
                <a16:creationId xmlns:a16="http://schemas.microsoft.com/office/drawing/2014/main" id="{6CD93F95-53E3-4FD4-A086-797E87EC7254}"/>
              </a:ext>
            </a:extLst>
          </p:cNvPr>
          <p:cNvSpPr/>
          <p:nvPr/>
        </p:nvSpPr>
        <p:spPr>
          <a:xfrm>
            <a:off x="7864747" y="2144999"/>
            <a:ext cx="1468272"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29">
            <a:extLst>
              <a:ext uri="{FF2B5EF4-FFF2-40B4-BE49-F238E27FC236}">
                <a16:creationId xmlns:a16="http://schemas.microsoft.com/office/drawing/2014/main" id="{E51EE8B4-B930-42E6-8BB3-B2D8B91F5A9F}"/>
              </a:ext>
            </a:extLst>
          </p:cNvPr>
          <p:cNvSpPr txBox="1"/>
          <p:nvPr/>
        </p:nvSpPr>
        <p:spPr>
          <a:xfrm>
            <a:off x="7968221" y="2195092"/>
            <a:ext cx="126132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“探”</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分析思考">
            <a:extLst>
              <a:ext uri="{FF2B5EF4-FFF2-40B4-BE49-F238E27FC236}">
                <a16:creationId xmlns:a16="http://schemas.microsoft.com/office/drawing/2014/main" id="{0006802F-C0C2-4085-B2C8-F8FE1E761F6C}"/>
              </a:ext>
            </a:extLst>
          </p:cNvPr>
          <p:cNvSpPr txBox="1"/>
          <p:nvPr/>
        </p:nvSpPr>
        <p:spPr>
          <a:xfrm>
            <a:off x="5986788" y="3165816"/>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重新设计研发</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分析思考">
            <a:extLst>
              <a:ext uri="{FF2B5EF4-FFF2-40B4-BE49-F238E27FC236}">
                <a16:creationId xmlns:a16="http://schemas.microsoft.com/office/drawing/2014/main" id="{E23EA27E-FB9A-491A-B7D4-630349FF2E83}"/>
              </a:ext>
            </a:extLst>
          </p:cNvPr>
          <p:cNvSpPr txBox="1"/>
          <p:nvPr/>
        </p:nvSpPr>
        <p:spPr>
          <a:xfrm>
            <a:off x="5986788" y="3805203"/>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大版本更新</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a:extLst>
              <a:ext uri="{FF2B5EF4-FFF2-40B4-BE49-F238E27FC236}">
                <a16:creationId xmlns:a16="http://schemas.microsoft.com/office/drawing/2014/main" id="{D5240C53-76AF-4B4E-A0C3-49B57878BE17}"/>
              </a:ext>
            </a:extLst>
          </p:cNvPr>
          <p:cNvSpPr/>
          <p:nvPr/>
        </p:nvSpPr>
        <p:spPr>
          <a:xfrm>
            <a:off x="5692037" y="2310327"/>
            <a:ext cx="1778374" cy="2451732"/>
          </a:xfrm>
          <a:prstGeom prst="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圆角 70">
            <a:extLst>
              <a:ext uri="{FF2B5EF4-FFF2-40B4-BE49-F238E27FC236}">
                <a16:creationId xmlns:a16="http://schemas.microsoft.com/office/drawing/2014/main" id="{C017C79D-29B9-4D88-A924-241B2E85EA1C}"/>
              </a:ext>
            </a:extLst>
          </p:cNvPr>
          <p:cNvSpPr/>
          <p:nvPr/>
        </p:nvSpPr>
        <p:spPr>
          <a:xfrm>
            <a:off x="5847088" y="2144999"/>
            <a:ext cx="1468272"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Object29">
            <a:extLst>
              <a:ext uri="{FF2B5EF4-FFF2-40B4-BE49-F238E27FC236}">
                <a16:creationId xmlns:a16="http://schemas.microsoft.com/office/drawing/2014/main" id="{8EEF5C0E-DB26-493F-9B48-78842486C998}"/>
              </a:ext>
            </a:extLst>
          </p:cNvPr>
          <p:cNvSpPr txBox="1"/>
          <p:nvPr/>
        </p:nvSpPr>
        <p:spPr>
          <a:xfrm>
            <a:off x="5950562" y="2195092"/>
            <a:ext cx="126132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解决方式</a:t>
            </a:r>
            <a:endParaRPr kumimoji="0" sz="16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74" name="直接连接符 73">
            <a:extLst>
              <a:ext uri="{FF2B5EF4-FFF2-40B4-BE49-F238E27FC236}">
                <a16:creationId xmlns:a16="http://schemas.microsoft.com/office/drawing/2014/main" id="{4B62D270-B47A-4BC6-B956-E6937BFDED92}"/>
              </a:ext>
            </a:extLst>
          </p:cNvPr>
          <p:cNvCxnSpPr>
            <a:stCxn id="54" idx="1"/>
            <a:endCxn id="61" idx="3"/>
          </p:cNvCxnSpPr>
          <p:nvPr/>
        </p:nvCxnSpPr>
        <p:spPr>
          <a:xfrm flipH="1">
            <a:off x="9488070" y="3536193"/>
            <a:ext cx="242209"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cxnSp>
        <p:nvCxnSpPr>
          <p:cNvPr id="75" name="直接连接符 74">
            <a:extLst>
              <a:ext uri="{FF2B5EF4-FFF2-40B4-BE49-F238E27FC236}">
                <a16:creationId xmlns:a16="http://schemas.microsoft.com/office/drawing/2014/main" id="{031109EF-8F51-4976-84F9-448CCCE1260D}"/>
              </a:ext>
            </a:extLst>
          </p:cNvPr>
          <p:cNvCxnSpPr/>
          <p:nvPr/>
        </p:nvCxnSpPr>
        <p:spPr>
          <a:xfrm flipH="1">
            <a:off x="7467487" y="3536193"/>
            <a:ext cx="242209"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cxnSp>
        <p:nvCxnSpPr>
          <p:cNvPr id="76" name="直接连接符 75">
            <a:extLst>
              <a:ext uri="{FF2B5EF4-FFF2-40B4-BE49-F238E27FC236}">
                <a16:creationId xmlns:a16="http://schemas.microsoft.com/office/drawing/2014/main" id="{7A85E643-4809-4B08-A556-195FCF6415E5}"/>
              </a:ext>
            </a:extLst>
          </p:cNvPr>
          <p:cNvCxnSpPr/>
          <p:nvPr/>
        </p:nvCxnSpPr>
        <p:spPr>
          <a:xfrm flipH="1">
            <a:off x="5449828" y="3536193"/>
            <a:ext cx="242209"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sp>
        <p:nvSpPr>
          <p:cNvPr id="7" name="文本框 6">
            <a:extLst>
              <a:ext uri="{FF2B5EF4-FFF2-40B4-BE49-F238E27FC236}">
                <a16:creationId xmlns:a16="http://schemas.microsoft.com/office/drawing/2014/main" id="{1E6E8724-6E3B-B258-8AD6-0455FF613CD7}"/>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 name="矩形 7">
            <a:extLst>
              <a:ext uri="{FF2B5EF4-FFF2-40B4-BE49-F238E27FC236}">
                <a16:creationId xmlns:a16="http://schemas.microsoft.com/office/drawing/2014/main" id="{4161B64B-F639-076F-9E90-8C2DFDC3F8C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AC054BD0-F47B-400B-F7A6-40B29981EA6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88742728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形状 3">
            <a:extLst>
              <a:ext uri="{FF2B5EF4-FFF2-40B4-BE49-F238E27FC236}">
                <a16:creationId xmlns:a16="http://schemas.microsoft.com/office/drawing/2014/main" id="{28A28451-8BA0-C84A-58C5-C4C18256B808}"/>
              </a:ext>
            </a:extLst>
          </p:cNvPr>
          <p:cNvSpPr/>
          <p:nvPr/>
        </p:nvSpPr>
        <p:spPr>
          <a:xfrm rot="5400000">
            <a:off x="2769832" y="-2001832"/>
            <a:ext cx="6652336" cy="121920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36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 name="任意多边形: 形状 2">
            <a:extLst>
              <a:ext uri="{FF2B5EF4-FFF2-40B4-BE49-F238E27FC236}">
                <a16:creationId xmlns:a16="http://schemas.microsoft.com/office/drawing/2014/main" id="{92EA7D6A-3C7C-650C-A335-DF04173C29BB}"/>
              </a:ext>
            </a:extLst>
          </p:cNvPr>
          <p:cNvSpPr/>
          <p:nvPr/>
        </p:nvSpPr>
        <p:spPr>
          <a:xfrm rot="5400000">
            <a:off x="2233604" y="-747706"/>
            <a:ext cx="7724792" cy="9677400"/>
          </a:xfrm>
          <a:custGeom>
            <a:avLst/>
            <a:gdLst>
              <a:gd name="connsiteX0" fmla="*/ 0 w 5380569"/>
              <a:gd name="connsiteY0" fmla="*/ 0 h 6858000"/>
              <a:gd name="connsiteX1" fmla="*/ 5380569 w 5380569"/>
              <a:gd name="connsiteY1" fmla="*/ 0 h 6858000"/>
              <a:gd name="connsiteX2" fmla="*/ 5288433 w 5380569"/>
              <a:gd name="connsiteY2" fmla="*/ 59067 h 6858000"/>
              <a:gd name="connsiteX3" fmla="*/ 3496654 w 5380569"/>
              <a:gd name="connsiteY3" fmla="*/ 3429000 h 6858000"/>
              <a:gd name="connsiteX4" fmla="*/ 5288433 w 5380569"/>
              <a:gd name="connsiteY4" fmla="*/ 6798933 h 6858000"/>
              <a:gd name="connsiteX5" fmla="*/ 5380569 w 5380569"/>
              <a:gd name="connsiteY5" fmla="*/ 6858000 h 6858000"/>
              <a:gd name="connsiteX6" fmla="*/ 0 w 5380569"/>
              <a:gd name="connsiteY6" fmla="*/ 6858000 h 6858000"/>
              <a:gd name="connsiteX7" fmla="*/ 92136 w 5380569"/>
              <a:gd name="connsiteY7" fmla="*/ 6798933 h 6858000"/>
              <a:gd name="connsiteX8" fmla="*/ 1883915 w 5380569"/>
              <a:gd name="connsiteY8" fmla="*/ 3429000 h 6858000"/>
              <a:gd name="connsiteX9" fmla="*/ 92136 w 5380569"/>
              <a:gd name="connsiteY9" fmla="*/ 590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0569" h="6858000">
                <a:moveTo>
                  <a:pt x="0" y="0"/>
                </a:moveTo>
                <a:lnTo>
                  <a:pt x="5380569" y="0"/>
                </a:lnTo>
                <a:lnTo>
                  <a:pt x="5288433" y="59067"/>
                </a:lnTo>
                <a:cubicBezTo>
                  <a:pt x="4207403" y="789398"/>
                  <a:pt x="3496654" y="2026197"/>
                  <a:pt x="3496654" y="3429000"/>
                </a:cubicBezTo>
                <a:cubicBezTo>
                  <a:pt x="3496654" y="4831803"/>
                  <a:pt x="4207403" y="6068603"/>
                  <a:pt x="5288433" y="6798933"/>
                </a:cubicBezTo>
                <a:lnTo>
                  <a:pt x="5380569" y="6858000"/>
                </a:lnTo>
                <a:lnTo>
                  <a:pt x="0" y="6858000"/>
                </a:lnTo>
                <a:lnTo>
                  <a:pt x="92136" y="6798933"/>
                </a:lnTo>
                <a:cubicBezTo>
                  <a:pt x="1173167" y="6068603"/>
                  <a:pt x="1883915" y="4831803"/>
                  <a:pt x="1883915" y="3429000"/>
                </a:cubicBezTo>
                <a:cubicBezTo>
                  <a:pt x="1883915" y="2026197"/>
                  <a:pt x="1173167" y="789398"/>
                  <a:pt x="92136" y="59068"/>
                </a:cubicBezTo>
                <a:close/>
              </a:path>
            </a:pathLst>
          </a:custGeom>
          <a:gradFill>
            <a:gsLst>
              <a:gs pos="0">
                <a:schemeClr val="accent1">
                  <a:alpha val="0"/>
                </a:schemeClr>
              </a:gs>
              <a:gs pos="49000">
                <a:schemeClr val="accent1">
                  <a:alpha val="20000"/>
                </a:schemeClr>
              </a:gs>
              <a:gs pos="100000">
                <a:schemeClr val="accent1">
                  <a:alpha val="0"/>
                </a:schemeClr>
              </a:gs>
            </a:gsLst>
            <a:lin ang="5400000" scaled="1"/>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85" name="椭圆 84">
            <a:extLst>
              <a:ext uri="{FF2B5EF4-FFF2-40B4-BE49-F238E27FC236}">
                <a16:creationId xmlns:a16="http://schemas.microsoft.com/office/drawing/2014/main" id="{E338089E-3255-4B1F-8551-AA2EEC8A12AA}"/>
              </a:ext>
            </a:extLst>
          </p:cNvPr>
          <p:cNvSpPr/>
          <p:nvPr/>
        </p:nvSpPr>
        <p:spPr>
          <a:xfrm>
            <a:off x="3569210" y="2127334"/>
            <a:ext cx="3876941" cy="3876941"/>
          </a:xfrm>
          <a:prstGeom prst="ellipse">
            <a:avLst/>
          </a:prstGeom>
          <a:gradFill>
            <a:gsLst>
              <a:gs pos="57041">
                <a:schemeClr val="accent1">
                  <a:alpha val="0"/>
                </a:schemeClr>
              </a:gs>
              <a:gs pos="40500">
                <a:schemeClr val="accent1">
                  <a:alpha val="67000"/>
                </a:schemeClr>
              </a:gs>
              <a:gs pos="16000">
                <a:schemeClr val="accent1">
                  <a:alpha val="0"/>
                </a:schemeClr>
              </a:gs>
              <a:gs pos="78000">
                <a:schemeClr val="accent1">
                  <a:alpha val="0"/>
                </a:schemeClr>
              </a:gs>
            </a:gsLst>
            <a:lin ang="5400000" scaled="1"/>
          </a:gradFill>
          <a:ln w="9525" cap="flat">
            <a:gradFill>
              <a:gsLst>
                <a:gs pos="57041">
                  <a:srgbClr val="3C5DEB">
                    <a:alpha val="0"/>
                  </a:srgbClr>
                </a:gs>
                <a:gs pos="40500">
                  <a:srgbClr val="3C5DEB">
                    <a:alpha val="0"/>
                  </a:srgbClr>
                </a:gs>
                <a:gs pos="0">
                  <a:schemeClr val="accent1"/>
                </a:gs>
                <a:gs pos="100000">
                  <a:schemeClr val="accent1"/>
                </a:gs>
              </a:gsLst>
              <a:lin ang="5400000" scaled="1"/>
            </a:gra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不完整圆 4">
            <a:extLst>
              <a:ext uri="{FF2B5EF4-FFF2-40B4-BE49-F238E27FC236}">
                <a16:creationId xmlns:a16="http://schemas.microsoft.com/office/drawing/2014/main" id="{773355DC-6B48-3E9E-4977-10A4E6F8307B}"/>
              </a:ext>
            </a:extLst>
          </p:cNvPr>
          <p:cNvSpPr/>
          <p:nvPr/>
        </p:nvSpPr>
        <p:spPr>
          <a:xfrm>
            <a:off x="2056730" y="3265683"/>
            <a:ext cx="1678902" cy="1655928"/>
          </a:xfrm>
          <a:prstGeom prst="pie">
            <a:avLst>
              <a:gd name="adj1" fmla="val 10770375"/>
              <a:gd name="adj2" fmla="val 16200000"/>
            </a:avLst>
          </a:prstGeom>
          <a:gradFill flip="none" rotWithShape="1">
            <a:gsLst>
              <a:gs pos="0">
                <a:schemeClr val="accent1">
                  <a:alpha val="89000"/>
                </a:schemeClr>
              </a:gs>
              <a:gs pos="77000">
                <a:schemeClr val="accent1">
                  <a:alpha val="0"/>
                </a:schemeClr>
              </a:gs>
            </a:gsLst>
            <a:lin ang="10800000" scaled="1"/>
            <a:tileRect/>
          </a:gra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cxnSp>
        <p:nvCxnSpPr>
          <p:cNvPr id="150" name="直接连接符 149">
            <a:extLst>
              <a:ext uri="{FF2B5EF4-FFF2-40B4-BE49-F238E27FC236}">
                <a16:creationId xmlns:a16="http://schemas.microsoft.com/office/drawing/2014/main" id="{CD2CBE9B-6010-445F-AED1-D0255DFD6A05}"/>
              </a:ext>
            </a:extLst>
          </p:cNvPr>
          <p:cNvCxnSpPr/>
          <p:nvPr/>
        </p:nvCxnSpPr>
        <p:spPr>
          <a:xfrm>
            <a:off x="6110484" y="2231562"/>
            <a:ext cx="4360" cy="3730579"/>
          </a:xfrm>
          <a:prstGeom prst="lin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cxnSp>
        <p:nvCxnSpPr>
          <p:cNvPr id="151" name="直接连接符 150">
            <a:extLst>
              <a:ext uri="{FF2B5EF4-FFF2-40B4-BE49-F238E27FC236}">
                <a16:creationId xmlns:a16="http://schemas.microsoft.com/office/drawing/2014/main" id="{E3F750CD-E6C8-44EA-ACF6-6AB877A91814}"/>
              </a:ext>
            </a:extLst>
          </p:cNvPr>
          <p:cNvCxnSpPr>
            <a:cxnSpLocks/>
          </p:cNvCxnSpPr>
          <p:nvPr/>
        </p:nvCxnSpPr>
        <p:spPr>
          <a:xfrm>
            <a:off x="4829033" y="2231562"/>
            <a:ext cx="15499" cy="3650126"/>
          </a:xfrm>
          <a:prstGeom prst="lin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cxnSp>
        <p:nvCxnSpPr>
          <p:cNvPr id="23" name="直接连接符 22">
            <a:extLst>
              <a:ext uri="{FF2B5EF4-FFF2-40B4-BE49-F238E27FC236}">
                <a16:creationId xmlns:a16="http://schemas.microsoft.com/office/drawing/2014/main" id="{A3F020E9-F45B-40F3-90A7-85BB53464E6A}"/>
              </a:ext>
            </a:extLst>
          </p:cNvPr>
          <p:cNvCxnSpPr/>
          <p:nvPr/>
        </p:nvCxnSpPr>
        <p:spPr>
          <a:xfrm>
            <a:off x="8697110" y="2231562"/>
            <a:ext cx="4360" cy="3730579"/>
          </a:xfrm>
          <a:prstGeom prst="lin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6" name="椭圆 5">
            <a:extLst>
              <a:ext uri="{FF2B5EF4-FFF2-40B4-BE49-F238E27FC236}">
                <a16:creationId xmlns:a16="http://schemas.microsoft.com/office/drawing/2014/main" id="{9FC87DFC-1312-4D62-A86A-B7F280D5D4BE}"/>
              </a:ext>
            </a:extLst>
          </p:cNvPr>
          <p:cNvSpPr/>
          <p:nvPr/>
        </p:nvSpPr>
        <p:spPr>
          <a:xfrm>
            <a:off x="770751" y="3586633"/>
            <a:ext cx="1020436" cy="102043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Object24">
            <a:extLst>
              <a:ext uri="{FF2B5EF4-FFF2-40B4-BE49-F238E27FC236}">
                <a16:creationId xmlns:a16="http://schemas.microsoft.com/office/drawing/2014/main" id="{0653B7EB-5119-490C-8B73-3ECE9DE2A67F}"/>
              </a:ext>
            </a:extLst>
          </p:cNvPr>
          <p:cNvSpPr txBox="1"/>
          <p:nvPr/>
        </p:nvSpPr>
        <p:spPr>
          <a:xfrm>
            <a:off x="700404" y="3943615"/>
            <a:ext cx="1161130" cy="3064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72D02DEE-96CB-4A47-A61D-81DAF0BB734A}"/>
              </a:ext>
            </a:extLst>
          </p:cNvPr>
          <p:cNvSpPr/>
          <p:nvPr/>
        </p:nvSpPr>
        <p:spPr>
          <a:xfrm>
            <a:off x="690786" y="3506668"/>
            <a:ext cx="1180366" cy="1180366"/>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01BF6DD2-7638-4F06-A69F-821B655770D8}"/>
              </a:ext>
            </a:extLst>
          </p:cNvPr>
          <p:cNvSpPr/>
          <p:nvPr/>
        </p:nvSpPr>
        <p:spPr>
          <a:xfrm>
            <a:off x="10418499" y="3586633"/>
            <a:ext cx="1020436" cy="102043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a:extLst>
              <a:ext uri="{FF2B5EF4-FFF2-40B4-BE49-F238E27FC236}">
                <a16:creationId xmlns:a16="http://schemas.microsoft.com/office/drawing/2014/main" id="{AE0A3558-DAFD-4D90-B817-CEB8C5F898ED}"/>
              </a:ext>
            </a:extLst>
          </p:cNvPr>
          <p:cNvSpPr txBox="1"/>
          <p:nvPr/>
        </p:nvSpPr>
        <p:spPr>
          <a:xfrm>
            <a:off x="10348152" y="3943615"/>
            <a:ext cx="1161130" cy="3064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方案</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14320BA2-070D-4E5F-BBA2-51BA9DD133B7}"/>
              </a:ext>
            </a:extLst>
          </p:cNvPr>
          <p:cNvSpPr/>
          <p:nvPr/>
        </p:nvSpPr>
        <p:spPr>
          <a:xfrm>
            <a:off x="10338534" y="3506668"/>
            <a:ext cx="1180366" cy="1180366"/>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3" name="直接连接符 12">
            <a:extLst>
              <a:ext uri="{FF2B5EF4-FFF2-40B4-BE49-F238E27FC236}">
                <a16:creationId xmlns:a16="http://schemas.microsoft.com/office/drawing/2014/main" id="{1C62098A-76BE-46CD-8656-A3F8968469D1}"/>
              </a:ext>
            </a:extLst>
          </p:cNvPr>
          <p:cNvCxnSpPr>
            <a:cxnSpLocks/>
            <a:stCxn id="8" idx="6"/>
            <a:endCxn id="11" idx="2"/>
          </p:cNvCxnSpPr>
          <p:nvPr/>
        </p:nvCxnSpPr>
        <p:spPr>
          <a:xfrm>
            <a:off x="1871152" y="4096851"/>
            <a:ext cx="8467382"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sp>
        <p:nvSpPr>
          <p:cNvPr id="22" name="矩形: 圆角 21">
            <a:extLst>
              <a:ext uri="{FF2B5EF4-FFF2-40B4-BE49-F238E27FC236}">
                <a16:creationId xmlns:a16="http://schemas.microsoft.com/office/drawing/2014/main" id="{CBE914E5-25B4-4F65-9035-C167F87D55B9}"/>
              </a:ext>
            </a:extLst>
          </p:cNvPr>
          <p:cNvSpPr/>
          <p:nvPr/>
        </p:nvSpPr>
        <p:spPr>
          <a:xfrm>
            <a:off x="9698029"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16">
            <a:extLst>
              <a:ext uri="{FF2B5EF4-FFF2-40B4-BE49-F238E27FC236}">
                <a16:creationId xmlns:a16="http://schemas.microsoft.com/office/drawing/2014/main" id="{17936589-3B47-4381-AEE4-F846EF2E04B8}"/>
              </a:ext>
            </a:extLst>
          </p:cNvPr>
          <p:cNvSpPr/>
          <p:nvPr/>
        </p:nvSpPr>
        <p:spPr>
          <a:xfrm>
            <a:off x="9963850"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提升主题的美化质量">
            <a:extLst>
              <a:ext uri="{FF2B5EF4-FFF2-40B4-BE49-F238E27FC236}">
                <a16:creationId xmlns:a16="http://schemas.microsoft.com/office/drawing/2014/main" id="{B25AB0E9-A292-499A-BE59-FD2E304FE33A}"/>
              </a:ext>
            </a:extLst>
          </p:cNvPr>
          <p:cNvSpPr txBox="1"/>
          <p:nvPr/>
        </p:nvSpPr>
        <p:spPr>
          <a:xfrm>
            <a:off x="9851891"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DB97032D-8B17-4030-ACAD-584EE3FBF456}"/>
              </a:ext>
            </a:extLst>
          </p:cNvPr>
          <p:cNvSpPr/>
          <p:nvPr/>
        </p:nvSpPr>
        <p:spPr>
          <a:xfrm>
            <a:off x="8408134"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17">
            <a:extLst>
              <a:ext uri="{FF2B5EF4-FFF2-40B4-BE49-F238E27FC236}">
                <a16:creationId xmlns:a16="http://schemas.microsoft.com/office/drawing/2014/main" id="{EE7BEF3F-C78D-43A8-8D40-6540398550D3}"/>
              </a:ext>
            </a:extLst>
          </p:cNvPr>
          <p:cNvSpPr/>
          <p:nvPr/>
        </p:nvSpPr>
        <p:spPr>
          <a:xfrm>
            <a:off x="8673955"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提升主题的美化质量">
            <a:extLst>
              <a:ext uri="{FF2B5EF4-FFF2-40B4-BE49-F238E27FC236}">
                <a16:creationId xmlns:a16="http://schemas.microsoft.com/office/drawing/2014/main" id="{FFC5B59F-8A58-439E-B7E7-CA083C175644}"/>
              </a:ext>
            </a:extLst>
          </p:cNvPr>
          <p:cNvSpPr txBox="1"/>
          <p:nvPr/>
        </p:nvSpPr>
        <p:spPr>
          <a:xfrm>
            <a:off x="8556114"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研发</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矩形 112">
            <a:extLst>
              <a:ext uri="{FF2B5EF4-FFF2-40B4-BE49-F238E27FC236}">
                <a16:creationId xmlns:a16="http://schemas.microsoft.com/office/drawing/2014/main" id="{F8F158F1-4D1E-49DD-AC99-6C51E2DBE409}"/>
              </a:ext>
            </a:extLst>
          </p:cNvPr>
          <p:cNvSpPr/>
          <p:nvPr/>
        </p:nvSpPr>
        <p:spPr>
          <a:xfrm>
            <a:off x="7782934"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设计">
            <a:extLst>
              <a:ext uri="{FF2B5EF4-FFF2-40B4-BE49-F238E27FC236}">
                <a16:creationId xmlns:a16="http://schemas.microsoft.com/office/drawing/2014/main" id="{CFE936B9-9A8B-442C-A550-1B5F7F0F952F}"/>
              </a:ext>
            </a:extLst>
          </p:cNvPr>
          <p:cNvSpPr txBox="1"/>
          <p:nvPr/>
        </p:nvSpPr>
        <p:spPr>
          <a:xfrm>
            <a:off x="7762420" y="3724388"/>
            <a:ext cx="59535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沟通</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走查</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矩形 113">
            <a:extLst>
              <a:ext uri="{FF2B5EF4-FFF2-40B4-BE49-F238E27FC236}">
                <a16:creationId xmlns:a16="http://schemas.microsoft.com/office/drawing/2014/main" id="{A5508315-490D-4904-AD20-BB77C5EDA91F}"/>
              </a:ext>
            </a:extLst>
          </p:cNvPr>
          <p:cNvSpPr/>
          <p:nvPr/>
        </p:nvSpPr>
        <p:spPr>
          <a:xfrm>
            <a:off x="9071226"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设计">
            <a:extLst>
              <a:ext uri="{FF2B5EF4-FFF2-40B4-BE49-F238E27FC236}">
                <a16:creationId xmlns:a16="http://schemas.microsoft.com/office/drawing/2014/main" id="{C8032CBD-C23B-44A9-A653-DDFDD86951A8}"/>
              </a:ext>
            </a:extLst>
          </p:cNvPr>
          <p:cNvSpPr txBox="1"/>
          <p:nvPr/>
        </p:nvSpPr>
        <p:spPr>
          <a:xfrm>
            <a:off x="9037094" y="372438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交互走查</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矩形 115">
            <a:extLst>
              <a:ext uri="{FF2B5EF4-FFF2-40B4-BE49-F238E27FC236}">
                <a16:creationId xmlns:a16="http://schemas.microsoft.com/office/drawing/2014/main" id="{67E56367-9DD3-4B19-91A2-696BF7B14B90}"/>
              </a:ext>
            </a:extLst>
          </p:cNvPr>
          <p:cNvSpPr/>
          <p:nvPr/>
        </p:nvSpPr>
        <p:spPr>
          <a:xfrm>
            <a:off x="6491425"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设计">
            <a:extLst>
              <a:ext uri="{FF2B5EF4-FFF2-40B4-BE49-F238E27FC236}">
                <a16:creationId xmlns:a16="http://schemas.microsoft.com/office/drawing/2014/main" id="{5030F98E-8F73-4D01-86F0-5B2BEB48564A}"/>
              </a:ext>
            </a:extLst>
          </p:cNvPr>
          <p:cNvSpPr txBox="1"/>
          <p:nvPr/>
        </p:nvSpPr>
        <p:spPr>
          <a:xfrm>
            <a:off x="6457293" y="372438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信息设计</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矩形 117">
            <a:extLst>
              <a:ext uri="{FF2B5EF4-FFF2-40B4-BE49-F238E27FC236}">
                <a16:creationId xmlns:a16="http://schemas.microsoft.com/office/drawing/2014/main" id="{58A765B6-6525-4353-8987-DF3C7D15C3C9}"/>
              </a:ext>
            </a:extLst>
          </p:cNvPr>
          <p:cNvSpPr/>
          <p:nvPr/>
        </p:nvSpPr>
        <p:spPr>
          <a:xfrm>
            <a:off x="6491425" y="341075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设计">
            <a:extLst>
              <a:ext uri="{FF2B5EF4-FFF2-40B4-BE49-F238E27FC236}">
                <a16:creationId xmlns:a16="http://schemas.microsoft.com/office/drawing/2014/main" id="{AC91465E-33FB-40B8-9616-CD32C23B6FE1}"/>
              </a:ext>
            </a:extLst>
          </p:cNvPr>
          <p:cNvSpPr txBox="1"/>
          <p:nvPr/>
        </p:nvSpPr>
        <p:spPr>
          <a:xfrm>
            <a:off x="6457293" y="3418170"/>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流程图</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矩形 119">
            <a:extLst>
              <a:ext uri="{FF2B5EF4-FFF2-40B4-BE49-F238E27FC236}">
                <a16:creationId xmlns:a16="http://schemas.microsoft.com/office/drawing/2014/main" id="{C0A2039E-BCBC-41F5-9621-83744241081B}"/>
              </a:ext>
            </a:extLst>
          </p:cNvPr>
          <p:cNvSpPr/>
          <p:nvPr/>
        </p:nvSpPr>
        <p:spPr>
          <a:xfrm>
            <a:off x="6491425" y="493258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设计">
            <a:extLst>
              <a:ext uri="{FF2B5EF4-FFF2-40B4-BE49-F238E27FC236}">
                <a16:creationId xmlns:a16="http://schemas.microsoft.com/office/drawing/2014/main" id="{94064BBA-45E6-4955-80A3-78BF9CA330D5}"/>
              </a:ext>
            </a:extLst>
          </p:cNvPr>
          <p:cNvSpPr txBox="1"/>
          <p:nvPr/>
        </p:nvSpPr>
        <p:spPr>
          <a:xfrm>
            <a:off x="6457293" y="493999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A/B</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测试</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矩形 121">
            <a:extLst>
              <a:ext uri="{FF2B5EF4-FFF2-40B4-BE49-F238E27FC236}">
                <a16:creationId xmlns:a16="http://schemas.microsoft.com/office/drawing/2014/main" id="{A858E500-98DD-46A7-BCB7-41D16494DA2B}"/>
              </a:ext>
            </a:extLst>
          </p:cNvPr>
          <p:cNvSpPr/>
          <p:nvPr/>
        </p:nvSpPr>
        <p:spPr>
          <a:xfrm>
            <a:off x="6491425" y="460733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设计">
            <a:extLst>
              <a:ext uri="{FF2B5EF4-FFF2-40B4-BE49-F238E27FC236}">
                <a16:creationId xmlns:a16="http://schemas.microsoft.com/office/drawing/2014/main" id="{BEE9C176-A207-47C3-9846-78EEE3112E47}"/>
              </a:ext>
            </a:extLst>
          </p:cNvPr>
          <p:cNvSpPr txBox="1"/>
          <p:nvPr/>
        </p:nvSpPr>
        <p:spPr>
          <a:xfrm>
            <a:off x="6457293" y="4614750"/>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可用性测试</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矩形 123">
            <a:extLst>
              <a:ext uri="{FF2B5EF4-FFF2-40B4-BE49-F238E27FC236}">
                <a16:creationId xmlns:a16="http://schemas.microsoft.com/office/drawing/2014/main" id="{1F93BF88-8035-410C-B9DA-CD37A425FB57}"/>
              </a:ext>
            </a:extLst>
          </p:cNvPr>
          <p:cNvSpPr/>
          <p:nvPr/>
        </p:nvSpPr>
        <p:spPr>
          <a:xfrm>
            <a:off x="5247843"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设计">
            <a:extLst>
              <a:ext uri="{FF2B5EF4-FFF2-40B4-BE49-F238E27FC236}">
                <a16:creationId xmlns:a16="http://schemas.microsoft.com/office/drawing/2014/main" id="{440F82F0-1835-44B9-B98B-6887490AF3BB}"/>
              </a:ext>
            </a:extLst>
          </p:cNvPr>
          <p:cNvSpPr txBox="1"/>
          <p:nvPr/>
        </p:nvSpPr>
        <p:spPr>
          <a:xfrm>
            <a:off x="5213711" y="372438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信息架构</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矩形 125">
            <a:extLst>
              <a:ext uri="{FF2B5EF4-FFF2-40B4-BE49-F238E27FC236}">
                <a16:creationId xmlns:a16="http://schemas.microsoft.com/office/drawing/2014/main" id="{27B6D648-77A7-48F9-9F9A-B844B60830ED}"/>
              </a:ext>
            </a:extLst>
          </p:cNvPr>
          <p:cNvSpPr/>
          <p:nvPr/>
        </p:nvSpPr>
        <p:spPr>
          <a:xfrm>
            <a:off x="5247843" y="460733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设计">
            <a:extLst>
              <a:ext uri="{FF2B5EF4-FFF2-40B4-BE49-F238E27FC236}">
                <a16:creationId xmlns:a16="http://schemas.microsoft.com/office/drawing/2014/main" id="{7C9087C7-5997-4D17-8D60-CF2B673B49FD}"/>
              </a:ext>
            </a:extLst>
          </p:cNvPr>
          <p:cNvSpPr txBox="1"/>
          <p:nvPr/>
        </p:nvSpPr>
        <p:spPr>
          <a:xfrm>
            <a:off x="5213711" y="4614750"/>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导航设计</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矩形 127">
            <a:extLst>
              <a:ext uri="{FF2B5EF4-FFF2-40B4-BE49-F238E27FC236}">
                <a16:creationId xmlns:a16="http://schemas.microsoft.com/office/drawing/2014/main" id="{78D63A06-5A0D-4A5A-98A4-45DF31A62F45}"/>
              </a:ext>
            </a:extLst>
          </p:cNvPr>
          <p:cNvSpPr/>
          <p:nvPr/>
        </p:nvSpPr>
        <p:spPr>
          <a:xfrm>
            <a:off x="3958400" y="371697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设计">
            <a:extLst>
              <a:ext uri="{FF2B5EF4-FFF2-40B4-BE49-F238E27FC236}">
                <a16:creationId xmlns:a16="http://schemas.microsoft.com/office/drawing/2014/main" id="{80DBB2DF-AA0E-45FC-96E6-40DB79DBE551}"/>
              </a:ext>
            </a:extLst>
          </p:cNvPr>
          <p:cNvSpPr txBox="1"/>
          <p:nvPr/>
        </p:nvSpPr>
        <p:spPr>
          <a:xfrm>
            <a:off x="3924268" y="372438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矩形 129">
            <a:extLst>
              <a:ext uri="{FF2B5EF4-FFF2-40B4-BE49-F238E27FC236}">
                <a16:creationId xmlns:a16="http://schemas.microsoft.com/office/drawing/2014/main" id="{91E9B17C-5660-437A-AC07-B5EFF1182675}"/>
              </a:ext>
            </a:extLst>
          </p:cNvPr>
          <p:cNvSpPr/>
          <p:nvPr/>
        </p:nvSpPr>
        <p:spPr>
          <a:xfrm>
            <a:off x="3958400" y="341075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设计">
            <a:extLst>
              <a:ext uri="{FF2B5EF4-FFF2-40B4-BE49-F238E27FC236}">
                <a16:creationId xmlns:a16="http://schemas.microsoft.com/office/drawing/2014/main" id="{61FCBFB1-8352-44BB-BD43-512DA50433B9}"/>
              </a:ext>
            </a:extLst>
          </p:cNvPr>
          <p:cNvSpPr txBox="1"/>
          <p:nvPr/>
        </p:nvSpPr>
        <p:spPr>
          <a:xfrm>
            <a:off x="3924268" y="3418170"/>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用户分析</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矩形 131">
            <a:extLst>
              <a:ext uri="{FF2B5EF4-FFF2-40B4-BE49-F238E27FC236}">
                <a16:creationId xmlns:a16="http://schemas.microsoft.com/office/drawing/2014/main" id="{AA701145-69FE-4C61-91CF-E8AB17F679E2}"/>
              </a:ext>
            </a:extLst>
          </p:cNvPr>
          <p:cNvSpPr/>
          <p:nvPr/>
        </p:nvSpPr>
        <p:spPr>
          <a:xfrm>
            <a:off x="3958400" y="4925166"/>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设计">
            <a:extLst>
              <a:ext uri="{FF2B5EF4-FFF2-40B4-BE49-F238E27FC236}">
                <a16:creationId xmlns:a16="http://schemas.microsoft.com/office/drawing/2014/main" id="{0545A195-0482-49B7-BDAD-5AC0C1B0CFAD}"/>
              </a:ext>
            </a:extLst>
          </p:cNvPr>
          <p:cNvSpPr txBox="1"/>
          <p:nvPr/>
        </p:nvSpPr>
        <p:spPr>
          <a:xfrm>
            <a:off x="3924268" y="4932582"/>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目标分析</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矩形 133">
            <a:extLst>
              <a:ext uri="{FF2B5EF4-FFF2-40B4-BE49-F238E27FC236}">
                <a16:creationId xmlns:a16="http://schemas.microsoft.com/office/drawing/2014/main" id="{5CE45E3B-880F-455C-BF63-B6CFA87A9E4B}"/>
              </a:ext>
            </a:extLst>
          </p:cNvPr>
          <p:cNvSpPr/>
          <p:nvPr/>
        </p:nvSpPr>
        <p:spPr>
          <a:xfrm>
            <a:off x="3958400" y="4607334"/>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设计">
            <a:extLst>
              <a:ext uri="{FF2B5EF4-FFF2-40B4-BE49-F238E27FC236}">
                <a16:creationId xmlns:a16="http://schemas.microsoft.com/office/drawing/2014/main" id="{A91570DE-CF0F-4449-B965-9FE9E31C97E7}"/>
              </a:ext>
            </a:extLst>
          </p:cNvPr>
          <p:cNvSpPr txBox="1"/>
          <p:nvPr/>
        </p:nvSpPr>
        <p:spPr>
          <a:xfrm>
            <a:off x="3924268" y="4614750"/>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HMW</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分析法</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矩形 135">
            <a:extLst>
              <a:ext uri="{FF2B5EF4-FFF2-40B4-BE49-F238E27FC236}">
                <a16:creationId xmlns:a16="http://schemas.microsoft.com/office/drawing/2014/main" id="{36F11589-1D20-452E-8F09-F5E72067875F}"/>
              </a:ext>
            </a:extLst>
          </p:cNvPr>
          <p:cNvSpPr/>
          <p:nvPr/>
        </p:nvSpPr>
        <p:spPr>
          <a:xfrm>
            <a:off x="3958400" y="308926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设计">
            <a:extLst>
              <a:ext uri="{FF2B5EF4-FFF2-40B4-BE49-F238E27FC236}">
                <a16:creationId xmlns:a16="http://schemas.microsoft.com/office/drawing/2014/main" id="{64EE6760-A2C1-44D3-A075-70AAE871E70A}"/>
              </a:ext>
            </a:extLst>
          </p:cNvPr>
          <p:cNvSpPr txBox="1"/>
          <p:nvPr/>
        </p:nvSpPr>
        <p:spPr>
          <a:xfrm>
            <a:off x="3924268" y="309667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头脑风暴</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矩形 137">
            <a:extLst>
              <a:ext uri="{FF2B5EF4-FFF2-40B4-BE49-F238E27FC236}">
                <a16:creationId xmlns:a16="http://schemas.microsoft.com/office/drawing/2014/main" id="{0B953CF4-0CE6-467D-808C-570A853CE5F1}"/>
              </a:ext>
            </a:extLst>
          </p:cNvPr>
          <p:cNvSpPr/>
          <p:nvPr/>
        </p:nvSpPr>
        <p:spPr>
          <a:xfrm>
            <a:off x="3237221" y="2531137"/>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设计">
            <a:extLst>
              <a:ext uri="{FF2B5EF4-FFF2-40B4-BE49-F238E27FC236}">
                <a16:creationId xmlns:a16="http://schemas.microsoft.com/office/drawing/2014/main" id="{BF5B675D-796C-4E6E-8212-0A35E5469CEE}"/>
              </a:ext>
            </a:extLst>
          </p:cNvPr>
          <p:cNvSpPr txBox="1"/>
          <p:nvPr/>
        </p:nvSpPr>
        <p:spPr>
          <a:xfrm>
            <a:off x="3203089" y="2538553"/>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运营数据</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矩形 139">
            <a:extLst>
              <a:ext uri="{FF2B5EF4-FFF2-40B4-BE49-F238E27FC236}">
                <a16:creationId xmlns:a16="http://schemas.microsoft.com/office/drawing/2014/main" id="{44E2E113-4208-4A8C-B28F-527030D3B024}"/>
              </a:ext>
            </a:extLst>
          </p:cNvPr>
          <p:cNvSpPr/>
          <p:nvPr/>
        </p:nvSpPr>
        <p:spPr>
          <a:xfrm>
            <a:off x="2619362" y="2526653"/>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设计">
            <a:extLst>
              <a:ext uri="{FF2B5EF4-FFF2-40B4-BE49-F238E27FC236}">
                <a16:creationId xmlns:a16="http://schemas.microsoft.com/office/drawing/2014/main" id="{D373D067-F48F-4E4B-8316-74A05613B280}"/>
              </a:ext>
            </a:extLst>
          </p:cNvPr>
          <p:cNvSpPr txBox="1"/>
          <p:nvPr/>
        </p:nvSpPr>
        <p:spPr>
          <a:xfrm>
            <a:off x="2585230" y="2534069"/>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矩形 141">
            <a:extLst>
              <a:ext uri="{FF2B5EF4-FFF2-40B4-BE49-F238E27FC236}">
                <a16:creationId xmlns:a16="http://schemas.microsoft.com/office/drawing/2014/main" id="{D1F80348-F043-4A82-8E8E-906547EFA038}"/>
              </a:ext>
            </a:extLst>
          </p:cNvPr>
          <p:cNvSpPr/>
          <p:nvPr/>
        </p:nvSpPr>
        <p:spPr>
          <a:xfrm>
            <a:off x="1996774" y="2528081"/>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设计">
            <a:extLst>
              <a:ext uri="{FF2B5EF4-FFF2-40B4-BE49-F238E27FC236}">
                <a16:creationId xmlns:a16="http://schemas.microsoft.com/office/drawing/2014/main" id="{B277AAEE-45B5-44F6-A4BA-FE12D521DEE3}"/>
              </a:ext>
            </a:extLst>
          </p:cNvPr>
          <p:cNvSpPr txBox="1"/>
          <p:nvPr/>
        </p:nvSpPr>
        <p:spPr>
          <a:xfrm>
            <a:off x="1962642" y="2564588"/>
            <a:ext cx="622588" cy="1777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专家走查</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矩形 143">
            <a:extLst>
              <a:ext uri="{FF2B5EF4-FFF2-40B4-BE49-F238E27FC236}">
                <a16:creationId xmlns:a16="http://schemas.microsoft.com/office/drawing/2014/main" id="{6C5EE066-0F6D-4529-822B-D923383C05BD}"/>
              </a:ext>
            </a:extLst>
          </p:cNvPr>
          <p:cNvSpPr/>
          <p:nvPr/>
        </p:nvSpPr>
        <p:spPr>
          <a:xfrm>
            <a:off x="3271353" y="5376112"/>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设计">
            <a:extLst>
              <a:ext uri="{FF2B5EF4-FFF2-40B4-BE49-F238E27FC236}">
                <a16:creationId xmlns:a16="http://schemas.microsoft.com/office/drawing/2014/main" id="{81A8A27B-F76F-44AB-8561-66F8CAA6D035}"/>
              </a:ext>
            </a:extLst>
          </p:cNvPr>
          <p:cNvSpPr txBox="1"/>
          <p:nvPr/>
        </p:nvSpPr>
        <p:spPr>
          <a:xfrm>
            <a:off x="3237221" y="5383528"/>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目标导向</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矩形 145">
            <a:extLst>
              <a:ext uri="{FF2B5EF4-FFF2-40B4-BE49-F238E27FC236}">
                <a16:creationId xmlns:a16="http://schemas.microsoft.com/office/drawing/2014/main" id="{660AE316-4675-4CA7-9A47-DE0658646D12}"/>
              </a:ext>
            </a:extLst>
          </p:cNvPr>
          <p:cNvSpPr/>
          <p:nvPr/>
        </p:nvSpPr>
        <p:spPr>
          <a:xfrm>
            <a:off x="2619362" y="5376676"/>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设计">
            <a:extLst>
              <a:ext uri="{FF2B5EF4-FFF2-40B4-BE49-F238E27FC236}">
                <a16:creationId xmlns:a16="http://schemas.microsoft.com/office/drawing/2014/main" id="{77CDC55A-D157-415D-BD5C-D12A40F3C623}"/>
              </a:ext>
            </a:extLst>
          </p:cNvPr>
          <p:cNvSpPr txBox="1"/>
          <p:nvPr/>
        </p:nvSpPr>
        <p:spPr>
          <a:xfrm>
            <a:off x="2585230" y="5384092"/>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意见反馈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矩形 147">
            <a:extLst>
              <a:ext uri="{FF2B5EF4-FFF2-40B4-BE49-F238E27FC236}">
                <a16:creationId xmlns:a16="http://schemas.microsoft.com/office/drawing/2014/main" id="{E267021B-1A42-4406-8B2A-DB2D561DA119}"/>
              </a:ext>
            </a:extLst>
          </p:cNvPr>
          <p:cNvSpPr/>
          <p:nvPr/>
        </p:nvSpPr>
        <p:spPr>
          <a:xfrm>
            <a:off x="1995526" y="5368696"/>
            <a:ext cx="554324" cy="250794"/>
          </a:xfrm>
          <a:prstGeom prst="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设计">
            <a:extLst>
              <a:ext uri="{FF2B5EF4-FFF2-40B4-BE49-F238E27FC236}">
                <a16:creationId xmlns:a16="http://schemas.microsoft.com/office/drawing/2014/main" id="{167FE0BD-05C0-46D1-9FD4-BF82C52CA330}"/>
              </a:ext>
            </a:extLst>
          </p:cNvPr>
          <p:cNvSpPr txBox="1"/>
          <p:nvPr/>
        </p:nvSpPr>
        <p:spPr>
          <a:xfrm>
            <a:off x="1961394" y="5376112"/>
            <a:ext cx="62258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用户访谈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椭圆 81">
            <a:extLst>
              <a:ext uri="{FF2B5EF4-FFF2-40B4-BE49-F238E27FC236}">
                <a16:creationId xmlns:a16="http://schemas.microsoft.com/office/drawing/2014/main" id="{BAE17C50-74F1-4368-A829-6CA3B460B60C}"/>
              </a:ext>
            </a:extLst>
          </p:cNvPr>
          <p:cNvSpPr/>
          <p:nvPr/>
        </p:nvSpPr>
        <p:spPr>
          <a:xfrm>
            <a:off x="2225380" y="3429000"/>
            <a:ext cx="1331908" cy="1331908"/>
          </a:xfrm>
          <a:prstGeom prst="ellipse">
            <a:avLst/>
          </a:prstGeom>
          <a:noFill/>
          <a:ln w="9525"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chemeClr val="accent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a:extLst>
              <a:ext uri="{FF2B5EF4-FFF2-40B4-BE49-F238E27FC236}">
                <a16:creationId xmlns:a16="http://schemas.microsoft.com/office/drawing/2014/main" id="{63EF23C8-E335-4F78-93BB-3E1A27F13AFE}"/>
              </a:ext>
            </a:extLst>
          </p:cNvPr>
          <p:cNvSpPr/>
          <p:nvPr/>
        </p:nvSpPr>
        <p:spPr>
          <a:xfrm>
            <a:off x="1930933"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61">
            <a:extLst>
              <a:ext uri="{FF2B5EF4-FFF2-40B4-BE49-F238E27FC236}">
                <a16:creationId xmlns:a16="http://schemas.microsoft.com/office/drawing/2014/main" id="{20644218-C58E-422D-8930-ACEC1108CF35}"/>
              </a:ext>
            </a:extLst>
          </p:cNvPr>
          <p:cNvSpPr/>
          <p:nvPr/>
        </p:nvSpPr>
        <p:spPr>
          <a:xfrm>
            <a:off x="2196754"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提升主题的美化质量">
            <a:extLst>
              <a:ext uri="{FF2B5EF4-FFF2-40B4-BE49-F238E27FC236}">
                <a16:creationId xmlns:a16="http://schemas.microsoft.com/office/drawing/2014/main" id="{EC6638EE-48F2-4595-8898-FEF55E96C158}"/>
              </a:ext>
            </a:extLst>
          </p:cNvPr>
          <p:cNvSpPr txBox="1"/>
          <p:nvPr/>
        </p:nvSpPr>
        <p:spPr>
          <a:xfrm>
            <a:off x="2078913"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战略</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等腰三角形 14">
            <a:extLst>
              <a:ext uri="{FF2B5EF4-FFF2-40B4-BE49-F238E27FC236}">
                <a16:creationId xmlns:a16="http://schemas.microsoft.com/office/drawing/2014/main" id="{36E81E38-B97E-4360-8A6A-D2297B9B6CE3}"/>
              </a:ext>
            </a:extLst>
          </p:cNvPr>
          <p:cNvSpPr/>
          <p:nvPr/>
        </p:nvSpPr>
        <p:spPr>
          <a:xfrm rot="3600000">
            <a:off x="2516921" y="3492919"/>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等腰三角形 83">
            <a:extLst>
              <a:ext uri="{FF2B5EF4-FFF2-40B4-BE49-F238E27FC236}">
                <a16:creationId xmlns:a16="http://schemas.microsoft.com/office/drawing/2014/main" id="{0BB13862-91AC-48B4-8BE1-8A826B6A990B}"/>
              </a:ext>
            </a:extLst>
          </p:cNvPr>
          <p:cNvSpPr/>
          <p:nvPr/>
        </p:nvSpPr>
        <p:spPr>
          <a:xfrm rot="18000000" flipV="1">
            <a:off x="3261406" y="3541393"/>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2304970C-8C9E-4FA3-882A-3B70527794BF}"/>
              </a:ext>
            </a:extLst>
          </p:cNvPr>
          <p:cNvSpPr/>
          <p:nvPr/>
        </p:nvSpPr>
        <p:spPr>
          <a:xfrm>
            <a:off x="7143848"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32">
            <a:extLst>
              <a:ext uri="{FF2B5EF4-FFF2-40B4-BE49-F238E27FC236}">
                <a16:creationId xmlns:a16="http://schemas.microsoft.com/office/drawing/2014/main" id="{A35FFDC6-F150-46E9-82DE-63B0D29BCA69}"/>
              </a:ext>
            </a:extLst>
          </p:cNvPr>
          <p:cNvSpPr/>
          <p:nvPr/>
        </p:nvSpPr>
        <p:spPr>
          <a:xfrm>
            <a:off x="7409669"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提升主题的美化质量">
            <a:extLst>
              <a:ext uri="{FF2B5EF4-FFF2-40B4-BE49-F238E27FC236}">
                <a16:creationId xmlns:a16="http://schemas.microsoft.com/office/drawing/2014/main" id="{6C3DABCF-D76B-4E32-9E1F-B896F985F4FE}"/>
              </a:ext>
            </a:extLst>
          </p:cNvPr>
          <p:cNvSpPr txBox="1"/>
          <p:nvPr/>
        </p:nvSpPr>
        <p:spPr>
          <a:xfrm>
            <a:off x="7291827"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表现</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a:extLst>
              <a:ext uri="{FF2B5EF4-FFF2-40B4-BE49-F238E27FC236}">
                <a16:creationId xmlns:a16="http://schemas.microsoft.com/office/drawing/2014/main" id="{E532CBD8-EFEF-43D7-B7E7-EB930C1D9D9A}"/>
              </a:ext>
            </a:extLst>
          </p:cNvPr>
          <p:cNvSpPr/>
          <p:nvPr/>
        </p:nvSpPr>
        <p:spPr>
          <a:xfrm>
            <a:off x="5828348"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49">
            <a:extLst>
              <a:ext uri="{FF2B5EF4-FFF2-40B4-BE49-F238E27FC236}">
                <a16:creationId xmlns:a16="http://schemas.microsoft.com/office/drawing/2014/main" id="{D5378841-1F01-4243-8913-9B7933D135CC}"/>
              </a:ext>
            </a:extLst>
          </p:cNvPr>
          <p:cNvSpPr/>
          <p:nvPr/>
        </p:nvSpPr>
        <p:spPr>
          <a:xfrm>
            <a:off x="6094169"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提升主题的美化质量">
            <a:extLst>
              <a:ext uri="{FF2B5EF4-FFF2-40B4-BE49-F238E27FC236}">
                <a16:creationId xmlns:a16="http://schemas.microsoft.com/office/drawing/2014/main" id="{78FDA9E9-2ACA-436E-AF33-0D3721915D03}"/>
              </a:ext>
            </a:extLst>
          </p:cNvPr>
          <p:cNvSpPr txBox="1"/>
          <p:nvPr/>
        </p:nvSpPr>
        <p:spPr>
          <a:xfrm>
            <a:off x="5976328"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框架</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52">
            <a:extLst>
              <a:ext uri="{FF2B5EF4-FFF2-40B4-BE49-F238E27FC236}">
                <a16:creationId xmlns:a16="http://schemas.microsoft.com/office/drawing/2014/main" id="{6D2EEFB0-A2FC-4AE3-BAEC-CD2FA23E65AC}"/>
              </a:ext>
            </a:extLst>
          </p:cNvPr>
          <p:cNvSpPr/>
          <p:nvPr/>
        </p:nvSpPr>
        <p:spPr>
          <a:xfrm>
            <a:off x="4538455"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53">
            <a:extLst>
              <a:ext uri="{FF2B5EF4-FFF2-40B4-BE49-F238E27FC236}">
                <a16:creationId xmlns:a16="http://schemas.microsoft.com/office/drawing/2014/main" id="{C5FB77F8-2484-414F-BD70-26F3667ABB58}"/>
              </a:ext>
            </a:extLst>
          </p:cNvPr>
          <p:cNvSpPr/>
          <p:nvPr/>
        </p:nvSpPr>
        <p:spPr>
          <a:xfrm>
            <a:off x="4804276"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提升主题的美化质量">
            <a:extLst>
              <a:ext uri="{FF2B5EF4-FFF2-40B4-BE49-F238E27FC236}">
                <a16:creationId xmlns:a16="http://schemas.microsoft.com/office/drawing/2014/main" id="{33CAAF30-2915-43CA-B0A4-3516409695A2}"/>
              </a:ext>
            </a:extLst>
          </p:cNvPr>
          <p:cNvSpPr txBox="1"/>
          <p:nvPr/>
        </p:nvSpPr>
        <p:spPr>
          <a:xfrm>
            <a:off x="4686435"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结构</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a:extLst>
              <a:ext uri="{FF2B5EF4-FFF2-40B4-BE49-F238E27FC236}">
                <a16:creationId xmlns:a16="http://schemas.microsoft.com/office/drawing/2014/main" id="{572F2F51-26D0-4073-9E57-48202221F3B4}"/>
              </a:ext>
            </a:extLst>
          </p:cNvPr>
          <p:cNvSpPr/>
          <p:nvPr/>
        </p:nvSpPr>
        <p:spPr>
          <a:xfrm>
            <a:off x="3266955" y="4260880"/>
            <a:ext cx="593734"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w="6350">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57">
            <a:extLst>
              <a:ext uri="{FF2B5EF4-FFF2-40B4-BE49-F238E27FC236}">
                <a16:creationId xmlns:a16="http://schemas.microsoft.com/office/drawing/2014/main" id="{1ADC75C1-9C0C-4572-BC28-675028DB4A33}"/>
              </a:ext>
            </a:extLst>
          </p:cNvPr>
          <p:cNvSpPr/>
          <p:nvPr/>
        </p:nvSpPr>
        <p:spPr>
          <a:xfrm>
            <a:off x="3532776" y="4065805"/>
            <a:ext cx="62092" cy="62092"/>
          </a:xfrm>
          <a:prstGeom prst="rect">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提升主题的美化质量">
            <a:extLst>
              <a:ext uri="{FF2B5EF4-FFF2-40B4-BE49-F238E27FC236}">
                <a16:creationId xmlns:a16="http://schemas.microsoft.com/office/drawing/2014/main" id="{D0F507CA-F473-40CB-91B2-938D2D023A5F}"/>
              </a:ext>
            </a:extLst>
          </p:cNvPr>
          <p:cNvSpPr txBox="1"/>
          <p:nvPr/>
        </p:nvSpPr>
        <p:spPr>
          <a:xfrm>
            <a:off x="3414936" y="4280398"/>
            <a:ext cx="297774"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范围</a:t>
            </a:r>
            <a:endParaRPr kumimoji="0" sz="1000" b="0" i="0" u="none" strike="noStrike" kern="0" cap="none" spc="-39" normalizeH="0" baseline="0" noProof="0" dirty="0">
              <a:ln>
                <a:noFill/>
              </a:ln>
              <a:solidFill>
                <a:schemeClr val="l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85">
            <a:extLst>
              <a:ext uri="{FF2B5EF4-FFF2-40B4-BE49-F238E27FC236}">
                <a16:creationId xmlns:a16="http://schemas.microsoft.com/office/drawing/2014/main" id="{BA4DF606-E870-489F-B789-70636EB04C1C}"/>
              </a:ext>
            </a:extLst>
          </p:cNvPr>
          <p:cNvSpPr/>
          <p:nvPr/>
        </p:nvSpPr>
        <p:spPr>
          <a:xfrm>
            <a:off x="2319971" y="1853562"/>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Object29">
            <a:extLst>
              <a:ext uri="{FF2B5EF4-FFF2-40B4-BE49-F238E27FC236}">
                <a16:creationId xmlns:a16="http://schemas.microsoft.com/office/drawing/2014/main" id="{CFBD8CD4-4026-4D45-8C17-FF3AD0416E38}"/>
              </a:ext>
            </a:extLst>
          </p:cNvPr>
          <p:cNvSpPr txBox="1"/>
          <p:nvPr/>
        </p:nvSpPr>
        <p:spPr>
          <a:xfrm>
            <a:off x="2399705" y="1946869"/>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质疑</a:t>
            </a:r>
            <a:r>
              <a:rPr kumimoji="0" lang="en-US" altLang="zh-CN"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调研</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设计">
            <a:extLst>
              <a:ext uri="{FF2B5EF4-FFF2-40B4-BE49-F238E27FC236}">
                <a16:creationId xmlns:a16="http://schemas.microsoft.com/office/drawing/2014/main" id="{E7733FE6-2096-4A97-BBFC-496ECD768C2E}"/>
              </a:ext>
            </a:extLst>
          </p:cNvPr>
          <p:cNvSpPr txBox="1"/>
          <p:nvPr/>
        </p:nvSpPr>
        <p:spPr>
          <a:xfrm>
            <a:off x="2195537" y="3655953"/>
            <a:ext cx="622588" cy="1777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发现问题</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设计">
            <a:extLst>
              <a:ext uri="{FF2B5EF4-FFF2-40B4-BE49-F238E27FC236}">
                <a16:creationId xmlns:a16="http://schemas.microsoft.com/office/drawing/2014/main" id="{896A31DA-D358-45A1-AC22-864CACF8FF15}"/>
              </a:ext>
            </a:extLst>
          </p:cNvPr>
          <p:cNvSpPr txBox="1"/>
          <p:nvPr/>
        </p:nvSpPr>
        <p:spPr>
          <a:xfrm>
            <a:off x="2944641" y="3653638"/>
            <a:ext cx="622588" cy="1777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定义问题</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等腰三角形 89">
            <a:extLst>
              <a:ext uri="{FF2B5EF4-FFF2-40B4-BE49-F238E27FC236}">
                <a16:creationId xmlns:a16="http://schemas.microsoft.com/office/drawing/2014/main" id="{8423D868-C158-4084-AF27-34C5DCC77AEA}"/>
              </a:ext>
            </a:extLst>
          </p:cNvPr>
          <p:cNvSpPr/>
          <p:nvPr/>
        </p:nvSpPr>
        <p:spPr>
          <a:xfrm rot="3600000">
            <a:off x="4461641" y="2381432"/>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等腰三角形 90">
            <a:extLst>
              <a:ext uri="{FF2B5EF4-FFF2-40B4-BE49-F238E27FC236}">
                <a16:creationId xmlns:a16="http://schemas.microsoft.com/office/drawing/2014/main" id="{62BF940F-D57E-4363-A1D9-6DF81E9E706D}"/>
              </a:ext>
            </a:extLst>
          </p:cNvPr>
          <p:cNvSpPr/>
          <p:nvPr/>
        </p:nvSpPr>
        <p:spPr>
          <a:xfrm rot="18000000" flipV="1">
            <a:off x="6465752" y="2381433"/>
            <a:ext cx="68354" cy="58999"/>
          </a:xfrm>
          <a:prstGeom prst="triangl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设计">
            <a:extLst>
              <a:ext uri="{FF2B5EF4-FFF2-40B4-BE49-F238E27FC236}">
                <a16:creationId xmlns:a16="http://schemas.microsoft.com/office/drawing/2014/main" id="{5C89CF43-3970-4480-B274-0889D5BE725C}"/>
              </a:ext>
            </a:extLst>
          </p:cNvPr>
          <p:cNvSpPr txBox="1"/>
          <p:nvPr/>
        </p:nvSpPr>
        <p:spPr>
          <a:xfrm>
            <a:off x="3796017" y="2306567"/>
            <a:ext cx="622588" cy="1777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r"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构思方案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设计">
            <a:extLst>
              <a:ext uri="{FF2B5EF4-FFF2-40B4-BE49-F238E27FC236}">
                <a16:creationId xmlns:a16="http://schemas.microsoft.com/office/drawing/2014/main" id="{0B7B86AC-0EFA-49E6-8CEE-91C5B810DA9E}"/>
              </a:ext>
            </a:extLst>
          </p:cNvPr>
          <p:cNvSpPr txBox="1"/>
          <p:nvPr/>
        </p:nvSpPr>
        <p:spPr>
          <a:xfrm>
            <a:off x="6573459" y="2300330"/>
            <a:ext cx="622588" cy="1777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交付方案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矩形: 圆角 93">
            <a:extLst>
              <a:ext uri="{FF2B5EF4-FFF2-40B4-BE49-F238E27FC236}">
                <a16:creationId xmlns:a16="http://schemas.microsoft.com/office/drawing/2014/main" id="{208009C1-559D-470A-9A90-E8B32E84A2D0}"/>
              </a:ext>
            </a:extLst>
          </p:cNvPr>
          <p:cNvSpPr/>
          <p:nvPr/>
        </p:nvSpPr>
        <p:spPr>
          <a:xfrm>
            <a:off x="4924666" y="1853562"/>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Object29">
            <a:extLst>
              <a:ext uri="{FF2B5EF4-FFF2-40B4-BE49-F238E27FC236}">
                <a16:creationId xmlns:a16="http://schemas.microsoft.com/office/drawing/2014/main" id="{F5CE55DF-8473-4518-92FD-69A1E3E666D4}"/>
              </a:ext>
            </a:extLst>
          </p:cNvPr>
          <p:cNvSpPr txBox="1"/>
          <p:nvPr/>
        </p:nvSpPr>
        <p:spPr>
          <a:xfrm>
            <a:off x="5004400" y="1946869"/>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发散</a:t>
            </a:r>
            <a:r>
              <a:rPr kumimoji="0" lang="en-US" altLang="zh-CN"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构思</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6" name="矩形: 圆角 95">
            <a:extLst>
              <a:ext uri="{FF2B5EF4-FFF2-40B4-BE49-F238E27FC236}">
                <a16:creationId xmlns:a16="http://schemas.microsoft.com/office/drawing/2014/main" id="{9A0EC843-FFA9-47A7-BF8E-72400A3698B3}"/>
              </a:ext>
            </a:extLst>
          </p:cNvPr>
          <p:cNvSpPr/>
          <p:nvPr/>
        </p:nvSpPr>
        <p:spPr>
          <a:xfrm>
            <a:off x="8131412" y="1853562"/>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29">
            <a:extLst>
              <a:ext uri="{FF2B5EF4-FFF2-40B4-BE49-F238E27FC236}">
                <a16:creationId xmlns:a16="http://schemas.microsoft.com/office/drawing/2014/main" id="{480373A1-5014-488E-9E3D-F180AF62F158}"/>
              </a:ext>
            </a:extLst>
          </p:cNvPr>
          <p:cNvSpPr txBox="1"/>
          <p:nvPr/>
        </p:nvSpPr>
        <p:spPr>
          <a:xfrm>
            <a:off x="8211146" y="1946869"/>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研发</a:t>
            </a:r>
            <a:r>
              <a:rPr kumimoji="0" lang="en-US" altLang="zh-CN"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测试</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5" name="直接箭头连接符 24">
            <a:extLst>
              <a:ext uri="{FF2B5EF4-FFF2-40B4-BE49-F238E27FC236}">
                <a16:creationId xmlns:a16="http://schemas.microsoft.com/office/drawing/2014/main" id="{3895AE79-AC2A-4A94-B401-3BB19FA2D591}"/>
              </a:ext>
            </a:extLst>
          </p:cNvPr>
          <p:cNvCxnSpPr>
            <a:cxnSpLocks/>
            <a:endCxn id="141" idx="2"/>
          </p:cNvCxnSpPr>
          <p:nvPr/>
        </p:nvCxnSpPr>
        <p:spPr>
          <a:xfrm flipH="1" flipV="1">
            <a:off x="2896524" y="2770031"/>
            <a:ext cx="101" cy="1357866"/>
          </a:xfrm>
          <a:prstGeom prst="straightConnector1">
            <a:avLst/>
          </a:prstGeom>
          <a:noFill/>
          <a:ln w="9525"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30" name="连接符: 肘形 29">
            <a:extLst>
              <a:ext uri="{FF2B5EF4-FFF2-40B4-BE49-F238E27FC236}">
                <a16:creationId xmlns:a16="http://schemas.microsoft.com/office/drawing/2014/main" id="{6E17CEBF-2148-4B46-B0B3-169B1BFFA3DF}"/>
              </a:ext>
            </a:extLst>
          </p:cNvPr>
          <p:cNvCxnSpPr>
            <a:stCxn id="142" idx="2"/>
            <a:endCxn id="139" idx="2"/>
          </p:cNvCxnSpPr>
          <p:nvPr/>
        </p:nvCxnSpPr>
        <p:spPr>
          <a:xfrm rot="5400000" flipH="1" flipV="1">
            <a:off x="2891979" y="2156471"/>
            <a:ext cx="4360" cy="1240447"/>
          </a:xfrm>
          <a:prstGeom prst="bentConnector3">
            <a:avLst>
              <a:gd name="adj1" fmla="val -5243119"/>
            </a:avLst>
          </a:prstGeom>
          <a:noFill/>
          <a:ln w="9525"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grpSp>
        <p:nvGrpSpPr>
          <p:cNvPr id="35" name="组合 34">
            <a:extLst>
              <a:ext uri="{FF2B5EF4-FFF2-40B4-BE49-F238E27FC236}">
                <a16:creationId xmlns:a16="http://schemas.microsoft.com/office/drawing/2014/main" id="{2AAB1576-7112-46E0-89EE-A6B5DA0A336A}"/>
              </a:ext>
            </a:extLst>
          </p:cNvPr>
          <p:cNvGrpSpPr/>
          <p:nvPr/>
        </p:nvGrpSpPr>
        <p:grpSpPr>
          <a:xfrm flipV="1">
            <a:off x="2273935" y="3967766"/>
            <a:ext cx="1240447" cy="1357866"/>
            <a:chOff x="2273935" y="2936308"/>
            <a:chExt cx="1240447" cy="1357866"/>
          </a:xfrm>
        </p:grpSpPr>
        <p:cxnSp>
          <p:nvCxnSpPr>
            <p:cNvPr id="107" name="直接箭头连接符 106">
              <a:extLst>
                <a:ext uri="{FF2B5EF4-FFF2-40B4-BE49-F238E27FC236}">
                  <a16:creationId xmlns:a16="http://schemas.microsoft.com/office/drawing/2014/main" id="{B4F7CB28-923F-4809-AD0E-DC6E113F085C}"/>
                </a:ext>
              </a:extLst>
            </p:cNvPr>
            <p:cNvCxnSpPr>
              <a:cxnSpLocks/>
            </p:cNvCxnSpPr>
            <p:nvPr/>
          </p:nvCxnSpPr>
          <p:spPr>
            <a:xfrm flipH="1" flipV="1">
              <a:off x="2896524" y="2936308"/>
              <a:ext cx="101" cy="1357866"/>
            </a:xfrm>
            <a:prstGeom prst="straightConnector1">
              <a:avLst/>
            </a:prstGeom>
            <a:noFill/>
            <a:ln w="9525"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108" name="连接符: 肘形 107">
              <a:extLst>
                <a:ext uri="{FF2B5EF4-FFF2-40B4-BE49-F238E27FC236}">
                  <a16:creationId xmlns:a16="http://schemas.microsoft.com/office/drawing/2014/main" id="{62F9FEFD-8A4C-4775-87E2-9E9DDEA4E565}"/>
                </a:ext>
              </a:extLst>
            </p:cNvPr>
            <p:cNvCxnSpPr/>
            <p:nvPr/>
          </p:nvCxnSpPr>
          <p:spPr>
            <a:xfrm rot="5400000" flipH="1" flipV="1">
              <a:off x="2891979" y="2322748"/>
              <a:ext cx="4360" cy="1240447"/>
            </a:xfrm>
            <a:prstGeom prst="bentConnector3">
              <a:avLst>
                <a:gd name="adj1" fmla="val -5243119"/>
              </a:avLst>
            </a:prstGeom>
            <a:noFill/>
            <a:ln w="9525"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grpSp>
      <p:sp>
        <p:nvSpPr>
          <p:cNvPr id="41" name="不完整圆 40">
            <a:extLst>
              <a:ext uri="{FF2B5EF4-FFF2-40B4-BE49-F238E27FC236}">
                <a16:creationId xmlns:a16="http://schemas.microsoft.com/office/drawing/2014/main" id="{91D2BEC5-B423-55D4-E7C6-2BA6AE999CB1}"/>
              </a:ext>
            </a:extLst>
          </p:cNvPr>
          <p:cNvSpPr/>
          <p:nvPr/>
        </p:nvSpPr>
        <p:spPr>
          <a:xfrm>
            <a:off x="2056730" y="3262798"/>
            <a:ext cx="1678902" cy="1655928"/>
          </a:xfrm>
          <a:prstGeom prst="pie">
            <a:avLst>
              <a:gd name="adj1" fmla="val 42669"/>
              <a:gd name="adj2" fmla="val 5411657"/>
            </a:avLst>
          </a:prstGeom>
          <a:gradFill flip="none" rotWithShape="1">
            <a:gsLst>
              <a:gs pos="0">
                <a:schemeClr val="accent1">
                  <a:alpha val="89000"/>
                </a:schemeClr>
              </a:gs>
              <a:gs pos="77000">
                <a:schemeClr val="accent1">
                  <a:alpha val="0"/>
                </a:schemeClr>
              </a:gs>
            </a:gsLst>
            <a:lin ang="0" scaled="1"/>
            <a:tileRect/>
          </a:gra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2" name="文本框 1">
            <a:extLst>
              <a:ext uri="{FF2B5EF4-FFF2-40B4-BE49-F238E27FC236}">
                <a16:creationId xmlns:a16="http://schemas.microsoft.com/office/drawing/2014/main" id="{0BD3DAF7-B409-4B8A-CCAB-DAF34B8F728E}"/>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2" name="矩形 11">
            <a:extLst>
              <a:ext uri="{FF2B5EF4-FFF2-40B4-BE49-F238E27FC236}">
                <a16:creationId xmlns:a16="http://schemas.microsoft.com/office/drawing/2014/main" id="{A4A870E5-9C6F-5102-DC23-4D985BCE58E7}"/>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文本框 13">
            <a:extLst>
              <a:ext uri="{FF2B5EF4-FFF2-40B4-BE49-F238E27FC236}">
                <a16:creationId xmlns:a16="http://schemas.microsoft.com/office/drawing/2014/main" id="{A132C84A-7430-6584-0FA5-B699072D68B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77661769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a:extLst>
              <a:ext uri="{FF2B5EF4-FFF2-40B4-BE49-F238E27FC236}">
                <a16:creationId xmlns:a16="http://schemas.microsoft.com/office/drawing/2014/main" id="{1F601774-D975-84E7-78E6-2DCC54E630ED}"/>
              </a:ext>
            </a:extLst>
          </p:cNvPr>
          <p:cNvSpPr/>
          <p:nvPr/>
        </p:nvSpPr>
        <p:spPr>
          <a:xfrm rot="13500000">
            <a:off x="2466114" y="1842715"/>
            <a:ext cx="3678606" cy="3678606"/>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5" name="矩形: 圆角 14">
            <a:extLst>
              <a:ext uri="{FF2B5EF4-FFF2-40B4-BE49-F238E27FC236}">
                <a16:creationId xmlns:a16="http://schemas.microsoft.com/office/drawing/2014/main" id="{05689896-59DB-4975-FF82-F419C219360F}"/>
              </a:ext>
            </a:extLst>
          </p:cNvPr>
          <p:cNvSpPr/>
          <p:nvPr/>
        </p:nvSpPr>
        <p:spPr>
          <a:xfrm rot="13500000">
            <a:off x="7274098" y="2703271"/>
            <a:ext cx="1957494" cy="1957494"/>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17" name="矩形: 圆角 16">
            <a:extLst>
              <a:ext uri="{FF2B5EF4-FFF2-40B4-BE49-F238E27FC236}">
                <a16:creationId xmlns:a16="http://schemas.microsoft.com/office/drawing/2014/main" id="{6022175D-1BCB-FC69-1B91-0DC4B235A8DD}"/>
              </a:ext>
            </a:extLst>
          </p:cNvPr>
          <p:cNvSpPr/>
          <p:nvPr/>
        </p:nvSpPr>
        <p:spPr>
          <a:xfrm rot="8100000" flipH="1">
            <a:off x="8683085" y="3571958"/>
            <a:ext cx="1957494" cy="1957494"/>
          </a:xfrm>
          <a:prstGeom prst="roundRect">
            <a:avLst>
              <a:gd name="adj" fmla="val 24235"/>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 name="矩形 3">
            <a:extLst>
              <a:ext uri="{FF2B5EF4-FFF2-40B4-BE49-F238E27FC236}">
                <a16:creationId xmlns:a16="http://schemas.microsoft.com/office/drawing/2014/main" id="{CF566876-E37B-080B-D486-128D09787988}"/>
              </a:ext>
            </a:extLst>
          </p:cNvPr>
          <p:cNvSpPr/>
          <p:nvPr/>
        </p:nvSpPr>
        <p:spPr>
          <a:xfrm>
            <a:off x="751325" y="2759152"/>
            <a:ext cx="3145739" cy="1836820"/>
          </a:xfrm>
          <a:prstGeom prst="rect">
            <a:avLst/>
          </a:prstGeom>
          <a:gradFill flip="none" rotWithShape="1">
            <a:gsLst>
              <a:gs pos="31000">
                <a:schemeClr val="accent1">
                  <a:alpha val="0"/>
                </a:schemeClr>
              </a:gs>
              <a:gs pos="100000">
                <a:schemeClr val="accent1">
                  <a:alpha val="15000"/>
                </a:schemeClr>
              </a:gs>
            </a:gsLst>
            <a:lin ang="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79" name="矩形">
            <a:extLst>
              <a:ext uri="{FF2B5EF4-FFF2-40B4-BE49-F238E27FC236}">
                <a16:creationId xmlns:a16="http://schemas.microsoft.com/office/drawing/2014/main" id="{C3D8BD76-E31B-4DAC-BF79-48F33B036CE0}"/>
              </a:ext>
            </a:extLst>
          </p:cNvPr>
          <p:cNvSpPr/>
          <p:nvPr/>
        </p:nvSpPr>
        <p:spPr>
          <a:xfrm>
            <a:off x="752631" y="3492767"/>
            <a:ext cx="1777881"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提升主题的美化质量">
            <a:extLst>
              <a:ext uri="{FF2B5EF4-FFF2-40B4-BE49-F238E27FC236}">
                <a16:creationId xmlns:a16="http://schemas.microsoft.com/office/drawing/2014/main" id="{647B7914-3743-41BB-B6EE-916E6133B10A}"/>
              </a:ext>
            </a:extLst>
          </p:cNvPr>
          <p:cNvSpPr txBox="1"/>
          <p:nvPr/>
        </p:nvSpPr>
        <p:spPr>
          <a:xfrm>
            <a:off x="1774820" y="3564037"/>
            <a:ext cx="64684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需求方向</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矩形">
            <a:extLst>
              <a:ext uri="{FF2B5EF4-FFF2-40B4-BE49-F238E27FC236}">
                <a16:creationId xmlns:a16="http://schemas.microsoft.com/office/drawing/2014/main" id="{38661279-B87B-4FED-B8B0-72C10752A236}"/>
              </a:ext>
            </a:extLst>
          </p:cNvPr>
          <p:cNvSpPr/>
          <p:nvPr/>
        </p:nvSpPr>
        <p:spPr>
          <a:xfrm>
            <a:off x="751325" y="3492767"/>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02">
            <a:extLst>
              <a:ext uri="{FF2B5EF4-FFF2-40B4-BE49-F238E27FC236}">
                <a16:creationId xmlns:a16="http://schemas.microsoft.com/office/drawing/2014/main" id="{B5CB2E94-8D23-45F2-A7DF-675AE728E802}"/>
              </a:ext>
            </a:extLst>
          </p:cNvPr>
          <p:cNvSpPr txBox="1"/>
          <p:nvPr/>
        </p:nvSpPr>
        <p:spPr>
          <a:xfrm>
            <a:off x="944265" y="3533259"/>
            <a:ext cx="50415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3" name="矩形: 圆角 82">
            <a:extLst>
              <a:ext uri="{FF2B5EF4-FFF2-40B4-BE49-F238E27FC236}">
                <a16:creationId xmlns:a16="http://schemas.microsoft.com/office/drawing/2014/main" id="{55E9094D-AB26-41BB-B112-2D86A1F4F179}"/>
              </a:ext>
            </a:extLst>
          </p:cNvPr>
          <p:cNvSpPr/>
          <p:nvPr/>
        </p:nvSpPr>
        <p:spPr>
          <a:xfrm>
            <a:off x="9410863" y="2982070"/>
            <a:ext cx="197209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Object32">
            <a:extLst>
              <a:ext uri="{FF2B5EF4-FFF2-40B4-BE49-F238E27FC236}">
                <a16:creationId xmlns:a16="http://schemas.microsoft.com/office/drawing/2014/main" id="{8828AF2E-6B8A-4048-940F-34F7A4AB293F}"/>
              </a:ext>
            </a:extLst>
          </p:cNvPr>
          <p:cNvSpPr txBox="1"/>
          <p:nvPr/>
        </p:nvSpPr>
        <p:spPr>
          <a:xfrm>
            <a:off x="9589649" y="3103245"/>
            <a:ext cx="1572784"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设计汇报产品设计，确认方案</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a:extLst>
              <a:ext uri="{FF2B5EF4-FFF2-40B4-BE49-F238E27FC236}">
                <a16:creationId xmlns:a16="http://schemas.microsoft.com/office/drawing/2014/main" id="{35B114AA-D49D-4A15-9C99-FAFAC81F24DC}"/>
              </a:ext>
            </a:extLst>
          </p:cNvPr>
          <p:cNvSpPr/>
          <p:nvPr/>
        </p:nvSpPr>
        <p:spPr>
          <a:xfrm>
            <a:off x="752631" y="2578813"/>
            <a:ext cx="1777881"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提升主题的美化质量">
            <a:extLst>
              <a:ext uri="{FF2B5EF4-FFF2-40B4-BE49-F238E27FC236}">
                <a16:creationId xmlns:a16="http://schemas.microsoft.com/office/drawing/2014/main" id="{74EED4AF-7F28-4D99-8EBB-9961FD339104}"/>
              </a:ext>
            </a:extLst>
          </p:cNvPr>
          <p:cNvSpPr txBox="1"/>
          <p:nvPr/>
        </p:nvSpPr>
        <p:spPr>
          <a:xfrm>
            <a:off x="1774820" y="2650083"/>
            <a:ext cx="64684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运营方向</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矩形">
            <a:extLst>
              <a:ext uri="{FF2B5EF4-FFF2-40B4-BE49-F238E27FC236}">
                <a16:creationId xmlns:a16="http://schemas.microsoft.com/office/drawing/2014/main" id="{743FBF40-1D88-477B-AEE6-997C2C741F95}"/>
              </a:ext>
            </a:extLst>
          </p:cNvPr>
          <p:cNvSpPr/>
          <p:nvPr/>
        </p:nvSpPr>
        <p:spPr>
          <a:xfrm>
            <a:off x="751325" y="2578813"/>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02">
            <a:extLst>
              <a:ext uri="{FF2B5EF4-FFF2-40B4-BE49-F238E27FC236}">
                <a16:creationId xmlns:a16="http://schemas.microsoft.com/office/drawing/2014/main" id="{C2195942-1BF3-404D-9A8F-796C668340CD}"/>
              </a:ext>
            </a:extLst>
          </p:cNvPr>
          <p:cNvSpPr txBox="1"/>
          <p:nvPr/>
        </p:nvSpPr>
        <p:spPr>
          <a:xfrm>
            <a:off x="944265" y="2619305"/>
            <a:ext cx="50415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OP</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9" name="矩形">
            <a:extLst>
              <a:ext uri="{FF2B5EF4-FFF2-40B4-BE49-F238E27FC236}">
                <a16:creationId xmlns:a16="http://schemas.microsoft.com/office/drawing/2014/main" id="{6B55D03A-913E-4BFF-9A06-119518B925D0}"/>
              </a:ext>
            </a:extLst>
          </p:cNvPr>
          <p:cNvSpPr/>
          <p:nvPr/>
        </p:nvSpPr>
        <p:spPr>
          <a:xfrm>
            <a:off x="752631" y="4406721"/>
            <a:ext cx="1777881" cy="378501"/>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提升主题的美化质量">
            <a:extLst>
              <a:ext uri="{FF2B5EF4-FFF2-40B4-BE49-F238E27FC236}">
                <a16:creationId xmlns:a16="http://schemas.microsoft.com/office/drawing/2014/main" id="{DF829EB5-54C5-420F-96A1-A4AF5FA25B4B}"/>
              </a:ext>
            </a:extLst>
          </p:cNvPr>
          <p:cNvSpPr txBox="1"/>
          <p:nvPr/>
        </p:nvSpPr>
        <p:spPr>
          <a:xfrm>
            <a:off x="1774820" y="4477991"/>
            <a:ext cx="64684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合作模式</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矩形">
            <a:extLst>
              <a:ext uri="{FF2B5EF4-FFF2-40B4-BE49-F238E27FC236}">
                <a16:creationId xmlns:a16="http://schemas.microsoft.com/office/drawing/2014/main" id="{C756BEFF-25FA-4420-A27D-174F34773295}"/>
              </a:ext>
            </a:extLst>
          </p:cNvPr>
          <p:cNvSpPr/>
          <p:nvPr/>
        </p:nvSpPr>
        <p:spPr>
          <a:xfrm>
            <a:off x="751325" y="4406721"/>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02">
            <a:extLst>
              <a:ext uri="{FF2B5EF4-FFF2-40B4-BE49-F238E27FC236}">
                <a16:creationId xmlns:a16="http://schemas.microsoft.com/office/drawing/2014/main" id="{C45D2022-30A8-4FED-8141-B9F1C6B9BBD3}"/>
              </a:ext>
            </a:extLst>
          </p:cNvPr>
          <p:cNvSpPr txBox="1"/>
          <p:nvPr/>
        </p:nvSpPr>
        <p:spPr>
          <a:xfrm>
            <a:off x="944265" y="4447213"/>
            <a:ext cx="50415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BD</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3" name="矩形">
            <a:extLst>
              <a:ext uri="{FF2B5EF4-FFF2-40B4-BE49-F238E27FC236}">
                <a16:creationId xmlns:a16="http://schemas.microsoft.com/office/drawing/2014/main" id="{0DFCC013-E9A7-4F25-BF38-F71A93C7F36C}"/>
              </a:ext>
            </a:extLst>
          </p:cNvPr>
          <p:cNvSpPr/>
          <p:nvPr/>
        </p:nvSpPr>
        <p:spPr>
          <a:xfrm>
            <a:off x="3453357" y="3492767"/>
            <a:ext cx="2124840"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提升主题的美化质量">
            <a:extLst>
              <a:ext uri="{FF2B5EF4-FFF2-40B4-BE49-F238E27FC236}">
                <a16:creationId xmlns:a16="http://schemas.microsoft.com/office/drawing/2014/main" id="{F6829779-8067-49F6-8B3F-2B37ADFEF78C}"/>
              </a:ext>
            </a:extLst>
          </p:cNvPr>
          <p:cNvSpPr txBox="1"/>
          <p:nvPr/>
        </p:nvSpPr>
        <p:spPr>
          <a:xfrm>
            <a:off x="4475545" y="3564037"/>
            <a:ext cx="99411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设计调研</a:t>
            </a:r>
            <a:r>
              <a:rPr kumimoji="0" lang="en-US" altLang="zh-CN"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风暴</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矩形">
            <a:extLst>
              <a:ext uri="{FF2B5EF4-FFF2-40B4-BE49-F238E27FC236}">
                <a16:creationId xmlns:a16="http://schemas.microsoft.com/office/drawing/2014/main" id="{8CCA7D00-E785-4C64-AFC8-E5DDBDBC5998}"/>
              </a:ext>
            </a:extLst>
          </p:cNvPr>
          <p:cNvSpPr/>
          <p:nvPr/>
        </p:nvSpPr>
        <p:spPr>
          <a:xfrm>
            <a:off x="3452050" y="3492767"/>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02">
            <a:extLst>
              <a:ext uri="{FF2B5EF4-FFF2-40B4-BE49-F238E27FC236}">
                <a16:creationId xmlns:a16="http://schemas.microsoft.com/office/drawing/2014/main" id="{50D4AEE0-4D6E-4732-8B5E-4EC4C5063CD1}"/>
              </a:ext>
            </a:extLst>
          </p:cNvPr>
          <p:cNvSpPr txBox="1"/>
          <p:nvPr/>
        </p:nvSpPr>
        <p:spPr>
          <a:xfrm>
            <a:off x="3644990" y="3533259"/>
            <a:ext cx="50415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7" name="矩形">
            <a:extLst>
              <a:ext uri="{FF2B5EF4-FFF2-40B4-BE49-F238E27FC236}">
                <a16:creationId xmlns:a16="http://schemas.microsoft.com/office/drawing/2014/main" id="{A5B9165A-42E9-4F0B-A155-8BD5DE94C0A4}"/>
              </a:ext>
            </a:extLst>
          </p:cNvPr>
          <p:cNvSpPr/>
          <p:nvPr/>
        </p:nvSpPr>
        <p:spPr>
          <a:xfrm>
            <a:off x="6509446" y="3492767"/>
            <a:ext cx="197078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提升主题的美化质量">
            <a:extLst>
              <a:ext uri="{FF2B5EF4-FFF2-40B4-BE49-F238E27FC236}">
                <a16:creationId xmlns:a16="http://schemas.microsoft.com/office/drawing/2014/main" id="{EC8B13EA-055D-4321-BC0C-ED75FCB8C3F0}"/>
              </a:ext>
            </a:extLst>
          </p:cNvPr>
          <p:cNvSpPr txBox="1"/>
          <p:nvPr/>
        </p:nvSpPr>
        <p:spPr>
          <a:xfrm>
            <a:off x="7531634" y="3564037"/>
            <a:ext cx="76989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a:t>
            </a:r>
            <a:r>
              <a:rPr kumimoji="0" lang="en-US" altLang="zh-CN"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DEMO</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9" name="矩形">
            <a:extLst>
              <a:ext uri="{FF2B5EF4-FFF2-40B4-BE49-F238E27FC236}">
                <a16:creationId xmlns:a16="http://schemas.microsoft.com/office/drawing/2014/main" id="{2485C9B4-563E-4045-BD89-01430A703BCE}"/>
              </a:ext>
            </a:extLst>
          </p:cNvPr>
          <p:cNvSpPr/>
          <p:nvPr/>
        </p:nvSpPr>
        <p:spPr>
          <a:xfrm>
            <a:off x="6508139" y="3492767"/>
            <a:ext cx="89003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02">
            <a:extLst>
              <a:ext uri="{FF2B5EF4-FFF2-40B4-BE49-F238E27FC236}">
                <a16:creationId xmlns:a16="http://schemas.microsoft.com/office/drawing/2014/main" id="{654D127B-F77A-4250-BF63-6476E7299664}"/>
              </a:ext>
            </a:extLst>
          </p:cNvPr>
          <p:cNvSpPr txBox="1"/>
          <p:nvPr/>
        </p:nvSpPr>
        <p:spPr>
          <a:xfrm>
            <a:off x="6701079" y="3533259"/>
            <a:ext cx="50415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1" name="矩形">
            <a:extLst>
              <a:ext uri="{FF2B5EF4-FFF2-40B4-BE49-F238E27FC236}">
                <a16:creationId xmlns:a16="http://schemas.microsoft.com/office/drawing/2014/main" id="{4B2828F2-F50F-485C-9AD0-39A66D36580A}"/>
              </a:ext>
            </a:extLst>
          </p:cNvPr>
          <p:cNvSpPr/>
          <p:nvPr/>
        </p:nvSpPr>
        <p:spPr>
          <a:xfrm>
            <a:off x="9412171" y="3492767"/>
            <a:ext cx="197078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提升主题的美化质量">
            <a:extLst>
              <a:ext uri="{FF2B5EF4-FFF2-40B4-BE49-F238E27FC236}">
                <a16:creationId xmlns:a16="http://schemas.microsoft.com/office/drawing/2014/main" id="{F6639A22-7C17-4C90-B718-70DAB96E5171}"/>
              </a:ext>
            </a:extLst>
          </p:cNvPr>
          <p:cNvSpPr txBox="1"/>
          <p:nvPr/>
        </p:nvSpPr>
        <p:spPr>
          <a:xfrm>
            <a:off x="10585665" y="3564037"/>
            <a:ext cx="64684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向上汇报</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矩形">
            <a:extLst>
              <a:ext uri="{FF2B5EF4-FFF2-40B4-BE49-F238E27FC236}">
                <a16:creationId xmlns:a16="http://schemas.microsoft.com/office/drawing/2014/main" id="{F7A0A200-D08E-4689-950C-C3B6059E840E}"/>
              </a:ext>
            </a:extLst>
          </p:cNvPr>
          <p:cNvSpPr/>
          <p:nvPr/>
        </p:nvSpPr>
        <p:spPr>
          <a:xfrm>
            <a:off x="9410863" y="3492767"/>
            <a:ext cx="102349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02">
            <a:extLst>
              <a:ext uri="{FF2B5EF4-FFF2-40B4-BE49-F238E27FC236}">
                <a16:creationId xmlns:a16="http://schemas.microsoft.com/office/drawing/2014/main" id="{B12C2FCF-AFF1-46F7-94C7-58A58B5EDF05}"/>
              </a:ext>
            </a:extLst>
          </p:cNvPr>
          <p:cNvSpPr txBox="1"/>
          <p:nvPr/>
        </p:nvSpPr>
        <p:spPr>
          <a:xfrm>
            <a:off x="9344130" y="3528487"/>
            <a:ext cx="115696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a:extLst>
              <a:ext uri="{FF2B5EF4-FFF2-40B4-BE49-F238E27FC236}">
                <a16:creationId xmlns:a16="http://schemas.microsoft.com/office/drawing/2014/main" id="{D9BB2C47-94B6-429A-B8A4-E4CC0354EA8C}"/>
              </a:ext>
            </a:extLst>
          </p:cNvPr>
          <p:cNvSpPr/>
          <p:nvPr/>
        </p:nvSpPr>
        <p:spPr>
          <a:xfrm>
            <a:off x="9412171" y="4366229"/>
            <a:ext cx="197078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提升主题的美化质量">
            <a:extLst>
              <a:ext uri="{FF2B5EF4-FFF2-40B4-BE49-F238E27FC236}">
                <a16:creationId xmlns:a16="http://schemas.microsoft.com/office/drawing/2014/main" id="{6317C7B3-9044-49A0-AA1D-07722AC029B8}"/>
              </a:ext>
            </a:extLst>
          </p:cNvPr>
          <p:cNvSpPr txBox="1"/>
          <p:nvPr/>
        </p:nvSpPr>
        <p:spPr>
          <a:xfrm>
            <a:off x="10585665" y="4437499"/>
            <a:ext cx="64684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商务洽谈</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矩形">
            <a:extLst>
              <a:ext uri="{FF2B5EF4-FFF2-40B4-BE49-F238E27FC236}">
                <a16:creationId xmlns:a16="http://schemas.microsoft.com/office/drawing/2014/main" id="{78F9DC66-B7D1-4026-9272-6D143680AD6F}"/>
              </a:ext>
            </a:extLst>
          </p:cNvPr>
          <p:cNvSpPr/>
          <p:nvPr/>
        </p:nvSpPr>
        <p:spPr>
          <a:xfrm>
            <a:off x="9410863" y="4366229"/>
            <a:ext cx="102349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02">
            <a:extLst>
              <a:ext uri="{FF2B5EF4-FFF2-40B4-BE49-F238E27FC236}">
                <a16:creationId xmlns:a16="http://schemas.microsoft.com/office/drawing/2014/main" id="{6B7F21A5-B6A7-4A82-B913-C6228D125473}"/>
              </a:ext>
            </a:extLst>
          </p:cNvPr>
          <p:cNvSpPr txBox="1"/>
          <p:nvPr/>
        </p:nvSpPr>
        <p:spPr>
          <a:xfrm>
            <a:off x="9344130" y="4401949"/>
            <a:ext cx="115696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en-US" altLang="zh-CN"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BD-</a:t>
            </a: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圆角 110">
            <a:extLst>
              <a:ext uri="{FF2B5EF4-FFF2-40B4-BE49-F238E27FC236}">
                <a16:creationId xmlns:a16="http://schemas.microsoft.com/office/drawing/2014/main" id="{BE155A61-1400-451C-97EC-D0B977048EC6}"/>
              </a:ext>
            </a:extLst>
          </p:cNvPr>
          <p:cNvSpPr/>
          <p:nvPr/>
        </p:nvSpPr>
        <p:spPr>
          <a:xfrm>
            <a:off x="9410863" y="4828242"/>
            <a:ext cx="1972091" cy="39213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Object32">
            <a:extLst>
              <a:ext uri="{FF2B5EF4-FFF2-40B4-BE49-F238E27FC236}">
                <a16:creationId xmlns:a16="http://schemas.microsoft.com/office/drawing/2014/main" id="{944BDC74-0775-46F8-9D9B-9C06DC451344}"/>
              </a:ext>
            </a:extLst>
          </p:cNvPr>
          <p:cNvSpPr txBox="1"/>
          <p:nvPr/>
        </p:nvSpPr>
        <p:spPr>
          <a:xfrm>
            <a:off x="9589649" y="4949417"/>
            <a:ext cx="1572784"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UE</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讲解产品设计，落实资源</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矩形: 圆角 149">
            <a:extLst>
              <a:ext uri="{FF2B5EF4-FFF2-40B4-BE49-F238E27FC236}">
                <a16:creationId xmlns:a16="http://schemas.microsoft.com/office/drawing/2014/main" id="{556AA2A7-5D9E-4D48-AAFB-2E5E22FE7DE6}"/>
              </a:ext>
            </a:extLst>
          </p:cNvPr>
          <p:cNvSpPr/>
          <p:nvPr/>
        </p:nvSpPr>
        <p:spPr>
          <a:xfrm>
            <a:off x="6526106" y="2578814"/>
            <a:ext cx="1972091" cy="79539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Object32">
            <a:extLst>
              <a:ext uri="{FF2B5EF4-FFF2-40B4-BE49-F238E27FC236}">
                <a16:creationId xmlns:a16="http://schemas.microsoft.com/office/drawing/2014/main" id="{2F4A0616-6E6A-4F24-93E1-1222972E8AA3}"/>
              </a:ext>
            </a:extLst>
          </p:cNvPr>
          <p:cNvSpPr txBox="1"/>
          <p:nvPr/>
        </p:nvSpPr>
        <p:spPr>
          <a:xfrm>
            <a:off x="6704892" y="2669416"/>
            <a:ext cx="1572784" cy="5724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梳理优先级</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产品确认</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模拟运营内容</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运营认可</a:t>
            </a:r>
            <a:endPar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以竞品信息模拟</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——BD</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保障</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a:extLst>
              <a:ext uri="{FF2B5EF4-FFF2-40B4-BE49-F238E27FC236}">
                <a16:creationId xmlns:a16="http://schemas.microsoft.com/office/drawing/2014/main" id="{860483B9-5119-487E-A683-226D42A3B698}"/>
              </a:ext>
            </a:extLst>
          </p:cNvPr>
          <p:cNvCxnSpPr/>
          <p:nvPr/>
        </p:nvCxnSpPr>
        <p:spPr>
          <a:xfrm>
            <a:off x="2530512" y="3682018"/>
            <a:ext cx="921538"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cxnSp>
        <p:nvCxnSpPr>
          <p:cNvPr id="152" name="直接连接符 151">
            <a:extLst>
              <a:ext uri="{FF2B5EF4-FFF2-40B4-BE49-F238E27FC236}">
                <a16:creationId xmlns:a16="http://schemas.microsoft.com/office/drawing/2014/main" id="{D584FE2F-6F66-404B-B8D9-A6ABF35E21A1}"/>
              </a:ext>
            </a:extLst>
          </p:cNvPr>
          <p:cNvCxnSpPr/>
          <p:nvPr/>
        </p:nvCxnSpPr>
        <p:spPr>
          <a:xfrm>
            <a:off x="5578197" y="3682018"/>
            <a:ext cx="921538" cy="0"/>
          </a:xfrm>
          <a:prstGeom prst="line">
            <a:avLst/>
          </a:prstGeom>
          <a:noFill/>
          <a:ln w="12700" cap="flat">
            <a:gradFill flip="none" rotWithShape="1">
              <a:gsLst>
                <a:gs pos="0">
                  <a:schemeClr val="accent1">
                    <a:alpha val="0"/>
                  </a:schemeClr>
                </a:gs>
                <a:gs pos="71000">
                  <a:schemeClr val="accent1"/>
                </a:gs>
              </a:gsLst>
              <a:lin ang="0" scaled="1"/>
              <a:tileRect/>
            </a:gradFill>
            <a:prstDash val="sysDash"/>
            <a:miter lim="800000"/>
            <a:tailEnd type="arrow"/>
          </a:ln>
          <a:effectLst/>
          <a:sp3d/>
        </p:spPr>
        <p:style>
          <a:lnRef idx="0">
            <a:scrgbClr r="0" g="0" b="0"/>
          </a:lnRef>
          <a:fillRef idx="0">
            <a:scrgbClr r="0" g="0" b="0"/>
          </a:fillRef>
          <a:effectRef idx="0">
            <a:scrgbClr r="0" g="0" b="0"/>
          </a:effectRef>
          <a:fontRef idx="none"/>
        </p:style>
      </p:cxnSp>
      <p:cxnSp>
        <p:nvCxnSpPr>
          <p:cNvPr id="153" name="直接连接符 152">
            <a:extLst>
              <a:ext uri="{FF2B5EF4-FFF2-40B4-BE49-F238E27FC236}">
                <a16:creationId xmlns:a16="http://schemas.microsoft.com/office/drawing/2014/main" id="{0F0C6475-0B3F-438A-8107-283EC7934C6D}"/>
              </a:ext>
            </a:extLst>
          </p:cNvPr>
          <p:cNvCxnSpPr/>
          <p:nvPr/>
        </p:nvCxnSpPr>
        <p:spPr>
          <a:xfrm>
            <a:off x="8480229" y="3682018"/>
            <a:ext cx="921538" cy="0"/>
          </a:xfrm>
          <a:prstGeom prst="line">
            <a:avLst/>
          </a:prstGeom>
          <a:noFill/>
          <a:ln w="12700" cap="flat">
            <a:gradFill flip="none" rotWithShape="1">
              <a:gsLst>
                <a:gs pos="0">
                  <a:schemeClr val="accent1">
                    <a:alpha val="0"/>
                  </a:schemeClr>
                </a:gs>
                <a:gs pos="71000">
                  <a:schemeClr val="accent1"/>
                </a:gs>
              </a:gsLst>
              <a:lin ang="0" scaled="1"/>
              <a:tileRect/>
            </a:gradFill>
            <a:prstDash val="sysDash"/>
            <a:miter lim="800000"/>
            <a:tailEnd type="arrow"/>
          </a:ln>
          <a:effectLst/>
          <a:sp3d/>
        </p:spPr>
        <p:style>
          <a:lnRef idx="0">
            <a:scrgbClr r="0" g="0" b="0"/>
          </a:lnRef>
          <a:fillRef idx="0">
            <a:scrgbClr r="0" g="0" b="0"/>
          </a:fillRef>
          <a:effectRef idx="0">
            <a:scrgbClr r="0" g="0" b="0"/>
          </a:effectRef>
          <a:fontRef idx="none"/>
        </p:style>
      </p:cxnSp>
      <p:cxnSp>
        <p:nvCxnSpPr>
          <p:cNvPr id="154" name="直接连接符 153">
            <a:extLst>
              <a:ext uri="{FF2B5EF4-FFF2-40B4-BE49-F238E27FC236}">
                <a16:creationId xmlns:a16="http://schemas.microsoft.com/office/drawing/2014/main" id="{37C35950-E818-496A-872F-C7289341FFFF}"/>
              </a:ext>
            </a:extLst>
          </p:cNvPr>
          <p:cNvCxnSpPr>
            <a:cxnSpLocks/>
          </p:cNvCxnSpPr>
          <p:nvPr/>
        </p:nvCxnSpPr>
        <p:spPr>
          <a:xfrm flipH="1">
            <a:off x="8480229" y="4561631"/>
            <a:ext cx="921538" cy="0"/>
          </a:xfrm>
          <a:prstGeom prst="line">
            <a:avLst/>
          </a:prstGeom>
          <a:noFill/>
          <a:ln w="12700" cap="flat">
            <a:gradFill flip="none" rotWithShape="1">
              <a:gsLst>
                <a:gs pos="0">
                  <a:schemeClr val="accent1">
                    <a:alpha val="0"/>
                  </a:schemeClr>
                </a:gs>
                <a:gs pos="71000">
                  <a:schemeClr val="accent1"/>
                </a:gs>
              </a:gsLst>
              <a:lin ang="0" scaled="1"/>
              <a:tileRect/>
            </a:gradFill>
            <a:prstDash val="sysDash"/>
            <a:miter lim="800000"/>
            <a:tailEnd type="arrow"/>
          </a:ln>
          <a:effectLst/>
          <a:sp3d/>
        </p:spPr>
        <p:style>
          <a:lnRef idx="0">
            <a:scrgbClr r="0" g="0" b="0"/>
          </a:lnRef>
          <a:fillRef idx="0">
            <a:scrgbClr r="0" g="0" b="0"/>
          </a:fillRef>
          <a:effectRef idx="0">
            <a:scrgbClr r="0" g="0" b="0"/>
          </a:effectRef>
          <a:fontRef idx="none"/>
        </p:style>
      </p:cxnSp>
      <p:sp>
        <p:nvSpPr>
          <p:cNvPr id="155" name="矩形">
            <a:extLst>
              <a:ext uri="{FF2B5EF4-FFF2-40B4-BE49-F238E27FC236}">
                <a16:creationId xmlns:a16="http://schemas.microsoft.com/office/drawing/2014/main" id="{FFD0A954-6644-49C0-A97F-6B69F9023FF9}"/>
              </a:ext>
            </a:extLst>
          </p:cNvPr>
          <p:cNvSpPr/>
          <p:nvPr/>
        </p:nvSpPr>
        <p:spPr>
          <a:xfrm>
            <a:off x="7398169" y="4372380"/>
            <a:ext cx="1082060"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提升主题的美化质量">
            <a:extLst>
              <a:ext uri="{FF2B5EF4-FFF2-40B4-BE49-F238E27FC236}">
                <a16:creationId xmlns:a16="http://schemas.microsoft.com/office/drawing/2014/main" id="{8CA5B63C-59CA-4FAF-955B-F1472CF1E39C}"/>
              </a:ext>
            </a:extLst>
          </p:cNvPr>
          <p:cNvSpPr txBox="1"/>
          <p:nvPr/>
        </p:nvSpPr>
        <p:spPr>
          <a:xfrm>
            <a:off x="7615777" y="4443649"/>
            <a:ext cx="64684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开发上线</a:t>
            </a:r>
            <a:endParaRPr kumimoji="0" sz="1200" b="0" i="0" u="none" strike="noStrike" kern="0" cap="none" spc="-39"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7" name="Object32">
            <a:extLst>
              <a:ext uri="{FF2B5EF4-FFF2-40B4-BE49-F238E27FC236}">
                <a16:creationId xmlns:a16="http://schemas.microsoft.com/office/drawing/2014/main" id="{8D69DDBE-BDAD-4D60-8305-72608C2DF514}"/>
              </a:ext>
            </a:extLst>
          </p:cNvPr>
          <p:cNvSpPr txBox="1"/>
          <p:nvPr/>
        </p:nvSpPr>
        <p:spPr>
          <a:xfrm>
            <a:off x="5863900" y="3489144"/>
            <a:ext cx="365615"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立项</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6" name="直接连接符 15">
            <a:extLst>
              <a:ext uri="{FF2B5EF4-FFF2-40B4-BE49-F238E27FC236}">
                <a16:creationId xmlns:a16="http://schemas.microsoft.com/office/drawing/2014/main" id="{1633D757-A868-494E-ABA0-6445D5320A10}"/>
              </a:ext>
            </a:extLst>
          </p:cNvPr>
          <p:cNvCxnSpPr/>
          <p:nvPr/>
        </p:nvCxnSpPr>
        <p:spPr>
          <a:xfrm>
            <a:off x="1196340" y="2957314"/>
            <a:ext cx="0" cy="535453"/>
          </a:xfrm>
          <a:prstGeom prst="line">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158" name="直接连接符 157">
            <a:extLst>
              <a:ext uri="{FF2B5EF4-FFF2-40B4-BE49-F238E27FC236}">
                <a16:creationId xmlns:a16="http://schemas.microsoft.com/office/drawing/2014/main" id="{A034FD4B-E4DC-4B2A-8AD5-86EB84D256A3}"/>
              </a:ext>
            </a:extLst>
          </p:cNvPr>
          <p:cNvCxnSpPr/>
          <p:nvPr/>
        </p:nvCxnSpPr>
        <p:spPr>
          <a:xfrm>
            <a:off x="1196340" y="3871268"/>
            <a:ext cx="0" cy="535453"/>
          </a:xfrm>
          <a:prstGeom prst="line">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24" name="连接符: 肘形 23">
            <a:extLst>
              <a:ext uri="{FF2B5EF4-FFF2-40B4-BE49-F238E27FC236}">
                <a16:creationId xmlns:a16="http://schemas.microsoft.com/office/drawing/2014/main" id="{7571C5CA-E0E7-4B88-9375-FDBAA7CC5483}"/>
              </a:ext>
            </a:extLst>
          </p:cNvPr>
          <p:cNvCxnSpPr>
            <a:endCxn id="96" idx="0"/>
          </p:cNvCxnSpPr>
          <p:nvPr/>
        </p:nvCxnSpPr>
        <p:spPr>
          <a:xfrm>
            <a:off x="2530512" y="2768064"/>
            <a:ext cx="1366553" cy="765195"/>
          </a:xfrm>
          <a:prstGeom prst="bentConnector2">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26" name="连接符: 肘形 25">
            <a:extLst>
              <a:ext uri="{FF2B5EF4-FFF2-40B4-BE49-F238E27FC236}">
                <a16:creationId xmlns:a16="http://schemas.microsoft.com/office/drawing/2014/main" id="{A7CFA7AB-2C1F-403F-983F-B35BD3B9DC53}"/>
              </a:ext>
            </a:extLst>
          </p:cNvPr>
          <p:cNvCxnSpPr/>
          <p:nvPr/>
        </p:nvCxnSpPr>
        <p:spPr>
          <a:xfrm flipV="1">
            <a:off x="2530512" y="3871268"/>
            <a:ext cx="1366553" cy="724704"/>
          </a:xfrm>
          <a:prstGeom prst="bentConnector2">
            <a:avLst/>
          </a:prstGeom>
          <a:noFill/>
          <a:ln w="12700" cap="flat">
            <a:solidFill>
              <a:schemeClr val="accent1">
                <a:lumMod val="100000"/>
              </a:schemeClr>
            </a:solidFill>
            <a:prstDash val="solid"/>
            <a:miter lim="800000"/>
            <a:headEnd type="arrow"/>
            <a:tailEnd type="arrow"/>
          </a:ln>
          <a:effectLst/>
          <a:sp3d/>
        </p:spPr>
        <p:style>
          <a:lnRef idx="0">
            <a:scrgbClr r="0" g="0" b="0"/>
          </a:lnRef>
          <a:fillRef idx="0">
            <a:scrgbClr r="0" g="0" b="0"/>
          </a:fillRef>
          <a:effectRef idx="0">
            <a:scrgbClr r="0" g="0" b="0"/>
          </a:effectRef>
          <a:fontRef idx="none"/>
        </p:style>
      </p:cxnSp>
      <p:cxnSp>
        <p:nvCxnSpPr>
          <p:cNvPr id="28" name="直接连接符 27">
            <a:extLst>
              <a:ext uri="{FF2B5EF4-FFF2-40B4-BE49-F238E27FC236}">
                <a16:creationId xmlns:a16="http://schemas.microsoft.com/office/drawing/2014/main" id="{AF0BED9D-88F1-44F1-95FC-C212341A8063}"/>
              </a:ext>
            </a:extLst>
          </p:cNvPr>
          <p:cNvCxnSpPr>
            <a:cxnSpLocks/>
            <a:stCxn id="103" idx="2"/>
          </p:cNvCxnSpPr>
          <p:nvPr/>
        </p:nvCxnSpPr>
        <p:spPr>
          <a:xfrm>
            <a:off x="9922611" y="3871268"/>
            <a:ext cx="0" cy="494961"/>
          </a:xfrm>
          <a:prstGeom prst="line">
            <a:avLst/>
          </a:prstGeom>
          <a:noFill/>
          <a:ln w="12700" cap="flat">
            <a:gradFill flip="none" rotWithShape="1">
              <a:gsLst>
                <a:gs pos="0">
                  <a:schemeClr val="accent1">
                    <a:alpha val="0"/>
                  </a:schemeClr>
                </a:gs>
                <a:gs pos="71000">
                  <a:schemeClr val="accent1"/>
                </a:gs>
              </a:gsLst>
              <a:lin ang="5400000" scaled="1"/>
              <a:tileRect/>
            </a:gradFill>
            <a:prstDash val="sysDash"/>
            <a:miter lim="800000"/>
            <a:tailEnd type="arrow"/>
          </a:ln>
          <a:effectLst/>
          <a:sp3d/>
        </p:spPr>
        <p:style>
          <a:lnRef idx="0">
            <a:scrgbClr r="0" g="0" b="0"/>
          </a:lnRef>
          <a:fillRef idx="0">
            <a:scrgbClr r="0" g="0" b="0"/>
          </a:fillRef>
          <a:effectRef idx="0">
            <a:scrgbClr r="0" g="0" b="0"/>
          </a:effectRef>
          <a:fontRef idx="none"/>
        </p:style>
      </p:cxnSp>
      <p:sp>
        <p:nvSpPr>
          <p:cNvPr id="2" name="文本框 1">
            <a:extLst>
              <a:ext uri="{FF2B5EF4-FFF2-40B4-BE49-F238E27FC236}">
                <a16:creationId xmlns:a16="http://schemas.microsoft.com/office/drawing/2014/main" id="{C5429546-4852-C3CF-42D3-38ACBCEB2C85}"/>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B99F4522-A4F9-A1B6-49AB-79A62C4BAF56}"/>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CBD195A6-F8C9-96C5-2C0E-DF67D4E30E7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7777590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a:extLst>
              <a:ext uri="{FF2B5EF4-FFF2-40B4-BE49-F238E27FC236}">
                <a16:creationId xmlns:a16="http://schemas.microsoft.com/office/drawing/2014/main" id="{CD948ADD-BECE-D398-3089-2D4F4AC205D9}"/>
              </a:ext>
            </a:extLst>
          </p:cNvPr>
          <p:cNvGrpSpPr/>
          <p:nvPr/>
        </p:nvGrpSpPr>
        <p:grpSpPr>
          <a:xfrm rot="2700000">
            <a:off x="3437216" y="733575"/>
            <a:ext cx="5253261" cy="5253266"/>
            <a:chOff x="4330782" y="2170761"/>
            <a:chExt cx="3481371" cy="3481372"/>
          </a:xfrm>
        </p:grpSpPr>
        <p:sp>
          <p:nvSpPr>
            <p:cNvPr id="5" name="椭圆 4">
              <a:extLst>
                <a:ext uri="{FF2B5EF4-FFF2-40B4-BE49-F238E27FC236}">
                  <a16:creationId xmlns:a16="http://schemas.microsoft.com/office/drawing/2014/main" id="{13AE46A4-86A6-3B2E-F053-627C966ABE07}"/>
                </a:ext>
              </a:extLst>
            </p:cNvPr>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7435E695-32D6-FDAC-AD7E-5B1EE885D75D}"/>
                </a:ext>
              </a:extLst>
            </p:cNvPr>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87783E3C-B9C4-9334-D77F-7747C1E4CAF3}"/>
                </a:ext>
              </a:extLst>
            </p:cNvPr>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2306D46A-A4F1-5316-1B28-7CF0FED649F4}"/>
                </a:ext>
              </a:extLst>
            </p:cNvPr>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 name="椭圆 2">
            <a:extLst>
              <a:ext uri="{FF2B5EF4-FFF2-40B4-BE49-F238E27FC236}">
                <a16:creationId xmlns:a16="http://schemas.microsoft.com/office/drawing/2014/main" id="{B8E8F792-E154-BFAE-F600-40CEE8CB848F}"/>
              </a:ext>
            </a:extLst>
          </p:cNvPr>
          <p:cNvSpPr/>
          <p:nvPr/>
        </p:nvSpPr>
        <p:spPr>
          <a:xfrm flipH="1">
            <a:off x="6874069" y="1635772"/>
            <a:ext cx="3446006" cy="344600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椭圆 1">
            <a:extLst>
              <a:ext uri="{FF2B5EF4-FFF2-40B4-BE49-F238E27FC236}">
                <a16:creationId xmlns:a16="http://schemas.microsoft.com/office/drawing/2014/main" id="{6C9F9C81-D280-C878-4D99-13E63DB6212B}"/>
              </a:ext>
            </a:extLst>
          </p:cNvPr>
          <p:cNvSpPr/>
          <p:nvPr/>
        </p:nvSpPr>
        <p:spPr>
          <a:xfrm>
            <a:off x="1920509" y="1635772"/>
            <a:ext cx="3446006" cy="344600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a:extLst>
              <a:ext uri="{FF2B5EF4-FFF2-40B4-BE49-F238E27FC236}">
                <a16:creationId xmlns:a16="http://schemas.microsoft.com/office/drawing/2014/main" id="{8CFFC8AD-1196-47E7-9377-A60ECC32AF81}"/>
              </a:ext>
            </a:extLst>
          </p:cNvPr>
          <p:cNvSpPr/>
          <p:nvPr/>
        </p:nvSpPr>
        <p:spPr>
          <a:xfrm>
            <a:off x="8981225" y="2162255"/>
            <a:ext cx="1778374" cy="2380434"/>
          </a:xfrm>
          <a:prstGeom prst="roundRect">
            <a:avLst>
              <a:gd name="adj" fmla="val 6065"/>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a:extLst>
              <a:ext uri="{FF2B5EF4-FFF2-40B4-BE49-F238E27FC236}">
                <a16:creationId xmlns:a16="http://schemas.microsoft.com/office/drawing/2014/main" id="{570E145A-AFF9-42ED-8F6B-BF8469F0FC36}"/>
              </a:ext>
            </a:extLst>
          </p:cNvPr>
          <p:cNvSpPr/>
          <p:nvPr/>
        </p:nvSpPr>
        <p:spPr>
          <a:xfrm>
            <a:off x="1497637" y="2162255"/>
            <a:ext cx="1778374" cy="2380434"/>
          </a:xfrm>
          <a:prstGeom prst="roundRect">
            <a:avLst>
              <a:gd name="adj" fmla="val 5005"/>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a:extLst>
              <a:ext uri="{FF2B5EF4-FFF2-40B4-BE49-F238E27FC236}">
                <a16:creationId xmlns:a16="http://schemas.microsoft.com/office/drawing/2014/main" id="{D8769A2F-E660-4D77-A393-334FE3B6862C}"/>
              </a:ext>
            </a:extLst>
          </p:cNvPr>
          <p:cNvSpPr/>
          <p:nvPr/>
        </p:nvSpPr>
        <p:spPr>
          <a:xfrm>
            <a:off x="8981225" y="5506588"/>
            <a:ext cx="1777670"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a:extLst>
              <a:ext uri="{FF2B5EF4-FFF2-40B4-BE49-F238E27FC236}">
                <a16:creationId xmlns:a16="http://schemas.microsoft.com/office/drawing/2014/main" id="{70A4C328-B021-4F78-9BE1-888A85949B60}"/>
              </a:ext>
            </a:extLst>
          </p:cNvPr>
          <p:cNvSpPr/>
          <p:nvPr/>
        </p:nvSpPr>
        <p:spPr>
          <a:xfrm>
            <a:off x="1498930" y="5506588"/>
            <a:ext cx="1777670"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a:extLst>
              <a:ext uri="{FF2B5EF4-FFF2-40B4-BE49-F238E27FC236}">
                <a16:creationId xmlns:a16="http://schemas.microsoft.com/office/drawing/2014/main" id="{2483AC77-9B22-44C7-B2F4-92497E5B1B80}"/>
              </a:ext>
            </a:extLst>
          </p:cNvPr>
          <p:cNvSpPr/>
          <p:nvPr/>
        </p:nvSpPr>
        <p:spPr>
          <a:xfrm>
            <a:off x="1498930" y="4884769"/>
            <a:ext cx="4130346"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a:extLst>
              <a:ext uri="{FF2B5EF4-FFF2-40B4-BE49-F238E27FC236}">
                <a16:creationId xmlns:a16="http://schemas.microsoft.com/office/drawing/2014/main" id="{FC300DE5-2ED1-4751-ABD8-9633FE07F25B}"/>
              </a:ext>
            </a:extLst>
          </p:cNvPr>
          <p:cNvSpPr/>
          <p:nvPr/>
        </p:nvSpPr>
        <p:spPr>
          <a:xfrm>
            <a:off x="6552690" y="4884769"/>
            <a:ext cx="4225721"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a:extLst>
              <a:ext uri="{FF2B5EF4-FFF2-40B4-BE49-F238E27FC236}">
                <a16:creationId xmlns:a16="http://schemas.microsoft.com/office/drawing/2014/main" id="{FCB0D4D3-3233-4EDF-BF1D-A85795111B32}"/>
              </a:ext>
            </a:extLst>
          </p:cNvPr>
          <p:cNvSpPr/>
          <p:nvPr/>
        </p:nvSpPr>
        <p:spPr>
          <a:xfrm>
            <a:off x="9136276" y="2349702"/>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a:extLst>
              <a:ext uri="{FF2B5EF4-FFF2-40B4-BE49-F238E27FC236}">
                <a16:creationId xmlns:a16="http://schemas.microsoft.com/office/drawing/2014/main" id="{100956F6-A75A-4B8D-9002-B55AAFE7F572}"/>
              </a:ext>
            </a:extLst>
          </p:cNvPr>
          <p:cNvSpPr/>
          <p:nvPr/>
        </p:nvSpPr>
        <p:spPr>
          <a:xfrm>
            <a:off x="9136276" y="2880343"/>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a:extLst>
              <a:ext uri="{FF2B5EF4-FFF2-40B4-BE49-F238E27FC236}">
                <a16:creationId xmlns:a16="http://schemas.microsoft.com/office/drawing/2014/main" id="{DB0797E3-42D9-4C94-84E2-6F1422A6EC71}"/>
              </a:ext>
            </a:extLst>
          </p:cNvPr>
          <p:cNvSpPr/>
          <p:nvPr/>
        </p:nvSpPr>
        <p:spPr>
          <a:xfrm>
            <a:off x="9136276" y="3401218"/>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a:extLst>
              <a:ext uri="{FF2B5EF4-FFF2-40B4-BE49-F238E27FC236}">
                <a16:creationId xmlns:a16="http://schemas.microsoft.com/office/drawing/2014/main" id="{7BEB7CD2-7B7D-4791-A7EE-57A05049C330}"/>
              </a:ext>
            </a:extLst>
          </p:cNvPr>
          <p:cNvSpPr/>
          <p:nvPr/>
        </p:nvSpPr>
        <p:spPr>
          <a:xfrm>
            <a:off x="9136276" y="3916287"/>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a:extLst>
              <a:ext uri="{FF2B5EF4-FFF2-40B4-BE49-F238E27FC236}">
                <a16:creationId xmlns:a16="http://schemas.microsoft.com/office/drawing/2014/main" id="{6FF78D14-E8A4-47AC-A0AC-D74412BFCED4}"/>
              </a:ext>
            </a:extLst>
          </p:cNvPr>
          <p:cNvSpPr/>
          <p:nvPr/>
        </p:nvSpPr>
        <p:spPr>
          <a:xfrm>
            <a:off x="1652688" y="2349702"/>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a:extLst>
              <a:ext uri="{FF2B5EF4-FFF2-40B4-BE49-F238E27FC236}">
                <a16:creationId xmlns:a16="http://schemas.microsoft.com/office/drawing/2014/main" id="{BCE01166-BA5E-4435-862B-C8763B99E691}"/>
              </a:ext>
            </a:extLst>
          </p:cNvPr>
          <p:cNvSpPr/>
          <p:nvPr/>
        </p:nvSpPr>
        <p:spPr>
          <a:xfrm>
            <a:off x="1652688" y="2880343"/>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a:extLst>
              <a:ext uri="{FF2B5EF4-FFF2-40B4-BE49-F238E27FC236}">
                <a16:creationId xmlns:a16="http://schemas.microsoft.com/office/drawing/2014/main" id="{DE52096E-EADC-4449-8DBC-63A0016C1949}"/>
              </a:ext>
            </a:extLst>
          </p:cNvPr>
          <p:cNvSpPr/>
          <p:nvPr/>
        </p:nvSpPr>
        <p:spPr>
          <a:xfrm>
            <a:off x="1652688" y="3401218"/>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a:extLst>
              <a:ext uri="{FF2B5EF4-FFF2-40B4-BE49-F238E27FC236}">
                <a16:creationId xmlns:a16="http://schemas.microsoft.com/office/drawing/2014/main" id="{1DA6AD49-DC0F-47E5-94DD-B16C2FDB1EEC}"/>
              </a:ext>
            </a:extLst>
          </p:cNvPr>
          <p:cNvSpPr/>
          <p:nvPr/>
        </p:nvSpPr>
        <p:spPr>
          <a:xfrm>
            <a:off x="1652688" y="3916287"/>
            <a:ext cx="1468272"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a:extLst>
              <a:ext uri="{FF2B5EF4-FFF2-40B4-BE49-F238E27FC236}">
                <a16:creationId xmlns:a16="http://schemas.microsoft.com/office/drawing/2014/main" id="{0C3D7B9A-B8A5-4EEC-912D-BC10F04E7A34}"/>
              </a:ext>
            </a:extLst>
          </p:cNvPr>
          <p:cNvSpPr/>
          <p:nvPr/>
        </p:nvSpPr>
        <p:spPr>
          <a:xfrm>
            <a:off x="4837980" y="2128999"/>
            <a:ext cx="2447270" cy="2447270"/>
          </a:xfrm>
          <a:prstGeom prst="ellipse">
            <a:avLst/>
          </a:prstGeom>
          <a:noFill/>
          <a:ln w="9525"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椭圆 25">
            <a:extLst>
              <a:ext uri="{FF2B5EF4-FFF2-40B4-BE49-F238E27FC236}">
                <a16:creationId xmlns:a16="http://schemas.microsoft.com/office/drawing/2014/main" id="{4E2E8BF6-EB2C-4154-B02D-54C3D100C2FC}"/>
              </a:ext>
            </a:extLst>
          </p:cNvPr>
          <p:cNvSpPr/>
          <p:nvPr/>
        </p:nvSpPr>
        <p:spPr>
          <a:xfrm>
            <a:off x="5014912" y="2296079"/>
            <a:ext cx="2113110" cy="2113110"/>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椭圆 26">
            <a:extLst>
              <a:ext uri="{FF2B5EF4-FFF2-40B4-BE49-F238E27FC236}">
                <a16:creationId xmlns:a16="http://schemas.microsoft.com/office/drawing/2014/main" id="{E2E00BFF-4B21-4559-B314-DD8EB847D021}"/>
              </a:ext>
            </a:extLst>
          </p:cNvPr>
          <p:cNvSpPr/>
          <p:nvPr/>
        </p:nvSpPr>
        <p:spPr>
          <a:xfrm>
            <a:off x="3856366" y="2584284"/>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a:extLst>
              <a:ext uri="{FF2B5EF4-FFF2-40B4-BE49-F238E27FC236}">
                <a16:creationId xmlns:a16="http://schemas.microsoft.com/office/drawing/2014/main" id="{E3459F36-7AB7-44B2-85DF-C06B30BEA20B}"/>
              </a:ext>
            </a:extLst>
          </p:cNvPr>
          <p:cNvSpPr/>
          <p:nvPr/>
        </p:nvSpPr>
        <p:spPr>
          <a:xfrm>
            <a:off x="6876870" y="2584284"/>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9">
            <a:extLst>
              <a:ext uri="{FF2B5EF4-FFF2-40B4-BE49-F238E27FC236}">
                <a16:creationId xmlns:a16="http://schemas.microsoft.com/office/drawing/2014/main" id="{8594A42B-2507-48C4-AE1E-83A8F930AB3B}"/>
              </a:ext>
            </a:extLst>
          </p:cNvPr>
          <p:cNvSpPr txBox="1"/>
          <p:nvPr/>
        </p:nvSpPr>
        <p:spPr>
          <a:xfrm>
            <a:off x="4097666" y="3179246"/>
            <a:ext cx="1041400" cy="33407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民生服务</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Object29">
            <a:extLst>
              <a:ext uri="{FF2B5EF4-FFF2-40B4-BE49-F238E27FC236}">
                <a16:creationId xmlns:a16="http://schemas.microsoft.com/office/drawing/2014/main" id="{25602A19-EF24-4638-AAD0-9C63D7AA35A2}"/>
              </a:ext>
            </a:extLst>
          </p:cNvPr>
          <p:cNvSpPr txBox="1"/>
          <p:nvPr/>
        </p:nvSpPr>
        <p:spPr>
          <a:xfrm>
            <a:off x="7118170" y="3191152"/>
            <a:ext cx="1041400" cy="31026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城市治理</a:t>
            </a:r>
            <a:endParaRPr kumimoji="0"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29">
            <a:extLst>
              <a:ext uri="{FF2B5EF4-FFF2-40B4-BE49-F238E27FC236}">
                <a16:creationId xmlns:a16="http://schemas.microsoft.com/office/drawing/2014/main" id="{C94506CB-3E39-473C-B4E3-222379EEAE67}"/>
              </a:ext>
            </a:extLst>
          </p:cNvPr>
          <p:cNvSpPr txBox="1"/>
          <p:nvPr/>
        </p:nvSpPr>
        <p:spPr>
          <a:xfrm>
            <a:off x="5518262" y="2885045"/>
            <a:ext cx="1041400" cy="98946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公共</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管理</a:t>
            </a:r>
            <a:endParaRPr kumimoji="0"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35" name="直接箭头连接符 34">
            <a:extLst>
              <a:ext uri="{FF2B5EF4-FFF2-40B4-BE49-F238E27FC236}">
                <a16:creationId xmlns:a16="http://schemas.microsoft.com/office/drawing/2014/main" id="{0E15FE43-03CA-4E59-9993-4FA642CF4D76}"/>
              </a:ext>
            </a:extLst>
          </p:cNvPr>
          <p:cNvCxnSpPr>
            <a:stCxn id="27" idx="2"/>
          </p:cNvCxnSpPr>
          <p:nvPr/>
        </p:nvCxnSpPr>
        <p:spPr>
          <a:xfrm flipH="1">
            <a:off x="3276600" y="3346284"/>
            <a:ext cx="579766" cy="6023"/>
          </a:xfrm>
          <a:prstGeom prst="straightConnector1">
            <a:avLst/>
          </a:prstGeom>
          <a:noFill/>
          <a:ln w="12700" cap="flat">
            <a:solidFill>
              <a:schemeClr val="dk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8" name="直接箭头连接符 37">
            <a:extLst>
              <a:ext uri="{FF2B5EF4-FFF2-40B4-BE49-F238E27FC236}">
                <a16:creationId xmlns:a16="http://schemas.microsoft.com/office/drawing/2014/main" id="{1557029D-ADE2-4CC3-ABB5-7120BEAA1198}"/>
              </a:ext>
            </a:extLst>
          </p:cNvPr>
          <p:cNvCxnSpPr>
            <a:cxnSpLocks/>
          </p:cNvCxnSpPr>
          <p:nvPr/>
        </p:nvCxnSpPr>
        <p:spPr>
          <a:xfrm>
            <a:off x="8401459" y="3346284"/>
            <a:ext cx="579766" cy="602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9" name="分析思考">
            <a:extLst>
              <a:ext uri="{FF2B5EF4-FFF2-40B4-BE49-F238E27FC236}">
                <a16:creationId xmlns:a16="http://schemas.microsoft.com/office/drawing/2014/main" id="{351D4064-E074-491F-A820-9A97FB9C7979}"/>
              </a:ext>
            </a:extLst>
          </p:cNvPr>
          <p:cNvSpPr txBox="1"/>
          <p:nvPr/>
        </p:nvSpPr>
        <p:spPr>
          <a:xfrm>
            <a:off x="9275976" y="2427927"/>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一网通办</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分析思考">
            <a:extLst>
              <a:ext uri="{FF2B5EF4-FFF2-40B4-BE49-F238E27FC236}">
                <a16:creationId xmlns:a16="http://schemas.microsoft.com/office/drawing/2014/main" id="{CC633A0B-26C7-42FD-8F71-CEC3B04ABFF5}"/>
              </a:ext>
            </a:extLst>
          </p:cNvPr>
          <p:cNvSpPr txBox="1"/>
          <p:nvPr/>
        </p:nvSpPr>
        <p:spPr>
          <a:xfrm>
            <a:off x="9275976" y="2958568"/>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智能安保</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分析思考">
            <a:extLst>
              <a:ext uri="{FF2B5EF4-FFF2-40B4-BE49-F238E27FC236}">
                <a16:creationId xmlns:a16="http://schemas.microsoft.com/office/drawing/2014/main" id="{C8A56FCF-B9B4-4A46-A058-C62E17DF6FDA}"/>
              </a:ext>
            </a:extLst>
          </p:cNvPr>
          <p:cNvSpPr txBox="1"/>
          <p:nvPr/>
        </p:nvSpPr>
        <p:spPr>
          <a:xfrm>
            <a:off x="9275976" y="3479443"/>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数字警务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分析思考">
            <a:extLst>
              <a:ext uri="{FF2B5EF4-FFF2-40B4-BE49-F238E27FC236}">
                <a16:creationId xmlns:a16="http://schemas.microsoft.com/office/drawing/2014/main" id="{02480065-7122-4E29-A069-7CDB5CA06E2D}"/>
              </a:ext>
            </a:extLst>
          </p:cNvPr>
          <p:cNvSpPr txBox="1"/>
          <p:nvPr/>
        </p:nvSpPr>
        <p:spPr>
          <a:xfrm>
            <a:off x="9275976" y="3994512"/>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智能交通</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形状">
            <a:extLst>
              <a:ext uri="{FF2B5EF4-FFF2-40B4-BE49-F238E27FC236}">
                <a16:creationId xmlns:a16="http://schemas.microsoft.com/office/drawing/2014/main" id="{DBB6B36B-3E7F-4CA5-B4BC-1F658429E0DB}"/>
              </a:ext>
            </a:extLst>
          </p:cNvPr>
          <p:cNvSpPr/>
          <p:nvPr/>
        </p:nvSpPr>
        <p:spPr>
          <a:xfrm rot="16200000">
            <a:off x="5903742" y="857957"/>
            <a:ext cx="469859" cy="9279481"/>
          </a:xfrm>
          <a:custGeom>
            <a:avLst/>
            <a:gdLst/>
            <a:ahLst/>
            <a:cxnLst>
              <a:cxn ang="0">
                <a:pos x="wd2" y="hd2"/>
              </a:cxn>
              <a:cxn ang="5400000">
                <a:pos x="wd2" y="hd2"/>
              </a:cxn>
              <a:cxn ang="10800000">
                <a:pos x="wd2" y="hd2"/>
              </a:cxn>
              <a:cxn ang="16200000">
                <a:pos x="wd2" y="hd2"/>
              </a:cxn>
            </a:cxnLst>
            <a:rect l="0" t="0" r="r" b="b"/>
            <a:pathLst>
              <a:path w="21600" h="21600" extrusionOk="0">
                <a:moveTo>
                  <a:pt x="1" y="9032"/>
                </a:moveTo>
                <a:lnTo>
                  <a:pt x="21600" y="0"/>
                </a:lnTo>
                <a:lnTo>
                  <a:pt x="21472" y="21600"/>
                </a:lnTo>
                <a:lnTo>
                  <a:pt x="0" y="12234"/>
                </a:lnTo>
                <a:lnTo>
                  <a:pt x="1" y="9032"/>
                </a:lnTo>
                <a:close/>
              </a:path>
            </a:pathLst>
          </a:custGeom>
          <a:gradFill flip="none" rotWithShape="1">
            <a:gsLst>
              <a:gs pos="0">
                <a:schemeClr val="accent1">
                  <a:alpha val="52000"/>
                </a:schemeClr>
              </a:gs>
              <a:gs pos="100000">
                <a:schemeClr val="accent1">
                  <a:alpha val="0"/>
                </a:schemeClr>
              </a:gs>
            </a:gsLst>
            <a:lin ang="0" scaled="0"/>
            <a:tileRect/>
          </a:gradFill>
          <a:ln w="3175">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3C5DEB"/>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3C5DEB"/>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a:extLst>
              <a:ext uri="{FF2B5EF4-FFF2-40B4-BE49-F238E27FC236}">
                <a16:creationId xmlns:a16="http://schemas.microsoft.com/office/drawing/2014/main" id="{E8F4418D-1DBE-41B7-8406-1800176FAEAD}"/>
              </a:ext>
            </a:extLst>
          </p:cNvPr>
          <p:cNvSpPr/>
          <p:nvPr/>
        </p:nvSpPr>
        <p:spPr>
          <a:xfrm>
            <a:off x="3409230" y="5535115"/>
            <a:ext cx="5324474"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制作主题包">
            <a:extLst>
              <a:ext uri="{FF2B5EF4-FFF2-40B4-BE49-F238E27FC236}">
                <a16:creationId xmlns:a16="http://schemas.microsoft.com/office/drawing/2014/main" id="{BA6804B4-B455-41E1-B0A0-CFE8E40D902A}"/>
              </a:ext>
            </a:extLst>
          </p:cNvPr>
          <p:cNvSpPr txBox="1"/>
          <p:nvPr/>
        </p:nvSpPr>
        <p:spPr>
          <a:xfrm>
            <a:off x="3711407" y="5593833"/>
            <a:ext cx="4655110"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云化基础设施</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分析思考">
            <a:extLst>
              <a:ext uri="{FF2B5EF4-FFF2-40B4-BE49-F238E27FC236}">
                <a16:creationId xmlns:a16="http://schemas.microsoft.com/office/drawing/2014/main" id="{4B0429ED-04F4-451B-B1DC-4C6F6F6EC10E}"/>
              </a:ext>
            </a:extLst>
          </p:cNvPr>
          <p:cNvSpPr txBox="1"/>
          <p:nvPr/>
        </p:nvSpPr>
        <p:spPr>
          <a:xfrm>
            <a:off x="9157897" y="5584813"/>
            <a:ext cx="1439395"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移动协同</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分析思考">
            <a:extLst>
              <a:ext uri="{FF2B5EF4-FFF2-40B4-BE49-F238E27FC236}">
                <a16:creationId xmlns:a16="http://schemas.microsoft.com/office/drawing/2014/main" id="{54A59FA5-3F15-4025-A3EB-BCA2FF44ACE1}"/>
              </a:ext>
            </a:extLst>
          </p:cNvPr>
          <p:cNvSpPr txBox="1"/>
          <p:nvPr/>
        </p:nvSpPr>
        <p:spPr>
          <a:xfrm>
            <a:off x="1675602" y="5584813"/>
            <a:ext cx="1439395"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智联网</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4" name="直接箭头连接符 63">
            <a:extLst>
              <a:ext uri="{FF2B5EF4-FFF2-40B4-BE49-F238E27FC236}">
                <a16:creationId xmlns:a16="http://schemas.microsoft.com/office/drawing/2014/main" id="{7137099F-FD91-4EB5-BF4F-DD1C84E9010A}"/>
              </a:ext>
            </a:extLst>
          </p:cNvPr>
          <p:cNvCxnSpPr>
            <a:endCxn id="26" idx="4"/>
          </p:cNvCxnSpPr>
          <p:nvPr/>
        </p:nvCxnSpPr>
        <p:spPr>
          <a:xfrm flipV="1">
            <a:off x="6071467" y="4409189"/>
            <a:ext cx="0" cy="112592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6" name="分析思考">
            <a:extLst>
              <a:ext uri="{FF2B5EF4-FFF2-40B4-BE49-F238E27FC236}">
                <a16:creationId xmlns:a16="http://schemas.microsoft.com/office/drawing/2014/main" id="{520AADF7-F02B-4D70-A517-AB09072AB953}"/>
              </a:ext>
            </a:extLst>
          </p:cNvPr>
          <p:cNvSpPr txBox="1"/>
          <p:nvPr/>
        </p:nvSpPr>
        <p:spPr>
          <a:xfrm>
            <a:off x="1853302" y="4962994"/>
            <a:ext cx="3421603"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业务中台</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分析思考">
            <a:extLst>
              <a:ext uri="{FF2B5EF4-FFF2-40B4-BE49-F238E27FC236}">
                <a16:creationId xmlns:a16="http://schemas.microsoft.com/office/drawing/2014/main" id="{7A5A6C08-340C-4106-A582-6769082DE3D0}"/>
              </a:ext>
            </a:extLst>
          </p:cNvPr>
          <p:cNvSpPr txBox="1"/>
          <p:nvPr/>
        </p:nvSpPr>
        <p:spPr>
          <a:xfrm>
            <a:off x="6954749" y="4962994"/>
            <a:ext cx="3421603"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数据中台</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分析思考">
            <a:extLst>
              <a:ext uri="{FF2B5EF4-FFF2-40B4-BE49-F238E27FC236}">
                <a16:creationId xmlns:a16="http://schemas.microsoft.com/office/drawing/2014/main" id="{31AF9CD8-A9A0-4A8E-84E1-DD0E65029C9E}"/>
              </a:ext>
            </a:extLst>
          </p:cNvPr>
          <p:cNvSpPr txBox="1"/>
          <p:nvPr/>
        </p:nvSpPr>
        <p:spPr>
          <a:xfrm>
            <a:off x="6071467" y="4602292"/>
            <a:ext cx="235962" cy="90429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分析思考">
            <a:extLst>
              <a:ext uri="{FF2B5EF4-FFF2-40B4-BE49-F238E27FC236}">
                <a16:creationId xmlns:a16="http://schemas.microsoft.com/office/drawing/2014/main" id="{2F893D9C-EEBF-4D4D-A659-D1F6E046A57B}"/>
              </a:ext>
            </a:extLst>
          </p:cNvPr>
          <p:cNvSpPr txBox="1"/>
          <p:nvPr/>
        </p:nvSpPr>
        <p:spPr>
          <a:xfrm>
            <a:off x="1792388" y="2427927"/>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智能旅游</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分析思考">
            <a:extLst>
              <a:ext uri="{FF2B5EF4-FFF2-40B4-BE49-F238E27FC236}">
                <a16:creationId xmlns:a16="http://schemas.microsoft.com/office/drawing/2014/main" id="{AE80F39C-5034-4341-B5C2-862F4F926547}"/>
              </a:ext>
            </a:extLst>
          </p:cNvPr>
          <p:cNvSpPr txBox="1"/>
          <p:nvPr/>
        </p:nvSpPr>
        <p:spPr>
          <a:xfrm>
            <a:off x="1792388" y="2958568"/>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智能导服</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分析思考">
            <a:extLst>
              <a:ext uri="{FF2B5EF4-FFF2-40B4-BE49-F238E27FC236}">
                <a16:creationId xmlns:a16="http://schemas.microsoft.com/office/drawing/2014/main" id="{B88E35C4-A0D4-40DE-8DFC-8E10F0B3383D}"/>
              </a:ext>
            </a:extLst>
          </p:cNvPr>
          <p:cNvSpPr txBox="1"/>
          <p:nvPr/>
        </p:nvSpPr>
        <p:spPr>
          <a:xfrm>
            <a:off x="1792388" y="3479443"/>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一事通办</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分析思考">
            <a:extLst>
              <a:ext uri="{FF2B5EF4-FFF2-40B4-BE49-F238E27FC236}">
                <a16:creationId xmlns:a16="http://schemas.microsoft.com/office/drawing/2014/main" id="{D1BBF879-9EE2-4000-992C-6E5FBB5E8FA0}"/>
              </a:ext>
            </a:extLst>
          </p:cNvPr>
          <p:cNvSpPr txBox="1"/>
          <p:nvPr/>
        </p:nvSpPr>
        <p:spPr>
          <a:xfrm>
            <a:off x="1792388" y="3994512"/>
            <a:ext cx="1188872"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最多跑一次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BE86681C-785E-E82A-514D-1744677CD502}"/>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C4C394DF-FA48-D037-CBA5-D8CC9BAFC25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A9DF0FEC-12AD-8A4A-0674-D840CFDC89A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45938531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AD5E881D-0445-8362-D70B-7F0F52D2904D}"/>
              </a:ext>
            </a:extLst>
          </p:cNvPr>
          <p:cNvGrpSpPr/>
          <p:nvPr/>
        </p:nvGrpSpPr>
        <p:grpSpPr>
          <a:xfrm>
            <a:off x="3980037" y="1774870"/>
            <a:ext cx="4024680" cy="4024682"/>
            <a:chOff x="4330782" y="2170761"/>
            <a:chExt cx="3481371" cy="3481372"/>
          </a:xfrm>
        </p:grpSpPr>
        <p:sp>
          <p:nvSpPr>
            <p:cNvPr id="3" name="椭圆 2">
              <a:extLst>
                <a:ext uri="{FF2B5EF4-FFF2-40B4-BE49-F238E27FC236}">
                  <a16:creationId xmlns:a16="http://schemas.microsoft.com/office/drawing/2014/main" id="{C374A966-BB8D-6373-0B57-40329C633871}"/>
                </a:ext>
              </a:extLst>
            </p:cNvPr>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a:extLst>
                <a:ext uri="{FF2B5EF4-FFF2-40B4-BE49-F238E27FC236}">
                  <a16:creationId xmlns:a16="http://schemas.microsoft.com/office/drawing/2014/main" id="{989EDFFF-5825-4A86-1ACD-4190B7EF6FC9}"/>
                </a:ext>
              </a:extLst>
            </p:cNvPr>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066A1183-AA5B-5AAB-13A0-0E2CDE4377DF}"/>
                </a:ext>
              </a:extLst>
            </p:cNvPr>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C97C0AAF-0298-E669-82D4-479C68A51FCE}"/>
                </a:ext>
              </a:extLst>
            </p:cNvPr>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2" name="矩形 71">
            <a:extLst>
              <a:ext uri="{FF2B5EF4-FFF2-40B4-BE49-F238E27FC236}">
                <a16:creationId xmlns:a16="http://schemas.microsoft.com/office/drawing/2014/main" id="{CFC8E769-E850-4A08-AD6F-EF36BB658BFE}"/>
              </a:ext>
            </a:extLst>
          </p:cNvPr>
          <p:cNvSpPr/>
          <p:nvPr/>
        </p:nvSpPr>
        <p:spPr>
          <a:xfrm>
            <a:off x="590550" y="2705100"/>
            <a:ext cx="3619501" cy="2292349"/>
          </a:xfrm>
          <a:prstGeom prst="rect">
            <a:avLst/>
          </a:prstGeom>
          <a:solidFill>
            <a:schemeClr val="lt1"/>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595F57AA-EF86-4D6B-87E2-E1790C167B28}"/>
              </a:ext>
            </a:extLst>
          </p:cNvPr>
          <p:cNvSpPr/>
          <p:nvPr/>
        </p:nvSpPr>
        <p:spPr>
          <a:xfrm>
            <a:off x="5060669" y="2846830"/>
            <a:ext cx="1854762" cy="1854762"/>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9">
            <a:extLst>
              <a:ext uri="{FF2B5EF4-FFF2-40B4-BE49-F238E27FC236}">
                <a16:creationId xmlns:a16="http://schemas.microsoft.com/office/drawing/2014/main" id="{734FAF40-F1D1-4127-AF5A-86D4000DFBB5}"/>
              </a:ext>
            </a:extLst>
          </p:cNvPr>
          <p:cNvSpPr txBox="1"/>
          <p:nvPr/>
        </p:nvSpPr>
        <p:spPr>
          <a:xfrm>
            <a:off x="5467350" y="3279480"/>
            <a:ext cx="1041400" cy="98946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易用性</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度量</a:t>
            </a:r>
            <a:endParaRPr kumimoji="0"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grpSp>
        <p:nvGrpSpPr>
          <p:cNvPr id="19" name="组合 18">
            <a:extLst>
              <a:ext uri="{FF2B5EF4-FFF2-40B4-BE49-F238E27FC236}">
                <a16:creationId xmlns:a16="http://schemas.microsoft.com/office/drawing/2014/main" id="{D0D5AFD9-1776-40C8-9745-428F2E63B12A}"/>
              </a:ext>
            </a:extLst>
          </p:cNvPr>
          <p:cNvGrpSpPr/>
          <p:nvPr/>
        </p:nvGrpSpPr>
        <p:grpSpPr>
          <a:xfrm>
            <a:off x="6879373" y="3122673"/>
            <a:ext cx="990851" cy="1303075"/>
            <a:chOff x="7656968" y="4451326"/>
            <a:chExt cx="990851" cy="1303075"/>
          </a:xfrm>
        </p:grpSpPr>
        <p:sp>
          <p:nvSpPr>
            <p:cNvPr id="20" name="连接线">
              <a:extLst>
                <a:ext uri="{FF2B5EF4-FFF2-40B4-BE49-F238E27FC236}">
                  <a16:creationId xmlns:a16="http://schemas.microsoft.com/office/drawing/2014/main" id="{3D450DA7-F4D9-46A2-9C19-8ED29B243A52}"/>
                </a:ext>
              </a:extLst>
            </p:cNvPr>
            <p:cNvSpPr/>
            <p:nvPr/>
          </p:nvSpPr>
          <p:spPr>
            <a:xfrm flipH="1">
              <a:off x="7656968" y="4451326"/>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连接线">
              <a:extLst>
                <a:ext uri="{FF2B5EF4-FFF2-40B4-BE49-F238E27FC236}">
                  <a16:creationId xmlns:a16="http://schemas.microsoft.com/office/drawing/2014/main" id="{DEE25F2B-D323-4F6D-A836-9733FF9F2493}"/>
                </a:ext>
              </a:extLst>
            </p:cNvPr>
            <p:cNvSpPr/>
            <p:nvPr/>
          </p:nvSpPr>
          <p:spPr>
            <a:xfrm flipH="1" flipV="1">
              <a:off x="7656968" y="5184868"/>
              <a:ext cx="990851" cy="569533"/>
            </a:xfrm>
            <a:custGeom>
              <a:avLst/>
              <a:gdLst/>
              <a:ahLst/>
              <a:cxnLst>
                <a:cxn ang="0">
                  <a:pos x="wd2" y="hd2"/>
                </a:cxn>
                <a:cxn ang="5400000">
                  <a:pos x="wd2" y="hd2"/>
                </a:cxn>
                <a:cxn ang="10800000">
                  <a:pos x="wd2" y="hd2"/>
                </a:cxn>
                <a:cxn ang="16200000">
                  <a:pos x="wd2" y="hd2"/>
                </a:cxn>
              </a:cxnLst>
              <a:rect l="0" t="0" r="r" b="b"/>
              <a:pathLst>
                <a:path w="21600" h="20194" extrusionOk="0">
                  <a:moveTo>
                    <a:pt x="0" y="247"/>
                  </a:moveTo>
                  <a:cubicBezTo>
                    <a:pt x="10185" y="-1406"/>
                    <a:pt x="17385" y="5243"/>
                    <a:pt x="21600" y="20194"/>
                  </a:cubicBezTo>
                </a:path>
              </a:pathLst>
            </a:custGeom>
            <a:ln w="12700">
              <a:solidFill>
                <a:schemeClr val="accent1">
                  <a:lumMod val="100000"/>
                </a:schemeClr>
              </a:solidFill>
              <a:custDash>
                <a:ds d="200000" sp="200000"/>
              </a:custDash>
              <a:miter lim="400000"/>
              <a:headEnd type="triangle"/>
              <a:tailEnd type="none"/>
            </a:ln>
          </p:spPr>
          <p:txBody>
            <a:bodyPr>
              <a:no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3" name="矩形: 圆角 22">
            <a:extLst>
              <a:ext uri="{FF2B5EF4-FFF2-40B4-BE49-F238E27FC236}">
                <a16:creationId xmlns:a16="http://schemas.microsoft.com/office/drawing/2014/main" id="{6043E621-C247-48E7-B178-BA6170DF30FC}"/>
              </a:ext>
            </a:extLst>
          </p:cNvPr>
          <p:cNvSpPr/>
          <p:nvPr/>
        </p:nvSpPr>
        <p:spPr>
          <a:xfrm>
            <a:off x="7870224" y="2958664"/>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a:extLst>
              <a:ext uri="{FF2B5EF4-FFF2-40B4-BE49-F238E27FC236}">
                <a16:creationId xmlns:a16="http://schemas.microsoft.com/office/drawing/2014/main" id="{AA3AD8C5-47FD-47D8-A80D-887C2760D8D2}"/>
              </a:ext>
            </a:extLst>
          </p:cNvPr>
          <p:cNvSpPr txBox="1"/>
          <p:nvPr/>
        </p:nvSpPr>
        <p:spPr>
          <a:xfrm>
            <a:off x="8056073" y="3045006"/>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易用性专家团</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0AA89A1E-282A-43F4-9718-CBBF70CE0FBD}"/>
              </a:ext>
            </a:extLst>
          </p:cNvPr>
          <p:cNvSpPr/>
          <p:nvPr/>
        </p:nvSpPr>
        <p:spPr>
          <a:xfrm>
            <a:off x="9313209" y="2958706"/>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32">
            <a:extLst>
              <a:ext uri="{FF2B5EF4-FFF2-40B4-BE49-F238E27FC236}">
                <a16:creationId xmlns:a16="http://schemas.microsoft.com/office/drawing/2014/main" id="{1D778B44-BE3A-48E9-8265-2FEEF49C2E2C}"/>
              </a:ext>
            </a:extLst>
          </p:cNvPr>
          <p:cNvSpPr txBox="1"/>
          <p:nvPr/>
        </p:nvSpPr>
        <p:spPr>
          <a:xfrm>
            <a:off x="9454477" y="3047780"/>
            <a:ext cx="1417897"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专家团人员介绍</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圆角 26">
            <a:extLst>
              <a:ext uri="{FF2B5EF4-FFF2-40B4-BE49-F238E27FC236}">
                <a16:creationId xmlns:a16="http://schemas.microsoft.com/office/drawing/2014/main" id="{8AE665E8-81B7-4688-BC98-D8477462FD05}"/>
              </a:ext>
            </a:extLst>
          </p:cNvPr>
          <p:cNvSpPr/>
          <p:nvPr/>
        </p:nvSpPr>
        <p:spPr>
          <a:xfrm>
            <a:off x="7870224" y="4228758"/>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a:extLst>
              <a:ext uri="{FF2B5EF4-FFF2-40B4-BE49-F238E27FC236}">
                <a16:creationId xmlns:a16="http://schemas.microsoft.com/office/drawing/2014/main" id="{4BEBB603-B695-4D78-A311-E3B040275F0D}"/>
              </a:ext>
            </a:extLst>
          </p:cNvPr>
          <p:cNvSpPr txBox="1"/>
          <p:nvPr/>
        </p:nvSpPr>
        <p:spPr>
          <a:xfrm>
            <a:off x="8056073" y="4315100"/>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外部真实用户</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a:extLst>
              <a:ext uri="{FF2B5EF4-FFF2-40B4-BE49-F238E27FC236}">
                <a16:creationId xmlns:a16="http://schemas.microsoft.com/office/drawing/2014/main" id="{808986E0-68DB-4723-81C0-C599098E1907}"/>
              </a:ext>
            </a:extLst>
          </p:cNvPr>
          <p:cNvSpPr/>
          <p:nvPr/>
        </p:nvSpPr>
        <p:spPr>
          <a:xfrm>
            <a:off x="9313209" y="4228800"/>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a:extLst>
              <a:ext uri="{FF2B5EF4-FFF2-40B4-BE49-F238E27FC236}">
                <a16:creationId xmlns:a16="http://schemas.microsoft.com/office/drawing/2014/main" id="{3F2C72D8-88C8-4348-B127-97D4D8CC29B8}"/>
              </a:ext>
            </a:extLst>
          </p:cNvPr>
          <p:cNvSpPr txBox="1"/>
          <p:nvPr/>
        </p:nvSpPr>
        <p:spPr>
          <a:xfrm>
            <a:off x="9454477" y="4270834"/>
            <a:ext cx="1232573" cy="3098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以产品所面向的核心目标客户为主</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33951382-2E91-4B7F-B129-83AF1167974A}"/>
              </a:ext>
            </a:extLst>
          </p:cNvPr>
          <p:cNvSpPr/>
          <p:nvPr/>
        </p:nvSpPr>
        <p:spPr>
          <a:xfrm>
            <a:off x="7870224" y="1688528"/>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29">
            <a:extLst>
              <a:ext uri="{FF2B5EF4-FFF2-40B4-BE49-F238E27FC236}">
                <a16:creationId xmlns:a16="http://schemas.microsoft.com/office/drawing/2014/main" id="{33453A1A-60A7-449F-BFCF-C6EE3F4F5F3C}"/>
              </a:ext>
            </a:extLst>
          </p:cNvPr>
          <p:cNvSpPr txBox="1"/>
          <p:nvPr/>
        </p:nvSpPr>
        <p:spPr>
          <a:xfrm>
            <a:off x="8056073" y="1774870"/>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易用性小组</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C9680F05-EB4B-4A4D-88D8-70AB34DE9552}"/>
              </a:ext>
            </a:extLst>
          </p:cNvPr>
          <p:cNvSpPr/>
          <p:nvPr/>
        </p:nvSpPr>
        <p:spPr>
          <a:xfrm>
            <a:off x="9313209" y="1688570"/>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32">
            <a:extLst>
              <a:ext uri="{FF2B5EF4-FFF2-40B4-BE49-F238E27FC236}">
                <a16:creationId xmlns:a16="http://schemas.microsoft.com/office/drawing/2014/main" id="{09E9CEFE-D532-476D-B2B6-A2A6E6ED16F1}"/>
              </a:ext>
            </a:extLst>
          </p:cNvPr>
          <p:cNvSpPr txBox="1"/>
          <p:nvPr/>
        </p:nvSpPr>
        <p:spPr>
          <a:xfrm>
            <a:off x="9454477" y="1777644"/>
            <a:ext cx="1417897" cy="14978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易用性小组成员介绍</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D1E5D83B-FB35-4291-A850-ED8F9D7BDC70}"/>
              </a:ext>
            </a:extLst>
          </p:cNvPr>
          <p:cNvSpPr/>
          <p:nvPr/>
        </p:nvSpPr>
        <p:spPr>
          <a:xfrm>
            <a:off x="7870224" y="5503949"/>
            <a:ext cx="134362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9">
            <a:extLst>
              <a:ext uri="{FF2B5EF4-FFF2-40B4-BE49-F238E27FC236}">
                <a16:creationId xmlns:a16="http://schemas.microsoft.com/office/drawing/2014/main" id="{5BF4CF08-52C4-4FA2-B108-401176E7622F}"/>
              </a:ext>
            </a:extLst>
          </p:cNvPr>
          <p:cNvSpPr txBox="1"/>
          <p:nvPr/>
        </p:nvSpPr>
        <p:spPr>
          <a:xfrm>
            <a:off x="8056073" y="5590291"/>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产品团队</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BC95BE29-C8D8-4DF7-A019-D0928A49B905}"/>
              </a:ext>
            </a:extLst>
          </p:cNvPr>
          <p:cNvSpPr/>
          <p:nvPr/>
        </p:nvSpPr>
        <p:spPr>
          <a:xfrm>
            <a:off x="9313209" y="5503991"/>
            <a:ext cx="1700435" cy="377958"/>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32">
            <a:extLst>
              <a:ext uri="{FF2B5EF4-FFF2-40B4-BE49-F238E27FC236}">
                <a16:creationId xmlns:a16="http://schemas.microsoft.com/office/drawing/2014/main" id="{A5B96205-BFAD-4AA1-B344-80407673B6B6}"/>
              </a:ext>
            </a:extLst>
          </p:cNvPr>
          <p:cNvSpPr txBox="1"/>
          <p:nvPr/>
        </p:nvSpPr>
        <p:spPr>
          <a:xfrm>
            <a:off x="9454476" y="5538035"/>
            <a:ext cx="1232573" cy="3098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业务线设计师和产品团队介绍</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0" name="直接连接符 39">
            <a:extLst>
              <a:ext uri="{FF2B5EF4-FFF2-40B4-BE49-F238E27FC236}">
                <a16:creationId xmlns:a16="http://schemas.microsoft.com/office/drawing/2014/main" id="{404FEB68-89FC-475D-BEA2-9B286F38C151}"/>
              </a:ext>
            </a:extLst>
          </p:cNvPr>
          <p:cNvCxnSpPr/>
          <p:nvPr/>
        </p:nvCxnSpPr>
        <p:spPr>
          <a:xfrm>
            <a:off x="8542037" y="2066528"/>
            <a:ext cx="0" cy="892136"/>
          </a:xfrm>
          <a:prstGeom prst="line">
            <a:avLst/>
          </a:prstGeom>
          <a:noFill/>
          <a:ln w="9525" cap="flat">
            <a:solidFill>
              <a:schemeClr val="accent1">
                <a:lumMod val="100000"/>
              </a:schemeClr>
            </a:solidFill>
            <a:prstDash val="dash"/>
            <a:miter lim="800000"/>
            <a:headEnd type="arrow"/>
            <a:tailEnd type="arrow"/>
          </a:ln>
          <a:effectLst/>
          <a:sp3d/>
        </p:spPr>
        <p:style>
          <a:lnRef idx="0">
            <a:scrgbClr r="0" g="0" b="0"/>
          </a:lnRef>
          <a:fillRef idx="0">
            <a:scrgbClr r="0" g="0" b="0"/>
          </a:fillRef>
          <a:effectRef idx="0">
            <a:scrgbClr r="0" g="0" b="0"/>
          </a:effectRef>
          <a:fontRef idx="none"/>
        </p:style>
      </p:cxnSp>
      <p:cxnSp>
        <p:nvCxnSpPr>
          <p:cNvPr id="41" name="直接连接符 40">
            <a:extLst>
              <a:ext uri="{FF2B5EF4-FFF2-40B4-BE49-F238E27FC236}">
                <a16:creationId xmlns:a16="http://schemas.microsoft.com/office/drawing/2014/main" id="{72FC9609-1083-42DB-8BB6-E0BD614F8281}"/>
              </a:ext>
            </a:extLst>
          </p:cNvPr>
          <p:cNvCxnSpPr/>
          <p:nvPr/>
        </p:nvCxnSpPr>
        <p:spPr>
          <a:xfrm>
            <a:off x="8542037" y="4606758"/>
            <a:ext cx="0" cy="892136"/>
          </a:xfrm>
          <a:prstGeom prst="line">
            <a:avLst/>
          </a:prstGeom>
          <a:noFill/>
          <a:ln w="9525" cap="flat">
            <a:solidFill>
              <a:schemeClr val="accent1">
                <a:lumMod val="100000"/>
              </a:schemeClr>
            </a:solidFill>
            <a:prstDash val="dash"/>
            <a:miter lim="800000"/>
            <a:headEnd type="arrow"/>
            <a:tailEnd type="arrow"/>
          </a:ln>
          <a:effectLst/>
          <a:sp3d/>
        </p:spPr>
        <p:style>
          <a:lnRef idx="0">
            <a:scrgbClr r="0" g="0" b="0"/>
          </a:lnRef>
          <a:fillRef idx="0">
            <a:scrgbClr r="0" g="0" b="0"/>
          </a:fillRef>
          <a:effectRef idx="0">
            <a:scrgbClr r="0" g="0" b="0"/>
          </a:effectRef>
          <a:fontRef idx="none"/>
        </p:style>
      </p:cxnSp>
      <p:cxnSp>
        <p:nvCxnSpPr>
          <p:cNvPr id="43" name="连接符: 肘形 42">
            <a:extLst>
              <a:ext uri="{FF2B5EF4-FFF2-40B4-BE49-F238E27FC236}">
                <a16:creationId xmlns:a16="http://schemas.microsoft.com/office/drawing/2014/main" id="{1E32F342-A7C8-4ABA-BAA5-ACD000B0FA98}"/>
              </a:ext>
            </a:extLst>
          </p:cNvPr>
          <p:cNvCxnSpPr/>
          <p:nvPr/>
        </p:nvCxnSpPr>
        <p:spPr>
          <a:xfrm>
            <a:off x="11013644" y="1877549"/>
            <a:ext cx="12700" cy="3815421"/>
          </a:xfrm>
          <a:prstGeom prst="bentConnector3">
            <a:avLst>
              <a:gd name="adj1" fmla="val 1800000"/>
            </a:avLst>
          </a:prstGeom>
          <a:noFill/>
          <a:ln w="12700" cap="flat">
            <a:solidFill>
              <a:schemeClr val="accent1">
                <a:lumMod val="100000"/>
              </a:schemeClr>
            </a:solidFill>
            <a:prstDash val="dash"/>
            <a:miter lim="800000"/>
            <a:headEnd type="arrow"/>
            <a:tailEnd type="arrow"/>
          </a:ln>
          <a:effectLst/>
          <a:sp3d/>
        </p:spPr>
        <p:style>
          <a:lnRef idx="0">
            <a:scrgbClr r="0" g="0" b="0"/>
          </a:lnRef>
          <a:fillRef idx="0">
            <a:scrgbClr r="0" g="0" b="0"/>
          </a:fillRef>
          <a:effectRef idx="0">
            <a:scrgbClr r="0" g="0" b="0"/>
          </a:effectRef>
          <a:fontRef idx="none"/>
        </p:style>
      </p:cxnSp>
      <p:sp>
        <p:nvSpPr>
          <p:cNvPr id="44" name="矩形">
            <a:extLst>
              <a:ext uri="{FF2B5EF4-FFF2-40B4-BE49-F238E27FC236}">
                <a16:creationId xmlns:a16="http://schemas.microsoft.com/office/drawing/2014/main" id="{0F61CF92-4726-4F54-B9B0-D1C3EB0F1E84}"/>
              </a:ext>
            </a:extLst>
          </p:cNvPr>
          <p:cNvSpPr/>
          <p:nvPr/>
        </p:nvSpPr>
        <p:spPr>
          <a:xfrm>
            <a:off x="673467" y="2832336"/>
            <a:ext cx="3436956"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提升主题的美化质量">
            <a:extLst>
              <a:ext uri="{FF2B5EF4-FFF2-40B4-BE49-F238E27FC236}">
                <a16:creationId xmlns:a16="http://schemas.microsoft.com/office/drawing/2014/main" id="{87B504B5-4C8B-47A4-B7EA-C3827201B90F}"/>
              </a:ext>
            </a:extLst>
          </p:cNvPr>
          <p:cNvSpPr txBox="1"/>
          <p:nvPr/>
        </p:nvSpPr>
        <p:spPr>
          <a:xfrm>
            <a:off x="2131743" y="2928450"/>
            <a:ext cx="188193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易用性度量标准</a:t>
            </a:r>
            <a:r>
              <a:rPr kumimoji="0" lang="en-US" altLang="zh-CN"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行动指南</a:t>
            </a:r>
            <a:r>
              <a:rPr kumimoji="0" lang="en-US" altLang="zh-CN"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工具</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a:extLst>
              <a:ext uri="{FF2B5EF4-FFF2-40B4-BE49-F238E27FC236}">
                <a16:creationId xmlns:a16="http://schemas.microsoft.com/office/drawing/2014/main" id="{CE5BC8C9-CC1E-4CB9-89D9-349AC0A7479F}"/>
              </a:ext>
            </a:extLst>
          </p:cNvPr>
          <p:cNvSpPr/>
          <p:nvPr/>
        </p:nvSpPr>
        <p:spPr>
          <a:xfrm>
            <a:off x="672161" y="2832336"/>
            <a:ext cx="127539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02">
            <a:extLst>
              <a:ext uri="{FF2B5EF4-FFF2-40B4-BE49-F238E27FC236}">
                <a16:creationId xmlns:a16="http://schemas.microsoft.com/office/drawing/2014/main" id="{A082C9A9-C2F4-4ABD-9630-068F2926643E}"/>
              </a:ext>
            </a:extLst>
          </p:cNvPr>
          <p:cNvSpPr txBox="1"/>
          <p:nvPr/>
        </p:nvSpPr>
        <p:spPr>
          <a:xfrm>
            <a:off x="790795" y="2872828"/>
            <a:ext cx="1038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统一标准</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矩形">
            <a:extLst>
              <a:ext uri="{FF2B5EF4-FFF2-40B4-BE49-F238E27FC236}">
                <a16:creationId xmlns:a16="http://schemas.microsoft.com/office/drawing/2014/main" id="{7B064BFA-99CE-45EF-8730-16DB959E2E08}"/>
              </a:ext>
            </a:extLst>
          </p:cNvPr>
          <p:cNvSpPr/>
          <p:nvPr/>
        </p:nvSpPr>
        <p:spPr>
          <a:xfrm>
            <a:off x="673467" y="3662013"/>
            <a:ext cx="3436956"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提升主题的美化质量">
            <a:extLst>
              <a:ext uri="{FF2B5EF4-FFF2-40B4-BE49-F238E27FC236}">
                <a16:creationId xmlns:a16="http://schemas.microsoft.com/office/drawing/2014/main" id="{BA2589C9-4E19-4BFD-AB82-DC25FED12F59}"/>
              </a:ext>
            </a:extLst>
          </p:cNvPr>
          <p:cNvSpPr txBox="1"/>
          <p:nvPr/>
        </p:nvSpPr>
        <p:spPr>
          <a:xfrm>
            <a:off x="2131743" y="3758127"/>
            <a:ext cx="188193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易用性度量报告</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a:extLst>
              <a:ext uri="{FF2B5EF4-FFF2-40B4-BE49-F238E27FC236}">
                <a16:creationId xmlns:a16="http://schemas.microsoft.com/office/drawing/2014/main" id="{67C860B8-A9F3-4FAE-804A-F45E65C19796}"/>
              </a:ext>
            </a:extLst>
          </p:cNvPr>
          <p:cNvSpPr/>
          <p:nvPr/>
        </p:nvSpPr>
        <p:spPr>
          <a:xfrm>
            <a:off x="672161" y="3662013"/>
            <a:ext cx="127539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02">
            <a:extLst>
              <a:ext uri="{FF2B5EF4-FFF2-40B4-BE49-F238E27FC236}">
                <a16:creationId xmlns:a16="http://schemas.microsoft.com/office/drawing/2014/main" id="{457E2606-0F87-40C3-86B4-7005F0A81CEF}"/>
              </a:ext>
            </a:extLst>
          </p:cNvPr>
          <p:cNvSpPr txBox="1"/>
          <p:nvPr/>
        </p:nvSpPr>
        <p:spPr>
          <a:xfrm>
            <a:off x="790795" y="3702505"/>
            <a:ext cx="1038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专业输出</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矩形">
            <a:extLst>
              <a:ext uri="{FF2B5EF4-FFF2-40B4-BE49-F238E27FC236}">
                <a16:creationId xmlns:a16="http://schemas.microsoft.com/office/drawing/2014/main" id="{613FE87C-F2EF-4F04-A78E-21055F8DC0B1}"/>
              </a:ext>
            </a:extLst>
          </p:cNvPr>
          <p:cNvSpPr/>
          <p:nvPr/>
        </p:nvSpPr>
        <p:spPr>
          <a:xfrm>
            <a:off x="673467" y="4501592"/>
            <a:ext cx="3436956"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提升主题的美化质量">
            <a:extLst>
              <a:ext uri="{FF2B5EF4-FFF2-40B4-BE49-F238E27FC236}">
                <a16:creationId xmlns:a16="http://schemas.microsoft.com/office/drawing/2014/main" id="{76796CFE-DDD5-4C95-B3B2-C0850C5FCC87}"/>
              </a:ext>
            </a:extLst>
          </p:cNvPr>
          <p:cNvSpPr txBox="1"/>
          <p:nvPr/>
        </p:nvSpPr>
        <p:spPr>
          <a:xfrm>
            <a:off x="2131743" y="4597706"/>
            <a:ext cx="1881932"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系统化监控</a:t>
            </a:r>
            <a:r>
              <a:rPr kumimoji="0" lang="en-US" altLang="zh-CN"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专享改进</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a:extLst>
              <a:ext uri="{FF2B5EF4-FFF2-40B4-BE49-F238E27FC236}">
                <a16:creationId xmlns:a16="http://schemas.microsoft.com/office/drawing/2014/main" id="{3963750C-C417-4792-8A4F-1C74F01A9169}"/>
              </a:ext>
            </a:extLst>
          </p:cNvPr>
          <p:cNvSpPr/>
          <p:nvPr/>
        </p:nvSpPr>
        <p:spPr>
          <a:xfrm>
            <a:off x="672161" y="4501592"/>
            <a:ext cx="127539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02">
            <a:extLst>
              <a:ext uri="{FF2B5EF4-FFF2-40B4-BE49-F238E27FC236}">
                <a16:creationId xmlns:a16="http://schemas.microsoft.com/office/drawing/2014/main" id="{9F87DEF4-23C4-48A1-A879-815B45584B9C}"/>
              </a:ext>
            </a:extLst>
          </p:cNvPr>
          <p:cNvSpPr txBox="1"/>
          <p:nvPr/>
        </p:nvSpPr>
        <p:spPr>
          <a:xfrm>
            <a:off x="790795" y="4542084"/>
            <a:ext cx="103812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改进闭环</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58" name="连接符: 肘形 57">
            <a:extLst>
              <a:ext uri="{FF2B5EF4-FFF2-40B4-BE49-F238E27FC236}">
                <a16:creationId xmlns:a16="http://schemas.microsoft.com/office/drawing/2014/main" id="{B7526F09-2356-4EE0-84E9-34E5048AF680}"/>
              </a:ext>
            </a:extLst>
          </p:cNvPr>
          <p:cNvCxnSpPr>
            <a:cxnSpLocks/>
            <a:endCxn id="47" idx="0"/>
          </p:cNvCxnSpPr>
          <p:nvPr/>
        </p:nvCxnSpPr>
        <p:spPr>
          <a:xfrm rot="10800000" flipV="1">
            <a:off x="1309860" y="1877528"/>
            <a:ext cx="6560364" cy="995300"/>
          </a:xfrm>
          <a:prstGeom prst="bentConnector2">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60" name="直接连接符 59">
            <a:extLst>
              <a:ext uri="{FF2B5EF4-FFF2-40B4-BE49-F238E27FC236}">
                <a16:creationId xmlns:a16="http://schemas.microsoft.com/office/drawing/2014/main" id="{77D114B6-FAE2-4BF7-9DEF-FD4B81829404}"/>
              </a:ext>
            </a:extLst>
          </p:cNvPr>
          <p:cNvCxnSpPr>
            <a:endCxn id="51" idx="0"/>
          </p:cNvCxnSpPr>
          <p:nvPr/>
        </p:nvCxnSpPr>
        <p:spPr>
          <a:xfrm>
            <a:off x="1309860" y="3210837"/>
            <a:ext cx="0" cy="491668"/>
          </a:xfrm>
          <a:prstGeom prst="line">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62" name="直接连接符 61">
            <a:extLst>
              <a:ext uri="{FF2B5EF4-FFF2-40B4-BE49-F238E27FC236}">
                <a16:creationId xmlns:a16="http://schemas.microsoft.com/office/drawing/2014/main" id="{C822E2F5-43CA-4A79-AC02-833F767FCB63}"/>
              </a:ext>
            </a:extLst>
          </p:cNvPr>
          <p:cNvCxnSpPr>
            <a:endCxn id="55" idx="0"/>
          </p:cNvCxnSpPr>
          <p:nvPr/>
        </p:nvCxnSpPr>
        <p:spPr>
          <a:xfrm>
            <a:off x="1309860" y="4040514"/>
            <a:ext cx="0" cy="501570"/>
          </a:xfrm>
          <a:prstGeom prst="line">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64" name="连接符: 肘形 63">
            <a:extLst>
              <a:ext uri="{FF2B5EF4-FFF2-40B4-BE49-F238E27FC236}">
                <a16:creationId xmlns:a16="http://schemas.microsoft.com/office/drawing/2014/main" id="{33D5A73A-8D30-4D2A-ABDB-8D416FB53349}"/>
              </a:ext>
            </a:extLst>
          </p:cNvPr>
          <p:cNvCxnSpPr>
            <a:endCxn id="55" idx="2"/>
          </p:cNvCxnSpPr>
          <p:nvPr/>
        </p:nvCxnSpPr>
        <p:spPr>
          <a:xfrm rot="10800000">
            <a:off x="1309860" y="4839601"/>
            <a:ext cx="6560364" cy="853348"/>
          </a:xfrm>
          <a:prstGeom prst="bentConnector2">
            <a:avLst/>
          </a:prstGeom>
          <a:noFill/>
          <a:ln w="12700" cap="flat">
            <a:solidFill>
              <a:schemeClr val="accent1">
                <a:lumMod val="100000"/>
              </a:schemeClr>
            </a:solidFill>
            <a:prstDash val="dash"/>
            <a:miter lim="800000"/>
            <a:tailEnd type="arrow"/>
          </a:ln>
          <a:effectLst/>
          <a:sp3d/>
        </p:spPr>
        <p:style>
          <a:lnRef idx="0">
            <a:scrgbClr r="0" g="0" b="0"/>
          </a:lnRef>
          <a:fillRef idx="0">
            <a:scrgbClr r="0" g="0" b="0"/>
          </a:fillRef>
          <a:effectRef idx="0">
            <a:scrgbClr r="0" g="0" b="0"/>
          </a:effectRef>
          <a:fontRef idx="none"/>
        </p:style>
      </p:cxnSp>
      <p:cxnSp>
        <p:nvCxnSpPr>
          <p:cNvPr id="70" name="直接连接符 69">
            <a:extLst>
              <a:ext uri="{FF2B5EF4-FFF2-40B4-BE49-F238E27FC236}">
                <a16:creationId xmlns:a16="http://schemas.microsoft.com/office/drawing/2014/main" id="{C3B94AFA-E6D6-4602-9418-1B744C894CD0}"/>
              </a:ext>
            </a:extLst>
          </p:cNvPr>
          <p:cNvCxnSpPr>
            <a:cxnSpLocks/>
            <a:endCxn id="7" idx="2"/>
          </p:cNvCxnSpPr>
          <p:nvPr/>
        </p:nvCxnSpPr>
        <p:spPr>
          <a:xfrm>
            <a:off x="4210051" y="3774211"/>
            <a:ext cx="850618" cy="0"/>
          </a:xfrm>
          <a:prstGeom prst="line">
            <a:avLst/>
          </a:prstGeom>
          <a:noFill/>
          <a:ln w="12700" cap="flat">
            <a:solidFill>
              <a:schemeClr val="accent1">
                <a:lumMod val="100000"/>
              </a:schemeClr>
            </a:solidFill>
            <a:prstDash val="solid"/>
            <a:miter lim="800000"/>
            <a:tailEnd type="arrow"/>
          </a:ln>
          <a:effectLst/>
          <a:sp3d/>
        </p:spPr>
        <p:style>
          <a:lnRef idx="0">
            <a:scrgbClr r="0" g="0" b="0"/>
          </a:lnRef>
          <a:fillRef idx="0">
            <a:scrgbClr r="0" g="0" b="0"/>
          </a:fillRef>
          <a:effectRef idx="0">
            <a:scrgbClr r="0" g="0" b="0"/>
          </a:effectRef>
          <a:fontRef idx="none"/>
        </p:style>
      </p:cxnSp>
      <p:sp>
        <p:nvSpPr>
          <p:cNvPr id="9" name="文本框 8">
            <a:extLst>
              <a:ext uri="{FF2B5EF4-FFF2-40B4-BE49-F238E27FC236}">
                <a16:creationId xmlns:a16="http://schemas.microsoft.com/office/drawing/2014/main" id="{F052931E-1675-8FDC-8E09-B4056EF65352}"/>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8BEC1F74-1053-FC24-6134-5E069FF0979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48829D52-8DC4-4183-67F1-C4C63EA4296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32330660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梯形 22">
            <a:extLst>
              <a:ext uri="{FF2B5EF4-FFF2-40B4-BE49-F238E27FC236}">
                <a16:creationId xmlns:a16="http://schemas.microsoft.com/office/drawing/2014/main" id="{CBB993A2-8A3E-9149-A163-EEE12571D72C}"/>
              </a:ext>
            </a:extLst>
          </p:cNvPr>
          <p:cNvSpPr/>
          <p:nvPr/>
        </p:nvSpPr>
        <p:spPr>
          <a:xfrm rot="5400000">
            <a:off x="3101432" y="3682768"/>
            <a:ext cx="3026986" cy="666851"/>
          </a:xfrm>
          <a:prstGeom prst="trapezoid">
            <a:avLst>
              <a:gd name="adj" fmla="val 12715"/>
            </a:avLst>
          </a:prstGeom>
          <a:gradFill flip="none" rotWithShape="1">
            <a:gsLst>
              <a:gs pos="0">
                <a:schemeClr val="accent1">
                  <a:alpha val="0"/>
                </a:schemeClr>
              </a:gs>
              <a:gs pos="100000">
                <a:schemeClr val="accent1">
                  <a:alpha val="1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36" name="梯形 35">
            <a:extLst>
              <a:ext uri="{FF2B5EF4-FFF2-40B4-BE49-F238E27FC236}">
                <a16:creationId xmlns:a16="http://schemas.microsoft.com/office/drawing/2014/main" id="{0CD2DF7C-90F1-886C-063A-2E5BBC8C2A9D}"/>
              </a:ext>
            </a:extLst>
          </p:cNvPr>
          <p:cNvSpPr/>
          <p:nvPr/>
        </p:nvSpPr>
        <p:spPr>
          <a:xfrm rot="5400000">
            <a:off x="5088437" y="3682951"/>
            <a:ext cx="2578104" cy="666851"/>
          </a:xfrm>
          <a:prstGeom prst="trapezoid">
            <a:avLst>
              <a:gd name="adj" fmla="val 12715"/>
            </a:avLst>
          </a:prstGeom>
          <a:gradFill flip="none" rotWithShape="1">
            <a:gsLst>
              <a:gs pos="0">
                <a:schemeClr val="accent1">
                  <a:alpha val="0"/>
                </a:schemeClr>
              </a:gs>
              <a:gs pos="100000">
                <a:schemeClr val="accent1">
                  <a:alpha val="1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38" name="梯形 37">
            <a:extLst>
              <a:ext uri="{FF2B5EF4-FFF2-40B4-BE49-F238E27FC236}">
                <a16:creationId xmlns:a16="http://schemas.microsoft.com/office/drawing/2014/main" id="{C6114ED5-26B4-B77A-3606-CE26DA390B32}"/>
              </a:ext>
            </a:extLst>
          </p:cNvPr>
          <p:cNvSpPr/>
          <p:nvPr/>
        </p:nvSpPr>
        <p:spPr>
          <a:xfrm rot="5400000">
            <a:off x="7065091" y="3692476"/>
            <a:ext cx="2158998" cy="666851"/>
          </a:xfrm>
          <a:prstGeom prst="trapezoid">
            <a:avLst>
              <a:gd name="adj" fmla="val 12715"/>
            </a:avLst>
          </a:prstGeom>
          <a:gradFill flip="none" rotWithShape="1">
            <a:gsLst>
              <a:gs pos="0">
                <a:schemeClr val="accent1">
                  <a:alpha val="0"/>
                </a:schemeClr>
              </a:gs>
              <a:gs pos="100000">
                <a:schemeClr val="accent1">
                  <a:alpha val="1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6" name="梯形 5">
            <a:extLst>
              <a:ext uri="{FF2B5EF4-FFF2-40B4-BE49-F238E27FC236}">
                <a16:creationId xmlns:a16="http://schemas.microsoft.com/office/drawing/2014/main" id="{454DF582-FF58-0940-5BC2-5B6699BE5015}"/>
              </a:ext>
            </a:extLst>
          </p:cNvPr>
          <p:cNvSpPr/>
          <p:nvPr/>
        </p:nvSpPr>
        <p:spPr>
          <a:xfrm rot="11236400">
            <a:off x="2375047" y="1827740"/>
            <a:ext cx="8204788" cy="957491"/>
          </a:xfrm>
          <a:prstGeom prst="trapezoid">
            <a:avLst>
              <a:gd name="adj" fmla="val 60363"/>
            </a:avLst>
          </a:prstGeom>
          <a:gradFill flip="none" rotWithShape="1">
            <a:gsLst>
              <a:gs pos="0">
                <a:schemeClr val="accent1">
                  <a:alpha val="0"/>
                </a:schemeClr>
              </a:gs>
              <a:gs pos="100000">
                <a:schemeClr val="accent1">
                  <a:alpha val="3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13" name="梯形 12">
            <a:extLst>
              <a:ext uri="{FF2B5EF4-FFF2-40B4-BE49-F238E27FC236}">
                <a16:creationId xmlns:a16="http://schemas.microsoft.com/office/drawing/2014/main" id="{0A23037D-7B8D-4833-D98F-B537FAC2D6D5}"/>
              </a:ext>
            </a:extLst>
          </p:cNvPr>
          <p:cNvSpPr/>
          <p:nvPr/>
        </p:nvSpPr>
        <p:spPr>
          <a:xfrm rot="10398371" flipV="1">
            <a:off x="2375047" y="5266121"/>
            <a:ext cx="8204788" cy="957491"/>
          </a:xfrm>
          <a:prstGeom prst="trapezoid">
            <a:avLst>
              <a:gd name="adj" fmla="val 60363"/>
            </a:avLst>
          </a:prstGeom>
          <a:gradFill flip="none" rotWithShape="1">
            <a:gsLst>
              <a:gs pos="0">
                <a:schemeClr val="accent1">
                  <a:alpha val="0"/>
                </a:schemeClr>
              </a:gs>
              <a:gs pos="100000">
                <a:schemeClr val="accent1">
                  <a:alpha val="30000"/>
                </a:schemeClr>
              </a:gs>
            </a:gsLst>
            <a:lin ang="162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mj-lt"/>
              <a:ea typeface="+mj-ea"/>
              <a:cs typeface="+mj-cs"/>
              <a:sym typeface="等线"/>
            </a:endParaRPr>
          </a:p>
        </p:txBody>
      </p:sp>
      <p:sp>
        <p:nvSpPr>
          <p:cNvPr id="7" name="椭圆 6">
            <a:extLst>
              <a:ext uri="{FF2B5EF4-FFF2-40B4-BE49-F238E27FC236}">
                <a16:creationId xmlns:a16="http://schemas.microsoft.com/office/drawing/2014/main" id="{B3E11CC3-06B0-48C3-8008-7D36F87A33C2}"/>
              </a:ext>
            </a:extLst>
          </p:cNvPr>
          <p:cNvSpPr/>
          <p:nvPr/>
        </p:nvSpPr>
        <p:spPr>
          <a:xfrm>
            <a:off x="2213655" y="1876516"/>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F9C5A5CB-7E23-49FB-BB0A-1CE4008E3107}"/>
              </a:ext>
            </a:extLst>
          </p:cNvPr>
          <p:cNvSpPr/>
          <p:nvPr/>
        </p:nvSpPr>
        <p:spPr>
          <a:xfrm>
            <a:off x="2213655" y="3527554"/>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a:extLst>
              <a:ext uri="{FF2B5EF4-FFF2-40B4-BE49-F238E27FC236}">
                <a16:creationId xmlns:a16="http://schemas.microsoft.com/office/drawing/2014/main" id="{206724B8-A994-4A60-A61A-33DA82A8EF43}"/>
              </a:ext>
            </a:extLst>
          </p:cNvPr>
          <p:cNvSpPr txBox="1"/>
          <p:nvPr/>
        </p:nvSpPr>
        <p:spPr>
          <a:xfrm>
            <a:off x="2390978" y="2171095"/>
            <a:ext cx="670780" cy="30027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79473B72-E545-46F8-8152-C9A2B14B5DF9}"/>
              </a:ext>
            </a:extLst>
          </p:cNvPr>
          <p:cNvSpPr txBox="1"/>
          <p:nvPr/>
        </p:nvSpPr>
        <p:spPr>
          <a:xfrm>
            <a:off x="2369079" y="3820425"/>
            <a:ext cx="670778" cy="39053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投顾</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330F30D3-71B8-490D-8426-9F0CA40EFA9C}"/>
              </a:ext>
            </a:extLst>
          </p:cNvPr>
          <p:cNvSpPr/>
          <p:nvPr/>
        </p:nvSpPr>
        <p:spPr>
          <a:xfrm>
            <a:off x="2213655" y="5147712"/>
            <a:ext cx="981626" cy="981626"/>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9">
            <a:extLst>
              <a:ext uri="{FF2B5EF4-FFF2-40B4-BE49-F238E27FC236}">
                <a16:creationId xmlns:a16="http://schemas.microsoft.com/office/drawing/2014/main" id="{81CBEA77-FF6A-4020-BE27-9E0E55B83A2B}"/>
              </a:ext>
            </a:extLst>
          </p:cNvPr>
          <p:cNvSpPr txBox="1"/>
          <p:nvPr/>
        </p:nvSpPr>
        <p:spPr>
          <a:xfrm>
            <a:off x="2369079" y="5482369"/>
            <a:ext cx="670780" cy="31231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endParaRPr kumimoji="0"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14" name="直接连接符 13">
            <a:extLst>
              <a:ext uri="{FF2B5EF4-FFF2-40B4-BE49-F238E27FC236}">
                <a16:creationId xmlns:a16="http://schemas.microsoft.com/office/drawing/2014/main" id="{68951ADA-877D-47F6-90A5-DB5F07A1A371}"/>
              </a:ext>
            </a:extLst>
          </p:cNvPr>
          <p:cNvCxnSpPr>
            <a:stCxn id="8" idx="6"/>
          </p:cNvCxnSpPr>
          <p:nvPr/>
        </p:nvCxnSpPr>
        <p:spPr>
          <a:xfrm flipV="1">
            <a:off x="3195281" y="4015694"/>
            <a:ext cx="7512292" cy="2673"/>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22" name="直接连接符 21">
            <a:extLst>
              <a:ext uri="{FF2B5EF4-FFF2-40B4-BE49-F238E27FC236}">
                <a16:creationId xmlns:a16="http://schemas.microsoft.com/office/drawing/2014/main" id="{1EBDEB9C-12B4-486A-BDAB-5544813666F6}"/>
              </a:ext>
            </a:extLst>
          </p:cNvPr>
          <p:cNvCxnSpPr>
            <a:cxnSpLocks/>
            <a:stCxn id="7" idx="6"/>
            <a:endCxn id="17" idx="2"/>
          </p:cNvCxnSpPr>
          <p:nvPr/>
        </p:nvCxnSpPr>
        <p:spPr>
          <a:xfrm>
            <a:off x="3195281" y="2367329"/>
            <a:ext cx="6523736" cy="815848"/>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24" name="直接连接符 23">
            <a:extLst>
              <a:ext uri="{FF2B5EF4-FFF2-40B4-BE49-F238E27FC236}">
                <a16:creationId xmlns:a16="http://schemas.microsoft.com/office/drawing/2014/main" id="{98434D41-A811-453A-8A93-A84EDE816C84}"/>
              </a:ext>
            </a:extLst>
          </p:cNvPr>
          <p:cNvCxnSpPr>
            <a:stCxn id="11" idx="6"/>
            <a:endCxn id="19" idx="2"/>
          </p:cNvCxnSpPr>
          <p:nvPr/>
        </p:nvCxnSpPr>
        <p:spPr>
          <a:xfrm flipV="1">
            <a:off x="3195281" y="4877703"/>
            <a:ext cx="6523736" cy="760822"/>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34" name="设计">
            <a:extLst>
              <a:ext uri="{FF2B5EF4-FFF2-40B4-BE49-F238E27FC236}">
                <a16:creationId xmlns:a16="http://schemas.microsoft.com/office/drawing/2014/main" id="{215297A9-FC7A-4939-94B9-C6454BC05E70}"/>
              </a:ext>
            </a:extLst>
          </p:cNvPr>
          <p:cNvSpPr txBox="1"/>
          <p:nvPr/>
        </p:nvSpPr>
        <p:spPr>
          <a:xfrm>
            <a:off x="3291365" y="3736447"/>
            <a:ext cx="66685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层递进</a:t>
            </a:r>
            <a:endParaRPr kumimoji="0" sz="12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a:extLst>
              <a:ext uri="{FF2B5EF4-FFF2-40B4-BE49-F238E27FC236}">
                <a16:creationId xmlns:a16="http://schemas.microsoft.com/office/drawing/2014/main" id="{461D49BF-C360-49AA-AE97-1C744FDEADDF}"/>
              </a:ext>
            </a:extLst>
          </p:cNvPr>
          <p:cNvSpPr txBox="1"/>
          <p:nvPr/>
        </p:nvSpPr>
        <p:spPr>
          <a:xfrm>
            <a:off x="3059092" y="4154363"/>
            <a:ext cx="113139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建立服务信任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弧形 48">
            <a:extLst>
              <a:ext uri="{FF2B5EF4-FFF2-40B4-BE49-F238E27FC236}">
                <a16:creationId xmlns:a16="http://schemas.microsoft.com/office/drawing/2014/main" id="{BAEAB440-86AA-4C3F-A51E-2FE527B27D0C}"/>
              </a:ext>
            </a:extLst>
          </p:cNvPr>
          <p:cNvSpPr/>
          <p:nvPr/>
        </p:nvSpPr>
        <p:spPr>
          <a:xfrm>
            <a:off x="1533332" y="2153689"/>
            <a:ext cx="3637440" cy="3637440"/>
          </a:xfrm>
          <a:prstGeom prst="arc">
            <a:avLst>
              <a:gd name="adj1" fmla="val 7783464"/>
              <a:gd name="adj2" fmla="val 13826139"/>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文本框 49">
            <a:extLst>
              <a:ext uri="{FF2B5EF4-FFF2-40B4-BE49-F238E27FC236}">
                <a16:creationId xmlns:a16="http://schemas.microsoft.com/office/drawing/2014/main" id="{084F8464-3770-4F98-A430-01C40D8C932E}"/>
              </a:ext>
            </a:extLst>
          </p:cNvPr>
          <p:cNvSpPr txBox="1"/>
          <p:nvPr/>
        </p:nvSpPr>
        <p:spPr>
          <a:xfrm>
            <a:off x="1065108" y="2391368"/>
            <a:ext cx="338552" cy="29649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tabLst/>
            </a:pPr>
            <a:r>
              <a:rPr kumimoji="0" lang="zh-CN" alt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用户自主购买高端产品的阻力大</a:t>
            </a:r>
            <a:endParaRPr kumimoji="0" 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文本框 50">
            <a:extLst>
              <a:ext uri="{FF2B5EF4-FFF2-40B4-BE49-F238E27FC236}">
                <a16:creationId xmlns:a16="http://schemas.microsoft.com/office/drawing/2014/main" id="{AC76D2EF-1BA3-4282-8258-2C7C0473334D}"/>
              </a:ext>
            </a:extLst>
          </p:cNvPr>
          <p:cNvSpPr txBox="1"/>
          <p:nvPr/>
        </p:nvSpPr>
        <p:spPr>
          <a:xfrm>
            <a:off x="854303" y="2098019"/>
            <a:ext cx="246219" cy="355161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起购门槛高</a:t>
            </a:r>
            <a:r>
              <a:rPr kumimoji="0" lang="en-US" altLang="zh-CN"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收益风险顾虑</a:t>
            </a:r>
            <a:r>
              <a:rPr kumimoji="0" lang="en-US" altLang="zh-CN"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品牌安全担忧</a:t>
            </a:r>
            <a:r>
              <a:rPr kumimoji="0" lang="en-US" altLang="zh-CN"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操作流程繁琐</a:t>
            </a:r>
            <a:endParaRPr kumimoji="0" 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a:extLst>
              <a:ext uri="{FF2B5EF4-FFF2-40B4-BE49-F238E27FC236}">
                <a16:creationId xmlns:a16="http://schemas.microsoft.com/office/drawing/2014/main" id="{64B98813-68C7-4A15-A6B3-0EA11878BC58}"/>
              </a:ext>
            </a:extLst>
          </p:cNvPr>
          <p:cNvSpPr/>
          <p:nvPr/>
        </p:nvSpPr>
        <p:spPr>
          <a:xfrm>
            <a:off x="9719017" y="2692364"/>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A1E0838B-7B55-4EEB-AAB6-47A8EA290B87}"/>
              </a:ext>
            </a:extLst>
          </p:cNvPr>
          <p:cNvSpPr/>
          <p:nvPr/>
        </p:nvSpPr>
        <p:spPr>
          <a:xfrm>
            <a:off x="9719017" y="4386890"/>
            <a:ext cx="981626" cy="981626"/>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椭圆 14">
            <a:extLst>
              <a:ext uri="{FF2B5EF4-FFF2-40B4-BE49-F238E27FC236}">
                <a16:creationId xmlns:a16="http://schemas.microsoft.com/office/drawing/2014/main" id="{609C11FD-CE3E-45AC-A5BE-D9A920C15C85}"/>
              </a:ext>
            </a:extLst>
          </p:cNvPr>
          <p:cNvSpPr/>
          <p:nvPr/>
        </p:nvSpPr>
        <p:spPr>
          <a:xfrm>
            <a:off x="9719017" y="3527554"/>
            <a:ext cx="981626" cy="981626"/>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29">
            <a:extLst>
              <a:ext uri="{FF2B5EF4-FFF2-40B4-BE49-F238E27FC236}">
                <a16:creationId xmlns:a16="http://schemas.microsoft.com/office/drawing/2014/main" id="{1E984094-58C4-483A-B6A6-FE10439A8307}"/>
              </a:ext>
            </a:extLst>
          </p:cNvPr>
          <p:cNvSpPr txBox="1"/>
          <p:nvPr/>
        </p:nvSpPr>
        <p:spPr>
          <a:xfrm>
            <a:off x="9874441" y="3820425"/>
            <a:ext cx="670778" cy="39053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投顾</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a:extLst>
              <a:ext uri="{FF2B5EF4-FFF2-40B4-BE49-F238E27FC236}">
                <a16:creationId xmlns:a16="http://schemas.microsoft.com/office/drawing/2014/main" id="{1583FC91-F9C1-417E-9711-A9D6B315E2F2}"/>
              </a:ext>
            </a:extLst>
          </p:cNvPr>
          <p:cNvSpPr txBox="1"/>
          <p:nvPr/>
        </p:nvSpPr>
        <p:spPr>
          <a:xfrm>
            <a:off x="9896340" y="2986943"/>
            <a:ext cx="670780" cy="30027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a:t>
            </a:r>
            <a:endParaRPr kumimoji="0" sz="18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29">
            <a:extLst>
              <a:ext uri="{FF2B5EF4-FFF2-40B4-BE49-F238E27FC236}">
                <a16:creationId xmlns:a16="http://schemas.microsoft.com/office/drawing/2014/main" id="{BB0D5363-59C1-482D-A065-7DE0E8EE437C}"/>
              </a:ext>
            </a:extLst>
          </p:cNvPr>
          <p:cNvSpPr txBox="1"/>
          <p:nvPr/>
        </p:nvSpPr>
        <p:spPr>
          <a:xfrm>
            <a:off x="9896340" y="4681469"/>
            <a:ext cx="670780" cy="30027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a:t>
            </a:r>
            <a:endParaRPr kumimoji="0"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2" name="文本框 51">
            <a:extLst>
              <a:ext uri="{FF2B5EF4-FFF2-40B4-BE49-F238E27FC236}">
                <a16:creationId xmlns:a16="http://schemas.microsoft.com/office/drawing/2014/main" id="{4124696F-324D-4163-81B9-19ACD396C1EC}"/>
              </a:ext>
            </a:extLst>
          </p:cNvPr>
          <p:cNvSpPr txBox="1"/>
          <p:nvPr/>
        </p:nvSpPr>
        <p:spPr>
          <a:xfrm>
            <a:off x="10933236" y="2438579"/>
            <a:ext cx="338552" cy="31700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l" defTabSz="914400" rtl="0" fontAlgn="auto" latinLnBrk="0" hangingPunct="0">
              <a:lnSpc>
                <a:spcPct val="100000"/>
              </a:lnSpc>
              <a:spcBef>
                <a:spcPts val="0"/>
              </a:spcBef>
              <a:spcAft>
                <a:spcPts val="0"/>
              </a:spcAft>
              <a:buClrTx/>
              <a:buSzTx/>
              <a:buFontTx/>
              <a:buNone/>
              <a:tabLst/>
            </a:pPr>
            <a:r>
              <a:rPr kumimoji="0" lang="zh-CN" alt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投顾懂用户需求，链接用户和产品</a:t>
            </a:r>
            <a:endParaRPr kumimoji="0" lang="en-US" sz="1600" b="0" i="0" u="none" strike="noStrike" cap="none" spc="0" normalizeH="0" baseline="0" dirty="0">
              <a:ln>
                <a:noFill/>
              </a:ln>
              <a:solidFill>
                <a:schemeClr val="dk1"/>
              </a:solidFill>
              <a:effectLst/>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弧形 52">
            <a:extLst>
              <a:ext uri="{FF2B5EF4-FFF2-40B4-BE49-F238E27FC236}">
                <a16:creationId xmlns:a16="http://schemas.microsoft.com/office/drawing/2014/main" id="{C2EEE330-658A-4B6C-92F6-9FF8FC56291F}"/>
              </a:ext>
            </a:extLst>
          </p:cNvPr>
          <p:cNvSpPr/>
          <p:nvPr/>
        </p:nvSpPr>
        <p:spPr>
          <a:xfrm flipH="1">
            <a:off x="9766940" y="2974867"/>
            <a:ext cx="1141567" cy="1141567"/>
          </a:xfrm>
          <a:prstGeom prst="arc">
            <a:avLst>
              <a:gd name="adj1" fmla="val 7783464"/>
              <a:gd name="adj2" fmla="val 13826139"/>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弧形 53">
            <a:extLst>
              <a:ext uri="{FF2B5EF4-FFF2-40B4-BE49-F238E27FC236}">
                <a16:creationId xmlns:a16="http://schemas.microsoft.com/office/drawing/2014/main" id="{612A14EE-742C-40A6-87B2-2F06E336CD8E}"/>
              </a:ext>
            </a:extLst>
          </p:cNvPr>
          <p:cNvSpPr/>
          <p:nvPr/>
        </p:nvSpPr>
        <p:spPr>
          <a:xfrm flipH="1">
            <a:off x="9766940" y="3938396"/>
            <a:ext cx="1141567" cy="1141567"/>
          </a:xfrm>
          <a:prstGeom prst="arc">
            <a:avLst>
              <a:gd name="adj1" fmla="val 7783464"/>
              <a:gd name="adj2" fmla="val 13826139"/>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a:extLst>
              <a:ext uri="{FF2B5EF4-FFF2-40B4-BE49-F238E27FC236}">
                <a16:creationId xmlns:a16="http://schemas.microsoft.com/office/drawing/2014/main" id="{8C3DF1A7-B280-403B-8914-B6B9B38E74E0}"/>
              </a:ext>
            </a:extLst>
          </p:cNvPr>
          <p:cNvSpPr txBox="1"/>
          <p:nvPr/>
        </p:nvSpPr>
        <p:spPr>
          <a:xfrm>
            <a:off x="11205360" y="2502699"/>
            <a:ext cx="246219" cy="304185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根据用户需求，匹配满足需求的产品，并陪伴是服务</a:t>
            </a:r>
            <a:endParaRPr kumimoji="0" 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7" name="直接连接符 36">
            <a:extLst>
              <a:ext uri="{FF2B5EF4-FFF2-40B4-BE49-F238E27FC236}">
                <a16:creationId xmlns:a16="http://schemas.microsoft.com/office/drawing/2014/main" id="{CBCA9012-2915-406A-9070-AC3DE5B429FD}"/>
              </a:ext>
            </a:extLst>
          </p:cNvPr>
          <p:cNvCxnSpPr>
            <a:cxnSpLocks/>
          </p:cNvCxnSpPr>
          <p:nvPr/>
        </p:nvCxnSpPr>
        <p:spPr>
          <a:xfrm flipV="1">
            <a:off x="4948354" y="2582084"/>
            <a:ext cx="0" cy="2786432"/>
          </a:xfrm>
          <a:prstGeom prst="line">
            <a:avLst/>
          </a:prstGeom>
          <a:noFill/>
          <a:ln w="635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46" name="矩形: 圆角 45">
            <a:extLst>
              <a:ext uri="{FF2B5EF4-FFF2-40B4-BE49-F238E27FC236}">
                <a16:creationId xmlns:a16="http://schemas.microsoft.com/office/drawing/2014/main" id="{F08F6A0F-96B5-41A4-989F-CFA5D31CBA1D}"/>
              </a:ext>
            </a:extLst>
          </p:cNvPr>
          <p:cNvSpPr/>
          <p:nvPr/>
        </p:nvSpPr>
        <p:spPr>
          <a:xfrm>
            <a:off x="4371445" y="4258635"/>
            <a:ext cx="1142607" cy="22187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FF82DF38-049D-487B-AF25-F5689E856800}"/>
              </a:ext>
            </a:extLst>
          </p:cNvPr>
          <p:cNvSpPr/>
          <p:nvPr/>
        </p:nvSpPr>
        <p:spPr>
          <a:xfrm>
            <a:off x="4382656" y="3826694"/>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a:extLst>
              <a:ext uri="{FF2B5EF4-FFF2-40B4-BE49-F238E27FC236}">
                <a16:creationId xmlns:a16="http://schemas.microsoft.com/office/drawing/2014/main" id="{F4ADD8A8-552D-41D7-AD70-739430E6A59C}"/>
              </a:ext>
            </a:extLst>
          </p:cNvPr>
          <p:cNvSpPr txBox="1"/>
          <p:nvPr/>
        </p:nvSpPr>
        <p:spPr>
          <a:xfrm>
            <a:off x="4462390" y="3920001"/>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认识</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1" name="Object32">
            <a:extLst>
              <a:ext uri="{FF2B5EF4-FFF2-40B4-BE49-F238E27FC236}">
                <a16:creationId xmlns:a16="http://schemas.microsoft.com/office/drawing/2014/main" id="{B529CA3E-D7B5-49F4-B04B-A421FE3463D0}"/>
              </a:ext>
            </a:extLst>
          </p:cNvPr>
          <p:cNvSpPr txBox="1"/>
          <p:nvPr/>
        </p:nvSpPr>
        <p:spPr>
          <a:xfrm>
            <a:off x="4382656" y="4275958"/>
            <a:ext cx="113139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表面信任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椭圆 60">
            <a:extLst>
              <a:ext uri="{FF2B5EF4-FFF2-40B4-BE49-F238E27FC236}">
                <a16:creationId xmlns:a16="http://schemas.microsoft.com/office/drawing/2014/main" id="{67DAB3AA-1AA6-43B6-A7EB-8D54D3235910}"/>
              </a:ext>
            </a:extLst>
          </p:cNvPr>
          <p:cNvSpPr/>
          <p:nvPr/>
        </p:nvSpPr>
        <p:spPr>
          <a:xfrm>
            <a:off x="4898333" y="2553037"/>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椭圆 61">
            <a:extLst>
              <a:ext uri="{FF2B5EF4-FFF2-40B4-BE49-F238E27FC236}">
                <a16:creationId xmlns:a16="http://schemas.microsoft.com/office/drawing/2014/main" id="{F5759D37-1BFD-4627-AAC4-3BA66965F154}"/>
              </a:ext>
            </a:extLst>
          </p:cNvPr>
          <p:cNvSpPr/>
          <p:nvPr/>
        </p:nvSpPr>
        <p:spPr>
          <a:xfrm>
            <a:off x="4901232" y="5351138"/>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9" name="直接连接符 38">
            <a:extLst>
              <a:ext uri="{FF2B5EF4-FFF2-40B4-BE49-F238E27FC236}">
                <a16:creationId xmlns:a16="http://schemas.microsoft.com/office/drawing/2014/main" id="{2CD974EE-1B4A-4EC7-BF57-7B74AC625B20}"/>
              </a:ext>
            </a:extLst>
          </p:cNvPr>
          <p:cNvCxnSpPr>
            <a:cxnSpLocks/>
          </p:cNvCxnSpPr>
          <p:nvPr/>
        </p:nvCxnSpPr>
        <p:spPr>
          <a:xfrm flipV="1">
            <a:off x="6709643" y="2858142"/>
            <a:ext cx="0" cy="2346682"/>
          </a:xfrm>
          <a:prstGeom prst="line">
            <a:avLst/>
          </a:prstGeom>
          <a:noFill/>
          <a:ln w="635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47" name="矩形: 圆角 46">
            <a:extLst>
              <a:ext uri="{FF2B5EF4-FFF2-40B4-BE49-F238E27FC236}">
                <a16:creationId xmlns:a16="http://schemas.microsoft.com/office/drawing/2014/main" id="{406D0E0F-3AC4-4F75-A151-C3502107F9A6}"/>
              </a:ext>
            </a:extLst>
          </p:cNvPr>
          <p:cNvSpPr/>
          <p:nvPr/>
        </p:nvSpPr>
        <p:spPr>
          <a:xfrm>
            <a:off x="6143945" y="4258635"/>
            <a:ext cx="1142607" cy="22187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圆角 26">
            <a:extLst>
              <a:ext uri="{FF2B5EF4-FFF2-40B4-BE49-F238E27FC236}">
                <a16:creationId xmlns:a16="http://schemas.microsoft.com/office/drawing/2014/main" id="{123C6CC6-6225-4448-A352-43AC77DB7B72}"/>
              </a:ext>
            </a:extLst>
          </p:cNvPr>
          <p:cNvSpPr/>
          <p:nvPr/>
        </p:nvSpPr>
        <p:spPr>
          <a:xfrm>
            <a:off x="6143945" y="3826694"/>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a:extLst>
              <a:ext uri="{FF2B5EF4-FFF2-40B4-BE49-F238E27FC236}">
                <a16:creationId xmlns:a16="http://schemas.microsoft.com/office/drawing/2014/main" id="{3BC73CEC-990A-4CAB-B4D2-27AB6089753A}"/>
              </a:ext>
            </a:extLst>
          </p:cNvPr>
          <p:cNvSpPr txBox="1"/>
          <p:nvPr/>
        </p:nvSpPr>
        <p:spPr>
          <a:xfrm>
            <a:off x="6223679" y="3920001"/>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陪伴</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Object32">
            <a:extLst>
              <a:ext uri="{FF2B5EF4-FFF2-40B4-BE49-F238E27FC236}">
                <a16:creationId xmlns:a16="http://schemas.microsoft.com/office/drawing/2014/main" id="{2587627B-D3C7-4EA2-A707-ABD6E8C2149C}"/>
              </a:ext>
            </a:extLst>
          </p:cNvPr>
          <p:cNvSpPr txBox="1"/>
          <p:nvPr/>
        </p:nvSpPr>
        <p:spPr>
          <a:xfrm>
            <a:off x="6143945" y="4275958"/>
            <a:ext cx="113139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情感信任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椭圆 62">
            <a:extLst>
              <a:ext uri="{FF2B5EF4-FFF2-40B4-BE49-F238E27FC236}">
                <a16:creationId xmlns:a16="http://schemas.microsoft.com/office/drawing/2014/main" id="{C308A654-86C8-4B19-AB1F-185B1C6D0706}"/>
              </a:ext>
            </a:extLst>
          </p:cNvPr>
          <p:cNvSpPr/>
          <p:nvPr/>
        </p:nvSpPr>
        <p:spPr>
          <a:xfrm>
            <a:off x="6659622" y="2775253"/>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椭圆 63">
            <a:extLst>
              <a:ext uri="{FF2B5EF4-FFF2-40B4-BE49-F238E27FC236}">
                <a16:creationId xmlns:a16="http://schemas.microsoft.com/office/drawing/2014/main" id="{2505DA0B-6B78-4440-B13D-FB8AD631402D}"/>
              </a:ext>
            </a:extLst>
          </p:cNvPr>
          <p:cNvSpPr/>
          <p:nvPr/>
        </p:nvSpPr>
        <p:spPr>
          <a:xfrm>
            <a:off x="6659622" y="5144471"/>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3" name="直接连接符 42">
            <a:extLst>
              <a:ext uri="{FF2B5EF4-FFF2-40B4-BE49-F238E27FC236}">
                <a16:creationId xmlns:a16="http://schemas.microsoft.com/office/drawing/2014/main" id="{9CC38661-8997-48B1-8494-FC4543FD19F6}"/>
              </a:ext>
            </a:extLst>
          </p:cNvPr>
          <p:cNvCxnSpPr>
            <a:cxnSpLocks/>
          </p:cNvCxnSpPr>
          <p:nvPr/>
        </p:nvCxnSpPr>
        <p:spPr>
          <a:xfrm flipV="1">
            <a:off x="8487749" y="3025595"/>
            <a:ext cx="0" cy="1956148"/>
          </a:xfrm>
          <a:prstGeom prst="line">
            <a:avLst/>
          </a:prstGeom>
          <a:noFill/>
          <a:ln w="6350" cap="flat">
            <a:solidFill>
              <a:schemeClr val="accent1">
                <a:lumMod val="100000"/>
              </a:schemeClr>
            </a:solidFill>
            <a:prstDash val="dash"/>
            <a:miter lim="800000"/>
          </a:ln>
          <a:effectLst/>
          <a:sp3d/>
        </p:spPr>
        <p:style>
          <a:lnRef idx="0">
            <a:scrgbClr r="0" g="0" b="0"/>
          </a:lnRef>
          <a:fillRef idx="0">
            <a:scrgbClr r="0" g="0" b="0"/>
          </a:fillRef>
          <a:effectRef idx="0">
            <a:scrgbClr r="0" g="0" b="0"/>
          </a:effectRef>
          <a:fontRef idx="none"/>
        </p:style>
      </p:cxnSp>
      <p:sp>
        <p:nvSpPr>
          <p:cNvPr id="48" name="矩形: 圆角 47">
            <a:extLst>
              <a:ext uri="{FF2B5EF4-FFF2-40B4-BE49-F238E27FC236}">
                <a16:creationId xmlns:a16="http://schemas.microsoft.com/office/drawing/2014/main" id="{D2D9F75D-6BC9-47F0-8892-8C0E9F03582F}"/>
              </a:ext>
            </a:extLst>
          </p:cNvPr>
          <p:cNvSpPr/>
          <p:nvPr/>
        </p:nvSpPr>
        <p:spPr>
          <a:xfrm>
            <a:off x="7916445" y="4258635"/>
            <a:ext cx="1142607" cy="22187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a:extLst>
              <a:ext uri="{FF2B5EF4-FFF2-40B4-BE49-F238E27FC236}">
                <a16:creationId xmlns:a16="http://schemas.microsoft.com/office/drawing/2014/main" id="{D8441B42-0650-4A61-9961-7A6B6FE7C7D8}"/>
              </a:ext>
            </a:extLst>
          </p:cNvPr>
          <p:cNvSpPr/>
          <p:nvPr/>
        </p:nvSpPr>
        <p:spPr>
          <a:xfrm>
            <a:off x="7924498" y="3826694"/>
            <a:ext cx="113139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9">
            <a:extLst>
              <a:ext uri="{FF2B5EF4-FFF2-40B4-BE49-F238E27FC236}">
                <a16:creationId xmlns:a16="http://schemas.microsoft.com/office/drawing/2014/main" id="{053C2028-512E-4D7A-B95E-78EB64C78C5E}"/>
              </a:ext>
            </a:extLst>
          </p:cNvPr>
          <p:cNvSpPr txBox="1"/>
          <p:nvPr/>
        </p:nvSpPr>
        <p:spPr>
          <a:xfrm>
            <a:off x="8004232" y="3920001"/>
            <a:ext cx="971928" cy="2053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朋友</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3" name="Object32">
            <a:extLst>
              <a:ext uri="{FF2B5EF4-FFF2-40B4-BE49-F238E27FC236}">
                <a16:creationId xmlns:a16="http://schemas.microsoft.com/office/drawing/2014/main" id="{E01F2279-68D3-4318-AD46-81EC07B207B8}"/>
              </a:ext>
            </a:extLst>
          </p:cNvPr>
          <p:cNvSpPr txBox="1"/>
          <p:nvPr/>
        </p:nvSpPr>
        <p:spPr>
          <a:xfrm>
            <a:off x="7922051" y="4275958"/>
            <a:ext cx="113139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行为信任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椭圆 64">
            <a:extLst>
              <a:ext uri="{FF2B5EF4-FFF2-40B4-BE49-F238E27FC236}">
                <a16:creationId xmlns:a16="http://schemas.microsoft.com/office/drawing/2014/main" id="{3FCD11EF-F0ED-44F5-878F-99953FC61A1F}"/>
              </a:ext>
            </a:extLst>
          </p:cNvPr>
          <p:cNvSpPr/>
          <p:nvPr/>
        </p:nvSpPr>
        <p:spPr>
          <a:xfrm>
            <a:off x="8437728" y="4958003"/>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椭圆 65">
            <a:extLst>
              <a:ext uri="{FF2B5EF4-FFF2-40B4-BE49-F238E27FC236}">
                <a16:creationId xmlns:a16="http://schemas.microsoft.com/office/drawing/2014/main" id="{A61EECB4-E373-46BF-AD92-B262E6D362B4}"/>
              </a:ext>
            </a:extLst>
          </p:cNvPr>
          <p:cNvSpPr/>
          <p:nvPr/>
        </p:nvSpPr>
        <p:spPr>
          <a:xfrm>
            <a:off x="8437728" y="3000992"/>
            <a:ext cx="100042" cy="100042"/>
          </a:xfrm>
          <a:prstGeom prst="ellipse">
            <a:avLst/>
          </a:prstGeom>
          <a:solidFill>
            <a:schemeClr val="accent1">
              <a:lumMod val="10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94947DC-2B84-4C24-CF80-37F2F654DCC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963D3CDD-D669-5EB4-5D4B-5AFE136DDBE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40491195-084E-5857-011E-7B8A7FD0D15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41924709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20136EAA-FB05-F91C-C62E-9CE947466D5F}"/>
              </a:ext>
            </a:extLst>
          </p:cNvPr>
          <p:cNvGrpSpPr/>
          <p:nvPr/>
        </p:nvGrpSpPr>
        <p:grpSpPr>
          <a:xfrm>
            <a:off x="4330782" y="2170761"/>
            <a:ext cx="3481371" cy="3481372"/>
            <a:chOff x="4330782" y="2170761"/>
            <a:chExt cx="3481371" cy="3481372"/>
          </a:xfrm>
        </p:grpSpPr>
        <p:sp>
          <p:nvSpPr>
            <p:cNvPr id="2" name="椭圆 1">
              <a:extLst>
                <a:ext uri="{FF2B5EF4-FFF2-40B4-BE49-F238E27FC236}">
                  <a16:creationId xmlns:a16="http://schemas.microsoft.com/office/drawing/2014/main" id="{D2FD0DD5-DB87-85AF-BB09-AC6CFA9681DB}"/>
                </a:ext>
              </a:extLst>
            </p:cNvPr>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10BE7ADF-1805-DD99-252F-8882D25D6A7C}"/>
                </a:ext>
              </a:extLst>
            </p:cNvPr>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a:extLst>
                <a:ext uri="{FF2B5EF4-FFF2-40B4-BE49-F238E27FC236}">
                  <a16:creationId xmlns:a16="http://schemas.microsoft.com/office/drawing/2014/main" id="{A0959FCA-64F2-136B-822B-614EF168FD18}"/>
                </a:ext>
              </a:extLst>
            </p:cNvPr>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E4E78F0E-A198-7F94-CFE5-629472FCB60C}"/>
                </a:ext>
              </a:extLst>
            </p:cNvPr>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4" name="矩形">
            <a:extLst>
              <a:ext uri="{FF2B5EF4-FFF2-40B4-BE49-F238E27FC236}">
                <a16:creationId xmlns:a16="http://schemas.microsoft.com/office/drawing/2014/main" id="{9CEEDE04-35D8-4760-A75E-68F7D9AAF74E}"/>
              </a:ext>
            </a:extLst>
          </p:cNvPr>
          <p:cNvSpPr/>
          <p:nvPr/>
        </p:nvSpPr>
        <p:spPr>
          <a:xfrm>
            <a:off x="3958705" y="2215159"/>
            <a:ext cx="4225524"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a:extLst>
              <a:ext uri="{FF2B5EF4-FFF2-40B4-BE49-F238E27FC236}">
                <a16:creationId xmlns:a16="http://schemas.microsoft.com/office/drawing/2014/main" id="{31E2A777-25C2-4593-B557-634059231C5C}"/>
              </a:ext>
            </a:extLst>
          </p:cNvPr>
          <p:cNvSpPr/>
          <p:nvPr/>
        </p:nvSpPr>
        <p:spPr>
          <a:xfrm>
            <a:off x="1313379" y="2210462"/>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9">
            <a:extLst>
              <a:ext uri="{FF2B5EF4-FFF2-40B4-BE49-F238E27FC236}">
                <a16:creationId xmlns:a16="http://schemas.microsoft.com/office/drawing/2014/main" id="{9990AE01-718E-4C17-958B-06D02723BFA6}"/>
              </a:ext>
            </a:extLst>
          </p:cNvPr>
          <p:cNvSpPr txBox="1"/>
          <p:nvPr/>
        </p:nvSpPr>
        <p:spPr>
          <a:xfrm>
            <a:off x="1440379" y="2260555"/>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设计价值</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Object31">
            <a:extLst>
              <a:ext uri="{FF2B5EF4-FFF2-40B4-BE49-F238E27FC236}">
                <a16:creationId xmlns:a16="http://schemas.microsoft.com/office/drawing/2014/main" id="{0267EF72-83D1-42C7-AB0C-CE9217673BB2}"/>
              </a:ext>
            </a:extLst>
          </p:cNvPr>
          <p:cNvSpPr txBox="1"/>
          <p:nvPr/>
        </p:nvSpPr>
        <p:spPr>
          <a:xfrm>
            <a:off x="1326331" y="2788449"/>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情感认同</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矩形: 圆角 14">
            <a:extLst>
              <a:ext uri="{FF2B5EF4-FFF2-40B4-BE49-F238E27FC236}">
                <a16:creationId xmlns:a16="http://schemas.microsoft.com/office/drawing/2014/main" id="{B1764B77-96AE-4BA6-87E3-75E2DD52022C}"/>
              </a:ext>
            </a:extLst>
          </p:cNvPr>
          <p:cNvSpPr/>
          <p:nvPr/>
        </p:nvSpPr>
        <p:spPr>
          <a:xfrm>
            <a:off x="1584506" y="2800391"/>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Object32">
            <a:extLst>
              <a:ext uri="{FF2B5EF4-FFF2-40B4-BE49-F238E27FC236}">
                <a16:creationId xmlns:a16="http://schemas.microsoft.com/office/drawing/2014/main" id="{373DE4F5-7B2E-448D-8783-1EFDBB7E86A8}"/>
              </a:ext>
            </a:extLst>
          </p:cNvPr>
          <p:cNvSpPr txBox="1"/>
          <p:nvPr/>
        </p:nvSpPr>
        <p:spPr>
          <a:xfrm>
            <a:off x="1641041" y="3039990"/>
            <a:ext cx="1417897"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打动人心</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超出预期</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31">
            <a:extLst>
              <a:ext uri="{FF2B5EF4-FFF2-40B4-BE49-F238E27FC236}">
                <a16:creationId xmlns:a16="http://schemas.microsoft.com/office/drawing/2014/main" id="{F3DF382C-7929-4909-9FCB-CDDD54FE0D97}"/>
              </a:ext>
            </a:extLst>
          </p:cNvPr>
          <p:cNvSpPr txBox="1"/>
          <p:nvPr/>
        </p:nvSpPr>
        <p:spPr>
          <a:xfrm>
            <a:off x="1326331" y="3793404"/>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体验认同</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8" name="矩形: 圆角 17">
            <a:extLst>
              <a:ext uri="{FF2B5EF4-FFF2-40B4-BE49-F238E27FC236}">
                <a16:creationId xmlns:a16="http://schemas.microsoft.com/office/drawing/2014/main" id="{366384BB-6623-4A4D-B029-2B9DFE01DA1D}"/>
              </a:ext>
            </a:extLst>
          </p:cNvPr>
          <p:cNvSpPr/>
          <p:nvPr/>
        </p:nvSpPr>
        <p:spPr>
          <a:xfrm>
            <a:off x="1584506" y="3805346"/>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32">
            <a:extLst>
              <a:ext uri="{FF2B5EF4-FFF2-40B4-BE49-F238E27FC236}">
                <a16:creationId xmlns:a16="http://schemas.microsoft.com/office/drawing/2014/main" id="{91697A4F-067F-44A9-8239-6473FE9F3926}"/>
              </a:ext>
            </a:extLst>
          </p:cNvPr>
          <p:cNvSpPr txBox="1"/>
          <p:nvPr/>
        </p:nvSpPr>
        <p:spPr>
          <a:xfrm>
            <a:off x="1641041" y="3942353"/>
            <a:ext cx="1417897" cy="56425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服务体验</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口碑差异</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平衡合规</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31">
            <a:extLst>
              <a:ext uri="{FF2B5EF4-FFF2-40B4-BE49-F238E27FC236}">
                <a16:creationId xmlns:a16="http://schemas.microsoft.com/office/drawing/2014/main" id="{66FD47FF-BE3F-4972-8E46-D35B0E5D4DBA}"/>
              </a:ext>
            </a:extLst>
          </p:cNvPr>
          <p:cNvSpPr txBox="1"/>
          <p:nvPr/>
        </p:nvSpPr>
        <p:spPr>
          <a:xfrm>
            <a:off x="1326331" y="4808967"/>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功能认同</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76DE3A17-91A5-4FFC-A665-38B44C14E37D}"/>
              </a:ext>
            </a:extLst>
          </p:cNvPr>
          <p:cNvSpPr/>
          <p:nvPr/>
        </p:nvSpPr>
        <p:spPr>
          <a:xfrm>
            <a:off x="1584507" y="4820909"/>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32">
            <a:extLst>
              <a:ext uri="{FF2B5EF4-FFF2-40B4-BE49-F238E27FC236}">
                <a16:creationId xmlns:a16="http://schemas.microsoft.com/office/drawing/2014/main" id="{89EBE40F-13CE-400D-801C-AF57A2025790}"/>
              </a:ext>
            </a:extLst>
          </p:cNvPr>
          <p:cNvSpPr txBox="1"/>
          <p:nvPr/>
        </p:nvSpPr>
        <p:spPr>
          <a:xfrm>
            <a:off x="1584506" y="5080021"/>
            <a:ext cx="1530968"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聆听用户  洞察需求</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设计实施  验证迭代</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0" name="直接箭头连接符 29">
            <a:extLst>
              <a:ext uri="{FF2B5EF4-FFF2-40B4-BE49-F238E27FC236}">
                <a16:creationId xmlns:a16="http://schemas.microsoft.com/office/drawing/2014/main" id="{6F866E0D-3385-485B-A5A7-7AC9CEB8436B}"/>
              </a:ext>
            </a:extLst>
          </p:cNvPr>
          <p:cNvCxnSpPr/>
          <p:nvPr/>
        </p:nvCxnSpPr>
        <p:spPr>
          <a:xfrm flipV="1">
            <a:off x="1059772" y="2210462"/>
            <a:ext cx="0" cy="349546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文本框 30">
            <a:extLst>
              <a:ext uri="{FF2B5EF4-FFF2-40B4-BE49-F238E27FC236}">
                <a16:creationId xmlns:a16="http://schemas.microsoft.com/office/drawing/2014/main" id="{2F065FDA-980C-445A-90B7-97176D5F83BB}"/>
              </a:ext>
            </a:extLst>
          </p:cNvPr>
          <p:cNvSpPr txBox="1"/>
          <p:nvPr/>
        </p:nvSpPr>
        <p:spPr>
          <a:xfrm>
            <a:off x="753171" y="3306635"/>
            <a:ext cx="253914" cy="12032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ctr" defTabSz="914400" rtl="0" fontAlgn="auto" latinLnBrk="0" hangingPunct="0">
              <a:lnSpc>
                <a:spcPct val="100000"/>
              </a:lnSpc>
              <a:spcBef>
                <a:spcPts val="0"/>
              </a:spcBef>
              <a:spcAft>
                <a:spcPts val="0"/>
              </a:spcAft>
              <a:buClrTx/>
              <a:buSzTx/>
              <a:buFontTx/>
              <a:buNone/>
              <a:tabLst/>
            </a:pPr>
            <a:r>
              <a:rPr kumimoji="0" lang="zh-CN" alt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设计赋能 业务增长</a:t>
            </a:r>
            <a:endParaRPr kumimoji="0" 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椭圆 34">
            <a:extLst>
              <a:ext uri="{FF2B5EF4-FFF2-40B4-BE49-F238E27FC236}">
                <a16:creationId xmlns:a16="http://schemas.microsoft.com/office/drawing/2014/main" id="{06AF6AE1-F7A3-4FAF-A586-165754775694}"/>
              </a:ext>
            </a:extLst>
          </p:cNvPr>
          <p:cNvSpPr/>
          <p:nvPr/>
        </p:nvSpPr>
        <p:spPr>
          <a:xfrm>
            <a:off x="5261917" y="3101897"/>
            <a:ext cx="1619100" cy="1619100"/>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24">
            <a:extLst>
              <a:ext uri="{FF2B5EF4-FFF2-40B4-BE49-F238E27FC236}">
                <a16:creationId xmlns:a16="http://schemas.microsoft.com/office/drawing/2014/main" id="{C1F6467F-24D3-420E-A165-B27FC6BCC39B}"/>
              </a:ext>
            </a:extLst>
          </p:cNvPr>
          <p:cNvSpPr txBox="1"/>
          <p:nvPr/>
        </p:nvSpPr>
        <p:spPr>
          <a:xfrm>
            <a:off x="5490902" y="3443452"/>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能力</a:t>
            </a:r>
            <a:endParaRPr kumimoji="0" lang="en-US" altLang="zh-CN"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支撑</a:t>
            </a:r>
            <a:endParaRPr kumimoji="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52BE6988-8DFE-4AC3-B892-F3C82033CA8F}"/>
              </a:ext>
            </a:extLst>
          </p:cNvPr>
          <p:cNvSpPr/>
          <p:nvPr/>
        </p:nvSpPr>
        <p:spPr>
          <a:xfrm>
            <a:off x="9171588" y="2210462"/>
            <a:ext cx="1802094"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29">
            <a:extLst>
              <a:ext uri="{FF2B5EF4-FFF2-40B4-BE49-F238E27FC236}">
                <a16:creationId xmlns:a16="http://schemas.microsoft.com/office/drawing/2014/main" id="{0FDF6B40-021E-4E59-BD64-B7998F54A8C6}"/>
              </a:ext>
            </a:extLst>
          </p:cNvPr>
          <p:cNvSpPr txBox="1"/>
          <p:nvPr/>
        </p:nvSpPr>
        <p:spPr>
          <a:xfrm>
            <a:off x="9298588" y="2260555"/>
            <a:ext cx="1548094"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团队价值</a:t>
            </a:r>
            <a:endParaRPr kumimoji="0" sz="16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Object31">
            <a:extLst>
              <a:ext uri="{FF2B5EF4-FFF2-40B4-BE49-F238E27FC236}">
                <a16:creationId xmlns:a16="http://schemas.microsoft.com/office/drawing/2014/main" id="{65412A4B-E0A0-479C-90C1-8094515A0AF8}"/>
              </a:ext>
            </a:extLst>
          </p:cNvPr>
          <p:cNvSpPr txBox="1"/>
          <p:nvPr/>
        </p:nvSpPr>
        <p:spPr>
          <a:xfrm>
            <a:off x="9184540" y="2788449"/>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引领行业</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矩形: 圆角 39">
            <a:extLst>
              <a:ext uri="{FF2B5EF4-FFF2-40B4-BE49-F238E27FC236}">
                <a16:creationId xmlns:a16="http://schemas.microsoft.com/office/drawing/2014/main" id="{DE23E324-D739-4F31-AA1A-F0C8286B2C30}"/>
              </a:ext>
            </a:extLst>
          </p:cNvPr>
          <p:cNvSpPr/>
          <p:nvPr/>
        </p:nvSpPr>
        <p:spPr>
          <a:xfrm>
            <a:off x="9442715" y="2800391"/>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a:extLst>
              <a:ext uri="{FF2B5EF4-FFF2-40B4-BE49-F238E27FC236}">
                <a16:creationId xmlns:a16="http://schemas.microsoft.com/office/drawing/2014/main" id="{27B7CBD9-264D-4695-BE81-B652EF930D8E}"/>
              </a:ext>
            </a:extLst>
          </p:cNvPr>
          <p:cNvSpPr txBox="1"/>
          <p:nvPr/>
        </p:nvSpPr>
        <p:spPr>
          <a:xfrm>
            <a:off x="9499250" y="3039990"/>
            <a:ext cx="1417897"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领导影响</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行业变革</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31">
            <a:extLst>
              <a:ext uri="{FF2B5EF4-FFF2-40B4-BE49-F238E27FC236}">
                <a16:creationId xmlns:a16="http://schemas.microsoft.com/office/drawing/2014/main" id="{8BA8FA4E-A538-4C35-A3F9-CA63F63D6CB1}"/>
              </a:ext>
            </a:extLst>
          </p:cNvPr>
          <p:cNvSpPr txBox="1"/>
          <p:nvPr/>
        </p:nvSpPr>
        <p:spPr>
          <a:xfrm>
            <a:off x="9184540" y="3793404"/>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驱动业务</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矩形: 圆角 42">
            <a:extLst>
              <a:ext uri="{FF2B5EF4-FFF2-40B4-BE49-F238E27FC236}">
                <a16:creationId xmlns:a16="http://schemas.microsoft.com/office/drawing/2014/main" id="{ACEEB7E9-044A-4C67-B441-3608D1B7B55A}"/>
              </a:ext>
            </a:extLst>
          </p:cNvPr>
          <p:cNvSpPr/>
          <p:nvPr/>
        </p:nvSpPr>
        <p:spPr>
          <a:xfrm>
            <a:off x="9442715" y="3805346"/>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32">
            <a:extLst>
              <a:ext uri="{FF2B5EF4-FFF2-40B4-BE49-F238E27FC236}">
                <a16:creationId xmlns:a16="http://schemas.microsoft.com/office/drawing/2014/main" id="{EC426AF6-E90A-4145-AAFC-B0991E7F063A}"/>
              </a:ext>
            </a:extLst>
          </p:cNvPr>
          <p:cNvSpPr txBox="1"/>
          <p:nvPr/>
        </p:nvSpPr>
        <p:spPr>
          <a:xfrm>
            <a:off x="9499250" y="4050248"/>
            <a:ext cx="1417897"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体验创新</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战略前瞻</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1">
            <a:extLst>
              <a:ext uri="{FF2B5EF4-FFF2-40B4-BE49-F238E27FC236}">
                <a16:creationId xmlns:a16="http://schemas.microsoft.com/office/drawing/2014/main" id="{FE92356C-43BC-41D3-A1F4-A4545F80EBD0}"/>
              </a:ext>
            </a:extLst>
          </p:cNvPr>
          <p:cNvSpPr txBox="1"/>
          <p:nvPr/>
        </p:nvSpPr>
        <p:spPr>
          <a:xfrm>
            <a:off x="9184540" y="4808967"/>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nchor="ctr">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协同业务</a:t>
            </a:r>
            <a:endParaRPr kumimoji="0" sz="12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矩形: 圆角 45">
            <a:extLst>
              <a:ext uri="{FF2B5EF4-FFF2-40B4-BE49-F238E27FC236}">
                <a16:creationId xmlns:a16="http://schemas.microsoft.com/office/drawing/2014/main" id="{0A28419B-C91C-447F-A683-7B0754462DFF}"/>
              </a:ext>
            </a:extLst>
          </p:cNvPr>
          <p:cNvSpPr/>
          <p:nvPr/>
        </p:nvSpPr>
        <p:spPr>
          <a:xfrm>
            <a:off x="9442716" y="4820909"/>
            <a:ext cx="1530967" cy="83827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32">
            <a:extLst>
              <a:ext uri="{FF2B5EF4-FFF2-40B4-BE49-F238E27FC236}">
                <a16:creationId xmlns:a16="http://schemas.microsoft.com/office/drawing/2014/main" id="{6DDEAE03-7F6A-474F-9335-A2590A43A5F0}"/>
              </a:ext>
            </a:extLst>
          </p:cNvPr>
          <p:cNvSpPr txBox="1"/>
          <p:nvPr/>
        </p:nvSpPr>
        <p:spPr>
          <a:xfrm>
            <a:off x="9442715" y="5080021"/>
            <a:ext cx="1530968"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nchor="ctr">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高效输出  快速上线</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沉淀规范  协作效率</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8" name="直接箭头连接符 47">
            <a:extLst>
              <a:ext uri="{FF2B5EF4-FFF2-40B4-BE49-F238E27FC236}">
                <a16:creationId xmlns:a16="http://schemas.microsoft.com/office/drawing/2014/main" id="{A72F3B7E-E950-4574-9576-F6F8B9F22680}"/>
              </a:ext>
            </a:extLst>
          </p:cNvPr>
          <p:cNvCxnSpPr/>
          <p:nvPr/>
        </p:nvCxnSpPr>
        <p:spPr>
          <a:xfrm flipV="1">
            <a:off x="11167322" y="2210462"/>
            <a:ext cx="0" cy="349546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9" name="文本框 48">
            <a:extLst>
              <a:ext uri="{FF2B5EF4-FFF2-40B4-BE49-F238E27FC236}">
                <a16:creationId xmlns:a16="http://schemas.microsoft.com/office/drawing/2014/main" id="{31E34389-EFEA-444E-B97B-5296ACC5CCE9}"/>
              </a:ext>
            </a:extLst>
          </p:cNvPr>
          <p:cNvSpPr txBox="1"/>
          <p:nvPr/>
        </p:nvSpPr>
        <p:spPr>
          <a:xfrm>
            <a:off x="11233397" y="3306635"/>
            <a:ext cx="253914" cy="120321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ctr">
            <a:spAutoFit/>
          </a:bodyPr>
          <a:lstStyle/>
          <a:p>
            <a:pPr marL="0" marR="0" indent="0" algn="ctr" defTabSz="914400" rtl="0" fontAlgn="auto" latinLnBrk="0" hangingPunct="0">
              <a:lnSpc>
                <a:spcPct val="100000"/>
              </a:lnSpc>
              <a:spcBef>
                <a:spcPts val="0"/>
              </a:spcBef>
              <a:spcAft>
                <a:spcPts val="0"/>
              </a:spcAft>
              <a:buClrTx/>
              <a:buSzTx/>
              <a:buFontTx/>
              <a:buNone/>
              <a:tabLst/>
            </a:pPr>
            <a:r>
              <a:rPr kumimoji="0" lang="zh-CN" alt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团队驱动 业务发展</a:t>
            </a:r>
            <a:endParaRPr kumimoji="0" lang="en-US" sz="105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a:extLst>
              <a:ext uri="{FF2B5EF4-FFF2-40B4-BE49-F238E27FC236}">
                <a16:creationId xmlns:a16="http://schemas.microsoft.com/office/drawing/2014/main" id="{8650B35A-3520-40F4-AE06-3CF9D547CDD6}"/>
              </a:ext>
            </a:extLst>
          </p:cNvPr>
          <p:cNvSpPr/>
          <p:nvPr/>
        </p:nvSpPr>
        <p:spPr>
          <a:xfrm>
            <a:off x="3409230" y="5283231"/>
            <a:ext cx="5324474"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制作主题包">
            <a:extLst>
              <a:ext uri="{FF2B5EF4-FFF2-40B4-BE49-F238E27FC236}">
                <a16:creationId xmlns:a16="http://schemas.microsoft.com/office/drawing/2014/main" id="{C20E13DC-E7D6-41C6-B5B8-7F8FA132A759}"/>
              </a:ext>
            </a:extLst>
          </p:cNvPr>
          <p:cNvSpPr txBox="1"/>
          <p:nvPr/>
        </p:nvSpPr>
        <p:spPr>
          <a:xfrm>
            <a:off x="3743912" y="5354500"/>
            <a:ext cx="4655110"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200">
                <a:solidFill>
                  <a:srgbClr val="FFFFFF"/>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充分发挥设计团队价值  助力金融产品业务增长</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分析思考">
            <a:extLst>
              <a:ext uri="{FF2B5EF4-FFF2-40B4-BE49-F238E27FC236}">
                <a16:creationId xmlns:a16="http://schemas.microsoft.com/office/drawing/2014/main" id="{4EE989C2-A525-49C0-B14B-FF237B0488D6}"/>
              </a:ext>
            </a:extLst>
          </p:cNvPr>
          <p:cNvSpPr txBox="1"/>
          <p:nvPr/>
        </p:nvSpPr>
        <p:spPr>
          <a:xfrm>
            <a:off x="4073045" y="2286178"/>
            <a:ext cx="1188872"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领导力</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分析思考">
            <a:extLst>
              <a:ext uri="{FF2B5EF4-FFF2-40B4-BE49-F238E27FC236}">
                <a16:creationId xmlns:a16="http://schemas.microsoft.com/office/drawing/2014/main" id="{9E13F6C2-B0A4-4A57-A0B0-400A42958ACF}"/>
              </a:ext>
            </a:extLst>
          </p:cNvPr>
          <p:cNvSpPr txBox="1"/>
          <p:nvPr/>
        </p:nvSpPr>
        <p:spPr>
          <a:xfrm>
            <a:off x="5149925" y="2286178"/>
            <a:ext cx="291636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服务设计  用户研究  金融知识</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直接箭头连接符 60">
            <a:extLst>
              <a:ext uri="{FF2B5EF4-FFF2-40B4-BE49-F238E27FC236}">
                <a16:creationId xmlns:a16="http://schemas.microsoft.com/office/drawing/2014/main" id="{DB45188C-3CCA-46B3-B2BA-ED940FE002B5}"/>
              </a:ext>
            </a:extLst>
          </p:cNvPr>
          <p:cNvCxnSpPr>
            <a:cxnSpLocks/>
            <a:stCxn id="35" idx="0"/>
          </p:cNvCxnSpPr>
          <p:nvPr/>
        </p:nvCxnSpPr>
        <p:spPr>
          <a:xfrm flipV="1">
            <a:off x="6071467" y="2593159"/>
            <a:ext cx="0" cy="50873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3" name="直接箭头连接符 62">
            <a:extLst>
              <a:ext uri="{FF2B5EF4-FFF2-40B4-BE49-F238E27FC236}">
                <a16:creationId xmlns:a16="http://schemas.microsoft.com/office/drawing/2014/main" id="{D6B0AC8E-EDE3-46F4-84C9-F657598742A5}"/>
              </a:ext>
            </a:extLst>
          </p:cNvPr>
          <p:cNvCxnSpPr>
            <a:cxnSpLocks/>
            <a:stCxn id="35" idx="4"/>
          </p:cNvCxnSpPr>
          <p:nvPr/>
        </p:nvCxnSpPr>
        <p:spPr>
          <a:xfrm>
            <a:off x="6071467" y="4720997"/>
            <a:ext cx="0" cy="56223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5" name="直接箭头连接符 64">
            <a:extLst>
              <a:ext uri="{FF2B5EF4-FFF2-40B4-BE49-F238E27FC236}">
                <a16:creationId xmlns:a16="http://schemas.microsoft.com/office/drawing/2014/main" id="{5777B751-2888-41E0-A526-89D0A9812CBE}"/>
              </a:ext>
            </a:extLst>
          </p:cNvPr>
          <p:cNvCxnSpPr>
            <a:cxnSpLocks/>
          </p:cNvCxnSpPr>
          <p:nvPr/>
        </p:nvCxnSpPr>
        <p:spPr>
          <a:xfrm flipH="1" flipV="1">
            <a:off x="3115473" y="2399462"/>
            <a:ext cx="843232" cy="4697"/>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a:extLst>
              <a:ext uri="{FF2B5EF4-FFF2-40B4-BE49-F238E27FC236}">
                <a16:creationId xmlns:a16="http://schemas.microsoft.com/office/drawing/2014/main" id="{1027C1F7-DC67-49C1-B00D-6B8EF8FF8622}"/>
              </a:ext>
            </a:extLst>
          </p:cNvPr>
          <p:cNvCxnSpPr>
            <a:cxnSpLocks/>
          </p:cNvCxnSpPr>
          <p:nvPr/>
        </p:nvCxnSpPr>
        <p:spPr>
          <a:xfrm flipV="1">
            <a:off x="8184229" y="2399462"/>
            <a:ext cx="987359" cy="4697"/>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sp>
        <p:nvSpPr>
          <p:cNvPr id="6" name="文本框 5">
            <a:extLst>
              <a:ext uri="{FF2B5EF4-FFF2-40B4-BE49-F238E27FC236}">
                <a16:creationId xmlns:a16="http://schemas.microsoft.com/office/drawing/2014/main" id="{FAED8184-517D-802A-4B67-DCF26565F60E}"/>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8" name="矩形 7">
            <a:extLst>
              <a:ext uri="{FF2B5EF4-FFF2-40B4-BE49-F238E27FC236}">
                <a16:creationId xmlns:a16="http://schemas.microsoft.com/office/drawing/2014/main" id="{8A63EBFB-68AE-796F-DBAC-1BC56DE8F0A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文本框 8">
            <a:extLst>
              <a:ext uri="{FF2B5EF4-FFF2-40B4-BE49-F238E27FC236}">
                <a16:creationId xmlns:a16="http://schemas.microsoft.com/office/drawing/2014/main" id="{5D909AC4-CA0C-B3CC-268B-D16F00E6261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38034332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id="{0DEB43FC-40BE-8D1B-4FDB-1531B7E6FB5B}"/>
              </a:ext>
            </a:extLst>
          </p:cNvPr>
          <p:cNvGrpSpPr/>
          <p:nvPr/>
        </p:nvGrpSpPr>
        <p:grpSpPr>
          <a:xfrm>
            <a:off x="1615923" y="2229675"/>
            <a:ext cx="3481371" cy="3481372"/>
            <a:chOff x="4330782" y="2170761"/>
            <a:chExt cx="3481371" cy="3481372"/>
          </a:xfrm>
        </p:grpSpPr>
        <p:sp>
          <p:nvSpPr>
            <p:cNvPr id="8" name="椭圆 7">
              <a:extLst>
                <a:ext uri="{FF2B5EF4-FFF2-40B4-BE49-F238E27FC236}">
                  <a16:creationId xmlns:a16="http://schemas.microsoft.com/office/drawing/2014/main" id="{78B20BDC-1151-42CA-7BE5-C5737BBAB4E5}"/>
                </a:ext>
              </a:extLst>
            </p:cNvPr>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1BFFBD1B-FFB9-275D-4DD7-4AAD1CD36A6C}"/>
                </a:ext>
              </a:extLst>
            </p:cNvPr>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4AA79FD9-FD17-75EB-6AD4-B745AC066223}"/>
                </a:ext>
              </a:extLst>
            </p:cNvPr>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2570E47C-67E4-0902-0293-B780849024DA}"/>
                </a:ext>
              </a:extLst>
            </p:cNvPr>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2" name="组合 1">
            <a:extLst>
              <a:ext uri="{FF2B5EF4-FFF2-40B4-BE49-F238E27FC236}">
                <a16:creationId xmlns:a16="http://schemas.microsoft.com/office/drawing/2014/main" id="{18A66BF4-A416-965E-EA3A-E02F8DEE2E19}"/>
              </a:ext>
            </a:extLst>
          </p:cNvPr>
          <p:cNvGrpSpPr/>
          <p:nvPr/>
        </p:nvGrpSpPr>
        <p:grpSpPr>
          <a:xfrm>
            <a:off x="7100026" y="2229675"/>
            <a:ext cx="3481371" cy="3481372"/>
            <a:chOff x="4330782" y="2170761"/>
            <a:chExt cx="3481371" cy="3481372"/>
          </a:xfrm>
        </p:grpSpPr>
        <p:sp>
          <p:nvSpPr>
            <p:cNvPr id="3" name="椭圆 2">
              <a:extLst>
                <a:ext uri="{FF2B5EF4-FFF2-40B4-BE49-F238E27FC236}">
                  <a16:creationId xmlns:a16="http://schemas.microsoft.com/office/drawing/2014/main" id="{66ABA938-D47C-F01B-B6D1-78F578D7DB55}"/>
                </a:ext>
              </a:extLst>
            </p:cNvPr>
            <p:cNvSpPr/>
            <p:nvPr/>
          </p:nvSpPr>
          <p:spPr>
            <a:xfrm>
              <a:off x="4330782"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a:extLst>
                <a:ext uri="{FF2B5EF4-FFF2-40B4-BE49-F238E27FC236}">
                  <a16:creationId xmlns:a16="http://schemas.microsoft.com/office/drawing/2014/main" id="{B8908F47-C25E-FC25-01F1-C1109D707DAB}"/>
                </a:ext>
              </a:extLst>
            </p:cNvPr>
            <p:cNvSpPr/>
            <p:nvPr/>
          </p:nvSpPr>
          <p:spPr>
            <a:xfrm flipH="1">
              <a:off x="5261917" y="2633123"/>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7D6714E4-C878-C4A4-BE03-EBCE2E58B436}"/>
                </a:ext>
              </a:extLst>
            </p:cNvPr>
            <p:cNvSpPr/>
            <p:nvPr/>
          </p:nvSpPr>
          <p:spPr>
            <a:xfrm>
              <a:off x="4793604" y="3101897"/>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54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椭圆 5">
              <a:extLst>
                <a:ext uri="{FF2B5EF4-FFF2-40B4-BE49-F238E27FC236}">
                  <a16:creationId xmlns:a16="http://schemas.microsoft.com/office/drawing/2014/main" id="{BF597D5D-26BF-2AA4-317E-ADFDD71C0789}"/>
                </a:ext>
              </a:extLst>
            </p:cNvPr>
            <p:cNvSpPr/>
            <p:nvPr/>
          </p:nvSpPr>
          <p:spPr>
            <a:xfrm flipH="1">
              <a:off x="4806566" y="2170761"/>
              <a:ext cx="2550236" cy="255023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57" name="矩形">
            <a:extLst>
              <a:ext uri="{FF2B5EF4-FFF2-40B4-BE49-F238E27FC236}">
                <a16:creationId xmlns:a16="http://schemas.microsoft.com/office/drawing/2014/main" id="{045F8EE6-3C5B-4012-BDBC-071B30DC2C11}"/>
              </a:ext>
            </a:extLst>
          </p:cNvPr>
          <p:cNvSpPr/>
          <p:nvPr/>
        </p:nvSpPr>
        <p:spPr>
          <a:xfrm>
            <a:off x="6155294" y="3477044"/>
            <a:ext cx="1062313"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a:extLst>
              <a:ext uri="{FF2B5EF4-FFF2-40B4-BE49-F238E27FC236}">
                <a16:creationId xmlns:a16="http://schemas.microsoft.com/office/drawing/2014/main" id="{338615F8-5BE0-4C02-A2DB-5D2628E8C6ED}"/>
              </a:ext>
            </a:extLst>
          </p:cNvPr>
          <p:cNvSpPr/>
          <p:nvPr/>
        </p:nvSpPr>
        <p:spPr>
          <a:xfrm>
            <a:off x="6155294" y="4349797"/>
            <a:ext cx="1062313"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a:extLst>
              <a:ext uri="{FF2B5EF4-FFF2-40B4-BE49-F238E27FC236}">
                <a16:creationId xmlns:a16="http://schemas.microsoft.com/office/drawing/2014/main" id="{AEA66D26-6D1E-4FDE-9164-BAB268919B18}"/>
              </a:ext>
            </a:extLst>
          </p:cNvPr>
          <p:cNvSpPr/>
          <p:nvPr/>
        </p:nvSpPr>
        <p:spPr>
          <a:xfrm>
            <a:off x="5089118" y="2103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a:extLst>
              <a:ext uri="{FF2B5EF4-FFF2-40B4-BE49-F238E27FC236}">
                <a16:creationId xmlns:a16="http://schemas.microsoft.com/office/drawing/2014/main" id="{87401D0E-9A41-40DE-8B93-6C1B9CE63E72}"/>
              </a:ext>
            </a:extLst>
          </p:cNvPr>
          <p:cNvSpPr/>
          <p:nvPr/>
        </p:nvSpPr>
        <p:spPr>
          <a:xfrm>
            <a:off x="6699337" y="2103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a:extLst>
              <a:ext uri="{FF2B5EF4-FFF2-40B4-BE49-F238E27FC236}">
                <a16:creationId xmlns:a16="http://schemas.microsoft.com/office/drawing/2014/main" id="{A4284134-4F9E-4BF7-8593-99134A0794EA}"/>
              </a:ext>
            </a:extLst>
          </p:cNvPr>
          <p:cNvSpPr/>
          <p:nvPr/>
        </p:nvSpPr>
        <p:spPr>
          <a:xfrm>
            <a:off x="8309556" y="2103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a:extLst>
              <a:ext uri="{FF2B5EF4-FFF2-40B4-BE49-F238E27FC236}">
                <a16:creationId xmlns:a16="http://schemas.microsoft.com/office/drawing/2014/main" id="{0002BC67-AE33-40D3-9BC3-0F2581EB035F}"/>
              </a:ext>
            </a:extLst>
          </p:cNvPr>
          <p:cNvSpPr/>
          <p:nvPr/>
        </p:nvSpPr>
        <p:spPr>
          <a:xfrm>
            <a:off x="666748" y="2929702"/>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a:extLst>
              <a:ext uri="{FF2B5EF4-FFF2-40B4-BE49-F238E27FC236}">
                <a16:creationId xmlns:a16="http://schemas.microsoft.com/office/drawing/2014/main" id="{6959D328-8ED6-4226-8BAF-17969AA45205}"/>
              </a:ext>
            </a:extLst>
          </p:cNvPr>
          <p:cNvSpPr/>
          <p:nvPr/>
        </p:nvSpPr>
        <p:spPr>
          <a:xfrm>
            <a:off x="666748" y="3536998"/>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a:extLst>
              <a:ext uri="{FF2B5EF4-FFF2-40B4-BE49-F238E27FC236}">
                <a16:creationId xmlns:a16="http://schemas.microsoft.com/office/drawing/2014/main" id="{EC71FEDF-E716-4C81-BA88-DE8E969B5D4F}"/>
              </a:ext>
            </a:extLst>
          </p:cNvPr>
          <p:cNvSpPr/>
          <p:nvPr/>
        </p:nvSpPr>
        <p:spPr>
          <a:xfrm>
            <a:off x="666748" y="4149460"/>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a:extLst>
              <a:ext uri="{FF2B5EF4-FFF2-40B4-BE49-F238E27FC236}">
                <a16:creationId xmlns:a16="http://schemas.microsoft.com/office/drawing/2014/main" id="{369C1CFD-E62C-4A18-A27A-2074BB0E1B39}"/>
              </a:ext>
            </a:extLst>
          </p:cNvPr>
          <p:cNvSpPr/>
          <p:nvPr/>
        </p:nvSpPr>
        <p:spPr>
          <a:xfrm>
            <a:off x="666748" y="4744801"/>
            <a:ext cx="1062313" cy="378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弧形 79">
            <a:extLst>
              <a:ext uri="{FF2B5EF4-FFF2-40B4-BE49-F238E27FC236}">
                <a16:creationId xmlns:a16="http://schemas.microsoft.com/office/drawing/2014/main" id="{4C19D194-B2EB-4219-9D5B-8A227E38D46D}"/>
              </a:ext>
            </a:extLst>
          </p:cNvPr>
          <p:cNvSpPr/>
          <p:nvPr/>
        </p:nvSpPr>
        <p:spPr>
          <a:xfrm>
            <a:off x="6576370" y="2153689"/>
            <a:ext cx="3637440" cy="3637440"/>
          </a:xfrm>
          <a:prstGeom prst="arc">
            <a:avLst>
              <a:gd name="adj1" fmla="val 6886407"/>
              <a:gd name="adj2" fmla="val 13934070"/>
            </a:avLst>
          </a:prstGeom>
          <a:noFill/>
          <a:ln w="12700" cap="flat">
            <a:solidFill>
              <a:schemeClr val="accent1">
                <a:lumMod val="100000"/>
              </a:schemeClr>
            </a:solidFill>
            <a:prstDash val="sysDash"/>
            <a:miter lim="800000"/>
            <a:headEnd type="triangle"/>
            <a:tailEnd type="non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5D6A00F1-48FB-4BE4-B3E4-ABBBE67064B1}"/>
              </a:ext>
            </a:extLst>
          </p:cNvPr>
          <p:cNvSpPr/>
          <p:nvPr/>
        </p:nvSpPr>
        <p:spPr>
          <a:xfrm>
            <a:off x="2554364" y="3167212"/>
            <a:ext cx="1619100" cy="1619100"/>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4">
            <a:extLst>
              <a:ext uri="{FF2B5EF4-FFF2-40B4-BE49-F238E27FC236}">
                <a16:creationId xmlns:a16="http://schemas.microsoft.com/office/drawing/2014/main" id="{B224BE4D-656D-4518-9807-004AB2B41A96}"/>
              </a:ext>
            </a:extLst>
          </p:cNvPr>
          <p:cNvSpPr txBox="1"/>
          <p:nvPr/>
        </p:nvSpPr>
        <p:spPr>
          <a:xfrm>
            <a:off x="2783349" y="3558256"/>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需求沟通</a:t>
            </a:r>
            <a:endParaRPr kumimoji="0" lang="en-US" altLang="zh-CN"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组件评估</a:t>
            </a:r>
            <a:endParaRPr kumimoji="0"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A1FD9B9F-D27B-4836-BAE0-6B1A248A4ADA}"/>
              </a:ext>
            </a:extLst>
          </p:cNvPr>
          <p:cNvSpPr/>
          <p:nvPr/>
        </p:nvSpPr>
        <p:spPr>
          <a:xfrm>
            <a:off x="2185339" y="2103460"/>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29">
            <a:extLst>
              <a:ext uri="{FF2B5EF4-FFF2-40B4-BE49-F238E27FC236}">
                <a16:creationId xmlns:a16="http://schemas.microsoft.com/office/drawing/2014/main" id="{53C5195A-4081-44C0-8028-572FD8EF4CB3}"/>
              </a:ext>
            </a:extLst>
          </p:cNvPr>
          <p:cNvSpPr txBox="1"/>
          <p:nvPr/>
        </p:nvSpPr>
        <p:spPr>
          <a:xfrm>
            <a:off x="2351456" y="2153553"/>
            <a:ext cx="2024916"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新组件</a:t>
            </a:r>
            <a:r>
              <a:rPr kumimoji="0" lang="en-US" altLang="zh-CN"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or</a:t>
            </a: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组件升级</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2031C46C-C052-4B54-B7AE-B34270354F30}"/>
              </a:ext>
            </a:extLst>
          </p:cNvPr>
          <p:cNvSpPr/>
          <p:nvPr/>
        </p:nvSpPr>
        <p:spPr>
          <a:xfrm>
            <a:off x="2185339" y="5469194"/>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29">
            <a:extLst>
              <a:ext uri="{FF2B5EF4-FFF2-40B4-BE49-F238E27FC236}">
                <a16:creationId xmlns:a16="http://schemas.microsoft.com/office/drawing/2014/main" id="{088CD1C7-C707-4885-AF0B-2E8C301351D8}"/>
              </a:ext>
            </a:extLst>
          </p:cNvPr>
          <p:cNvSpPr txBox="1"/>
          <p:nvPr/>
        </p:nvSpPr>
        <p:spPr>
          <a:xfrm>
            <a:off x="2351456" y="5519287"/>
            <a:ext cx="2024916"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已有组件</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分析思考">
            <a:extLst>
              <a:ext uri="{FF2B5EF4-FFF2-40B4-BE49-F238E27FC236}">
                <a16:creationId xmlns:a16="http://schemas.microsoft.com/office/drawing/2014/main" id="{94877444-5BF7-4687-A1E5-5156627C7148}"/>
              </a:ext>
            </a:extLst>
          </p:cNvPr>
          <p:cNvSpPr txBox="1"/>
          <p:nvPr/>
        </p:nvSpPr>
        <p:spPr>
          <a:xfrm>
            <a:off x="753267" y="3000721"/>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分析思考">
            <a:extLst>
              <a:ext uri="{FF2B5EF4-FFF2-40B4-BE49-F238E27FC236}">
                <a16:creationId xmlns:a16="http://schemas.microsoft.com/office/drawing/2014/main" id="{F2CDBDC2-5400-45AB-AD88-123EF3548D4A}"/>
              </a:ext>
            </a:extLst>
          </p:cNvPr>
          <p:cNvSpPr txBox="1"/>
          <p:nvPr/>
        </p:nvSpPr>
        <p:spPr>
          <a:xfrm>
            <a:off x="753267" y="3608017"/>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分析思考">
            <a:extLst>
              <a:ext uri="{FF2B5EF4-FFF2-40B4-BE49-F238E27FC236}">
                <a16:creationId xmlns:a16="http://schemas.microsoft.com/office/drawing/2014/main" id="{351918A6-60CB-415C-9401-ABD358EBB093}"/>
              </a:ext>
            </a:extLst>
          </p:cNvPr>
          <p:cNvSpPr txBox="1"/>
          <p:nvPr/>
        </p:nvSpPr>
        <p:spPr>
          <a:xfrm>
            <a:off x="753267" y="4220479"/>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分析思考">
            <a:extLst>
              <a:ext uri="{FF2B5EF4-FFF2-40B4-BE49-F238E27FC236}">
                <a16:creationId xmlns:a16="http://schemas.microsoft.com/office/drawing/2014/main" id="{866B25B8-61C5-4F42-A04C-2691ABF7E099}"/>
              </a:ext>
            </a:extLst>
          </p:cNvPr>
          <p:cNvSpPr txBox="1"/>
          <p:nvPr/>
        </p:nvSpPr>
        <p:spPr>
          <a:xfrm>
            <a:off x="753267" y="4815820"/>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a:t>
            </a:r>
            <a:r>
              <a:rPr kumimoji="0" lang="en-US" altLang="zh-CN"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3" name="连接符: 肘形 32">
            <a:extLst>
              <a:ext uri="{FF2B5EF4-FFF2-40B4-BE49-F238E27FC236}">
                <a16:creationId xmlns:a16="http://schemas.microsoft.com/office/drawing/2014/main" id="{4FE9D7C3-15FC-4C8F-B12F-3ED7699FE36F}"/>
              </a:ext>
            </a:extLst>
          </p:cNvPr>
          <p:cNvCxnSpPr/>
          <p:nvPr/>
        </p:nvCxnSpPr>
        <p:spPr>
          <a:xfrm>
            <a:off x="1729061" y="3118702"/>
            <a:ext cx="12700" cy="1815099"/>
          </a:xfrm>
          <a:prstGeom prst="bentConnector3">
            <a:avLst>
              <a:gd name="adj1" fmla="val 2657142"/>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6" name="直接连接符 35">
            <a:extLst>
              <a:ext uri="{FF2B5EF4-FFF2-40B4-BE49-F238E27FC236}">
                <a16:creationId xmlns:a16="http://schemas.microsoft.com/office/drawing/2014/main" id="{8306CFD5-9FD6-4569-B902-C3F8EF3ECFE8}"/>
              </a:ext>
            </a:extLst>
          </p:cNvPr>
          <p:cNvCxnSpPr/>
          <p:nvPr/>
        </p:nvCxnSpPr>
        <p:spPr>
          <a:xfrm>
            <a:off x="1729061" y="3725998"/>
            <a:ext cx="341039" cy="2583"/>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7" name="直接连接符 36">
            <a:extLst>
              <a:ext uri="{FF2B5EF4-FFF2-40B4-BE49-F238E27FC236}">
                <a16:creationId xmlns:a16="http://schemas.microsoft.com/office/drawing/2014/main" id="{555F6980-FFD9-42C0-A537-F37ABF91E540}"/>
              </a:ext>
            </a:extLst>
          </p:cNvPr>
          <p:cNvCxnSpPr/>
          <p:nvPr/>
        </p:nvCxnSpPr>
        <p:spPr>
          <a:xfrm>
            <a:off x="1729061" y="4347214"/>
            <a:ext cx="341039" cy="2583"/>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9" name="直接箭头连接符 38">
            <a:extLst>
              <a:ext uri="{FF2B5EF4-FFF2-40B4-BE49-F238E27FC236}">
                <a16:creationId xmlns:a16="http://schemas.microsoft.com/office/drawing/2014/main" id="{788F4089-81BA-4283-B11E-39D475993B87}"/>
              </a:ext>
            </a:extLst>
          </p:cNvPr>
          <p:cNvCxnSpPr>
            <a:cxnSpLocks/>
          </p:cNvCxnSpPr>
          <p:nvPr/>
        </p:nvCxnSpPr>
        <p:spPr>
          <a:xfrm>
            <a:off x="2070100" y="4026251"/>
            <a:ext cx="458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1" name="椭圆 40">
            <a:extLst>
              <a:ext uri="{FF2B5EF4-FFF2-40B4-BE49-F238E27FC236}">
                <a16:creationId xmlns:a16="http://schemas.microsoft.com/office/drawing/2014/main" id="{A3353C21-D64B-4DC9-932C-755A685C83F1}"/>
              </a:ext>
            </a:extLst>
          </p:cNvPr>
          <p:cNvSpPr/>
          <p:nvPr/>
        </p:nvSpPr>
        <p:spPr>
          <a:xfrm>
            <a:off x="8031162" y="3167212"/>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24">
            <a:extLst>
              <a:ext uri="{FF2B5EF4-FFF2-40B4-BE49-F238E27FC236}">
                <a16:creationId xmlns:a16="http://schemas.microsoft.com/office/drawing/2014/main" id="{21544D69-4265-4478-B7D8-7B87E500D1B5}"/>
              </a:ext>
            </a:extLst>
          </p:cNvPr>
          <p:cNvSpPr txBox="1"/>
          <p:nvPr/>
        </p:nvSpPr>
        <p:spPr>
          <a:xfrm>
            <a:off x="8260147" y="3536998"/>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已有组件</a:t>
            </a:r>
            <a:r>
              <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页面模板</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D55E5619-BA8E-45AF-9506-998AA7AC08DA}"/>
              </a:ext>
            </a:extLst>
          </p:cNvPr>
          <p:cNvSpPr/>
          <p:nvPr/>
        </p:nvSpPr>
        <p:spPr>
          <a:xfrm>
            <a:off x="7662137" y="5469194"/>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29">
            <a:extLst>
              <a:ext uri="{FF2B5EF4-FFF2-40B4-BE49-F238E27FC236}">
                <a16:creationId xmlns:a16="http://schemas.microsoft.com/office/drawing/2014/main" id="{A1078B71-3D60-4F4B-AF24-20B06D31BA80}"/>
              </a:ext>
            </a:extLst>
          </p:cNvPr>
          <p:cNvSpPr txBox="1"/>
          <p:nvPr/>
        </p:nvSpPr>
        <p:spPr>
          <a:xfrm>
            <a:off x="7828254" y="5519287"/>
            <a:ext cx="2024916"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组件库</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分析思考">
            <a:extLst>
              <a:ext uri="{FF2B5EF4-FFF2-40B4-BE49-F238E27FC236}">
                <a16:creationId xmlns:a16="http://schemas.microsoft.com/office/drawing/2014/main" id="{A65E1E1B-91D2-42E0-B121-4A0603507095}"/>
              </a:ext>
            </a:extLst>
          </p:cNvPr>
          <p:cNvSpPr txBox="1"/>
          <p:nvPr/>
        </p:nvSpPr>
        <p:spPr>
          <a:xfrm>
            <a:off x="5175637" y="2174479"/>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交互设计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分析思考">
            <a:extLst>
              <a:ext uri="{FF2B5EF4-FFF2-40B4-BE49-F238E27FC236}">
                <a16:creationId xmlns:a16="http://schemas.microsoft.com/office/drawing/2014/main" id="{BD767791-4396-4AAE-9096-833B0476ACAA}"/>
              </a:ext>
            </a:extLst>
          </p:cNvPr>
          <p:cNvSpPr txBox="1"/>
          <p:nvPr/>
        </p:nvSpPr>
        <p:spPr>
          <a:xfrm>
            <a:off x="6785856" y="2174479"/>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视觉设计</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分析思考">
            <a:extLst>
              <a:ext uri="{FF2B5EF4-FFF2-40B4-BE49-F238E27FC236}">
                <a16:creationId xmlns:a16="http://schemas.microsoft.com/office/drawing/2014/main" id="{E576541F-8EAF-4E71-BA7A-1A5CE882F3D4}"/>
              </a:ext>
            </a:extLst>
          </p:cNvPr>
          <p:cNvSpPr txBox="1"/>
          <p:nvPr/>
        </p:nvSpPr>
        <p:spPr>
          <a:xfrm>
            <a:off x="8396075" y="2174479"/>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前端开发</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a:extLst>
              <a:ext uri="{FF2B5EF4-FFF2-40B4-BE49-F238E27FC236}">
                <a16:creationId xmlns:a16="http://schemas.microsoft.com/office/drawing/2014/main" id="{C86EFCFF-0EF7-4ACE-A96D-145376AFC795}"/>
              </a:ext>
            </a:extLst>
          </p:cNvPr>
          <p:cNvSpPr/>
          <p:nvPr/>
        </p:nvSpPr>
        <p:spPr>
          <a:xfrm>
            <a:off x="10193724" y="2091424"/>
            <a:ext cx="1325176"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29">
            <a:extLst>
              <a:ext uri="{FF2B5EF4-FFF2-40B4-BE49-F238E27FC236}">
                <a16:creationId xmlns:a16="http://schemas.microsoft.com/office/drawing/2014/main" id="{CE2D90DE-8988-43B3-84C9-FA058E1FFD27}"/>
              </a:ext>
            </a:extLst>
          </p:cNvPr>
          <p:cNvSpPr txBox="1"/>
          <p:nvPr/>
        </p:nvSpPr>
        <p:spPr>
          <a:xfrm>
            <a:off x="10287114" y="2141517"/>
            <a:ext cx="1138396" cy="27781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上线</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分析思考">
            <a:extLst>
              <a:ext uri="{FF2B5EF4-FFF2-40B4-BE49-F238E27FC236}">
                <a16:creationId xmlns:a16="http://schemas.microsoft.com/office/drawing/2014/main" id="{BD56925F-CB6D-472A-8DE9-213BE3DF3984}"/>
              </a:ext>
            </a:extLst>
          </p:cNvPr>
          <p:cNvSpPr txBox="1"/>
          <p:nvPr/>
        </p:nvSpPr>
        <p:spPr>
          <a:xfrm>
            <a:off x="6241813" y="3548063"/>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沉淀</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分析思考">
            <a:extLst>
              <a:ext uri="{FF2B5EF4-FFF2-40B4-BE49-F238E27FC236}">
                <a16:creationId xmlns:a16="http://schemas.microsoft.com/office/drawing/2014/main" id="{1B510E93-3F04-4C15-8B73-08AB1E7FE8D7}"/>
              </a:ext>
            </a:extLst>
          </p:cNvPr>
          <p:cNvSpPr txBox="1"/>
          <p:nvPr/>
        </p:nvSpPr>
        <p:spPr>
          <a:xfrm>
            <a:off x="6241813" y="4420816"/>
            <a:ext cx="889275"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评审</a:t>
            </a:r>
            <a:r>
              <a:rPr kumimoji="0" lang="en-US" altLang="zh-CN"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kumimoji="0" lang="zh-CN" altLang="en-US"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验证</a:t>
            </a:r>
            <a:endParaRPr kumimoji="0" sz="12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1" name="直接箭头连接符 60">
            <a:extLst>
              <a:ext uri="{FF2B5EF4-FFF2-40B4-BE49-F238E27FC236}">
                <a16:creationId xmlns:a16="http://schemas.microsoft.com/office/drawing/2014/main" id="{401974FA-AB47-4C40-9890-261A890AF500}"/>
              </a:ext>
            </a:extLst>
          </p:cNvPr>
          <p:cNvCxnSpPr/>
          <p:nvPr/>
        </p:nvCxnSpPr>
        <p:spPr>
          <a:xfrm>
            <a:off x="4542489" y="2292460"/>
            <a:ext cx="546629"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3" name="直接箭头连接符 62">
            <a:extLst>
              <a:ext uri="{FF2B5EF4-FFF2-40B4-BE49-F238E27FC236}">
                <a16:creationId xmlns:a16="http://schemas.microsoft.com/office/drawing/2014/main" id="{048ED584-6A98-406E-BF84-E7A4DA1EBE9E}"/>
              </a:ext>
            </a:extLst>
          </p:cNvPr>
          <p:cNvCxnSpPr/>
          <p:nvPr/>
        </p:nvCxnSpPr>
        <p:spPr>
          <a:xfrm>
            <a:off x="6151431" y="2292460"/>
            <a:ext cx="547906"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5" name="直接箭头连接符 64">
            <a:extLst>
              <a:ext uri="{FF2B5EF4-FFF2-40B4-BE49-F238E27FC236}">
                <a16:creationId xmlns:a16="http://schemas.microsoft.com/office/drawing/2014/main" id="{87ECE84D-1E67-49B4-B5F7-4E599B0199F4}"/>
              </a:ext>
            </a:extLst>
          </p:cNvPr>
          <p:cNvCxnSpPr/>
          <p:nvPr/>
        </p:nvCxnSpPr>
        <p:spPr>
          <a:xfrm>
            <a:off x="7761650" y="2292460"/>
            <a:ext cx="547906"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a:extLst>
              <a:ext uri="{FF2B5EF4-FFF2-40B4-BE49-F238E27FC236}">
                <a16:creationId xmlns:a16="http://schemas.microsoft.com/office/drawing/2014/main" id="{EF112086-F5EF-4C33-A7D8-7CC0676FD31E}"/>
              </a:ext>
            </a:extLst>
          </p:cNvPr>
          <p:cNvCxnSpPr/>
          <p:nvPr/>
        </p:nvCxnSpPr>
        <p:spPr>
          <a:xfrm flipV="1">
            <a:off x="9371869" y="2280424"/>
            <a:ext cx="821855" cy="1203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9" name="直接箭头连接符 68">
            <a:extLst>
              <a:ext uri="{FF2B5EF4-FFF2-40B4-BE49-F238E27FC236}">
                <a16:creationId xmlns:a16="http://schemas.microsoft.com/office/drawing/2014/main" id="{6C373931-B6B3-4DFE-B234-0DCB027FCEE8}"/>
              </a:ext>
            </a:extLst>
          </p:cNvPr>
          <p:cNvCxnSpPr/>
          <p:nvPr/>
        </p:nvCxnSpPr>
        <p:spPr>
          <a:xfrm>
            <a:off x="4542489" y="5658194"/>
            <a:ext cx="3119648"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1" name="直接箭头连接符 70">
            <a:extLst>
              <a:ext uri="{FF2B5EF4-FFF2-40B4-BE49-F238E27FC236}">
                <a16:creationId xmlns:a16="http://schemas.microsoft.com/office/drawing/2014/main" id="{D9B149BD-C417-45A4-8FFA-EE6B286E054F}"/>
              </a:ext>
            </a:extLst>
          </p:cNvPr>
          <p:cNvCxnSpPr>
            <a:endCxn id="41" idx="4"/>
          </p:cNvCxnSpPr>
          <p:nvPr/>
        </p:nvCxnSpPr>
        <p:spPr>
          <a:xfrm flipV="1">
            <a:off x="8840712" y="4786312"/>
            <a:ext cx="0" cy="68288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3" name="直接箭头连接符 72">
            <a:extLst>
              <a:ext uri="{FF2B5EF4-FFF2-40B4-BE49-F238E27FC236}">
                <a16:creationId xmlns:a16="http://schemas.microsoft.com/office/drawing/2014/main" id="{F4DBACBA-05C3-47C2-960A-AD92E42A3CF5}"/>
              </a:ext>
            </a:extLst>
          </p:cNvPr>
          <p:cNvCxnSpPr>
            <a:stCxn id="41" idx="0"/>
          </p:cNvCxnSpPr>
          <p:nvPr/>
        </p:nvCxnSpPr>
        <p:spPr>
          <a:xfrm flipV="1">
            <a:off x="8840712" y="2481460"/>
            <a:ext cx="1" cy="68575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5" name="直接箭头连接符 74">
            <a:extLst>
              <a:ext uri="{FF2B5EF4-FFF2-40B4-BE49-F238E27FC236}">
                <a16:creationId xmlns:a16="http://schemas.microsoft.com/office/drawing/2014/main" id="{9E689BE3-D5C3-4374-B9EC-98BD8C96DA1B}"/>
              </a:ext>
            </a:extLst>
          </p:cNvPr>
          <p:cNvCxnSpPr>
            <a:cxnSpLocks/>
          </p:cNvCxnSpPr>
          <p:nvPr/>
        </p:nvCxnSpPr>
        <p:spPr>
          <a:xfrm>
            <a:off x="3360044" y="2481460"/>
            <a:ext cx="0" cy="68575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9" name="直接箭头连接符 78">
            <a:extLst>
              <a:ext uri="{FF2B5EF4-FFF2-40B4-BE49-F238E27FC236}">
                <a16:creationId xmlns:a16="http://schemas.microsoft.com/office/drawing/2014/main" id="{9C8476E9-9EF9-4290-9EAB-F41B3684F19E}"/>
              </a:ext>
            </a:extLst>
          </p:cNvPr>
          <p:cNvCxnSpPr>
            <a:cxnSpLocks/>
          </p:cNvCxnSpPr>
          <p:nvPr/>
        </p:nvCxnSpPr>
        <p:spPr>
          <a:xfrm>
            <a:off x="3360044" y="4786312"/>
            <a:ext cx="0" cy="68288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2" name="文本框 11">
            <a:extLst>
              <a:ext uri="{FF2B5EF4-FFF2-40B4-BE49-F238E27FC236}">
                <a16:creationId xmlns:a16="http://schemas.microsoft.com/office/drawing/2014/main" id="{E1C4B345-FABB-D741-D215-C4E4218481F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3" name="矩形 12">
            <a:extLst>
              <a:ext uri="{FF2B5EF4-FFF2-40B4-BE49-F238E27FC236}">
                <a16:creationId xmlns:a16="http://schemas.microsoft.com/office/drawing/2014/main" id="{AA449B74-1AFF-6CFB-4CCB-6740584A56A8}"/>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文本框 13">
            <a:extLst>
              <a:ext uri="{FF2B5EF4-FFF2-40B4-BE49-F238E27FC236}">
                <a16:creationId xmlns:a16="http://schemas.microsoft.com/office/drawing/2014/main" id="{DA2DB695-64AE-4B7D-C04B-BE4A3A25BA1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52401260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圆角 19">
            <a:extLst>
              <a:ext uri="{FF2B5EF4-FFF2-40B4-BE49-F238E27FC236}">
                <a16:creationId xmlns:a16="http://schemas.microsoft.com/office/drawing/2014/main" id="{1DA2E882-2123-42D5-90A2-6FCA412589D5}"/>
              </a:ext>
            </a:extLst>
          </p:cNvPr>
          <p:cNvSpPr/>
          <p:nvPr/>
        </p:nvSpPr>
        <p:spPr>
          <a:xfrm flipH="1">
            <a:off x="6401968" y="1934804"/>
            <a:ext cx="4769718" cy="1222024"/>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5B26A841-A8BC-4D41-A24C-8937495082CD}"/>
              </a:ext>
            </a:extLst>
          </p:cNvPr>
          <p:cNvSpPr/>
          <p:nvPr/>
        </p:nvSpPr>
        <p:spPr>
          <a:xfrm flipH="1">
            <a:off x="6401968" y="3396162"/>
            <a:ext cx="4769718" cy="1224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954A7B85-614E-488F-8DC0-6D6BC3B563DC}"/>
              </a:ext>
            </a:extLst>
          </p:cNvPr>
          <p:cNvSpPr/>
          <p:nvPr/>
        </p:nvSpPr>
        <p:spPr>
          <a:xfrm flipH="1">
            <a:off x="6401968" y="4904419"/>
            <a:ext cx="4769718" cy="122400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9C16F30B-B59D-422B-9B77-BBF6B6BE5699}"/>
              </a:ext>
            </a:extLst>
          </p:cNvPr>
          <p:cNvSpPr/>
          <p:nvPr/>
        </p:nvSpPr>
        <p:spPr>
          <a:xfrm>
            <a:off x="1371377" y="1935404"/>
            <a:ext cx="4192414" cy="4192414"/>
          </a:xfrm>
          <a:prstGeom prst="ellipse">
            <a:avLst/>
          </a:prstGeom>
          <a:gradFill flip="none" rotWithShape="1">
            <a:gsLst>
              <a:gs pos="75000">
                <a:schemeClr val="bg1"/>
              </a:gs>
              <a:gs pos="100000">
                <a:schemeClr val="accent1">
                  <a:alpha val="77000"/>
                </a:schemeClr>
              </a:gs>
            </a:gsLst>
            <a:path path="shape">
              <a:fillToRect l="50000" t="50000" r="50000" b="50000"/>
            </a:path>
            <a:tileRect/>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B0B56A0C-8B2E-4B84-8CC1-59B18A834964}"/>
              </a:ext>
            </a:extLst>
          </p:cNvPr>
          <p:cNvSpPr/>
          <p:nvPr/>
        </p:nvSpPr>
        <p:spPr>
          <a:xfrm>
            <a:off x="801859" y="3222061"/>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8A19A015-0763-47C8-B552-D45BCFD4FD86}"/>
              </a:ext>
            </a:extLst>
          </p:cNvPr>
          <p:cNvSpPr/>
          <p:nvPr/>
        </p:nvSpPr>
        <p:spPr>
          <a:xfrm>
            <a:off x="2890221" y="1589252"/>
            <a:ext cx="885778" cy="82238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4">
            <a:extLst>
              <a:ext uri="{FF2B5EF4-FFF2-40B4-BE49-F238E27FC236}">
                <a16:creationId xmlns:a16="http://schemas.microsoft.com/office/drawing/2014/main" id="{777EA848-C2FD-4A8E-B8F4-FDA7337EFBE5}"/>
              </a:ext>
            </a:extLst>
          </p:cNvPr>
          <p:cNvSpPr txBox="1"/>
          <p:nvPr/>
        </p:nvSpPr>
        <p:spPr>
          <a:xfrm>
            <a:off x="2916761" y="1692592"/>
            <a:ext cx="832698" cy="5560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a:t>
            </a:r>
            <a:endParaRPr kumimoji="0" lang="en-US" altLang="zh-CN"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kumimoji="0"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椭圆 13">
            <a:extLst>
              <a:ext uri="{FF2B5EF4-FFF2-40B4-BE49-F238E27FC236}">
                <a16:creationId xmlns:a16="http://schemas.microsoft.com/office/drawing/2014/main" id="{7240F3CA-06B8-4475-9421-F7AE846B3ACC}"/>
              </a:ext>
            </a:extLst>
          </p:cNvPr>
          <p:cNvSpPr/>
          <p:nvPr/>
        </p:nvSpPr>
        <p:spPr>
          <a:xfrm>
            <a:off x="4494777" y="2093313"/>
            <a:ext cx="885778" cy="88560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E890A514-C494-48D9-84C5-C9748CAA8BA4}"/>
              </a:ext>
            </a:extLst>
          </p:cNvPr>
          <p:cNvSpPr/>
          <p:nvPr/>
        </p:nvSpPr>
        <p:spPr>
          <a:xfrm>
            <a:off x="4980523" y="3558093"/>
            <a:ext cx="885778" cy="88560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椭圆 17">
            <a:extLst>
              <a:ext uri="{FF2B5EF4-FFF2-40B4-BE49-F238E27FC236}">
                <a16:creationId xmlns:a16="http://schemas.microsoft.com/office/drawing/2014/main" id="{0FC88386-F81E-49A8-AA80-4B271BA0EFC9}"/>
              </a:ext>
            </a:extLst>
          </p:cNvPr>
          <p:cNvSpPr/>
          <p:nvPr/>
        </p:nvSpPr>
        <p:spPr>
          <a:xfrm>
            <a:off x="4494777" y="5089008"/>
            <a:ext cx="885778" cy="885600"/>
          </a:xfrm>
          <a:prstGeom prst="ellipse">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a:extLst>
              <a:ext uri="{FF2B5EF4-FFF2-40B4-BE49-F238E27FC236}">
                <a16:creationId xmlns:a16="http://schemas.microsoft.com/office/drawing/2014/main" id="{2E628EC3-4D71-41F8-8A17-B23B6361F216}"/>
              </a:ext>
            </a:extLst>
          </p:cNvPr>
          <p:cNvSpPr txBox="1"/>
          <p:nvPr/>
        </p:nvSpPr>
        <p:spPr>
          <a:xfrm>
            <a:off x="5633098" y="2318018"/>
            <a:ext cx="481588" cy="20614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动态</a:t>
            </a:r>
            <a:endParaRPr kumimoji="0"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7" name="直接箭头连接符 26">
            <a:extLst>
              <a:ext uri="{FF2B5EF4-FFF2-40B4-BE49-F238E27FC236}">
                <a16:creationId xmlns:a16="http://schemas.microsoft.com/office/drawing/2014/main" id="{A80EE7B3-8C2E-42CD-AA84-4728628AD4A8}"/>
              </a:ext>
            </a:extLst>
          </p:cNvPr>
          <p:cNvCxnSpPr>
            <a:cxnSpLocks/>
            <a:stCxn id="14" idx="6"/>
          </p:cNvCxnSpPr>
          <p:nvPr/>
        </p:nvCxnSpPr>
        <p:spPr>
          <a:xfrm>
            <a:off x="5380555" y="2536113"/>
            <a:ext cx="1021413" cy="970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1" name="矩形: 圆角 30">
            <a:extLst>
              <a:ext uri="{FF2B5EF4-FFF2-40B4-BE49-F238E27FC236}">
                <a16:creationId xmlns:a16="http://schemas.microsoft.com/office/drawing/2014/main" id="{3319C293-1994-40EE-B394-5DFB3C5F1634}"/>
              </a:ext>
            </a:extLst>
          </p:cNvPr>
          <p:cNvSpPr/>
          <p:nvPr/>
        </p:nvSpPr>
        <p:spPr>
          <a:xfrm>
            <a:off x="6712069" y="2137894"/>
            <a:ext cx="828939"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设计">
            <a:extLst>
              <a:ext uri="{FF2B5EF4-FFF2-40B4-BE49-F238E27FC236}">
                <a16:creationId xmlns:a16="http://schemas.microsoft.com/office/drawing/2014/main" id="{80EF7E75-F121-4D5E-83A5-BB8753F2643B}"/>
              </a:ext>
            </a:extLst>
          </p:cNvPr>
          <p:cNvSpPr txBox="1"/>
          <p:nvPr/>
        </p:nvSpPr>
        <p:spPr>
          <a:xfrm>
            <a:off x="6677937" y="2145310"/>
            <a:ext cx="93102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想给</a:t>
            </a:r>
            <a:r>
              <a:rPr kumimoji="0" lang="en-US" altLang="zh-CN"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想要</a:t>
            </a:r>
            <a:endParaRPr kumimoji="0"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294EDCA3-C7BF-4BCE-9B4D-02F2C294206E}"/>
              </a:ext>
            </a:extLst>
          </p:cNvPr>
          <p:cNvSpPr/>
          <p:nvPr/>
        </p:nvSpPr>
        <p:spPr>
          <a:xfrm>
            <a:off x="8061897" y="2137894"/>
            <a:ext cx="828939"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4" name="设计">
            <a:extLst>
              <a:ext uri="{FF2B5EF4-FFF2-40B4-BE49-F238E27FC236}">
                <a16:creationId xmlns:a16="http://schemas.microsoft.com/office/drawing/2014/main" id="{3F2A1B26-4F5E-4FAF-A693-A819F9795BE9}"/>
              </a:ext>
            </a:extLst>
          </p:cNvPr>
          <p:cNvSpPr txBox="1"/>
          <p:nvPr/>
        </p:nvSpPr>
        <p:spPr>
          <a:xfrm>
            <a:off x="8027765" y="2145310"/>
            <a:ext cx="93102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牵引策略</a:t>
            </a:r>
            <a:endParaRPr kumimoji="0"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9C69585B-CE84-4C3A-8336-267F521D342F}"/>
              </a:ext>
            </a:extLst>
          </p:cNvPr>
          <p:cNvSpPr/>
          <p:nvPr/>
        </p:nvSpPr>
        <p:spPr>
          <a:xfrm>
            <a:off x="9377907" y="2137894"/>
            <a:ext cx="828939" cy="25079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6" name="设计">
            <a:extLst>
              <a:ext uri="{FF2B5EF4-FFF2-40B4-BE49-F238E27FC236}">
                <a16:creationId xmlns:a16="http://schemas.microsoft.com/office/drawing/2014/main" id="{A3481C6B-F43C-4EF8-B8A8-D494678B693B}"/>
              </a:ext>
            </a:extLst>
          </p:cNvPr>
          <p:cNvSpPr txBox="1"/>
          <p:nvPr/>
        </p:nvSpPr>
        <p:spPr>
          <a:xfrm>
            <a:off x="9343775" y="2145310"/>
            <a:ext cx="931021"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超越预期</a:t>
            </a:r>
            <a:endParaRPr kumimoji="0" sz="900" b="0" i="0" u="none" strike="noStrike" kern="0" cap="none" spc="0" normalizeH="0" baseline="0" noProof="0" dirty="0">
              <a:ln>
                <a:noFill/>
              </a:ln>
              <a:solidFill>
                <a:schemeClr val="bg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a:extLst>
              <a:ext uri="{FF2B5EF4-FFF2-40B4-BE49-F238E27FC236}">
                <a16:creationId xmlns:a16="http://schemas.microsoft.com/office/drawing/2014/main" id="{6917B6BD-70C4-4F03-8DD6-D7C9E3B86526}"/>
              </a:ext>
            </a:extLst>
          </p:cNvPr>
          <p:cNvSpPr/>
          <p:nvPr/>
        </p:nvSpPr>
        <p:spPr>
          <a:xfrm>
            <a:off x="8061897" y="2680727"/>
            <a:ext cx="828939" cy="280394"/>
          </a:xfrm>
          <a:prstGeom prst="roundRect">
            <a:avLst/>
          </a:prstGeom>
          <a:noFill/>
          <a:ln w="12700">
            <a:solidFill>
              <a:schemeClr val="accent1">
                <a:lumMod val="100000"/>
              </a:schemeClr>
            </a:solidFill>
            <a:prstDash val="sysDash"/>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solidFill>
                  <a:srgbClr val="FFFFFF"/>
                </a:solidFill>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FFFFFF"/>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分析思考">
            <a:extLst>
              <a:ext uri="{FF2B5EF4-FFF2-40B4-BE49-F238E27FC236}">
                <a16:creationId xmlns:a16="http://schemas.microsoft.com/office/drawing/2014/main" id="{63BF5437-A7B2-4F6F-BC2E-C0F67046F5C9}"/>
              </a:ext>
            </a:extLst>
          </p:cNvPr>
          <p:cNvSpPr txBox="1"/>
          <p:nvPr/>
        </p:nvSpPr>
        <p:spPr>
          <a:xfrm>
            <a:off x="8066209" y="2702943"/>
            <a:ext cx="824627"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a:latin typeface="PingFang SC Semibold"/>
                <a:ea typeface="PingFang SC Semibold"/>
                <a:cs typeface="PingFang SC Semibold"/>
                <a:sym typeface="PingFang SC Semibold"/>
              </a:defRPr>
            </a:lvl1pPr>
          </a:lstStyle>
          <a:p>
            <a:pPr marL="0" marR="0" lvl="0" indent="0" algn="ctr"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动态路径</a:t>
            </a:r>
            <a:endParaRPr kumimoji="0" sz="1200" b="0" i="0" u="none" strike="noStrike" kern="0" cap="none" spc="0"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a:extLst>
              <a:ext uri="{FF2B5EF4-FFF2-40B4-BE49-F238E27FC236}">
                <a16:creationId xmlns:a16="http://schemas.microsoft.com/office/drawing/2014/main" id="{002FCC45-EB00-43F4-A09C-101C6EA60F34}"/>
              </a:ext>
            </a:extLst>
          </p:cNvPr>
          <p:cNvSpPr txBox="1"/>
          <p:nvPr/>
        </p:nvSpPr>
        <p:spPr>
          <a:xfrm>
            <a:off x="9377906" y="2417805"/>
            <a:ext cx="1476189" cy="14991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间歇性创造下一个满足峰值</a:t>
            </a:r>
            <a:endParaRPr kumimoji="0"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3" name="连接符: 肘形 42">
            <a:extLst>
              <a:ext uri="{FF2B5EF4-FFF2-40B4-BE49-F238E27FC236}">
                <a16:creationId xmlns:a16="http://schemas.microsoft.com/office/drawing/2014/main" id="{9933D083-030B-4B79-A5F1-E864F6766E9F}"/>
              </a:ext>
            </a:extLst>
          </p:cNvPr>
          <p:cNvCxnSpPr>
            <a:endCxn id="40" idx="1"/>
          </p:cNvCxnSpPr>
          <p:nvPr/>
        </p:nvCxnSpPr>
        <p:spPr>
          <a:xfrm rot="16200000" flipH="1">
            <a:off x="7380256" y="2134971"/>
            <a:ext cx="432236" cy="939670"/>
          </a:xfrm>
          <a:prstGeom prst="bentConnector2">
            <a:avLst/>
          </a:prstGeom>
          <a:no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45" name="连接符: 肘形 44">
            <a:extLst>
              <a:ext uri="{FF2B5EF4-FFF2-40B4-BE49-F238E27FC236}">
                <a16:creationId xmlns:a16="http://schemas.microsoft.com/office/drawing/2014/main" id="{203B177C-83D2-4003-8E0A-B245C028B003}"/>
              </a:ext>
            </a:extLst>
          </p:cNvPr>
          <p:cNvCxnSpPr>
            <a:stCxn id="36" idx="2"/>
          </p:cNvCxnSpPr>
          <p:nvPr/>
        </p:nvCxnSpPr>
        <p:spPr>
          <a:xfrm rot="5400000">
            <a:off x="9130235" y="2141873"/>
            <a:ext cx="439652" cy="918450"/>
          </a:xfrm>
          <a:prstGeom prst="bentConnector2">
            <a:avLst/>
          </a:prstGeom>
          <a:noFill/>
          <a:ln w="635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sp>
        <p:nvSpPr>
          <p:cNvPr id="49" name="Object24">
            <a:extLst>
              <a:ext uri="{FF2B5EF4-FFF2-40B4-BE49-F238E27FC236}">
                <a16:creationId xmlns:a16="http://schemas.microsoft.com/office/drawing/2014/main" id="{79BF5175-636F-4B5A-9730-C15142BB8CA7}"/>
              </a:ext>
            </a:extLst>
          </p:cNvPr>
          <p:cNvSpPr txBox="1"/>
          <p:nvPr/>
        </p:nvSpPr>
        <p:spPr>
          <a:xfrm>
            <a:off x="2921334" y="2768935"/>
            <a:ext cx="1161130" cy="261357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40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创新项目</a:t>
            </a:r>
            <a:endParaRPr kumimoji="0" sz="40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51" name="直接箭头连接符 50">
            <a:extLst>
              <a:ext uri="{FF2B5EF4-FFF2-40B4-BE49-F238E27FC236}">
                <a16:creationId xmlns:a16="http://schemas.microsoft.com/office/drawing/2014/main" id="{F95D3DF9-EF64-4729-9B36-620AAD16BD05}"/>
              </a:ext>
            </a:extLst>
          </p:cNvPr>
          <p:cNvCxnSpPr>
            <a:cxnSpLocks/>
            <a:stCxn id="16" idx="6"/>
          </p:cNvCxnSpPr>
          <p:nvPr/>
        </p:nvCxnSpPr>
        <p:spPr>
          <a:xfrm>
            <a:off x="5866301" y="4000893"/>
            <a:ext cx="535667" cy="726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3" name="直接箭头连接符 52">
            <a:extLst>
              <a:ext uri="{FF2B5EF4-FFF2-40B4-BE49-F238E27FC236}">
                <a16:creationId xmlns:a16="http://schemas.microsoft.com/office/drawing/2014/main" id="{56A81976-044B-4B07-A376-72FE925351B0}"/>
              </a:ext>
            </a:extLst>
          </p:cNvPr>
          <p:cNvCxnSpPr>
            <a:cxnSpLocks/>
            <a:stCxn id="18" idx="6"/>
          </p:cNvCxnSpPr>
          <p:nvPr/>
        </p:nvCxnSpPr>
        <p:spPr>
          <a:xfrm flipV="1">
            <a:off x="5380555" y="5516419"/>
            <a:ext cx="1021413" cy="1538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55" name="分析思考">
            <a:extLst>
              <a:ext uri="{FF2B5EF4-FFF2-40B4-BE49-F238E27FC236}">
                <a16:creationId xmlns:a16="http://schemas.microsoft.com/office/drawing/2014/main" id="{7CC01A99-4330-4A5A-8741-E5DB2C6CF565}"/>
              </a:ext>
            </a:extLst>
          </p:cNvPr>
          <p:cNvSpPr txBox="1"/>
          <p:nvPr/>
        </p:nvSpPr>
        <p:spPr>
          <a:xfrm>
            <a:off x="6706967" y="3612360"/>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运营：</a:t>
            </a:r>
            <a:endParaRPr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6" name="设计">
            <a:extLst>
              <a:ext uri="{FF2B5EF4-FFF2-40B4-BE49-F238E27FC236}">
                <a16:creationId xmlns:a16="http://schemas.microsoft.com/office/drawing/2014/main" id="{ABF79640-C578-4F84-8EA7-836F914FFE92}"/>
              </a:ext>
            </a:extLst>
          </p:cNvPr>
          <p:cNvSpPr txBox="1"/>
          <p:nvPr/>
        </p:nvSpPr>
        <p:spPr>
          <a:xfrm>
            <a:off x="7313972" y="3596971"/>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确定方案、辅助实施</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分析思考">
            <a:extLst>
              <a:ext uri="{FF2B5EF4-FFF2-40B4-BE49-F238E27FC236}">
                <a16:creationId xmlns:a16="http://schemas.microsoft.com/office/drawing/2014/main" id="{D53F7808-2E87-426A-9E35-42EC4CA5511A}"/>
              </a:ext>
            </a:extLst>
          </p:cNvPr>
          <p:cNvSpPr txBox="1"/>
          <p:nvPr/>
        </p:nvSpPr>
        <p:spPr>
          <a:xfrm>
            <a:off x="6706967" y="3896651"/>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技术：</a:t>
            </a:r>
            <a:endParaRPr dirty="0">
              <a:sym typeface="阿里巴巴普惠体 2 45 Light" panose="00020600040101010101" pitchFamily="18" charset="-122"/>
            </a:endParaRPr>
          </a:p>
        </p:txBody>
      </p:sp>
      <p:sp>
        <p:nvSpPr>
          <p:cNvPr id="62" name="设计">
            <a:extLst>
              <a:ext uri="{FF2B5EF4-FFF2-40B4-BE49-F238E27FC236}">
                <a16:creationId xmlns:a16="http://schemas.microsoft.com/office/drawing/2014/main" id="{E9197158-B8CE-4161-8B78-2D190B9B118F}"/>
              </a:ext>
            </a:extLst>
          </p:cNvPr>
          <p:cNvSpPr txBox="1"/>
          <p:nvPr/>
        </p:nvSpPr>
        <p:spPr>
          <a:xfrm>
            <a:off x="7313972" y="3896651"/>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可行性、解决方案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分析思考">
            <a:extLst>
              <a:ext uri="{FF2B5EF4-FFF2-40B4-BE49-F238E27FC236}">
                <a16:creationId xmlns:a16="http://schemas.microsoft.com/office/drawing/2014/main" id="{91B5BB88-2B60-4570-BA06-1A3F3D3CE494}"/>
              </a:ext>
            </a:extLst>
          </p:cNvPr>
          <p:cNvSpPr txBox="1"/>
          <p:nvPr/>
        </p:nvSpPr>
        <p:spPr>
          <a:xfrm>
            <a:off x="6706968" y="4196331"/>
            <a:ext cx="514794"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设计：</a:t>
            </a:r>
            <a:endParaRPr dirty="0">
              <a:sym typeface="阿里巴巴普惠体 2 45 Light" panose="00020600040101010101" pitchFamily="18" charset="-122"/>
            </a:endParaRPr>
          </a:p>
        </p:txBody>
      </p:sp>
      <p:sp>
        <p:nvSpPr>
          <p:cNvPr id="64" name="设计">
            <a:extLst>
              <a:ext uri="{FF2B5EF4-FFF2-40B4-BE49-F238E27FC236}">
                <a16:creationId xmlns:a16="http://schemas.microsoft.com/office/drawing/2014/main" id="{B15C76EB-0666-44BE-9277-FA64E9077E87}"/>
              </a:ext>
            </a:extLst>
          </p:cNvPr>
          <p:cNvSpPr txBox="1"/>
          <p:nvPr/>
        </p:nvSpPr>
        <p:spPr>
          <a:xfrm>
            <a:off x="7313972" y="4196331"/>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视觉把控、盘点资源持续输出</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分析思考">
            <a:extLst>
              <a:ext uri="{FF2B5EF4-FFF2-40B4-BE49-F238E27FC236}">
                <a16:creationId xmlns:a16="http://schemas.microsoft.com/office/drawing/2014/main" id="{577AC65A-F3BB-42F2-8FF5-870BCCFBD13D}"/>
              </a:ext>
            </a:extLst>
          </p:cNvPr>
          <p:cNvSpPr txBox="1"/>
          <p:nvPr/>
        </p:nvSpPr>
        <p:spPr>
          <a:xfrm>
            <a:off x="6706967" y="5120617"/>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数据：</a:t>
            </a:r>
            <a:endParaRPr dirty="0">
              <a:sym typeface="阿里巴巴普惠体 2 45 Light" panose="00020600040101010101" pitchFamily="18" charset="-122"/>
            </a:endParaRPr>
          </a:p>
        </p:txBody>
      </p:sp>
      <p:sp>
        <p:nvSpPr>
          <p:cNvPr id="66" name="设计">
            <a:extLst>
              <a:ext uri="{FF2B5EF4-FFF2-40B4-BE49-F238E27FC236}">
                <a16:creationId xmlns:a16="http://schemas.microsoft.com/office/drawing/2014/main" id="{C20FAC3A-5A54-4DEF-AB12-1AA1C980FE3F}"/>
              </a:ext>
            </a:extLst>
          </p:cNvPr>
          <p:cNvSpPr txBox="1"/>
          <p:nvPr/>
        </p:nvSpPr>
        <p:spPr>
          <a:xfrm>
            <a:off x="7313972" y="5105228"/>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优胜劣汰调控</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分析思考">
            <a:extLst>
              <a:ext uri="{FF2B5EF4-FFF2-40B4-BE49-F238E27FC236}">
                <a16:creationId xmlns:a16="http://schemas.microsoft.com/office/drawing/2014/main" id="{A2A80AA3-8D1E-42E8-A5E1-C1C3155F3938}"/>
              </a:ext>
            </a:extLst>
          </p:cNvPr>
          <p:cNvSpPr txBox="1"/>
          <p:nvPr/>
        </p:nvSpPr>
        <p:spPr>
          <a:xfrm>
            <a:off x="6706967" y="5404908"/>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策略：</a:t>
            </a:r>
            <a:endParaRPr dirty="0">
              <a:sym typeface="阿里巴巴普惠体 2 45 Light" panose="00020600040101010101" pitchFamily="18" charset="-122"/>
            </a:endParaRPr>
          </a:p>
        </p:txBody>
      </p:sp>
      <p:sp>
        <p:nvSpPr>
          <p:cNvPr id="68" name="设计">
            <a:extLst>
              <a:ext uri="{FF2B5EF4-FFF2-40B4-BE49-F238E27FC236}">
                <a16:creationId xmlns:a16="http://schemas.microsoft.com/office/drawing/2014/main" id="{343F3B1F-7B2C-4C4D-9EF5-0D572C746EDE}"/>
              </a:ext>
            </a:extLst>
          </p:cNvPr>
          <p:cNvSpPr txBox="1"/>
          <p:nvPr/>
        </p:nvSpPr>
        <p:spPr>
          <a:xfrm>
            <a:off x="7313972" y="5404908"/>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方案优化 新方案迭代</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分析思考">
            <a:extLst>
              <a:ext uri="{FF2B5EF4-FFF2-40B4-BE49-F238E27FC236}">
                <a16:creationId xmlns:a16="http://schemas.microsoft.com/office/drawing/2014/main" id="{5C08696A-BE39-48A2-8487-781CCE00DE3E}"/>
              </a:ext>
            </a:extLst>
          </p:cNvPr>
          <p:cNvSpPr txBox="1"/>
          <p:nvPr/>
        </p:nvSpPr>
        <p:spPr>
          <a:xfrm>
            <a:off x="6706968" y="5720011"/>
            <a:ext cx="514794" cy="205116"/>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更新：</a:t>
            </a:r>
            <a:endParaRPr dirty="0">
              <a:sym typeface="阿里巴巴普惠体 2 45 Light" panose="00020600040101010101" pitchFamily="18" charset="-122"/>
            </a:endParaRPr>
          </a:p>
        </p:txBody>
      </p:sp>
      <p:sp>
        <p:nvSpPr>
          <p:cNvPr id="70" name="设计">
            <a:extLst>
              <a:ext uri="{FF2B5EF4-FFF2-40B4-BE49-F238E27FC236}">
                <a16:creationId xmlns:a16="http://schemas.microsoft.com/office/drawing/2014/main" id="{9AF10BFD-6476-4324-9F25-FDD7DA2C6A9F}"/>
              </a:ext>
            </a:extLst>
          </p:cNvPr>
          <p:cNvSpPr txBox="1"/>
          <p:nvPr/>
        </p:nvSpPr>
        <p:spPr>
          <a:xfrm>
            <a:off x="7313972" y="5704588"/>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运营更新频率、视觉更新频率</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Object32">
            <a:extLst>
              <a:ext uri="{FF2B5EF4-FFF2-40B4-BE49-F238E27FC236}">
                <a16:creationId xmlns:a16="http://schemas.microsoft.com/office/drawing/2014/main" id="{5FE26A5F-D055-495C-BB7E-119D27E4430D}"/>
              </a:ext>
            </a:extLst>
          </p:cNvPr>
          <p:cNvSpPr txBox="1"/>
          <p:nvPr/>
        </p:nvSpPr>
        <p:spPr>
          <a:xfrm>
            <a:off x="4063281" y="1846795"/>
            <a:ext cx="481588" cy="20614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核心</a:t>
            </a:r>
            <a:endParaRPr kumimoji="0" sz="11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4">
            <a:extLst>
              <a:ext uri="{FF2B5EF4-FFF2-40B4-BE49-F238E27FC236}">
                <a16:creationId xmlns:a16="http://schemas.microsoft.com/office/drawing/2014/main" id="{3C642C55-33CF-480B-B6DE-81E497D5197B}"/>
              </a:ext>
            </a:extLst>
          </p:cNvPr>
          <p:cNvSpPr txBox="1"/>
          <p:nvPr/>
        </p:nvSpPr>
        <p:spPr>
          <a:xfrm>
            <a:off x="1030844" y="3563616"/>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FUTURE</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更多</a:t>
            </a:r>
            <a:endParaRPr kumimoji="0"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5" name="Object24">
            <a:extLst>
              <a:ext uri="{FF2B5EF4-FFF2-40B4-BE49-F238E27FC236}">
                <a16:creationId xmlns:a16="http://schemas.microsoft.com/office/drawing/2014/main" id="{E80E56AF-2F11-4123-B382-3C0620B216CD}"/>
              </a:ext>
            </a:extLst>
          </p:cNvPr>
          <p:cNvSpPr txBox="1"/>
          <p:nvPr/>
        </p:nvSpPr>
        <p:spPr>
          <a:xfrm>
            <a:off x="4626490" y="2238369"/>
            <a:ext cx="635230" cy="62736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制定</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策略</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Object24">
            <a:extLst>
              <a:ext uri="{FF2B5EF4-FFF2-40B4-BE49-F238E27FC236}">
                <a16:creationId xmlns:a16="http://schemas.microsoft.com/office/drawing/2014/main" id="{B51B4888-DB85-4188-9BB5-8B915796B682}"/>
              </a:ext>
            </a:extLst>
          </p:cNvPr>
          <p:cNvSpPr txBox="1"/>
          <p:nvPr/>
        </p:nvSpPr>
        <p:spPr>
          <a:xfrm>
            <a:off x="4892313" y="3717778"/>
            <a:ext cx="1081248" cy="5356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低成本</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实施落地</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Object24">
            <a:extLst>
              <a:ext uri="{FF2B5EF4-FFF2-40B4-BE49-F238E27FC236}">
                <a16:creationId xmlns:a16="http://schemas.microsoft.com/office/drawing/2014/main" id="{16D92FF9-0B37-4B0C-A625-78FA0AFC5C82}"/>
              </a:ext>
            </a:extLst>
          </p:cNvPr>
          <p:cNvSpPr txBox="1"/>
          <p:nvPr/>
        </p:nvSpPr>
        <p:spPr>
          <a:xfrm>
            <a:off x="4527756" y="5255068"/>
            <a:ext cx="832698" cy="5356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把控</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节奏</a:t>
            </a:r>
            <a:endParaRPr kumimoji="0"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分析思考">
            <a:extLst>
              <a:ext uri="{FF2B5EF4-FFF2-40B4-BE49-F238E27FC236}">
                <a16:creationId xmlns:a16="http://schemas.microsoft.com/office/drawing/2014/main" id="{D3051976-C2EB-E504-6902-93ED04B9FE9A}"/>
              </a:ext>
            </a:extLst>
          </p:cNvPr>
          <p:cNvSpPr txBox="1"/>
          <p:nvPr/>
        </p:nvSpPr>
        <p:spPr>
          <a:xfrm>
            <a:off x="8890836" y="5120617"/>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运营：</a:t>
            </a:r>
            <a:endParaRPr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设计">
            <a:extLst>
              <a:ext uri="{FF2B5EF4-FFF2-40B4-BE49-F238E27FC236}">
                <a16:creationId xmlns:a16="http://schemas.microsoft.com/office/drawing/2014/main" id="{87376D73-03A0-40FB-D1EC-820C59C7DD23}"/>
              </a:ext>
            </a:extLst>
          </p:cNvPr>
          <p:cNvSpPr txBox="1"/>
          <p:nvPr/>
        </p:nvSpPr>
        <p:spPr>
          <a:xfrm>
            <a:off x="9497841" y="5105228"/>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确定方案、辅助实施</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分析思考">
            <a:extLst>
              <a:ext uri="{FF2B5EF4-FFF2-40B4-BE49-F238E27FC236}">
                <a16:creationId xmlns:a16="http://schemas.microsoft.com/office/drawing/2014/main" id="{39DBBBDB-F8FD-F912-258B-32FCD832131A}"/>
              </a:ext>
            </a:extLst>
          </p:cNvPr>
          <p:cNvSpPr txBox="1"/>
          <p:nvPr/>
        </p:nvSpPr>
        <p:spPr>
          <a:xfrm>
            <a:off x="8890836" y="5404908"/>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技术：</a:t>
            </a:r>
            <a:endParaRPr dirty="0">
              <a:sym typeface="阿里巴巴普惠体 2 45 Light" panose="00020600040101010101" pitchFamily="18" charset="-122"/>
            </a:endParaRPr>
          </a:p>
        </p:txBody>
      </p:sp>
      <p:sp>
        <p:nvSpPr>
          <p:cNvPr id="44" name="设计">
            <a:extLst>
              <a:ext uri="{FF2B5EF4-FFF2-40B4-BE49-F238E27FC236}">
                <a16:creationId xmlns:a16="http://schemas.microsoft.com/office/drawing/2014/main" id="{7B5C33A9-1926-EED6-160B-F7F1634124C2}"/>
              </a:ext>
            </a:extLst>
          </p:cNvPr>
          <p:cNvSpPr txBox="1"/>
          <p:nvPr/>
        </p:nvSpPr>
        <p:spPr>
          <a:xfrm>
            <a:off x="9497841" y="5404908"/>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可行性、解决方案</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分析思考">
            <a:extLst>
              <a:ext uri="{FF2B5EF4-FFF2-40B4-BE49-F238E27FC236}">
                <a16:creationId xmlns:a16="http://schemas.microsoft.com/office/drawing/2014/main" id="{53369D16-2064-8C19-4CE6-17D05F89205D}"/>
              </a:ext>
            </a:extLst>
          </p:cNvPr>
          <p:cNvSpPr txBox="1"/>
          <p:nvPr/>
        </p:nvSpPr>
        <p:spPr>
          <a:xfrm>
            <a:off x="8890837" y="5704588"/>
            <a:ext cx="514794"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设计：</a:t>
            </a:r>
            <a:endParaRPr dirty="0">
              <a:sym typeface="阿里巴巴普惠体 2 45 Light" panose="00020600040101010101" pitchFamily="18" charset="-122"/>
            </a:endParaRPr>
          </a:p>
        </p:txBody>
      </p:sp>
      <p:sp>
        <p:nvSpPr>
          <p:cNvPr id="47" name="设计">
            <a:extLst>
              <a:ext uri="{FF2B5EF4-FFF2-40B4-BE49-F238E27FC236}">
                <a16:creationId xmlns:a16="http://schemas.microsoft.com/office/drawing/2014/main" id="{542685B7-B687-4E99-64B5-43520C83D7CC}"/>
              </a:ext>
            </a:extLst>
          </p:cNvPr>
          <p:cNvSpPr txBox="1"/>
          <p:nvPr/>
        </p:nvSpPr>
        <p:spPr>
          <a:xfrm>
            <a:off x="9497841" y="5704588"/>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视觉把控、盘点资源持续输出</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分析思考">
            <a:extLst>
              <a:ext uri="{FF2B5EF4-FFF2-40B4-BE49-F238E27FC236}">
                <a16:creationId xmlns:a16="http://schemas.microsoft.com/office/drawing/2014/main" id="{4F9161D4-A283-223C-9FBE-E12751F7AD2D}"/>
              </a:ext>
            </a:extLst>
          </p:cNvPr>
          <p:cNvSpPr txBox="1"/>
          <p:nvPr/>
        </p:nvSpPr>
        <p:spPr>
          <a:xfrm>
            <a:off x="8890836" y="3614992"/>
            <a:ext cx="514795" cy="205184"/>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数据：</a:t>
            </a:r>
            <a:endParaRPr dirty="0">
              <a:sym typeface="阿里巴巴普惠体 2 45 Light" panose="00020600040101010101" pitchFamily="18" charset="-122"/>
            </a:endParaRPr>
          </a:p>
        </p:txBody>
      </p:sp>
      <p:sp>
        <p:nvSpPr>
          <p:cNvPr id="50" name="设计">
            <a:extLst>
              <a:ext uri="{FF2B5EF4-FFF2-40B4-BE49-F238E27FC236}">
                <a16:creationId xmlns:a16="http://schemas.microsoft.com/office/drawing/2014/main" id="{D265043A-346C-B7C1-FDAC-8CEB68326772}"/>
              </a:ext>
            </a:extLst>
          </p:cNvPr>
          <p:cNvSpPr txBox="1"/>
          <p:nvPr/>
        </p:nvSpPr>
        <p:spPr>
          <a:xfrm>
            <a:off x="9497841" y="3599603"/>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优胜劣汰调控</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分析思考">
            <a:extLst>
              <a:ext uri="{FF2B5EF4-FFF2-40B4-BE49-F238E27FC236}">
                <a16:creationId xmlns:a16="http://schemas.microsoft.com/office/drawing/2014/main" id="{E4B41F89-008F-B544-C80C-2FEB7DCC97B1}"/>
              </a:ext>
            </a:extLst>
          </p:cNvPr>
          <p:cNvSpPr txBox="1"/>
          <p:nvPr/>
        </p:nvSpPr>
        <p:spPr>
          <a:xfrm>
            <a:off x="8890836" y="3899283"/>
            <a:ext cx="514795" cy="235962"/>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策略：</a:t>
            </a:r>
            <a:endParaRPr dirty="0">
              <a:sym typeface="阿里巴巴普惠体 2 45 Light" panose="00020600040101010101" pitchFamily="18" charset="-122"/>
            </a:endParaRPr>
          </a:p>
        </p:txBody>
      </p:sp>
      <p:sp>
        <p:nvSpPr>
          <p:cNvPr id="54" name="设计">
            <a:extLst>
              <a:ext uri="{FF2B5EF4-FFF2-40B4-BE49-F238E27FC236}">
                <a16:creationId xmlns:a16="http://schemas.microsoft.com/office/drawing/2014/main" id="{A3567470-B7F3-99F6-8998-025E7F4B494A}"/>
              </a:ext>
            </a:extLst>
          </p:cNvPr>
          <p:cNvSpPr txBox="1"/>
          <p:nvPr/>
        </p:nvSpPr>
        <p:spPr>
          <a:xfrm>
            <a:off x="9497841" y="3899283"/>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方案优化 新方案迭代</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分析思考">
            <a:extLst>
              <a:ext uri="{FF2B5EF4-FFF2-40B4-BE49-F238E27FC236}">
                <a16:creationId xmlns:a16="http://schemas.microsoft.com/office/drawing/2014/main" id="{F95EBCD5-65AB-2705-3AC7-90DF39714DDA}"/>
              </a:ext>
            </a:extLst>
          </p:cNvPr>
          <p:cNvSpPr txBox="1"/>
          <p:nvPr/>
        </p:nvSpPr>
        <p:spPr>
          <a:xfrm>
            <a:off x="8890837" y="4214386"/>
            <a:ext cx="514794" cy="205116"/>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zh-CN" altLang="en-US" dirty="0">
                <a:sym typeface="阿里巴巴普惠体 2 45 Light" panose="00020600040101010101" pitchFamily="18" charset="-122"/>
              </a:rPr>
              <a:t>更新：</a:t>
            </a:r>
            <a:endParaRPr dirty="0">
              <a:sym typeface="阿里巴巴普惠体 2 45 Light" panose="00020600040101010101" pitchFamily="18" charset="-122"/>
            </a:endParaRPr>
          </a:p>
        </p:txBody>
      </p:sp>
      <p:sp>
        <p:nvSpPr>
          <p:cNvPr id="58" name="设计">
            <a:extLst>
              <a:ext uri="{FF2B5EF4-FFF2-40B4-BE49-F238E27FC236}">
                <a16:creationId xmlns:a16="http://schemas.microsoft.com/office/drawing/2014/main" id="{20AF21A3-B365-F1E8-2BDB-3E173B27AF99}"/>
              </a:ext>
            </a:extLst>
          </p:cNvPr>
          <p:cNvSpPr txBox="1"/>
          <p:nvPr/>
        </p:nvSpPr>
        <p:spPr>
          <a:xfrm>
            <a:off x="9497841" y="4198963"/>
            <a:ext cx="189229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运营更新频率、视觉更新频率</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3F9272C7-F284-F83B-209C-824382AA106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58D1AA10-37E8-5884-D2B8-943D501F10C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88DEA232-FBE0-DF95-62FC-418F40E3F45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28732029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圆角 10">
            <a:extLst>
              <a:ext uri="{FF2B5EF4-FFF2-40B4-BE49-F238E27FC236}">
                <a16:creationId xmlns:a16="http://schemas.microsoft.com/office/drawing/2014/main" id="{278B98CF-3891-49AB-BE95-E4D3E1BB1B9C}"/>
              </a:ext>
            </a:extLst>
          </p:cNvPr>
          <p:cNvSpPr/>
          <p:nvPr/>
        </p:nvSpPr>
        <p:spPr>
          <a:xfrm>
            <a:off x="1444407" y="2004309"/>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FB26C0CE-90C2-4D56-912A-084CE48CBE44}"/>
              </a:ext>
            </a:extLst>
          </p:cNvPr>
          <p:cNvSpPr/>
          <p:nvPr/>
        </p:nvSpPr>
        <p:spPr>
          <a:xfrm>
            <a:off x="1240779" y="3177986"/>
            <a:ext cx="2764406" cy="276440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椭圆 3">
            <a:extLst>
              <a:ext uri="{FF2B5EF4-FFF2-40B4-BE49-F238E27FC236}">
                <a16:creationId xmlns:a16="http://schemas.microsoft.com/office/drawing/2014/main" id="{DC40B24C-4665-4BA0-AFCC-16CEB8BB7B7B}"/>
              </a:ext>
            </a:extLst>
          </p:cNvPr>
          <p:cNvSpPr/>
          <p:nvPr/>
        </p:nvSpPr>
        <p:spPr>
          <a:xfrm>
            <a:off x="1340282" y="4340590"/>
            <a:ext cx="1340898" cy="134089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椭圆 4">
            <a:extLst>
              <a:ext uri="{FF2B5EF4-FFF2-40B4-BE49-F238E27FC236}">
                <a16:creationId xmlns:a16="http://schemas.microsoft.com/office/drawing/2014/main" id="{02875EE0-F564-4571-8C23-F94FBFD526F5}"/>
              </a:ext>
            </a:extLst>
          </p:cNvPr>
          <p:cNvSpPr/>
          <p:nvPr/>
        </p:nvSpPr>
        <p:spPr>
          <a:xfrm>
            <a:off x="2544502" y="4340590"/>
            <a:ext cx="1340898" cy="1340898"/>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Object29">
            <a:extLst>
              <a:ext uri="{FF2B5EF4-FFF2-40B4-BE49-F238E27FC236}">
                <a16:creationId xmlns:a16="http://schemas.microsoft.com/office/drawing/2014/main" id="{B054B0C6-9C42-4403-AE10-FF17258DFCA8}"/>
              </a:ext>
            </a:extLst>
          </p:cNvPr>
          <p:cNvSpPr txBox="1"/>
          <p:nvPr/>
        </p:nvSpPr>
        <p:spPr>
          <a:xfrm>
            <a:off x="1490031" y="4625442"/>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作品</a:t>
            </a:r>
            <a:endParaRPr kumimoji="0" lang="en-US" altLang="zh-CN"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驱动</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 name="Object29">
            <a:extLst>
              <a:ext uri="{FF2B5EF4-FFF2-40B4-BE49-F238E27FC236}">
                <a16:creationId xmlns:a16="http://schemas.microsoft.com/office/drawing/2014/main" id="{823B5791-26C7-416A-8C1A-E4F74521F094}"/>
              </a:ext>
            </a:extLst>
          </p:cNvPr>
          <p:cNvSpPr txBox="1"/>
          <p:nvPr/>
        </p:nvSpPr>
        <p:spPr>
          <a:xfrm>
            <a:off x="2694251" y="4625442"/>
            <a:ext cx="1041400" cy="77119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a:t>
            </a:r>
            <a:endParaRPr kumimoji="0" lang="en-US" altLang="zh-CN"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导向</a:t>
            </a:r>
            <a:endParaRPr kumimoji="0" sz="18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0711164A-8243-474F-861B-AC9877122AA7}"/>
              </a:ext>
            </a:extLst>
          </p:cNvPr>
          <p:cNvSpPr/>
          <p:nvPr/>
        </p:nvSpPr>
        <p:spPr>
          <a:xfrm>
            <a:off x="990167" y="2927374"/>
            <a:ext cx="3265630" cy="3265630"/>
          </a:xfrm>
          <a:prstGeom prst="ellipse">
            <a:avLst/>
          </a:prstGeom>
          <a:noFill/>
          <a:ln w="12700" cap="flat">
            <a:solidFill>
              <a:schemeClr val="accent1">
                <a:lumMod val="100000"/>
              </a:schemeClr>
            </a:solidFill>
            <a:prstDash val="dash"/>
            <a:miter lim="800000"/>
            <a:headEnd type="triangle" w="lg" len="me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9">
            <a:extLst>
              <a:ext uri="{FF2B5EF4-FFF2-40B4-BE49-F238E27FC236}">
                <a16:creationId xmlns:a16="http://schemas.microsoft.com/office/drawing/2014/main" id="{009B22ED-D813-4673-820C-A256D212D8DF}"/>
              </a:ext>
            </a:extLst>
          </p:cNvPr>
          <p:cNvSpPr txBox="1"/>
          <p:nvPr/>
        </p:nvSpPr>
        <p:spPr>
          <a:xfrm>
            <a:off x="1695099" y="3725625"/>
            <a:ext cx="1905000" cy="3970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追求单一热点</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9">
            <a:extLst>
              <a:ext uri="{FF2B5EF4-FFF2-40B4-BE49-F238E27FC236}">
                <a16:creationId xmlns:a16="http://schemas.microsoft.com/office/drawing/2014/main" id="{7DF821DB-A0D6-4FD4-9C3F-9E8B3D8019E5}"/>
              </a:ext>
            </a:extLst>
          </p:cNvPr>
          <p:cNvSpPr txBox="1"/>
          <p:nvPr/>
        </p:nvSpPr>
        <p:spPr>
          <a:xfrm>
            <a:off x="1670482" y="1994770"/>
            <a:ext cx="1905000" cy="3970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无连贯体系</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圆角 15">
            <a:extLst>
              <a:ext uri="{FF2B5EF4-FFF2-40B4-BE49-F238E27FC236}">
                <a16:creationId xmlns:a16="http://schemas.microsoft.com/office/drawing/2014/main" id="{B71401A3-5A1B-4513-AA8A-9558C42BFCB4}"/>
              </a:ext>
            </a:extLst>
          </p:cNvPr>
          <p:cNvSpPr/>
          <p:nvPr/>
        </p:nvSpPr>
        <p:spPr>
          <a:xfrm>
            <a:off x="7168932" y="2004309"/>
            <a:ext cx="2357150" cy="37800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9">
            <a:extLst>
              <a:ext uri="{FF2B5EF4-FFF2-40B4-BE49-F238E27FC236}">
                <a16:creationId xmlns:a16="http://schemas.microsoft.com/office/drawing/2014/main" id="{AA7F8C83-5D66-456F-A05F-BDC10758F49E}"/>
              </a:ext>
            </a:extLst>
          </p:cNvPr>
          <p:cNvSpPr txBox="1"/>
          <p:nvPr/>
        </p:nvSpPr>
        <p:spPr>
          <a:xfrm>
            <a:off x="7395007" y="1994770"/>
            <a:ext cx="1905000" cy="3970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精细化运营</a:t>
            </a:r>
            <a:endParaRPr kumimoji="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圆角 18">
            <a:extLst>
              <a:ext uri="{FF2B5EF4-FFF2-40B4-BE49-F238E27FC236}">
                <a16:creationId xmlns:a16="http://schemas.microsoft.com/office/drawing/2014/main" id="{1541E900-2CA8-465F-957C-F92C11F5BD09}"/>
              </a:ext>
            </a:extLst>
          </p:cNvPr>
          <p:cNvSpPr/>
          <p:nvPr/>
        </p:nvSpPr>
        <p:spPr>
          <a:xfrm>
            <a:off x="5493182" y="2927374"/>
            <a:ext cx="5708650" cy="3265630"/>
          </a:xfrm>
          <a:prstGeom prst="roundRect">
            <a:avLst>
              <a:gd name="adj" fmla="val 5120"/>
            </a:avLst>
          </a:prstGeom>
          <a:gradFill>
            <a:gsLst>
              <a:gs pos="0">
                <a:schemeClr val="accent1">
                  <a:lumMod val="60000"/>
                  <a:lumOff val="40000"/>
                  <a:alpha val="24000"/>
                </a:schemeClr>
              </a:gs>
              <a:gs pos="100000">
                <a:schemeClr val="accent1">
                  <a:lumMod val="75000"/>
                  <a:alpha val="0"/>
                </a:schemeClr>
              </a:gs>
            </a:gsLst>
            <a:lin ang="2700000" scaled="1"/>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Object29">
            <a:extLst>
              <a:ext uri="{FF2B5EF4-FFF2-40B4-BE49-F238E27FC236}">
                <a16:creationId xmlns:a16="http://schemas.microsoft.com/office/drawing/2014/main" id="{2C46F5E3-36F6-450A-886A-1B673A8633F8}"/>
              </a:ext>
            </a:extLst>
          </p:cNvPr>
          <p:cNvSpPr txBox="1"/>
          <p:nvPr/>
        </p:nvSpPr>
        <p:spPr>
          <a:xfrm>
            <a:off x="6144057" y="3261017"/>
            <a:ext cx="4406900" cy="8431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内容运营价值的最大化</a:t>
            </a:r>
            <a:endParaRPr kumimoji="0" lang="en-US" altLang="zh-CN"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内容在产品中的价值存在</a:t>
            </a:r>
            <a:endParaRPr kumimoji="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椭圆 20">
            <a:extLst>
              <a:ext uri="{FF2B5EF4-FFF2-40B4-BE49-F238E27FC236}">
                <a16:creationId xmlns:a16="http://schemas.microsoft.com/office/drawing/2014/main" id="{B66AF208-D21F-4110-9FBD-F621B4CA48EC}"/>
              </a:ext>
            </a:extLst>
          </p:cNvPr>
          <p:cNvSpPr/>
          <p:nvPr/>
        </p:nvSpPr>
        <p:spPr>
          <a:xfrm>
            <a:off x="6173958" y="4249039"/>
            <a:ext cx="1524000" cy="15240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a:extLst>
              <a:ext uri="{FF2B5EF4-FFF2-40B4-BE49-F238E27FC236}">
                <a16:creationId xmlns:a16="http://schemas.microsoft.com/office/drawing/2014/main" id="{9F77093C-EE7D-470F-B27A-886356096478}"/>
              </a:ext>
            </a:extLst>
          </p:cNvPr>
          <p:cNvSpPr txBox="1"/>
          <p:nvPr/>
        </p:nvSpPr>
        <p:spPr>
          <a:xfrm>
            <a:off x="6415258" y="4842499"/>
            <a:ext cx="1041400"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强曝光</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3" name="椭圆 22">
            <a:extLst>
              <a:ext uri="{FF2B5EF4-FFF2-40B4-BE49-F238E27FC236}">
                <a16:creationId xmlns:a16="http://schemas.microsoft.com/office/drawing/2014/main" id="{9BD88A7C-6A5B-4941-98D5-457698166595}"/>
              </a:ext>
            </a:extLst>
          </p:cNvPr>
          <p:cNvSpPr/>
          <p:nvPr/>
        </p:nvSpPr>
        <p:spPr>
          <a:xfrm>
            <a:off x="7559306" y="4249039"/>
            <a:ext cx="1524000" cy="15240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571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a:extLst>
              <a:ext uri="{FF2B5EF4-FFF2-40B4-BE49-F238E27FC236}">
                <a16:creationId xmlns:a16="http://schemas.microsoft.com/office/drawing/2014/main" id="{B7B244A8-BE4F-4E46-96D5-D27FC9DA3F32}"/>
              </a:ext>
            </a:extLst>
          </p:cNvPr>
          <p:cNvSpPr txBox="1"/>
          <p:nvPr/>
        </p:nvSpPr>
        <p:spPr>
          <a:xfrm>
            <a:off x="7800606" y="4842499"/>
            <a:ext cx="1041400"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深触达</a:t>
            </a:r>
            <a:endParaRPr kumimoji="0" sz="1800" b="0" i="0" u="none" strike="noStrike" kern="0" cap="none" spc="0" normalizeH="0" baseline="0" noProof="0" dirty="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椭圆 24">
            <a:extLst>
              <a:ext uri="{FF2B5EF4-FFF2-40B4-BE49-F238E27FC236}">
                <a16:creationId xmlns:a16="http://schemas.microsoft.com/office/drawing/2014/main" id="{898ACC3B-F0A5-4D66-A53C-143ABBB5F5D9}"/>
              </a:ext>
            </a:extLst>
          </p:cNvPr>
          <p:cNvSpPr/>
          <p:nvPr/>
        </p:nvSpPr>
        <p:spPr>
          <a:xfrm>
            <a:off x="8997057" y="4249039"/>
            <a:ext cx="1524000" cy="15240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a:extLst>
              <a:ext uri="{FF2B5EF4-FFF2-40B4-BE49-F238E27FC236}">
                <a16:creationId xmlns:a16="http://schemas.microsoft.com/office/drawing/2014/main" id="{9FF940EE-871D-4185-8506-A639B01397E6}"/>
              </a:ext>
            </a:extLst>
          </p:cNvPr>
          <p:cNvSpPr txBox="1"/>
          <p:nvPr/>
        </p:nvSpPr>
        <p:spPr>
          <a:xfrm>
            <a:off x="9238357" y="4842499"/>
            <a:ext cx="1041400" cy="33708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快转化</a:t>
            </a:r>
            <a:endParaRPr kumimoji="0"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29" name="直接箭头连接符 28">
            <a:extLst>
              <a:ext uri="{FF2B5EF4-FFF2-40B4-BE49-F238E27FC236}">
                <a16:creationId xmlns:a16="http://schemas.microsoft.com/office/drawing/2014/main" id="{9FDDCE98-ABD3-44C0-B5AC-99981434E07D}"/>
              </a:ext>
            </a:extLst>
          </p:cNvPr>
          <p:cNvCxnSpPr>
            <a:stCxn id="10" idx="2"/>
          </p:cNvCxnSpPr>
          <p:nvPr/>
        </p:nvCxnSpPr>
        <p:spPr>
          <a:xfrm>
            <a:off x="2622982" y="2391848"/>
            <a:ext cx="0" cy="53552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1" name="直接箭头连接符 30">
            <a:extLst>
              <a:ext uri="{FF2B5EF4-FFF2-40B4-BE49-F238E27FC236}">
                <a16:creationId xmlns:a16="http://schemas.microsoft.com/office/drawing/2014/main" id="{F3C79DD9-0FB9-4749-BB4C-E20A23D8A3D3}"/>
              </a:ext>
            </a:extLst>
          </p:cNvPr>
          <p:cNvCxnSpPr/>
          <p:nvPr/>
        </p:nvCxnSpPr>
        <p:spPr>
          <a:xfrm>
            <a:off x="3801557" y="2190281"/>
            <a:ext cx="3367375" cy="302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3" name="直接箭头连接符 32">
            <a:extLst>
              <a:ext uri="{FF2B5EF4-FFF2-40B4-BE49-F238E27FC236}">
                <a16:creationId xmlns:a16="http://schemas.microsoft.com/office/drawing/2014/main" id="{26EA6821-43EF-44A9-A0E5-AE830B712994}"/>
              </a:ext>
            </a:extLst>
          </p:cNvPr>
          <p:cNvCxnSpPr>
            <a:stCxn id="18" idx="2"/>
          </p:cNvCxnSpPr>
          <p:nvPr/>
        </p:nvCxnSpPr>
        <p:spPr>
          <a:xfrm>
            <a:off x="8347507" y="2391848"/>
            <a:ext cx="0" cy="53552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35" name="直接箭头连接符 34">
            <a:extLst>
              <a:ext uri="{FF2B5EF4-FFF2-40B4-BE49-F238E27FC236}">
                <a16:creationId xmlns:a16="http://schemas.microsoft.com/office/drawing/2014/main" id="{3F08DC67-3404-44B6-8DB7-FF1BC7D45CAF}"/>
              </a:ext>
            </a:extLst>
          </p:cNvPr>
          <p:cNvCxnSpPr>
            <a:stCxn id="8" idx="6"/>
          </p:cNvCxnSpPr>
          <p:nvPr/>
        </p:nvCxnSpPr>
        <p:spPr>
          <a:xfrm>
            <a:off x="4255797" y="4560189"/>
            <a:ext cx="1237385"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38" name="Object32">
            <a:extLst>
              <a:ext uri="{FF2B5EF4-FFF2-40B4-BE49-F238E27FC236}">
                <a16:creationId xmlns:a16="http://schemas.microsoft.com/office/drawing/2014/main" id="{1C7785DC-D8E0-4FC5-ABD0-3B82BF25EC2B}"/>
              </a:ext>
            </a:extLst>
          </p:cNvPr>
          <p:cNvSpPr txBox="1"/>
          <p:nvPr/>
        </p:nvSpPr>
        <p:spPr>
          <a:xfrm>
            <a:off x="1444407" y="1697025"/>
            <a:ext cx="2357150" cy="22487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线性静态宣发模式</a:t>
            </a:r>
            <a:endParaRPr kumimoji="0"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32">
            <a:extLst>
              <a:ext uri="{FF2B5EF4-FFF2-40B4-BE49-F238E27FC236}">
                <a16:creationId xmlns:a16="http://schemas.microsoft.com/office/drawing/2014/main" id="{3184F197-4935-4A4C-B159-A79AC02487AD}"/>
              </a:ext>
            </a:extLst>
          </p:cNvPr>
          <p:cNvSpPr txBox="1"/>
          <p:nvPr/>
        </p:nvSpPr>
        <p:spPr>
          <a:xfrm>
            <a:off x="7168932" y="1697025"/>
            <a:ext cx="2357150" cy="22487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循环动态宣发模式</a:t>
            </a:r>
            <a:endParaRPr kumimoji="0" sz="12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04CBE3AD-48A1-AD4B-7EB3-A57446596537}"/>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2" name="矩形 11">
            <a:extLst>
              <a:ext uri="{FF2B5EF4-FFF2-40B4-BE49-F238E27FC236}">
                <a16:creationId xmlns:a16="http://schemas.microsoft.com/office/drawing/2014/main" id="{FFE2453C-6200-DD48-C2CC-2BD5755DDA2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文本框 12">
            <a:extLst>
              <a:ext uri="{FF2B5EF4-FFF2-40B4-BE49-F238E27FC236}">
                <a16:creationId xmlns:a16="http://schemas.microsoft.com/office/drawing/2014/main" id="{09E84B54-4D54-224E-8F05-841D3A64EF48}"/>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88290998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a:extLst>
              <a:ext uri="{FF2B5EF4-FFF2-40B4-BE49-F238E27FC236}">
                <a16:creationId xmlns:a16="http://schemas.microsoft.com/office/drawing/2014/main" id="{D127D94E-5A4A-409E-A642-C80BB8CC8AC7}"/>
              </a:ext>
            </a:extLst>
          </p:cNvPr>
          <p:cNvSpPr/>
          <p:nvPr/>
        </p:nvSpPr>
        <p:spPr>
          <a:xfrm>
            <a:off x="3293176" y="2684450"/>
            <a:ext cx="8203499" cy="2271716"/>
          </a:xfrm>
          <a:prstGeom prst="roundRect">
            <a:avLst>
              <a:gd name="adj" fmla="val 5878"/>
            </a:avLst>
          </a:prstGeom>
          <a:solidFill>
            <a:schemeClr val="accent1">
              <a:lumMod val="100000"/>
              <a:alpha val="1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矩形: 圆角 3">
            <a:extLst>
              <a:ext uri="{FF2B5EF4-FFF2-40B4-BE49-F238E27FC236}">
                <a16:creationId xmlns:a16="http://schemas.microsoft.com/office/drawing/2014/main" id="{1EDC9978-4E75-4D35-A58D-52943AD8D626}"/>
              </a:ext>
            </a:extLst>
          </p:cNvPr>
          <p:cNvSpPr/>
          <p:nvPr/>
        </p:nvSpPr>
        <p:spPr>
          <a:xfrm>
            <a:off x="666751" y="1463459"/>
            <a:ext cx="1168400" cy="4675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 name="矩形: 圆角 4">
            <a:extLst>
              <a:ext uri="{FF2B5EF4-FFF2-40B4-BE49-F238E27FC236}">
                <a16:creationId xmlns:a16="http://schemas.microsoft.com/office/drawing/2014/main" id="{C71EFFF0-7838-46D2-89C0-34CDFE359F7E}"/>
              </a:ext>
            </a:extLst>
          </p:cNvPr>
          <p:cNvSpPr/>
          <p:nvPr/>
        </p:nvSpPr>
        <p:spPr>
          <a:xfrm>
            <a:off x="1905818" y="1463459"/>
            <a:ext cx="1316691" cy="4675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圆角 5">
            <a:extLst>
              <a:ext uri="{FF2B5EF4-FFF2-40B4-BE49-F238E27FC236}">
                <a16:creationId xmlns:a16="http://schemas.microsoft.com/office/drawing/2014/main" id="{6770A976-BC19-4BF6-AB4F-EBFE358EB465}"/>
              </a:ext>
            </a:extLst>
          </p:cNvPr>
          <p:cNvSpPr/>
          <p:nvPr/>
        </p:nvSpPr>
        <p:spPr>
          <a:xfrm>
            <a:off x="3293176" y="1463459"/>
            <a:ext cx="8203499" cy="4675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a:extLst>
              <a:ext uri="{FF2B5EF4-FFF2-40B4-BE49-F238E27FC236}">
                <a16:creationId xmlns:a16="http://schemas.microsoft.com/office/drawing/2014/main" id="{A1C84B5F-19CC-4650-90A6-DD9052F06918}"/>
              </a:ext>
            </a:extLst>
          </p:cNvPr>
          <p:cNvSpPr/>
          <p:nvPr/>
        </p:nvSpPr>
        <p:spPr>
          <a:xfrm>
            <a:off x="666751" y="1990583"/>
            <a:ext cx="1168400" cy="634283"/>
          </a:xfrm>
          <a:prstGeom prst="roundRect">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圆角 7">
            <a:extLst>
              <a:ext uri="{FF2B5EF4-FFF2-40B4-BE49-F238E27FC236}">
                <a16:creationId xmlns:a16="http://schemas.microsoft.com/office/drawing/2014/main" id="{310FC492-093F-4F11-831E-183CCF03BCF0}"/>
              </a:ext>
            </a:extLst>
          </p:cNvPr>
          <p:cNvSpPr/>
          <p:nvPr/>
        </p:nvSpPr>
        <p:spPr>
          <a:xfrm>
            <a:off x="1905818" y="1990583"/>
            <a:ext cx="1316691" cy="634283"/>
          </a:xfrm>
          <a:prstGeom prst="roundRect">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a:extLst>
              <a:ext uri="{FF2B5EF4-FFF2-40B4-BE49-F238E27FC236}">
                <a16:creationId xmlns:a16="http://schemas.microsoft.com/office/drawing/2014/main" id="{C3F8B8E6-A2A1-42AC-ABB9-F00C55B070CE}"/>
              </a:ext>
            </a:extLst>
          </p:cNvPr>
          <p:cNvSpPr/>
          <p:nvPr/>
        </p:nvSpPr>
        <p:spPr>
          <a:xfrm>
            <a:off x="3293176" y="1990583"/>
            <a:ext cx="8203499" cy="634283"/>
          </a:xfrm>
          <a:prstGeom prst="roundRect">
            <a:avLst/>
          </a:prstGeom>
          <a:no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a:extLst>
              <a:ext uri="{FF2B5EF4-FFF2-40B4-BE49-F238E27FC236}">
                <a16:creationId xmlns:a16="http://schemas.microsoft.com/office/drawing/2014/main" id="{EC482275-1652-480E-B599-DDFBE74D456B}"/>
              </a:ext>
            </a:extLst>
          </p:cNvPr>
          <p:cNvSpPr/>
          <p:nvPr/>
        </p:nvSpPr>
        <p:spPr>
          <a:xfrm>
            <a:off x="666751" y="2684450"/>
            <a:ext cx="1168400" cy="2271716"/>
          </a:xfrm>
          <a:prstGeom prst="roundRect">
            <a:avLst>
              <a:gd name="adj" fmla="val 10145"/>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E2CDA537-F8BE-4C86-A45F-B22A47647AE9}"/>
              </a:ext>
            </a:extLst>
          </p:cNvPr>
          <p:cNvSpPr/>
          <p:nvPr/>
        </p:nvSpPr>
        <p:spPr>
          <a:xfrm>
            <a:off x="1905818" y="2684450"/>
            <a:ext cx="1316691" cy="2271716"/>
          </a:xfrm>
          <a:prstGeom prst="roundRect">
            <a:avLst>
              <a:gd name="adj" fmla="val 7263"/>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a:extLst>
              <a:ext uri="{FF2B5EF4-FFF2-40B4-BE49-F238E27FC236}">
                <a16:creationId xmlns:a16="http://schemas.microsoft.com/office/drawing/2014/main" id="{18D2C78F-1511-493C-870C-5E6C0E4C4152}"/>
              </a:ext>
            </a:extLst>
          </p:cNvPr>
          <p:cNvSpPr/>
          <p:nvPr/>
        </p:nvSpPr>
        <p:spPr>
          <a:xfrm>
            <a:off x="666751" y="5015750"/>
            <a:ext cx="1168400" cy="1219950"/>
          </a:xfrm>
          <a:prstGeom prst="roundRect">
            <a:avLst>
              <a:gd name="adj" fmla="val 77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13">
            <a:extLst>
              <a:ext uri="{FF2B5EF4-FFF2-40B4-BE49-F238E27FC236}">
                <a16:creationId xmlns:a16="http://schemas.microsoft.com/office/drawing/2014/main" id="{7DDCC609-0CF6-4FDF-BD8A-B32427714451}"/>
              </a:ext>
            </a:extLst>
          </p:cNvPr>
          <p:cNvSpPr/>
          <p:nvPr/>
        </p:nvSpPr>
        <p:spPr>
          <a:xfrm>
            <a:off x="1905818" y="5015750"/>
            <a:ext cx="1316691" cy="1219950"/>
          </a:xfrm>
          <a:prstGeom prst="roundRect">
            <a:avLst>
              <a:gd name="adj" fmla="val 8079"/>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14">
            <a:extLst>
              <a:ext uri="{FF2B5EF4-FFF2-40B4-BE49-F238E27FC236}">
                <a16:creationId xmlns:a16="http://schemas.microsoft.com/office/drawing/2014/main" id="{16F8855E-70C8-418E-BAF5-15C7D71F9C3B}"/>
              </a:ext>
            </a:extLst>
          </p:cNvPr>
          <p:cNvSpPr/>
          <p:nvPr/>
        </p:nvSpPr>
        <p:spPr>
          <a:xfrm>
            <a:off x="3293176" y="5015750"/>
            <a:ext cx="8203499" cy="1219950"/>
          </a:xfrm>
          <a:prstGeom prst="rect">
            <a:avLst/>
          </a:prstGeom>
          <a:solidFill>
            <a:schemeClr val="accent1">
              <a:lumMod val="100000"/>
              <a:alpha val="10000"/>
            </a:schemeClr>
          </a:soli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0" name="组合 19">
            <a:extLst>
              <a:ext uri="{FF2B5EF4-FFF2-40B4-BE49-F238E27FC236}">
                <a16:creationId xmlns:a16="http://schemas.microsoft.com/office/drawing/2014/main" id="{947E2EEE-EE36-437B-A122-054F9A61D840}"/>
              </a:ext>
            </a:extLst>
          </p:cNvPr>
          <p:cNvGrpSpPr/>
          <p:nvPr/>
        </p:nvGrpSpPr>
        <p:grpSpPr>
          <a:xfrm>
            <a:off x="3426677" y="5102633"/>
            <a:ext cx="7941935" cy="1046184"/>
            <a:chOff x="3646839" y="5102633"/>
            <a:chExt cx="9002149" cy="1046184"/>
          </a:xfrm>
          <a:solidFill>
            <a:schemeClr val="accent1"/>
          </a:solidFill>
        </p:grpSpPr>
        <p:sp>
          <p:nvSpPr>
            <p:cNvPr id="16" name="矩形 15">
              <a:extLst>
                <a:ext uri="{FF2B5EF4-FFF2-40B4-BE49-F238E27FC236}">
                  <a16:creationId xmlns:a16="http://schemas.microsoft.com/office/drawing/2014/main" id="{52E421D9-6173-492C-9803-1D8659839A3B}"/>
                </a:ext>
              </a:extLst>
            </p:cNvPr>
            <p:cNvSpPr/>
            <p:nvPr/>
          </p:nvSpPr>
          <p:spPr>
            <a:xfrm>
              <a:off x="3646839"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16">
              <a:extLst>
                <a:ext uri="{FF2B5EF4-FFF2-40B4-BE49-F238E27FC236}">
                  <a16:creationId xmlns:a16="http://schemas.microsoft.com/office/drawing/2014/main" id="{527AF14B-D1F9-469E-95B9-D380054853AB}"/>
                </a:ext>
              </a:extLst>
            </p:cNvPr>
            <p:cNvSpPr/>
            <p:nvPr/>
          </p:nvSpPr>
          <p:spPr>
            <a:xfrm>
              <a:off x="5917827"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17">
              <a:extLst>
                <a:ext uri="{FF2B5EF4-FFF2-40B4-BE49-F238E27FC236}">
                  <a16:creationId xmlns:a16="http://schemas.microsoft.com/office/drawing/2014/main" id="{A4436967-7A69-4758-A6D9-C352B462CA4D}"/>
                </a:ext>
              </a:extLst>
            </p:cNvPr>
            <p:cNvSpPr/>
            <p:nvPr/>
          </p:nvSpPr>
          <p:spPr>
            <a:xfrm>
              <a:off x="8188815"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18">
              <a:extLst>
                <a:ext uri="{FF2B5EF4-FFF2-40B4-BE49-F238E27FC236}">
                  <a16:creationId xmlns:a16="http://schemas.microsoft.com/office/drawing/2014/main" id="{9641F436-4B43-4185-9DAF-A12ACFD22C2B}"/>
                </a:ext>
              </a:extLst>
            </p:cNvPr>
            <p:cNvSpPr/>
            <p:nvPr/>
          </p:nvSpPr>
          <p:spPr>
            <a:xfrm>
              <a:off x="10459803" y="5102633"/>
              <a:ext cx="2189185" cy="104618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1" name="Object29">
            <a:extLst>
              <a:ext uri="{FF2B5EF4-FFF2-40B4-BE49-F238E27FC236}">
                <a16:creationId xmlns:a16="http://schemas.microsoft.com/office/drawing/2014/main" id="{2CAEE1BB-C3DB-467A-B38F-E03222C1A724}"/>
              </a:ext>
            </a:extLst>
          </p:cNvPr>
          <p:cNvSpPr txBox="1"/>
          <p:nvPr/>
        </p:nvSpPr>
        <p:spPr>
          <a:xfrm>
            <a:off x="627063" y="1584858"/>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01</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2" name="Object29">
            <a:extLst>
              <a:ext uri="{FF2B5EF4-FFF2-40B4-BE49-F238E27FC236}">
                <a16:creationId xmlns:a16="http://schemas.microsoft.com/office/drawing/2014/main" id="{06E6A7FB-CE13-4A2D-AE18-22881626581A}"/>
              </a:ext>
            </a:extLst>
          </p:cNvPr>
          <p:cNvSpPr txBox="1"/>
          <p:nvPr/>
        </p:nvSpPr>
        <p:spPr>
          <a:xfrm>
            <a:off x="627063" y="2195353"/>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02</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29">
            <a:extLst>
              <a:ext uri="{FF2B5EF4-FFF2-40B4-BE49-F238E27FC236}">
                <a16:creationId xmlns:a16="http://schemas.microsoft.com/office/drawing/2014/main" id="{3E91D27B-569F-4551-B565-CC500B124E2E}"/>
              </a:ext>
            </a:extLst>
          </p:cNvPr>
          <p:cNvSpPr txBox="1"/>
          <p:nvPr/>
        </p:nvSpPr>
        <p:spPr>
          <a:xfrm>
            <a:off x="627063" y="3707937"/>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03</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a:extLst>
              <a:ext uri="{FF2B5EF4-FFF2-40B4-BE49-F238E27FC236}">
                <a16:creationId xmlns:a16="http://schemas.microsoft.com/office/drawing/2014/main" id="{8524AEBB-C8C8-4FDF-96C9-22323279E315}"/>
              </a:ext>
            </a:extLst>
          </p:cNvPr>
          <p:cNvSpPr txBox="1"/>
          <p:nvPr/>
        </p:nvSpPr>
        <p:spPr>
          <a:xfrm>
            <a:off x="627063" y="5513354"/>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STEP 04</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29">
            <a:extLst>
              <a:ext uri="{FF2B5EF4-FFF2-40B4-BE49-F238E27FC236}">
                <a16:creationId xmlns:a16="http://schemas.microsoft.com/office/drawing/2014/main" id="{A673D379-73EA-4E92-8A8B-D1D18CAAF8CA}"/>
              </a:ext>
            </a:extLst>
          </p:cNvPr>
          <p:cNvSpPr txBox="1"/>
          <p:nvPr/>
        </p:nvSpPr>
        <p:spPr>
          <a:xfrm>
            <a:off x="1940275" y="1584858"/>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用户目标</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6" name="Object29">
            <a:extLst>
              <a:ext uri="{FF2B5EF4-FFF2-40B4-BE49-F238E27FC236}">
                <a16:creationId xmlns:a16="http://schemas.microsoft.com/office/drawing/2014/main" id="{43F52B75-0DBA-4017-82D6-0062E9A4C255}"/>
              </a:ext>
            </a:extLst>
          </p:cNvPr>
          <p:cNvSpPr txBox="1"/>
          <p:nvPr/>
        </p:nvSpPr>
        <p:spPr>
          <a:xfrm>
            <a:off x="1940275" y="2074800"/>
            <a:ext cx="1247776"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价值观</a:t>
            </a:r>
            <a:endParaRPr kumimoji="0" lang="en-US" altLang="zh-CN"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设计原则</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29">
            <a:extLst>
              <a:ext uri="{FF2B5EF4-FFF2-40B4-BE49-F238E27FC236}">
                <a16:creationId xmlns:a16="http://schemas.microsoft.com/office/drawing/2014/main" id="{02EA3E7E-363B-4BD6-A797-B62DB25235B8}"/>
              </a:ext>
            </a:extLst>
          </p:cNvPr>
          <p:cNvSpPr txBox="1"/>
          <p:nvPr/>
        </p:nvSpPr>
        <p:spPr>
          <a:xfrm>
            <a:off x="1940275" y="3707937"/>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设计模式</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8" name="Object29">
            <a:extLst>
              <a:ext uri="{FF2B5EF4-FFF2-40B4-BE49-F238E27FC236}">
                <a16:creationId xmlns:a16="http://schemas.microsoft.com/office/drawing/2014/main" id="{BFE99879-AA00-497F-92AA-149B0F431FCA}"/>
              </a:ext>
            </a:extLst>
          </p:cNvPr>
          <p:cNvSpPr txBox="1"/>
          <p:nvPr/>
        </p:nvSpPr>
        <p:spPr>
          <a:xfrm>
            <a:off x="1940275" y="5513354"/>
            <a:ext cx="1247776"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技术实现</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9">
            <a:extLst>
              <a:ext uri="{FF2B5EF4-FFF2-40B4-BE49-F238E27FC236}">
                <a16:creationId xmlns:a16="http://schemas.microsoft.com/office/drawing/2014/main" id="{4B67E3C2-DABB-4B13-9053-007E65BF1F61}"/>
              </a:ext>
            </a:extLst>
          </p:cNvPr>
          <p:cNvSpPr txBox="1"/>
          <p:nvPr/>
        </p:nvSpPr>
        <p:spPr>
          <a:xfrm>
            <a:off x="4236150" y="1584858"/>
            <a:ext cx="631755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用户访谈</a:t>
            </a:r>
            <a:r>
              <a:rPr kumimoji="0" lang="en-US" altLang="zh-CN"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工单收集</a:t>
            </a:r>
            <a:r>
              <a:rPr kumimoji="0" lang="en-US" altLang="zh-CN"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调研问卷</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29">
            <a:extLst>
              <a:ext uri="{FF2B5EF4-FFF2-40B4-BE49-F238E27FC236}">
                <a16:creationId xmlns:a16="http://schemas.microsoft.com/office/drawing/2014/main" id="{6D919FA9-7702-4CE4-A664-B4EA60305B76}"/>
              </a:ext>
            </a:extLst>
          </p:cNvPr>
          <p:cNvSpPr txBox="1"/>
          <p:nvPr/>
        </p:nvSpPr>
        <p:spPr>
          <a:xfrm>
            <a:off x="4236150" y="2075321"/>
            <a:ext cx="6317550"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设计价值观  精确、高效、一致</a:t>
            </a:r>
            <a:endParaRPr kumimoji="0" lang="en-US" altLang="zh-CN"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设计原则  掌控感 轻量感 专注感 系统性 可靠性 指引性</a:t>
            </a:r>
            <a:endParaRPr kumimoji="0" sz="12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a:extLst>
              <a:ext uri="{FF2B5EF4-FFF2-40B4-BE49-F238E27FC236}">
                <a16:creationId xmlns:a16="http://schemas.microsoft.com/office/drawing/2014/main" id="{48D5E9DB-82AD-4D42-80F3-2EE618B05DA8}"/>
              </a:ext>
            </a:extLst>
          </p:cNvPr>
          <p:cNvSpPr/>
          <p:nvPr/>
        </p:nvSpPr>
        <p:spPr>
          <a:xfrm>
            <a:off x="3470455" y="2832336"/>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提升主题的美化质量">
            <a:extLst>
              <a:ext uri="{FF2B5EF4-FFF2-40B4-BE49-F238E27FC236}">
                <a16:creationId xmlns:a16="http://schemas.microsoft.com/office/drawing/2014/main" id="{26927AA5-A2D9-4E99-A9CA-B777DFE31015}"/>
              </a:ext>
            </a:extLst>
          </p:cNvPr>
          <p:cNvSpPr txBox="1"/>
          <p:nvPr/>
        </p:nvSpPr>
        <p:spPr>
          <a:xfrm>
            <a:off x="4522584" y="2928450"/>
            <a:ext cx="1544841"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 界面呈现等直观感受</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a:extLst>
              <a:ext uri="{FF2B5EF4-FFF2-40B4-BE49-F238E27FC236}">
                <a16:creationId xmlns:a16="http://schemas.microsoft.com/office/drawing/2014/main" id="{7C1435A1-93F0-4158-84E4-424862DB6070}"/>
              </a:ext>
            </a:extLst>
          </p:cNvPr>
          <p:cNvSpPr/>
          <p:nvPr/>
        </p:nvSpPr>
        <p:spPr>
          <a:xfrm>
            <a:off x="3469149" y="2832336"/>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02">
            <a:extLst>
              <a:ext uri="{FF2B5EF4-FFF2-40B4-BE49-F238E27FC236}">
                <a16:creationId xmlns:a16="http://schemas.microsoft.com/office/drawing/2014/main" id="{83D4E699-D581-46DC-822F-B747D14BCF37}"/>
              </a:ext>
            </a:extLst>
          </p:cNvPr>
          <p:cNvSpPr txBox="1"/>
          <p:nvPr/>
        </p:nvSpPr>
        <p:spPr>
          <a:xfrm>
            <a:off x="3587783" y="2903605"/>
            <a:ext cx="817473"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设计风格</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矩形">
            <a:extLst>
              <a:ext uri="{FF2B5EF4-FFF2-40B4-BE49-F238E27FC236}">
                <a16:creationId xmlns:a16="http://schemas.microsoft.com/office/drawing/2014/main" id="{3209BA53-EC00-4485-9E60-9FAB0B0D804A}"/>
              </a:ext>
            </a:extLst>
          </p:cNvPr>
          <p:cNvSpPr/>
          <p:nvPr/>
        </p:nvSpPr>
        <p:spPr>
          <a:xfrm>
            <a:off x="3470455" y="3363203"/>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提升主题的美化质量">
            <a:extLst>
              <a:ext uri="{FF2B5EF4-FFF2-40B4-BE49-F238E27FC236}">
                <a16:creationId xmlns:a16="http://schemas.microsoft.com/office/drawing/2014/main" id="{2CFAFDC8-35A6-44C1-85EA-A4D4C7107E72}"/>
              </a:ext>
            </a:extLst>
          </p:cNvPr>
          <p:cNvSpPr txBox="1"/>
          <p:nvPr/>
        </p:nvSpPr>
        <p:spPr>
          <a:xfrm>
            <a:off x="4522584" y="3449861"/>
            <a:ext cx="1544841"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适用于业务通用的基础组件</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a:extLst>
              <a:ext uri="{FF2B5EF4-FFF2-40B4-BE49-F238E27FC236}">
                <a16:creationId xmlns:a16="http://schemas.microsoft.com/office/drawing/2014/main" id="{8430D92D-0DC6-4F25-82A5-D4FF86F6621D}"/>
              </a:ext>
            </a:extLst>
          </p:cNvPr>
          <p:cNvSpPr/>
          <p:nvPr/>
        </p:nvSpPr>
        <p:spPr>
          <a:xfrm>
            <a:off x="3469149" y="3363203"/>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9" name="02">
            <a:extLst>
              <a:ext uri="{FF2B5EF4-FFF2-40B4-BE49-F238E27FC236}">
                <a16:creationId xmlns:a16="http://schemas.microsoft.com/office/drawing/2014/main" id="{B875FFEA-89DE-4069-883F-2909362BA082}"/>
              </a:ext>
            </a:extLst>
          </p:cNvPr>
          <p:cNvSpPr txBox="1"/>
          <p:nvPr/>
        </p:nvSpPr>
        <p:spPr>
          <a:xfrm>
            <a:off x="3587783" y="3434472"/>
            <a:ext cx="817473"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组件模块</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矩形">
            <a:extLst>
              <a:ext uri="{FF2B5EF4-FFF2-40B4-BE49-F238E27FC236}">
                <a16:creationId xmlns:a16="http://schemas.microsoft.com/office/drawing/2014/main" id="{D9F9AB87-E5EA-4D3D-B5E5-89658B943295}"/>
              </a:ext>
            </a:extLst>
          </p:cNvPr>
          <p:cNvSpPr/>
          <p:nvPr/>
        </p:nvSpPr>
        <p:spPr>
          <a:xfrm>
            <a:off x="3470455" y="3894070"/>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提升主题的美化质量">
            <a:extLst>
              <a:ext uri="{FF2B5EF4-FFF2-40B4-BE49-F238E27FC236}">
                <a16:creationId xmlns:a16="http://schemas.microsoft.com/office/drawing/2014/main" id="{2DCE1FA9-874E-4126-81B2-86B5DDB6E501}"/>
              </a:ext>
            </a:extLst>
          </p:cNvPr>
          <p:cNvSpPr txBox="1"/>
          <p:nvPr/>
        </p:nvSpPr>
        <p:spPr>
          <a:xfrm>
            <a:off x="4522584" y="3990184"/>
            <a:ext cx="1805191"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结合业务逻辑使用的场景能力</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a:extLst>
              <a:ext uri="{FF2B5EF4-FFF2-40B4-BE49-F238E27FC236}">
                <a16:creationId xmlns:a16="http://schemas.microsoft.com/office/drawing/2014/main" id="{46C3B1F7-0C8E-466F-8215-5AEC681FCA60}"/>
              </a:ext>
            </a:extLst>
          </p:cNvPr>
          <p:cNvSpPr/>
          <p:nvPr/>
        </p:nvSpPr>
        <p:spPr>
          <a:xfrm>
            <a:off x="3469149" y="3894070"/>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02">
            <a:extLst>
              <a:ext uri="{FF2B5EF4-FFF2-40B4-BE49-F238E27FC236}">
                <a16:creationId xmlns:a16="http://schemas.microsoft.com/office/drawing/2014/main" id="{0AD9E1A8-76BA-4ED9-AA01-1EDA5B5955F3}"/>
              </a:ext>
            </a:extLst>
          </p:cNvPr>
          <p:cNvSpPr txBox="1"/>
          <p:nvPr/>
        </p:nvSpPr>
        <p:spPr>
          <a:xfrm>
            <a:off x="3587783" y="3965339"/>
            <a:ext cx="817473"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典型页面</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4" name="矩形">
            <a:extLst>
              <a:ext uri="{FF2B5EF4-FFF2-40B4-BE49-F238E27FC236}">
                <a16:creationId xmlns:a16="http://schemas.microsoft.com/office/drawing/2014/main" id="{79C87948-C569-4269-A38D-3FE1DF5F2E98}"/>
              </a:ext>
            </a:extLst>
          </p:cNvPr>
          <p:cNvSpPr/>
          <p:nvPr/>
        </p:nvSpPr>
        <p:spPr>
          <a:xfrm>
            <a:off x="3470455" y="4424937"/>
            <a:ext cx="3060520" cy="378501"/>
          </a:xfrm>
          <a:prstGeom prst="roundRect">
            <a:avLst/>
          </a:prstGeom>
          <a:solidFill>
            <a:schemeClr val="lt1"/>
          </a:solidFill>
          <a:ln w="127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提升主题的美化质量">
            <a:extLst>
              <a:ext uri="{FF2B5EF4-FFF2-40B4-BE49-F238E27FC236}">
                <a16:creationId xmlns:a16="http://schemas.microsoft.com/office/drawing/2014/main" id="{7B404FB0-F673-41F3-9D6A-0C98D84FFA36}"/>
              </a:ext>
            </a:extLst>
          </p:cNvPr>
          <p:cNvSpPr txBox="1"/>
          <p:nvPr/>
        </p:nvSpPr>
        <p:spPr>
          <a:xfrm>
            <a:off x="4522584" y="4521051"/>
            <a:ext cx="2008391" cy="2051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为各端积累的高效管理、适用工具</a:t>
            </a:r>
            <a:endParaRPr kumimoji="0" sz="1000" b="0" i="0" u="none" strike="noStrike" kern="0" cap="none" spc="-39"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a:extLst>
              <a:ext uri="{FF2B5EF4-FFF2-40B4-BE49-F238E27FC236}">
                <a16:creationId xmlns:a16="http://schemas.microsoft.com/office/drawing/2014/main" id="{A5747337-C2DA-45F1-89D2-AB09C5F974CD}"/>
              </a:ext>
            </a:extLst>
          </p:cNvPr>
          <p:cNvSpPr/>
          <p:nvPr/>
        </p:nvSpPr>
        <p:spPr>
          <a:xfrm>
            <a:off x="3469149" y="4424937"/>
            <a:ext cx="93610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7" name="02">
            <a:extLst>
              <a:ext uri="{FF2B5EF4-FFF2-40B4-BE49-F238E27FC236}">
                <a16:creationId xmlns:a16="http://schemas.microsoft.com/office/drawing/2014/main" id="{EC1E47ED-9F67-4009-9F0E-14BA06B113BF}"/>
              </a:ext>
            </a:extLst>
          </p:cNvPr>
          <p:cNvSpPr txBox="1"/>
          <p:nvPr/>
        </p:nvSpPr>
        <p:spPr>
          <a:xfrm>
            <a:off x="3587783" y="4496206"/>
            <a:ext cx="817473"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效率工具</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2" name="椭圆 61">
            <a:extLst>
              <a:ext uri="{FF2B5EF4-FFF2-40B4-BE49-F238E27FC236}">
                <a16:creationId xmlns:a16="http://schemas.microsoft.com/office/drawing/2014/main" id="{0C664435-CDAF-4D6D-A28A-B0C0383D9663}"/>
              </a:ext>
            </a:extLst>
          </p:cNvPr>
          <p:cNvSpPr/>
          <p:nvPr/>
        </p:nvSpPr>
        <p:spPr>
          <a:xfrm>
            <a:off x="6783691" y="3363203"/>
            <a:ext cx="1061734" cy="1061734"/>
          </a:xfrm>
          <a:prstGeom prst="ellipse">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Object29">
            <a:extLst>
              <a:ext uri="{FF2B5EF4-FFF2-40B4-BE49-F238E27FC236}">
                <a16:creationId xmlns:a16="http://schemas.microsoft.com/office/drawing/2014/main" id="{20084016-CD41-42F2-889B-4E9A1A9B5722}"/>
              </a:ext>
            </a:extLst>
          </p:cNvPr>
          <p:cNvSpPr txBox="1"/>
          <p:nvPr/>
        </p:nvSpPr>
        <p:spPr>
          <a:xfrm>
            <a:off x="6951798" y="3525673"/>
            <a:ext cx="72552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应用</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Object29">
            <a:extLst>
              <a:ext uri="{FF2B5EF4-FFF2-40B4-BE49-F238E27FC236}">
                <a16:creationId xmlns:a16="http://schemas.microsoft.com/office/drawing/2014/main" id="{5B5A44C9-65C4-451B-8649-BFE2803DC01B}"/>
              </a:ext>
            </a:extLst>
          </p:cNvPr>
          <p:cNvSpPr txBox="1"/>
          <p:nvPr/>
        </p:nvSpPr>
        <p:spPr>
          <a:xfrm>
            <a:off x="6951798" y="3959908"/>
            <a:ext cx="72552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提炼</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66" name="直接箭头连接符 65">
            <a:extLst>
              <a:ext uri="{FF2B5EF4-FFF2-40B4-BE49-F238E27FC236}">
                <a16:creationId xmlns:a16="http://schemas.microsoft.com/office/drawing/2014/main" id="{569518B4-360C-424D-809F-F3BCF0CE5773}"/>
              </a:ext>
            </a:extLst>
          </p:cNvPr>
          <p:cNvCxnSpPr/>
          <p:nvPr/>
        </p:nvCxnSpPr>
        <p:spPr>
          <a:xfrm>
            <a:off x="7062407" y="3844925"/>
            <a:ext cx="590550"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a:extLst>
              <a:ext uri="{FF2B5EF4-FFF2-40B4-BE49-F238E27FC236}">
                <a16:creationId xmlns:a16="http://schemas.microsoft.com/office/drawing/2014/main" id="{2AD9E6F7-E3EB-4BA4-B45D-859A9C804D6B}"/>
              </a:ext>
            </a:extLst>
          </p:cNvPr>
          <p:cNvCxnSpPr>
            <a:cxnSpLocks/>
          </p:cNvCxnSpPr>
          <p:nvPr/>
        </p:nvCxnSpPr>
        <p:spPr>
          <a:xfrm flipH="1">
            <a:off x="7011607" y="3932679"/>
            <a:ext cx="590550"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8" name="矩形: 圆角 67">
            <a:extLst>
              <a:ext uri="{FF2B5EF4-FFF2-40B4-BE49-F238E27FC236}">
                <a16:creationId xmlns:a16="http://schemas.microsoft.com/office/drawing/2014/main" id="{D52E4AF1-04A1-4222-87B2-3663C34AAFC8}"/>
              </a:ext>
            </a:extLst>
          </p:cNvPr>
          <p:cNvSpPr/>
          <p:nvPr/>
        </p:nvSpPr>
        <p:spPr>
          <a:xfrm>
            <a:off x="8013533" y="2832336"/>
            <a:ext cx="1081836" cy="200636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圆角 68">
            <a:extLst>
              <a:ext uri="{FF2B5EF4-FFF2-40B4-BE49-F238E27FC236}">
                <a16:creationId xmlns:a16="http://schemas.microsoft.com/office/drawing/2014/main" id="{B6D446AD-7A3A-4E7A-B07D-79CBF85CCAAD}"/>
              </a:ext>
            </a:extLst>
          </p:cNvPr>
          <p:cNvSpPr/>
          <p:nvPr/>
        </p:nvSpPr>
        <p:spPr>
          <a:xfrm>
            <a:off x="9147605" y="2832336"/>
            <a:ext cx="1081836" cy="200636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a:extLst>
              <a:ext uri="{FF2B5EF4-FFF2-40B4-BE49-F238E27FC236}">
                <a16:creationId xmlns:a16="http://schemas.microsoft.com/office/drawing/2014/main" id="{E1E60B4B-8BBB-4979-9536-A3D9EE6A0271}"/>
              </a:ext>
            </a:extLst>
          </p:cNvPr>
          <p:cNvSpPr/>
          <p:nvPr/>
        </p:nvSpPr>
        <p:spPr>
          <a:xfrm>
            <a:off x="10286776" y="2832336"/>
            <a:ext cx="1081836" cy="2006364"/>
          </a:xfrm>
          <a:prstGeom prst="roundRect">
            <a:avLst/>
          </a:prstGeom>
          <a:solidFill>
            <a:schemeClr val="lt1">
              <a:lumMod val="100000"/>
            </a:schemeClr>
          </a:soli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圆角 72">
            <a:extLst>
              <a:ext uri="{FF2B5EF4-FFF2-40B4-BE49-F238E27FC236}">
                <a16:creationId xmlns:a16="http://schemas.microsoft.com/office/drawing/2014/main" id="{A1AAC620-986B-42D0-B205-3F1DFD0B0593}"/>
              </a:ext>
            </a:extLst>
          </p:cNvPr>
          <p:cNvSpPr/>
          <p:nvPr/>
        </p:nvSpPr>
        <p:spPr>
          <a:xfrm>
            <a:off x="3426677"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4" name="矩形: 圆角 73">
            <a:extLst>
              <a:ext uri="{FF2B5EF4-FFF2-40B4-BE49-F238E27FC236}">
                <a16:creationId xmlns:a16="http://schemas.microsoft.com/office/drawing/2014/main" id="{76805BB3-11A7-49A7-9145-94DF04E959FE}"/>
              </a:ext>
            </a:extLst>
          </p:cNvPr>
          <p:cNvSpPr/>
          <p:nvPr/>
        </p:nvSpPr>
        <p:spPr>
          <a:xfrm>
            <a:off x="5430203"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5" name="矩形: 圆角 74">
            <a:extLst>
              <a:ext uri="{FF2B5EF4-FFF2-40B4-BE49-F238E27FC236}">
                <a16:creationId xmlns:a16="http://schemas.microsoft.com/office/drawing/2014/main" id="{CDF89DFA-E12F-4514-9E3E-D323E9009AD3}"/>
              </a:ext>
            </a:extLst>
          </p:cNvPr>
          <p:cNvSpPr/>
          <p:nvPr/>
        </p:nvSpPr>
        <p:spPr>
          <a:xfrm>
            <a:off x="7433729"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6" name="矩形: 圆角 75">
            <a:extLst>
              <a:ext uri="{FF2B5EF4-FFF2-40B4-BE49-F238E27FC236}">
                <a16:creationId xmlns:a16="http://schemas.microsoft.com/office/drawing/2014/main" id="{DAB0A47D-A6F5-4C93-8852-A8EB0CED2745}"/>
              </a:ext>
            </a:extLst>
          </p:cNvPr>
          <p:cNvSpPr/>
          <p:nvPr/>
        </p:nvSpPr>
        <p:spPr>
          <a:xfrm>
            <a:off x="9437255" y="5102633"/>
            <a:ext cx="1931357" cy="41072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7" name="矩形: 圆角 76">
            <a:extLst>
              <a:ext uri="{FF2B5EF4-FFF2-40B4-BE49-F238E27FC236}">
                <a16:creationId xmlns:a16="http://schemas.microsoft.com/office/drawing/2014/main" id="{83571671-1BF2-4C13-8F58-D047F14FC943}"/>
              </a:ext>
            </a:extLst>
          </p:cNvPr>
          <p:cNvSpPr/>
          <p:nvPr/>
        </p:nvSpPr>
        <p:spPr>
          <a:xfrm>
            <a:off x="8013533" y="2832336"/>
            <a:ext cx="108183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8" name="矩形: 圆角 77">
            <a:extLst>
              <a:ext uri="{FF2B5EF4-FFF2-40B4-BE49-F238E27FC236}">
                <a16:creationId xmlns:a16="http://schemas.microsoft.com/office/drawing/2014/main" id="{203AD12F-71D1-410E-8F89-812BC6AEC7A3}"/>
              </a:ext>
            </a:extLst>
          </p:cNvPr>
          <p:cNvSpPr/>
          <p:nvPr/>
        </p:nvSpPr>
        <p:spPr>
          <a:xfrm>
            <a:off x="9147605" y="2832336"/>
            <a:ext cx="108183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矩形: 圆角 78">
            <a:extLst>
              <a:ext uri="{FF2B5EF4-FFF2-40B4-BE49-F238E27FC236}">
                <a16:creationId xmlns:a16="http://schemas.microsoft.com/office/drawing/2014/main" id="{0648EF47-5274-4F1B-88BB-BE36870E7A0E}"/>
              </a:ext>
            </a:extLst>
          </p:cNvPr>
          <p:cNvSpPr/>
          <p:nvPr/>
        </p:nvSpPr>
        <p:spPr>
          <a:xfrm>
            <a:off x="10286776" y="2832336"/>
            <a:ext cx="1081836"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0" name="Object29">
            <a:extLst>
              <a:ext uri="{FF2B5EF4-FFF2-40B4-BE49-F238E27FC236}">
                <a16:creationId xmlns:a16="http://schemas.microsoft.com/office/drawing/2014/main" id="{129E1B26-67C5-4540-B597-41F28FF2EF51}"/>
              </a:ext>
            </a:extLst>
          </p:cNvPr>
          <p:cNvSpPr txBox="1"/>
          <p:nvPr/>
        </p:nvSpPr>
        <p:spPr>
          <a:xfrm>
            <a:off x="8047452" y="2937426"/>
            <a:ext cx="1013998" cy="228077"/>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WEB</a:t>
            </a: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端后台</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Object29">
            <a:extLst>
              <a:ext uri="{FF2B5EF4-FFF2-40B4-BE49-F238E27FC236}">
                <a16:creationId xmlns:a16="http://schemas.microsoft.com/office/drawing/2014/main" id="{8CD59165-F94A-48B3-8810-201778AE7A9A}"/>
              </a:ext>
            </a:extLst>
          </p:cNvPr>
          <p:cNvSpPr txBox="1"/>
          <p:nvPr/>
        </p:nvSpPr>
        <p:spPr>
          <a:xfrm>
            <a:off x="9181524" y="2937426"/>
            <a:ext cx="1013998" cy="228077"/>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移动端</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2" name="Object29">
            <a:extLst>
              <a:ext uri="{FF2B5EF4-FFF2-40B4-BE49-F238E27FC236}">
                <a16:creationId xmlns:a16="http://schemas.microsoft.com/office/drawing/2014/main" id="{02737F88-568A-4588-8BA2-519F3B966BF6}"/>
              </a:ext>
            </a:extLst>
          </p:cNvPr>
          <p:cNvSpPr txBox="1"/>
          <p:nvPr/>
        </p:nvSpPr>
        <p:spPr>
          <a:xfrm>
            <a:off x="10320695" y="2937426"/>
            <a:ext cx="1013998" cy="228077"/>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数据可视化</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3" name="设计">
            <a:extLst>
              <a:ext uri="{FF2B5EF4-FFF2-40B4-BE49-F238E27FC236}">
                <a16:creationId xmlns:a16="http://schemas.microsoft.com/office/drawing/2014/main" id="{0F80569B-2054-4EC6-9EBA-EFE3E1E00CF6}"/>
              </a:ext>
            </a:extLst>
          </p:cNvPr>
          <p:cNvSpPr txBox="1"/>
          <p:nvPr/>
        </p:nvSpPr>
        <p:spPr>
          <a:xfrm>
            <a:off x="8047452" y="3465963"/>
            <a:ext cx="1013999" cy="958973"/>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腾讯云控制台</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配置系统</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私有化部署</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lang="en-US" altLang="zh-CN"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IDC</a:t>
            </a:r>
            <a:r>
              <a:rPr lang="zh-CN" alt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管理系统</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设计">
            <a:extLst>
              <a:ext uri="{FF2B5EF4-FFF2-40B4-BE49-F238E27FC236}">
                <a16:creationId xmlns:a16="http://schemas.microsoft.com/office/drawing/2014/main" id="{782F7DB6-3361-4C5C-A444-3B8F9DF269AA}"/>
              </a:ext>
            </a:extLst>
          </p:cNvPr>
          <p:cNvSpPr txBox="1"/>
          <p:nvPr/>
        </p:nvSpPr>
        <p:spPr>
          <a:xfrm>
            <a:off x="9181524" y="3465963"/>
            <a:ext cx="1013999" cy="958973"/>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腾讯云助手</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云行业应用</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H5</a:t>
            </a:r>
            <a:r>
              <a:rPr lang="zh-CN" alt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运营活动</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设计">
            <a:extLst>
              <a:ext uri="{FF2B5EF4-FFF2-40B4-BE49-F238E27FC236}">
                <a16:creationId xmlns:a16="http://schemas.microsoft.com/office/drawing/2014/main" id="{7D4A2D55-64A3-4D49-9BDD-09B739ED0FEB}"/>
              </a:ext>
            </a:extLst>
          </p:cNvPr>
          <p:cNvSpPr txBox="1"/>
          <p:nvPr/>
        </p:nvSpPr>
        <p:spPr>
          <a:xfrm>
            <a:off x="10320694" y="3465963"/>
            <a:ext cx="1013999" cy="958973"/>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指标监控</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云图</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客情系统</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Object29">
            <a:extLst>
              <a:ext uri="{FF2B5EF4-FFF2-40B4-BE49-F238E27FC236}">
                <a16:creationId xmlns:a16="http://schemas.microsoft.com/office/drawing/2014/main" id="{58E9F518-8F63-4040-B8AA-CC00B63DD3FE}"/>
              </a:ext>
            </a:extLst>
          </p:cNvPr>
          <p:cNvSpPr txBox="1"/>
          <p:nvPr/>
        </p:nvSpPr>
        <p:spPr>
          <a:xfrm>
            <a:off x="3885136" y="5194257"/>
            <a:ext cx="1013998" cy="20614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WEB</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设计">
            <a:extLst>
              <a:ext uri="{FF2B5EF4-FFF2-40B4-BE49-F238E27FC236}">
                <a16:creationId xmlns:a16="http://schemas.microsoft.com/office/drawing/2014/main" id="{1F447AE0-1D19-4912-89CA-BDC6DC537CEE}"/>
              </a:ext>
            </a:extLst>
          </p:cNvPr>
          <p:cNvSpPr txBox="1"/>
          <p:nvPr/>
        </p:nvSpPr>
        <p:spPr>
          <a:xfrm>
            <a:off x="3586048" y="5600237"/>
            <a:ext cx="1638416" cy="44614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开发框架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a:t>
            </a:r>
            <a:r>
              <a:rPr lang="en-US" altLang="zh-CN"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CLL </a:t>
            </a:r>
            <a:r>
              <a:rPr lang="zh-CN" altLang="en-US"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主题</a:t>
            </a:r>
            <a:endParaRPr lang="en-US" altLang="zh-CN" sz="8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定制工具 开发文档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REACT</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Object29">
            <a:extLst>
              <a:ext uri="{FF2B5EF4-FFF2-40B4-BE49-F238E27FC236}">
                <a16:creationId xmlns:a16="http://schemas.microsoft.com/office/drawing/2014/main" id="{625C7F9E-2DE6-4C40-AF7C-9DD9C40ADDA6}"/>
              </a:ext>
            </a:extLst>
          </p:cNvPr>
          <p:cNvSpPr txBox="1"/>
          <p:nvPr/>
        </p:nvSpPr>
        <p:spPr>
          <a:xfrm>
            <a:off x="5890148" y="5194257"/>
            <a:ext cx="1013998" cy="20614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zh-CN" altLang="en-US"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小程序</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9" name="设计">
            <a:extLst>
              <a:ext uri="{FF2B5EF4-FFF2-40B4-BE49-F238E27FC236}">
                <a16:creationId xmlns:a16="http://schemas.microsoft.com/office/drawing/2014/main" id="{5C66DBF3-A8DB-4095-B149-AC3FBFB9CEA5}"/>
              </a:ext>
            </a:extLst>
          </p:cNvPr>
          <p:cNvSpPr txBox="1"/>
          <p:nvPr/>
        </p:nvSpPr>
        <p:spPr>
          <a:xfrm>
            <a:off x="5591060" y="5600237"/>
            <a:ext cx="1638416" cy="44614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CLL </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主题定制工具</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开发文档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Native </a:t>
            </a:r>
            <a:r>
              <a:rPr kumimoji="0" lang="en-US" altLang="zh-CN" sz="800" b="0" i="0" u="none" strike="noStrike" kern="0" cap="none" spc="0" normalizeH="0" baseline="0" noProof="0" dirty="0" err="1">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mpvue</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kumimoji="0" lang="en-US" altLang="zh-CN" sz="800" b="0" i="0" u="none" strike="noStrike" kern="0" cap="none" spc="0" normalizeH="0" baseline="0" noProof="0" dirty="0" err="1">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React+Taro</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Object29">
            <a:extLst>
              <a:ext uri="{FF2B5EF4-FFF2-40B4-BE49-F238E27FC236}">
                <a16:creationId xmlns:a16="http://schemas.microsoft.com/office/drawing/2014/main" id="{F1B9AE46-C80F-42CC-A161-8E2246277CB3}"/>
              </a:ext>
            </a:extLst>
          </p:cNvPr>
          <p:cNvSpPr txBox="1"/>
          <p:nvPr/>
        </p:nvSpPr>
        <p:spPr>
          <a:xfrm>
            <a:off x="7842196" y="5194257"/>
            <a:ext cx="1013998" cy="20614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MOBILE</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1" name="设计">
            <a:extLst>
              <a:ext uri="{FF2B5EF4-FFF2-40B4-BE49-F238E27FC236}">
                <a16:creationId xmlns:a16="http://schemas.microsoft.com/office/drawing/2014/main" id="{C25005B3-236D-4460-A5A2-E040A803021D}"/>
              </a:ext>
            </a:extLst>
          </p:cNvPr>
          <p:cNvSpPr txBox="1"/>
          <p:nvPr/>
        </p:nvSpPr>
        <p:spPr>
          <a:xfrm>
            <a:off x="7543108" y="5600237"/>
            <a:ext cx="1638416" cy="44614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CLL </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主题定制工具</a:t>
            </a:r>
            <a:endPar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1219169" rtl="0" eaLnBrk="1" fontAlgn="auto" latinLnBrk="0" hangingPunct="0">
              <a:lnSpc>
                <a:spcPct val="150000"/>
              </a:lnSpc>
              <a:spcBef>
                <a:spcPts val="0"/>
              </a:spcBef>
              <a:spcAft>
                <a:spcPts val="0"/>
              </a:spcAft>
              <a:buClrTx/>
              <a:buSzTx/>
              <a:buFontTx/>
              <a:buNone/>
              <a:tabLst/>
              <a:defRPr/>
            </a:pP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开发文档  </a:t>
            </a: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Vue </a:t>
            </a:r>
            <a:r>
              <a:rPr kumimoji="0" lang="en-US" altLang="zh-CN" sz="800" b="0" i="0" u="none" strike="noStrike" kern="0" cap="none" spc="0" normalizeH="0" baseline="0" noProof="0" dirty="0" err="1">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React+Taro</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29">
            <a:extLst>
              <a:ext uri="{FF2B5EF4-FFF2-40B4-BE49-F238E27FC236}">
                <a16:creationId xmlns:a16="http://schemas.microsoft.com/office/drawing/2014/main" id="{1A071226-140E-451D-84EF-7FD185CE45AA}"/>
              </a:ext>
            </a:extLst>
          </p:cNvPr>
          <p:cNvSpPr txBox="1"/>
          <p:nvPr/>
        </p:nvSpPr>
        <p:spPr>
          <a:xfrm>
            <a:off x="9889079" y="5194257"/>
            <a:ext cx="1013998" cy="20614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defTabSz="609600" rtl="0" eaLnBrk="1" fontAlgn="auto" latinLnBrk="0" hangingPunct="0">
              <a:lnSpc>
                <a:spcPct val="130000"/>
              </a:lnSpc>
              <a:spcBef>
                <a:spcPts val="0"/>
              </a:spcBef>
              <a:spcAft>
                <a:spcPts val="0"/>
              </a:spcAft>
              <a:buClrTx/>
              <a:buSzTx/>
              <a:buFontTx/>
              <a:buNone/>
              <a:tabLst/>
              <a:defRPr/>
            </a:pPr>
            <a:r>
              <a:rPr kumimoji="0" lang="en-US" altLang="zh-CN"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APP</a:t>
            </a:r>
            <a:endParaRPr kumimoji="0" sz="11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设计">
            <a:extLst>
              <a:ext uri="{FF2B5EF4-FFF2-40B4-BE49-F238E27FC236}">
                <a16:creationId xmlns:a16="http://schemas.microsoft.com/office/drawing/2014/main" id="{12DB90E2-1BA3-40DA-ADCE-F3C26B272EFE}"/>
              </a:ext>
            </a:extLst>
          </p:cNvPr>
          <p:cNvSpPr txBox="1"/>
          <p:nvPr/>
        </p:nvSpPr>
        <p:spPr>
          <a:xfrm>
            <a:off x="9589991" y="5600237"/>
            <a:ext cx="1638416" cy="28621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t" anchorCtr="1">
            <a:noAutofit/>
          </a:bodyPr>
          <a:lstStyle>
            <a:lvl1pPr algn="ctr" defTabSz="1219169">
              <a:defRPr sz="1200">
                <a:solidFill>
                  <a:srgbClr val="3C5DEB"/>
                </a:solidFill>
                <a:latin typeface="PingFang SC Semibold"/>
                <a:ea typeface="PingFang SC Semibold"/>
                <a:cs typeface="PingFang SC Semibold"/>
                <a:sym typeface="PingFang SC Semibold"/>
              </a:defRPr>
            </a:lvl1pPr>
          </a:lstStyle>
          <a:p>
            <a:pPr marL="0" marR="0" lvl="0" indent="0" defTabSz="1219169" rtl="0" eaLnBrk="1" fontAlgn="auto" latinLnBrk="0" hangingPunct="0">
              <a:lnSpc>
                <a:spcPct val="150000"/>
              </a:lnSpc>
              <a:spcBef>
                <a:spcPts val="0"/>
              </a:spcBef>
              <a:spcAft>
                <a:spcPts val="0"/>
              </a:spcAft>
              <a:buClrTx/>
              <a:buSzTx/>
              <a:buFontTx/>
              <a:buNone/>
              <a:tabLst/>
              <a:defRPr/>
            </a:pPr>
            <a:r>
              <a:rPr kumimoji="0" lang="en-US" altLang="zh-CN"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UI</a:t>
            </a:r>
            <a:r>
              <a:rPr kumimoji="0" lang="zh-CN" altLang="en-US"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组件库  开发文档</a:t>
            </a:r>
            <a:endParaRPr kumimoji="0" sz="800" b="0" i="0" u="none" strike="noStrike" kern="0" cap="none" spc="0"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3CB7309-8B4C-CFD3-1458-D968C5DF5545}"/>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393CB4F2-C701-AE20-FBAE-85C535FEF68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文本框 30">
            <a:extLst>
              <a:ext uri="{FF2B5EF4-FFF2-40B4-BE49-F238E27FC236}">
                <a16:creationId xmlns:a16="http://schemas.microsoft.com/office/drawing/2014/main" id="{8C4D3A2F-58C3-7C08-D0EB-1249B9ACB49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85935567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矩形: 圆角 56">
            <a:extLst>
              <a:ext uri="{FF2B5EF4-FFF2-40B4-BE49-F238E27FC236}">
                <a16:creationId xmlns:a16="http://schemas.microsoft.com/office/drawing/2014/main" id="{DE8FF946-8DCC-4DBC-9854-AA54F216F5D3}"/>
              </a:ext>
            </a:extLst>
          </p:cNvPr>
          <p:cNvSpPr/>
          <p:nvPr/>
        </p:nvSpPr>
        <p:spPr>
          <a:xfrm>
            <a:off x="4418610" y="1897538"/>
            <a:ext cx="7112990" cy="4039733"/>
          </a:xfrm>
          <a:prstGeom prst="roundRect">
            <a:avLst>
              <a:gd name="adj" fmla="val 3699"/>
            </a:avLst>
          </a:prstGeom>
          <a:gradFill>
            <a:gsLst>
              <a:gs pos="0">
                <a:schemeClr val="accent1">
                  <a:alpha val="0"/>
                </a:schemeClr>
              </a:gs>
              <a:gs pos="100000">
                <a:schemeClr val="accent1">
                  <a:alpha val="10000"/>
                </a:schemeClr>
              </a:gs>
            </a:gsLst>
            <a:lin ang="16200000" scaled="1"/>
          </a:grad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a:extLst>
              <a:ext uri="{FF2B5EF4-FFF2-40B4-BE49-F238E27FC236}">
                <a16:creationId xmlns:a16="http://schemas.microsoft.com/office/drawing/2014/main" id="{0DCFCEC4-A9AF-49E9-BF7C-6758DEE68187}"/>
              </a:ext>
            </a:extLst>
          </p:cNvPr>
          <p:cNvSpPr/>
          <p:nvPr/>
        </p:nvSpPr>
        <p:spPr>
          <a:xfrm>
            <a:off x="660400" y="1897538"/>
            <a:ext cx="3018123" cy="4039733"/>
          </a:xfrm>
          <a:prstGeom prst="roundRect">
            <a:avLst>
              <a:gd name="adj" fmla="val 2781"/>
            </a:avLst>
          </a:prstGeom>
          <a:gradFill>
            <a:gsLst>
              <a:gs pos="0">
                <a:schemeClr val="accent1">
                  <a:alpha val="0"/>
                </a:schemeClr>
              </a:gs>
              <a:gs pos="100000">
                <a:schemeClr val="accent1">
                  <a:alpha val="10000"/>
                </a:schemeClr>
              </a:gs>
            </a:gsLst>
            <a:lin ang="16200000" scaled="1"/>
          </a:gra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矩形">
            <a:extLst>
              <a:ext uri="{FF2B5EF4-FFF2-40B4-BE49-F238E27FC236}">
                <a16:creationId xmlns:a16="http://schemas.microsoft.com/office/drawing/2014/main" id="{08AF2F9F-A970-4BF3-A52C-CAB7E9CA947D}"/>
              </a:ext>
            </a:extLst>
          </p:cNvPr>
          <p:cNvSpPr/>
          <p:nvPr/>
        </p:nvSpPr>
        <p:spPr>
          <a:xfrm>
            <a:off x="669362" y="1897538"/>
            <a:ext cx="3009753" cy="59768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提升主题的美化质量">
            <a:extLst>
              <a:ext uri="{FF2B5EF4-FFF2-40B4-BE49-F238E27FC236}">
                <a16:creationId xmlns:a16="http://schemas.microsoft.com/office/drawing/2014/main" id="{E5350653-9B18-4AD4-9059-12FEFC600CD2}"/>
              </a:ext>
            </a:extLst>
          </p:cNvPr>
          <p:cNvSpPr txBox="1"/>
          <p:nvPr/>
        </p:nvSpPr>
        <p:spPr>
          <a:xfrm>
            <a:off x="1691551" y="1938327"/>
            <a:ext cx="1794466" cy="51610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30000"/>
              </a:lnSpc>
              <a:spcBef>
                <a:spcPts val="0"/>
              </a:spcBef>
              <a:spcAft>
                <a:spcPts val="0"/>
              </a:spcAft>
              <a:buClrTx/>
              <a:buSzTx/>
              <a:buFontTx/>
              <a:buNone/>
              <a:tabLst/>
              <a:defRPr/>
            </a:pPr>
            <a:r>
              <a:rPr kumimoji="0" lang="zh-CN" altLang="en-US"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缺失大规模行为数据指标</a:t>
            </a:r>
            <a:endParaRPr kumimoji="0" lang="en-US" altLang="zh-CN"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l" defTabSz="1219169" rtl="0" eaLnBrk="1" fontAlgn="auto" latinLnBrk="0" hangingPunct="0">
              <a:lnSpc>
                <a:spcPct val="130000"/>
              </a:lnSpc>
              <a:spcBef>
                <a:spcPts val="0"/>
              </a:spcBef>
              <a:spcAft>
                <a:spcPts val="0"/>
              </a:spcAft>
              <a:buClrTx/>
              <a:buSzTx/>
              <a:buFontTx/>
              <a:buNone/>
              <a:tabLst/>
              <a:defRPr/>
            </a:pPr>
            <a:r>
              <a:rPr lang="en-US" sz="1200" kern="0" dirty="0">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CHI</a:t>
            </a:r>
            <a:r>
              <a:rPr lang="zh-CN" altLang="en-US" sz="1200" kern="0" dirty="0">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动机不是以用户为中心</a:t>
            </a:r>
            <a:endParaRPr kumimoji="0"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矩形">
            <a:extLst>
              <a:ext uri="{FF2B5EF4-FFF2-40B4-BE49-F238E27FC236}">
                <a16:creationId xmlns:a16="http://schemas.microsoft.com/office/drawing/2014/main" id="{7AE89074-0A3D-442A-87E1-DCD5AF11581F}"/>
              </a:ext>
            </a:extLst>
          </p:cNvPr>
          <p:cNvSpPr/>
          <p:nvPr/>
        </p:nvSpPr>
        <p:spPr>
          <a:xfrm>
            <a:off x="668056" y="1897538"/>
            <a:ext cx="890030" cy="59768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02">
            <a:extLst>
              <a:ext uri="{FF2B5EF4-FFF2-40B4-BE49-F238E27FC236}">
                <a16:creationId xmlns:a16="http://schemas.microsoft.com/office/drawing/2014/main" id="{782E61E5-005C-4A61-B199-8DF1117415D4}"/>
              </a:ext>
            </a:extLst>
          </p:cNvPr>
          <p:cNvSpPr txBox="1"/>
          <p:nvPr/>
        </p:nvSpPr>
        <p:spPr>
          <a:xfrm>
            <a:off x="860996" y="2047620"/>
            <a:ext cx="504150"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问题</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9">
            <a:extLst>
              <a:ext uri="{FF2B5EF4-FFF2-40B4-BE49-F238E27FC236}">
                <a16:creationId xmlns:a16="http://schemas.microsoft.com/office/drawing/2014/main" id="{6782F5B9-996C-46B6-B835-985A4FF9D939}"/>
              </a:ext>
            </a:extLst>
          </p:cNvPr>
          <p:cNvSpPr txBox="1"/>
          <p:nvPr/>
        </p:nvSpPr>
        <p:spPr>
          <a:xfrm>
            <a:off x="936746" y="3132227"/>
            <a:ext cx="1247776" cy="29963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态度数据</a:t>
            </a:r>
            <a:endParaRPr kumimoji="0"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4" name="直接连接符 13">
            <a:extLst>
              <a:ext uri="{FF2B5EF4-FFF2-40B4-BE49-F238E27FC236}">
                <a16:creationId xmlns:a16="http://schemas.microsoft.com/office/drawing/2014/main" id="{D6F14AB1-F323-460B-8015-732F62F80850}"/>
              </a:ext>
            </a:extLst>
          </p:cNvPr>
          <p:cNvCxnSpPr>
            <a:cxnSpLocks/>
          </p:cNvCxnSpPr>
          <p:nvPr/>
        </p:nvCxnSpPr>
        <p:spPr>
          <a:xfrm>
            <a:off x="932524" y="3508564"/>
            <a:ext cx="2473875"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sp>
        <p:nvSpPr>
          <p:cNvPr id="15" name="提升主题的美化质量">
            <a:extLst>
              <a:ext uri="{FF2B5EF4-FFF2-40B4-BE49-F238E27FC236}">
                <a16:creationId xmlns:a16="http://schemas.microsoft.com/office/drawing/2014/main" id="{C33AD013-1F6B-4A46-ABC4-591D16C04AB6}"/>
              </a:ext>
            </a:extLst>
          </p:cNvPr>
          <p:cNvSpPr txBox="1"/>
          <p:nvPr/>
        </p:nvSpPr>
        <p:spPr>
          <a:xfrm>
            <a:off x="932524" y="3607357"/>
            <a:ext cx="497957"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满意度</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提升主题的美化质量">
            <a:extLst>
              <a:ext uri="{FF2B5EF4-FFF2-40B4-BE49-F238E27FC236}">
                <a16:creationId xmlns:a16="http://schemas.microsoft.com/office/drawing/2014/main" id="{4853CFB3-CD98-437E-88D6-26A0D346C9DE}"/>
              </a:ext>
            </a:extLst>
          </p:cNvPr>
          <p:cNvSpPr txBox="1"/>
          <p:nvPr/>
        </p:nvSpPr>
        <p:spPr>
          <a:xfrm>
            <a:off x="932524" y="3899083"/>
            <a:ext cx="163855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小规模</a:t>
            </a:r>
            <a:r>
              <a:rPr lang="en-US" altLang="zh-CN" sz="12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&gt;</a:t>
            </a:r>
            <a:r>
              <a:rPr lang="zh-CN" altLang="en-US" sz="1200" kern="0" dirty="0">
                <a:solidFill>
                  <a:schemeClr val="dk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大规模</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9">
            <a:extLst>
              <a:ext uri="{FF2B5EF4-FFF2-40B4-BE49-F238E27FC236}">
                <a16:creationId xmlns:a16="http://schemas.microsoft.com/office/drawing/2014/main" id="{0C40F3EC-AAB6-493C-8A0D-1DE070B950AE}"/>
              </a:ext>
            </a:extLst>
          </p:cNvPr>
          <p:cNvSpPr txBox="1"/>
          <p:nvPr/>
        </p:nvSpPr>
        <p:spPr>
          <a:xfrm>
            <a:off x="936746" y="4443501"/>
            <a:ext cx="1247776" cy="29963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ct val="13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行为数据</a:t>
            </a:r>
            <a:endParaRPr kumimoji="0"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cxnSp>
        <p:nvCxnSpPr>
          <p:cNvPr id="18" name="直接连接符 17">
            <a:extLst>
              <a:ext uri="{FF2B5EF4-FFF2-40B4-BE49-F238E27FC236}">
                <a16:creationId xmlns:a16="http://schemas.microsoft.com/office/drawing/2014/main" id="{7221E759-41C1-4B82-97C0-47F29FB20674}"/>
              </a:ext>
            </a:extLst>
          </p:cNvPr>
          <p:cNvCxnSpPr>
            <a:cxnSpLocks/>
          </p:cNvCxnSpPr>
          <p:nvPr/>
        </p:nvCxnSpPr>
        <p:spPr>
          <a:xfrm>
            <a:off x="932524" y="4819838"/>
            <a:ext cx="2473875"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sp>
        <p:nvSpPr>
          <p:cNvPr id="19" name="提升主题的美化质量">
            <a:extLst>
              <a:ext uri="{FF2B5EF4-FFF2-40B4-BE49-F238E27FC236}">
                <a16:creationId xmlns:a16="http://schemas.microsoft.com/office/drawing/2014/main" id="{1577AC2B-2625-4EF9-A4AF-1864EABC9FA2}"/>
              </a:ext>
            </a:extLst>
          </p:cNvPr>
          <p:cNvSpPr txBox="1"/>
          <p:nvPr/>
        </p:nvSpPr>
        <p:spPr>
          <a:xfrm>
            <a:off x="932524" y="4939631"/>
            <a:ext cx="1986826" cy="4206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有效性：任务完成率、错误率</a:t>
            </a:r>
            <a:endParaRPr kumimoji="0" lang="en-US" altLang="zh-CN"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l" defTabSz="1219169" rtl="0" eaLnBrk="1" fontAlgn="auto" latinLnBrk="0" hangingPunct="0">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效率：工作时长</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提升主题的美化质量">
            <a:extLst>
              <a:ext uri="{FF2B5EF4-FFF2-40B4-BE49-F238E27FC236}">
                <a16:creationId xmlns:a16="http://schemas.microsoft.com/office/drawing/2014/main" id="{A8EE1E40-A402-4295-A96D-47E8869D282C}"/>
              </a:ext>
            </a:extLst>
          </p:cNvPr>
          <p:cNvSpPr txBox="1"/>
          <p:nvPr/>
        </p:nvSpPr>
        <p:spPr>
          <a:xfrm>
            <a:off x="932524" y="5434712"/>
            <a:ext cx="163855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spcBef>
                <a:spcPts val="0"/>
              </a:spcBef>
              <a:spcAft>
                <a:spcPts val="0"/>
              </a:spcAft>
              <a:buClrTx/>
              <a:buSzTx/>
              <a:buFontTx/>
              <a:buNone/>
              <a:tabLst/>
              <a:defRPr/>
            </a:pPr>
            <a:r>
              <a:rPr kumimoji="0" lang="zh-CN" altLang="en-US"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小规模</a:t>
            </a:r>
            <a:endParaRPr kumimoji="0" sz="1200" b="0" i="0" u="none" strike="noStrike" kern="0" cap="none" spc="-39"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a:extLst>
              <a:ext uri="{FF2B5EF4-FFF2-40B4-BE49-F238E27FC236}">
                <a16:creationId xmlns:a16="http://schemas.microsoft.com/office/drawing/2014/main" id="{9F12DA84-D235-4BB7-9E9E-7910D65C2A6D}"/>
              </a:ext>
            </a:extLst>
          </p:cNvPr>
          <p:cNvSpPr/>
          <p:nvPr/>
        </p:nvSpPr>
        <p:spPr>
          <a:xfrm>
            <a:off x="4781594" y="2120573"/>
            <a:ext cx="3009753" cy="451774"/>
          </a:xfrm>
          <a:prstGeom prst="roundRect">
            <a:avLst/>
          </a:prstGeom>
          <a:solidFill>
            <a:schemeClr val="lt1"/>
          </a:solidFill>
          <a:ln w="25400">
            <a:solidFill>
              <a:schemeClr val="accent1">
                <a:lumMod val="100000"/>
              </a:schemeClr>
            </a:solidFill>
            <a:miter lim="400000"/>
          </a:ln>
        </p:spPr>
        <p:txBody>
          <a:bodyPr lIns="25400" tIns="25400" rIns="25400" bIns="25400" anchor="ctr"/>
          <a:lstStyle/>
          <a:p>
            <a:pPr marL="0" marR="0" lvl="0" indent="0" algn="ctr" defTabSz="412750" rtl="0" eaLnBrk="1" fontAlgn="auto" latinLnBrk="0" hangingPunct="0">
              <a:lnSpc>
                <a:spcPct val="100000"/>
              </a:lnSpc>
              <a:spcBef>
                <a:spcPts val="0"/>
              </a:spcBef>
              <a:spcAft>
                <a:spcPts val="0"/>
              </a:spcAft>
              <a:buClrTx/>
              <a:buSzTx/>
              <a:buFontTx/>
              <a:buNone/>
              <a:tabLst/>
              <a:defRPr sz="1600">
                <a:latin typeface="Helvetica Neue Medium"/>
                <a:ea typeface="Helvetica Neue Medium"/>
                <a:cs typeface="Helvetica Neue Medium"/>
                <a:sym typeface="Helvetica Neue Medium"/>
              </a:defRPr>
            </a:pPr>
            <a:endParaRPr kumimoji="0" sz="1600" b="0" i="0" u="none" strike="noStrike" kern="0" cap="none" spc="0" normalizeH="0" baseline="0" noProof="0" dirty="0">
              <a:ln>
                <a:noFill/>
              </a:ln>
              <a:solidFill>
                <a:srgbClr val="000000"/>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提升主题的美化质量">
            <a:extLst>
              <a:ext uri="{FF2B5EF4-FFF2-40B4-BE49-F238E27FC236}">
                <a16:creationId xmlns:a16="http://schemas.microsoft.com/office/drawing/2014/main" id="{5EC0FEF1-934E-413F-8201-8F031B96DA6B}"/>
              </a:ext>
            </a:extLst>
          </p:cNvPr>
          <p:cNvSpPr txBox="1"/>
          <p:nvPr/>
        </p:nvSpPr>
        <p:spPr>
          <a:xfrm>
            <a:off x="6181147" y="2208441"/>
            <a:ext cx="1391278" cy="27603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000" spc="-39">
                <a:solidFill>
                  <a:srgbClr val="3C5DEB"/>
                </a:solidFill>
                <a:latin typeface="PingFang SC Medium"/>
                <a:ea typeface="PingFang SC Medium"/>
                <a:cs typeface="PingFang SC Medium"/>
                <a:sym typeface="PingFang SC Medium"/>
              </a:defRPr>
            </a:lvl1pPr>
          </a:lstStyle>
          <a:p>
            <a:pPr marL="0" marR="0" lvl="0" indent="0" algn="l" defTabSz="1219169" rtl="0" eaLnBrk="1" fontAlgn="auto" latinLnBrk="0" hangingPunct="0">
              <a:lnSpc>
                <a:spcPct val="130000"/>
              </a:lnSpc>
              <a:spcBef>
                <a:spcPts val="0"/>
              </a:spcBef>
              <a:spcAft>
                <a:spcPts val="0"/>
              </a:spcAft>
              <a:buClrTx/>
              <a:buSzTx/>
              <a:buFontTx/>
              <a:buNone/>
              <a:tabLst/>
              <a:defRPr/>
            </a:pPr>
            <a:r>
              <a:rPr kumimoji="0" lang="zh-CN" altLang="en-US"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大规模以用户为中心</a:t>
            </a:r>
            <a:endParaRPr kumimoji="0" sz="1200" i="0" u="none" strike="noStrike" kern="0" cap="none" spc="-39" normalizeH="0" baseline="0" noProof="0" dirty="0">
              <a:ln>
                <a:noFill/>
              </a:ln>
              <a:solidFill>
                <a:schemeClr val="tx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a:extLst>
              <a:ext uri="{FF2B5EF4-FFF2-40B4-BE49-F238E27FC236}">
                <a16:creationId xmlns:a16="http://schemas.microsoft.com/office/drawing/2014/main" id="{96C5C4E2-B409-4E94-BEE5-5B7D39853266}"/>
              </a:ext>
            </a:extLst>
          </p:cNvPr>
          <p:cNvSpPr/>
          <p:nvPr/>
        </p:nvSpPr>
        <p:spPr>
          <a:xfrm>
            <a:off x="4780287" y="2120573"/>
            <a:ext cx="1181939" cy="45177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02">
            <a:extLst>
              <a:ext uri="{FF2B5EF4-FFF2-40B4-BE49-F238E27FC236}">
                <a16:creationId xmlns:a16="http://schemas.microsoft.com/office/drawing/2014/main" id="{E74A921C-B341-45AF-8A8A-99F8F5A2021E}"/>
              </a:ext>
            </a:extLst>
          </p:cNvPr>
          <p:cNvSpPr txBox="1"/>
          <p:nvPr/>
        </p:nvSpPr>
        <p:spPr>
          <a:xfrm>
            <a:off x="4876024" y="2197702"/>
            <a:ext cx="988999" cy="29751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定义指标</a:t>
            </a:r>
            <a:endParaRPr kumimoji="0" sz="1600" b="0" i="0" u="none" strike="noStrike" kern="0" cap="none" spc="0" normalizeH="0" baseline="0" noProof="0" dirty="0">
              <a:ln>
                <a:noFill/>
              </a:ln>
              <a:solidFill>
                <a:schemeClr val="lt1"/>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a:extLst>
              <a:ext uri="{FF2B5EF4-FFF2-40B4-BE49-F238E27FC236}">
                <a16:creationId xmlns:a16="http://schemas.microsoft.com/office/drawing/2014/main" id="{16BA3570-2A05-43E7-B53C-936C1BF870E4}"/>
              </a:ext>
            </a:extLst>
          </p:cNvPr>
          <p:cNvSpPr/>
          <p:nvPr/>
        </p:nvSpPr>
        <p:spPr>
          <a:xfrm>
            <a:off x="5002213" y="2708267"/>
            <a:ext cx="278782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02">
            <a:extLst>
              <a:ext uri="{FF2B5EF4-FFF2-40B4-BE49-F238E27FC236}">
                <a16:creationId xmlns:a16="http://schemas.microsoft.com/office/drawing/2014/main" id="{FB9BA449-C3ED-42A7-9BF1-AC4F35466163}"/>
              </a:ext>
            </a:extLst>
          </p:cNvPr>
          <p:cNvSpPr txBox="1"/>
          <p:nvPr/>
        </p:nvSpPr>
        <p:spPr>
          <a:xfrm>
            <a:off x="5138310" y="2779536"/>
            <a:ext cx="1128514"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设计师用研产品</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a:extLst>
              <a:ext uri="{FF2B5EF4-FFF2-40B4-BE49-F238E27FC236}">
                <a16:creationId xmlns:a16="http://schemas.microsoft.com/office/drawing/2014/main" id="{8D16C7EC-9B85-435B-A0B0-0DA7ABA55B8B}"/>
              </a:ext>
            </a:extLst>
          </p:cNvPr>
          <p:cNvSpPr/>
          <p:nvPr/>
        </p:nvSpPr>
        <p:spPr>
          <a:xfrm>
            <a:off x="5003520" y="3173427"/>
            <a:ext cx="2787827" cy="444502"/>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a:extLst>
              <a:ext uri="{FF2B5EF4-FFF2-40B4-BE49-F238E27FC236}">
                <a16:creationId xmlns:a16="http://schemas.microsoft.com/office/drawing/2014/main" id="{868A8109-A329-4871-8FAE-6DFEDDD98AB8}"/>
              </a:ext>
            </a:extLst>
          </p:cNvPr>
          <p:cNvSpPr txBox="1"/>
          <p:nvPr/>
        </p:nvSpPr>
        <p:spPr>
          <a:xfrm>
            <a:off x="5142982" y="3294601"/>
            <a:ext cx="1462911"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关键业务</a:t>
            </a: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用户目标</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a:extLst>
              <a:ext uri="{FF2B5EF4-FFF2-40B4-BE49-F238E27FC236}">
                <a16:creationId xmlns:a16="http://schemas.microsoft.com/office/drawing/2014/main" id="{93151DF6-6A4F-4AD3-80CD-84D884108262}"/>
              </a:ext>
            </a:extLst>
          </p:cNvPr>
          <p:cNvSpPr/>
          <p:nvPr/>
        </p:nvSpPr>
        <p:spPr>
          <a:xfrm>
            <a:off x="5002213" y="3704588"/>
            <a:ext cx="278782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02">
            <a:extLst>
              <a:ext uri="{FF2B5EF4-FFF2-40B4-BE49-F238E27FC236}">
                <a16:creationId xmlns:a16="http://schemas.microsoft.com/office/drawing/2014/main" id="{68BD6F39-280B-46B0-A947-1AD861ECC0FC}"/>
              </a:ext>
            </a:extLst>
          </p:cNvPr>
          <p:cNvSpPr txBox="1"/>
          <p:nvPr/>
        </p:nvSpPr>
        <p:spPr>
          <a:xfrm>
            <a:off x="5138310" y="3775857"/>
            <a:ext cx="820738"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algn="l"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设计师用研</a:t>
            </a:r>
            <a:endParaRPr kumimoji="0" sz="1200" b="0" i="0" u="none" strike="noStrike" kern="0" cap="none" spc="0" normalizeH="0" baseline="0" noProof="0" dirty="0">
              <a:ln>
                <a:noFill/>
              </a:ln>
              <a:solidFill>
                <a:schemeClr val="lt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C2092424-F8C7-49A3-B32D-58A1F57BB929}"/>
              </a:ext>
            </a:extLst>
          </p:cNvPr>
          <p:cNvSpPr/>
          <p:nvPr/>
        </p:nvSpPr>
        <p:spPr>
          <a:xfrm>
            <a:off x="5003520" y="4169748"/>
            <a:ext cx="2787827"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a:extLst>
              <a:ext uri="{FF2B5EF4-FFF2-40B4-BE49-F238E27FC236}">
                <a16:creationId xmlns:a16="http://schemas.microsoft.com/office/drawing/2014/main" id="{2D04C83F-367A-4A0E-A2B4-0DC6D41EB1AD}"/>
              </a:ext>
            </a:extLst>
          </p:cNvPr>
          <p:cNvSpPr txBox="1"/>
          <p:nvPr/>
        </p:nvSpPr>
        <p:spPr>
          <a:xfrm>
            <a:off x="5142982" y="4290922"/>
            <a:ext cx="1462911"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可用性研究</a:t>
            </a: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现场研究</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大量产品、用户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A12F781D-254C-477A-AEDD-8415908DEB08}"/>
              </a:ext>
            </a:extLst>
          </p:cNvPr>
          <p:cNvSpPr/>
          <p:nvPr/>
        </p:nvSpPr>
        <p:spPr>
          <a:xfrm>
            <a:off x="5003520" y="4941438"/>
            <a:ext cx="2787827"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a:extLst>
              <a:ext uri="{FF2B5EF4-FFF2-40B4-BE49-F238E27FC236}">
                <a16:creationId xmlns:a16="http://schemas.microsoft.com/office/drawing/2014/main" id="{64B4C29F-9DFB-4CBC-9334-7F110BF89CA7}"/>
              </a:ext>
            </a:extLst>
          </p:cNvPr>
          <p:cNvSpPr txBox="1"/>
          <p:nvPr/>
        </p:nvSpPr>
        <p:spPr>
          <a:xfrm>
            <a:off x="5142982" y="5062612"/>
            <a:ext cx="1462911"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态度数据</a:t>
            </a: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行为数据</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CHI</a:t>
            </a:r>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社区</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椭圆 35">
            <a:extLst>
              <a:ext uri="{FF2B5EF4-FFF2-40B4-BE49-F238E27FC236}">
                <a16:creationId xmlns:a16="http://schemas.microsoft.com/office/drawing/2014/main" id="{A11D89F0-BBE8-4DD3-ADE1-B6EB907BF01E}"/>
              </a:ext>
            </a:extLst>
          </p:cNvPr>
          <p:cNvSpPr/>
          <p:nvPr/>
        </p:nvSpPr>
        <p:spPr>
          <a:xfrm>
            <a:off x="8495847" y="2120573"/>
            <a:ext cx="1033886" cy="103388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Object29">
            <a:extLst>
              <a:ext uri="{FF2B5EF4-FFF2-40B4-BE49-F238E27FC236}">
                <a16:creationId xmlns:a16="http://schemas.microsoft.com/office/drawing/2014/main" id="{88D5EE2A-CBC6-452D-9533-438CE26E217B}"/>
              </a:ext>
            </a:extLst>
          </p:cNvPr>
          <p:cNvSpPr txBox="1"/>
          <p:nvPr/>
        </p:nvSpPr>
        <p:spPr>
          <a:xfrm>
            <a:off x="8652392" y="2405113"/>
            <a:ext cx="720796"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Pulse</a:t>
            </a: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模型</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椭圆 37">
            <a:extLst>
              <a:ext uri="{FF2B5EF4-FFF2-40B4-BE49-F238E27FC236}">
                <a16:creationId xmlns:a16="http://schemas.microsoft.com/office/drawing/2014/main" id="{5ADD7BB9-32DB-42F0-9D48-DE887310DF59}"/>
              </a:ext>
            </a:extLst>
          </p:cNvPr>
          <p:cNvSpPr/>
          <p:nvPr/>
        </p:nvSpPr>
        <p:spPr>
          <a:xfrm>
            <a:off x="8495847" y="3319408"/>
            <a:ext cx="1033886" cy="103388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9" name="Object29">
            <a:extLst>
              <a:ext uri="{FF2B5EF4-FFF2-40B4-BE49-F238E27FC236}">
                <a16:creationId xmlns:a16="http://schemas.microsoft.com/office/drawing/2014/main" id="{E8AC1005-8201-4757-81A7-A794FDF0D6AF}"/>
              </a:ext>
            </a:extLst>
          </p:cNvPr>
          <p:cNvSpPr txBox="1"/>
          <p:nvPr/>
        </p:nvSpPr>
        <p:spPr>
          <a:xfrm>
            <a:off x="8652392" y="3603948"/>
            <a:ext cx="720796"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HEART</a:t>
            </a: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模型</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0" name="椭圆 39">
            <a:extLst>
              <a:ext uri="{FF2B5EF4-FFF2-40B4-BE49-F238E27FC236}">
                <a16:creationId xmlns:a16="http://schemas.microsoft.com/office/drawing/2014/main" id="{571BAC75-2356-425B-B02D-B1286CA94495}"/>
              </a:ext>
            </a:extLst>
          </p:cNvPr>
          <p:cNvSpPr/>
          <p:nvPr/>
        </p:nvSpPr>
        <p:spPr>
          <a:xfrm>
            <a:off x="8495847" y="4558068"/>
            <a:ext cx="1033886" cy="1033886"/>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1" name="Object29">
            <a:extLst>
              <a:ext uri="{FF2B5EF4-FFF2-40B4-BE49-F238E27FC236}">
                <a16:creationId xmlns:a16="http://schemas.microsoft.com/office/drawing/2014/main" id="{1148DEEB-A765-4C48-9F7D-54E4C647E537}"/>
              </a:ext>
            </a:extLst>
          </p:cNvPr>
          <p:cNvSpPr txBox="1"/>
          <p:nvPr/>
        </p:nvSpPr>
        <p:spPr>
          <a:xfrm>
            <a:off x="8652392" y="4842608"/>
            <a:ext cx="720796" cy="46480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lvl1pPr algn="ctr" defTabSz="609600">
              <a:lnSpc>
                <a:spcPts val="2000"/>
              </a:lnSpc>
              <a:defRPr b="1">
                <a:solidFill>
                  <a:srgbClr val="FFFFFF"/>
                </a:solidFill>
                <a:latin typeface="Microsoft YaHei Bold"/>
                <a:ea typeface="Microsoft YaHei Bold"/>
                <a:cs typeface="Microsoft YaHei Bold"/>
                <a:sym typeface="Microsoft YaHei Bold"/>
              </a:defRPr>
            </a:lvl1pPr>
          </a:lstStyle>
          <a:p>
            <a:pPr marL="0" marR="0" lvl="0" indent="0" algn="ctr" defTabSz="609600" rtl="0" eaLnBrk="1" fontAlgn="auto" latinLnBrk="0" hangingPunct="0">
              <a:lnSpc>
                <a:spcPct val="13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GSM</a:t>
            </a:r>
          </a:p>
          <a:p>
            <a:pPr marL="0" marR="0" lvl="0" indent="0" algn="ctr" defTabSz="609600" rtl="0" eaLnBrk="1" fontAlgn="auto" latinLnBrk="0" hangingPunct="0">
              <a:lnSpc>
                <a:spcPct val="13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模型</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2" name="矩形: 圆角 41">
            <a:extLst>
              <a:ext uri="{FF2B5EF4-FFF2-40B4-BE49-F238E27FC236}">
                <a16:creationId xmlns:a16="http://schemas.microsoft.com/office/drawing/2014/main" id="{47107D70-F559-4352-B310-F120A4CB7C00}"/>
              </a:ext>
            </a:extLst>
          </p:cNvPr>
          <p:cNvSpPr/>
          <p:nvPr/>
        </p:nvSpPr>
        <p:spPr>
          <a:xfrm>
            <a:off x="9845857" y="2312258"/>
            <a:ext cx="1345024"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32">
            <a:extLst>
              <a:ext uri="{FF2B5EF4-FFF2-40B4-BE49-F238E27FC236}">
                <a16:creationId xmlns:a16="http://schemas.microsoft.com/office/drawing/2014/main" id="{F4293B9E-1006-4E92-96C2-59A4A80DC7E9}"/>
              </a:ext>
            </a:extLst>
          </p:cNvPr>
          <p:cNvSpPr txBox="1"/>
          <p:nvPr/>
        </p:nvSpPr>
        <p:spPr>
          <a:xfrm>
            <a:off x="10010618" y="2418225"/>
            <a:ext cx="1051462"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基于商业和技术</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的产品评估</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BE2F0EC6-8252-4EF8-8E77-663691B78CC3}"/>
              </a:ext>
            </a:extLst>
          </p:cNvPr>
          <p:cNvSpPr/>
          <p:nvPr/>
        </p:nvSpPr>
        <p:spPr>
          <a:xfrm>
            <a:off x="9845857" y="3511093"/>
            <a:ext cx="1345024"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2">
            <a:extLst>
              <a:ext uri="{FF2B5EF4-FFF2-40B4-BE49-F238E27FC236}">
                <a16:creationId xmlns:a16="http://schemas.microsoft.com/office/drawing/2014/main" id="{36F5439C-32F7-461E-B7BA-BFD38EC291CF}"/>
              </a:ext>
            </a:extLst>
          </p:cNvPr>
          <p:cNvSpPr txBox="1"/>
          <p:nvPr/>
        </p:nvSpPr>
        <p:spPr>
          <a:xfrm>
            <a:off x="10010618" y="3617060"/>
            <a:ext cx="1051462"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基于用户为中心</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的产品评估</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a:extLst>
              <a:ext uri="{FF2B5EF4-FFF2-40B4-BE49-F238E27FC236}">
                <a16:creationId xmlns:a16="http://schemas.microsoft.com/office/drawing/2014/main" id="{FEF1DD3F-35D6-4D6A-888D-D241C176C798}"/>
              </a:ext>
            </a:extLst>
          </p:cNvPr>
          <p:cNvSpPr/>
          <p:nvPr/>
        </p:nvSpPr>
        <p:spPr>
          <a:xfrm>
            <a:off x="9845857" y="4749753"/>
            <a:ext cx="1345024" cy="650516"/>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Object32">
            <a:extLst>
              <a:ext uri="{FF2B5EF4-FFF2-40B4-BE49-F238E27FC236}">
                <a16:creationId xmlns:a16="http://schemas.microsoft.com/office/drawing/2014/main" id="{2A8BBF67-1DF2-4F7D-8B95-546CA6F0A87C}"/>
              </a:ext>
            </a:extLst>
          </p:cNvPr>
          <p:cNvSpPr txBox="1"/>
          <p:nvPr/>
        </p:nvSpPr>
        <p:spPr>
          <a:xfrm>
            <a:off x="10010618" y="4855720"/>
            <a:ext cx="1051462"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基于度量维度</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进行指标推演</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9" name="直接箭头连接符 48">
            <a:extLst>
              <a:ext uri="{FF2B5EF4-FFF2-40B4-BE49-F238E27FC236}">
                <a16:creationId xmlns:a16="http://schemas.microsoft.com/office/drawing/2014/main" id="{53D66D9C-E111-482C-B4C3-F8A60EBD2E90}"/>
              </a:ext>
            </a:extLst>
          </p:cNvPr>
          <p:cNvCxnSpPr>
            <a:stCxn id="36" idx="6"/>
          </p:cNvCxnSpPr>
          <p:nvPr/>
        </p:nvCxnSpPr>
        <p:spPr>
          <a:xfrm>
            <a:off x="9529733" y="2637516"/>
            <a:ext cx="316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1" name="直接箭头连接符 50">
            <a:extLst>
              <a:ext uri="{FF2B5EF4-FFF2-40B4-BE49-F238E27FC236}">
                <a16:creationId xmlns:a16="http://schemas.microsoft.com/office/drawing/2014/main" id="{CE3B3ED9-14FB-4692-8177-97BD2B92901B}"/>
              </a:ext>
            </a:extLst>
          </p:cNvPr>
          <p:cNvCxnSpPr>
            <a:stCxn id="38" idx="6"/>
          </p:cNvCxnSpPr>
          <p:nvPr/>
        </p:nvCxnSpPr>
        <p:spPr>
          <a:xfrm>
            <a:off x="9529733" y="3836351"/>
            <a:ext cx="316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3" name="直接箭头连接符 52">
            <a:extLst>
              <a:ext uri="{FF2B5EF4-FFF2-40B4-BE49-F238E27FC236}">
                <a16:creationId xmlns:a16="http://schemas.microsoft.com/office/drawing/2014/main" id="{1BEC1BB5-0144-4A19-B4FC-12CDB2DA3757}"/>
              </a:ext>
            </a:extLst>
          </p:cNvPr>
          <p:cNvCxnSpPr>
            <a:stCxn id="40" idx="6"/>
          </p:cNvCxnSpPr>
          <p:nvPr/>
        </p:nvCxnSpPr>
        <p:spPr>
          <a:xfrm>
            <a:off x="9529733" y="5075011"/>
            <a:ext cx="316124"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5" name="直接箭头连接符 54">
            <a:extLst>
              <a:ext uri="{FF2B5EF4-FFF2-40B4-BE49-F238E27FC236}">
                <a16:creationId xmlns:a16="http://schemas.microsoft.com/office/drawing/2014/main" id="{571C0ACB-F258-47E4-A5B2-4DDD297441BC}"/>
              </a:ext>
            </a:extLst>
          </p:cNvPr>
          <p:cNvCxnSpPr/>
          <p:nvPr/>
        </p:nvCxnSpPr>
        <p:spPr>
          <a:xfrm flipV="1">
            <a:off x="4914060" y="2708267"/>
            <a:ext cx="0" cy="2883687"/>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56" name="文本框 55">
            <a:extLst>
              <a:ext uri="{FF2B5EF4-FFF2-40B4-BE49-F238E27FC236}">
                <a16:creationId xmlns:a16="http://schemas.microsoft.com/office/drawing/2014/main" id="{DACC9897-339D-4EDD-892C-FCD235C13322}"/>
              </a:ext>
            </a:extLst>
          </p:cNvPr>
          <p:cNvSpPr txBox="1"/>
          <p:nvPr/>
        </p:nvSpPr>
        <p:spPr>
          <a:xfrm>
            <a:off x="4658484" y="3598244"/>
            <a:ext cx="246219" cy="60529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eaVert" wrap="non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r>
              <a:rPr kumimoji="0" lang="zh-CN" alt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优化过程</a:t>
            </a:r>
            <a:endParaRPr kumimoji="0" lang="en-US" sz="1000" b="0" i="0" u="none" strike="noStrike" cap="none" spc="0" normalizeH="0" baseline="0" dirty="0">
              <a:ln>
                <a:noFill/>
              </a:ln>
              <a:solidFill>
                <a:schemeClr val="dk1"/>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9" name="连接符: 肘形 58">
            <a:extLst>
              <a:ext uri="{FF2B5EF4-FFF2-40B4-BE49-F238E27FC236}">
                <a16:creationId xmlns:a16="http://schemas.microsoft.com/office/drawing/2014/main" id="{082EEFC1-8E19-42BB-A941-B0B125120F08}"/>
              </a:ext>
            </a:extLst>
          </p:cNvPr>
          <p:cNvCxnSpPr>
            <a:endCxn id="38" idx="2"/>
          </p:cNvCxnSpPr>
          <p:nvPr/>
        </p:nvCxnSpPr>
        <p:spPr>
          <a:xfrm>
            <a:off x="7791347" y="2346460"/>
            <a:ext cx="704500" cy="1489891"/>
          </a:xfrm>
          <a:prstGeom prst="bentConnector3">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4" name="任意多边形: 形状 63">
            <a:extLst>
              <a:ext uri="{FF2B5EF4-FFF2-40B4-BE49-F238E27FC236}">
                <a16:creationId xmlns:a16="http://schemas.microsoft.com/office/drawing/2014/main" id="{08BC9BBE-EE23-417E-A41F-F6421F370C63}"/>
              </a:ext>
            </a:extLst>
          </p:cNvPr>
          <p:cNvSpPr/>
          <p:nvPr/>
        </p:nvSpPr>
        <p:spPr>
          <a:xfrm>
            <a:off x="8149167" y="3850343"/>
            <a:ext cx="346710" cy="1367790"/>
          </a:xfrm>
          <a:custGeom>
            <a:avLst/>
            <a:gdLst>
              <a:gd name="connsiteX0" fmla="*/ 0 w 346710"/>
              <a:gd name="connsiteY0" fmla="*/ 0 h 1367790"/>
              <a:gd name="connsiteX1" fmla="*/ 0 w 346710"/>
              <a:gd name="connsiteY1" fmla="*/ 1367790 h 1367790"/>
              <a:gd name="connsiteX2" fmla="*/ 346710 w 346710"/>
              <a:gd name="connsiteY2" fmla="*/ 1367790 h 1367790"/>
            </a:gdLst>
            <a:ahLst/>
            <a:cxnLst>
              <a:cxn ang="0">
                <a:pos x="connsiteX0" y="connsiteY0"/>
              </a:cxn>
              <a:cxn ang="0">
                <a:pos x="connsiteX1" y="connsiteY1"/>
              </a:cxn>
              <a:cxn ang="0">
                <a:pos x="connsiteX2" y="connsiteY2"/>
              </a:cxn>
            </a:cxnLst>
            <a:rect l="l" t="t" r="r" b="b"/>
            <a:pathLst>
              <a:path w="346710" h="1367790">
                <a:moveTo>
                  <a:pt x="0" y="0"/>
                </a:moveTo>
                <a:lnTo>
                  <a:pt x="0" y="1367790"/>
                </a:lnTo>
                <a:lnTo>
                  <a:pt x="346710" y="1367790"/>
                </a:lnTo>
              </a:path>
            </a:pathLst>
          </a:cu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39" tIns="45719" rIns="91439" bIns="45719" numCol="1" spcCol="38100" rtlCol="0" anchor="t">
            <a:noAutofit/>
          </a:bodyPr>
          <a:lstStyle/>
          <a:p>
            <a:pPr marL="0" marR="0" indent="0" algn="l" defTabSz="914400" rtl="0" fontAlgn="auto" latinLnBrk="1"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6" name="直接箭头连接符 65">
            <a:extLst>
              <a:ext uri="{FF2B5EF4-FFF2-40B4-BE49-F238E27FC236}">
                <a16:creationId xmlns:a16="http://schemas.microsoft.com/office/drawing/2014/main" id="{DDCA89FA-F6B9-46A4-A735-1B3308D2303C}"/>
              </a:ext>
            </a:extLst>
          </p:cNvPr>
          <p:cNvCxnSpPr>
            <a:cxnSpLocks/>
          </p:cNvCxnSpPr>
          <p:nvPr/>
        </p:nvCxnSpPr>
        <p:spPr>
          <a:xfrm>
            <a:off x="3678523" y="3917405"/>
            <a:ext cx="740087"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8" name="Object32">
            <a:extLst>
              <a:ext uri="{FF2B5EF4-FFF2-40B4-BE49-F238E27FC236}">
                <a16:creationId xmlns:a16="http://schemas.microsoft.com/office/drawing/2014/main" id="{A6178A4D-FE49-4CD8-AFD6-918AB3D10819}"/>
              </a:ext>
            </a:extLst>
          </p:cNvPr>
          <p:cNvSpPr txBox="1"/>
          <p:nvPr/>
        </p:nvSpPr>
        <p:spPr>
          <a:xfrm>
            <a:off x="3702972" y="3725338"/>
            <a:ext cx="680051"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优化问题</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15AE26E9-DF6B-41D4-484C-A16EA0D61DC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95C74D44-9F13-2AB4-6E3F-9CE1A25318A6}"/>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F27747C-E74B-D390-291A-A33A1FE526E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48155205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206A999C-B262-89AE-EDCA-A2B0CD90D15A}"/>
              </a:ext>
            </a:extLst>
          </p:cNvPr>
          <p:cNvSpPr/>
          <p:nvPr/>
        </p:nvSpPr>
        <p:spPr>
          <a:xfrm>
            <a:off x="7390886" y="4773589"/>
            <a:ext cx="2153333" cy="847401"/>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29" name="椭圆 28">
            <a:extLst>
              <a:ext uri="{FF2B5EF4-FFF2-40B4-BE49-F238E27FC236}">
                <a16:creationId xmlns:a16="http://schemas.microsoft.com/office/drawing/2014/main" id="{0CFA8C7E-22FF-C8D4-D47E-9A430CA5FD63}"/>
              </a:ext>
            </a:extLst>
          </p:cNvPr>
          <p:cNvSpPr/>
          <p:nvPr/>
        </p:nvSpPr>
        <p:spPr>
          <a:xfrm>
            <a:off x="202028" y="1952625"/>
            <a:ext cx="2158074" cy="2158074"/>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椭圆 31">
            <a:extLst>
              <a:ext uri="{FF2B5EF4-FFF2-40B4-BE49-F238E27FC236}">
                <a16:creationId xmlns:a16="http://schemas.microsoft.com/office/drawing/2014/main" id="{A3A38717-7856-664F-4D45-189EDE4681DC}"/>
              </a:ext>
            </a:extLst>
          </p:cNvPr>
          <p:cNvSpPr/>
          <p:nvPr/>
        </p:nvSpPr>
        <p:spPr>
          <a:xfrm>
            <a:off x="8132672" y="1952625"/>
            <a:ext cx="2158074" cy="2158074"/>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椭圆 15">
            <a:extLst>
              <a:ext uri="{FF2B5EF4-FFF2-40B4-BE49-F238E27FC236}">
                <a16:creationId xmlns:a16="http://schemas.microsoft.com/office/drawing/2014/main" id="{DF26B06F-A591-9389-8D7C-00080BF49BED}"/>
              </a:ext>
            </a:extLst>
          </p:cNvPr>
          <p:cNvSpPr/>
          <p:nvPr/>
        </p:nvSpPr>
        <p:spPr>
          <a:xfrm>
            <a:off x="5080734" y="1952625"/>
            <a:ext cx="2158074" cy="2158074"/>
          </a:xfrm>
          <a:prstGeom prst="ellipse">
            <a:avLst/>
          </a:prstGeom>
          <a:gradFill flip="none" rotWithShape="1">
            <a:gsLst>
              <a:gs pos="63000">
                <a:schemeClr val="accent1">
                  <a:lumMod val="100000"/>
                  <a:alpha val="0"/>
                </a:schemeClr>
              </a:gs>
              <a:gs pos="0">
                <a:schemeClr val="accent1">
                  <a:lumMod val="100000"/>
                  <a:alpha val="30000"/>
                </a:schemeClr>
              </a:gs>
            </a:gsLst>
            <a:lin ang="108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椭圆 18">
            <a:extLst>
              <a:ext uri="{FF2B5EF4-FFF2-40B4-BE49-F238E27FC236}">
                <a16:creationId xmlns:a16="http://schemas.microsoft.com/office/drawing/2014/main" id="{BA03D929-21F7-ECA8-B355-C5AC37C0A37C}"/>
              </a:ext>
            </a:extLst>
          </p:cNvPr>
          <p:cNvSpPr/>
          <p:nvPr/>
        </p:nvSpPr>
        <p:spPr>
          <a:xfrm>
            <a:off x="5392336" y="3929677"/>
            <a:ext cx="2070012" cy="2070012"/>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椭圆 27">
            <a:extLst>
              <a:ext uri="{FF2B5EF4-FFF2-40B4-BE49-F238E27FC236}">
                <a16:creationId xmlns:a16="http://schemas.microsoft.com/office/drawing/2014/main" id="{0D2C696B-1928-7810-E3F6-62A17A9EAA00}"/>
              </a:ext>
            </a:extLst>
          </p:cNvPr>
          <p:cNvSpPr/>
          <p:nvPr/>
        </p:nvSpPr>
        <p:spPr>
          <a:xfrm>
            <a:off x="735474" y="4001144"/>
            <a:ext cx="1632546" cy="1632546"/>
          </a:xfrm>
          <a:prstGeom prst="ellipse">
            <a:avLst/>
          </a:prstGeom>
          <a:gradFill flip="none" rotWithShape="1">
            <a:gsLst>
              <a:gs pos="63000">
                <a:schemeClr val="accent1">
                  <a:lumMod val="100000"/>
                  <a:alpha val="0"/>
                </a:schemeClr>
              </a:gs>
              <a:gs pos="0">
                <a:schemeClr val="accent1">
                  <a:lumMod val="100000"/>
                  <a:alpha val="30000"/>
                </a:schemeClr>
              </a:gs>
            </a:gsLst>
            <a:lin ang="1620000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10">
            <a:extLst>
              <a:ext uri="{FF2B5EF4-FFF2-40B4-BE49-F238E27FC236}">
                <a16:creationId xmlns:a16="http://schemas.microsoft.com/office/drawing/2014/main" id="{D94FD488-1713-9FF7-E135-76E3379EFBAD}"/>
              </a:ext>
            </a:extLst>
          </p:cNvPr>
          <p:cNvSpPr/>
          <p:nvPr/>
        </p:nvSpPr>
        <p:spPr>
          <a:xfrm>
            <a:off x="10382251" y="2283967"/>
            <a:ext cx="1708149" cy="1472777"/>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3" name="矩形 2">
            <a:extLst>
              <a:ext uri="{FF2B5EF4-FFF2-40B4-BE49-F238E27FC236}">
                <a16:creationId xmlns:a16="http://schemas.microsoft.com/office/drawing/2014/main" id="{8A2FF19E-CB43-8047-AB36-53319A6A6687}"/>
              </a:ext>
            </a:extLst>
          </p:cNvPr>
          <p:cNvSpPr/>
          <p:nvPr/>
        </p:nvSpPr>
        <p:spPr>
          <a:xfrm>
            <a:off x="7378186" y="2283967"/>
            <a:ext cx="2153333" cy="1472777"/>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2" name="矩形 1">
            <a:extLst>
              <a:ext uri="{FF2B5EF4-FFF2-40B4-BE49-F238E27FC236}">
                <a16:creationId xmlns:a16="http://schemas.microsoft.com/office/drawing/2014/main" id="{CC04CE14-CDD8-7353-074F-C7EFCBAB4D40}"/>
              </a:ext>
            </a:extLst>
          </p:cNvPr>
          <p:cNvSpPr/>
          <p:nvPr/>
        </p:nvSpPr>
        <p:spPr>
          <a:xfrm>
            <a:off x="2482818" y="2283967"/>
            <a:ext cx="2153333" cy="1472777"/>
          </a:xfrm>
          <a:prstGeom prst="rect">
            <a:avLst/>
          </a:prstGeom>
          <a:gradFill flip="none" rotWithShape="1">
            <a:gsLst>
              <a:gs pos="63000">
                <a:schemeClr val="accent1">
                  <a:lumMod val="100000"/>
                  <a:alpha val="0"/>
                </a:schemeClr>
              </a:gs>
              <a:gs pos="0">
                <a:schemeClr val="accent1">
                  <a:lumMod val="100000"/>
                  <a:alpha val="30000"/>
                </a:schemeClr>
              </a:gs>
            </a:gsLst>
            <a:lin ang="0" scaled="1"/>
            <a:tileRect/>
          </a:gradFill>
          <a:ln w="12700" cap="flat">
            <a:noFill/>
            <a:prstDash val="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algn="ct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等线"/>
            </a:endParaRPr>
          </a:p>
        </p:txBody>
      </p:sp>
      <p:sp>
        <p:nvSpPr>
          <p:cNvPr id="5" name="椭圆 4">
            <a:extLst>
              <a:ext uri="{FF2B5EF4-FFF2-40B4-BE49-F238E27FC236}">
                <a16:creationId xmlns:a16="http://schemas.microsoft.com/office/drawing/2014/main" id="{62E38265-0271-44B1-BF9A-074ECD38141E}"/>
              </a:ext>
            </a:extLst>
          </p:cNvPr>
          <p:cNvSpPr/>
          <p:nvPr/>
        </p:nvSpPr>
        <p:spPr>
          <a:xfrm>
            <a:off x="739588" y="222363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Object24">
            <a:extLst>
              <a:ext uri="{FF2B5EF4-FFF2-40B4-BE49-F238E27FC236}">
                <a16:creationId xmlns:a16="http://schemas.microsoft.com/office/drawing/2014/main" id="{5A57AF3C-5A89-4305-83AB-FE2D2B662E13}"/>
              </a:ext>
            </a:extLst>
          </p:cNvPr>
          <p:cNvSpPr txBox="1"/>
          <p:nvPr/>
        </p:nvSpPr>
        <p:spPr>
          <a:xfrm>
            <a:off x="968573" y="2565194"/>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CUSTOMER</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Management</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客户管理</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0" name="椭圆 29">
            <a:extLst>
              <a:ext uri="{FF2B5EF4-FFF2-40B4-BE49-F238E27FC236}">
                <a16:creationId xmlns:a16="http://schemas.microsoft.com/office/drawing/2014/main" id="{80F64D88-C31A-4262-8515-A92B461EB2C9}"/>
              </a:ext>
            </a:extLst>
          </p:cNvPr>
          <p:cNvSpPr/>
          <p:nvPr/>
        </p:nvSpPr>
        <p:spPr>
          <a:xfrm>
            <a:off x="5624046" y="222363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24">
            <a:extLst>
              <a:ext uri="{FF2B5EF4-FFF2-40B4-BE49-F238E27FC236}">
                <a16:creationId xmlns:a16="http://schemas.microsoft.com/office/drawing/2014/main" id="{E3E70E3A-A231-4391-8AEB-F2AB1AF2522C}"/>
              </a:ext>
            </a:extLst>
          </p:cNvPr>
          <p:cNvSpPr txBox="1"/>
          <p:nvPr/>
        </p:nvSpPr>
        <p:spPr>
          <a:xfrm>
            <a:off x="5853031" y="2565194"/>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CONTRACT</a:t>
            </a:r>
          </a:p>
          <a:p>
            <a:pPr marL="0" marR="0" lvl="0" indent="0" algn="ctr" defTabSz="609600" rtl="0" eaLnBrk="1" fontAlgn="auto" latinLnBrk="0" hangingPunct="0">
              <a:lnSpc>
                <a:spcPct val="150000"/>
              </a:lnSpc>
              <a:spcBef>
                <a:spcPts val="0"/>
              </a:spcBef>
              <a:spcAft>
                <a:spcPts val="0"/>
              </a:spcAft>
              <a:buClrTx/>
              <a:buSzTx/>
              <a:buFontTx/>
              <a:buNone/>
              <a:tabLst/>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Management</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合同管理</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3" name="椭圆 32">
            <a:extLst>
              <a:ext uri="{FF2B5EF4-FFF2-40B4-BE49-F238E27FC236}">
                <a16:creationId xmlns:a16="http://schemas.microsoft.com/office/drawing/2014/main" id="{5568DFB1-2D47-429E-B8D3-037623A9D5E1}"/>
              </a:ext>
            </a:extLst>
          </p:cNvPr>
          <p:cNvSpPr/>
          <p:nvPr/>
        </p:nvSpPr>
        <p:spPr>
          <a:xfrm>
            <a:off x="5624046" y="438058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Object24">
            <a:extLst>
              <a:ext uri="{FF2B5EF4-FFF2-40B4-BE49-F238E27FC236}">
                <a16:creationId xmlns:a16="http://schemas.microsoft.com/office/drawing/2014/main" id="{A116888B-DB18-432A-8461-54E395BA23D6}"/>
              </a:ext>
            </a:extLst>
          </p:cNvPr>
          <p:cNvSpPr txBox="1"/>
          <p:nvPr/>
        </p:nvSpPr>
        <p:spPr>
          <a:xfrm>
            <a:off x="5853031" y="4722144"/>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FINANCE</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M</a:t>
            </a: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anagement</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财务管理</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38" name="直接箭头连接符 37">
            <a:extLst>
              <a:ext uri="{FF2B5EF4-FFF2-40B4-BE49-F238E27FC236}">
                <a16:creationId xmlns:a16="http://schemas.microsoft.com/office/drawing/2014/main" id="{8983AAFF-116E-4775-86C1-5BE1E3873173}"/>
              </a:ext>
            </a:extLst>
          </p:cNvPr>
          <p:cNvCxnSpPr>
            <a:cxnSpLocks/>
            <a:endCxn id="30" idx="2"/>
          </p:cNvCxnSpPr>
          <p:nvPr/>
        </p:nvCxnSpPr>
        <p:spPr>
          <a:xfrm>
            <a:off x="4535593" y="3033189"/>
            <a:ext cx="1088453"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51" name="椭圆 50">
            <a:extLst>
              <a:ext uri="{FF2B5EF4-FFF2-40B4-BE49-F238E27FC236}">
                <a16:creationId xmlns:a16="http://schemas.microsoft.com/office/drawing/2014/main" id="{A799F829-0C23-4D3D-BCD8-AFA91BACA27B}"/>
              </a:ext>
            </a:extLst>
          </p:cNvPr>
          <p:cNvSpPr/>
          <p:nvPr/>
        </p:nvSpPr>
        <p:spPr>
          <a:xfrm>
            <a:off x="8682943" y="2223639"/>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Object24">
            <a:extLst>
              <a:ext uri="{FF2B5EF4-FFF2-40B4-BE49-F238E27FC236}">
                <a16:creationId xmlns:a16="http://schemas.microsoft.com/office/drawing/2014/main" id="{12508594-35F0-4D8F-A1EB-03876F7D3B52}"/>
              </a:ext>
            </a:extLst>
          </p:cNvPr>
          <p:cNvSpPr txBox="1"/>
          <p:nvPr/>
        </p:nvSpPr>
        <p:spPr>
          <a:xfrm>
            <a:off x="8911928" y="2565194"/>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LOAD WARLY</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Warning</a:t>
            </a: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负荷预警</a:t>
            </a:r>
            <a:endParaRPr kumimoji="0"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cxnSp>
        <p:nvCxnSpPr>
          <p:cNvPr id="74" name="直接箭头连接符 73">
            <a:extLst>
              <a:ext uri="{FF2B5EF4-FFF2-40B4-BE49-F238E27FC236}">
                <a16:creationId xmlns:a16="http://schemas.microsoft.com/office/drawing/2014/main" id="{EAAB8850-4107-4A67-B8EE-917E4D89DBA0}"/>
              </a:ext>
            </a:extLst>
          </p:cNvPr>
          <p:cNvCxnSpPr/>
          <p:nvPr/>
        </p:nvCxnSpPr>
        <p:spPr>
          <a:xfrm>
            <a:off x="6429375" y="3846247"/>
            <a:ext cx="0" cy="521525"/>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75" name="Object32">
            <a:extLst>
              <a:ext uri="{FF2B5EF4-FFF2-40B4-BE49-F238E27FC236}">
                <a16:creationId xmlns:a16="http://schemas.microsoft.com/office/drawing/2014/main" id="{387F2839-3FE2-4258-840D-ABFBB7BB1D36}"/>
              </a:ext>
            </a:extLst>
          </p:cNvPr>
          <p:cNvSpPr txBox="1"/>
          <p:nvPr/>
        </p:nvSpPr>
        <p:spPr>
          <a:xfrm>
            <a:off x="4715010" y="2536456"/>
            <a:ext cx="680051"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月度协商</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电量合同</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Object32">
            <a:extLst>
              <a:ext uri="{FF2B5EF4-FFF2-40B4-BE49-F238E27FC236}">
                <a16:creationId xmlns:a16="http://schemas.microsoft.com/office/drawing/2014/main" id="{4BD5A3F5-C41D-4F4F-85C2-0ED1101E93EC}"/>
              </a:ext>
            </a:extLst>
          </p:cNvPr>
          <p:cNvSpPr txBox="1"/>
          <p:nvPr/>
        </p:nvSpPr>
        <p:spPr>
          <a:xfrm>
            <a:off x="4715010" y="3163948"/>
            <a:ext cx="680051"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年度协商</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电量合同</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椭圆 82">
            <a:extLst>
              <a:ext uri="{FF2B5EF4-FFF2-40B4-BE49-F238E27FC236}">
                <a16:creationId xmlns:a16="http://schemas.microsoft.com/office/drawing/2014/main" id="{23B41047-D88F-4E54-9B43-38AFF7A17410}"/>
              </a:ext>
            </a:extLst>
          </p:cNvPr>
          <p:cNvSpPr/>
          <p:nvPr/>
        </p:nvSpPr>
        <p:spPr>
          <a:xfrm>
            <a:off x="1021827" y="4561672"/>
            <a:ext cx="1054622" cy="105462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Object24">
            <a:extLst>
              <a:ext uri="{FF2B5EF4-FFF2-40B4-BE49-F238E27FC236}">
                <a16:creationId xmlns:a16="http://schemas.microsoft.com/office/drawing/2014/main" id="{F9791CEE-147D-49A6-A982-FCC61E690562}"/>
              </a:ext>
            </a:extLst>
          </p:cNvPr>
          <p:cNvSpPr txBox="1"/>
          <p:nvPr/>
        </p:nvSpPr>
        <p:spPr>
          <a:xfrm>
            <a:off x="968573" y="4744242"/>
            <a:ext cx="1161130" cy="8661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关系网</a:t>
            </a:r>
            <a:endParaRPr kumimoji="0" lang="en-US" altLang="zh-CN"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管理</a:t>
            </a:r>
            <a:endParaRPr kumimoji="0" sz="1400" b="0" i="0" u="none" strike="noStrike" kern="0" cap="none" spc="0" normalizeH="0" baseline="0" noProof="0" dirty="0">
              <a:ln>
                <a:noFill/>
              </a:ln>
              <a:solidFill>
                <a:schemeClr val="l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86" name="直接箭头连接符 85">
            <a:extLst>
              <a:ext uri="{FF2B5EF4-FFF2-40B4-BE49-F238E27FC236}">
                <a16:creationId xmlns:a16="http://schemas.microsoft.com/office/drawing/2014/main" id="{F3911570-02D3-420E-A70F-29275B834FAC}"/>
              </a:ext>
            </a:extLst>
          </p:cNvPr>
          <p:cNvCxnSpPr>
            <a:cxnSpLocks/>
            <a:stCxn id="5" idx="4"/>
            <a:endCxn id="83" idx="0"/>
          </p:cNvCxnSpPr>
          <p:nvPr/>
        </p:nvCxnSpPr>
        <p:spPr>
          <a:xfrm>
            <a:off x="1549138" y="3842739"/>
            <a:ext cx="0" cy="71893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7" name="矩形: 圆角 6">
            <a:extLst>
              <a:ext uri="{FF2B5EF4-FFF2-40B4-BE49-F238E27FC236}">
                <a16:creationId xmlns:a16="http://schemas.microsoft.com/office/drawing/2014/main" id="{F9B299A8-4B3F-4DA3-80C5-5228C7578B2D}"/>
              </a:ext>
            </a:extLst>
          </p:cNvPr>
          <p:cNvSpPr/>
          <p:nvPr/>
        </p:nvSpPr>
        <p:spPr>
          <a:xfrm>
            <a:off x="2660481" y="2103548"/>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a:extLst>
              <a:ext uri="{FF2B5EF4-FFF2-40B4-BE49-F238E27FC236}">
                <a16:creationId xmlns:a16="http://schemas.microsoft.com/office/drawing/2014/main" id="{1C6B97D3-250B-4288-9F4B-D91CD8D5214D}"/>
              </a:ext>
            </a:extLst>
          </p:cNvPr>
          <p:cNvSpPr/>
          <p:nvPr/>
        </p:nvSpPr>
        <p:spPr>
          <a:xfrm>
            <a:off x="2660481" y="2852769"/>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a:extLst>
              <a:ext uri="{FF2B5EF4-FFF2-40B4-BE49-F238E27FC236}">
                <a16:creationId xmlns:a16="http://schemas.microsoft.com/office/drawing/2014/main" id="{BD81F67C-2F75-4D7E-B09D-C735E39024A0}"/>
              </a:ext>
            </a:extLst>
          </p:cNvPr>
          <p:cNvSpPr/>
          <p:nvPr/>
        </p:nvSpPr>
        <p:spPr>
          <a:xfrm>
            <a:off x="2660481" y="3576324"/>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32">
            <a:extLst>
              <a:ext uri="{FF2B5EF4-FFF2-40B4-BE49-F238E27FC236}">
                <a16:creationId xmlns:a16="http://schemas.microsoft.com/office/drawing/2014/main" id="{660FF936-7266-44B6-BD69-F09532FF614A}"/>
              </a:ext>
            </a:extLst>
          </p:cNvPr>
          <p:cNvSpPr txBox="1"/>
          <p:nvPr/>
        </p:nvSpPr>
        <p:spPr>
          <a:xfrm>
            <a:off x="2780961" y="2190353"/>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新增</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32">
            <a:extLst>
              <a:ext uri="{FF2B5EF4-FFF2-40B4-BE49-F238E27FC236}">
                <a16:creationId xmlns:a16="http://schemas.microsoft.com/office/drawing/2014/main" id="{60CE2BA8-1FA6-4793-A6BC-B6CF8793F039}"/>
              </a:ext>
            </a:extLst>
          </p:cNvPr>
          <p:cNvSpPr txBox="1"/>
          <p:nvPr/>
        </p:nvSpPr>
        <p:spPr>
          <a:xfrm>
            <a:off x="2780961" y="2939574"/>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查询</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32">
            <a:extLst>
              <a:ext uri="{FF2B5EF4-FFF2-40B4-BE49-F238E27FC236}">
                <a16:creationId xmlns:a16="http://schemas.microsoft.com/office/drawing/2014/main" id="{2B6F3315-F57F-4DB3-A59E-3CE689CA0401}"/>
              </a:ext>
            </a:extLst>
          </p:cNvPr>
          <p:cNvSpPr txBox="1"/>
          <p:nvPr/>
        </p:nvSpPr>
        <p:spPr>
          <a:xfrm>
            <a:off x="2780961" y="3663129"/>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报表</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5" name="直接箭头连接符 14">
            <a:extLst>
              <a:ext uri="{FF2B5EF4-FFF2-40B4-BE49-F238E27FC236}">
                <a16:creationId xmlns:a16="http://schemas.microsoft.com/office/drawing/2014/main" id="{FD44D2ED-3E1C-444A-A3D8-88C1B35320E6}"/>
              </a:ext>
            </a:extLst>
          </p:cNvPr>
          <p:cNvCxnSpPr>
            <a:stCxn id="5" idx="6"/>
          </p:cNvCxnSpPr>
          <p:nvPr/>
        </p:nvCxnSpPr>
        <p:spPr>
          <a:xfrm>
            <a:off x="2358688" y="3033189"/>
            <a:ext cx="301793" cy="0"/>
          </a:xfrm>
          <a:prstGeom prst="straightConnector1">
            <a:avLst/>
          </a:prstGeom>
          <a:noFill/>
          <a:ln w="9525"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7" name="连接符: 肘形 16">
            <a:extLst>
              <a:ext uri="{FF2B5EF4-FFF2-40B4-BE49-F238E27FC236}">
                <a16:creationId xmlns:a16="http://schemas.microsoft.com/office/drawing/2014/main" id="{C6FE0C3A-E89F-4097-AA28-47A8B134E46D}"/>
              </a:ext>
            </a:extLst>
          </p:cNvPr>
          <p:cNvCxnSpPr/>
          <p:nvPr/>
        </p:nvCxnSpPr>
        <p:spPr>
          <a:xfrm rot="10800000" flipV="1">
            <a:off x="2660481" y="2283968"/>
            <a:ext cx="12700" cy="1472776"/>
          </a:xfrm>
          <a:prstGeom prst="bentConnector3">
            <a:avLst>
              <a:gd name="adj1" fmla="val 1556252"/>
            </a:avLst>
          </a:prstGeom>
          <a:noFill/>
          <a:ln w="9525" cap="flat">
            <a:solidFill>
              <a:schemeClr val="accent1">
                <a:lumMod val="100000"/>
              </a:schemeClr>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sp>
        <p:nvSpPr>
          <p:cNvPr id="20" name="矩形: 圆角 19">
            <a:extLst>
              <a:ext uri="{FF2B5EF4-FFF2-40B4-BE49-F238E27FC236}">
                <a16:creationId xmlns:a16="http://schemas.microsoft.com/office/drawing/2014/main" id="{9F614F69-2C97-474E-B069-A9C18AED1289}"/>
              </a:ext>
            </a:extLst>
          </p:cNvPr>
          <p:cNvSpPr/>
          <p:nvPr/>
        </p:nvSpPr>
        <p:spPr>
          <a:xfrm>
            <a:off x="3748933" y="2103548"/>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32">
            <a:extLst>
              <a:ext uri="{FF2B5EF4-FFF2-40B4-BE49-F238E27FC236}">
                <a16:creationId xmlns:a16="http://schemas.microsoft.com/office/drawing/2014/main" id="{5CC3005B-E6F5-448B-832D-47B8D869BA8B}"/>
              </a:ext>
            </a:extLst>
          </p:cNvPr>
          <p:cNvSpPr txBox="1"/>
          <p:nvPr/>
        </p:nvSpPr>
        <p:spPr>
          <a:xfrm>
            <a:off x="3839379" y="2190353"/>
            <a:ext cx="605768"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潜在客户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0148E1FE-5779-49A0-8B5C-7752671B7033}"/>
              </a:ext>
            </a:extLst>
          </p:cNvPr>
          <p:cNvSpPr/>
          <p:nvPr/>
        </p:nvSpPr>
        <p:spPr>
          <a:xfrm>
            <a:off x="3748933" y="2851242"/>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a:extLst>
              <a:ext uri="{FF2B5EF4-FFF2-40B4-BE49-F238E27FC236}">
                <a16:creationId xmlns:a16="http://schemas.microsoft.com/office/drawing/2014/main" id="{7AAB49DC-4C4E-4DB3-9C82-6EC1E9AE8BDD}"/>
              </a:ext>
            </a:extLst>
          </p:cNvPr>
          <p:cNvSpPr txBox="1"/>
          <p:nvPr/>
        </p:nvSpPr>
        <p:spPr>
          <a:xfrm>
            <a:off x="3809173" y="2938047"/>
            <a:ext cx="666181"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a:extLst>
              <a:ext uri="{FF2B5EF4-FFF2-40B4-BE49-F238E27FC236}">
                <a16:creationId xmlns:a16="http://schemas.microsoft.com/office/drawing/2014/main" id="{73C911B3-7C5A-4A86-B651-68F0E9AC0E75}"/>
              </a:ext>
            </a:extLst>
          </p:cNvPr>
          <p:cNvSpPr/>
          <p:nvPr/>
        </p:nvSpPr>
        <p:spPr>
          <a:xfrm>
            <a:off x="3748933" y="3572211"/>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a:extLst>
              <a:ext uri="{FF2B5EF4-FFF2-40B4-BE49-F238E27FC236}">
                <a16:creationId xmlns:a16="http://schemas.microsoft.com/office/drawing/2014/main" id="{952B31BF-CEDE-4DA8-972D-C953ABB24C95}"/>
              </a:ext>
            </a:extLst>
          </p:cNvPr>
          <p:cNvSpPr txBox="1"/>
          <p:nvPr/>
        </p:nvSpPr>
        <p:spPr>
          <a:xfrm>
            <a:off x="3809173" y="3659016"/>
            <a:ext cx="666181"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C1B566A5-710F-43FE-9DB3-14301996521D}"/>
              </a:ext>
            </a:extLst>
          </p:cNvPr>
          <p:cNvSpPr/>
          <p:nvPr/>
        </p:nvSpPr>
        <p:spPr>
          <a:xfrm>
            <a:off x="3748933" y="4325246"/>
            <a:ext cx="786661"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a:extLst>
              <a:ext uri="{FF2B5EF4-FFF2-40B4-BE49-F238E27FC236}">
                <a16:creationId xmlns:a16="http://schemas.microsoft.com/office/drawing/2014/main" id="{5EF3FE30-E88F-45F3-B757-15559B6E47DB}"/>
              </a:ext>
            </a:extLst>
          </p:cNvPr>
          <p:cNvSpPr txBox="1"/>
          <p:nvPr/>
        </p:nvSpPr>
        <p:spPr>
          <a:xfrm>
            <a:off x="3809173" y="4412051"/>
            <a:ext cx="666181"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流失客户</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6" name="直接箭头连接符 35">
            <a:extLst>
              <a:ext uri="{FF2B5EF4-FFF2-40B4-BE49-F238E27FC236}">
                <a16:creationId xmlns:a16="http://schemas.microsoft.com/office/drawing/2014/main" id="{8203CB42-715B-4764-AE3A-52A4FBD6D8EB}"/>
              </a:ext>
            </a:extLst>
          </p:cNvPr>
          <p:cNvCxnSpPr/>
          <p:nvPr/>
        </p:nvCxnSpPr>
        <p:spPr>
          <a:xfrm flipV="1">
            <a:off x="3264068" y="3031662"/>
            <a:ext cx="484865" cy="1527"/>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40" name="矩形: 圆角 39">
            <a:extLst>
              <a:ext uri="{FF2B5EF4-FFF2-40B4-BE49-F238E27FC236}">
                <a16:creationId xmlns:a16="http://schemas.microsoft.com/office/drawing/2014/main" id="{DB9C86BF-B6DD-43D9-9AB6-4266C68128FC}"/>
              </a:ext>
            </a:extLst>
          </p:cNvPr>
          <p:cNvSpPr/>
          <p:nvPr/>
        </p:nvSpPr>
        <p:spPr>
          <a:xfrm>
            <a:off x="7572689" y="2103548"/>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a:extLst>
              <a:ext uri="{FF2B5EF4-FFF2-40B4-BE49-F238E27FC236}">
                <a16:creationId xmlns:a16="http://schemas.microsoft.com/office/drawing/2014/main" id="{1BCA1DB1-6E12-40E0-A711-6635FF666FF9}"/>
              </a:ext>
            </a:extLst>
          </p:cNvPr>
          <p:cNvSpPr txBox="1"/>
          <p:nvPr/>
        </p:nvSpPr>
        <p:spPr>
          <a:xfrm>
            <a:off x="7693169" y="2190353"/>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新增</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a:extLst>
              <a:ext uri="{FF2B5EF4-FFF2-40B4-BE49-F238E27FC236}">
                <a16:creationId xmlns:a16="http://schemas.microsoft.com/office/drawing/2014/main" id="{AD4402A8-1B9F-4BD3-931E-0EEE00014EA7}"/>
              </a:ext>
            </a:extLst>
          </p:cNvPr>
          <p:cNvSpPr/>
          <p:nvPr/>
        </p:nvSpPr>
        <p:spPr>
          <a:xfrm>
            <a:off x="7572689" y="2852769"/>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Object32">
            <a:extLst>
              <a:ext uri="{FF2B5EF4-FFF2-40B4-BE49-F238E27FC236}">
                <a16:creationId xmlns:a16="http://schemas.microsoft.com/office/drawing/2014/main" id="{F3B6C8F1-5FFE-42F2-8223-460DD7EFCA57}"/>
              </a:ext>
            </a:extLst>
          </p:cNvPr>
          <p:cNvSpPr txBox="1"/>
          <p:nvPr/>
        </p:nvSpPr>
        <p:spPr>
          <a:xfrm>
            <a:off x="7693169" y="2939574"/>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查询</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441AD61D-89AF-492A-8109-C3CAA242DC6C}"/>
              </a:ext>
            </a:extLst>
          </p:cNvPr>
          <p:cNvSpPr/>
          <p:nvPr/>
        </p:nvSpPr>
        <p:spPr>
          <a:xfrm>
            <a:off x="7572689" y="3576324"/>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2">
            <a:extLst>
              <a:ext uri="{FF2B5EF4-FFF2-40B4-BE49-F238E27FC236}">
                <a16:creationId xmlns:a16="http://schemas.microsoft.com/office/drawing/2014/main" id="{7075DB70-02AA-4AE7-BBF1-3F59CDE3DD6F}"/>
              </a:ext>
            </a:extLst>
          </p:cNvPr>
          <p:cNvSpPr txBox="1"/>
          <p:nvPr/>
        </p:nvSpPr>
        <p:spPr>
          <a:xfrm>
            <a:off x="7693169" y="3663129"/>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报表</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6" name="直接箭头连接符 45">
            <a:extLst>
              <a:ext uri="{FF2B5EF4-FFF2-40B4-BE49-F238E27FC236}">
                <a16:creationId xmlns:a16="http://schemas.microsoft.com/office/drawing/2014/main" id="{E78B01B3-1AFE-4F3E-B5F1-360CDBC9D1B5}"/>
              </a:ext>
            </a:extLst>
          </p:cNvPr>
          <p:cNvCxnSpPr/>
          <p:nvPr/>
        </p:nvCxnSpPr>
        <p:spPr>
          <a:xfrm>
            <a:off x="7270896" y="3033189"/>
            <a:ext cx="301793" cy="0"/>
          </a:xfrm>
          <a:prstGeom prst="straightConnector1">
            <a:avLst/>
          </a:prstGeom>
          <a:noFill/>
          <a:ln w="9525"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47" name="连接符: 肘形 46">
            <a:extLst>
              <a:ext uri="{FF2B5EF4-FFF2-40B4-BE49-F238E27FC236}">
                <a16:creationId xmlns:a16="http://schemas.microsoft.com/office/drawing/2014/main" id="{996B2D90-4D1E-464D-8873-9D490C74844C}"/>
              </a:ext>
            </a:extLst>
          </p:cNvPr>
          <p:cNvCxnSpPr/>
          <p:nvPr/>
        </p:nvCxnSpPr>
        <p:spPr>
          <a:xfrm rot="10800000" flipV="1">
            <a:off x="7572689" y="2283968"/>
            <a:ext cx="12700" cy="1472776"/>
          </a:xfrm>
          <a:prstGeom prst="bentConnector3">
            <a:avLst>
              <a:gd name="adj1" fmla="val 1556252"/>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48" name="直接箭头连接符 47">
            <a:extLst>
              <a:ext uri="{FF2B5EF4-FFF2-40B4-BE49-F238E27FC236}">
                <a16:creationId xmlns:a16="http://schemas.microsoft.com/office/drawing/2014/main" id="{6359ADC6-F777-4967-BDD4-4C95D33E098E}"/>
              </a:ext>
            </a:extLst>
          </p:cNvPr>
          <p:cNvCxnSpPr/>
          <p:nvPr/>
        </p:nvCxnSpPr>
        <p:spPr>
          <a:xfrm flipV="1">
            <a:off x="8190959" y="3031662"/>
            <a:ext cx="484865" cy="1527"/>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1" name="矩形: 圆角 60">
            <a:extLst>
              <a:ext uri="{FF2B5EF4-FFF2-40B4-BE49-F238E27FC236}">
                <a16:creationId xmlns:a16="http://schemas.microsoft.com/office/drawing/2014/main" id="{CBBCF3CD-8358-4ACC-B652-401A6AA66485}"/>
              </a:ext>
            </a:extLst>
          </p:cNvPr>
          <p:cNvSpPr/>
          <p:nvPr/>
        </p:nvSpPr>
        <p:spPr>
          <a:xfrm>
            <a:off x="7605927" y="4588473"/>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Object32">
            <a:extLst>
              <a:ext uri="{FF2B5EF4-FFF2-40B4-BE49-F238E27FC236}">
                <a16:creationId xmlns:a16="http://schemas.microsoft.com/office/drawing/2014/main" id="{9B61D4AB-9C78-4F8C-B774-E36D01C9BD77}"/>
              </a:ext>
            </a:extLst>
          </p:cNvPr>
          <p:cNvSpPr txBox="1"/>
          <p:nvPr/>
        </p:nvSpPr>
        <p:spPr>
          <a:xfrm>
            <a:off x="7726407" y="4675278"/>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结算</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64">
            <a:extLst>
              <a:ext uri="{FF2B5EF4-FFF2-40B4-BE49-F238E27FC236}">
                <a16:creationId xmlns:a16="http://schemas.microsoft.com/office/drawing/2014/main" id="{4596C96F-4216-497A-932D-E18A230C14F5}"/>
              </a:ext>
            </a:extLst>
          </p:cNvPr>
          <p:cNvSpPr/>
          <p:nvPr/>
        </p:nvSpPr>
        <p:spPr>
          <a:xfrm>
            <a:off x="7605927" y="5435873"/>
            <a:ext cx="603587"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Object32">
            <a:extLst>
              <a:ext uri="{FF2B5EF4-FFF2-40B4-BE49-F238E27FC236}">
                <a16:creationId xmlns:a16="http://schemas.microsoft.com/office/drawing/2014/main" id="{44D50A00-BAB3-4375-9945-1CCAB5685049}"/>
              </a:ext>
            </a:extLst>
          </p:cNvPr>
          <p:cNvSpPr txBox="1"/>
          <p:nvPr/>
        </p:nvSpPr>
        <p:spPr>
          <a:xfrm>
            <a:off x="7726407" y="5522678"/>
            <a:ext cx="36262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报表</a:t>
            </a:r>
            <a:endParaRPr kumimoji="0"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67" name="直接箭头连接符 66">
            <a:extLst>
              <a:ext uri="{FF2B5EF4-FFF2-40B4-BE49-F238E27FC236}">
                <a16:creationId xmlns:a16="http://schemas.microsoft.com/office/drawing/2014/main" id="{0EA756C5-E407-429D-8315-DA72AE769C77}"/>
              </a:ext>
            </a:extLst>
          </p:cNvPr>
          <p:cNvCxnSpPr>
            <a:cxnSpLocks/>
          </p:cNvCxnSpPr>
          <p:nvPr/>
        </p:nvCxnSpPr>
        <p:spPr>
          <a:xfrm>
            <a:off x="7248335" y="5215746"/>
            <a:ext cx="126854" cy="0"/>
          </a:xfrm>
          <a:prstGeom prst="straightConnector1">
            <a:avLst/>
          </a:prstGeom>
          <a:noFill/>
          <a:ln w="9525" cap="flat">
            <a:solidFill>
              <a:schemeClr val="accent1">
                <a:lumMod val="100000"/>
              </a:schemeClr>
            </a:solidFill>
            <a:prstDash val="solid"/>
            <a:miter lim="800000"/>
            <a:tailEnd type="none"/>
          </a:ln>
          <a:effectLst/>
          <a:sp3d/>
        </p:spPr>
        <p:style>
          <a:lnRef idx="0">
            <a:scrgbClr r="0" g="0" b="0"/>
          </a:lnRef>
          <a:fillRef idx="0">
            <a:scrgbClr r="0" g="0" b="0"/>
          </a:fillRef>
          <a:effectRef idx="0">
            <a:scrgbClr r="0" g="0" b="0"/>
          </a:effectRef>
          <a:fontRef idx="none"/>
        </p:style>
      </p:cxnSp>
      <p:cxnSp>
        <p:nvCxnSpPr>
          <p:cNvPr id="68" name="连接符: 肘形 67">
            <a:extLst>
              <a:ext uri="{FF2B5EF4-FFF2-40B4-BE49-F238E27FC236}">
                <a16:creationId xmlns:a16="http://schemas.microsoft.com/office/drawing/2014/main" id="{F62CC3EC-987F-4F67-AE3A-7BF246AFE46E}"/>
              </a:ext>
            </a:extLst>
          </p:cNvPr>
          <p:cNvCxnSpPr>
            <a:cxnSpLocks/>
          </p:cNvCxnSpPr>
          <p:nvPr/>
        </p:nvCxnSpPr>
        <p:spPr>
          <a:xfrm rot="10800000" flipV="1">
            <a:off x="7605927" y="4768893"/>
            <a:ext cx="12700" cy="847400"/>
          </a:xfrm>
          <a:prstGeom prst="bentConnector3">
            <a:avLst>
              <a:gd name="adj1" fmla="val 1800000"/>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53" name="矩形: 圆角 52">
            <a:extLst>
              <a:ext uri="{FF2B5EF4-FFF2-40B4-BE49-F238E27FC236}">
                <a16:creationId xmlns:a16="http://schemas.microsoft.com/office/drawing/2014/main" id="{1D10D05E-9BAB-4854-A260-75656B14563F}"/>
              </a:ext>
            </a:extLst>
          </p:cNvPr>
          <p:cNvSpPr/>
          <p:nvPr/>
        </p:nvSpPr>
        <p:spPr>
          <a:xfrm>
            <a:off x="10603836" y="2103548"/>
            <a:ext cx="885339"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Object32">
            <a:extLst>
              <a:ext uri="{FF2B5EF4-FFF2-40B4-BE49-F238E27FC236}">
                <a16:creationId xmlns:a16="http://schemas.microsoft.com/office/drawing/2014/main" id="{ECFC6BCF-85A5-4E11-A3E3-6AD39B38D479}"/>
              </a:ext>
            </a:extLst>
          </p:cNvPr>
          <p:cNvSpPr txBox="1"/>
          <p:nvPr/>
        </p:nvSpPr>
        <p:spPr>
          <a:xfrm>
            <a:off x="10695395" y="2190353"/>
            <a:ext cx="702220"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新增设备</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圆角 54">
            <a:extLst>
              <a:ext uri="{FF2B5EF4-FFF2-40B4-BE49-F238E27FC236}">
                <a16:creationId xmlns:a16="http://schemas.microsoft.com/office/drawing/2014/main" id="{C0DB81B5-82E6-499C-BA4E-65AE7DEF3B79}"/>
              </a:ext>
            </a:extLst>
          </p:cNvPr>
          <p:cNvSpPr/>
          <p:nvPr/>
        </p:nvSpPr>
        <p:spPr>
          <a:xfrm>
            <a:off x="10603836" y="2852769"/>
            <a:ext cx="885339"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Object32">
            <a:extLst>
              <a:ext uri="{FF2B5EF4-FFF2-40B4-BE49-F238E27FC236}">
                <a16:creationId xmlns:a16="http://schemas.microsoft.com/office/drawing/2014/main" id="{28285DF0-FE90-4F49-9517-26DBA4B2112E}"/>
              </a:ext>
            </a:extLst>
          </p:cNvPr>
          <p:cNvSpPr txBox="1"/>
          <p:nvPr/>
        </p:nvSpPr>
        <p:spPr>
          <a:xfrm>
            <a:off x="10680713" y="2947195"/>
            <a:ext cx="731584"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状态查询</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a:extLst>
              <a:ext uri="{FF2B5EF4-FFF2-40B4-BE49-F238E27FC236}">
                <a16:creationId xmlns:a16="http://schemas.microsoft.com/office/drawing/2014/main" id="{60B5BB28-658F-4C7A-946C-AB7BD4358F8B}"/>
              </a:ext>
            </a:extLst>
          </p:cNvPr>
          <p:cNvSpPr/>
          <p:nvPr/>
        </p:nvSpPr>
        <p:spPr>
          <a:xfrm>
            <a:off x="10603836" y="3576324"/>
            <a:ext cx="885339"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Object32">
            <a:extLst>
              <a:ext uri="{FF2B5EF4-FFF2-40B4-BE49-F238E27FC236}">
                <a16:creationId xmlns:a16="http://schemas.microsoft.com/office/drawing/2014/main" id="{D1EE1E93-A91A-4978-AFE7-F3F462A70C21}"/>
              </a:ext>
            </a:extLst>
          </p:cNvPr>
          <p:cNvSpPr txBox="1"/>
          <p:nvPr/>
        </p:nvSpPr>
        <p:spPr>
          <a:xfrm>
            <a:off x="10680713" y="3670750"/>
            <a:ext cx="731584"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负荷报表</a:t>
            </a:r>
            <a:endParaRPr kumimoji="0"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9" name="直接箭头连接符 58">
            <a:extLst>
              <a:ext uri="{FF2B5EF4-FFF2-40B4-BE49-F238E27FC236}">
                <a16:creationId xmlns:a16="http://schemas.microsoft.com/office/drawing/2014/main" id="{A793304B-6126-4699-A781-500ED0968E62}"/>
              </a:ext>
            </a:extLst>
          </p:cNvPr>
          <p:cNvCxnSpPr>
            <a:cxnSpLocks/>
            <a:stCxn id="51" idx="6"/>
          </p:cNvCxnSpPr>
          <p:nvPr/>
        </p:nvCxnSpPr>
        <p:spPr>
          <a:xfrm>
            <a:off x="10302043" y="3033189"/>
            <a:ext cx="301793" cy="0"/>
          </a:xfrm>
          <a:prstGeom prst="straightConnector1">
            <a:avLst/>
          </a:prstGeom>
          <a:noFill/>
          <a:ln w="9525"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60" name="连接符: 肘形 59">
            <a:extLst>
              <a:ext uri="{FF2B5EF4-FFF2-40B4-BE49-F238E27FC236}">
                <a16:creationId xmlns:a16="http://schemas.microsoft.com/office/drawing/2014/main" id="{EBFAA771-9A93-4922-AF15-DE35E6C4F125}"/>
              </a:ext>
            </a:extLst>
          </p:cNvPr>
          <p:cNvCxnSpPr>
            <a:cxnSpLocks/>
          </p:cNvCxnSpPr>
          <p:nvPr/>
        </p:nvCxnSpPr>
        <p:spPr>
          <a:xfrm rot="10800000" flipV="1">
            <a:off x="10603836" y="2283968"/>
            <a:ext cx="12700" cy="1472776"/>
          </a:xfrm>
          <a:prstGeom prst="bentConnector3">
            <a:avLst>
              <a:gd name="adj1" fmla="val 1800000"/>
            </a:avLst>
          </a:prstGeom>
          <a:noFill/>
          <a:ln w="9525" cap="flat">
            <a:solidFill>
              <a:schemeClr val="accent1">
                <a:lumMod val="100000"/>
              </a:schemeClr>
            </a:solidFill>
            <a:prstDash val="sysDash"/>
            <a:miter lim="800000"/>
            <a:headEnd type="triangle"/>
            <a:tailEnd type="triangle"/>
          </a:ln>
          <a:effectLst/>
          <a:sp3d/>
        </p:spPr>
        <p:style>
          <a:lnRef idx="0">
            <a:scrgbClr r="0" g="0" b="0"/>
          </a:lnRef>
          <a:fillRef idx="0">
            <a:scrgbClr r="0" g="0" b="0"/>
          </a:fillRef>
          <a:effectRef idx="0">
            <a:scrgbClr r="0" g="0" b="0"/>
          </a:effectRef>
          <a:fontRef idx="none"/>
        </p:style>
      </p:cxnSp>
      <p:sp>
        <p:nvSpPr>
          <p:cNvPr id="14" name="文本框 13">
            <a:extLst>
              <a:ext uri="{FF2B5EF4-FFF2-40B4-BE49-F238E27FC236}">
                <a16:creationId xmlns:a16="http://schemas.microsoft.com/office/drawing/2014/main" id="{F309693A-BF95-3C61-FD3E-0E8ABE313D4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8" name="矩形 17">
            <a:extLst>
              <a:ext uri="{FF2B5EF4-FFF2-40B4-BE49-F238E27FC236}">
                <a16:creationId xmlns:a16="http://schemas.microsoft.com/office/drawing/2014/main" id="{864EA6D5-7FF3-8C2F-79B5-55D153CF5A9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文本框 34">
            <a:extLst>
              <a:ext uri="{FF2B5EF4-FFF2-40B4-BE49-F238E27FC236}">
                <a16:creationId xmlns:a16="http://schemas.microsoft.com/office/drawing/2014/main" id="{C4E28FC2-E923-C839-C35B-56791EAAA1F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84190208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任意多边形: 形状 8">
            <a:extLst>
              <a:ext uri="{FF2B5EF4-FFF2-40B4-BE49-F238E27FC236}">
                <a16:creationId xmlns:a16="http://schemas.microsoft.com/office/drawing/2014/main" id="{DF0E4D34-CE60-B0F6-4286-EF01D78A7F2A}"/>
              </a:ext>
            </a:extLst>
          </p:cNvPr>
          <p:cNvSpPr/>
          <p:nvPr/>
        </p:nvSpPr>
        <p:spPr>
          <a:xfrm>
            <a:off x="0" y="107998"/>
            <a:ext cx="12192000" cy="6858000"/>
          </a:xfrm>
          <a:custGeom>
            <a:avLst/>
            <a:gdLst>
              <a:gd name="connsiteX0" fmla="*/ 8747892 w 12192000"/>
              <a:gd name="connsiteY0" fmla="*/ 0 h 6858000"/>
              <a:gd name="connsiteX1" fmla="*/ 12192000 w 12192000"/>
              <a:gd name="connsiteY1" fmla="*/ 0 h 6858000"/>
              <a:gd name="connsiteX2" fmla="*/ 12192000 w 12192000"/>
              <a:gd name="connsiteY2" fmla="*/ 6858000 h 6858000"/>
              <a:gd name="connsiteX3" fmla="*/ 8527099 w 12192000"/>
              <a:gd name="connsiteY3" fmla="*/ 6858000 h 6858000"/>
              <a:gd name="connsiteX4" fmla="*/ 8451171 w 12192000"/>
              <a:gd name="connsiteY4" fmla="*/ 6746960 h 6858000"/>
              <a:gd name="connsiteX5" fmla="*/ 4669777 w 12192000"/>
              <a:gd name="connsiteY5" fmla="*/ 4769068 h 6858000"/>
              <a:gd name="connsiteX6" fmla="*/ 172862 w 12192000"/>
              <a:gd name="connsiteY6" fmla="*/ 5077336 h 6858000"/>
              <a:gd name="connsiteX7" fmla="*/ 0 w 12192000"/>
              <a:gd name="connsiteY7" fmla="*/ 5213176 h 6858000"/>
              <a:gd name="connsiteX8" fmla="*/ 0 w 12192000"/>
              <a:gd name="connsiteY8" fmla="*/ 2739967 h 6858000"/>
              <a:gd name="connsiteX9" fmla="*/ 172860 w 12192000"/>
              <a:gd name="connsiteY9" fmla="*/ 2875806 h 6858000"/>
              <a:gd name="connsiteX10" fmla="*/ 4669776 w 12192000"/>
              <a:gd name="connsiteY10" fmla="*/ 3184073 h 6858000"/>
              <a:gd name="connsiteX11" fmla="*/ 8783562 w 12192000"/>
              <a:gd name="connsiteY11" fmla="*/ 1031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8747892" y="0"/>
                </a:moveTo>
                <a:lnTo>
                  <a:pt x="12192000" y="0"/>
                </a:lnTo>
                <a:lnTo>
                  <a:pt x="12192000" y="6858000"/>
                </a:lnTo>
                <a:lnTo>
                  <a:pt x="8527099" y="6858000"/>
                </a:lnTo>
                <a:lnTo>
                  <a:pt x="8451171" y="6746960"/>
                </a:lnTo>
                <a:cubicBezTo>
                  <a:pt x="7820192" y="5932789"/>
                  <a:pt x="6406825" y="5158980"/>
                  <a:pt x="4669777" y="4769068"/>
                </a:cubicBezTo>
                <a:cubicBezTo>
                  <a:pt x="2774817" y="4343710"/>
                  <a:pt x="1032838" y="4496027"/>
                  <a:pt x="172862" y="5077336"/>
                </a:cubicBezTo>
                <a:lnTo>
                  <a:pt x="0" y="5213176"/>
                </a:lnTo>
                <a:lnTo>
                  <a:pt x="0" y="2739967"/>
                </a:lnTo>
                <a:lnTo>
                  <a:pt x="172860" y="2875806"/>
                </a:lnTo>
                <a:cubicBezTo>
                  <a:pt x="1032837" y="3457115"/>
                  <a:pt x="2774815" y="3609432"/>
                  <a:pt x="4669776" y="3184073"/>
                </a:cubicBezTo>
                <a:cubicBezTo>
                  <a:pt x="7196390" y="2616928"/>
                  <a:pt x="9038194" y="1237572"/>
                  <a:pt x="8783562" y="103193"/>
                </a:cubicBezTo>
                <a:close/>
              </a:path>
            </a:pathLst>
          </a:custGeom>
          <a:gradFill flip="none" rotWithShape="1">
            <a:gsLst>
              <a:gs pos="26000">
                <a:schemeClr val="accent1">
                  <a:lumMod val="100000"/>
                  <a:alpha val="0"/>
                </a:schemeClr>
              </a:gs>
              <a:gs pos="90000">
                <a:schemeClr val="accent1">
                  <a:lumMod val="100000"/>
                  <a:alpha val="40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dirty="0">
              <a:ln>
                <a:noFill/>
              </a:ln>
              <a:solidFill>
                <a:srgbClr val="000000"/>
              </a:solidFill>
              <a:effectLst/>
              <a:uFillTx/>
              <a:latin typeface="+mj-lt"/>
              <a:ea typeface="+mj-ea"/>
              <a:cs typeface="+mj-cs"/>
              <a:sym typeface="等线"/>
            </a:endParaRPr>
          </a:p>
        </p:txBody>
      </p:sp>
      <p:sp>
        <p:nvSpPr>
          <p:cNvPr id="8" name="任意多边形: 形状 7">
            <a:extLst>
              <a:ext uri="{FF2B5EF4-FFF2-40B4-BE49-F238E27FC236}">
                <a16:creationId xmlns:a16="http://schemas.microsoft.com/office/drawing/2014/main" id="{7862BFB0-003C-0E01-21B4-DDAC8546B3EC}"/>
              </a:ext>
            </a:extLst>
          </p:cNvPr>
          <p:cNvSpPr/>
          <p:nvPr/>
        </p:nvSpPr>
        <p:spPr>
          <a:xfrm>
            <a:off x="0" y="0"/>
            <a:ext cx="12192000" cy="6858000"/>
          </a:xfrm>
          <a:custGeom>
            <a:avLst/>
            <a:gdLst>
              <a:gd name="connsiteX0" fmla="*/ 8747892 w 12192000"/>
              <a:gd name="connsiteY0" fmla="*/ 0 h 6858000"/>
              <a:gd name="connsiteX1" fmla="*/ 12192000 w 12192000"/>
              <a:gd name="connsiteY1" fmla="*/ 0 h 6858000"/>
              <a:gd name="connsiteX2" fmla="*/ 12192000 w 12192000"/>
              <a:gd name="connsiteY2" fmla="*/ 6858000 h 6858000"/>
              <a:gd name="connsiteX3" fmla="*/ 8527099 w 12192000"/>
              <a:gd name="connsiteY3" fmla="*/ 6858000 h 6858000"/>
              <a:gd name="connsiteX4" fmla="*/ 8451171 w 12192000"/>
              <a:gd name="connsiteY4" fmla="*/ 6746960 h 6858000"/>
              <a:gd name="connsiteX5" fmla="*/ 4669777 w 12192000"/>
              <a:gd name="connsiteY5" fmla="*/ 4769068 h 6858000"/>
              <a:gd name="connsiteX6" fmla="*/ 172862 w 12192000"/>
              <a:gd name="connsiteY6" fmla="*/ 5077336 h 6858000"/>
              <a:gd name="connsiteX7" fmla="*/ 0 w 12192000"/>
              <a:gd name="connsiteY7" fmla="*/ 5213176 h 6858000"/>
              <a:gd name="connsiteX8" fmla="*/ 0 w 12192000"/>
              <a:gd name="connsiteY8" fmla="*/ 2739967 h 6858000"/>
              <a:gd name="connsiteX9" fmla="*/ 172860 w 12192000"/>
              <a:gd name="connsiteY9" fmla="*/ 2875806 h 6858000"/>
              <a:gd name="connsiteX10" fmla="*/ 4669776 w 12192000"/>
              <a:gd name="connsiteY10" fmla="*/ 3184073 h 6858000"/>
              <a:gd name="connsiteX11" fmla="*/ 8783562 w 12192000"/>
              <a:gd name="connsiteY11" fmla="*/ 1031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8747892" y="0"/>
                </a:moveTo>
                <a:lnTo>
                  <a:pt x="12192000" y="0"/>
                </a:lnTo>
                <a:lnTo>
                  <a:pt x="12192000" y="6858000"/>
                </a:lnTo>
                <a:lnTo>
                  <a:pt x="8527099" y="6858000"/>
                </a:lnTo>
                <a:lnTo>
                  <a:pt x="8451171" y="6746960"/>
                </a:lnTo>
                <a:cubicBezTo>
                  <a:pt x="7820192" y="5932789"/>
                  <a:pt x="6406825" y="5158980"/>
                  <a:pt x="4669777" y="4769068"/>
                </a:cubicBezTo>
                <a:cubicBezTo>
                  <a:pt x="2774817" y="4343710"/>
                  <a:pt x="1032838" y="4496027"/>
                  <a:pt x="172862" y="5077336"/>
                </a:cubicBezTo>
                <a:lnTo>
                  <a:pt x="0" y="5213176"/>
                </a:lnTo>
                <a:lnTo>
                  <a:pt x="0" y="2739967"/>
                </a:lnTo>
                <a:lnTo>
                  <a:pt x="172860" y="2875806"/>
                </a:lnTo>
                <a:cubicBezTo>
                  <a:pt x="1032837" y="3457115"/>
                  <a:pt x="2774815" y="3609432"/>
                  <a:pt x="4669776" y="3184073"/>
                </a:cubicBezTo>
                <a:cubicBezTo>
                  <a:pt x="7196390" y="2616928"/>
                  <a:pt x="9038194" y="1237572"/>
                  <a:pt x="8783562" y="103193"/>
                </a:cubicBezTo>
                <a:close/>
              </a:path>
            </a:pathLst>
          </a:custGeom>
          <a:gradFill flip="none" rotWithShape="1">
            <a:gsLst>
              <a:gs pos="26000">
                <a:schemeClr val="accent1">
                  <a:lumMod val="100000"/>
                  <a:alpha val="0"/>
                </a:schemeClr>
              </a:gs>
              <a:gs pos="90000">
                <a:schemeClr val="accent1">
                  <a:lumMod val="100000"/>
                  <a:alpha val="40000"/>
                </a:schemeClr>
              </a:gs>
            </a:gsLst>
            <a:lin ang="108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49" name="矩形: 圆角 48">
            <a:extLst>
              <a:ext uri="{FF2B5EF4-FFF2-40B4-BE49-F238E27FC236}">
                <a16:creationId xmlns:a16="http://schemas.microsoft.com/office/drawing/2014/main" id="{6FB3ABEE-9744-4EB7-AAAB-D458C28F9887}"/>
              </a:ext>
            </a:extLst>
          </p:cNvPr>
          <p:cNvSpPr/>
          <p:nvPr/>
        </p:nvSpPr>
        <p:spPr>
          <a:xfrm>
            <a:off x="6987091" y="1801906"/>
            <a:ext cx="4674197" cy="59739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矩形: 圆角 94">
            <a:extLst>
              <a:ext uri="{FF2B5EF4-FFF2-40B4-BE49-F238E27FC236}">
                <a16:creationId xmlns:a16="http://schemas.microsoft.com/office/drawing/2014/main" id="{B0AAC87F-F958-481F-8EAA-EB0AB6A82C74}"/>
              </a:ext>
            </a:extLst>
          </p:cNvPr>
          <p:cNvSpPr/>
          <p:nvPr/>
        </p:nvSpPr>
        <p:spPr>
          <a:xfrm>
            <a:off x="8250645" y="1905885"/>
            <a:ext cx="1038205" cy="360840"/>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矩形: 圆角 97">
            <a:extLst>
              <a:ext uri="{FF2B5EF4-FFF2-40B4-BE49-F238E27FC236}">
                <a16:creationId xmlns:a16="http://schemas.microsoft.com/office/drawing/2014/main" id="{7FD1B7FD-D342-43FD-97A3-418010100EB3}"/>
              </a:ext>
            </a:extLst>
          </p:cNvPr>
          <p:cNvSpPr/>
          <p:nvPr/>
        </p:nvSpPr>
        <p:spPr>
          <a:xfrm>
            <a:off x="9356317" y="1905885"/>
            <a:ext cx="1038205" cy="360840"/>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矩形: 圆角 99">
            <a:extLst>
              <a:ext uri="{FF2B5EF4-FFF2-40B4-BE49-F238E27FC236}">
                <a16:creationId xmlns:a16="http://schemas.microsoft.com/office/drawing/2014/main" id="{66E44B1B-DA8F-4400-BB68-EBA398D2DE6B}"/>
              </a:ext>
            </a:extLst>
          </p:cNvPr>
          <p:cNvSpPr/>
          <p:nvPr/>
        </p:nvSpPr>
        <p:spPr>
          <a:xfrm>
            <a:off x="10461987" y="1905885"/>
            <a:ext cx="1038205" cy="360840"/>
          </a:xfrm>
          <a:prstGeom prst="roundRect">
            <a:avLst/>
          </a:prstGeom>
          <a:solidFill>
            <a:schemeClr val="bg1"/>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矩形: 圆角 110">
            <a:extLst>
              <a:ext uri="{FF2B5EF4-FFF2-40B4-BE49-F238E27FC236}">
                <a16:creationId xmlns:a16="http://schemas.microsoft.com/office/drawing/2014/main" id="{121B0C29-43E1-4C92-8A14-E9B178007248}"/>
              </a:ext>
            </a:extLst>
          </p:cNvPr>
          <p:cNvSpPr/>
          <p:nvPr/>
        </p:nvSpPr>
        <p:spPr>
          <a:xfrm>
            <a:off x="6987091" y="5590886"/>
            <a:ext cx="4674197" cy="59739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椭圆 63">
            <a:extLst>
              <a:ext uri="{FF2B5EF4-FFF2-40B4-BE49-F238E27FC236}">
                <a16:creationId xmlns:a16="http://schemas.microsoft.com/office/drawing/2014/main" id="{1503DEF5-EBA0-4C4B-BCF0-A1EEA3439E83}"/>
              </a:ext>
            </a:extLst>
          </p:cNvPr>
          <p:cNvSpPr/>
          <p:nvPr/>
        </p:nvSpPr>
        <p:spPr>
          <a:xfrm>
            <a:off x="981504" y="3167212"/>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24">
            <a:extLst>
              <a:ext uri="{FF2B5EF4-FFF2-40B4-BE49-F238E27FC236}">
                <a16:creationId xmlns:a16="http://schemas.microsoft.com/office/drawing/2014/main" id="{E6A6DCF0-236C-4A9C-8522-3D80BE9D6EDB}"/>
              </a:ext>
            </a:extLst>
          </p:cNvPr>
          <p:cNvSpPr txBox="1"/>
          <p:nvPr/>
        </p:nvSpPr>
        <p:spPr>
          <a:xfrm>
            <a:off x="1210489" y="3536998"/>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趋势认证</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I</a:t>
            </a:r>
            <a:r>
              <a:rPr lang="en-US" altLang="zh-CN"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nsight by design</a:t>
            </a:r>
            <a:endParaRPr kumimoji="0"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0" name="椭圆 69">
            <a:extLst>
              <a:ext uri="{FF2B5EF4-FFF2-40B4-BE49-F238E27FC236}">
                <a16:creationId xmlns:a16="http://schemas.microsoft.com/office/drawing/2014/main" id="{55023CF4-52A3-4AF7-8336-6B11A21CAC40}"/>
              </a:ext>
            </a:extLst>
          </p:cNvPr>
          <p:cNvSpPr/>
          <p:nvPr/>
        </p:nvSpPr>
        <p:spPr>
          <a:xfrm>
            <a:off x="2994000" y="3167212"/>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24">
            <a:extLst>
              <a:ext uri="{FF2B5EF4-FFF2-40B4-BE49-F238E27FC236}">
                <a16:creationId xmlns:a16="http://schemas.microsoft.com/office/drawing/2014/main" id="{7E39CC5A-C4FF-4600-B295-4CBF9ABDEFE4}"/>
              </a:ext>
            </a:extLst>
          </p:cNvPr>
          <p:cNvSpPr txBox="1"/>
          <p:nvPr/>
        </p:nvSpPr>
        <p:spPr>
          <a:xfrm>
            <a:off x="3222985" y="3536998"/>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趋势选品</a:t>
            </a:r>
            <a:endParaRPr kumimoji="0" lang="en-US" altLang="zh-CN"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lang="en-US" sz="1200" b="0" kern="0" dirty="0">
                <a:solidFill>
                  <a:schemeClr val="accen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Trend by design</a:t>
            </a:r>
            <a:endParaRPr kumimoji="0" sz="12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3" name="椭圆 72">
            <a:extLst>
              <a:ext uri="{FF2B5EF4-FFF2-40B4-BE49-F238E27FC236}">
                <a16:creationId xmlns:a16="http://schemas.microsoft.com/office/drawing/2014/main" id="{D43B66FE-F93D-44DE-8460-8311F8F6F601}"/>
              </a:ext>
            </a:extLst>
          </p:cNvPr>
          <p:cNvSpPr/>
          <p:nvPr/>
        </p:nvSpPr>
        <p:spPr>
          <a:xfrm>
            <a:off x="5117819" y="3167212"/>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solidFill>
              <a:schemeClr val="bg1"/>
            </a:solidFill>
            <a:prstDash val="dash"/>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Object24">
            <a:extLst>
              <a:ext uri="{FF2B5EF4-FFF2-40B4-BE49-F238E27FC236}">
                <a16:creationId xmlns:a16="http://schemas.microsoft.com/office/drawing/2014/main" id="{FB099DC3-A259-4E00-9A0B-5985B45B2CB8}"/>
              </a:ext>
            </a:extLst>
          </p:cNvPr>
          <p:cNvSpPr txBox="1"/>
          <p:nvPr/>
        </p:nvSpPr>
        <p:spPr>
          <a:xfrm>
            <a:off x="5346804" y="3536998"/>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趋势设计</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a:t>
            </a:r>
            <a:r>
              <a:rPr lang="en-US" altLang="zh-CN"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esigned by design</a:t>
            </a:r>
            <a:endParaRPr kumimoji="0"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83">
            <a:extLst>
              <a:ext uri="{FF2B5EF4-FFF2-40B4-BE49-F238E27FC236}">
                <a16:creationId xmlns:a16="http://schemas.microsoft.com/office/drawing/2014/main" id="{459B58E7-D361-4858-89F9-54B2391C0FF5}"/>
              </a:ext>
            </a:extLst>
          </p:cNvPr>
          <p:cNvSpPr/>
          <p:nvPr/>
        </p:nvSpPr>
        <p:spPr>
          <a:xfrm>
            <a:off x="8578064" y="2905032"/>
            <a:ext cx="121343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Object32">
            <a:extLst>
              <a:ext uri="{FF2B5EF4-FFF2-40B4-BE49-F238E27FC236}">
                <a16:creationId xmlns:a16="http://schemas.microsoft.com/office/drawing/2014/main" id="{F5731722-D2C1-4292-AE20-BCECC09DDA50}"/>
              </a:ext>
            </a:extLst>
          </p:cNvPr>
          <p:cNvSpPr txBox="1"/>
          <p:nvPr/>
        </p:nvSpPr>
        <p:spPr>
          <a:xfrm>
            <a:off x="8703555" y="2991838"/>
            <a:ext cx="962457"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商家</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矩形: 圆角 85">
            <a:extLst>
              <a:ext uri="{FF2B5EF4-FFF2-40B4-BE49-F238E27FC236}">
                <a16:creationId xmlns:a16="http://schemas.microsoft.com/office/drawing/2014/main" id="{CF07A779-A4D3-484F-AE9C-DF5739FDA087}"/>
              </a:ext>
            </a:extLst>
          </p:cNvPr>
          <p:cNvSpPr/>
          <p:nvPr/>
        </p:nvSpPr>
        <p:spPr>
          <a:xfrm>
            <a:off x="8578064" y="3815743"/>
            <a:ext cx="121343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Object32">
            <a:extLst>
              <a:ext uri="{FF2B5EF4-FFF2-40B4-BE49-F238E27FC236}">
                <a16:creationId xmlns:a16="http://schemas.microsoft.com/office/drawing/2014/main" id="{015CD2CE-3752-49FD-8769-8B9BA05B17A5}"/>
              </a:ext>
            </a:extLst>
          </p:cNvPr>
          <p:cNvSpPr txBox="1"/>
          <p:nvPr/>
        </p:nvSpPr>
        <p:spPr>
          <a:xfrm>
            <a:off x="8703555" y="3892622"/>
            <a:ext cx="962457"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天猫淘宝</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矩形: 圆角 87">
            <a:extLst>
              <a:ext uri="{FF2B5EF4-FFF2-40B4-BE49-F238E27FC236}">
                <a16:creationId xmlns:a16="http://schemas.microsoft.com/office/drawing/2014/main" id="{EDDD6CEB-C98F-4223-8CAC-99DE6383195C}"/>
              </a:ext>
            </a:extLst>
          </p:cNvPr>
          <p:cNvSpPr/>
          <p:nvPr/>
        </p:nvSpPr>
        <p:spPr>
          <a:xfrm>
            <a:off x="8578066" y="4727632"/>
            <a:ext cx="121343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Object32">
            <a:extLst>
              <a:ext uri="{FF2B5EF4-FFF2-40B4-BE49-F238E27FC236}">
                <a16:creationId xmlns:a16="http://schemas.microsoft.com/office/drawing/2014/main" id="{52F93DBE-3320-4C18-AFA6-53BAA1306FAF}"/>
              </a:ext>
            </a:extLst>
          </p:cNvPr>
          <p:cNvSpPr txBox="1"/>
          <p:nvPr/>
        </p:nvSpPr>
        <p:spPr>
          <a:xfrm>
            <a:off x="8703557" y="4814438"/>
            <a:ext cx="962457"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消费者</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Object32">
            <a:extLst>
              <a:ext uri="{FF2B5EF4-FFF2-40B4-BE49-F238E27FC236}">
                <a16:creationId xmlns:a16="http://schemas.microsoft.com/office/drawing/2014/main" id="{89A329B9-59DD-4FA3-BED2-E318EF9E4642}"/>
              </a:ext>
            </a:extLst>
          </p:cNvPr>
          <p:cNvSpPr txBox="1"/>
          <p:nvPr/>
        </p:nvSpPr>
        <p:spPr>
          <a:xfrm>
            <a:off x="9852025" y="2857138"/>
            <a:ext cx="1213439"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头部商家 中小商家</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产业带</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Object32">
            <a:extLst>
              <a:ext uri="{FF2B5EF4-FFF2-40B4-BE49-F238E27FC236}">
                <a16:creationId xmlns:a16="http://schemas.microsoft.com/office/drawing/2014/main" id="{3BA273A2-BCFE-4A3C-8B41-E50DC9D014AD}"/>
              </a:ext>
            </a:extLst>
          </p:cNvPr>
          <p:cNvSpPr txBox="1"/>
          <p:nvPr/>
        </p:nvSpPr>
        <p:spPr>
          <a:xfrm>
            <a:off x="9852024" y="3772398"/>
            <a:ext cx="1213439"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趋势会场 趋势内容</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趋势搜索</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Object32">
            <a:extLst>
              <a:ext uri="{FF2B5EF4-FFF2-40B4-BE49-F238E27FC236}">
                <a16:creationId xmlns:a16="http://schemas.microsoft.com/office/drawing/2014/main" id="{720EE897-DEF6-4FF4-886A-E43C56241218}"/>
              </a:ext>
            </a:extLst>
          </p:cNvPr>
          <p:cNvSpPr txBox="1"/>
          <p:nvPr/>
        </p:nvSpPr>
        <p:spPr>
          <a:xfrm>
            <a:off x="9853615" y="4694462"/>
            <a:ext cx="1581845"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8300</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万新品重度人群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lang="en-US" altLang="zh-CN"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6000</a:t>
            </a:r>
            <a:r>
              <a:rPr lang="zh-CN" altLang="en-US"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万新品易感人群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a:extLst>
              <a:ext uri="{FF2B5EF4-FFF2-40B4-BE49-F238E27FC236}">
                <a16:creationId xmlns:a16="http://schemas.microsoft.com/office/drawing/2014/main" id="{0B9E8A50-246D-48A2-A6C9-45BC49339AC5}"/>
              </a:ext>
            </a:extLst>
          </p:cNvPr>
          <p:cNvSpPr/>
          <p:nvPr/>
        </p:nvSpPr>
        <p:spPr>
          <a:xfrm>
            <a:off x="7077573" y="1905885"/>
            <a:ext cx="10382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02">
            <a:extLst>
              <a:ext uri="{FF2B5EF4-FFF2-40B4-BE49-F238E27FC236}">
                <a16:creationId xmlns:a16="http://schemas.microsoft.com/office/drawing/2014/main" id="{08705742-81DB-4F52-97CB-2BC9E9A21C43}"/>
              </a:ext>
            </a:extLst>
          </p:cNvPr>
          <p:cNvSpPr txBox="1"/>
          <p:nvPr/>
        </p:nvSpPr>
        <p:spPr>
          <a:xfrm>
            <a:off x="7263251" y="1977154"/>
            <a:ext cx="666849" cy="23596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分润产品</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Object32">
            <a:extLst>
              <a:ext uri="{FF2B5EF4-FFF2-40B4-BE49-F238E27FC236}">
                <a16:creationId xmlns:a16="http://schemas.microsoft.com/office/drawing/2014/main" id="{85B7D480-AE60-43D7-8700-AE994AA0BE2F}"/>
              </a:ext>
            </a:extLst>
          </p:cNvPr>
          <p:cNvSpPr txBox="1"/>
          <p:nvPr/>
        </p:nvSpPr>
        <p:spPr>
          <a:xfrm>
            <a:off x="8163027" y="1992774"/>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创新研究机构</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Object32">
            <a:extLst>
              <a:ext uri="{FF2B5EF4-FFF2-40B4-BE49-F238E27FC236}">
                <a16:creationId xmlns:a16="http://schemas.microsoft.com/office/drawing/2014/main" id="{398EA0BA-BC79-455E-94E1-24B843255C49}"/>
              </a:ext>
            </a:extLst>
          </p:cNvPr>
          <p:cNvSpPr txBox="1"/>
          <p:nvPr/>
        </p:nvSpPr>
        <p:spPr>
          <a:xfrm>
            <a:off x="9268699" y="1992774"/>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设计机构</a:t>
            </a:r>
          </a:p>
        </p:txBody>
      </p:sp>
      <p:sp>
        <p:nvSpPr>
          <p:cNvPr id="99" name="Object32">
            <a:extLst>
              <a:ext uri="{FF2B5EF4-FFF2-40B4-BE49-F238E27FC236}">
                <a16:creationId xmlns:a16="http://schemas.microsoft.com/office/drawing/2014/main" id="{A82B9E0F-6B2F-4199-A22D-AC5AD7FA70D9}"/>
              </a:ext>
            </a:extLst>
          </p:cNvPr>
          <p:cNvSpPr txBox="1"/>
          <p:nvPr/>
        </p:nvSpPr>
        <p:spPr>
          <a:xfrm>
            <a:off x="10374369" y="1992774"/>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CMF</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供应链</a:t>
            </a:r>
          </a:p>
        </p:txBody>
      </p:sp>
      <p:sp>
        <p:nvSpPr>
          <p:cNvPr id="82" name="矩形">
            <a:extLst>
              <a:ext uri="{FF2B5EF4-FFF2-40B4-BE49-F238E27FC236}">
                <a16:creationId xmlns:a16="http://schemas.microsoft.com/office/drawing/2014/main" id="{CD858991-BB00-4543-A3CC-F41E6BFC2637}"/>
              </a:ext>
            </a:extLst>
          </p:cNvPr>
          <p:cNvSpPr/>
          <p:nvPr/>
        </p:nvSpPr>
        <p:spPr>
          <a:xfrm>
            <a:off x="7077573" y="5695461"/>
            <a:ext cx="103820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02">
            <a:extLst>
              <a:ext uri="{FF2B5EF4-FFF2-40B4-BE49-F238E27FC236}">
                <a16:creationId xmlns:a16="http://schemas.microsoft.com/office/drawing/2014/main" id="{8846374F-1EFF-4408-9423-D409BBC6D357}"/>
              </a:ext>
            </a:extLst>
          </p:cNvPr>
          <p:cNvSpPr txBox="1"/>
          <p:nvPr/>
        </p:nvSpPr>
        <p:spPr>
          <a:xfrm>
            <a:off x="7257012" y="5754179"/>
            <a:ext cx="679327" cy="261064"/>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智美产品</a:t>
            </a:r>
            <a:endParaRPr kumimoji="0" sz="12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矩形 102">
            <a:extLst>
              <a:ext uri="{FF2B5EF4-FFF2-40B4-BE49-F238E27FC236}">
                <a16:creationId xmlns:a16="http://schemas.microsoft.com/office/drawing/2014/main" id="{4F18B66E-CD45-45A7-B2BF-C746CFEA6DB7}"/>
              </a:ext>
            </a:extLst>
          </p:cNvPr>
          <p:cNvSpPr/>
          <p:nvPr/>
        </p:nvSpPr>
        <p:spPr>
          <a:xfrm>
            <a:off x="8265069" y="57131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矩形 104">
            <a:extLst>
              <a:ext uri="{FF2B5EF4-FFF2-40B4-BE49-F238E27FC236}">
                <a16:creationId xmlns:a16="http://schemas.microsoft.com/office/drawing/2014/main" id="{1C3D4778-4041-404D-B1B4-75F0190A7D69}"/>
              </a:ext>
            </a:extLst>
          </p:cNvPr>
          <p:cNvSpPr/>
          <p:nvPr/>
        </p:nvSpPr>
        <p:spPr>
          <a:xfrm>
            <a:off x="9356317" y="57131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矩形 106">
            <a:extLst>
              <a:ext uri="{FF2B5EF4-FFF2-40B4-BE49-F238E27FC236}">
                <a16:creationId xmlns:a16="http://schemas.microsoft.com/office/drawing/2014/main" id="{70BB685D-3ABE-4DEF-AFB4-9C29BB7459C6}"/>
              </a:ext>
            </a:extLst>
          </p:cNvPr>
          <p:cNvSpPr/>
          <p:nvPr/>
        </p:nvSpPr>
        <p:spPr>
          <a:xfrm>
            <a:off x="10461987" y="57131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Object32">
            <a:extLst>
              <a:ext uri="{FF2B5EF4-FFF2-40B4-BE49-F238E27FC236}">
                <a16:creationId xmlns:a16="http://schemas.microsoft.com/office/drawing/2014/main" id="{D52C12F8-8237-47E9-A409-F3FB24693084}"/>
              </a:ext>
            </a:extLst>
          </p:cNvPr>
          <p:cNvSpPr txBox="1"/>
          <p:nvPr/>
        </p:nvSpPr>
        <p:spPr>
          <a:xfrm>
            <a:off x="8387258" y="5799927"/>
            <a:ext cx="793826" cy="207362"/>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审美数据</a:t>
            </a:r>
          </a:p>
        </p:txBody>
      </p:sp>
      <p:sp>
        <p:nvSpPr>
          <p:cNvPr id="104" name="Object32">
            <a:extLst>
              <a:ext uri="{FF2B5EF4-FFF2-40B4-BE49-F238E27FC236}">
                <a16:creationId xmlns:a16="http://schemas.microsoft.com/office/drawing/2014/main" id="{F3C4313D-EC7D-4CAC-AD9C-B5323D3650BC}"/>
              </a:ext>
            </a:extLst>
          </p:cNvPr>
          <p:cNvSpPr txBox="1"/>
          <p:nvPr/>
        </p:nvSpPr>
        <p:spPr>
          <a:xfrm>
            <a:off x="9478506" y="5799927"/>
            <a:ext cx="793826" cy="207362"/>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趋势报告</a:t>
            </a:r>
          </a:p>
        </p:txBody>
      </p:sp>
      <p:sp>
        <p:nvSpPr>
          <p:cNvPr id="106" name="Object32">
            <a:extLst>
              <a:ext uri="{FF2B5EF4-FFF2-40B4-BE49-F238E27FC236}">
                <a16:creationId xmlns:a16="http://schemas.microsoft.com/office/drawing/2014/main" id="{DE27F9D4-8A9C-4506-B86B-3171496FA183}"/>
              </a:ext>
            </a:extLst>
          </p:cNvPr>
          <p:cNvSpPr txBox="1"/>
          <p:nvPr/>
        </p:nvSpPr>
        <p:spPr>
          <a:xfrm>
            <a:off x="10584176" y="5799927"/>
            <a:ext cx="793826" cy="207362"/>
          </a:xfrm>
          <a:prstGeom prst="round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设计指引</a:t>
            </a:r>
          </a:p>
        </p:txBody>
      </p:sp>
      <p:sp>
        <p:nvSpPr>
          <p:cNvPr id="108" name="Object32">
            <a:extLst>
              <a:ext uri="{FF2B5EF4-FFF2-40B4-BE49-F238E27FC236}">
                <a16:creationId xmlns:a16="http://schemas.microsoft.com/office/drawing/2014/main" id="{B64ADC6C-A429-4185-B29B-7C18E3953C44}"/>
              </a:ext>
            </a:extLst>
          </p:cNvPr>
          <p:cNvSpPr txBox="1"/>
          <p:nvPr/>
        </p:nvSpPr>
        <p:spPr>
          <a:xfrm>
            <a:off x="4795010" y="1987898"/>
            <a:ext cx="2127593" cy="15388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更低成本更快更好把商品做出来</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Object32">
            <a:extLst>
              <a:ext uri="{FF2B5EF4-FFF2-40B4-BE49-F238E27FC236}">
                <a16:creationId xmlns:a16="http://schemas.microsoft.com/office/drawing/2014/main" id="{641DBC8A-40DE-4AA5-AB9F-23E765BD9494}"/>
              </a:ext>
            </a:extLst>
          </p:cNvPr>
          <p:cNvSpPr txBox="1"/>
          <p:nvPr/>
        </p:nvSpPr>
        <p:spPr>
          <a:xfrm>
            <a:off x="4795010" y="5816598"/>
            <a:ext cx="2127593" cy="15388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更了解消费者喜欢什么商品</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35" name="直接连接符 34">
            <a:extLst>
              <a:ext uri="{FF2B5EF4-FFF2-40B4-BE49-F238E27FC236}">
                <a16:creationId xmlns:a16="http://schemas.microsoft.com/office/drawing/2014/main" id="{3790D1D3-8747-4388-9DB7-0FC696E92901}"/>
              </a:ext>
            </a:extLst>
          </p:cNvPr>
          <p:cNvCxnSpPr>
            <a:endCxn id="82" idx="0"/>
          </p:cNvCxnSpPr>
          <p:nvPr/>
        </p:nvCxnSpPr>
        <p:spPr>
          <a:xfrm>
            <a:off x="7596676" y="2284386"/>
            <a:ext cx="0" cy="3411075"/>
          </a:xfrm>
          <a:prstGeom prst="line">
            <a:avLst/>
          </a:prstGeom>
          <a:noFill/>
          <a:ln w="12700" cap="flat">
            <a:solidFill>
              <a:schemeClr val="accent1">
                <a:lumMod val="100000"/>
              </a:schemeClr>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39" name="直接连接符 38">
            <a:extLst>
              <a:ext uri="{FF2B5EF4-FFF2-40B4-BE49-F238E27FC236}">
                <a16:creationId xmlns:a16="http://schemas.microsoft.com/office/drawing/2014/main" id="{0EF855B7-238C-4BEF-B9E4-85CA41AE939F}"/>
              </a:ext>
            </a:extLst>
          </p:cNvPr>
          <p:cNvCxnSpPr>
            <a:cxnSpLocks/>
            <a:stCxn id="73" idx="6"/>
          </p:cNvCxnSpPr>
          <p:nvPr/>
        </p:nvCxnSpPr>
        <p:spPr>
          <a:xfrm>
            <a:off x="6736919" y="3976762"/>
            <a:ext cx="859756" cy="14927"/>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114" name="直接箭头连接符 113">
            <a:extLst>
              <a:ext uri="{FF2B5EF4-FFF2-40B4-BE49-F238E27FC236}">
                <a16:creationId xmlns:a16="http://schemas.microsoft.com/office/drawing/2014/main" id="{B0B9CBB0-88B8-4F31-9018-BACB59871804}"/>
              </a:ext>
            </a:extLst>
          </p:cNvPr>
          <p:cNvCxnSpPr>
            <a:cxnSpLocks/>
          </p:cNvCxnSpPr>
          <p:nvPr/>
        </p:nvCxnSpPr>
        <p:spPr>
          <a:xfrm flipH="1">
            <a:off x="9181084" y="2399296"/>
            <a:ext cx="3700" cy="505736"/>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15" name="直接箭头连接符 114">
            <a:extLst>
              <a:ext uri="{FF2B5EF4-FFF2-40B4-BE49-F238E27FC236}">
                <a16:creationId xmlns:a16="http://schemas.microsoft.com/office/drawing/2014/main" id="{464AAE52-6678-4DCB-B0E0-75CCC7A4CF96}"/>
              </a:ext>
            </a:extLst>
          </p:cNvPr>
          <p:cNvCxnSpPr>
            <a:cxnSpLocks/>
          </p:cNvCxnSpPr>
          <p:nvPr/>
        </p:nvCxnSpPr>
        <p:spPr>
          <a:xfrm>
            <a:off x="9184784" y="3284144"/>
            <a:ext cx="0" cy="53159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17" name="直接箭头连接符 116">
            <a:extLst>
              <a:ext uri="{FF2B5EF4-FFF2-40B4-BE49-F238E27FC236}">
                <a16:creationId xmlns:a16="http://schemas.microsoft.com/office/drawing/2014/main" id="{6D6F7533-5188-4541-9BC7-38E166F4320C}"/>
              </a:ext>
            </a:extLst>
          </p:cNvPr>
          <p:cNvCxnSpPr>
            <a:cxnSpLocks/>
          </p:cNvCxnSpPr>
          <p:nvPr/>
        </p:nvCxnSpPr>
        <p:spPr>
          <a:xfrm>
            <a:off x="9184784" y="4201754"/>
            <a:ext cx="2" cy="52587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20" name="Object32">
            <a:extLst>
              <a:ext uri="{FF2B5EF4-FFF2-40B4-BE49-F238E27FC236}">
                <a16:creationId xmlns:a16="http://schemas.microsoft.com/office/drawing/2014/main" id="{7C705D53-1EFA-41CE-B6AB-AAAA6319C44A}"/>
              </a:ext>
            </a:extLst>
          </p:cNvPr>
          <p:cNvSpPr txBox="1"/>
          <p:nvPr/>
        </p:nvSpPr>
        <p:spPr>
          <a:xfrm>
            <a:off x="9232949" y="2540570"/>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设计服务</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Object32">
            <a:extLst>
              <a:ext uri="{FF2B5EF4-FFF2-40B4-BE49-F238E27FC236}">
                <a16:creationId xmlns:a16="http://schemas.microsoft.com/office/drawing/2014/main" id="{A19A9B74-498C-4551-B711-2586BBAF38F3}"/>
              </a:ext>
            </a:extLst>
          </p:cNvPr>
          <p:cNvSpPr txBox="1"/>
          <p:nvPr/>
        </p:nvSpPr>
        <p:spPr>
          <a:xfrm>
            <a:off x="9232949" y="3438697"/>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Object32">
            <a:extLst>
              <a:ext uri="{FF2B5EF4-FFF2-40B4-BE49-F238E27FC236}">
                <a16:creationId xmlns:a16="http://schemas.microsoft.com/office/drawing/2014/main" id="{11179A45-DFA2-418A-8250-CC343BEC005C}"/>
              </a:ext>
            </a:extLst>
          </p:cNvPr>
          <p:cNvSpPr txBox="1"/>
          <p:nvPr/>
        </p:nvSpPr>
        <p:spPr>
          <a:xfrm>
            <a:off x="9232949" y="4386265"/>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必买新品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123" name="直接箭头连接符 122">
            <a:extLst>
              <a:ext uri="{FF2B5EF4-FFF2-40B4-BE49-F238E27FC236}">
                <a16:creationId xmlns:a16="http://schemas.microsoft.com/office/drawing/2014/main" id="{D2CB11AC-1667-4A7A-A6CE-EE124CBB18E4}"/>
              </a:ext>
            </a:extLst>
          </p:cNvPr>
          <p:cNvCxnSpPr>
            <a:cxnSpLocks/>
          </p:cNvCxnSpPr>
          <p:nvPr/>
        </p:nvCxnSpPr>
        <p:spPr>
          <a:xfrm>
            <a:off x="9184786" y="5106133"/>
            <a:ext cx="0" cy="48475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124" name="Object32">
            <a:extLst>
              <a:ext uri="{FF2B5EF4-FFF2-40B4-BE49-F238E27FC236}">
                <a16:creationId xmlns:a16="http://schemas.microsoft.com/office/drawing/2014/main" id="{BA8961C4-D37E-43BC-A16C-AB728C0807E9}"/>
              </a:ext>
            </a:extLst>
          </p:cNvPr>
          <p:cNvSpPr txBox="1"/>
          <p:nvPr/>
        </p:nvSpPr>
        <p:spPr>
          <a:xfrm>
            <a:off x="9232949" y="5248922"/>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设计转译</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任意多边形: 形状 45">
            <a:extLst>
              <a:ext uri="{FF2B5EF4-FFF2-40B4-BE49-F238E27FC236}">
                <a16:creationId xmlns:a16="http://schemas.microsoft.com/office/drawing/2014/main" id="{63D7027F-A029-F6AD-B684-B6D7B87D4F08}"/>
              </a:ext>
            </a:extLst>
          </p:cNvPr>
          <p:cNvSpPr/>
          <p:nvPr/>
        </p:nvSpPr>
        <p:spPr>
          <a:xfrm flipH="1">
            <a:off x="2686670" y="3856990"/>
            <a:ext cx="283956" cy="269398"/>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bg1"/>
              </a:gs>
              <a:gs pos="100000">
                <a:schemeClr val="bg1">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任意多边形: 形状 45">
            <a:extLst>
              <a:ext uri="{FF2B5EF4-FFF2-40B4-BE49-F238E27FC236}">
                <a16:creationId xmlns:a16="http://schemas.microsoft.com/office/drawing/2014/main" id="{6348B2FF-7705-0BD4-5C2A-97D6D8889358}"/>
              </a:ext>
            </a:extLst>
          </p:cNvPr>
          <p:cNvSpPr/>
          <p:nvPr/>
        </p:nvSpPr>
        <p:spPr>
          <a:xfrm flipH="1">
            <a:off x="4750384" y="3856990"/>
            <a:ext cx="283956" cy="269398"/>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accent1">
                  <a:lumMod val="100000"/>
                </a:schemeClr>
              </a:gs>
              <a:gs pos="100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F1C714C-D034-E837-5E79-6AE6ADEA62C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F68D2626-3E75-FD9F-69A5-08119E5C439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183E862-4266-EAFD-2A84-6B4980E49CA3}"/>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96511867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矩形: 圆角 44">
            <a:extLst>
              <a:ext uri="{FF2B5EF4-FFF2-40B4-BE49-F238E27FC236}">
                <a16:creationId xmlns:a16="http://schemas.microsoft.com/office/drawing/2014/main" id="{7953ECD8-7E49-400B-B3E5-8990568F64CD}"/>
              </a:ext>
            </a:extLst>
          </p:cNvPr>
          <p:cNvSpPr/>
          <p:nvPr/>
        </p:nvSpPr>
        <p:spPr>
          <a:xfrm>
            <a:off x="2626335" y="5489356"/>
            <a:ext cx="1619099"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矩形: 圆角 46">
            <a:extLst>
              <a:ext uri="{FF2B5EF4-FFF2-40B4-BE49-F238E27FC236}">
                <a16:creationId xmlns:a16="http://schemas.microsoft.com/office/drawing/2014/main" id="{5178A2BB-B9BE-4747-AB8C-4225C2BD7E8C}"/>
              </a:ext>
            </a:extLst>
          </p:cNvPr>
          <p:cNvSpPr/>
          <p:nvPr/>
        </p:nvSpPr>
        <p:spPr>
          <a:xfrm>
            <a:off x="5311489" y="5489356"/>
            <a:ext cx="1619098"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a:extLst>
              <a:ext uri="{FF2B5EF4-FFF2-40B4-BE49-F238E27FC236}">
                <a16:creationId xmlns:a16="http://schemas.microsoft.com/office/drawing/2014/main" id="{FEDF4CB9-A8B2-46EC-AF12-0B2785ABBD15}"/>
              </a:ext>
            </a:extLst>
          </p:cNvPr>
          <p:cNvSpPr/>
          <p:nvPr/>
        </p:nvSpPr>
        <p:spPr>
          <a:xfrm>
            <a:off x="8000062" y="5489356"/>
            <a:ext cx="1619098"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圆角 72">
            <a:extLst>
              <a:ext uri="{FF2B5EF4-FFF2-40B4-BE49-F238E27FC236}">
                <a16:creationId xmlns:a16="http://schemas.microsoft.com/office/drawing/2014/main" id="{6629A1AD-9655-4DA1-80EA-0F74E49FA176}"/>
              </a:ext>
            </a:extLst>
          </p:cNvPr>
          <p:cNvSpPr/>
          <p:nvPr/>
        </p:nvSpPr>
        <p:spPr>
          <a:xfrm>
            <a:off x="10238879" y="2549194"/>
            <a:ext cx="1265148" cy="174975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a:extLst>
              <a:ext uri="{FF2B5EF4-FFF2-40B4-BE49-F238E27FC236}">
                <a16:creationId xmlns:a16="http://schemas.microsoft.com/office/drawing/2014/main" id="{359AA42D-D5E7-448A-9B51-2354392A5B82}"/>
              </a:ext>
            </a:extLst>
          </p:cNvPr>
          <p:cNvSpPr/>
          <p:nvPr/>
        </p:nvSpPr>
        <p:spPr>
          <a:xfrm>
            <a:off x="10352351" y="2767380"/>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90969396-F6A3-49FC-BA7D-41A66301D94E}"/>
              </a:ext>
            </a:extLst>
          </p:cNvPr>
          <p:cNvSpPr/>
          <p:nvPr/>
        </p:nvSpPr>
        <p:spPr>
          <a:xfrm>
            <a:off x="10352351" y="3243651"/>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3A31E08B-9ADD-475E-921D-8FB4E5003E79}"/>
              </a:ext>
            </a:extLst>
          </p:cNvPr>
          <p:cNvSpPr/>
          <p:nvPr/>
        </p:nvSpPr>
        <p:spPr>
          <a:xfrm>
            <a:off x="10352351" y="37199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71">
            <a:extLst>
              <a:ext uri="{FF2B5EF4-FFF2-40B4-BE49-F238E27FC236}">
                <a16:creationId xmlns:a16="http://schemas.microsoft.com/office/drawing/2014/main" id="{74F9AD88-4BDF-4317-A543-B1291A7D7DFC}"/>
              </a:ext>
            </a:extLst>
          </p:cNvPr>
          <p:cNvSpPr/>
          <p:nvPr/>
        </p:nvSpPr>
        <p:spPr>
          <a:xfrm>
            <a:off x="660400" y="2549194"/>
            <a:ext cx="1265148" cy="1749755"/>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圆角 22">
            <a:extLst>
              <a:ext uri="{FF2B5EF4-FFF2-40B4-BE49-F238E27FC236}">
                <a16:creationId xmlns:a16="http://schemas.microsoft.com/office/drawing/2014/main" id="{875A3305-6C4F-4D24-BBEA-A92291CE8079}"/>
              </a:ext>
            </a:extLst>
          </p:cNvPr>
          <p:cNvSpPr/>
          <p:nvPr/>
        </p:nvSpPr>
        <p:spPr>
          <a:xfrm>
            <a:off x="773872" y="2767380"/>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33237DF4-BECB-4A92-A97E-16EC7E52FDA5}"/>
              </a:ext>
            </a:extLst>
          </p:cNvPr>
          <p:cNvSpPr/>
          <p:nvPr/>
        </p:nvSpPr>
        <p:spPr>
          <a:xfrm>
            <a:off x="773872" y="3243651"/>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dirty="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矩形: 圆角 26">
            <a:extLst>
              <a:ext uri="{FF2B5EF4-FFF2-40B4-BE49-F238E27FC236}">
                <a16:creationId xmlns:a16="http://schemas.microsoft.com/office/drawing/2014/main" id="{CE2A1638-31A7-4855-84BD-0F5191E09E43}"/>
              </a:ext>
            </a:extLst>
          </p:cNvPr>
          <p:cNvSpPr/>
          <p:nvPr/>
        </p:nvSpPr>
        <p:spPr>
          <a:xfrm>
            <a:off x="773872" y="3719922"/>
            <a:ext cx="1038205" cy="360840"/>
          </a:xfrm>
          <a:prstGeom prst="roundRect">
            <a:avLst/>
          </a:prstGeom>
          <a:solidFill>
            <a:srgbClr val="FFFFFF"/>
          </a:solidFill>
          <a:ln w="12700" cap="flat">
            <a:solidFill>
              <a:schemeClr val="dk1">
                <a:lumMod val="100000"/>
              </a:schemeClr>
            </a:solid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5C16B75D-5F67-452E-B47F-FC0D0C3CD67D}"/>
              </a:ext>
            </a:extLst>
          </p:cNvPr>
          <p:cNvSpPr/>
          <p:nvPr/>
        </p:nvSpPr>
        <p:spPr>
          <a:xfrm>
            <a:off x="2425114" y="1521086"/>
            <a:ext cx="7353886" cy="3763348"/>
          </a:xfrm>
          <a:prstGeom prst="ellipse">
            <a:avLst/>
          </a:prstGeom>
          <a:solidFill>
            <a:schemeClr val="accent1">
              <a:lumMod val="40000"/>
              <a:lumOff val="60000"/>
              <a:alpha val="9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BB29114B-D711-4B6D-AA22-E4A186701AD9}"/>
              </a:ext>
            </a:extLst>
          </p:cNvPr>
          <p:cNvSpPr/>
          <p:nvPr/>
        </p:nvSpPr>
        <p:spPr>
          <a:xfrm>
            <a:off x="3683000" y="2013699"/>
            <a:ext cx="4826000" cy="2781298"/>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CEBC54DE-77A7-4402-B9BE-77E57934746C}"/>
              </a:ext>
            </a:extLst>
          </p:cNvPr>
          <p:cNvSpPr/>
          <p:nvPr/>
        </p:nvSpPr>
        <p:spPr>
          <a:xfrm>
            <a:off x="5313198" y="2594798"/>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Object24">
            <a:extLst>
              <a:ext uri="{FF2B5EF4-FFF2-40B4-BE49-F238E27FC236}">
                <a16:creationId xmlns:a16="http://schemas.microsoft.com/office/drawing/2014/main" id="{32E26746-4E19-4D4E-A981-7F6015E7C2A5}"/>
              </a:ext>
            </a:extLst>
          </p:cNvPr>
          <p:cNvSpPr txBox="1"/>
          <p:nvPr/>
        </p:nvSpPr>
        <p:spPr>
          <a:xfrm>
            <a:off x="5542183" y="2964584"/>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趋势设计</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lang="en-US"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D</a:t>
            </a:r>
            <a:r>
              <a:rPr lang="en-US" altLang="zh-CN" sz="1200" b="0" kern="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esigned by design</a:t>
            </a:r>
            <a:endParaRPr kumimoji="0" sz="12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a:extLst>
              <a:ext uri="{FF2B5EF4-FFF2-40B4-BE49-F238E27FC236}">
                <a16:creationId xmlns:a16="http://schemas.microsoft.com/office/drawing/2014/main" id="{0DDBB924-31A1-4D32-86FB-F4AAB961785C}"/>
              </a:ext>
            </a:extLst>
          </p:cNvPr>
          <p:cNvSpPr txBox="1"/>
          <p:nvPr/>
        </p:nvSpPr>
        <p:spPr>
          <a:xfrm>
            <a:off x="5033850" y="2046209"/>
            <a:ext cx="2136415" cy="3980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趋势选品</a:t>
            </a:r>
            <a:endParaRPr kumimoji="0" lang="en-US" altLang="zh-CN" sz="1800" b="0" i="0" u="none" strike="noStrike" kern="0" cap="none" spc="0"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a:extLst>
              <a:ext uri="{FF2B5EF4-FFF2-40B4-BE49-F238E27FC236}">
                <a16:creationId xmlns:a16="http://schemas.microsoft.com/office/drawing/2014/main" id="{BDE70FA4-F649-4DEB-8FA5-689AF688DD5D}"/>
              </a:ext>
            </a:extLst>
          </p:cNvPr>
          <p:cNvSpPr txBox="1"/>
          <p:nvPr/>
        </p:nvSpPr>
        <p:spPr>
          <a:xfrm>
            <a:off x="4603811" y="1546799"/>
            <a:ext cx="2996492" cy="43921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趋势认证</a:t>
            </a:r>
            <a:endParaRPr kumimoji="0" sz="12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3" name="椭圆 12">
            <a:extLst>
              <a:ext uri="{FF2B5EF4-FFF2-40B4-BE49-F238E27FC236}">
                <a16:creationId xmlns:a16="http://schemas.microsoft.com/office/drawing/2014/main" id="{BA4629B1-D19A-47CF-A5D6-DA6766DD6776}"/>
              </a:ext>
            </a:extLst>
          </p:cNvPr>
          <p:cNvSpPr/>
          <p:nvPr/>
        </p:nvSpPr>
        <p:spPr>
          <a:xfrm>
            <a:off x="2626335" y="2594798"/>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Object24">
            <a:extLst>
              <a:ext uri="{FF2B5EF4-FFF2-40B4-BE49-F238E27FC236}">
                <a16:creationId xmlns:a16="http://schemas.microsoft.com/office/drawing/2014/main" id="{7F2F1717-6766-426E-9BC2-9B6D943A0B38}"/>
              </a:ext>
            </a:extLst>
          </p:cNvPr>
          <p:cNvSpPr txBox="1"/>
          <p:nvPr/>
        </p:nvSpPr>
        <p:spPr>
          <a:xfrm>
            <a:off x="2855320" y="2964584"/>
            <a:ext cx="1161130" cy="4644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分润产品</a:t>
            </a:r>
          </a:p>
        </p:txBody>
      </p:sp>
      <p:sp>
        <p:nvSpPr>
          <p:cNvPr id="15" name="椭圆 14">
            <a:extLst>
              <a:ext uri="{FF2B5EF4-FFF2-40B4-BE49-F238E27FC236}">
                <a16:creationId xmlns:a16="http://schemas.microsoft.com/office/drawing/2014/main" id="{1980D3F1-7221-4434-8EE2-DD453B2DA376}"/>
              </a:ext>
            </a:extLst>
          </p:cNvPr>
          <p:cNvSpPr/>
          <p:nvPr/>
        </p:nvSpPr>
        <p:spPr>
          <a:xfrm>
            <a:off x="8000060" y="2594798"/>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24">
            <a:extLst>
              <a:ext uri="{FF2B5EF4-FFF2-40B4-BE49-F238E27FC236}">
                <a16:creationId xmlns:a16="http://schemas.microsoft.com/office/drawing/2014/main" id="{D455B3D5-677D-4E29-8B63-9AF773819941}"/>
              </a:ext>
            </a:extLst>
          </p:cNvPr>
          <p:cNvSpPr txBox="1"/>
          <p:nvPr/>
        </p:nvSpPr>
        <p:spPr>
          <a:xfrm>
            <a:off x="8229045" y="2964584"/>
            <a:ext cx="1161130" cy="4644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智美产品</a:t>
            </a:r>
          </a:p>
        </p:txBody>
      </p:sp>
      <p:sp>
        <p:nvSpPr>
          <p:cNvPr id="18" name="Object32">
            <a:extLst>
              <a:ext uri="{FF2B5EF4-FFF2-40B4-BE49-F238E27FC236}">
                <a16:creationId xmlns:a16="http://schemas.microsoft.com/office/drawing/2014/main" id="{328297C4-E1C1-4D92-9736-114CEC67DBC6}"/>
              </a:ext>
            </a:extLst>
          </p:cNvPr>
          <p:cNvSpPr txBox="1"/>
          <p:nvPr/>
        </p:nvSpPr>
        <p:spPr>
          <a:xfrm>
            <a:off x="2668701" y="3429802"/>
            <a:ext cx="1534368"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更低成本更快更好</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把商品做出来</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32">
            <a:extLst>
              <a:ext uri="{FF2B5EF4-FFF2-40B4-BE49-F238E27FC236}">
                <a16:creationId xmlns:a16="http://schemas.microsoft.com/office/drawing/2014/main" id="{28F45D83-C353-40CA-B0C5-6FB5BD008E1C}"/>
              </a:ext>
            </a:extLst>
          </p:cNvPr>
          <p:cNvSpPr txBox="1"/>
          <p:nvPr/>
        </p:nvSpPr>
        <p:spPr>
          <a:xfrm>
            <a:off x="8190505" y="3429802"/>
            <a:ext cx="1238210"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更了解消费者</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喜欢什么商品</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45">
            <a:extLst>
              <a:ext uri="{FF2B5EF4-FFF2-40B4-BE49-F238E27FC236}">
                <a16:creationId xmlns:a16="http://schemas.microsoft.com/office/drawing/2014/main" id="{3A2FC28D-540D-4D5F-AF0B-55A116D071FF}"/>
              </a:ext>
            </a:extLst>
          </p:cNvPr>
          <p:cNvSpPr/>
          <p:nvPr/>
        </p:nvSpPr>
        <p:spPr>
          <a:xfrm>
            <a:off x="4441938" y="3152906"/>
            <a:ext cx="526709" cy="499707"/>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accent1">
                  <a:lumMod val="100000"/>
                </a:schemeClr>
              </a:gs>
              <a:gs pos="100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45">
            <a:extLst>
              <a:ext uri="{FF2B5EF4-FFF2-40B4-BE49-F238E27FC236}">
                <a16:creationId xmlns:a16="http://schemas.microsoft.com/office/drawing/2014/main" id="{543305AA-97F1-4B6B-A1AA-E7651A4346A1}"/>
              </a:ext>
            </a:extLst>
          </p:cNvPr>
          <p:cNvSpPr/>
          <p:nvPr/>
        </p:nvSpPr>
        <p:spPr>
          <a:xfrm flipH="1">
            <a:off x="7229267" y="3152906"/>
            <a:ext cx="526709" cy="499707"/>
          </a:xfrm>
          <a:custGeom>
            <a:avLst/>
            <a:gdLst>
              <a:gd name="connsiteX0" fmla="*/ 752911 w 752911"/>
              <a:gd name="connsiteY0" fmla="*/ 552539 h 714313"/>
              <a:gd name="connsiteX1" fmla="*/ 752911 w 752911"/>
              <a:gd name="connsiteY1" fmla="*/ 161836 h 714313"/>
              <a:gd name="connsiteX2" fmla="*/ 564676 w 752911"/>
              <a:gd name="connsiteY2" fmla="*/ 161836 h 714313"/>
              <a:gd name="connsiteX3" fmla="*/ 564676 w 752911"/>
              <a:gd name="connsiteY3" fmla="*/ 0 h 714313"/>
              <a:gd name="connsiteX4" fmla="*/ 0 w 752911"/>
              <a:gd name="connsiteY4" fmla="*/ 357157 h 714313"/>
              <a:gd name="connsiteX5" fmla="*/ 564676 w 752911"/>
              <a:gd name="connsiteY5" fmla="*/ 714314 h 714313"/>
              <a:gd name="connsiteX6" fmla="*/ 564676 w 752911"/>
              <a:gd name="connsiteY6" fmla="*/ 552539 h 714313"/>
              <a:gd name="connsiteX7" fmla="*/ 752911 w 752911"/>
              <a:gd name="connsiteY7" fmla="*/ 552539 h 7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911" h="714313">
                <a:moveTo>
                  <a:pt x="752911" y="552539"/>
                </a:moveTo>
                <a:lnTo>
                  <a:pt x="752911" y="161836"/>
                </a:lnTo>
                <a:lnTo>
                  <a:pt x="564676" y="161836"/>
                </a:lnTo>
                <a:lnTo>
                  <a:pt x="564676" y="0"/>
                </a:lnTo>
                <a:lnTo>
                  <a:pt x="0" y="357157"/>
                </a:lnTo>
                <a:lnTo>
                  <a:pt x="564676" y="714314"/>
                </a:lnTo>
                <a:lnTo>
                  <a:pt x="564676" y="552539"/>
                </a:lnTo>
                <a:lnTo>
                  <a:pt x="752911" y="552539"/>
                </a:lnTo>
                <a:close/>
              </a:path>
            </a:pathLst>
          </a:custGeom>
          <a:gradFill flip="none" rotWithShape="1">
            <a:gsLst>
              <a:gs pos="0">
                <a:schemeClr val="accent1">
                  <a:lumMod val="100000"/>
                </a:schemeClr>
              </a:gs>
              <a:gs pos="100000">
                <a:schemeClr val="accent1">
                  <a:lumMod val="100000"/>
                  <a:alpha val="0"/>
                </a:schemeClr>
              </a:gs>
            </a:gsLst>
            <a:lin ang="0" scaled="0"/>
            <a:tileRect/>
          </a:gradFill>
          <a:ln w="317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Object32">
            <a:extLst>
              <a:ext uri="{FF2B5EF4-FFF2-40B4-BE49-F238E27FC236}">
                <a16:creationId xmlns:a16="http://schemas.microsoft.com/office/drawing/2014/main" id="{ECF4AEE2-8511-45E5-BC12-F97D540934AF}"/>
              </a:ext>
            </a:extLst>
          </p:cNvPr>
          <p:cNvSpPr txBox="1"/>
          <p:nvPr/>
        </p:nvSpPr>
        <p:spPr>
          <a:xfrm>
            <a:off x="2793778" y="5566235"/>
            <a:ext cx="1284212"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商家</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Object32">
            <a:extLst>
              <a:ext uri="{FF2B5EF4-FFF2-40B4-BE49-F238E27FC236}">
                <a16:creationId xmlns:a16="http://schemas.microsoft.com/office/drawing/2014/main" id="{13FEDF68-CE5D-4ED4-91FD-1C8C66C39F0F}"/>
              </a:ext>
            </a:extLst>
          </p:cNvPr>
          <p:cNvSpPr txBox="1"/>
          <p:nvPr/>
        </p:nvSpPr>
        <p:spPr>
          <a:xfrm>
            <a:off x="5478933" y="5566235"/>
            <a:ext cx="1284211"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天猫淘宝</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0" name="Object32">
            <a:extLst>
              <a:ext uri="{FF2B5EF4-FFF2-40B4-BE49-F238E27FC236}">
                <a16:creationId xmlns:a16="http://schemas.microsoft.com/office/drawing/2014/main" id="{6AE30838-F70F-402F-8A41-19E766426756}"/>
              </a:ext>
            </a:extLst>
          </p:cNvPr>
          <p:cNvSpPr txBox="1"/>
          <p:nvPr/>
        </p:nvSpPr>
        <p:spPr>
          <a:xfrm>
            <a:off x="8125553" y="5566235"/>
            <a:ext cx="1284211"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消费者</a:t>
            </a:r>
            <a:endParaRPr kumimoji="0" sz="1200" b="0" i="0" u="none" strike="noStrike" kern="0" cap="none"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3" name="Object32">
            <a:extLst>
              <a:ext uri="{FF2B5EF4-FFF2-40B4-BE49-F238E27FC236}">
                <a16:creationId xmlns:a16="http://schemas.microsoft.com/office/drawing/2014/main" id="{66F9DE7B-9E92-4C4B-ADF1-CC207BA53333}"/>
              </a:ext>
            </a:extLst>
          </p:cNvPr>
          <p:cNvSpPr txBox="1"/>
          <p:nvPr/>
        </p:nvSpPr>
        <p:spPr>
          <a:xfrm>
            <a:off x="2572840" y="5986726"/>
            <a:ext cx="1726517"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头部商家 中小商家 产业带</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Object32">
            <a:extLst>
              <a:ext uri="{FF2B5EF4-FFF2-40B4-BE49-F238E27FC236}">
                <a16:creationId xmlns:a16="http://schemas.microsoft.com/office/drawing/2014/main" id="{06F17ADD-65FD-4F39-8365-5F54918B8129}"/>
              </a:ext>
            </a:extLst>
          </p:cNvPr>
          <p:cNvSpPr txBox="1"/>
          <p:nvPr/>
        </p:nvSpPr>
        <p:spPr>
          <a:xfrm>
            <a:off x="5084280" y="5986726"/>
            <a:ext cx="208598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趋势会场 趋势内容 趋势搜索</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Object32">
            <a:extLst>
              <a:ext uri="{FF2B5EF4-FFF2-40B4-BE49-F238E27FC236}">
                <a16:creationId xmlns:a16="http://schemas.microsoft.com/office/drawing/2014/main" id="{50EBBF73-4242-4976-AFB7-EB9D51F25BE9}"/>
              </a:ext>
            </a:extLst>
          </p:cNvPr>
          <p:cNvSpPr txBox="1"/>
          <p:nvPr/>
        </p:nvSpPr>
        <p:spPr>
          <a:xfrm>
            <a:off x="8037315" y="5986726"/>
            <a:ext cx="1581845" cy="43858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8300</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万新品重度人群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lang="en-US" altLang="zh-CN"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6000</a:t>
            </a:r>
            <a:r>
              <a:rPr lang="zh-CN" altLang="en-US" sz="1000" kern="0" dirty="0">
                <a:solidFill>
                  <a:schemeClr val="accen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万新品易感人群</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57" name="直接箭头连接符 56">
            <a:extLst>
              <a:ext uri="{FF2B5EF4-FFF2-40B4-BE49-F238E27FC236}">
                <a16:creationId xmlns:a16="http://schemas.microsoft.com/office/drawing/2014/main" id="{A982C78C-88F6-4D00-8B4E-F0E9A8C7BFCD}"/>
              </a:ext>
            </a:extLst>
          </p:cNvPr>
          <p:cNvCxnSpPr>
            <a:cxnSpLocks/>
            <a:stCxn id="13" idx="4"/>
          </p:cNvCxnSpPr>
          <p:nvPr/>
        </p:nvCxnSpPr>
        <p:spPr>
          <a:xfrm>
            <a:off x="3435885" y="4213898"/>
            <a:ext cx="0" cy="127545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3" name="直接箭头连接符 62">
            <a:extLst>
              <a:ext uri="{FF2B5EF4-FFF2-40B4-BE49-F238E27FC236}">
                <a16:creationId xmlns:a16="http://schemas.microsoft.com/office/drawing/2014/main" id="{68F44223-3A23-4038-B5C8-C7ECCB1B4B3D}"/>
              </a:ext>
            </a:extLst>
          </p:cNvPr>
          <p:cNvCxnSpPr/>
          <p:nvPr/>
        </p:nvCxnSpPr>
        <p:spPr>
          <a:xfrm>
            <a:off x="4245434" y="5678607"/>
            <a:ext cx="1066055"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5" name="直接箭头连接符 64">
            <a:extLst>
              <a:ext uri="{FF2B5EF4-FFF2-40B4-BE49-F238E27FC236}">
                <a16:creationId xmlns:a16="http://schemas.microsoft.com/office/drawing/2014/main" id="{BE86A323-ACCD-4B06-9CC8-95C3F38EFABC}"/>
              </a:ext>
            </a:extLst>
          </p:cNvPr>
          <p:cNvCxnSpPr/>
          <p:nvPr/>
        </p:nvCxnSpPr>
        <p:spPr>
          <a:xfrm>
            <a:off x="6930587" y="5678607"/>
            <a:ext cx="1069475" cy="0"/>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67" name="直接箭头连接符 66">
            <a:extLst>
              <a:ext uri="{FF2B5EF4-FFF2-40B4-BE49-F238E27FC236}">
                <a16:creationId xmlns:a16="http://schemas.microsoft.com/office/drawing/2014/main" id="{B10FDCA9-E3C8-4C31-A458-98B249D26005}"/>
              </a:ext>
            </a:extLst>
          </p:cNvPr>
          <p:cNvCxnSpPr>
            <a:endCxn id="15" idx="4"/>
          </p:cNvCxnSpPr>
          <p:nvPr/>
        </p:nvCxnSpPr>
        <p:spPr>
          <a:xfrm flipH="1" flipV="1">
            <a:off x="8809610" y="4213898"/>
            <a:ext cx="1" cy="1275458"/>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68" name="Object32">
            <a:extLst>
              <a:ext uri="{FF2B5EF4-FFF2-40B4-BE49-F238E27FC236}">
                <a16:creationId xmlns:a16="http://schemas.microsoft.com/office/drawing/2014/main" id="{59FA13BB-7DD6-4AA2-9ECC-DA49DC2B2553}"/>
              </a:ext>
            </a:extLst>
          </p:cNvPr>
          <p:cNvSpPr txBox="1"/>
          <p:nvPr/>
        </p:nvSpPr>
        <p:spPr>
          <a:xfrm>
            <a:off x="2829164" y="4895157"/>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设计服务</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Object32">
            <a:extLst>
              <a:ext uri="{FF2B5EF4-FFF2-40B4-BE49-F238E27FC236}">
                <a16:creationId xmlns:a16="http://schemas.microsoft.com/office/drawing/2014/main" id="{600B3AFD-5E18-4917-A7D4-4F853B178C75}"/>
              </a:ext>
            </a:extLst>
          </p:cNvPr>
          <p:cNvSpPr txBox="1"/>
          <p:nvPr/>
        </p:nvSpPr>
        <p:spPr>
          <a:xfrm>
            <a:off x="4477560" y="5712411"/>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Object32">
            <a:extLst>
              <a:ext uri="{FF2B5EF4-FFF2-40B4-BE49-F238E27FC236}">
                <a16:creationId xmlns:a16="http://schemas.microsoft.com/office/drawing/2014/main" id="{1D494514-6D67-4094-BD8C-E22055FE8A4E}"/>
              </a:ext>
            </a:extLst>
          </p:cNvPr>
          <p:cNvSpPr txBox="1"/>
          <p:nvPr/>
        </p:nvSpPr>
        <p:spPr>
          <a:xfrm>
            <a:off x="7170265" y="5719066"/>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必买新品</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Object32">
            <a:extLst>
              <a:ext uri="{FF2B5EF4-FFF2-40B4-BE49-F238E27FC236}">
                <a16:creationId xmlns:a16="http://schemas.microsoft.com/office/drawing/2014/main" id="{92359681-4110-4B27-A15B-B86273D4F110}"/>
              </a:ext>
            </a:extLst>
          </p:cNvPr>
          <p:cNvSpPr txBox="1"/>
          <p:nvPr/>
        </p:nvSpPr>
        <p:spPr>
          <a:xfrm>
            <a:off x="8916408" y="4901578"/>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设计转译</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75" name="直接箭头连接符 74">
            <a:extLst>
              <a:ext uri="{FF2B5EF4-FFF2-40B4-BE49-F238E27FC236}">
                <a16:creationId xmlns:a16="http://schemas.microsoft.com/office/drawing/2014/main" id="{40BFF7A0-D288-420C-9E1C-E6909939CBE9}"/>
              </a:ext>
            </a:extLst>
          </p:cNvPr>
          <p:cNvCxnSpPr>
            <a:stCxn id="13" idx="2"/>
          </p:cNvCxnSpPr>
          <p:nvPr/>
        </p:nvCxnSpPr>
        <p:spPr>
          <a:xfrm flipH="1">
            <a:off x="1925548" y="3404348"/>
            <a:ext cx="700787" cy="1972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78" name="直接箭头连接符 77">
            <a:extLst>
              <a:ext uri="{FF2B5EF4-FFF2-40B4-BE49-F238E27FC236}">
                <a16:creationId xmlns:a16="http://schemas.microsoft.com/office/drawing/2014/main" id="{BF57BFF7-1E60-40A8-B64C-2907EA13667E}"/>
              </a:ext>
            </a:extLst>
          </p:cNvPr>
          <p:cNvCxnSpPr>
            <a:cxnSpLocks/>
            <a:stCxn id="15" idx="6"/>
            <a:endCxn id="73" idx="1"/>
          </p:cNvCxnSpPr>
          <p:nvPr/>
        </p:nvCxnSpPr>
        <p:spPr>
          <a:xfrm>
            <a:off x="9619160" y="3404348"/>
            <a:ext cx="619719" cy="19724"/>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2" name="Object32">
            <a:extLst>
              <a:ext uri="{FF2B5EF4-FFF2-40B4-BE49-F238E27FC236}">
                <a16:creationId xmlns:a16="http://schemas.microsoft.com/office/drawing/2014/main" id="{297E168E-E622-41DC-851C-6B58D7F3F2CD}"/>
              </a:ext>
            </a:extLst>
          </p:cNvPr>
          <p:cNvSpPr txBox="1"/>
          <p:nvPr/>
        </p:nvSpPr>
        <p:spPr>
          <a:xfrm>
            <a:off x="686255" y="2854269"/>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创新研究机构</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32">
            <a:extLst>
              <a:ext uri="{FF2B5EF4-FFF2-40B4-BE49-F238E27FC236}">
                <a16:creationId xmlns:a16="http://schemas.microsoft.com/office/drawing/2014/main" id="{26CF90B4-CC19-40ED-AE46-7D0DBE504D62}"/>
              </a:ext>
            </a:extLst>
          </p:cNvPr>
          <p:cNvSpPr txBox="1"/>
          <p:nvPr/>
        </p:nvSpPr>
        <p:spPr>
          <a:xfrm>
            <a:off x="686255" y="3330540"/>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设计机构</a:t>
            </a:r>
          </a:p>
        </p:txBody>
      </p:sp>
      <p:sp>
        <p:nvSpPr>
          <p:cNvPr id="26" name="Object32">
            <a:extLst>
              <a:ext uri="{FF2B5EF4-FFF2-40B4-BE49-F238E27FC236}">
                <a16:creationId xmlns:a16="http://schemas.microsoft.com/office/drawing/2014/main" id="{E1D67EE5-5B33-4B9A-BB09-FA1026587763}"/>
              </a:ext>
            </a:extLst>
          </p:cNvPr>
          <p:cNvSpPr txBox="1"/>
          <p:nvPr/>
        </p:nvSpPr>
        <p:spPr>
          <a:xfrm>
            <a:off x="686255" y="3806811"/>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CMF</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供应链</a:t>
            </a:r>
          </a:p>
        </p:txBody>
      </p:sp>
      <p:sp>
        <p:nvSpPr>
          <p:cNvPr id="28" name="Object32">
            <a:extLst>
              <a:ext uri="{FF2B5EF4-FFF2-40B4-BE49-F238E27FC236}">
                <a16:creationId xmlns:a16="http://schemas.microsoft.com/office/drawing/2014/main" id="{93A3BA42-5D82-49D2-B3C1-07A238FD7898}"/>
              </a:ext>
            </a:extLst>
          </p:cNvPr>
          <p:cNvSpPr txBox="1"/>
          <p:nvPr/>
        </p:nvSpPr>
        <p:spPr>
          <a:xfrm>
            <a:off x="10264734" y="2854269"/>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审美数据</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a:extLst>
              <a:ext uri="{FF2B5EF4-FFF2-40B4-BE49-F238E27FC236}">
                <a16:creationId xmlns:a16="http://schemas.microsoft.com/office/drawing/2014/main" id="{1F94E40C-F5E0-49CE-80E1-E33491D03334}"/>
              </a:ext>
            </a:extLst>
          </p:cNvPr>
          <p:cNvSpPr txBox="1"/>
          <p:nvPr/>
        </p:nvSpPr>
        <p:spPr>
          <a:xfrm>
            <a:off x="10264734" y="3330540"/>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趋势报告</a:t>
            </a:r>
          </a:p>
        </p:txBody>
      </p:sp>
      <p:sp>
        <p:nvSpPr>
          <p:cNvPr id="32" name="Object32">
            <a:extLst>
              <a:ext uri="{FF2B5EF4-FFF2-40B4-BE49-F238E27FC236}">
                <a16:creationId xmlns:a16="http://schemas.microsoft.com/office/drawing/2014/main" id="{5E3B900C-5439-4503-A901-6B2ABFF86D20}"/>
              </a:ext>
            </a:extLst>
          </p:cNvPr>
          <p:cNvSpPr txBox="1"/>
          <p:nvPr/>
        </p:nvSpPr>
        <p:spPr>
          <a:xfrm>
            <a:off x="10264734" y="3806811"/>
            <a:ext cx="1213439"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设计指引</a:t>
            </a:r>
          </a:p>
        </p:txBody>
      </p:sp>
      <p:sp>
        <p:nvSpPr>
          <p:cNvPr id="2" name="文本框 1">
            <a:extLst>
              <a:ext uri="{FF2B5EF4-FFF2-40B4-BE49-F238E27FC236}">
                <a16:creationId xmlns:a16="http://schemas.microsoft.com/office/drawing/2014/main" id="{D5649AC7-8CFE-21D0-E356-938C1D81827B}"/>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5" name="矩形 4">
            <a:extLst>
              <a:ext uri="{FF2B5EF4-FFF2-40B4-BE49-F238E27FC236}">
                <a16:creationId xmlns:a16="http://schemas.microsoft.com/office/drawing/2014/main" id="{9D1231E0-4619-66F8-D7B3-00A31D435B56}"/>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7EBDAAB6-D447-F519-54BF-A6FF49F6106D}"/>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15532790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等腰三角形 4">
            <a:extLst>
              <a:ext uri="{FF2B5EF4-FFF2-40B4-BE49-F238E27FC236}">
                <a16:creationId xmlns:a16="http://schemas.microsoft.com/office/drawing/2014/main" id="{98467BC2-627F-D6BD-F517-50ED89C02FD4}"/>
              </a:ext>
            </a:extLst>
          </p:cNvPr>
          <p:cNvSpPr/>
          <p:nvPr/>
        </p:nvSpPr>
        <p:spPr>
          <a:xfrm flipV="1">
            <a:off x="3173043" y="1952472"/>
            <a:ext cx="5845914" cy="3887330"/>
          </a:xfrm>
          <a:prstGeom prst="triangle">
            <a:avLst/>
          </a:prstGeom>
          <a:gradFill flip="none" rotWithShape="1">
            <a:gsLst>
              <a:gs pos="74000">
                <a:schemeClr val="accent1">
                  <a:lumMod val="100000"/>
                  <a:alpha val="0"/>
                </a:schemeClr>
              </a:gs>
              <a:gs pos="0">
                <a:schemeClr val="accent1">
                  <a:lumMod val="100000"/>
                  <a:alpha val="58000"/>
                </a:schemeClr>
              </a:gs>
            </a:gsLst>
            <a:path path="shape">
              <a:fillToRect l="50000" t="50000" r="50000" b="50000"/>
            </a:path>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31" name="矩形: 圆角 30">
            <a:extLst>
              <a:ext uri="{FF2B5EF4-FFF2-40B4-BE49-F238E27FC236}">
                <a16:creationId xmlns:a16="http://schemas.microsoft.com/office/drawing/2014/main" id="{D3F92567-A71A-4CAC-B496-7263DE668052}"/>
              </a:ext>
            </a:extLst>
          </p:cNvPr>
          <p:cNvSpPr/>
          <p:nvPr/>
        </p:nvSpPr>
        <p:spPr>
          <a:xfrm>
            <a:off x="666751" y="1917394"/>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182779FE-7D7F-42F0-AA63-2B134E64EC94}"/>
              </a:ext>
            </a:extLst>
          </p:cNvPr>
          <p:cNvSpPr/>
          <p:nvPr/>
        </p:nvSpPr>
        <p:spPr>
          <a:xfrm>
            <a:off x="666751" y="2393665"/>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C0D23698-E683-4B6C-9ECB-193A2B6DE41F}"/>
              </a:ext>
            </a:extLst>
          </p:cNvPr>
          <p:cNvSpPr/>
          <p:nvPr/>
        </p:nvSpPr>
        <p:spPr>
          <a:xfrm>
            <a:off x="9601199" y="1646182"/>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a:extLst>
              <a:ext uri="{FF2B5EF4-FFF2-40B4-BE49-F238E27FC236}">
                <a16:creationId xmlns:a16="http://schemas.microsoft.com/office/drawing/2014/main" id="{7BB0732A-2EEE-4252-B08D-19D5D43D2D21}"/>
              </a:ext>
            </a:extLst>
          </p:cNvPr>
          <p:cNvSpPr/>
          <p:nvPr/>
        </p:nvSpPr>
        <p:spPr>
          <a:xfrm>
            <a:off x="9601199" y="2122453"/>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a:extLst>
              <a:ext uri="{FF2B5EF4-FFF2-40B4-BE49-F238E27FC236}">
                <a16:creationId xmlns:a16="http://schemas.microsoft.com/office/drawing/2014/main" id="{341E8704-D1B9-4CC7-99F9-5366B5615D4F}"/>
              </a:ext>
            </a:extLst>
          </p:cNvPr>
          <p:cNvSpPr/>
          <p:nvPr/>
        </p:nvSpPr>
        <p:spPr>
          <a:xfrm>
            <a:off x="9601199" y="2598724"/>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a:extLst>
              <a:ext uri="{FF2B5EF4-FFF2-40B4-BE49-F238E27FC236}">
                <a16:creationId xmlns:a16="http://schemas.microsoft.com/office/drawing/2014/main" id="{6632A246-F902-4986-A667-204B5B769500}"/>
              </a:ext>
            </a:extLst>
          </p:cNvPr>
          <p:cNvSpPr/>
          <p:nvPr/>
        </p:nvSpPr>
        <p:spPr>
          <a:xfrm>
            <a:off x="3102834" y="5735832"/>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44">
            <a:extLst>
              <a:ext uri="{FF2B5EF4-FFF2-40B4-BE49-F238E27FC236}">
                <a16:creationId xmlns:a16="http://schemas.microsoft.com/office/drawing/2014/main" id="{810944D0-8655-4D31-A5B7-DCAB829A0946}"/>
              </a:ext>
            </a:extLst>
          </p:cNvPr>
          <p:cNvSpPr/>
          <p:nvPr/>
        </p:nvSpPr>
        <p:spPr>
          <a:xfrm>
            <a:off x="7250345" y="5735832"/>
            <a:ext cx="1895476"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1747B783-869B-4471-B310-2E789D5726C0}"/>
              </a:ext>
            </a:extLst>
          </p:cNvPr>
          <p:cNvSpPr/>
          <p:nvPr/>
        </p:nvSpPr>
        <p:spPr>
          <a:xfrm>
            <a:off x="2950185" y="1544586"/>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椭圆 13">
            <a:extLst>
              <a:ext uri="{FF2B5EF4-FFF2-40B4-BE49-F238E27FC236}">
                <a16:creationId xmlns:a16="http://schemas.microsoft.com/office/drawing/2014/main" id="{9A5A0517-DA15-4870-B173-CDAE3F1D9644}"/>
              </a:ext>
            </a:extLst>
          </p:cNvPr>
          <p:cNvSpPr/>
          <p:nvPr/>
        </p:nvSpPr>
        <p:spPr>
          <a:xfrm>
            <a:off x="7676211" y="1544586"/>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椭圆 16">
            <a:extLst>
              <a:ext uri="{FF2B5EF4-FFF2-40B4-BE49-F238E27FC236}">
                <a16:creationId xmlns:a16="http://schemas.microsoft.com/office/drawing/2014/main" id="{8745E645-0E1E-4ABC-A53F-2C0A43791BFC}"/>
              </a:ext>
            </a:extLst>
          </p:cNvPr>
          <p:cNvSpPr/>
          <p:nvPr/>
        </p:nvSpPr>
        <p:spPr>
          <a:xfrm>
            <a:off x="5313198" y="4666010"/>
            <a:ext cx="1619100" cy="1619100"/>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椭圆 7">
            <a:extLst>
              <a:ext uri="{FF2B5EF4-FFF2-40B4-BE49-F238E27FC236}">
                <a16:creationId xmlns:a16="http://schemas.microsoft.com/office/drawing/2014/main" id="{FF7FF46A-A1F6-4A28-91DF-F8A0B0D8C803}"/>
              </a:ext>
            </a:extLst>
          </p:cNvPr>
          <p:cNvSpPr/>
          <p:nvPr/>
        </p:nvSpPr>
        <p:spPr>
          <a:xfrm>
            <a:off x="5313198" y="2683901"/>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24">
            <a:extLst>
              <a:ext uri="{FF2B5EF4-FFF2-40B4-BE49-F238E27FC236}">
                <a16:creationId xmlns:a16="http://schemas.microsoft.com/office/drawing/2014/main" id="{431AE5DA-42CB-49F4-9E98-6F98C63B525C}"/>
              </a:ext>
            </a:extLst>
          </p:cNvPr>
          <p:cNvSpPr txBox="1"/>
          <p:nvPr/>
        </p:nvSpPr>
        <p:spPr>
          <a:xfrm>
            <a:off x="5542183" y="3053687"/>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品牌一致性</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5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持续传递</a:t>
            </a:r>
            <a:endParaRPr kumimoji="0" lang="en-US" altLang="zh-CN" sz="18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a:extLst>
              <a:ext uri="{FF2B5EF4-FFF2-40B4-BE49-F238E27FC236}">
                <a16:creationId xmlns:a16="http://schemas.microsoft.com/office/drawing/2014/main" id="{92979BCB-1072-45AC-9217-DAD4138ACFC4}"/>
              </a:ext>
            </a:extLst>
          </p:cNvPr>
          <p:cNvSpPr txBox="1"/>
          <p:nvPr/>
        </p:nvSpPr>
        <p:spPr>
          <a:xfrm>
            <a:off x="2992551" y="2195549"/>
            <a:ext cx="1534368" cy="4644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品牌形象建立</a:t>
            </a:r>
          </a:p>
        </p:txBody>
      </p:sp>
      <p:sp>
        <p:nvSpPr>
          <p:cNvPr id="13" name="Object32">
            <a:extLst>
              <a:ext uri="{FF2B5EF4-FFF2-40B4-BE49-F238E27FC236}">
                <a16:creationId xmlns:a16="http://schemas.microsoft.com/office/drawing/2014/main" id="{42ABB8D6-93AD-45B8-807B-40B2EB86181A}"/>
              </a:ext>
            </a:extLst>
          </p:cNvPr>
          <p:cNvSpPr txBox="1"/>
          <p:nvPr/>
        </p:nvSpPr>
        <p:spPr>
          <a:xfrm>
            <a:off x="2992551" y="2622667"/>
            <a:ext cx="1534368"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新用户</a:t>
            </a: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&amp;</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潜在用户</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建立认知</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24">
            <a:extLst>
              <a:ext uri="{FF2B5EF4-FFF2-40B4-BE49-F238E27FC236}">
                <a16:creationId xmlns:a16="http://schemas.microsoft.com/office/drawing/2014/main" id="{D4235CD6-A459-44B6-938B-B8ADA9555E42}"/>
              </a:ext>
            </a:extLst>
          </p:cNvPr>
          <p:cNvSpPr txBox="1"/>
          <p:nvPr/>
        </p:nvSpPr>
        <p:spPr>
          <a:xfrm>
            <a:off x="7905196" y="2195549"/>
            <a:ext cx="1161130" cy="46441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品牌心智强化</a:t>
            </a:r>
          </a:p>
        </p:txBody>
      </p:sp>
      <p:sp>
        <p:nvSpPr>
          <p:cNvPr id="16" name="Object32">
            <a:extLst>
              <a:ext uri="{FF2B5EF4-FFF2-40B4-BE49-F238E27FC236}">
                <a16:creationId xmlns:a16="http://schemas.microsoft.com/office/drawing/2014/main" id="{031EB67F-D66D-4DC8-826B-E6B69310F796}"/>
              </a:ext>
            </a:extLst>
          </p:cNvPr>
          <p:cNvSpPr txBox="1"/>
          <p:nvPr/>
        </p:nvSpPr>
        <p:spPr>
          <a:xfrm>
            <a:off x="7718577" y="2622667"/>
            <a:ext cx="1534368"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意向用户</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提升认同</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24">
            <a:extLst>
              <a:ext uri="{FF2B5EF4-FFF2-40B4-BE49-F238E27FC236}">
                <a16:creationId xmlns:a16="http://schemas.microsoft.com/office/drawing/2014/main" id="{31C05A0A-214F-4BD6-BD08-607C30AB0B3E}"/>
              </a:ext>
            </a:extLst>
          </p:cNvPr>
          <p:cNvSpPr txBox="1"/>
          <p:nvPr/>
        </p:nvSpPr>
        <p:spPr>
          <a:xfrm>
            <a:off x="5542183" y="5263385"/>
            <a:ext cx="1161130" cy="63190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品牌价值</a:t>
            </a:r>
            <a:endParaRPr kumimoji="0" lang="en-US" altLang="zh-CN"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全链路透传</a:t>
            </a:r>
          </a:p>
        </p:txBody>
      </p:sp>
      <p:sp>
        <p:nvSpPr>
          <p:cNvPr id="19" name="Object32">
            <a:extLst>
              <a:ext uri="{FF2B5EF4-FFF2-40B4-BE49-F238E27FC236}">
                <a16:creationId xmlns:a16="http://schemas.microsoft.com/office/drawing/2014/main" id="{E8C189D2-7C76-4698-9671-FDC241E1E5A6}"/>
              </a:ext>
            </a:extLst>
          </p:cNvPr>
          <p:cNvSpPr txBox="1"/>
          <p:nvPr/>
        </p:nvSpPr>
        <p:spPr>
          <a:xfrm>
            <a:off x="5355564" y="5829066"/>
            <a:ext cx="1534368" cy="359073"/>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签约用户</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合作顺畅</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21" name="直接箭头连接符 20">
            <a:extLst>
              <a:ext uri="{FF2B5EF4-FFF2-40B4-BE49-F238E27FC236}">
                <a16:creationId xmlns:a16="http://schemas.microsoft.com/office/drawing/2014/main" id="{BA6149C6-76F1-46E0-98BF-2952A09AB5EF}"/>
              </a:ext>
            </a:extLst>
          </p:cNvPr>
          <p:cNvCxnSpPr>
            <a:stCxn id="11" idx="6"/>
            <a:endCxn id="14" idx="2"/>
          </p:cNvCxnSpPr>
          <p:nvPr/>
        </p:nvCxnSpPr>
        <p:spPr>
          <a:xfrm>
            <a:off x="4569285" y="2354136"/>
            <a:ext cx="3106926" cy="0"/>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23" name="直接箭头连接符 22">
            <a:extLst>
              <a:ext uri="{FF2B5EF4-FFF2-40B4-BE49-F238E27FC236}">
                <a16:creationId xmlns:a16="http://schemas.microsoft.com/office/drawing/2014/main" id="{9F2456BB-1B10-45FC-B0AA-5DAF8D9666C4}"/>
              </a:ext>
            </a:extLst>
          </p:cNvPr>
          <p:cNvCxnSpPr>
            <a:stCxn id="11" idx="4"/>
            <a:endCxn id="17" idx="2"/>
          </p:cNvCxnSpPr>
          <p:nvPr/>
        </p:nvCxnSpPr>
        <p:spPr>
          <a:xfrm>
            <a:off x="3759735" y="3163686"/>
            <a:ext cx="1553463" cy="2311874"/>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25" name="直接箭头连接符 24">
            <a:extLst>
              <a:ext uri="{FF2B5EF4-FFF2-40B4-BE49-F238E27FC236}">
                <a16:creationId xmlns:a16="http://schemas.microsoft.com/office/drawing/2014/main" id="{FA2F1BC2-EB86-4CBD-A36F-42D1D4708F55}"/>
              </a:ext>
            </a:extLst>
          </p:cNvPr>
          <p:cNvCxnSpPr>
            <a:stCxn id="14" idx="4"/>
            <a:endCxn id="17" idx="6"/>
          </p:cNvCxnSpPr>
          <p:nvPr/>
        </p:nvCxnSpPr>
        <p:spPr>
          <a:xfrm flipH="1">
            <a:off x="6932298" y="3163686"/>
            <a:ext cx="1553463" cy="2311874"/>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sp>
        <p:nvSpPr>
          <p:cNvPr id="26" name="Object32">
            <a:extLst>
              <a:ext uri="{FF2B5EF4-FFF2-40B4-BE49-F238E27FC236}">
                <a16:creationId xmlns:a16="http://schemas.microsoft.com/office/drawing/2014/main" id="{3B622E15-0447-4EA9-84ED-C75090731A1D}"/>
              </a:ext>
            </a:extLst>
          </p:cNvPr>
          <p:cNvSpPr txBox="1"/>
          <p:nvPr/>
        </p:nvSpPr>
        <p:spPr>
          <a:xfrm>
            <a:off x="4954694" y="2052964"/>
            <a:ext cx="2336108"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价值有效传递产生认同</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a:extLst>
              <a:ext uri="{FF2B5EF4-FFF2-40B4-BE49-F238E27FC236}">
                <a16:creationId xmlns:a16="http://schemas.microsoft.com/office/drawing/2014/main" id="{FA1240F5-04E2-45E5-B055-E518FC070D32}"/>
              </a:ext>
            </a:extLst>
          </p:cNvPr>
          <p:cNvSpPr txBox="1"/>
          <p:nvPr/>
        </p:nvSpPr>
        <p:spPr>
          <a:xfrm rot="3377168">
            <a:off x="3104061" y="4155153"/>
            <a:ext cx="2336108"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影响力提升 拓盘潜在用户</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a:extLst>
              <a:ext uri="{FF2B5EF4-FFF2-40B4-BE49-F238E27FC236}">
                <a16:creationId xmlns:a16="http://schemas.microsoft.com/office/drawing/2014/main" id="{F9DBB1DA-8A44-4DB4-9668-C2626B3D0937}"/>
              </a:ext>
            </a:extLst>
          </p:cNvPr>
          <p:cNvSpPr txBox="1"/>
          <p:nvPr/>
        </p:nvSpPr>
        <p:spPr>
          <a:xfrm rot="18222832" flipH="1">
            <a:off x="6820497" y="4155153"/>
            <a:ext cx="2336108"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体验专业 增强信任</a:t>
            </a:r>
            <a:endParaRPr kumimoji="0" lang="en-US" altLang="zh-CN" sz="1000" b="0" i="0" u="none" strike="noStrike" kern="0" cap="none" normalizeH="0" baseline="0" noProof="0" dirty="0">
              <a:ln>
                <a:noFill/>
              </a:ln>
              <a:solidFill>
                <a:schemeClr val="dk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Object32">
            <a:extLst>
              <a:ext uri="{FF2B5EF4-FFF2-40B4-BE49-F238E27FC236}">
                <a16:creationId xmlns:a16="http://schemas.microsoft.com/office/drawing/2014/main" id="{F01A81AB-8E08-4048-A96A-13ACCFD59D56}"/>
              </a:ext>
            </a:extLst>
          </p:cNvPr>
          <p:cNvSpPr txBox="1"/>
          <p:nvPr/>
        </p:nvSpPr>
        <p:spPr>
          <a:xfrm>
            <a:off x="813576" y="2004283"/>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线上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PC H5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新媒体 公众号</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Object32">
            <a:extLst>
              <a:ext uri="{FF2B5EF4-FFF2-40B4-BE49-F238E27FC236}">
                <a16:creationId xmlns:a16="http://schemas.microsoft.com/office/drawing/2014/main" id="{8AC6CB9B-7273-4AE6-9AA3-02B576B6C6EC}"/>
              </a:ext>
            </a:extLst>
          </p:cNvPr>
          <p:cNvSpPr txBox="1"/>
          <p:nvPr/>
        </p:nvSpPr>
        <p:spPr>
          <a:xfrm>
            <a:off x="813576" y="2480554"/>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宣传册 视频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KV</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物料</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Object32">
            <a:extLst>
              <a:ext uri="{FF2B5EF4-FFF2-40B4-BE49-F238E27FC236}">
                <a16:creationId xmlns:a16="http://schemas.microsoft.com/office/drawing/2014/main" id="{8D5EE70A-D4AC-4B00-8584-E12E8BAE9A91}"/>
              </a:ext>
            </a:extLst>
          </p:cNvPr>
          <p:cNvSpPr txBox="1"/>
          <p:nvPr/>
        </p:nvSpPr>
        <p:spPr>
          <a:xfrm>
            <a:off x="9748024" y="1733071"/>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lang="en-US" altLang="zh-CN"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BD</a:t>
            </a:r>
            <a:r>
              <a:rPr lang="zh-CN" altLang="en-US" sz="1000" kern="0" dirty="0">
                <a:solidFill>
                  <a:schemeClr val="dk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环节</a:t>
            </a: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商务洽谈 宣传物料</a:t>
            </a:r>
            <a:endParaRPr kumimoji="0" lang="en-US" altLang="zh-CN"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32">
            <a:extLst>
              <a:ext uri="{FF2B5EF4-FFF2-40B4-BE49-F238E27FC236}">
                <a16:creationId xmlns:a16="http://schemas.microsoft.com/office/drawing/2014/main" id="{49C2B5FD-89D7-41D6-9391-6830E535EED1}"/>
              </a:ext>
            </a:extLst>
          </p:cNvPr>
          <p:cNvSpPr txBox="1"/>
          <p:nvPr/>
        </p:nvSpPr>
        <p:spPr>
          <a:xfrm>
            <a:off x="9748024" y="2209342"/>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签约洽谈物料 主题背景</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32">
            <a:extLst>
              <a:ext uri="{FF2B5EF4-FFF2-40B4-BE49-F238E27FC236}">
                <a16:creationId xmlns:a16="http://schemas.microsoft.com/office/drawing/2014/main" id="{6EB48284-82E5-484A-BF64-0122D71A8EDC}"/>
              </a:ext>
            </a:extLst>
          </p:cNvPr>
          <p:cNvSpPr txBox="1"/>
          <p:nvPr/>
        </p:nvSpPr>
        <p:spPr>
          <a:xfrm>
            <a:off x="9748024" y="2685613"/>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大型活动 行业峰会</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kumimoji="0" lang="en-US" altLang="zh-CN"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KV</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物料</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32">
            <a:extLst>
              <a:ext uri="{FF2B5EF4-FFF2-40B4-BE49-F238E27FC236}">
                <a16:creationId xmlns:a16="http://schemas.microsoft.com/office/drawing/2014/main" id="{242A616B-4C1A-4A28-ADBB-B3EA85959CD2}"/>
              </a:ext>
            </a:extLst>
          </p:cNvPr>
          <p:cNvSpPr txBox="1"/>
          <p:nvPr/>
        </p:nvSpPr>
        <p:spPr>
          <a:xfrm>
            <a:off x="3249659" y="5822721"/>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前台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门户型页面 彰显实力</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32">
            <a:extLst>
              <a:ext uri="{FF2B5EF4-FFF2-40B4-BE49-F238E27FC236}">
                <a16:creationId xmlns:a16="http://schemas.microsoft.com/office/drawing/2014/main" id="{999D77BB-9A15-49CF-AF01-2F74A0D4A73C}"/>
              </a:ext>
            </a:extLst>
          </p:cNvPr>
          <p:cNvSpPr txBox="1"/>
          <p:nvPr/>
        </p:nvSpPr>
        <p:spPr>
          <a:xfrm>
            <a:off x="7397170" y="5822721"/>
            <a:ext cx="1693275"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后台 </a:t>
            </a:r>
            <a:r>
              <a:rPr kumimoji="0" lang="zh-CN" altLang="en-US" sz="8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工作型后台 体验优化</a:t>
            </a:r>
            <a:endParaRPr kumimoji="0" lang="zh-CN" altLang="en-US" sz="1000" b="0" i="0" u="none" strike="noStrike" kern="0" cap="none" normalizeH="0" baseline="0" noProof="0" dirty="0">
              <a:ln>
                <a:noFill/>
              </a:ln>
              <a:solidFill>
                <a:schemeClr val="dk1"/>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7" name="连接符: 肘形 46">
            <a:extLst>
              <a:ext uri="{FF2B5EF4-FFF2-40B4-BE49-F238E27FC236}">
                <a16:creationId xmlns:a16="http://schemas.microsoft.com/office/drawing/2014/main" id="{3E4C5D84-81C0-4597-9715-8520D909F779}"/>
              </a:ext>
            </a:extLst>
          </p:cNvPr>
          <p:cNvCxnSpPr/>
          <p:nvPr/>
        </p:nvCxnSpPr>
        <p:spPr>
          <a:xfrm>
            <a:off x="2562227" y="2097814"/>
            <a:ext cx="12700" cy="476271"/>
          </a:xfrm>
          <a:prstGeom prst="bentConnector3">
            <a:avLst>
              <a:gd name="adj1" fmla="val 1800000"/>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49" name="连接符: 肘形 48">
            <a:extLst>
              <a:ext uri="{FF2B5EF4-FFF2-40B4-BE49-F238E27FC236}">
                <a16:creationId xmlns:a16="http://schemas.microsoft.com/office/drawing/2014/main" id="{CD5376C0-AB15-4A1B-A52B-166695E7B1CC}"/>
              </a:ext>
            </a:extLst>
          </p:cNvPr>
          <p:cNvCxnSpPr/>
          <p:nvPr/>
        </p:nvCxnSpPr>
        <p:spPr>
          <a:xfrm rot="10800000" flipV="1">
            <a:off x="9601199" y="1826602"/>
            <a:ext cx="12700" cy="952542"/>
          </a:xfrm>
          <a:prstGeom prst="bentConnector3">
            <a:avLst>
              <a:gd name="adj1" fmla="val 1800000"/>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53" name="直接连接符 52">
            <a:extLst>
              <a:ext uri="{FF2B5EF4-FFF2-40B4-BE49-F238E27FC236}">
                <a16:creationId xmlns:a16="http://schemas.microsoft.com/office/drawing/2014/main" id="{FB8C5540-BF48-4635-9A40-15207DA59AF7}"/>
              </a:ext>
            </a:extLst>
          </p:cNvPr>
          <p:cNvCxnSpPr>
            <a:stCxn id="11" idx="2"/>
          </p:cNvCxnSpPr>
          <p:nvPr/>
        </p:nvCxnSpPr>
        <p:spPr>
          <a:xfrm flipH="1">
            <a:off x="2797785" y="2354136"/>
            <a:ext cx="152400"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55" name="直接连接符 54">
            <a:extLst>
              <a:ext uri="{FF2B5EF4-FFF2-40B4-BE49-F238E27FC236}">
                <a16:creationId xmlns:a16="http://schemas.microsoft.com/office/drawing/2014/main" id="{7BC1E368-20E9-44F3-BE29-001A2F7519D5}"/>
              </a:ext>
            </a:extLst>
          </p:cNvPr>
          <p:cNvCxnSpPr>
            <a:stCxn id="14" idx="6"/>
          </p:cNvCxnSpPr>
          <p:nvPr/>
        </p:nvCxnSpPr>
        <p:spPr>
          <a:xfrm>
            <a:off x="9295311" y="2354136"/>
            <a:ext cx="80634" cy="0"/>
          </a:xfrm>
          <a:prstGeom prst="line">
            <a:avLst/>
          </a:prstGeom>
          <a:noFill/>
          <a:ln w="12700" cap="flat">
            <a:solidFill>
              <a:schemeClr val="accent1">
                <a:lumMod val="100000"/>
              </a:schemeClr>
            </a:solidFill>
            <a:prstDash val="sysDash"/>
            <a:miter lim="800000"/>
          </a:ln>
          <a:effectLst/>
          <a:sp3d/>
        </p:spPr>
        <p:style>
          <a:lnRef idx="0">
            <a:scrgbClr r="0" g="0" b="0"/>
          </a:lnRef>
          <a:fillRef idx="0">
            <a:scrgbClr r="0" g="0" b="0"/>
          </a:fillRef>
          <a:effectRef idx="0">
            <a:scrgbClr r="0" g="0" b="0"/>
          </a:effectRef>
          <a:fontRef idx="none"/>
        </p:style>
      </p:cxnSp>
      <p:cxnSp>
        <p:nvCxnSpPr>
          <p:cNvPr id="57" name="直接箭头连接符 56">
            <a:extLst>
              <a:ext uri="{FF2B5EF4-FFF2-40B4-BE49-F238E27FC236}">
                <a16:creationId xmlns:a16="http://schemas.microsoft.com/office/drawing/2014/main" id="{778B773D-32BF-4D7B-8382-970996681C78}"/>
              </a:ext>
            </a:extLst>
          </p:cNvPr>
          <p:cNvCxnSpPr/>
          <p:nvPr/>
        </p:nvCxnSpPr>
        <p:spPr>
          <a:xfrm flipH="1">
            <a:off x="4998310" y="5910146"/>
            <a:ext cx="439025" cy="6106"/>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59" name="直接箭头连接符 58">
            <a:extLst>
              <a:ext uri="{FF2B5EF4-FFF2-40B4-BE49-F238E27FC236}">
                <a16:creationId xmlns:a16="http://schemas.microsoft.com/office/drawing/2014/main" id="{50072BA7-6D00-4AB8-B780-A714FCAA8471}"/>
              </a:ext>
            </a:extLst>
          </p:cNvPr>
          <p:cNvCxnSpPr>
            <a:cxnSpLocks/>
          </p:cNvCxnSpPr>
          <p:nvPr/>
        </p:nvCxnSpPr>
        <p:spPr>
          <a:xfrm flipV="1">
            <a:off x="6788862" y="5916252"/>
            <a:ext cx="461483" cy="14405"/>
          </a:xfrm>
          <a:prstGeom prst="straightConnector1">
            <a:avLst/>
          </a:prstGeom>
          <a:noFill/>
          <a:ln w="12700" cap="flat">
            <a:solidFill>
              <a:schemeClr val="accent1">
                <a:lumMod val="100000"/>
              </a:schemeClr>
            </a:solidFill>
            <a:prstDash val="sysDash"/>
            <a:miter lim="800000"/>
            <a:tailEnd type="triangle"/>
          </a:ln>
          <a:effectLst/>
          <a:sp3d/>
        </p:spPr>
        <p:style>
          <a:lnRef idx="0">
            <a:scrgbClr r="0" g="0" b="0"/>
          </a:lnRef>
          <a:fillRef idx="0">
            <a:scrgbClr r="0" g="0" b="0"/>
          </a:fillRef>
          <a:effectRef idx="0">
            <a:scrgbClr r="0" g="0" b="0"/>
          </a:effectRef>
          <a:fontRef idx="none"/>
        </p:style>
      </p:cxnSp>
      <p:cxnSp>
        <p:nvCxnSpPr>
          <p:cNvPr id="62" name="直接箭头连接符 61">
            <a:extLst>
              <a:ext uri="{FF2B5EF4-FFF2-40B4-BE49-F238E27FC236}">
                <a16:creationId xmlns:a16="http://schemas.microsoft.com/office/drawing/2014/main" id="{544B5CFE-E013-4A48-87F9-518AD1A21326}"/>
              </a:ext>
            </a:extLst>
          </p:cNvPr>
          <p:cNvCxnSpPr/>
          <p:nvPr/>
        </p:nvCxnSpPr>
        <p:spPr>
          <a:xfrm flipH="1" flipV="1">
            <a:off x="4473869" y="2779144"/>
            <a:ext cx="881695" cy="446053"/>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24" name="直接箭头连接符 1023">
            <a:extLst>
              <a:ext uri="{FF2B5EF4-FFF2-40B4-BE49-F238E27FC236}">
                <a16:creationId xmlns:a16="http://schemas.microsoft.com/office/drawing/2014/main" id="{5A511654-5C73-4692-BD4F-83575A617334}"/>
              </a:ext>
            </a:extLst>
          </p:cNvPr>
          <p:cNvCxnSpPr>
            <a:stCxn id="8" idx="4"/>
            <a:endCxn id="17" idx="0"/>
          </p:cNvCxnSpPr>
          <p:nvPr/>
        </p:nvCxnSpPr>
        <p:spPr>
          <a:xfrm>
            <a:off x="6122748" y="4303001"/>
            <a:ext cx="0" cy="363009"/>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1027" name="直接箭头连接符 1026">
            <a:extLst>
              <a:ext uri="{FF2B5EF4-FFF2-40B4-BE49-F238E27FC236}">
                <a16:creationId xmlns:a16="http://schemas.microsoft.com/office/drawing/2014/main" id="{564D9BA1-9857-4372-9586-9E74900431B5}"/>
              </a:ext>
            </a:extLst>
          </p:cNvPr>
          <p:cNvCxnSpPr/>
          <p:nvPr/>
        </p:nvCxnSpPr>
        <p:spPr>
          <a:xfrm flipV="1">
            <a:off x="6889932" y="2779144"/>
            <a:ext cx="915922" cy="384542"/>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grpSp>
        <p:nvGrpSpPr>
          <p:cNvPr id="6" name="图形 2">
            <a:extLst>
              <a:ext uri="{FF2B5EF4-FFF2-40B4-BE49-F238E27FC236}">
                <a16:creationId xmlns:a16="http://schemas.microsoft.com/office/drawing/2014/main" id="{DF9E563E-E365-1B4C-FAAB-F4BF08E4BC7B}"/>
              </a:ext>
            </a:extLst>
          </p:cNvPr>
          <p:cNvGrpSpPr/>
          <p:nvPr/>
        </p:nvGrpSpPr>
        <p:grpSpPr>
          <a:xfrm>
            <a:off x="3597488" y="1778696"/>
            <a:ext cx="324494" cy="440546"/>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7" name="任意多边形: 形状 6">
              <a:extLst>
                <a:ext uri="{FF2B5EF4-FFF2-40B4-BE49-F238E27FC236}">
                  <a16:creationId xmlns:a16="http://schemas.microsoft.com/office/drawing/2014/main" id="{8AD9E985-C681-C9BC-95B7-01BA6E2CD338}"/>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E40976BE-8850-0C10-8AA1-72DDC8ACC0FE}"/>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FE9F7208-33B2-3128-B75E-B92000BFF208}"/>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2" name="图形 2">
              <a:extLst>
                <a:ext uri="{FF2B5EF4-FFF2-40B4-BE49-F238E27FC236}">
                  <a16:creationId xmlns:a16="http://schemas.microsoft.com/office/drawing/2014/main" id="{D36DF496-73D4-789C-A36F-D84FEEF45AA3}"/>
                </a:ext>
              </a:extLst>
            </p:cNvPr>
            <p:cNvGrpSpPr/>
            <p:nvPr/>
          </p:nvGrpSpPr>
          <p:grpSpPr>
            <a:xfrm>
              <a:off x="3318475" y="356830"/>
              <a:ext cx="411548" cy="147447"/>
              <a:chOff x="3318475" y="356830"/>
              <a:chExt cx="411548" cy="147447"/>
            </a:xfrm>
            <a:grpFill/>
          </p:grpSpPr>
          <p:sp>
            <p:nvSpPr>
              <p:cNvPr id="24" name="任意多边形: 形状 23">
                <a:extLst>
                  <a:ext uri="{FF2B5EF4-FFF2-40B4-BE49-F238E27FC236}">
                    <a16:creationId xmlns:a16="http://schemas.microsoft.com/office/drawing/2014/main" id="{E09C198C-FCD2-9B64-28CA-97E22EDFA4CF}"/>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28" name="任意多边形: 形状 27">
                <a:extLst>
                  <a:ext uri="{FF2B5EF4-FFF2-40B4-BE49-F238E27FC236}">
                    <a16:creationId xmlns:a16="http://schemas.microsoft.com/office/drawing/2014/main" id="{24C683F4-11C3-208E-672F-31685D51615C}"/>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34" name="图形 2">
            <a:extLst>
              <a:ext uri="{FF2B5EF4-FFF2-40B4-BE49-F238E27FC236}">
                <a16:creationId xmlns:a16="http://schemas.microsoft.com/office/drawing/2014/main" id="{1893CBFE-63BA-70E8-FD57-A3BE73CA1844}"/>
              </a:ext>
            </a:extLst>
          </p:cNvPr>
          <p:cNvGrpSpPr/>
          <p:nvPr/>
        </p:nvGrpSpPr>
        <p:grpSpPr>
          <a:xfrm>
            <a:off x="5790989" y="4900376"/>
            <a:ext cx="652824" cy="364444"/>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5" name="图形 2">
              <a:extLst>
                <a:ext uri="{FF2B5EF4-FFF2-40B4-BE49-F238E27FC236}">
                  <a16:creationId xmlns:a16="http://schemas.microsoft.com/office/drawing/2014/main" id="{DD87267B-BFAD-2BDB-8C28-C87F0AD1C900}"/>
                </a:ext>
              </a:extLst>
            </p:cNvPr>
            <p:cNvGrpSpPr/>
            <p:nvPr/>
          </p:nvGrpSpPr>
          <p:grpSpPr>
            <a:xfrm>
              <a:off x="8040885" y="2227778"/>
              <a:ext cx="850117" cy="687943"/>
              <a:chOff x="8040885" y="2227778"/>
              <a:chExt cx="850117" cy="687943"/>
            </a:xfrm>
            <a:grpFill/>
          </p:grpSpPr>
          <p:sp>
            <p:nvSpPr>
              <p:cNvPr id="48" name="任意多边形: 形状 47">
                <a:extLst>
                  <a:ext uri="{FF2B5EF4-FFF2-40B4-BE49-F238E27FC236}">
                    <a16:creationId xmlns:a16="http://schemas.microsoft.com/office/drawing/2014/main" id="{B3384FDA-4517-F585-9D65-6DDA65992628}"/>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0" name="图形 2">
                <a:extLst>
                  <a:ext uri="{FF2B5EF4-FFF2-40B4-BE49-F238E27FC236}">
                    <a16:creationId xmlns:a16="http://schemas.microsoft.com/office/drawing/2014/main" id="{73BC9D73-A253-57E6-4C52-7D50547FD63A}"/>
                  </a:ext>
                </a:extLst>
              </p:cNvPr>
              <p:cNvGrpSpPr/>
              <p:nvPr/>
            </p:nvGrpSpPr>
            <p:grpSpPr>
              <a:xfrm>
                <a:off x="8058228" y="2720817"/>
                <a:ext cx="815424" cy="87465"/>
                <a:chOff x="8058228" y="2720817"/>
                <a:chExt cx="815424" cy="87465"/>
              </a:xfrm>
              <a:grpFill/>
            </p:grpSpPr>
            <p:sp>
              <p:nvSpPr>
                <p:cNvPr id="58" name="任意多边形: 形状 57">
                  <a:extLst>
                    <a:ext uri="{FF2B5EF4-FFF2-40B4-BE49-F238E27FC236}">
                      <a16:creationId xmlns:a16="http://schemas.microsoft.com/office/drawing/2014/main" id="{311D2C9D-3D13-17A1-EE90-0C5A84363031}"/>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60" name="任意多边形: 形状 59">
                  <a:extLst>
                    <a:ext uri="{FF2B5EF4-FFF2-40B4-BE49-F238E27FC236}">
                      <a16:creationId xmlns:a16="http://schemas.microsoft.com/office/drawing/2014/main" id="{BF8D84B7-9529-8F23-16CA-848108A7198F}"/>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1" name="图形 2">
                <a:extLst>
                  <a:ext uri="{FF2B5EF4-FFF2-40B4-BE49-F238E27FC236}">
                    <a16:creationId xmlns:a16="http://schemas.microsoft.com/office/drawing/2014/main" id="{F1D38F1A-CD94-B945-3085-EB2A35A11711}"/>
                  </a:ext>
                </a:extLst>
              </p:cNvPr>
              <p:cNvGrpSpPr/>
              <p:nvPr/>
            </p:nvGrpSpPr>
            <p:grpSpPr>
              <a:xfrm>
                <a:off x="8375359" y="2800112"/>
                <a:ext cx="181153" cy="98266"/>
                <a:chOff x="8375359" y="2800112"/>
                <a:chExt cx="181153" cy="98266"/>
              </a:xfrm>
              <a:grpFill/>
            </p:grpSpPr>
            <p:sp>
              <p:nvSpPr>
                <p:cNvPr id="54" name="任意多边形: 形状 53">
                  <a:extLst>
                    <a:ext uri="{FF2B5EF4-FFF2-40B4-BE49-F238E27FC236}">
                      <a16:creationId xmlns:a16="http://schemas.microsoft.com/office/drawing/2014/main" id="{F6366984-D689-8CFC-546F-28E25CBB9207}"/>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6" name="任意多边形: 形状 55">
                  <a:extLst>
                    <a:ext uri="{FF2B5EF4-FFF2-40B4-BE49-F238E27FC236}">
                      <a16:creationId xmlns:a16="http://schemas.microsoft.com/office/drawing/2014/main" id="{5B375DD1-4839-BB3C-3007-567873CCEC28}"/>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2" name="任意多边形: 形状 51">
                <a:extLst>
                  <a:ext uri="{FF2B5EF4-FFF2-40B4-BE49-F238E27FC236}">
                    <a16:creationId xmlns:a16="http://schemas.microsoft.com/office/drawing/2014/main" id="{A9F3C606-73FC-C4AF-3229-055B3227F228}"/>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6" name="任意多边形: 形状 45">
              <a:extLst>
                <a:ext uri="{FF2B5EF4-FFF2-40B4-BE49-F238E27FC236}">
                  <a16:creationId xmlns:a16="http://schemas.microsoft.com/office/drawing/2014/main" id="{42EB9ADF-1B07-CCE7-6362-F71CEAF0C7DB}"/>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61" name="图形 2">
            <a:extLst>
              <a:ext uri="{FF2B5EF4-FFF2-40B4-BE49-F238E27FC236}">
                <a16:creationId xmlns:a16="http://schemas.microsoft.com/office/drawing/2014/main" id="{69F213C2-65DA-0367-1293-37A3AEF79885}"/>
              </a:ext>
            </a:extLst>
          </p:cNvPr>
          <p:cNvGrpSpPr/>
          <p:nvPr/>
        </p:nvGrpSpPr>
        <p:grpSpPr>
          <a:xfrm>
            <a:off x="8182312" y="1831680"/>
            <a:ext cx="606898" cy="418034"/>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63" name="任意多边形: 形状 62">
              <a:extLst>
                <a:ext uri="{FF2B5EF4-FFF2-40B4-BE49-F238E27FC236}">
                  <a16:creationId xmlns:a16="http://schemas.microsoft.com/office/drawing/2014/main" id="{86013BD0-4638-3E90-525E-D66C1CD10552}"/>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025" name="任意多边形: 形状 1024">
              <a:extLst>
                <a:ext uri="{FF2B5EF4-FFF2-40B4-BE49-F238E27FC236}">
                  <a16:creationId xmlns:a16="http://schemas.microsoft.com/office/drawing/2014/main" id="{31749872-F438-BB5B-359F-58D17941D21F}"/>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1026" name="任意多边形: 形状 1025">
              <a:extLst>
                <a:ext uri="{FF2B5EF4-FFF2-40B4-BE49-F238E27FC236}">
                  <a16:creationId xmlns:a16="http://schemas.microsoft.com/office/drawing/2014/main" id="{BA11B19F-AC31-8977-7F88-E51D338D3F9C}"/>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1028" name="图形 2">
              <a:extLst>
                <a:ext uri="{FF2B5EF4-FFF2-40B4-BE49-F238E27FC236}">
                  <a16:creationId xmlns:a16="http://schemas.microsoft.com/office/drawing/2014/main" id="{180E9864-8269-C864-DC18-FEB429AAA7AF}"/>
                </a:ext>
              </a:extLst>
            </p:cNvPr>
            <p:cNvGrpSpPr/>
            <p:nvPr/>
          </p:nvGrpSpPr>
          <p:grpSpPr>
            <a:xfrm>
              <a:off x="5372739" y="2423233"/>
              <a:ext cx="133924" cy="191216"/>
              <a:chOff x="5372739" y="2423233"/>
              <a:chExt cx="133924" cy="191216"/>
            </a:xfrm>
            <a:grpFill/>
          </p:grpSpPr>
          <p:sp>
            <p:nvSpPr>
              <p:cNvPr id="1029" name="任意多边形: 形状 1028">
                <a:extLst>
                  <a:ext uri="{FF2B5EF4-FFF2-40B4-BE49-F238E27FC236}">
                    <a16:creationId xmlns:a16="http://schemas.microsoft.com/office/drawing/2014/main" id="{7BEAD064-F5EA-92AA-3D94-2E64D0887522}"/>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1030" name="任意多边形: 形状 1029">
                <a:extLst>
                  <a:ext uri="{FF2B5EF4-FFF2-40B4-BE49-F238E27FC236}">
                    <a16:creationId xmlns:a16="http://schemas.microsoft.com/office/drawing/2014/main" id="{EDD585CD-48D1-03DE-3641-F823AE4246DF}"/>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
        <p:nvSpPr>
          <p:cNvPr id="2" name="文本框 1">
            <a:extLst>
              <a:ext uri="{FF2B5EF4-FFF2-40B4-BE49-F238E27FC236}">
                <a16:creationId xmlns:a16="http://schemas.microsoft.com/office/drawing/2014/main" id="{82633000-6E51-83F8-D1EB-65D618CF698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C00BB4EE-E7F4-33F4-10A3-5880C050F01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667C9274-0496-78F3-9D3A-C37B0A1C7B2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73912393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9" descr="preencoded.png">
            <a:extLst>
              <a:ext uri="{FF2B5EF4-FFF2-40B4-BE49-F238E27FC236}">
                <a16:creationId xmlns:a16="http://schemas.microsoft.com/office/drawing/2014/main" id="{122344AA-D717-A5FA-E4DD-CA75870841E4}"/>
              </a:ext>
            </a:extLst>
          </p:cNvPr>
          <p:cNvSpPr/>
          <p:nvPr/>
        </p:nvSpPr>
        <p:spPr>
          <a:xfrm>
            <a:off x="170436" y="123977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 9" descr="preencoded.png">
            <a:extLst>
              <a:ext uri="{FF2B5EF4-FFF2-40B4-BE49-F238E27FC236}">
                <a16:creationId xmlns:a16="http://schemas.microsoft.com/office/drawing/2014/main" id="{F424787B-AF9A-B0B5-5E33-F29620D96CC4}"/>
              </a:ext>
            </a:extLst>
          </p:cNvPr>
          <p:cNvSpPr/>
          <p:nvPr/>
        </p:nvSpPr>
        <p:spPr>
          <a:xfrm flipH="1">
            <a:off x="6152472" y="123977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Object 9" descr="preencoded.png">
            <a:extLst>
              <a:ext uri="{FF2B5EF4-FFF2-40B4-BE49-F238E27FC236}">
                <a16:creationId xmlns:a16="http://schemas.microsoft.com/office/drawing/2014/main" id="{A54106DC-49F2-E2FD-44E9-138B2420A25E}"/>
              </a:ext>
            </a:extLst>
          </p:cNvPr>
          <p:cNvSpPr/>
          <p:nvPr/>
        </p:nvSpPr>
        <p:spPr>
          <a:xfrm>
            <a:off x="170436" y="135349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Object 9" descr="preencoded.png">
            <a:extLst>
              <a:ext uri="{FF2B5EF4-FFF2-40B4-BE49-F238E27FC236}">
                <a16:creationId xmlns:a16="http://schemas.microsoft.com/office/drawing/2014/main" id="{85D3E5B1-DFFE-AF33-3000-8E916E4E6964}"/>
              </a:ext>
            </a:extLst>
          </p:cNvPr>
          <p:cNvSpPr/>
          <p:nvPr/>
        </p:nvSpPr>
        <p:spPr>
          <a:xfrm flipH="1">
            <a:off x="6152472" y="1353494"/>
            <a:ext cx="5983178" cy="4924540"/>
          </a:xfrm>
          <a:custGeom>
            <a:avLst/>
            <a:gdLst>
              <a:gd name="connsiteX0" fmla="*/ 16842176 w 16842176"/>
              <a:gd name="connsiteY0" fmla="*/ 4432249 h 6648368"/>
              <a:gd name="connsiteX1" fmla="*/ 16842176 w 16842176"/>
              <a:gd name="connsiteY1" fmla="*/ 2216120 h 6648368"/>
              <a:gd name="connsiteX2" fmla="*/ 0 w 16842176"/>
              <a:gd name="connsiteY2" fmla="*/ 0 h 6648368"/>
              <a:gd name="connsiteX3" fmla="*/ 0 w 16842176"/>
              <a:gd name="connsiteY3" fmla="*/ 6648369 h 6648368"/>
              <a:gd name="connsiteX4" fmla="*/ 16842176 w 16842176"/>
              <a:gd name="connsiteY4" fmla="*/ 4432249 h 6648368"/>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 name="connsiteX0" fmla="*/ 16842176 w 16842176"/>
              <a:gd name="connsiteY0" fmla="*/ 4432249 h 6648369"/>
              <a:gd name="connsiteX1" fmla="*/ 16842176 w 16842176"/>
              <a:gd name="connsiteY1" fmla="*/ 2216120 h 6648369"/>
              <a:gd name="connsiteX2" fmla="*/ 0 w 16842176"/>
              <a:gd name="connsiteY2" fmla="*/ 0 h 6648369"/>
              <a:gd name="connsiteX3" fmla="*/ 0 w 16842176"/>
              <a:gd name="connsiteY3" fmla="*/ 6648369 h 6648369"/>
              <a:gd name="connsiteX4" fmla="*/ 16842176 w 16842176"/>
              <a:gd name="connsiteY4" fmla="*/ 4432249 h 6648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2176" h="6648369">
                <a:moveTo>
                  <a:pt x="16842176" y="4432249"/>
                </a:moveTo>
                <a:lnTo>
                  <a:pt x="16842176" y="2216120"/>
                </a:lnTo>
                <a:cubicBezTo>
                  <a:pt x="10104722" y="2412054"/>
                  <a:pt x="6493594" y="1612950"/>
                  <a:pt x="0" y="0"/>
                </a:cubicBezTo>
                <a:lnTo>
                  <a:pt x="0" y="6648369"/>
                </a:lnTo>
                <a:cubicBezTo>
                  <a:pt x="6595057" y="4996512"/>
                  <a:pt x="10046146" y="3549857"/>
                  <a:pt x="16842176" y="4432249"/>
                </a:cubicBezTo>
                <a:close/>
              </a:path>
            </a:pathLst>
          </a:custGeom>
          <a:gradFill flip="none" rotWithShape="1">
            <a:gsLst>
              <a:gs pos="13000">
                <a:schemeClr val="accent1">
                  <a:lumMod val="100000"/>
                  <a:alpha val="0"/>
                </a:schemeClr>
              </a:gs>
              <a:gs pos="91000">
                <a:schemeClr val="accent1">
                  <a:lumMod val="100000"/>
                  <a:alpha val="40000"/>
                </a:schemeClr>
              </a:gs>
            </a:gsLst>
            <a:lin ang="0" scaled="1"/>
            <a:tileRect/>
          </a:gradFill>
          <a:ln w="19050" cap="flat">
            <a:noFill/>
            <a:prstDash val="solid"/>
            <a:miter/>
          </a:ln>
        </p:spPr>
        <p:txBody>
          <a:bodyPr rtlCol="0" anchor="ctr"/>
          <a:lstStyle/>
          <a:p>
            <a:pPr defTabSz="731520"/>
            <a:endParaRPr lang="zh-CN" altLang="en-US" sz="1440">
              <a:solidFill>
                <a:prstClr val="black"/>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9D312470-9804-49CC-8DEE-8F5AB2BA45D8}"/>
              </a:ext>
            </a:extLst>
          </p:cNvPr>
          <p:cNvSpPr/>
          <p:nvPr/>
        </p:nvSpPr>
        <p:spPr>
          <a:xfrm>
            <a:off x="1608268" y="2624354"/>
            <a:ext cx="1734251" cy="238281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F9C7390B-170F-402D-915B-DC2014163E56}"/>
              </a:ext>
            </a:extLst>
          </p:cNvPr>
          <p:cNvSpPr/>
          <p:nvPr/>
        </p:nvSpPr>
        <p:spPr>
          <a:xfrm>
            <a:off x="9041802" y="2624354"/>
            <a:ext cx="1734251" cy="2382819"/>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椭圆 10">
            <a:extLst>
              <a:ext uri="{FF2B5EF4-FFF2-40B4-BE49-F238E27FC236}">
                <a16:creationId xmlns:a16="http://schemas.microsoft.com/office/drawing/2014/main" id="{9CFCCBF2-A3B2-489B-9F0D-1DE12BD61612}"/>
              </a:ext>
            </a:extLst>
          </p:cNvPr>
          <p:cNvSpPr/>
          <p:nvPr/>
        </p:nvSpPr>
        <p:spPr>
          <a:xfrm>
            <a:off x="6752344" y="3006213"/>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椭圆 8">
            <a:extLst>
              <a:ext uri="{FF2B5EF4-FFF2-40B4-BE49-F238E27FC236}">
                <a16:creationId xmlns:a16="http://schemas.microsoft.com/office/drawing/2014/main" id="{72543AF9-50C0-4DF3-96BB-7C903ABEC89D}"/>
              </a:ext>
            </a:extLst>
          </p:cNvPr>
          <p:cNvSpPr/>
          <p:nvPr/>
        </p:nvSpPr>
        <p:spPr>
          <a:xfrm>
            <a:off x="3923083" y="3006213"/>
            <a:ext cx="1619100" cy="161910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椭圆 6">
            <a:extLst>
              <a:ext uri="{FF2B5EF4-FFF2-40B4-BE49-F238E27FC236}">
                <a16:creationId xmlns:a16="http://schemas.microsoft.com/office/drawing/2014/main" id="{9A6390B8-68BB-47B2-9DE7-467CEACBD7E5}"/>
              </a:ext>
            </a:extLst>
          </p:cNvPr>
          <p:cNvSpPr/>
          <p:nvPr/>
        </p:nvSpPr>
        <p:spPr>
          <a:xfrm>
            <a:off x="5247078" y="2909228"/>
            <a:ext cx="1813070" cy="181307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571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Object24">
            <a:extLst>
              <a:ext uri="{FF2B5EF4-FFF2-40B4-BE49-F238E27FC236}">
                <a16:creationId xmlns:a16="http://schemas.microsoft.com/office/drawing/2014/main" id="{EC570436-7B1D-4853-AB30-5584100E833A}"/>
              </a:ext>
            </a:extLst>
          </p:cNvPr>
          <p:cNvSpPr txBox="1"/>
          <p:nvPr/>
        </p:nvSpPr>
        <p:spPr>
          <a:xfrm>
            <a:off x="5573048" y="3708475"/>
            <a:ext cx="1161130" cy="8534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数据交互</a:t>
            </a:r>
            <a:endParaRPr kumimoji="0" lang="en-US" altLang="zh-CN"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模块</a:t>
            </a:r>
            <a:endParaRPr kumimoji="0" lang="en-US" altLang="zh-CN" sz="1600" b="0" i="0" u="none" strike="noStrike" kern="0" cap="none" spc="0" normalizeH="0" baseline="0" noProof="0" dirty="0">
              <a:ln>
                <a:noFill/>
              </a:ln>
              <a:solidFill>
                <a:schemeClr val="l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 name="Object24">
            <a:extLst>
              <a:ext uri="{FF2B5EF4-FFF2-40B4-BE49-F238E27FC236}">
                <a16:creationId xmlns:a16="http://schemas.microsoft.com/office/drawing/2014/main" id="{117AE7F7-64C4-4A2C-BBFC-40FA87A83C1B}"/>
              </a:ext>
            </a:extLst>
          </p:cNvPr>
          <p:cNvSpPr txBox="1"/>
          <p:nvPr/>
        </p:nvSpPr>
        <p:spPr>
          <a:xfrm>
            <a:off x="4152068" y="3756629"/>
            <a:ext cx="1161130" cy="74685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物流协同</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模块</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24">
            <a:extLst>
              <a:ext uri="{FF2B5EF4-FFF2-40B4-BE49-F238E27FC236}">
                <a16:creationId xmlns:a16="http://schemas.microsoft.com/office/drawing/2014/main" id="{43A967CB-8F4D-4F43-97EF-1041C4128DB6}"/>
              </a:ext>
            </a:extLst>
          </p:cNvPr>
          <p:cNvSpPr txBox="1"/>
          <p:nvPr/>
        </p:nvSpPr>
        <p:spPr>
          <a:xfrm>
            <a:off x="7029179" y="3756629"/>
            <a:ext cx="1161130" cy="74685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物流监控</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00000"/>
              </a:lnSpc>
              <a:spcBef>
                <a:spcPts val="0"/>
              </a:spcBef>
              <a:spcAft>
                <a:spcPts val="0"/>
              </a:spcAft>
              <a:buClrTx/>
              <a:buSzTx/>
              <a:buFontTx/>
              <a:buNone/>
              <a:tabLst/>
              <a:defRPr/>
            </a:pPr>
            <a:r>
              <a:rPr kumimoji="0" lang="zh-CN" altLang="en-US"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模块</a:t>
            </a:r>
            <a:endParaRPr kumimoji="0" lang="en-US" altLang="zh-CN" sz="16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a:extLst>
              <a:ext uri="{FF2B5EF4-FFF2-40B4-BE49-F238E27FC236}">
                <a16:creationId xmlns:a16="http://schemas.microsoft.com/office/drawing/2014/main" id="{A56240ED-F5DB-4436-8EA5-20BF0C8D9D07}"/>
              </a:ext>
            </a:extLst>
          </p:cNvPr>
          <p:cNvSpPr/>
          <p:nvPr/>
        </p:nvSpPr>
        <p:spPr>
          <a:xfrm>
            <a:off x="4759700" y="1958708"/>
            <a:ext cx="2787827"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02">
            <a:extLst>
              <a:ext uri="{FF2B5EF4-FFF2-40B4-BE49-F238E27FC236}">
                <a16:creationId xmlns:a16="http://schemas.microsoft.com/office/drawing/2014/main" id="{C4C2CE93-6ECA-47AC-AA2A-52EDDCB22588}"/>
              </a:ext>
            </a:extLst>
          </p:cNvPr>
          <p:cNvSpPr txBox="1"/>
          <p:nvPr/>
        </p:nvSpPr>
        <p:spPr>
          <a:xfrm>
            <a:off x="5598974" y="2014588"/>
            <a:ext cx="1109279" cy="26674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non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技术模块组成</a:t>
            </a:r>
            <a:endParaRPr kumimoji="0" sz="14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18" name="连接符: 肘形 17">
            <a:extLst>
              <a:ext uri="{FF2B5EF4-FFF2-40B4-BE49-F238E27FC236}">
                <a16:creationId xmlns:a16="http://schemas.microsoft.com/office/drawing/2014/main" id="{035F2909-CF9E-4E3B-88D9-AB4CA5766420}"/>
              </a:ext>
            </a:extLst>
          </p:cNvPr>
          <p:cNvCxnSpPr>
            <a:cxnSpLocks/>
          </p:cNvCxnSpPr>
          <p:nvPr/>
        </p:nvCxnSpPr>
        <p:spPr>
          <a:xfrm rot="5400000" flipH="1" flipV="1">
            <a:off x="6147263" y="1521341"/>
            <a:ext cx="12700" cy="2829261"/>
          </a:xfrm>
          <a:prstGeom prst="bentConnector3">
            <a:avLst>
              <a:gd name="adj1" fmla="val 1800000"/>
            </a:avLst>
          </a:prstGeom>
          <a:noFill/>
          <a:ln w="12700" cap="flat">
            <a:solidFill>
              <a:schemeClr val="accent1">
                <a:lumMod val="100000"/>
              </a:schemeClr>
            </a:solidFill>
            <a:prstDash val="solid"/>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22" name="直接连接符 21">
            <a:extLst>
              <a:ext uri="{FF2B5EF4-FFF2-40B4-BE49-F238E27FC236}">
                <a16:creationId xmlns:a16="http://schemas.microsoft.com/office/drawing/2014/main" id="{D2579738-626E-4E7C-8BEA-5B86B1EBEAAF}"/>
              </a:ext>
            </a:extLst>
          </p:cNvPr>
          <p:cNvCxnSpPr>
            <a:cxnSpLocks/>
            <a:endCxn id="7" idx="0"/>
          </p:cNvCxnSpPr>
          <p:nvPr/>
        </p:nvCxnSpPr>
        <p:spPr>
          <a:xfrm flipH="1">
            <a:off x="6153613" y="2337209"/>
            <a:ext cx="1" cy="572019"/>
          </a:xfrm>
          <a:prstGeom prst="line">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4" name="矩形: 圆角 23">
            <a:extLst>
              <a:ext uri="{FF2B5EF4-FFF2-40B4-BE49-F238E27FC236}">
                <a16:creationId xmlns:a16="http://schemas.microsoft.com/office/drawing/2014/main" id="{E6236564-C551-4D7F-A5C8-BE1C4D55DAFD}"/>
              </a:ext>
            </a:extLst>
          </p:cNvPr>
          <p:cNvSpPr/>
          <p:nvPr/>
        </p:nvSpPr>
        <p:spPr>
          <a:xfrm>
            <a:off x="1868674" y="2878999"/>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B80B2F8A-CBDC-4AE6-90BD-91A6358A44CB}"/>
              </a:ext>
            </a:extLst>
          </p:cNvPr>
          <p:cNvSpPr/>
          <p:nvPr/>
        </p:nvSpPr>
        <p:spPr>
          <a:xfrm>
            <a:off x="1868674" y="3376568"/>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a:extLst>
              <a:ext uri="{FF2B5EF4-FFF2-40B4-BE49-F238E27FC236}">
                <a16:creationId xmlns:a16="http://schemas.microsoft.com/office/drawing/2014/main" id="{04A2796C-E6CC-4C5F-B3B8-61527B8A9E05}"/>
              </a:ext>
            </a:extLst>
          </p:cNvPr>
          <p:cNvSpPr/>
          <p:nvPr/>
        </p:nvSpPr>
        <p:spPr>
          <a:xfrm>
            <a:off x="1868674" y="3877490"/>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924C2236-D3A0-4DB1-BE11-A9D9C95E37E2}"/>
              </a:ext>
            </a:extLst>
          </p:cNvPr>
          <p:cNvSpPr/>
          <p:nvPr/>
        </p:nvSpPr>
        <p:spPr>
          <a:xfrm>
            <a:off x="1868674" y="4374026"/>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1">
            <a:extLst>
              <a:ext uri="{FF2B5EF4-FFF2-40B4-BE49-F238E27FC236}">
                <a16:creationId xmlns:a16="http://schemas.microsoft.com/office/drawing/2014/main" id="{E62C4FFB-69BA-4A2A-BC63-FEE8A938B850}"/>
              </a:ext>
            </a:extLst>
          </p:cNvPr>
          <p:cNvSpPr txBox="1"/>
          <p:nvPr/>
        </p:nvSpPr>
        <p:spPr>
          <a:xfrm>
            <a:off x="1286141" y="3367284"/>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前端技术</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5C542F74-A525-449C-B0FA-3E5D10C086E5}"/>
              </a:ext>
            </a:extLst>
          </p:cNvPr>
          <p:cNvSpPr/>
          <p:nvPr/>
        </p:nvSpPr>
        <p:spPr>
          <a:xfrm>
            <a:off x="9302208" y="2878999"/>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a:extLst>
              <a:ext uri="{FF2B5EF4-FFF2-40B4-BE49-F238E27FC236}">
                <a16:creationId xmlns:a16="http://schemas.microsoft.com/office/drawing/2014/main" id="{6BBE4F82-9B02-43AB-8344-BF0DCE43A127}"/>
              </a:ext>
            </a:extLst>
          </p:cNvPr>
          <p:cNvSpPr/>
          <p:nvPr/>
        </p:nvSpPr>
        <p:spPr>
          <a:xfrm>
            <a:off x="9302208" y="3376568"/>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a:extLst>
              <a:ext uri="{FF2B5EF4-FFF2-40B4-BE49-F238E27FC236}">
                <a16:creationId xmlns:a16="http://schemas.microsoft.com/office/drawing/2014/main" id="{77392590-1699-425B-A684-DA70F472D6AE}"/>
              </a:ext>
            </a:extLst>
          </p:cNvPr>
          <p:cNvSpPr/>
          <p:nvPr/>
        </p:nvSpPr>
        <p:spPr>
          <a:xfrm>
            <a:off x="9302208" y="3877490"/>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a:extLst>
              <a:ext uri="{FF2B5EF4-FFF2-40B4-BE49-F238E27FC236}">
                <a16:creationId xmlns:a16="http://schemas.microsoft.com/office/drawing/2014/main" id="{242A0022-EF16-48C3-8DC6-C070CB735039}"/>
              </a:ext>
            </a:extLst>
          </p:cNvPr>
          <p:cNvSpPr/>
          <p:nvPr/>
        </p:nvSpPr>
        <p:spPr>
          <a:xfrm>
            <a:off x="9302208" y="4374026"/>
            <a:ext cx="1213439" cy="378501"/>
          </a:xfrm>
          <a:prstGeom prst="roundRect">
            <a:avLst/>
          </a:prstGeom>
          <a:solidFill>
            <a:schemeClr val="bg1"/>
          </a:solid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914400" rtl="0" fontAlgn="auto" latinLnBrk="0" hangingPunct="0">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Object31">
            <a:extLst>
              <a:ext uri="{FF2B5EF4-FFF2-40B4-BE49-F238E27FC236}">
                <a16:creationId xmlns:a16="http://schemas.microsoft.com/office/drawing/2014/main" id="{244B9586-E818-4799-A5BB-B0DBBAC72EE5}"/>
              </a:ext>
            </a:extLst>
          </p:cNvPr>
          <p:cNvSpPr txBox="1"/>
          <p:nvPr/>
        </p:nvSpPr>
        <p:spPr>
          <a:xfrm>
            <a:off x="10818451" y="3367284"/>
            <a:ext cx="218008" cy="89695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vert="eaVert" wrap="square" lIns="0" tIns="0" rIns="0" bIns="0">
            <a:spAutoFit/>
          </a:bodyPr>
          <a:lstStyle>
            <a:lvl1pPr defTabSz="609600">
              <a:lnSpc>
                <a:spcPts val="1700"/>
              </a:lnSpc>
              <a:defRPr sz="1400" b="1">
                <a:solidFill>
                  <a:srgbClr val="2658F7"/>
                </a:solidFill>
                <a:latin typeface="Microsoft YaHei Bold"/>
                <a:ea typeface="Microsoft YaHei Bold"/>
                <a:cs typeface="Microsoft YaHei Bold"/>
                <a:sym typeface="Microsoft YaHei Bold"/>
              </a:defRPr>
            </a:lvl1pPr>
          </a:lstStyle>
          <a:p>
            <a:pPr marL="0" marR="0" lvl="0" indent="0" algn="l" defTabSz="609600" rtl="0" eaLnBrk="1" fontAlgn="auto" latinLnBrk="0" hangingPunct="0">
              <a:lnSpc>
                <a:spcPts val="1700"/>
              </a:lnSpc>
              <a:spcBef>
                <a:spcPts val="0"/>
              </a:spcBef>
              <a:spcAft>
                <a:spcPts val="0"/>
              </a:spcAft>
              <a:buClrTx/>
              <a:buSzTx/>
              <a:buFontTx/>
              <a:buNone/>
              <a:tabLst/>
              <a:defRPr/>
            </a:pPr>
            <a:r>
              <a:rPr kumimoji="0" lang="zh-CN" altLang="en-US"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后台技术</a:t>
            </a:r>
            <a:endParaRPr kumimoji="0" sz="1400" b="0" i="0" u="none" strike="noStrike" kern="0" cap="none" spc="300" normalizeH="0" baseline="0" noProof="0" dirty="0">
              <a:ln>
                <a:noFill/>
              </a:ln>
              <a:solidFill>
                <a:schemeClr val="accent1">
                  <a:lumMod val="100000"/>
                </a:schemeClr>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矩形">
            <a:extLst>
              <a:ext uri="{FF2B5EF4-FFF2-40B4-BE49-F238E27FC236}">
                <a16:creationId xmlns:a16="http://schemas.microsoft.com/office/drawing/2014/main" id="{6285587C-CB62-4953-9262-78E2DD98EBA9}"/>
              </a:ext>
            </a:extLst>
          </p:cNvPr>
          <p:cNvSpPr/>
          <p:nvPr/>
        </p:nvSpPr>
        <p:spPr>
          <a:xfrm>
            <a:off x="1531174" y="5536606"/>
            <a:ext cx="9244880"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02">
            <a:extLst>
              <a:ext uri="{FF2B5EF4-FFF2-40B4-BE49-F238E27FC236}">
                <a16:creationId xmlns:a16="http://schemas.microsoft.com/office/drawing/2014/main" id="{25796911-70E0-4DD5-8739-BDE60A954915}"/>
              </a:ext>
            </a:extLst>
          </p:cNvPr>
          <p:cNvSpPr txBox="1"/>
          <p:nvPr/>
        </p:nvSpPr>
        <p:spPr>
          <a:xfrm>
            <a:off x="4537605" y="5561709"/>
            <a:ext cx="3232016"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25400" tIns="25400" rIns="25400" bIns="25400" anchor="ctr">
            <a:spAutoFit/>
          </a:bodyPr>
          <a:lstStyle>
            <a:lvl1pPr algn="ctr" defTabSz="1219169">
              <a:defRPr sz="1600">
                <a:solidFill>
                  <a:srgbClr val="FFFFFF"/>
                </a:solidFill>
                <a:latin typeface="DIN Condensed Bold"/>
                <a:ea typeface="DIN Condensed Bold"/>
                <a:cs typeface="DIN Condensed Bold"/>
                <a:sym typeface="DIN Condensed Bold"/>
              </a:defRPr>
            </a:lvl1pPr>
          </a:lstStyle>
          <a:p>
            <a:pPr marL="0" marR="0" lvl="0" indent="0" defTabSz="1219169" rtl="0" eaLnBrk="1" fontAlgn="auto" latinLnBrk="0" hangingPunct="0">
              <a:lnSpc>
                <a:spcPct val="100000"/>
              </a:lnSpc>
              <a:spcBef>
                <a:spcPts val="0"/>
              </a:spcBef>
              <a:spcAft>
                <a:spcPts val="0"/>
              </a:spcAft>
              <a:buClrTx/>
              <a:buSzTx/>
              <a:buFontTx/>
              <a:buNone/>
              <a:tabLst/>
              <a:defRPr/>
            </a:pPr>
            <a:r>
              <a:rPr kumimoji="0" lang="zh-CN" altLang="en-US"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企业营销平台</a:t>
            </a:r>
            <a:endParaRPr kumimoji="0" sz="1800" b="0" i="0" u="none" strike="noStrike" kern="0" cap="none" spc="0" normalizeH="0" baseline="0" noProof="0" dirty="0">
              <a:ln>
                <a:noFill/>
              </a:ln>
              <a:solidFill>
                <a:schemeClr val="lt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cxnSp>
        <p:nvCxnSpPr>
          <p:cNvPr id="51" name="直接连接符 50">
            <a:extLst>
              <a:ext uri="{FF2B5EF4-FFF2-40B4-BE49-F238E27FC236}">
                <a16:creationId xmlns:a16="http://schemas.microsoft.com/office/drawing/2014/main" id="{76DC4BFE-2459-4EDA-9FDC-46BD13675F75}"/>
              </a:ext>
            </a:extLst>
          </p:cNvPr>
          <p:cNvCxnSpPr>
            <a:cxnSpLocks/>
          </p:cNvCxnSpPr>
          <p:nvPr/>
        </p:nvCxnSpPr>
        <p:spPr>
          <a:xfrm flipH="1" flipV="1">
            <a:off x="2475392" y="5007173"/>
            <a:ext cx="1" cy="598762"/>
          </a:xfrm>
          <a:prstGeom prst="line">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2" name="直接连接符 51">
            <a:extLst>
              <a:ext uri="{FF2B5EF4-FFF2-40B4-BE49-F238E27FC236}">
                <a16:creationId xmlns:a16="http://schemas.microsoft.com/office/drawing/2014/main" id="{2BE4F707-FB39-4E52-A57A-2AA4A6287AF7}"/>
              </a:ext>
            </a:extLst>
          </p:cNvPr>
          <p:cNvCxnSpPr>
            <a:cxnSpLocks/>
          </p:cNvCxnSpPr>
          <p:nvPr/>
        </p:nvCxnSpPr>
        <p:spPr>
          <a:xfrm flipH="1" flipV="1">
            <a:off x="9978851" y="5007173"/>
            <a:ext cx="1" cy="598762"/>
          </a:xfrm>
          <a:prstGeom prst="line">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4" name="直接箭头连接符 53">
            <a:extLst>
              <a:ext uri="{FF2B5EF4-FFF2-40B4-BE49-F238E27FC236}">
                <a16:creationId xmlns:a16="http://schemas.microsoft.com/office/drawing/2014/main" id="{59C071C0-8BEE-4991-9555-8616F169176D}"/>
              </a:ext>
            </a:extLst>
          </p:cNvPr>
          <p:cNvCxnSpPr>
            <a:endCxn id="9" idx="2"/>
          </p:cNvCxnSpPr>
          <p:nvPr/>
        </p:nvCxnSpPr>
        <p:spPr>
          <a:xfrm flipV="1">
            <a:off x="3342519" y="3815763"/>
            <a:ext cx="580564" cy="1"/>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cxnSp>
        <p:nvCxnSpPr>
          <p:cNvPr id="56" name="直接箭头连接符 55">
            <a:extLst>
              <a:ext uri="{FF2B5EF4-FFF2-40B4-BE49-F238E27FC236}">
                <a16:creationId xmlns:a16="http://schemas.microsoft.com/office/drawing/2014/main" id="{E56E6AAE-8EB4-4201-8889-D7E4CE661451}"/>
              </a:ext>
            </a:extLst>
          </p:cNvPr>
          <p:cNvCxnSpPr>
            <a:endCxn id="11" idx="6"/>
          </p:cNvCxnSpPr>
          <p:nvPr/>
        </p:nvCxnSpPr>
        <p:spPr>
          <a:xfrm flipH="1" flipV="1">
            <a:off x="8371444" y="3815763"/>
            <a:ext cx="670358" cy="1"/>
          </a:xfrm>
          <a:prstGeom prst="straightConnector1">
            <a:avLst/>
          </a:prstGeom>
          <a:noFill/>
          <a:ln w="12700" cap="flat">
            <a:solidFill>
              <a:schemeClr val="accent1">
                <a:lumMod val="100000"/>
              </a:schemeClr>
            </a:solidFill>
            <a:prstDash val="solid"/>
            <a:miter lim="800000"/>
            <a:tailEnd type="triangle"/>
          </a:ln>
          <a:effectLst/>
          <a:sp3d/>
        </p:spPr>
        <p:style>
          <a:lnRef idx="0">
            <a:scrgbClr r="0" g="0" b="0"/>
          </a:lnRef>
          <a:fillRef idx="0">
            <a:scrgbClr r="0" g="0" b="0"/>
          </a:fillRef>
          <a:effectRef idx="0">
            <a:scrgbClr r="0" g="0" b="0"/>
          </a:effectRef>
          <a:fontRef idx="none"/>
        </p:style>
      </p:cxnSp>
      <p:sp>
        <p:nvSpPr>
          <p:cNvPr id="25" name="Object32">
            <a:extLst>
              <a:ext uri="{FF2B5EF4-FFF2-40B4-BE49-F238E27FC236}">
                <a16:creationId xmlns:a16="http://schemas.microsoft.com/office/drawing/2014/main" id="{471B3969-A147-4D85-B71F-10D5AB2AFDF6}"/>
              </a:ext>
            </a:extLst>
          </p:cNvPr>
          <p:cNvSpPr txBox="1"/>
          <p:nvPr/>
        </p:nvSpPr>
        <p:spPr>
          <a:xfrm>
            <a:off x="1994165" y="2975916"/>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财务系统</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a:extLst>
              <a:ext uri="{FF2B5EF4-FFF2-40B4-BE49-F238E27FC236}">
                <a16:creationId xmlns:a16="http://schemas.microsoft.com/office/drawing/2014/main" id="{1FC8FD1F-7165-4D9D-992D-397573738FC2}"/>
              </a:ext>
            </a:extLst>
          </p:cNvPr>
          <p:cNvSpPr txBox="1"/>
          <p:nvPr/>
        </p:nvSpPr>
        <p:spPr>
          <a:xfrm>
            <a:off x="1994165" y="3473485"/>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电子标签</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32">
            <a:extLst>
              <a:ext uri="{FF2B5EF4-FFF2-40B4-BE49-F238E27FC236}">
                <a16:creationId xmlns:a16="http://schemas.microsoft.com/office/drawing/2014/main" id="{20EB8AF0-D715-4E18-826A-07B8172F8FB0}"/>
              </a:ext>
            </a:extLst>
          </p:cNvPr>
          <p:cNvSpPr txBox="1"/>
          <p:nvPr/>
        </p:nvSpPr>
        <p:spPr>
          <a:xfrm>
            <a:off x="1994165" y="3974407"/>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移动捡货</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32">
            <a:extLst>
              <a:ext uri="{FF2B5EF4-FFF2-40B4-BE49-F238E27FC236}">
                <a16:creationId xmlns:a16="http://schemas.microsoft.com/office/drawing/2014/main" id="{4DC64763-BA81-4152-8D83-F2DB2F6CCCFA}"/>
              </a:ext>
            </a:extLst>
          </p:cNvPr>
          <p:cNvSpPr txBox="1"/>
          <p:nvPr/>
        </p:nvSpPr>
        <p:spPr>
          <a:xfrm>
            <a:off x="1994165" y="4470943"/>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质量溯源</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Object32">
            <a:extLst>
              <a:ext uri="{FF2B5EF4-FFF2-40B4-BE49-F238E27FC236}">
                <a16:creationId xmlns:a16="http://schemas.microsoft.com/office/drawing/2014/main" id="{34897DE7-0BEA-455C-BB9F-E4935F176942}"/>
              </a:ext>
            </a:extLst>
          </p:cNvPr>
          <p:cNvSpPr txBox="1"/>
          <p:nvPr/>
        </p:nvSpPr>
        <p:spPr>
          <a:xfrm>
            <a:off x="9427699" y="2975916"/>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订单管理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Object32">
            <a:extLst>
              <a:ext uri="{FF2B5EF4-FFF2-40B4-BE49-F238E27FC236}">
                <a16:creationId xmlns:a16="http://schemas.microsoft.com/office/drawing/2014/main" id="{74A4E141-5B6B-40E5-8FA4-C886603D7441}"/>
              </a:ext>
            </a:extLst>
          </p:cNvPr>
          <p:cNvSpPr txBox="1"/>
          <p:nvPr/>
        </p:nvSpPr>
        <p:spPr>
          <a:xfrm>
            <a:off x="9427699" y="3473485"/>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库存管理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Object32">
            <a:extLst>
              <a:ext uri="{FF2B5EF4-FFF2-40B4-BE49-F238E27FC236}">
                <a16:creationId xmlns:a16="http://schemas.microsoft.com/office/drawing/2014/main" id="{F8C84656-253E-4E71-AF9B-362BD9BCC738}"/>
              </a:ext>
            </a:extLst>
          </p:cNvPr>
          <p:cNvSpPr txBox="1"/>
          <p:nvPr/>
        </p:nvSpPr>
        <p:spPr>
          <a:xfrm>
            <a:off x="9427699" y="3974407"/>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多仓联动</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Object32">
            <a:extLst>
              <a:ext uri="{FF2B5EF4-FFF2-40B4-BE49-F238E27FC236}">
                <a16:creationId xmlns:a16="http://schemas.microsoft.com/office/drawing/2014/main" id="{2FA35798-3786-49EA-A417-B56593347ED4}"/>
              </a:ext>
            </a:extLst>
          </p:cNvPr>
          <p:cNvSpPr txBox="1"/>
          <p:nvPr/>
        </p:nvSpPr>
        <p:spPr>
          <a:xfrm>
            <a:off x="9427699" y="4470943"/>
            <a:ext cx="962457" cy="18466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内部管理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3D038CAA-04AF-B663-543E-39AC92BC949D}"/>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5" name="矩形 4">
            <a:extLst>
              <a:ext uri="{FF2B5EF4-FFF2-40B4-BE49-F238E27FC236}">
                <a16:creationId xmlns:a16="http://schemas.microsoft.com/office/drawing/2014/main" id="{478823D3-2084-0D27-D593-796F1312BE6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文本框 15">
            <a:extLst>
              <a:ext uri="{FF2B5EF4-FFF2-40B4-BE49-F238E27FC236}">
                <a16:creationId xmlns:a16="http://schemas.microsoft.com/office/drawing/2014/main" id="{D30CA3C3-D25D-AEDF-CE38-808B20A2B5AD}"/>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8" name="图形 2">
            <a:extLst>
              <a:ext uri="{FF2B5EF4-FFF2-40B4-BE49-F238E27FC236}">
                <a16:creationId xmlns:a16="http://schemas.microsoft.com/office/drawing/2014/main" id="{C79FFCBE-D3FE-6994-90AB-2209417A0807}"/>
              </a:ext>
            </a:extLst>
          </p:cNvPr>
          <p:cNvGrpSpPr/>
          <p:nvPr/>
        </p:nvGrpSpPr>
        <p:grpSpPr>
          <a:xfrm>
            <a:off x="5899018" y="3241569"/>
            <a:ext cx="508670" cy="498272"/>
            <a:chOff x="3032205" y="3825135"/>
            <a:chExt cx="962654" cy="942975"/>
          </a:xfrm>
          <a:solidFill>
            <a:schemeClr val="bg1"/>
          </a:solidFill>
        </p:grpSpPr>
        <p:sp>
          <p:nvSpPr>
            <p:cNvPr id="59" name="任意多边形: 形状 58">
              <a:extLst>
                <a:ext uri="{FF2B5EF4-FFF2-40B4-BE49-F238E27FC236}">
                  <a16:creationId xmlns:a16="http://schemas.microsoft.com/office/drawing/2014/main" id="{192C9B5A-C129-E779-4927-B4BD925ADB86}"/>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60" name="图形 2">
              <a:extLst>
                <a:ext uri="{FF2B5EF4-FFF2-40B4-BE49-F238E27FC236}">
                  <a16:creationId xmlns:a16="http://schemas.microsoft.com/office/drawing/2014/main" id="{407DBE99-F96E-FACA-C769-FEB517DC7BA1}"/>
                </a:ext>
              </a:extLst>
            </p:cNvPr>
            <p:cNvGrpSpPr/>
            <p:nvPr/>
          </p:nvGrpSpPr>
          <p:grpSpPr>
            <a:xfrm>
              <a:off x="3041583" y="3825822"/>
              <a:ext cx="953275" cy="561128"/>
              <a:chOff x="3041583" y="3825822"/>
              <a:chExt cx="953275" cy="561128"/>
            </a:xfrm>
            <a:grpFill/>
          </p:grpSpPr>
          <p:sp>
            <p:nvSpPr>
              <p:cNvPr id="65" name="任意多边形: 形状 64">
                <a:extLst>
                  <a:ext uri="{FF2B5EF4-FFF2-40B4-BE49-F238E27FC236}">
                    <a16:creationId xmlns:a16="http://schemas.microsoft.com/office/drawing/2014/main" id="{16A74E35-ED4A-5160-CBF1-48A356C888E1}"/>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66" name="任意多边形: 形状 65">
                <a:extLst>
                  <a:ext uri="{FF2B5EF4-FFF2-40B4-BE49-F238E27FC236}">
                    <a16:creationId xmlns:a16="http://schemas.microsoft.com/office/drawing/2014/main" id="{B0D19630-93A9-F1E8-5575-D7716D0D7B3A}"/>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61" name="任意多边形: 形状 60">
              <a:extLst>
                <a:ext uri="{FF2B5EF4-FFF2-40B4-BE49-F238E27FC236}">
                  <a16:creationId xmlns:a16="http://schemas.microsoft.com/office/drawing/2014/main" id="{B8569DEC-03CC-CAD4-1967-9C605E298A91}"/>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62" name="任意多边形: 形状 61">
              <a:extLst>
                <a:ext uri="{FF2B5EF4-FFF2-40B4-BE49-F238E27FC236}">
                  <a16:creationId xmlns:a16="http://schemas.microsoft.com/office/drawing/2014/main" id="{3D244681-DAC4-0201-8745-7414EEFE3778}"/>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63" name="任意多边形: 形状 62">
              <a:extLst>
                <a:ext uri="{FF2B5EF4-FFF2-40B4-BE49-F238E27FC236}">
                  <a16:creationId xmlns:a16="http://schemas.microsoft.com/office/drawing/2014/main" id="{2864BFA2-092D-3D7A-E97D-C802D62B2155}"/>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64" name="任意多边形: 形状 63">
              <a:extLst>
                <a:ext uri="{FF2B5EF4-FFF2-40B4-BE49-F238E27FC236}">
                  <a16:creationId xmlns:a16="http://schemas.microsoft.com/office/drawing/2014/main" id="{BDCB1FB4-ACC4-6220-B5ED-302F8B374B16}"/>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grpSp>
        <p:nvGrpSpPr>
          <p:cNvPr id="67" name="图形 2">
            <a:extLst>
              <a:ext uri="{FF2B5EF4-FFF2-40B4-BE49-F238E27FC236}">
                <a16:creationId xmlns:a16="http://schemas.microsoft.com/office/drawing/2014/main" id="{68D8D4B4-2A35-41E1-34F4-0F47140FCF44}"/>
              </a:ext>
            </a:extLst>
          </p:cNvPr>
          <p:cNvGrpSpPr/>
          <p:nvPr/>
        </p:nvGrpSpPr>
        <p:grpSpPr>
          <a:xfrm>
            <a:off x="4420039" y="3382043"/>
            <a:ext cx="651150" cy="363510"/>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68" name="图形 2">
              <a:extLst>
                <a:ext uri="{FF2B5EF4-FFF2-40B4-BE49-F238E27FC236}">
                  <a16:creationId xmlns:a16="http://schemas.microsoft.com/office/drawing/2014/main" id="{D5F3115F-FD68-856A-EF3B-CB62DA8EEFA0}"/>
                </a:ext>
              </a:extLst>
            </p:cNvPr>
            <p:cNvGrpSpPr/>
            <p:nvPr/>
          </p:nvGrpSpPr>
          <p:grpSpPr>
            <a:xfrm>
              <a:off x="8040885" y="2227778"/>
              <a:ext cx="850117" cy="687943"/>
              <a:chOff x="8040885" y="2227778"/>
              <a:chExt cx="850117" cy="687943"/>
            </a:xfrm>
            <a:grpFill/>
          </p:grpSpPr>
          <p:sp>
            <p:nvSpPr>
              <p:cNvPr id="70" name="任意多边形: 形状 69">
                <a:extLst>
                  <a:ext uri="{FF2B5EF4-FFF2-40B4-BE49-F238E27FC236}">
                    <a16:creationId xmlns:a16="http://schemas.microsoft.com/office/drawing/2014/main" id="{AE9ECFFA-36C9-C052-7DF4-72BBBEF5E1CA}"/>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71" name="图形 2">
                <a:extLst>
                  <a:ext uri="{FF2B5EF4-FFF2-40B4-BE49-F238E27FC236}">
                    <a16:creationId xmlns:a16="http://schemas.microsoft.com/office/drawing/2014/main" id="{01D8A825-055B-3655-50DE-17543E8421F1}"/>
                  </a:ext>
                </a:extLst>
              </p:cNvPr>
              <p:cNvGrpSpPr/>
              <p:nvPr/>
            </p:nvGrpSpPr>
            <p:grpSpPr>
              <a:xfrm>
                <a:off x="8058228" y="2720817"/>
                <a:ext cx="815424" cy="87465"/>
                <a:chOff x="8058228" y="2720817"/>
                <a:chExt cx="815424" cy="87465"/>
              </a:xfrm>
              <a:grpFill/>
            </p:grpSpPr>
            <p:sp>
              <p:nvSpPr>
                <p:cNvPr id="76" name="任意多边形: 形状 75">
                  <a:extLst>
                    <a:ext uri="{FF2B5EF4-FFF2-40B4-BE49-F238E27FC236}">
                      <a16:creationId xmlns:a16="http://schemas.microsoft.com/office/drawing/2014/main" id="{0E09C4BE-246A-638F-680B-BAF326E6EDF7}"/>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7" name="任意多边形: 形状 76">
                  <a:extLst>
                    <a:ext uri="{FF2B5EF4-FFF2-40B4-BE49-F238E27FC236}">
                      <a16:creationId xmlns:a16="http://schemas.microsoft.com/office/drawing/2014/main" id="{95D7E6AF-95F9-9B71-A298-BE78C48408E9}"/>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72" name="图形 2">
                <a:extLst>
                  <a:ext uri="{FF2B5EF4-FFF2-40B4-BE49-F238E27FC236}">
                    <a16:creationId xmlns:a16="http://schemas.microsoft.com/office/drawing/2014/main" id="{C3FE05E3-73B8-AC01-A066-FC2419A7A4CE}"/>
                  </a:ext>
                </a:extLst>
              </p:cNvPr>
              <p:cNvGrpSpPr/>
              <p:nvPr/>
            </p:nvGrpSpPr>
            <p:grpSpPr>
              <a:xfrm>
                <a:off x="8375359" y="2800112"/>
                <a:ext cx="181153" cy="98266"/>
                <a:chOff x="8375359" y="2800112"/>
                <a:chExt cx="181153" cy="98266"/>
              </a:xfrm>
              <a:grpFill/>
            </p:grpSpPr>
            <p:sp>
              <p:nvSpPr>
                <p:cNvPr id="74" name="任意多边形: 形状 73">
                  <a:extLst>
                    <a:ext uri="{FF2B5EF4-FFF2-40B4-BE49-F238E27FC236}">
                      <a16:creationId xmlns:a16="http://schemas.microsoft.com/office/drawing/2014/main" id="{6CE6FBDF-FBCD-1BB8-4987-9131905E9002}"/>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CA182F8C-49FA-411F-C3D2-CD108E5D9469}"/>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73" name="任意多边形: 形状 72">
                <a:extLst>
                  <a:ext uri="{FF2B5EF4-FFF2-40B4-BE49-F238E27FC236}">
                    <a16:creationId xmlns:a16="http://schemas.microsoft.com/office/drawing/2014/main" id="{80EDC465-DCEC-2076-1C3E-9199C4D6656D}"/>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69" name="任意多边形: 形状 68">
              <a:extLst>
                <a:ext uri="{FF2B5EF4-FFF2-40B4-BE49-F238E27FC236}">
                  <a16:creationId xmlns:a16="http://schemas.microsoft.com/office/drawing/2014/main" id="{08624505-543F-2029-1F84-036E5A82C167}"/>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78" name="图形 2">
            <a:extLst>
              <a:ext uri="{FF2B5EF4-FFF2-40B4-BE49-F238E27FC236}">
                <a16:creationId xmlns:a16="http://schemas.microsoft.com/office/drawing/2014/main" id="{28BD78B2-9418-3CCE-0CE6-BB2857A4342A}"/>
              </a:ext>
            </a:extLst>
          </p:cNvPr>
          <p:cNvGrpSpPr/>
          <p:nvPr/>
        </p:nvGrpSpPr>
        <p:grpSpPr>
          <a:xfrm>
            <a:off x="7255920" y="3350673"/>
            <a:ext cx="605340" cy="416962"/>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79" name="任意多边形: 形状 78">
              <a:extLst>
                <a:ext uri="{FF2B5EF4-FFF2-40B4-BE49-F238E27FC236}">
                  <a16:creationId xmlns:a16="http://schemas.microsoft.com/office/drawing/2014/main" id="{ECA295DA-F00D-4177-3F9B-CFAB658995F5}"/>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80" name="任意多边形: 形状 79">
              <a:extLst>
                <a:ext uri="{FF2B5EF4-FFF2-40B4-BE49-F238E27FC236}">
                  <a16:creationId xmlns:a16="http://schemas.microsoft.com/office/drawing/2014/main" id="{C205C914-C9C8-DB36-5EB6-2FDBD7E19E86}"/>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81" name="任意多边形: 形状 80">
              <a:extLst>
                <a:ext uri="{FF2B5EF4-FFF2-40B4-BE49-F238E27FC236}">
                  <a16:creationId xmlns:a16="http://schemas.microsoft.com/office/drawing/2014/main" id="{ADB34073-4BDE-0D7F-76D1-2FE596DE875A}"/>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82" name="图形 2">
              <a:extLst>
                <a:ext uri="{FF2B5EF4-FFF2-40B4-BE49-F238E27FC236}">
                  <a16:creationId xmlns:a16="http://schemas.microsoft.com/office/drawing/2014/main" id="{064472CF-E676-B969-3491-C4CB1A5D54F8}"/>
                </a:ext>
              </a:extLst>
            </p:cNvPr>
            <p:cNvGrpSpPr/>
            <p:nvPr/>
          </p:nvGrpSpPr>
          <p:grpSpPr>
            <a:xfrm>
              <a:off x="5372739" y="2423233"/>
              <a:ext cx="133924" cy="191216"/>
              <a:chOff x="5372739" y="2423233"/>
              <a:chExt cx="133924" cy="191216"/>
            </a:xfrm>
            <a:grpFill/>
          </p:grpSpPr>
          <p:sp>
            <p:nvSpPr>
              <p:cNvPr id="83" name="任意多边形: 形状 82">
                <a:extLst>
                  <a:ext uri="{FF2B5EF4-FFF2-40B4-BE49-F238E27FC236}">
                    <a16:creationId xmlns:a16="http://schemas.microsoft.com/office/drawing/2014/main" id="{778CBB25-C144-3429-3AA8-30A0B303ED21}"/>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4A55C9C2-AEBC-8F40-4DDE-DF853E51A37F}"/>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208233273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形状 77">
            <a:extLst>
              <a:ext uri="{FF2B5EF4-FFF2-40B4-BE49-F238E27FC236}">
                <a16:creationId xmlns:a16="http://schemas.microsoft.com/office/drawing/2014/main" id="{1D69908F-6F18-D6F0-2DB3-717DDBF922C5}"/>
              </a:ext>
            </a:extLst>
          </p:cNvPr>
          <p:cNvSpPr/>
          <p:nvPr/>
        </p:nvSpPr>
        <p:spPr>
          <a:xfrm>
            <a:off x="10237689" y="4834451"/>
            <a:ext cx="1608914" cy="1608914"/>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flip="none" rotWithShape="1">
            <a:gsLst>
              <a:gs pos="13000">
                <a:schemeClr val="accent1">
                  <a:lumMod val="100000"/>
                  <a:alpha val="0"/>
                </a:schemeClr>
              </a:gs>
              <a:gs pos="91000">
                <a:schemeClr val="accent1">
                  <a:lumMod val="100000"/>
                  <a:alpha val="10000"/>
                </a:schemeClr>
              </a:gs>
            </a:gsLst>
            <a:lin ang="2700000" scaled="1"/>
            <a:tileRect/>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任意多边形: 形状 77">
            <a:extLst>
              <a:ext uri="{FF2B5EF4-FFF2-40B4-BE49-F238E27FC236}">
                <a16:creationId xmlns:a16="http://schemas.microsoft.com/office/drawing/2014/main" id="{68995648-0B76-AD33-7B54-E37BEF70ABAE}"/>
              </a:ext>
            </a:extLst>
          </p:cNvPr>
          <p:cNvSpPr/>
          <p:nvPr/>
        </p:nvSpPr>
        <p:spPr>
          <a:xfrm>
            <a:off x="151067" y="1702357"/>
            <a:ext cx="2320258" cy="2320258"/>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flip="none" rotWithShape="1">
            <a:gsLst>
              <a:gs pos="13000">
                <a:schemeClr val="accent1">
                  <a:lumMod val="100000"/>
                  <a:alpha val="0"/>
                </a:schemeClr>
              </a:gs>
              <a:gs pos="91000">
                <a:schemeClr val="accent1">
                  <a:lumMod val="100000"/>
                  <a:alpha val="10000"/>
                </a:schemeClr>
              </a:gs>
            </a:gsLst>
            <a:lin ang="13500000" scaled="1"/>
            <a:tileRect/>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任意多边形: 形状 77">
            <a:extLst>
              <a:ext uri="{FF2B5EF4-FFF2-40B4-BE49-F238E27FC236}">
                <a16:creationId xmlns:a16="http://schemas.microsoft.com/office/drawing/2014/main" id="{4CF6EE1A-4D60-39F7-37A1-9C774E0BB5F0}"/>
              </a:ext>
            </a:extLst>
          </p:cNvPr>
          <p:cNvSpPr/>
          <p:nvPr/>
        </p:nvSpPr>
        <p:spPr>
          <a:xfrm>
            <a:off x="3631767" y="1151605"/>
            <a:ext cx="5290710" cy="5290710"/>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a:gsLst>
              <a:gs pos="13000">
                <a:schemeClr val="accent1">
                  <a:lumMod val="100000"/>
                  <a:alpha val="0"/>
                </a:schemeClr>
              </a:gs>
              <a:gs pos="91000">
                <a:schemeClr val="accent1">
                  <a:lumMod val="100000"/>
                  <a:alpha val="10000"/>
                </a:schemeClr>
              </a:gs>
            </a:gsLst>
            <a:lin ang="0" scaled="1"/>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a:extLst>
              <a:ext uri="{FF2B5EF4-FFF2-40B4-BE49-F238E27FC236}">
                <a16:creationId xmlns:a16="http://schemas.microsoft.com/office/drawing/2014/main" id="{57247AC9-716B-4707-AD4E-2376BD2BC5BB}"/>
              </a:ext>
            </a:extLst>
          </p:cNvPr>
          <p:cNvSpPr/>
          <p:nvPr/>
        </p:nvSpPr>
        <p:spPr>
          <a:xfrm>
            <a:off x="7989731" y="4565480"/>
            <a:ext cx="3166972" cy="360840"/>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a:extLst>
              <a:ext uri="{FF2B5EF4-FFF2-40B4-BE49-F238E27FC236}">
                <a16:creationId xmlns:a16="http://schemas.microsoft.com/office/drawing/2014/main" id="{F24E07CB-8D81-4B4A-AFD5-3A6717C0679C}"/>
              </a:ext>
            </a:extLst>
          </p:cNvPr>
          <p:cNvSpPr/>
          <p:nvPr/>
        </p:nvSpPr>
        <p:spPr>
          <a:xfrm>
            <a:off x="7989731" y="5041751"/>
            <a:ext cx="3166972" cy="360840"/>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a:extLst>
              <a:ext uri="{FF2B5EF4-FFF2-40B4-BE49-F238E27FC236}">
                <a16:creationId xmlns:a16="http://schemas.microsoft.com/office/drawing/2014/main" id="{2F389786-F64C-4134-B50F-1DD6D42C69EA}"/>
              </a:ext>
            </a:extLst>
          </p:cNvPr>
          <p:cNvSpPr/>
          <p:nvPr/>
        </p:nvSpPr>
        <p:spPr>
          <a:xfrm>
            <a:off x="7989731" y="5518022"/>
            <a:ext cx="3166972" cy="360840"/>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63C804FE-505A-4342-B980-9D7E84CFA157}"/>
              </a:ext>
            </a:extLst>
          </p:cNvPr>
          <p:cNvSpPr/>
          <p:nvPr/>
        </p:nvSpPr>
        <p:spPr>
          <a:xfrm>
            <a:off x="8329703" y="2112095"/>
            <a:ext cx="3166972"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a:extLst>
              <a:ext uri="{FF2B5EF4-FFF2-40B4-BE49-F238E27FC236}">
                <a16:creationId xmlns:a16="http://schemas.microsoft.com/office/drawing/2014/main" id="{EF7038E6-ED69-4573-8E9E-4BD51B6084B6}"/>
              </a:ext>
            </a:extLst>
          </p:cNvPr>
          <p:cNvSpPr/>
          <p:nvPr/>
        </p:nvSpPr>
        <p:spPr>
          <a:xfrm>
            <a:off x="8329703" y="2588366"/>
            <a:ext cx="3166972"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AB738956-C4FC-4386-9C49-4ADC4AAF3AF7}"/>
              </a:ext>
            </a:extLst>
          </p:cNvPr>
          <p:cNvSpPr/>
          <p:nvPr/>
        </p:nvSpPr>
        <p:spPr>
          <a:xfrm>
            <a:off x="8329703" y="3064637"/>
            <a:ext cx="3166972" cy="360840"/>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5F8855FD-8E58-4312-B4D7-6992331F97AF}"/>
              </a:ext>
            </a:extLst>
          </p:cNvPr>
          <p:cNvSpPr/>
          <p:nvPr/>
        </p:nvSpPr>
        <p:spPr>
          <a:xfrm>
            <a:off x="655809" y="2747103"/>
            <a:ext cx="3166972"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51">
            <a:extLst>
              <a:ext uri="{FF2B5EF4-FFF2-40B4-BE49-F238E27FC236}">
                <a16:creationId xmlns:a16="http://schemas.microsoft.com/office/drawing/2014/main" id="{87FE282A-4898-4DDE-AB09-52DEC7163116}"/>
              </a:ext>
            </a:extLst>
          </p:cNvPr>
          <p:cNvSpPr/>
          <p:nvPr/>
        </p:nvSpPr>
        <p:spPr>
          <a:xfrm>
            <a:off x="655809" y="3223374"/>
            <a:ext cx="3166972"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a:extLst>
              <a:ext uri="{FF2B5EF4-FFF2-40B4-BE49-F238E27FC236}">
                <a16:creationId xmlns:a16="http://schemas.microsoft.com/office/drawing/2014/main" id="{A3F8FDE6-EF2D-4116-A9F1-CB8C4681C63C}"/>
              </a:ext>
            </a:extLst>
          </p:cNvPr>
          <p:cNvSpPr/>
          <p:nvPr/>
        </p:nvSpPr>
        <p:spPr>
          <a:xfrm>
            <a:off x="655809" y="3699645"/>
            <a:ext cx="3166972" cy="360840"/>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任意多边形: 形状 77">
            <a:extLst>
              <a:ext uri="{FF2B5EF4-FFF2-40B4-BE49-F238E27FC236}">
                <a16:creationId xmlns:a16="http://schemas.microsoft.com/office/drawing/2014/main" id="{4D0666B4-37FA-4D4C-BD53-643343FDA647}"/>
              </a:ext>
            </a:extLst>
          </p:cNvPr>
          <p:cNvSpPr/>
          <p:nvPr/>
        </p:nvSpPr>
        <p:spPr>
          <a:xfrm>
            <a:off x="4851911" y="2371749"/>
            <a:ext cx="2850422" cy="2850422"/>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a:gsLst>
              <a:gs pos="13000">
                <a:schemeClr val="accent1">
                  <a:lumMod val="100000"/>
                  <a:alpha val="0"/>
                </a:schemeClr>
              </a:gs>
              <a:gs pos="91000">
                <a:schemeClr val="accent1">
                  <a:lumMod val="100000"/>
                  <a:alpha val="40000"/>
                </a:schemeClr>
              </a:gs>
            </a:gsLst>
            <a:lin ang="0" scaled="1"/>
          </a:gradFill>
          <a:ln w="12700" cap="flat">
            <a:solidFill>
              <a:schemeClr val="accent1">
                <a:lumMod val="100000"/>
              </a:schemeClr>
            </a:solid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86">
            <a:extLst>
              <a:ext uri="{FF2B5EF4-FFF2-40B4-BE49-F238E27FC236}">
                <a16:creationId xmlns:a16="http://schemas.microsoft.com/office/drawing/2014/main" id="{5ED80B97-F9AC-43A9-8D71-7536EF3C8B04}"/>
              </a:ext>
            </a:extLst>
          </p:cNvPr>
          <p:cNvSpPr/>
          <p:nvPr/>
        </p:nvSpPr>
        <p:spPr>
          <a:xfrm>
            <a:off x="6786649" y="2181049"/>
            <a:ext cx="1175473" cy="1175473"/>
          </a:xfrm>
          <a:custGeom>
            <a:avLst/>
            <a:gdLst>
              <a:gd name="connsiteX0" fmla="*/ 1632755 w 1632754"/>
              <a:gd name="connsiteY0" fmla="*/ 816377 h 1632754"/>
              <a:gd name="connsiteX1" fmla="*/ 816377 w 1632754"/>
              <a:gd name="connsiteY1" fmla="*/ 1632755 h 1632754"/>
              <a:gd name="connsiteX2" fmla="*/ 0 w 1632754"/>
              <a:gd name="connsiteY2" fmla="*/ 816377 h 1632754"/>
              <a:gd name="connsiteX3" fmla="*/ 816377 w 1632754"/>
              <a:gd name="connsiteY3" fmla="*/ 0 h 1632754"/>
              <a:gd name="connsiteX4" fmla="*/ 1632755 w 1632754"/>
              <a:gd name="connsiteY4" fmla="*/ 816377 h 1632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2754" h="1632754">
                <a:moveTo>
                  <a:pt x="1632755" y="816377"/>
                </a:moveTo>
                <a:cubicBezTo>
                  <a:pt x="1632755" y="1267250"/>
                  <a:pt x="1267250" y="1632755"/>
                  <a:pt x="816377" y="1632755"/>
                </a:cubicBezTo>
                <a:cubicBezTo>
                  <a:pt x="365505" y="1632755"/>
                  <a:pt x="0" y="1267250"/>
                  <a:pt x="0" y="816377"/>
                </a:cubicBezTo>
                <a:cubicBezTo>
                  <a:pt x="0" y="365505"/>
                  <a:pt x="365504" y="0"/>
                  <a:pt x="816377" y="0"/>
                </a:cubicBezTo>
                <a:cubicBezTo>
                  <a:pt x="1267250" y="0"/>
                  <a:pt x="1632755" y="365505"/>
                  <a:pt x="1632755" y="816377"/>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Object54">
            <a:extLst>
              <a:ext uri="{FF2B5EF4-FFF2-40B4-BE49-F238E27FC236}">
                <a16:creationId xmlns:a16="http://schemas.microsoft.com/office/drawing/2014/main" id="{20FD9E94-78F2-4BC9-B33F-19B3E0515EF5}"/>
              </a:ext>
            </a:extLst>
          </p:cNvPr>
          <p:cNvSpPr/>
          <p:nvPr/>
        </p:nvSpPr>
        <p:spPr>
          <a:xfrm>
            <a:off x="6997195" y="2645094"/>
            <a:ext cx="754380" cy="256013"/>
          </a:xfrm>
          <a:prstGeom prst="rect">
            <a:avLst/>
          </a:prstGeom>
          <a:noFill/>
          <a:ln/>
        </p:spPr>
        <p:txBody>
          <a:bodyPr wrap="square" lIns="0" tIns="0" rIns="0" bIns="0" rtlCol="0" anchor="t"/>
          <a:lstStyle/>
          <a:p>
            <a:pPr algn="ctr" defTabSz="731520">
              <a:lnSpc>
                <a:spcPts val="1680"/>
              </a:lnSpc>
            </a:pP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平台能力</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 name="任意多边形: 形状 90">
            <a:extLst>
              <a:ext uri="{FF2B5EF4-FFF2-40B4-BE49-F238E27FC236}">
                <a16:creationId xmlns:a16="http://schemas.microsoft.com/office/drawing/2014/main" id="{A9DAA07A-8316-4C01-BBC3-2DB5979C7F59}"/>
              </a:ext>
            </a:extLst>
          </p:cNvPr>
          <p:cNvSpPr/>
          <p:nvPr/>
        </p:nvSpPr>
        <p:spPr>
          <a:xfrm>
            <a:off x="5874425" y="4631629"/>
            <a:ext cx="1181084" cy="1181084"/>
          </a:xfrm>
          <a:custGeom>
            <a:avLst/>
            <a:gdLst>
              <a:gd name="connsiteX0" fmla="*/ 1640548 w 1640547"/>
              <a:gd name="connsiteY0" fmla="*/ 820274 h 1640547"/>
              <a:gd name="connsiteX1" fmla="*/ 820274 w 1640547"/>
              <a:gd name="connsiteY1" fmla="*/ 1640548 h 1640547"/>
              <a:gd name="connsiteX2" fmla="*/ 0 w 1640547"/>
              <a:gd name="connsiteY2" fmla="*/ 820274 h 1640547"/>
              <a:gd name="connsiteX3" fmla="*/ 820274 w 1640547"/>
              <a:gd name="connsiteY3" fmla="*/ 0 h 1640547"/>
              <a:gd name="connsiteX4" fmla="*/ 1640548 w 1640547"/>
              <a:gd name="connsiteY4" fmla="*/ 820274 h 1640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0547" h="1640547">
                <a:moveTo>
                  <a:pt x="1640548" y="820274"/>
                </a:moveTo>
                <a:cubicBezTo>
                  <a:pt x="1640548" y="1273299"/>
                  <a:pt x="1273299" y="1640548"/>
                  <a:pt x="820274" y="1640548"/>
                </a:cubicBezTo>
                <a:cubicBezTo>
                  <a:pt x="367249" y="1640548"/>
                  <a:pt x="0" y="1273299"/>
                  <a:pt x="0" y="820274"/>
                </a:cubicBezTo>
                <a:cubicBezTo>
                  <a:pt x="0" y="367249"/>
                  <a:pt x="367249" y="0"/>
                  <a:pt x="820274" y="0"/>
                </a:cubicBezTo>
                <a:cubicBezTo>
                  <a:pt x="1273299" y="0"/>
                  <a:pt x="1640548" y="367249"/>
                  <a:pt x="1640548" y="82027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Object55">
            <a:extLst>
              <a:ext uri="{FF2B5EF4-FFF2-40B4-BE49-F238E27FC236}">
                <a16:creationId xmlns:a16="http://schemas.microsoft.com/office/drawing/2014/main" id="{F4E4C200-D720-4274-9DBF-CF1386AB1776}"/>
              </a:ext>
            </a:extLst>
          </p:cNvPr>
          <p:cNvSpPr/>
          <p:nvPr/>
        </p:nvSpPr>
        <p:spPr>
          <a:xfrm>
            <a:off x="6014442" y="5098700"/>
            <a:ext cx="901050" cy="240739"/>
          </a:xfrm>
          <a:prstGeom prst="rect">
            <a:avLst/>
          </a:prstGeom>
          <a:noFill/>
          <a:ln/>
        </p:spPr>
        <p:txBody>
          <a:bodyPr wrap="square" lIns="0" tIns="0" rIns="0" bIns="0" rtlCol="0" anchor="t"/>
          <a:lstStyle/>
          <a:p>
            <a:pPr algn="ctr" defTabSz="731520">
              <a:lnSpc>
                <a:spcPts val="1680"/>
              </a:lnSpc>
            </a:pP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基础组件</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4" name="任意多边形: 形状 82">
            <a:extLst>
              <a:ext uri="{FF2B5EF4-FFF2-40B4-BE49-F238E27FC236}">
                <a16:creationId xmlns:a16="http://schemas.microsoft.com/office/drawing/2014/main" id="{A4EFC579-5DB4-41BC-987F-975D3902D294}"/>
              </a:ext>
            </a:extLst>
          </p:cNvPr>
          <p:cNvSpPr/>
          <p:nvPr/>
        </p:nvSpPr>
        <p:spPr>
          <a:xfrm>
            <a:off x="4169993" y="2817596"/>
            <a:ext cx="1170154" cy="1170154"/>
          </a:xfrm>
          <a:custGeom>
            <a:avLst/>
            <a:gdLst>
              <a:gd name="connsiteX0" fmla="*/ 1625367 w 1625366"/>
              <a:gd name="connsiteY0" fmla="*/ 812684 h 1625366"/>
              <a:gd name="connsiteX1" fmla="*/ 812683 w 1625366"/>
              <a:gd name="connsiteY1" fmla="*/ 1625367 h 1625366"/>
              <a:gd name="connsiteX2" fmla="*/ 0 w 1625366"/>
              <a:gd name="connsiteY2" fmla="*/ 812684 h 1625366"/>
              <a:gd name="connsiteX3" fmla="*/ 812683 w 1625366"/>
              <a:gd name="connsiteY3" fmla="*/ 0 h 1625366"/>
              <a:gd name="connsiteX4" fmla="*/ 1625367 w 1625366"/>
              <a:gd name="connsiteY4" fmla="*/ 812684 h 162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366" h="1625366">
                <a:moveTo>
                  <a:pt x="1625367" y="812684"/>
                </a:moveTo>
                <a:cubicBezTo>
                  <a:pt x="1625367" y="1261516"/>
                  <a:pt x="1261516" y="1625367"/>
                  <a:pt x="812683" y="1625367"/>
                </a:cubicBezTo>
                <a:cubicBezTo>
                  <a:pt x="363850" y="1625367"/>
                  <a:pt x="0" y="1261516"/>
                  <a:pt x="0" y="812684"/>
                </a:cubicBezTo>
                <a:cubicBezTo>
                  <a:pt x="0" y="363851"/>
                  <a:pt x="363850" y="0"/>
                  <a:pt x="812683" y="0"/>
                </a:cubicBezTo>
                <a:cubicBezTo>
                  <a:pt x="1261516" y="0"/>
                  <a:pt x="1625367" y="363851"/>
                  <a:pt x="1625367" y="812684"/>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53">
            <a:extLst>
              <a:ext uri="{FF2B5EF4-FFF2-40B4-BE49-F238E27FC236}">
                <a16:creationId xmlns:a16="http://schemas.microsoft.com/office/drawing/2014/main" id="{986DA683-4EFB-4C82-9639-535419B1BCDA}"/>
              </a:ext>
            </a:extLst>
          </p:cNvPr>
          <p:cNvSpPr/>
          <p:nvPr/>
        </p:nvSpPr>
        <p:spPr>
          <a:xfrm>
            <a:off x="4377880" y="3292527"/>
            <a:ext cx="754380" cy="267388"/>
          </a:xfrm>
          <a:prstGeom prst="rect">
            <a:avLst/>
          </a:prstGeom>
          <a:noFill/>
          <a:ln/>
        </p:spPr>
        <p:txBody>
          <a:bodyPr wrap="square" lIns="0" tIns="0" rIns="0" bIns="0" rtlCol="0" anchor="t"/>
          <a:lstStyle/>
          <a:p>
            <a:pPr algn="ctr" defTabSz="731520">
              <a:lnSpc>
                <a:spcPts val="1680"/>
              </a:lnSpc>
            </a:pPr>
            <a:r>
              <a:rPr lang="zh-CN" alt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业务流程</a:t>
            </a:r>
            <a:endParaRPr lang="en-US" sz="1400" dirty="0">
              <a:solidFill>
                <a:schemeClr val="l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7" name="矩形: 圆角 114">
            <a:extLst>
              <a:ext uri="{FF2B5EF4-FFF2-40B4-BE49-F238E27FC236}">
                <a16:creationId xmlns:a16="http://schemas.microsoft.com/office/drawing/2014/main" id="{308EA932-CC79-4169-ABA0-AAE29D2DAC4F}"/>
              </a:ext>
            </a:extLst>
          </p:cNvPr>
          <p:cNvSpPr/>
          <p:nvPr/>
        </p:nvSpPr>
        <p:spPr>
          <a:xfrm>
            <a:off x="5445420" y="3533435"/>
            <a:ext cx="1663406" cy="5270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Object52">
            <a:extLst>
              <a:ext uri="{FF2B5EF4-FFF2-40B4-BE49-F238E27FC236}">
                <a16:creationId xmlns:a16="http://schemas.microsoft.com/office/drawing/2014/main" id="{89DC9F11-B218-4E89-AF35-44A2A6496C9B}"/>
              </a:ext>
            </a:extLst>
          </p:cNvPr>
          <p:cNvSpPr/>
          <p:nvPr/>
        </p:nvSpPr>
        <p:spPr>
          <a:xfrm>
            <a:off x="5698354" y="3685721"/>
            <a:ext cx="1157539" cy="222478"/>
          </a:xfrm>
          <a:prstGeom prst="rect">
            <a:avLst/>
          </a:prstGeom>
          <a:noFill/>
          <a:ln/>
        </p:spPr>
        <p:txBody>
          <a:bodyPr wrap="square" lIns="0" tIns="0" rIns="0" bIns="0" rtlCol="0" anchor="t"/>
          <a:lstStyle/>
          <a:p>
            <a:pPr algn="ctr" defTabSz="731520"/>
            <a:r>
              <a:rPr lang="zh-CN" alt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提升用户体验</a:t>
            </a:r>
            <a:endParaRPr lang="en-US" sz="1400" dirty="0">
              <a:solidFill>
                <a:schemeClr val="lt1">
                  <a:lumMod val="100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29">
            <a:extLst>
              <a:ext uri="{FF2B5EF4-FFF2-40B4-BE49-F238E27FC236}">
                <a16:creationId xmlns:a16="http://schemas.microsoft.com/office/drawing/2014/main" id="{F69D33A5-FF11-43E9-BD19-509131F113B8}"/>
              </a:ext>
            </a:extLst>
          </p:cNvPr>
          <p:cNvSpPr/>
          <p:nvPr/>
        </p:nvSpPr>
        <p:spPr>
          <a:xfrm>
            <a:off x="7904849" y="4094744"/>
            <a:ext cx="2573216" cy="487680"/>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组件体验不一致 组件操作反馈不及时</a:t>
            </a:r>
            <a:endParaRPr lang="en-US" altLang="zh-CN"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Object29">
            <a:extLst>
              <a:ext uri="{FF2B5EF4-FFF2-40B4-BE49-F238E27FC236}">
                <a16:creationId xmlns:a16="http://schemas.microsoft.com/office/drawing/2014/main" id="{E9B214B6-FEE4-4D5A-800E-FA297837E0A8}"/>
              </a:ext>
            </a:extLst>
          </p:cNvPr>
          <p:cNvSpPr/>
          <p:nvPr/>
        </p:nvSpPr>
        <p:spPr>
          <a:xfrm>
            <a:off x="283495" y="2281105"/>
            <a:ext cx="3079292" cy="487680"/>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业务操作流不够高效 层级架构复杂</a:t>
            </a:r>
            <a:endParaRPr lang="en-US" altLang="zh-CN"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三角形 97">
            <a:extLst>
              <a:ext uri="{FF2B5EF4-FFF2-40B4-BE49-F238E27FC236}">
                <a16:creationId xmlns:a16="http://schemas.microsoft.com/office/drawing/2014/main" id="{9A01A2D2-D555-4474-A972-B1354DD01FF4}"/>
              </a:ext>
            </a:extLst>
          </p:cNvPr>
          <p:cNvSpPr/>
          <p:nvPr/>
        </p:nvSpPr>
        <p:spPr>
          <a:xfrm rot="18900000">
            <a:off x="5111495" y="4650076"/>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三角形 99">
            <a:extLst>
              <a:ext uri="{FF2B5EF4-FFF2-40B4-BE49-F238E27FC236}">
                <a16:creationId xmlns:a16="http://schemas.microsoft.com/office/drawing/2014/main" id="{ABBA9ACA-8D84-45C2-89D1-4F88C0801AEE}"/>
              </a:ext>
            </a:extLst>
          </p:cNvPr>
          <p:cNvSpPr/>
          <p:nvPr/>
        </p:nvSpPr>
        <p:spPr>
          <a:xfrm rot="3600000">
            <a:off x="5600312" y="2443553"/>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三角形 100">
            <a:extLst>
              <a:ext uri="{FF2B5EF4-FFF2-40B4-BE49-F238E27FC236}">
                <a16:creationId xmlns:a16="http://schemas.microsoft.com/office/drawing/2014/main" id="{7DD5203E-8A5C-4041-BA3D-601A4C8BBDED}"/>
              </a:ext>
            </a:extLst>
          </p:cNvPr>
          <p:cNvSpPr/>
          <p:nvPr/>
        </p:nvSpPr>
        <p:spPr>
          <a:xfrm rot="11700000">
            <a:off x="7541922" y="4237092"/>
            <a:ext cx="140663" cy="133156"/>
          </a:xfrm>
          <a:prstGeom prst="triangle">
            <a:avLst/>
          </a:prstGeom>
          <a:solidFill>
            <a:schemeClr val="accent1">
              <a:lumMod val="10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Object29">
            <a:extLst>
              <a:ext uri="{FF2B5EF4-FFF2-40B4-BE49-F238E27FC236}">
                <a16:creationId xmlns:a16="http://schemas.microsoft.com/office/drawing/2014/main" id="{C6B3F9DB-4BC5-4C95-A7BA-82A16A62EBC1}"/>
              </a:ext>
            </a:extLst>
          </p:cNvPr>
          <p:cNvSpPr/>
          <p:nvPr/>
        </p:nvSpPr>
        <p:spPr>
          <a:xfrm>
            <a:off x="8178884" y="1617574"/>
            <a:ext cx="3029542" cy="487680"/>
          </a:xfrm>
          <a:prstGeom prst="rect">
            <a:avLst/>
          </a:prstGeom>
          <a:ln w="12700">
            <a:miter lim="400000"/>
          </a:ln>
        </p:spPr>
        <p:txBody>
          <a:bodyPr wrap="none" lIns="25400" tIns="25400" rIns="25400" bIns="25400" anchor="ctr">
            <a:noAutofit/>
          </a:bodyPr>
          <a:lstStyle/>
          <a:p>
            <a:pPr algn="ctr" defTabSz="1219169" hangingPunct="0"/>
            <a:r>
              <a:rPr lang="zh-CN" altLang="en-US"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平台客服能力问题 文档问题 消息触达问题</a:t>
            </a:r>
            <a:endParaRPr lang="en-US" altLang="zh-CN" sz="1200" kern="0" dirty="0">
              <a:solidFill>
                <a:schemeClr val="dk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5" name="Object32">
            <a:extLst>
              <a:ext uri="{FF2B5EF4-FFF2-40B4-BE49-F238E27FC236}">
                <a16:creationId xmlns:a16="http://schemas.microsoft.com/office/drawing/2014/main" id="{E104D7E3-F9DC-41B4-8CA0-B42DA8DE8A35}"/>
              </a:ext>
            </a:extLst>
          </p:cNvPr>
          <p:cNvSpPr txBox="1"/>
          <p:nvPr/>
        </p:nvSpPr>
        <p:spPr>
          <a:xfrm>
            <a:off x="8476528" y="2198984"/>
            <a:ext cx="296766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创新平台通用能力 业务通过调用平台提升体验</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a:extLst>
              <a:ext uri="{FF2B5EF4-FFF2-40B4-BE49-F238E27FC236}">
                <a16:creationId xmlns:a16="http://schemas.microsoft.com/office/drawing/2014/main" id="{919D749C-9571-4007-9990-0AA8052354D4}"/>
              </a:ext>
            </a:extLst>
          </p:cNvPr>
          <p:cNvSpPr txBox="1"/>
          <p:nvPr/>
        </p:nvSpPr>
        <p:spPr>
          <a:xfrm>
            <a:off x="8476528" y="2675255"/>
            <a:ext cx="2829133"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帮助中心专项优化 提升平台文档指引能力</a:t>
            </a:r>
          </a:p>
        </p:txBody>
      </p:sp>
      <p:sp>
        <p:nvSpPr>
          <p:cNvPr id="29" name="Object32">
            <a:extLst>
              <a:ext uri="{FF2B5EF4-FFF2-40B4-BE49-F238E27FC236}">
                <a16:creationId xmlns:a16="http://schemas.microsoft.com/office/drawing/2014/main" id="{8BDB6E02-8D9C-4F1A-A0C5-0E8AEF158017}"/>
              </a:ext>
            </a:extLst>
          </p:cNvPr>
          <p:cNvSpPr txBox="1"/>
          <p:nvPr/>
        </p:nvSpPr>
        <p:spPr>
          <a:xfrm>
            <a:off x="8476528" y="3151526"/>
            <a:ext cx="2829133"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智能客服专项优化 提升平台客服服务能力</a:t>
            </a:r>
          </a:p>
        </p:txBody>
      </p:sp>
      <p:cxnSp>
        <p:nvCxnSpPr>
          <p:cNvPr id="31" name="连接符: 肘形 30">
            <a:extLst>
              <a:ext uri="{FF2B5EF4-FFF2-40B4-BE49-F238E27FC236}">
                <a16:creationId xmlns:a16="http://schemas.microsoft.com/office/drawing/2014/main" id="{ADEC1C6E-AFAF-4557-855F-4816E4218CB7}"/>
              </a:ext>
            </a:extLst>
          </p:cNvPr>
          <p:cNvCxnSpPr/>
          <p:nvPr/>
        </p:nvCxnSpPr>
        <p:spPr>
          <a:xfrm rot="10800000" flipV="1">
            <a:off x="8329703" y="2292515"/>
            <a:ext cx="12700" cy="952542"/>
          </a:xfrm>
          <a:prstGeom prst="bentConnector3">
            <a:avLst>
              <a:gd name="adj1" fmla="val 1800000"/>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33" name="直接连接符 32">
            <a:extLst>
              <a:ext uri="{FF2B5EF4-FFF2-40B4-BE49-F238E27FC236}">
                <a16:creationId xmlns:a16="http://schemas.microsoft.com/office/drawing/2014/main" id="{3D865CD8-FA3D-4CAE-A2E6-8712CFA3DC07}"/>
              </a:ext>
            </a:extLst>
          </p:cNvPr>
          <p:cNvCxnSpPr>
            <a:cxnSpLocks/>
            <a:stCxn id="8" idx="0"/>
          </p:cNvCxnSpPr>
          <p:nvPr/>
        </p:nvCxnSpPr>
        <p:spPr>
          <a:xfrm>
            <a:off x="7962123" y="2768786"/>
            <a:ext cx="367580" cy="0"/>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37" name="Object32">
            <a:extLst>
              <a:ext uri="{FF2B5EF4-FFF2-40B4-BE49-F238E27FC236}">
                <a16:creationId xmlns:a16="http://schemas.microsoft.com/office/drawing/2014/main" id="{D18C19D7-099D-4BD9-9936-6E614133CF89}"/>
              </a:ext>
            </a:extLst>
          </p:cNvPr>
          <p:cNvSpPr txBox="1"/>
          <p:nvPr/>
        </p:nvSpPr>
        <p:spPr>
          <a:xfrm>
            <a:off x="8136556" y="4652369"/>
            <a:ext cx="296766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建设完善的设计系统 解决产品的基础体验问题</a:t>
            </a:r>
            <a:endParaRPr kumimoji="0" lang="en-US" altLang="zh-CN"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Object32">
            <a:extLst>
              <a:ext uri="{FF2B5EF4-FFF2-40B4-BE49-F238E27FC236}">
                <a16:creationId xmlns:a16="http://schemas.microsoft.com/office/drawing/2014/main" id="{01E142A7-D93C-447D-8AEC-41B35025B353}"/>
              </a:ext>
            </a:extLst>
          </p:cNvPr>
          <p:cNvSpPr txBox="1"/>
          <p:nvPr/>
        </p:nvSpPr>
        <p:spPr>
          <a:xfrm>
            <a:off x="8136556" y="5128640"/>
            <a:ext cx="2829133"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腾讯云前端组件</a:t>
            </a:r>
            <a:r>
              <a:rPr kumimoji="0" lang="en-US" altLang="zh-CN"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TEA</a:t>
            </a:r>
            <a:endPar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Object32">
            <a:extLst>
              <a:ext uri="{FF2B5EF4-FFF2-40B4-BE49-F238E27FC236}">
                <a16:creationId xmlns:a16="http://schemas.microsoft.com/office/drawing/2014/main" id="{51F38455-B82D-4187-95F7-44F0D048301F}"/>
              </a:ext>
            </a:extLst>
          </p:cNvPr>
          <p:cNvSpPr txBox="1"/>
          <p:nvPr/>
        </p:nvSpPr>
        <p:spPr>
          <a:xfrm>
            <a:off x="8136556" y="5604911"/>
            <a:ext cx="2829133"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公司级开源设计系统</a:t>
            </a:r>
            <a:r>
              <a:rPr kumimoji="0" lang="en-US" altLang="zh-CN" sz="1000" b="0" i="0" u="none" strike="noStrike" kern="0" cap="none" normalizeH="0" baseline="0" noProof="0" dirty="0" err="1">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TDesign</a:t>
            </a:r>
            <a:endParaRPr kumimoji="0" lang="zh-CN" altLang="en-US" sz="1000" b="0" i="0" u="none" strike="noStrike" kern="0" cap="none" normalizeH="0" baseline="0" noProof="0" dirty="0">
              <a:ln>
                <a:noFill/>
              </a:ln>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cxnSp>
        <p:nvCxnSpPr>
          <p:cNvPr id="43" name="连接符: 肘形 42">
            <a:extLst>
              <a:ext uri="{FF2B5EF4-FFF2-40B4-BE49-F238E27FC236}">
                <a16:creationId xmlns:a16="http://schemas.microsoft.com/office/drawing/2014/main" id="{469F85B5-A4EC-4DD6-B421-DB766B7EFC20}"/>
              </a:ext>
            </a:extLst>
          </p:cNvPr>
          <p:cNvCxnSpPr/>
          <p:nvPr/>
        </p:nvCxnSpPr>
        <p:spPr>
          <a:xfrm rot="10800000" flipV="1">
            <a:off x="7989731" y="4745900"/>
            <a:ext cx="12700" cy="952542"/>
          </a:xfrm>
          <a:prstGeom prst="bentConnector3">
            <a:avLst>
              <a:gd name="adj1" fmla="val 1800000"/>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44" name="直接连接符 43">
            <a:extLst>
              <a:ext uri="{FF2B5EF4-FFF2-40B4-BE49-F238E27FC236}">
                <a16:creationId xmlns:a16="http://schemas.microsoft.com/office/drawing/2014/main" id="{5F58B96C-AC65-48F1-BE16-0638AF53CAFD}"/>
              </a:ext>
            </a:extLst>
          </p:cNvPr>
          <p:cNvCxnSpPr>
            <a:cxnSpLocks/>
            <a:stCxn id="11" idx="0"/>
          </p:cNvCxnSpPr>
          <p:nvPr/>
        </p:nvCxnSpPr>
        <p:spPr>
          <a:xfrm>
            <a:off x="7055510" y="5222171"/>
            <a:ext cx="934221" cy="0"/>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49" name="Object32">
            <a:extLst>
              <a:ext uri="{FF2B5EF4-FFF2-40B4-BE49-F238E27FC236}">
                <a16:creationId xmlns:a16="http://schemas.microsoft.com/office/drawing/2014/main" id="{4D692F62-F4B2-4A1D-8DDD-44896F461DCA}"/>
              </a:ext>
            </a:extLst>
          </p:cNvPr>
          <p:cNvSpPr txBox="1"/>
          <p:nvPr/>
        </p:nvSpPr>
        <p:spPr>
          <a:xfrm>
            <a:off x="802634" y="2833992"/>
            <a:ext cx="2967666"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懂业务 懂用户 帮助用户提升操作效率</a:t>
            </a:r>
            <a:endPar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Object32">
            <a:extLst>
              <a:ext uri="{FF2B5EF4-FFF2-40B4-BE49-F238E27FC236}">
                <a16:creationId xmlns:a16="http://schemas.microsoft.com/office/drawing/2014/main" id="{D2CF6E3F-9532-4413-8B6E-15F952AC5351}"/>
              </a:ext>
            </a:extLst>
          </p:cNvPr>
          <p:cNvSpPr txBox="1"/>
          <p:nvPr/>
        </p:nvSpPr>
        <p:spPr>
          <a:xfrm>
            <a:off x="802634" y="3310263"/>
            <a:ext cx="2829133"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TOB</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复杂中后台业务设计方法</a:t>
            </a:r>
          </a:p>
        </p:txBody>
      </p:sp>
      <p:sp>
        <p:nvSpPr>
          <p:cNvPr id="53" name="Object32">
            <a:extLst>
              <a:ext uri="{FF2B5EF4-FFF2-40B4-BE49-F238E27FC236}">
                <a16:creationId xmlns:a16="http://schemas.microsoft.com/office/drawing/2014/main" id="{EB3D9BE5-B2F3-4538-AA23-1761B8E02F9E}"/>
              </a:ext>
            </a:extLst>
          </p:cNvPr>
          <p:cNvSpPr txBox="1"/>
          <p:nvPr/>
        </p:nvSpPr>
        <p:spPr>
          <a:xfrm>
            <a:off x="802634" y="3786534"/>
            <a:ext cx="2829133" cy="18723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分析业务用户</a:t>
            </a: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提炼设计目标</a:t>
            </a:r>
            <a:r>
              <a:rPr kumimoji="0" lang="en-US" altLang="zh-CN"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kumimoji="0" lang="zh-CN" altLang="en-US" sz="10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输出优化方案</a:t>
            </a:r>
          </a:p>
        </p:txBody>
      </p:sp>
      <p:cxnSp>
        <p:nvCxnSpPr>
          <p:cNvPr id="55" name="连接符: 肘形 54">
            <a:extLst>
              <a:ext uri="{FF2B5EF4-FFF2-40B4-BE49-F238E27FC236}">
                <a16:creationId xmlns:a16="http://schemas.microsoft.com/office/drawing/2014/main" id="{1BD20E38-BDEC-456C-832C-A1626C8E32A6}"/>
              </a:ext>
            </a:extLst>
          </p:cNvPr>
          <p:cNvCxnSpPr>
            <a:cxnSpLocks/>
          </p:cNvCxnSpPr>
          <p:nvPr/>
        </p:nvCxnSpPr>
        <p:spPr>
          <a:xfrm rot="10800000" flipH="1" flipV="1">
            <a:off x="3799480" y="2915845"/>
            <a:ext cx="12700" cy="952542"/>
          </a:xfrm>
          <a:prstGeom prst="bentConnector3">
            <a:avLst>
              <a:gd name="adj1" fmla="val 1800000"/>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cxnSp>
        <p:nvCxnSpPr>
          <p:cNvPr id="57" name="直接连接符 56">
            <a:extLst>
              <a:ext uri="{FF2B5EF4-FFF2-40B4-BE49-F238E27FC236}">
                <a16:creationId xmlns:a16="http://schemas.microsoft.com/office/drawing/2014/main" id="{EEA6BCF5-D6ED-470C-A2B8-7E2FCE0CA7DC}"/>
              </a:ext>
            </a:extLst>
          </p:cNvPr>
          <p:cNvCxnSpPr>
            <a:endCxn id="14" idx="2"/>
          </p:cNvCxnSpPr>
          <p:nvPr/>
        </p:nvCxnSpPr>
        <p:spPr>
          <a:xfrm flipV="1">
            <a:off x="3822781" y="3402674"/>
            <a:ext cx="347212" cy="1120"/>
          </a:xfrm>
          <a:prstGeom prst="line">
            <a:avLst/>
          </a:prstGeom>
          <a:noFill/>
          <a:ln w="12700" cap="flat">
            <a:solidFill>
              <a:schemeClr val="accent1">
                <a:lumMod val="100000"/>
              </a:schemeClr>
            </a:solidFill>
            <a:prstDash val="solid"/>
            <a:miter lim="800000"/>
          </a:ln>
          <a:effectLst/>
          <a:sp3d/>
        </p:spPr>
        <p:style>
          <a:lnRef idx="0">
            <a:scrgbClr r="0" g="0" b="0"/>
          </a:lnRef>
          <a:fillRef idx="0">
            <a:scrgbClr r="0" g="0" b="0"/>
          </a:fillRef>
          <a:effectRef idx="0">
            <a:scrgbClr r="0" g="0" b="0"/>
          </a:effectRef>
          <a:fontRef idx="none"/>
        </p:style>
      </p:cxnSp>
      <p:sp>
        <p:nvSpPr>
          <p:cNvPr id="5" name="任意多边形: 形状 77">
            <a:extLst>
              <a:ext uri="{FF2B5EF4-FFF2-40B4-BE49-F238E27FC236}">
                <a16:creationId xmlns:a16="http://schemas.microsoft.com/office/drawing/2014/main" id="{5B17B1F8-2E29-EA2F-E219-C7DFC4809909}"/>
              </a:ext>
            </a:extLst>
          </p:cNvPr>
          <p:cNvSpPr/>
          <p:nvPr/>
        </p:nvSpPr>
        <p:spPr>
          <a:xfrm>
            <a:off x="3569997" y="4728040"/>
            <a:ext cx="1074936" cy="1074936"/>
          </a:xfrm>
          <a:custGeom>
            <a:avLst/>
            <a:gdLst>
              <a:gd name="connsiteX0" fmla="*/ 4182637 w 4182637"/>
              <a:gd name="connsiteY0" fmla="*/ 2091319 h 4182637"/>
              <a:gd name="connsiteX1" fmla="*/ 2091319 w 4182637"/>
              <a:gd name="connsiteY1" fmla="*/ 4182637 h 4182637"/>
              <a:gd name="connsiteX2" fmla="*/ 0 w 4182637"/>
              <a:gd name="connsiteY2" fmla="*/ 2091319 h 4182637"/>
              <a:gd name="connsiteX3" fmla="*/ 2091319 w 4182637"/>
              <a:gd name="connsiteY3" fmla="*/ 0 h 4182637"/>
              <a:gd name="connsiteX4" fmla="*/ 4182637 w 4182637"/>
              <a:gd name="connsiteY4" fmla="*/ 2091319 h 4182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2637" h="4182637">
                <a:moveTo>
                  <a:pt x="4182637" y="2091319"/>
                </a:moveTo>
                <a:cubicBezTo>
                  <a:pt x="4182637" y="3246322"/>
                  <a:pt x="3246322" y="4182637"/>
                  <a:pt x="2091319" y="4182637"/>
                </a:cubicBezTo>
                <a:cubicBezTo>
                  <a:pt x="936315" y="4182637"/>
                  <a:pt x="0" y="3246322"/>
                  <a:pt x="0" y="2091319"/>
                </a:cubicBezTo>
                <a:cubicBezTo>
                  <a:pt x="0" y="936315"/>
                  <a:pt x="936315" y="0"/>
                  <a:pt x="2091319" y="0"/>
                </a:cubicBezTo>
                <a:cubicBezTo>
                  <a:pt x="3246322" y="0"/>
                  <a:pt x="4182637" y="936315"/>
                  <a:pt x="4182637" y="2091319"/>
                </a:cubicBezTo>
                <a:close/>
              </a:path>
            </a:pathLst>
          </a:custGeom>
          <a:gradFill flip="none" rotWithShape="1">
            <a:gsLst>
              <a:gs pos="13000">
                <a:schemeClr val="accent1">
                  <a:lumMod val="100000"/>
                  <a:alpha val="0"/>
                </a:schemeClr>
              </a:gs>
              <a:gs pos="91000">
                <a:schemeClr val="accent1">
                  <a:lumMod val="100000"/>
                  <a:alpha val="10000"/>
                </a:schemeClr>
              </a:gs>
            </a:gsLst>
            <a:lin ang="8100000" scaled="1"/>
            <a:tileRect/>
          </a:gradFill>
          <a:ln w="12700" cap="flat">
            <a:noFill/>
            <a:prstDash val="dash"/>
            <a:miter/>
          </a:ln>
        </p:spPr>
        <p:txBody>
          <a:bodyPr rtlCol="0" anchor="ctr"/>
          <a:lstStyle/>
          <a:p>
            <a:pPr defTabSz="731520"/>
            <a:endParaRPr lang="zh-CN" altLang="en-US" sz="1440">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8ED9D465-C255-6E40-EAEB-69729DC9317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10" name="矩形 9">
            <a:extLst>
              <a:ext uri="{FF2B5EF4-FFF2-40B4-BE49-F238E27FC236}">
                <a16:creationId xmlns:a16="http://schemas.microsoft.com/office/drawing/2014/main" id="{8AF66B44-E766-BED1-B60F-F600602E43F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文本框 12">
            <a:extLst>
              <a:ext uri="{FF2B5EF4-FFF2-40B4-BE49-F238E27FC236}">
                <a16:creationId xmlns:a16="http://schemas.microsoft.com/office/drawing/2014/main" id="{9CDFD74A-5A26-E8DC-A315-2F5FC9F2965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61158637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a:extLst>
              <a:ext uri="{FF2B5EF4-FFF2-40B4-BE49-F238E27FC236}">
                <a16:creationId xmlns:a16="http://schemas.microsoft.com/office/drawing/2014/main" id="{DC84F4F8-8FC6-F9C0-4BEE-5DD64526E3D4}"/>
              </a:ext>
            </a:extLst>
          </p:cNvPr>
          <p:cNvSpPr/>
          <p:nvPr/>
        </p:nvSpPr>
        <p:spPr>
          <a:xfrm rot="8100000" flipH="1">
            <a:off x="1054923"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8" name="矩形: 圆角 7">
            <a:extLst>
              <a:ext uri="{FF2B5EF4-FFF2-40B4-BE49-F238E27FC236}">
                <a16:creationId xmlns:a16="http://schemas.microsoft.com/office/drawing/2014/main" id="{21FFBD57-6F16-B160-3C39-635B394F3C28}"/>
              </a:ext>
            </a:extLst>
          </p:cNvPr>
          <p:cNvSpPr/>
          <p:nvPr/>
        </p:nvSpPr>
        <p:spPr>
          <a:xfrm rot="13500000">
            <a:off x="7652252"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2" name="矩形: 圆角 1">
            <a:extLst>
              <a:ext uri="{FF2B5EF4-FFF2-40B4-BE49-F238E27FC236}">
                <a16:creationId xmlns:a16="http://schemas.microsoft.com/office/drawing/2014/main" id="{AF1879E8-5496-3DC6-96BF-9AF14B5B36CE}"/>
              </a:ext>
            </a:extLst>
          </p:cNvPr>
          <p:cNvSpPr/>
          <p:nvPr/>
        </p:nvSpPr>
        <p:spPr>
          <a:xfrm rot="13500000">
            <a:off x="5728776"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6" name="矩形: 圆角 5">
            <a:extLst>
              <a:ext uri="{FF2B5EF4-FFF2-40B4-BE49-F238E27FC236}">
                <a16:creationId xmlns:a16="http://schemas.microsoft.com/office/drawing/2014/main" id="{06F17203-A23A-97D3-7806-F40F0F26DB01}"/>
              </a:ext>
            </a:extLst>
          </p:cNvPr>
          <p:cNvSpPr/>
          <p:nvPr/>
        </p:nvSpPr>
        <p:spPr>
          <a:xfrm rot="8100000" flipH="1">
            <a:off x="3061348" y="2022704"/>
            <a:ext cx="3456946" cy="3456946"/>
          </a:xfrm>
          <a:prstGeom prst="roundRect">
            <a:avLst>
              <a:gd name="adj" fmla="val 27937"/>
            </a:avLst>
          </a:prstGeom>
          <a:gradFill flip="none" rotWithShape="1">
            <a:gsLst>
              <a:gs pos="39000">
                <a:schemeClr val="accent1">
                  <a:lumMod val="5000"/>
                  <a:lumOff val="95000"/>
                  <a:alpha val="0"/>
                </a:schemeClr>
              </a:gs>
              <a:gs pos="100000">
                <a:schemeClr val="accent1">
                  <a:alpha val="40000"/>
                </a:schemeClr>
              </a:gs>
            </a:gsLst>
            <a:lin ang="8100000" scaled="1"/>
            <a:tileRect/>
          </a:gradFill>
          <a:ln w="12700" cap="flat">
            <a:noFill/>
            <a:prstDash val="sysDash"/>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zh-CN" altLang="en-US" sz="1800" b="0" i="0" u="none" strike="noStrike" cap="none" spc="0" normalizeH="0" baseline="0">
              <a:ln>
                <a:noFill/>
              </a:ln>
              <a:solidFill>
                <a:srgbClr val="000000"/>
              </a:solidFill>
              <a:effectLst/>
              <a:uFillTx/>
              <a:latin typeface="+mj-lt"/>
              <a:ea typeface="+mj-ea"/>
              <a:cs typeface="+mj-cs"/>
              <a:sym typeface="等线"/>
            </a:endParaRPr>
          </a:p>
        </p:txBody>
      </p:sp>
      <p:sp>
        <p:nvSpPr>
          <p:cNvPr id="9" name="椭圆 8">
            <a:extLst>
              <a:ext uri="{FF2B5EF4-FFF2-40B4-BE49-F238E27FC236}">
                <a16:creationId xmlns:a16="http://schemas.microsoft.com/office/drawing/2014/main" id="{934A17B1-B2C6-4D9B-BA62-B9B60976FD18}"/>
              </a:ext>
            </a:extLst>
          </p:cNvPr>
          <p:cNvSpPr/>
          <p:nvPr/>
        </p:nvSpPr>
        <p:spPr>
          <a:xfrm>
            <a:off x="5030276" y="2659512"/>
            <a:ext cx="2183330" cy="2183330"/>
          </a:xfrm>
          <a:prstGeom prst="ellipse">
            <a:avLst/>
          </a:prstGeom>
          <a:solidFill>
            <a:schemeClr val="lt1">
              <a:lumMod val="100000"/>
            </a:schemeClr>
          </a:solidFill>
          <a:ln w="12700" cap="flat">
            <a:solidFill>
              <a:schemeClr val="accent1">
                <a:lumMod val="100000"/>
              </a:schemeClr>
            </a:solidFill>
            <a:prstDash val="sysDash"/>
            <a:miter lim="800000"/>
          </a:ln>
          <a:effectLst>
            <a:outerShdw blurRad="558800" sx="102000" sy="102000" algn="ctr" rotWithShape="0">
              <a:schemeClr val="accent1">
                <a:lumMod val="100000"/>
                <a:alpha val="10000"/>
              </a:schemeClr>
            </a:outerShdw>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hangingPunct="0"/>
            <a:endParaRPr lang="zh-CN" altLang="en-US">
              <a:solidFill>
                <a:srgbClr val="000000"/>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128397B9-0A9F-4607-899E-B246DB4FD830}"/>
              </a:ext>
            </a:extLst>
          </p:cNvPr>
          <p:cNvSpPr/>
          <p:nvPr/>
        </p:nvSpPr>
        <p:spPr>
          <a:xfrm>
            <a:off x="5313198" y="2941627"/>
            <a:ext cx="1619100" cy="1619100"/>
          </a:xfrm>
          <a:prstGeom prst="ellipse">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椭圆 9">
            <a:extLst>
              <a:ext uri="{FF2B5EF4-FFF2-40B4-BE49-F238E27FC236}">
                <a16:creationId xmlns:a16="http://schemas.microsoft.com/office/drawing/2014/main" id="{E31638A8-4DD0-4BEA-87B9-08503074FEC8}"/>
              </a:ext>
            </a:extLst>
          </p:cNvPr>
          <p:cNvSpPr/>
          <p:nvPr/>
        </p:nvSpPr>
        <p:spPr>
          <a:xfrm>
            <a:off x="2818183" y="2941627"/>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Object24">
            <a:extLst>
              <a:ext uri="{FF2B5EF4-FFF2-40B4-BE49-F238E27FC236}">
                <a16:creationId xmlns:a16="http://schemas.microsoft.com/office/drawing/2014/main" id="{2F50DE77-8A09-4520-9ADC-B52B1176137E}"/>
              </a:ext>
            </a:extLst>
          </p:cNvPr>
          <p:cNvSpPr txBox="1"/>
          <p:nvPr/>
        </p:nvSpPr>
        <p:spPr>
          <a:xfrm>
            <a:off x="3047168" y="3552013"/>
            <a:ext cx="1161130" cy="3983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统一性</a:t>
            </a:r>
            <a:endParaRPr lang="en-US" altLang="zh-CN"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 name="椭圆 11">
            <a:extLst>
              <a:ext uri="{FF2B5EF4-FFF2-40B4-BE49-F238E27FC236}">
                <a16:creationId xmlns:a16="http://schemas.microsoft.com/office/drawing/2014/main" id="{3598DBE1-B4DF-4BEC-B529-324EE2476046}"/>
              </a:ext>
            </a:extLst>
          </p:cNvPr>
          <p:cNvSpPr/>
          <p:nvPr/>
        </p:nvSpPr>
        <p:spPr>
          <a:xfrm>
            <a:off x="7806599" y="2941627"/>
            <a:ext cx="1619100" cy="1619100"/>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Object24">
            <a:extLst>
              <a:ext uri="{FF2B5EF4-FFF2-40B4-BE49-F238E27FC236}">
                <a16:creationId xmlns:a16="http://schemas.microsoft.com/office/drawing/2014/main" id="{08693B1B-E1CB-4406-A294-BF7FE8FA7442}"/>
              </a:ext>
            </a:extLst>
          </p:cNvPr>
          <p:cNvSpPr txBox="1"/>
          <p:nvPr/>
        </p:nvSpPr>
        <p:spPr>
          <a:xfrm>
            <a:off x="8035584" y="3552013"/>
            <a:ext cx="1161130" cy="39832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个性化</a:t>
            </a:r>
            <a:endParaRPr lang="en-US" altLang="zh-CN"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8" name="椭圆 27">
            <a:extLst>
              <a:ext uri="{FF2B5EF4-FFF2-40B4-BE49-F238E27FC236}">
                <a16:creationId xmlns:a16="http://schemas.microsoft.com/office/drawing/2014/main" id="{16EC092D-EC28-4CA7-8CD5-90964EE1913B}"/>
              </a:ext>
            </a:extLst>
          </p:cNvPr>
          <p:cNvSpPr/>
          <p:nvPr/>
        </p:nvSpPr>
        <p:spPr>
          <a:xfrm>
            <a:off x="806828" y="3094141"/>
            <a:ext cx="1314072" cy="1314072"/>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Object24">
            <a:extLst>
              <a:ext uri="{FF2B5EF4-FFF2-40B4-BE49-F238E27FC236}">
                <a16:creationId xmlns:a16="http://schemas.microsoft.com/office/drawing/2014/main" id="{A266BBEF-21D6-4659-9AD3-967762EC58BB}"/>
              </a:ext>
            </a:extLst>
          </p:cNvPr>
          <p:cNvSpPr txBox="1"/>
          <p:nvPr/>
        </p:nvSpPr>
        <p:spPr>
          <a:xfrm>
            <a:off x="992674" y="3371349"/>
            <a:ext cx="942380" cy="75965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共性</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椭圆 29">
            <a:extLst>
              <a:ext uri="{FF2B5EF4-FFF2-40B4-BE49-F238E27FC236}">
                <a16:creationId xmlns:a16="http://schemas.microsoft.com/office/drawing/2014/main" id="{D59A7D5C-355D-4270-BB35-625589644968}"/>
              </a:ext>
            </a:extLst>
          </p:cNvPr>
          <p:cNvSpPr/>
          <p:nvPr/>
        </p:nvSpPr>
        <p:spPr>
          <a:xfrm>
            <a:off x="10018692" y="3094141"/>
            <a:ext cx="1314072" cy="1314072"/>
          </a:xfrm>
          <a:prstGeom prst="ellipse">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Object24">
            <a:extLst>
              <a:ext uri="{FF2B5EF4-FFF2-40B4-BE49-F238E27FC236}">
                <a16:creationId xmlns:a16="http://schemas.microsoft.com/office/drawing/2014/main" id="{1E751DAD-1348-443B-898B-F87AD86714A7}"/>
              </a:ext>
            </a:extLst>
          </p:cNvPr>
          <p:cNvSpPr txBox="1"/>
          <p:nvPr/>
        </p:nvSpPr>
        <p:spPr>
          <a:xfrm>
            <a:off x="10204538" y="3371349"/>
            <a:ext cx="942380" cy="75965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b="0" i="0" u="none" strike="noStrike" kern="0" cap="none" spc="0" normalizeH="0" baseline="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defRPr>
            </a:lvl1pPr>
          </a:lstStyle>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品牌</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a:p>
            <a:r>
              <a:rPr lang="zh-CN" altLang="en-US">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差异</a:t>
            </a:r>
            <a:endParaRPr lang="en-US" altLang="zh-CN"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394B9503-3C81-488C-B925-33330AFBBE92}"/>
              </a:ext>
            </a:extLst>
          </p:cNvPr>
          <p:cNvSpPr/>
          <p:nvPr/>
        </p:nvSpPr>
        <p:spPr>
          <a:xfrm>
            <a:off x="10018692" y="2348862"/>
            <a:ext cx="1314072"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Object32">
            <a:extLst>
              <a:ext uri="{FF2B5EF4-FFF2-40B4-BE49-F238E27FC236}">
                <a16:creationId xmlns:a16="http://schemas.microsoft.com/office/drawing/2014/main" id="{23E1384E-B207-455B-B20B-D1664A2A22BC}"/>
              </a:ext>
            </a:extLst>
          </p:cNvPr>
          <p:cNvSpPr txBox="1"/>
          <p:nvPr/>
        </p:nvSpPr>
        <p:spPr>
          <a:xfrm>
            <a:off x="10152001" y="2425741"/>
            <a:ext cx="1042275"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图形</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B561EB88-84A0-4A20-955D-EBC0903098FD}"/>
              </a:ext>
            </a:extLst>
          </p:cNvPr>
          <p:cNvSpPr/>
          <p:nvPr/>
        </p:nvSpPr>
        <p:spPr>
          <a:xfrm>
            <a:off x="10018692" y="4697143"/>
            <a:ext cx="1314072" cy="378501"/>
          </a:xfrm>
          <a:prstGeom prst="roundRect">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Object32">
            <a:extLst>
              <a:ext uri="{FF2B5EF4-FFF2-40B4-BE49-F238E27FC236}">
                <a16:creationId xmlns:a16="http://schemas.microsoft.com/office/drawing/2014/main" id="{529A34DB-FA68-4E90-BE1A-328FDE9132B6}"/>
              </a:ext>
            </a:extLst>
          </p:cNvPr>
          <p:cNvSpPr txBox="1"/>
          <p:nvPr/>
        </p:nvSpPr>
        <p:spPr>
          <a:xfrm>
            <a:off x="10152001" y="4774022"/>
            <a:ext cx="1042275"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颜色</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A2564495-86D6-4C16-8E42-A27994438922}"/>
              </a:ext>
            </a:extLst>
          </p:cNvPr>
          <p:cNvSpPr/>
          <p:nvPr/>
        </p:nvSpPr>
        <p:spPr>
          <a:xfrm>
            <a:off x="3742583"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Object32">
            <a:extLst>
              <a:ext uri="{FF2B5EF4-FFF2-40B4-BE49-F238E27FC236}">
                <a16:creationId xmlns:a16="http://schemas.microsoft.com/office/drawing/2014/main" id="{D3A4C4D5-3EBC-43B7-9F83-85F4570D2ACF}"/>
              </a:ext>
            </a:extLst>
          </p:cNvPr>
          <p:cNvSpPr txBox="1"/>
          <p:nvPr/>
        </p:nvSpPr>
        <p:spPr>
          <a:xfrm>
            <a:off x="3843714" y="5461771"/>
            <a:ext cx="77563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强延展</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12721822-CCC4-418D-B602-9E8A1BD619D8}"/>
              </a:ext>
            </a:extLst>
          </p:cNvPr>
          <p:cNvSpPr/>
          <p:nvPr/>
        </p:nvSpPr>
        <p:spPr>
          <a:xfrm>
            <a:off x="5002857"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Object32">
            <a:extLst>
              <a:ext uri="{FF2B5EF4-FFF2-40B4-BE49-F238E27FC236}">
                <a16:creationId xmlns:a16="http://schemas.microsoft.com/office/drawing/2014/main" id="{0EFE3F5A-3BE0-4264-A681-1AFD04BB91D0}"/>
              </a:ext>
            </a:extLst>
          </p:cNvPr>
          <p:cNvSpPr txBox="1"/>
          <p:nvPr/>
        </p:nvSpPr>
        <p:spPr>
          <a:xfrm>
            <a:off x="5103988" y="5461771"/>
            <a:ext cx="77563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够简洁</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a:extLst>
              <a:ext uri="{FF2B5EF4-FFF2-40B4-BE49-F238E27FC236}">
                <a16:creationId xmlns:a16="http://schemas.microsoft.com/office/drawing/2014/main" id="{8F4D5EFB-0AA0-485A-AF09-4E80EFEF6087}"/>
              </a:ext>
            </a:extLst>
          </p:cNvPr>
          <p:cNvSpPr/>
          <p:nvPr/>
        </p:nvSpPr>
        <p:spPr>
          <a:xfrm>
            <a:off x="6263131"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Object32">
            <a:extLst>
              <a:ext uri="{FF2B5EF4-FFF2-40B4-BE49-F238E27FC236}">
                <a16:creationId xmlns:a16="http://schemas.microsoft.com/office/drawing/2014/main" id="{8EDEA246-91C2-4C1F-BF7E-A97ED832AE81}"/>
              </a:ext>
            </a:extLst>
          </p:cNvPr>
          <p:cNvSpPr txBox="1"/>
          <p:nvPr/>
        </p:nvSpPr>
        <p:spPr>
          <a:xfrm>
            <a:off x="6364262" y="5461771"/>
            <a:ext cx="77563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唯一性</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921C0BD1-1E48-4FB8-8F16-307C55193F45}"/>
              </a:ext>
            </a:extLst>
          </p:cNvPr>
          <p:cNvSpPr/>
          <p:nvPr/>
        </p:nvSpPr>
        <p:spPr>
          <a:xfrm>
            <a:off x="7523405" y="5384892"/>
            <a:ext cx="977893" cy="378501"/>
          </a:xfrm>
          <a:prstGeom prst="round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Object32">
            <a:extLst>
              <a:ext uri="{FF2B5EF4-FFF2-40B4-BE49-F238E27FC236}">
                <a16:creationId xmlns:a16="http://schemas.microsoft.com/office/drawing/2014/main" id="{2606AB79-4999-406A-9ABB-296022055198}"/>
              </a:ext>
            </a:extLst>
          </p:cNvPr>
          <p:cNvSpPr txBox="1"/>
          <p:nvPr/>
        </p:nvSpPr>
        <p:spPr>
          <a:xfrm>
            <a:off x="7624536" y="5461771"/>
            <a:ext cx="775630"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高辨识</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a:extLst>
              <a:ext uri="{FF2B5EF4-FFF2-40B4-BE49-F238E27FC236}">
                <a16:creationId xmlns:a16="http://schemas.microsoft.com/office/drawing/2014/main" id="{69C3FB50-4A32-4511-9FD3-6C214CA46EE0}"/>
              </a:ext>
            </a:extLst>
          </p:cNvPr>
          <p:cNvSpPr/>
          <p:nvPr/>
        </p:nvSpPr>
        <p:spPr>
          <a:xfrm>
            <a:off x="3742583" y="5982386"/>
            <a:ext cx="475871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02">
            <a:extLst>
              <a:ext uri="{FF2B5EF4-FFF2-40B4-BE49-F238E27FC236}">
                <a16:creationId xmlns:a16="http://schemas.microsoft.com/office/drawing/2014/main" id="{2736E47B-DF14-4AA4-8D2E-BFCE391A181A}"/>
              </a:ext>
            </a:extLst>
          </p:cNvPr>
          <p:cNvSpPr txBox="1"/>
          <p:nvPr/>
        </p:nvSpPr>
        <p:spPr>
          <a:xfrm>
            <a:off x="5038760" y="6007489"/>
            <a:ext cx="2166360" cy="32829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b="0" i="0" u="none" strike="noStrike" kern="0" cap="none" spc="0" normalizeH="0" baseline="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通用原则</a:t>
            </a:r>
            <a:endParaRPr dirty="0">
              <a:sym typeface="阿里巴巴普惠体 2 45 Light" panose="00020600040101010101" pitchFamily="18" charset="-122"/>
            </a:endParaRPr>
          </a:p>
        </p:txBody>
      </p:sp>
      <p:sp>
        <p:nvSpPr>
          <p:cNvPr id="14" name="矩形 13">
            <a:extLst>
              <a:ext uri="{FF2B5EF4-FFF2-40B4-BE49-F238E27FC236}">
                <a16:creationId xmlns:a16="http://schemas.microsoft.com/office/drawing/2014/main" id="{25321C9A-A5FD-40B1-A6DC-E597F922168A}"/>
              </a:ext>
            </a:extLst>
          </p:cNvPr>
          <p:cNvSpPr/>
          <p:nvPr/>
        </p:nvSpPr>
        <p:spPr>
          <a:xfrm>
            <a:off x="3716642" y="1770521"/>
            <a:ext cx="1289044" cy="378501"/>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Object32">
            <a:extLst>
              <a:ext uri="{FF2B5EF4-FFF2-40B4-BE49-F238E27FC236}">
                <a16:creationId xmlns:a16="http://schemas.microsoft.com/office/drawing/2014/main" id="{D7317FBE-CDB7-4D79-A769-B75CC0624C80}"/>
              </a:ext>
            </a:extLst>
          </p:cNvPr>
          <p:cNvSpPr txBox="1"/>
          <p:nvPr/>
        </p:nvSpPr>
        <p:spPr>
          <a:xfrm>
            <a:off x="3849952" y="1847400"/>
            <a:ext cx="102242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图形</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15">
            <a:extLst>
              <a:ext uri="{FF2B5EF4-FFF2-40B4-BE49-F238E27FC236}">
                <a16:creationId xmlns:a16="http://schemas.microsoft.com/office/drawing/2014/main" id="{AFAD408B-64C3-47F5-90EB-A549B33EA1A2}"/>
              </a:ext>
            </a:extLst>
          </p:cNvPr>
          <p:cNvSpPr/>
          <p:nvPr/>
        </p:nvSpPr>
        <p:spPr>
          <a:xfrm>
            <a:off x="5453350" y="1770521"/>
            <a:ext cx="1289044" cy="378501"/>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Object32">
            <a:extLst>
              <a:ext uri="{FF2B5EF4-FFF2-40B4-BE49-F238E27FC236}">
                <a16:creationId xmlns:a16="http://schemas.microsoft.com/office/drawing/2014/main" id="{A9D525CC-DC3A-4842-9ABE-980BE7E3A6F2}"/>
              </a:ext>
            </a:extLst>
          </p:cNvPr>
          <p:cNvSpPr txBox="1"/>
          <p:nvPr/>
        </p:nvSpPr>
        <p:spPr>
          <a:xfrm>
            <a:off x="5586660" y="1847400"/>
            <a:ext cx="102242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文字</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17">
            <a:extLst>
              <a:ext uri="{FF2B5EF4-FFF2-40B4-BE49-F238E27FC236}">
                <a16:creationId xmlns:a16="http://schemas.microsoft.com/office/drawing/2014/main" id="{54438FD2-F771-441F-BEA9-81891D6816F0}"/>
              </a:ext>
            </a:extLst>
          </p:cNvPr>
          <p:cNvSpPr/>
          <p:nvPr/>
        </p:nvSpPr>
        <p:spPr>
          <a:xfrm>
            <a:off x="7186313" y="1770521"/>
            <a:ext cx="1289044" cy="378501"/>
          </a:xfrm>
          <a:prstGeom prst="rect">
            <a:avLst/>
          </a:pr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Object32">
            <a:extLst>
              <a:ext uri="{FF2B5EF4-FFF2-40B4-BE49-F238E27FC236}">
                <a16:creationId xmlns:a16="http://schemas.microsoft.com/office/drawing/2014/main" id="{19E6566B-3159-4354-A7DF-5E452BD21E19}"/>
              </a:ext>
            </a:extLst>
          </p:cNvPr>
          <p:cNvSpPr txBox="1"/>
          <p:nvPr/>
        </p:nvSpPr>
        <p:spPr>
          <a:xfrm>
            <a:off x="7319623" y="1847400"/>
            <a:ext cx="1022424" cy="22474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wrap="square" lIns="0" tIns="0" rIns="0" bIns="0">
            <a:spAutoFit/>
          </a:bodyPr>
          <a:lstStyle/>
          <a:p>
            <a:pPr marL="0" marR="0" lvl="0" indent="0" algn="ctr" defTabSz="609600" rtl="0" eaLnBrk="1" fontAlgn="auto" latinLnBrk="0" hangingPunct="0">
              <a:lnSpc>
                <a:spcPct val="130000"/>
              </a:lnSpc>
              <a:spcBef>
                <a:spcPts val="400"/>
              </a:spcBef>
              <a:spcAft>
                <a:spcPts val="0"/>
              </a:spcAft>
              <a:buClrTx/>
              <a:buSzTx/>
              <a:buFontTx/>
              <a:buNone/>
              <a:tabLst/>
              <a:defRPr sz="1200" spc="123">
                <a:latin typeface="Microsoft YaHei UI Regular"/>
                <a:ea typeface="Microsoft YaHei UI Regular"/>
                <a:cs typeface="Microsoft YaHei UI Regular"/>
                <a:sym typeface="Microsoft YaHei UI Regular"/>
              </a:defRPr>
            </a:pPr>
            <a:r>
              <a:rPr kumimoji="0" lang="zh-CN" altLang="en-US"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颜色</a:t>
            </a:r>
            <a:endParaRPr kumimoji="0" sz="1200" b="0" i="0" u="none" strike="noStrike" kern="0" cap="none" normalizeH="0" baseline="0" noProof="0" dirty="0">
              <a:ln>
                <a:noFill/>
              </a:ln>
              <a:solidFill>
                <a:schemeClr val="accent1">
                  <a:lumMod val="100000"/>
                </a:schemeClr>
              </a:solidFill>
              <a:effectLst/>
              <a:uLnTx/>
              <a:uFillTx/>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a:extLst>
              <a:ext uri="{FF2B5EF4-FFF2-40B4-BE49-F238E27FC236}">
                <a16:creationId xmlns:a16="http://schemas.microsoft.com/office/drawing/2014/main" id="{E334E92A-22D1-4DDB-9C17-A9B130E5BDB2}"/>
              </a:ext>
            </a:extLst>
          </p:cNvPr>
          <p:cNvSpPr/>
          <p:nvPr/>
        </p:nvSpPr>
        <p:spPr>
          <a:xfrm>
            <a:off x="3716642" y="1235358"/>
            <a:ext cx="4758715" cy="378501"/>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02">
            <a:extLst>
              <a:ext uri="{FF2B5EF4-FFF2-40B4-BE49-F238E27FC236}">
                <a16:creationId xmlns:a16="http://schemas.microsoft.com/office/drawing/2014/main" id="{96DBEEE2-ADB7-44E8-83BF-1A1F8D4C18CA}"/>
              </a:ext>
            </a:extLst>
          </p:cNvPr>
          <p:cNvSpPr txBox="1"/>
          <p:nvPr/>
        </p:nvSpPr>
        <p:spPr>
          <a:xfrm>
            <a:off x="5012819" y="1240680"/>
            <a:ext cx="2166360" cy="36785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defPPr>
              <a:defRPr lang="zh-CN"/>
            </a:defPPr>
            <a:lvl1pPr marR="0" lvl="0" indent="0" algn="ctr" defTabSz="609600" fontAlgn="auto" hangingPunct="0">
              <a:lnSpc>
                <a:spcPct val="120000"/>
              </a:lnSpc>
              <a:spcBef>
                <a:spcPts val="0"/>
              </a:spcBef>
              <a:spcAft>
                <a:spcPts val="0"/>
              </a:spcAft>
              <a:buClrTx/>
              <a:buSzTx/>
              <a:buFontTx/>
              <a:buNone/>
              <a:tabLst/>
              <a:defRPr kumimoji="0" b="0" i="0" u="none" strike="noStrike" kern="0" cap="none" spc="0" normalizeH="0" baseline="0">
                <a:ln>
                  <a:noFill/>
                </a:ln>
                <a:solidFill>
                  <a:schemeClr val="bg1"/>
                </a:solidFill>
                <a:effectLst/>
                <a:uLnTx/>
                <a:uFillTx/>
                <a:latin typeface="阿里巴巴普惠体" panose="00020600040101010101" pitchFamily="18" charset="-122"/>
                <a:ea typeface="阿里巴巴普惠体" panose="00020600040101010101"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认知顺序</a:t>
            </a:r>
            <a:endParaRPr dirty="0">
              <a:sym typeface="阿里巴巴普惠体 2 45 Light" panose="00020600040101010101" pitchFamily="18" charset="-122"/>
            </a:endParaRPr>
          </a:p>
        </p:txBody>
      </p:sp>
      <p:cxnSp>
        <p:nvCxnSpPr>
          <p:cNvPr id="41" name="直接箭头连接符 40">
            <a:extLst>
              <a:ext uri="{FF2B5EF4-FFF2-40B4-BE49-F238E27FC236}">
                <a16:creationId xmlns:a16="http://schemas.microsoft.com/office/drawing/2014/main" id="{ECAFBC3F-A22E-4D67-AEA0-1561E0B6424B}"/>
              </a:ext>
            </a:extLst>
          </p:cNvPr>
          <p:cNvCxnSpPr>
            <a:cxnSpLocks/>
          </p:cNvCxnSpPr>
          <p:nvPr/>
        </p:nvCxnSpPr>
        <p:spPr>
          <a:xfrm>
            <a:off x="7213606" y="3723825"/>
            <a:ext cx="59299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43" name="直接箭头连接符 42">
            <a:extLst>
              <a:ext uri="{FF2B5EF4-FFF2-40B4-BE49-F238E27FC236}">
                <a16:creationId xmlns:a16="http://schemas.microsoft.com/office/drawing/2014/main" id="{EF35FC53-27F7-4AFC-86EE-656BFDC22FF5}"/>
              </a:ext>
            </a:extLst>
          </p:cNvPr>
          <p:cNvCxnSpPr>
            <a:stCxn id="9" idx="2"/>
            <a:endCxn id="10" idx="6"/>
          </p:cNvCxnSpPr>
          <p:nvPr/>
        </p:nvCxnSpPr>
        <p:spPr>
          <a:xfrm flipH="1">
            <a:off x="4437283" y="3751177"/>
            <a:ext cx="59299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45" name="直接箭头连接符 44">
            <a:extLst>
              <a:ext uri="{FF2B5EF4-FFF2-40B4-BE49-F238E27FC236}">
                <a16:creationId xmlns:a16="http://schemas.microsoft.com/office/drawing/2014/main" id="{D8B176EC-6388-4854-A113-C40A9ED4C593}"/>
              </a:ext>
            </a:extLst>
          </p:cNvPr>
          <p:cNvCxnSpPr>
            <a:stCxn id="10" idx="2"/>
            <a:endCxn id="28" idx="6"/>
          </p:cNvCxnSpPr>
          <p:nvPr/>
        </p:nvCxnSpPr>
        <p:spPr>
          <a:xfrm flipH="1">
            <a:off x="2120900" y="3751177"/>
            <a:ext cx="69728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47" name="直接箭头连接符 46">
            <a:extLst>
              <a:ext uri="{FF2B5EF4-FFF2-40B4-BE49-F238E27FC236}">
                <a16:creationId xmlns:a16="http://schemas.microsoft.com/office/drawing/2014/main" id="{FE96598D-D2DA-42EF-AC67-3447E8B1DE5E}"/>
              </a:ext>
            </a:extLst>
          </p:cNvPr>
          <p:cNvCxnSpPr>
            <a:stCxn id="12" idx="6"/>
            <a:endCxn id="30" idx="2"/>
          </p:cNvCxnSpPr>
          <p:nvPr/>
        </p:nvCxnSpPr>
        <p:spPr>
          <a:xfrm>
            <a:off x="9425699" y="3751177"/>
            <a:ext cx="592993" cy="0"/>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53" name="直接箭头连接符 52">
            <a:extLst>
              <a:ext uri="{FF2B5EF4-FFF2-40B4-BE49-F238E27FC236}">
                <a16:creationId xmlns:a16="http://schemas.microsoft.com/office/drawing/2014/main" id="{F52C44BA-FF00-488B-A6CF-C9BFD8EC96E5}"/>
              </a:ext>
            </a:extLst>
          </p:cNvPr>
          <p:cNvCxnSpPr/>
          <p:nvPr/>
        </p:nvCxnSpPr>
        <p:spPr>
          <a:xfrm flipV="1">
            <a:off x="6121940" y="2149022"/>
            <a:ext cx="0" cy="501461"/>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55" name="直接箭头连接符 54">
            <a:extLst>
              <a:ext uri="{FF2B5EF4-FFF2-40B4-BE49-F238E27FC236}">
                <a16:creationId xmlns:a16="http://schemas.microsoft.com/office/drawing/2014/main" id="{C858275B-334F-44AD-A7FA-89C83C0244E2}"/>
              </a:ext>
            </a:extLst>
          </p:cNvPr>
          <p:cNvCxnSpPr>
            <a:cxnSpLocks/>
            <a:stCxn id="9" idx="4"/>
            <a:endCxn id="37" idx="0"/>
          </p:cNvCxnSpPr>
          <p:nvPr/>
        </p:nvCxnSpPr>
        <p:spPr>
          <a:xfrm flipH="1">
            <a:off x="6121940" y="4842842"/>
            <a:ext cx="1" cy="1164647"/>
          </a:xfrm>
          <a:prstGeom prst="straightConnector1">
            <a:avLst/>
          </a:prstGeom>
          <a:noFill/>
          <a:ln w="12700" cap="flat">
            <a:solidFill>
              <a:schemeClr val="accent1">
                <a:lumMod val="100000"/>
              </a:schemeClr>
            </a:solidFill>
            <a:prstDash val="dash"/>
            <a:miter lim="800000"/>
            <a:tailEnd type="triangle"/>
          </a:ln>
          <a:effectLst/>
          <a:sp3d/>
        </p:spPr>
        <p:style>
          <a:lnRef idx="0">
            <a:scrgbClr r="0" g="0" b="0"/>
          </a:lnRef>
          <a:fillRef idx="0">
            <a:scrgbClr r="0" g="0" b="0"/>
          </a:fillRef>
          <a:effectRef idx="0">
            <a:scrgbClr r="0" g="0" b="0"/>
          </a:effectRef>
          <a:fontRef idx="none"/>
        </p:style>
      </p:cxnSp>
      <p:cxnSp>
        <p:nvCxnSpPr>
          <p:cNvPr id="57" name="连接符: 肘形 56">
            <a:extLst>
              <a:ext uri="{FF2B5EF4-FFF2-40B4-BE49-F238E27FC236}">
                <a16:creationId xmlns:a16="http://schemas.microsoft.com/office/drawing/2014/main" id="{DE062B53-59DB-4411-B8C3-701C669D4D57}"/>
              </a:ext>
            </a:extLst>
          </p:cNvPr>
          <p:cNvCxnSpPr>
            <a:cxnSpLocks/>
            <a:stCxn id="14" idx="2"/>
            <a:endCxn id="18" idx="2"/>
          </p:cNvCxnSpPr>
          <p:nvPr/>
        </p:nvCxnSpPr>
        <p:spPr>
          <a:xfrm rot="16200000" flipH="1">
            <a:off x="6095999" y="414186"/>
            <a:ext cx="12700" cy="3469671"/>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59" name="连接符: 肘形 58">
            <a:extLst>
              <a:ext uri="{FF2B5EF4-FFF2-40B4-BE49-F238E27FC236}">
                <a16:creationId xmlns:a16="http://schemas.microsoft.com/office/drawing/2014/main" id="{69089416-8365-481D-851E-AEB1F0D48A74}"/>
              </a:ext>
            </a:extLst>
          </p:cNvPr>
          <p:cNvCxnSpPr>
            <a:cxnSpLocks/>
          </p:cNvCxnSpPr>
          <p:nvPr/>
        </p:nvCxnSpPr>
        <p:spPr>
          <a:xfrm rot="5400000" flipH="1" flipV="1">
            <a:off x="6121941" y="3494481"/>
            <a:ext cx="12700" cy="3780822"/>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61" name="连接符: 肘形 60">
            <a:extLst>
              <a:ext uri="{FF2B5EF4-FFF2-40B4-BE49-F238E27FC236}">
                <a16:creationId xmlns:a16="http://schemas.microsoft.com/office/drawing/2014/main" id="{B79F60ED-0152-4D1F-A9FD-DED76A472BF4}"/>
              </a:ext>
            </a:extLst>
          </p:cNvPr>
          <p:cNvCxnSpPr>
            <a:cxnSpLocks/>
          </p:cNvCxnSpPr>
          <p:nvPr/>
        </p:nvCxnSpPr>
        <p:spPr>
          <a:xfrm rot="5400000" flipH="1" flipV="1">
            <a:off x="6121941" y="4754755"/>
            <a:ext cx="12700" cy="1260274"/>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cxnSp>
        <p:nvCxnSpPr>
          <p:cNvPr id="63" name="连接符: 肘形 62">
            <a:extLst>
              <a:ext uri="{FF2B5EF4-FFF2-40B4-BE49-F238E27FC236}">
                <a16:creationId xmlns:a16="http://schemas.microsoft.com/office/drawing/2014/main" id="{A9CA28D7-0BB6-4A79-BB7A-4A4E9D883D53}"/>
              </a:ext>
            </a:extLst>
          </p:cNvPr>
          <p:cNvCxnSpPr/>
          <p:nvPr/>
        </p:nvCxnSpPr>
        <p:spPr>
          <a:xfrm rot="10800000" flipV="1">
            <a:off x="10018692" y="2538112"/>
            <a:ext cx="12700" cy="2348281"/>
          </a:xfrm>
          <a:prstGeom prst="bentConnector3">
            <a:avLst>
              <a:gd name="adj1" fmla="val 1800000"/>
            </a:avLst>
          </a:prstGeom>
          <a:noFill/>
          <a:ln w="12700" cap="flat">
            <a:solidFill>
              <a:schemeClr val="accent1">
                <a:lumMod val="100000"/>
              </a:schemeClr>
            </a:solidFill>
            <a:prstDash val="dash"/>
            <a:miter lim="800000"/>
            <a:headEnd type="triangle"/>
            <a:tailEnd type="triangle"/>
          </a:ln>
          <a:effectLst/>
          <a:sp3d/>
        </p:spPr>
        <p:style>
          <a:lnRef idx="0">
            <a:scrgbClr r="0" g="0" b="0"/>
          </a:lnRef>
          <a:fillRef idx="0">
            <a:scrgbClr r="0" g="0" b="0"/>
          </a:fillRef>
          <a:effectRef idx="0">
            <a:scrgbClr r="0" g="0" b="0"/>
          </a:effectRef>
          <a:fontRef idx="none"/>
        </p:style>
      </p:cxnSp>
      <p:sp>
        <p:nvSpPr>
          <p:cNvPr id="4" name="Object24">
            <a:extLst>
              <a:ext uri="{FF2B5EF4-FFF2-40B4-BE49-F238E27FC236}">
                <a16:creationId xmlns:a16="http://schemas.microsoft.com/office/drawing/2014/main" id="{A9828EB2-0023-4532-AE48-C549F77E6B38}"/>
              </a:ext>
            </a:extLst>
          </p:cNvPr>
          <p:cNvSpPr txBox="1"/>
          <p:nvPr/>
        </p:nvSpPr>
        <p:spPr>
          <a:xfrm>
            <a:off x="5542183" y="3283182"/>
            <a:ext cx="1161130" cy="93599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4="http://schemas.microsoft.com/office/powerpoint/2010/main" xmlns:a16="http://schemas.microsoft.com/office/drawing/2014/main" xmlns="" val="1"/>
            </a:ext>
          </a:extLst>
        </p:spPr>
        <p:txBody>
          <a:bodyPr lIns="0" tIns="0" rIns="0" bIns="0" anchor="ctr">
            <a:noAutofit/>
          </a:bodyPr>
          <a:lstStyle>
            <a:lvl1pPr defTabSz="609600">
              <a:lnSpc>
                <a:spcPts val="2300"/>
              </a:lnSpc>
              <a:defRPr sz="2000" b="1">
                <a:latin typeface="Microsoft YaHei UI Bold"/>
                <a:ea typeface="Microsoft YaHei UI Bold"/>
                <a:cs typeface="Microsoft YaHei UI Bold"/>
                <a:sym typeface="Microsoft YaHei UI Bold"/>
              </a:defRPr>
            </a:lvl1pPr>
          </a:lstStyle>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频道</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marL="0" marR="0" lvl="0" indent="0" algn="ctr" defTabSz="609600" rtl="0" eaLnBrk="1" fontAlgn="auto" latinLnBrk="0" hangingPunct="0">
              <a:lnSpc>
                <a:spcPct val="120000"/>
              </a:lnSpc>
              <a:spcBef>
                <a:spcPts val="0"/>
              </a:spcBef>
              <a:spcAft>
                <a:spcPts val="0"/>
              </a:spcAft>
              <a:buClrTx/>
              <a:buSzTx/>
              <a:buFontTx/>
              <a:buNone/>
              <a:tabLst/>
              <a:defRPr/>
            </a:pPr>
            <a:r>
              <a:rPr kumimoji="0" lang="zh-CN" altLang="en-US"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a:t>
            </a:r>
            <a:endParaRPr kumimoji="0" lang="en-US" altLang="zh-CN" sz="2400" b="0" i="0" u="none" strike="noStrike" kern="0" cap="none" spc="0" normalizeH="0" baseline="0" noProof="0" dirty="0">
              <a:ln>
                <a:noFill/>
              </a:ln>
              <a:solidFill>
                <a:schemeClr val="accent1">
                  <a:lumMod val="100000"/>
                </a:schemeClr>
              </a:solidFill>
              <a:effectLst/>
              <a:uLnTx/>
              <a:uFillTx/>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E3D53675-7D1E-C26A-CCF6-F0D7E02C48BE}"/>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0" name="矩形 39">
            <a:extLst>
              <a:ext uri="{FF2B5EF4-FFF2-40B4-BE49-F238E27FC236}">
                <a16:creationId xmlns:a16="http://schemas.microsoft.com/office/drawing/2014/main" id="{F9B90358-9340-097E-28D9-E6F66BB7102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文本框 41">
            <a:extLst>
              <a:ext uri="{FF2B5EF4-FFF2-40B4-BE49-F238E27FC236}">
                <a16:creationId xmlns:a16="http://schemas.microsoft.com/office/drawing/2014/main" id="{F8CC5820-CDC9-4D4A-411E-FF32596C63C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3785359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单圆角 6">
            <a:extLst>
              <a:ext uri="{FF2B5EF4-FFF2-40B4-BE49-F238E27FC236}">
                <a16:creationId xmlns:a16="http://schemas.microsoft.com/office/drawing/2014/main" id="{45FAE927-03AE-D86A-30E9-2F8A90D73F02}"/>
              </a:ext>
            </a:extLst>
          </p:cNvPr>
          <p:cNvSpPr/>
          <p:nvPr/>
        </p:nvSpPr>
        <p:spPr>
          <a:xfrm flipV="1">
            <a:off x="0" y="0"/>
            <a:ext cx="12192000" cy="3695700"/>
          </a:xfrm>
          <a:prstGeom prst="round1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0" name="任意多边形: 形状 39">
            <a:extLst>
              <a:ext uri="{FF2B5EF4-FFF2-40B4-BE49-F238E27FC236}">
                <a16:creationId xmlns:a16="http://schemas.microsoft.com/office/drawing/2014/main" id="{819200C7-8EEB-2618-FD15-0092B11533FB}"/>
              </a:ext>
            </a:extLst>
          </p:cNvPr>
          <p:cNvSpPr/>
          <p:nvPr/>
        </p:nvSpPr>
        <p:spPr>
          <a:xfrm>
            <a:off x="2517775"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1" name="任意多边形: 形状 40">
            <a:extLst>
              <a:ext uri="{FF2B5EF4-FFF2-40B4-BE49-F238E27FC236}">
                <a16:creationId xmlns:a16="http://schemas.microsoft.com/office/drawing/2014/main" id="{7721A246-E25F-F9A9-3377-B9D252B45CFF}"/>
              </a:ext>
            </a:extLst>
          </p:cNvPr>
          <p:cNvSpPr/>
          <p:nvPr/>
        </p:nvSpPr>
        <p:spPr>
          <a:xfrm>
            <a:off x="504825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2" name="任意多边形: 形状 41">
            <a:extLst>
              <a:ext uri="{FF2B5EF4-FFF2-40B4-BE49-F238E27FC236}">
                <a16:creationId xmlns:a16="http://schemas.microsoft.com/office/drawing/2014/main" id="{EA7E0D98-9399-3DCB-A805-4F609288E67A}"/>
              </a:ext>
            </a:extLst>
          </p:cNvPr>
          <p:cNvSpPr/>
          <p:nvPr/>
        </p:nvSpPr>
        <p:spPr>
          <a:xfrm>
            <a:off x="687070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3" name="任意多边形: 形状 42">
            <a:extLst>
              <a:ext uri="{FF2B5EF4-FFF2-40B4-BE49-F238E27FC236}">
                <a16:creationId xmlns:a16="http://schemas.microsoft.com/office/drawing/2014/main" id="{4A9B53BB-2EA0-7392-C031-F638ADA98D2F}"/>
              </a:ext>
            </a:extLst>
          </p:cNvPr>
          <p:cNvSpPr/>
          <p:nvPr/>
        </p:nvSpPr>
        <p:spPr>
          <a:xfrm>
            <a:off x="869315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4" name="任意多边形: 形状 43">
            <a:extLst>
              <a:ext uri="{FF2B5EF4-FFF2-40B4-BE49-F238E27FC236}">
                <a16:creationId xmlns:a16="http://schemas.microsoft.com/office/drawing/2014/main" id="{C624C19E-11FB-B1B7-6A6C-B96AE0553C11}"/>
              </a:ext>
            </a:extLst>
          </p:cNvPr>
          <p:cNvSpPr/>
          <p:nvPr/>
        </p:nvSpPr>
        <p:spPr>
          <a:xfrm>
            <a:off x="10515600" y="1930400"/>
            <a:ext cx="6350" cy="1158875"/>
          </a:xfrm>
          <a:custGeom>
            <a:avLst/>
            <a:gdLst>
              <a:gd name="connsiteX0" fmla="*/ 0 w 6350"/>
              <a:gd name="connsiteY0" fmla="*/ 0 h 1158875"/>
              <a:gd name="connsiteX1" fmla="*/ 0 w 6350"/>
              <a:gd name="connsiteY1" fmla="*/ 1158875 h 1158875"/>
            </a:gdLst>
            <a:ahLst/>
            <a:cxnLst>
              <a:cxn ang="0">
                <a:pos x="connsiteX0" y="connsiteY0"/>
              </a:cxn>
              <a:cxn ang="0">
                <a:pos x="connsiteX1" y="connsiteY1"/>
              </a:cxn>
            </a:cxnLst>
            <a:rect l="l" t="t" r="r" b="b"/>
            <a:pathLst>
              <a:path w="6350" h="1158875">
                <a:moveTo>
                  <a:pt x="0" y="0"/>
                </a:moveTo>
                <a:lnTo>
                  <a:pt x="0" y="1158875"/>
                </a:lnTo>
              </a:path>
            </a:pathLst>
          </a:custGeom>
          <a:noFill/>
          <a:ln w="6350" cap="flat">
            <a:solidFill>
              <a:srgbClr val="FFFFFF"/>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2" name="矩形: 圆角 51">
            <a:extLst>
              <a:ext uri="{FF2B5EF4-FFF2-40B4-BE49-F238E27FC236}">
                <a16:creationId xmlns:a16="http://schemas.microsoft.com/office/drawing/2014/main" id="{7470A173-7B7D-40EB-6E78-16F6B65626CC}"/>
              </a:ext>
            </a:extLst>
          </p:cNvPr>
          <p:cNvSpPr/>
          <p:nvPr/>
        </p:nvSpPr>
        <p:spPr>
          <a:xfrm>
            <a:off x="965200" y="4800600"/>
            <a:ext cx="1752600" cy="603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endParaRPr>
          </a:p>
        </p:txBody>
      </p:sp>
      <p:sp>
        <p:nvSpPr>
          <p:cNvPr id="53" name="矩形: 圆角 52">
            <a:extLst>
              <a:ext uri="{FF2B5EF4-FFF2-40B4-BE49-F238E27FC236}">
                <a16:creationId xmlns:a16="http://schemas.microsoft.com/office/drawing/2014/main" id="{AF895317-710B-1559-C555-CA9A3CA112A6}"/>
              </a:ext>
            </a:extLst>
          </p:cNvPr>
          <p:cNvSpPr/>
          <p:nvPr/>
        </p:nvSpPr>
        <p:spPr>
          <a:xfrm>
            <a:off x="983996" y="5578475"/>
            <a:ext cx="1733550" cy="965200"/>
          </a:xfrm>
          <a:prstGeom prst="roundRect">
            <a:avLst>
              <a:gd name="adj" fmla="val 8772"/>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6" name="矩形: 圆角 55">
            <a:extLst>
              <a:ext uri="{FF2B5EF4-FFF2-40B4-BE49-F238E27FC236}">
                <a16:creationId xmlns:a16="http://schemas.microsoft.com/office/drawing/2014/main" id="{E1E63CB5-3689-5F5F-E153-095C62369992}"/>
              </a:ext>
            </a:extLst>
          </p:cNvPr>
          <p:cNvSpPr/>
          <p:nvPr/>
        </p:nvSpPr>
        <p:spPr>
          <a:xfrm>
            <a:off x="9747250" y="4800600"/>
            <a:ext cx="1752600" cy="60325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7" name="矩形: 圆角 56">
            <a:extLst>
              <a:ext uri="{FF2B5EF4-FFF2-40B4-BE49-F238E27FC236}">
                <a16:creationId xmlns:a16="http://schemas.microsoft.com/office/drawing/2014/main" id="{8C949C1D-6CE0-15A0-37D2-328070F05DA1}"/>
              </a:ext>
            </a:extLst>
          </p:cNvPr>
          <p:cNvSpPr/>
          <p:nvPr/>
        </p:nvSpPr>
        <p:spPr>
          <a:xfrm>
            <a:off x="9763125" y="5578475"/>
            <a:ext cx="1733550" cy="965200"/>
          </a:xfrm>
          <a:prstGeom prst="roundRect">
            <a:avLst>
              <a:gd name="adj" fmla="val 8334"/>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0" name="矩形: 圆角 59">
            <a:extLst>
              <a:ext uri="{FF2B5EF4-FFF2-40B4-BE49-F238E27FC236}">
                <a16:creationId xmlns:a16="http://schemas.microsoft.com/office/drawing/2014/main" id="{30583FC1-F248-373D-93F1-5F2E04381297}"/>
              </a:ext>
            </a:extLst>
          </p:cNvPr>
          <p:cNvSpPr/>
          <p:nvPr/>
        </p:nvSpPr>
        <p:spPr>
          <a:xfrm>
            <a:off x="3892550" y="4800600"/>
            <a:ext cx="1752600" cy="60325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1" name="矩形: 圆角 60">
            <a:extLst>
              <a:ext uri="{FF2B5EF4-FFF2-40B4-BE49-F238E27FC236}">
                <a16:creationId xmlns:a16="http://schemas.microsoft.com/office/drawing/2014/main" id="{6A2DC836-20CD-6DD2-5726-0E6C305C0B29}"/>
              </a:ext>
            </a:extLst>
          </p:cNvPr>
          <p:cNvSpPr/>
          <p:nvPr/>
        </p:nvSpPr>
        <p:spPr>
          <a:xfrm>
            <a:off x="3908425" y="5578475"/>
            <a:ext cx="1733550" cy="965200"/>
          </a:xfrm>
          <a:prstGeom prst="roundRect">
            <a:avLst>
              <a:gd name="adj" fmla="val 7018"/>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4" name="矩形: 圆角 63">
            <a:extLst>
              <a:ext uri="{FF2B5EF4-FFF2-40B4-BE49-F238E27FC236}">
                <a16:creationId xmlns:a16="http://schemas.microsoft.com/office/drawing/2014/main" id="{E5AB2969-37E3-5A41-9700-7A23F90168B1}"/>
              </a:ext>
            </a:extLst>
          </p:cNvPr>
          <p:cNvSpPr/>
          <p:nvPr/>
        </p:nvSpPr>
        <p:spPr>
          <a:xfrm>
            <a:off x="6819900" y="4800600"/>
            <a:ext cx="1752600" cy="603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endParaRPr>
          </a:p>
        </p:txBody>
      </p:sp>
      <p:sp>
        <p:nvSpPr>
          <p:cNvPr id="65" name="矩形: 圆角 64">
            <a:extLst>
              <a:ext uri="{FF2B5EF4-FFF2-40B4-BE49-F238E27FC236}">
                <a16:creationId xmlns:a16="http://schemas.microsoft.com/office/drawing/2014/main" id="{3DFB6A32-1978-64C5-FC3D-03FEC2AC724E}"/>
              </a:ext>
            </a:extLst>
          </p:cNvPr>
          <p:cNvSpPr/>
          <p:nvPr/>
        </p:nvSpPr>
        <p:spPr>
          <a:xfrm>
            <a:off x="6835775" y="5578475"/>
            <a:ext cx="1733550" cy="965200"/>
          </a:xfrm>
          <a:prstGeom prst="roundRect">
            <a:avLst>
              <a:gd name="adj" fmla="val 9211"/>
            </a:avLst>
          </a:prstGeom>
          <a:solidFill>
            <a:srgbClr val="F9F9F9"/>
          </a:solidFill>
          <a:ln w="6350" cap="flat">
            <a:solidFill>
              <a:srgbClr val="D9D9D9"/>
            </a:solidFill>
            <a:custDash>
              <a:ds d="300000" sp="300000"/>
            </a:custDash>
            <a:miter/>
          </a:ln>
        </p:spPr>
        <p:txBody>
          <a:bodyPr rtlCol="0" anchor="ctr"/>
          <a:lstStyle/>
          <a:p>
            <a:endParaRPr lang="en-US">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8" name="文本框 67">
            <a:extLst>
              <a:ext uri="{FF2B5EF4-FFF2-40B4-BE49-F238E27FC236}">
                <a16:creationId xmlns:a16="http://schemas.microsoft.com/office/drawing/2014/main" id="{930E467A-8A36-2691-2FC1-697FC25E2B8A}"/>
              </a:ext>
            </a:extLst>
          </p:cNvPr>
          <p:cNvSpPr txBox="1"/>
          <p:nvPr/>
        </p:nvSpPr>
        <p:spPr>
          <a:xfrm>
            <a:off x="891133" y="3971052"/>
            <a:ext cx="1005403" cy="338554"/>
          </a:xfrm>
          <a:prstGeom prst="rect">
            <a:avLst/>
          </a:prstGeom>
          <a:noFill/>
        </p:spPr>
        <p:txBody>
          <a:bodyPr wrap="none" rtlCol="0" anchor="b">
            <a:spAutoFit/>
          </a:bodyPr>
          <a:lstStyle/>
          <a:p>
            <a:r>
              <a:rPr lang="zh-CN" altLang="en-US" sz="1600" dirty="0">
                <a:solidFill>
                  <a:srgbClr val="221B44"/>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痛点总结</a:t>
            </a:r>
            <a:endParaRPr lang="en-US" sz="1600" dirty="0">
              <a:solidFill>
                <a:srgbClr val="221B44"/>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69" name="文本框 68">
            <a:extLst>
              <a:ext uri="{FF2B5EF4-FFF2-40B4-BE49-F238E27FC236}">
                <a16:creationId xmlns:a16="http://schemas.microsoft.com/office/drawing/2014/main" id="{FB6BD6A7-5C1C-8916-DC72-D3605467296F}"/>
              </a:ext>
            </a:extLst>
          </p:cNvPr>
          <p:cNvSpPr txBox="1"/>
          <p:nvPr/>
        </p:nvSpPr>
        <p:spPr>
          <a:xfrm>
            <a:off x="891133" y="4294762"/>
            <a:ext cx="1478290" cy="246221"/>
          </a:xfrm>
          <a:prstGeom prst="rect">
            <a:avLst/>
          </a:prstGeom>
          <a:noFill/>
        </p:spPr>
        <p:txBody>
          <a:bodyPr wrap="none" rtlCol="0">
            <a:spAutoFit/>
          </a:bodyPr>
          <a:lstStyle/>
          <a:p>
            <a:r>
              <a:rPr lang="en-US" altLang="zh-CN" sz="10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PAIN POINT SUMMARY</a:t>
            </a:r>
            <a:endParaRPr lang="en-US" sz="10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0" name="文本框 69">
            <a:extLst>
              <a:ext uri="{FF2B5EF4-FFF2-40B4-BE49-F238E27FC236}">
                <a16:creationId xmlns:a16="http://schemas.microsoft.com/office/drawing/2014/main" id="{7FB281BF-C8A3-0860-B859-B8EC66C421F8}"/>
              </a:ext>
            </a:extLst>
          </p:cNvPr>
          <p:cNvSpPr txBox="1"/>
          <p:nvPr/>
        </p:nvSpPr>
        <p:spPr>
          <a:xfrm>
            <a:off x="1364448" y="4940643"/>
            <a:ext cx="954107" cy="323165"/>
          </a:xfrm>
          <a:prstGeom prst="rect">
            <a:avLst/>
          </a:prstGeom>
          <a:noFill/>
        </p:spPr>
        <p:txBody>
          <a:bodyPr wrap="non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财源广进</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1" name="文本框 70">
            <a:extLst>
              <a:ext uri="{FF2B5EF4-FFF2-40B4-BE49-F238E27FC236}">
                <a16:creationId xmlns:a16="http://schemas.microsoft.com/office/drawing/2014/main" id="{D2436518-22DC-1A9F-DBB3-B46045BBB829}"/>
              </a:ext>
            </a:extLst>
          </p:cNvPr>
          <p:cNvSpPr txBox="1"/>
          <p:nvPr/>
        </p:nvSpPr>
        <p:spPr>
          <a:xfrm>
            <a:off x="4189187" y="4940643"/>
            <a:ext cx="1159326" cy="323165"/>
          </a:xfrm>
          <a:prstGeom prst="rect">
            <a:avLst/>
          </a:prstGeom>
          <a:noFill/>
        </p:spPr>
        <p:txBody>
          <a:bodyPr wrap="squar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万事如意</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2" name="文本框 71">
            <a:extLst>
              <a:ext uri="{FF2B5EF4-FFF2-40B4-BE49-F238E27FC236}">
                <a16:creationId xmlns:a16="http://schemas.microsoft.com/office/drawing/2014/main" id="{C657D704-1B1E-AEB4-4E4B-DB526FC2630E}"/>
              </a:ext>
            </a:extLst>
          </p:cNvPr>
          <p:cNvSpPr txBox="1"/>
          <p:nvPr/>
        </p:nvSpPr>
        <p:spPr>
          <a:xfrm>
            <a:off x="7098496" y="4940643"/>
            <a:ext cx="1195408" cy="323165"/>
          </a:xfrm>
          <a:prstGeom prst="rect">
            <a:avLst/>
          </a:prstGeom>
          <a:noFill/>
        </p:spPr>
        <p:txBody>
          <a:bodyPr wrap="squar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开门大吉</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3" name="文本框 72">
            <a:extLst>
              <a:ext uri="{FF2B5EF4-FFF2-40B4-BE49-F238E27FC236}">
                <a16:creationId xmlns:a16="http://schemas.microsoft.com/office/drawing/2014/main" id="{340A1BE0-E4CB-17C6-7903-8A16FA9204B4}"/>
              </a:ext>
            </a:extLst>
          </p:cNvPr>
          <p:cNvSpPr txBox="1"/>
          <p:nvPr/>
        </p:nvSpPr>
        <p:spPr>
          <a:xfrm>
            <a:off x="10146499" y="4940643"/>
            <a:ext cx="954107" cy="323165"/>
          </a:xfrm>
          <a:prstGeom prst="rect">
            <a:avLst/>
          </a:prstGeom>
          <a:noFill/>
        </p:spPr>
        <p:txBody>
          <a:bodyPr wrap="none" rtlCol="0" anchor="ctr">
            <a:spAutoFit/>
          </a:bodyPr>
          <a:lstStyle/>
          <a:p>
            <a:pPr algn="ctr"/>
            <a:r>
              <a:rPr lang="zh-CN" alt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吉祥如意</a:t>
            </a:r>
            <a:endParaRPr lang="en-US" sz="15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74" name="文本框 73">
            <a:extLst>
              <a:ext uri="{FF2B5EF4-FFF2-40B4-BE49-F238E27FC236}">
                <a16:creationId xmlns:a16="http://schemas.microsoft.com/office/drawing/2014/main" id="{A506A4DD-DA30-2F51-4687-BB934083E9AF}"/>
              </a:ext>
            </a:extLst>
          </p:cNvPr>
          <p:cNvSpPr txBox="1"/>
          <p:nvPr/>
        </p:nvSpPr>
        <p:spPr>
          <a:xfrm>
            <a:off x="1113837" y="5663467"/>
            <a:ext cx="1473867" cy="764312"/>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直播内容未分区展示用户很难快速找到自己感兴趣的直播内容</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5" name="文本框 74">
            <a:extLst>
              <a:ext uri="{FF2B5EF4-FFF2-40B4-BE49-F238E27FC236}">
                <a16:creationId xmlns:a16="http://schemas.microsoft.com/office/drawing/2014/main" id="{991CC346-765F-502F-69AD-5063626F7A8F}"/>
              </a:ext>
            </a:extLst>
          </p:cNvPr>
          <p:cNvSpPr txBox="1"/>
          <p:nvPr/>
        </p:nvSpPr>
        <p:spPr>
          <a:xfrm>
            <a:off x="3970171" y="5794336"/>
            <a:ext cx="1610059" cy="533479"/>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平台直播用户量较低现用户对平台直播粘性不强存</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6" name="文本框 75">
            <a:extLst>
              <a:ext uri="{FF2B5EF4-FFF2-40B4-BE49-F238E27FC236}">
                <a16:creationId xmlns:a16="http://schemas.microsoft.com/office/drawing/2014/main" id="{F27FAA3B-D092-A0C1-089A-3A47B5E3F8A9}"/>
              </a:ext>
            </a:extLst>
          </p:cNvPr>
          <p:cNvSpPr txBox="1"/>
          <p:nvPr/>
        </p:nvSpPr>
        <p:spPr>
          <a:xfrm>
            <a:off x="6903871" y="5794336"/>
            <a:ext cx="1603709" cy="533479"/>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区别与其他直播平台平台用户对刷礼物不太敏感</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7" name="文本框 76">
            <a:extLst>
              <a:ext uri="{FF2B5EF4-FFF2-40B4-BE49-F238E27FC236}">
                <a16:creationId xmlns:a16="http://schemas.microsoft.com/office/drawing/2014/main" id="{6E9278C6-61FB-E93C-7DBD-F1E7AC76FDA8}"/>
              </a:ext>
            </a:extLst>
          </p:cNvPr>
          <p:cNvSpPr txBox="1"/>
          <p:nvPr/>
        </p:nvSpPr>
        <p:spPr>
          <a:xfrm>
            <a:off x="9886616" y="5663467"/>
            <a:ext cx="1473867" cy="764312"/>
          </a:xfrm>
          <a:prstGeom prst="rect">
            <a:avLst/>
          </a:prstGeom>
          <a:noFill/>
        </p:spPr>
        <p:txBody>
          <a:bodyPr wrap="square" rtlCol="0">
            <a:spAutoFit/>
          </a:bodyPr>
          <a:lstStyle/>
          <a:p>
            <a:pPr>
              <a:lnSpc>
                <a:spcPct val="150000"/>
              </a:lnSpc>
            </a:pPr>
            <a:r>
              <a:rPr lang="zh-CN" alt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直播内容未分区展示用户很难快速找到自己感兴趣的直播内容</a:t>
            </a:r>
            <a:endParaRPr lang="en-US" sz="1000" dirty="0">
              <a:solidFill>
                <a:schemeClr val="tx1">
                  <a:lumMod val="50000"/>
                  <a:lumOff val="50000"/>
                </a:schemeClr>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1" name="文本框 80">
            <a:extLst>
              <a:ext uri="{FF2B5EF4-FFF2-40B4-BE49-F238E27FC236}">
                <a16:creationId xmlns:a16="http://schemas.microsoft.com/office/drawing/2014/main" id="{5642D442-7840-F95F-55A8-55F935B1A4B9}"/>
              </a:ext>
            </a:extLst>
          </p:cNvPr>
          <p:cNvSpPr txBox="1"/>
          <p:nvPr/>
        </p:nvSpPr>
        <p:spPr>
          <a:xfrm>
            <a:off x="4775200" y="-232440"/>
            <a:ext cx="8794395" cy="2246769"/>
          </a:xfrm>
          <a:prstGeom prst="rect">
            <a:avLst/>
          </a:prstGeom>
          <a:noFill/>
        </p:spPr>
        <p:txBody>
          <a:bodyPr wrap="none" rtlCol="0">
            <a:spAutoFit/>
          </a:bodyPr>
          <a:lstStyle/>
          <a:p>
            <a:r>
              <a:rPr lang="en-US" sz="14000" dirty="0">
                <a:ln>
                  <a:gradFill>
                    <a:gsLst>
                      <a:gs pos="0">
                        <a:schemeClr val="bg1">
                          <a:alpha val="0"/>
                        </a:schemeClr>
                      </a:gs>
                      <a:gs pos="100000">
                        <a:schemeClr val="bg1">
                          <a:alpha val="30000"/>
                        </a:schemeClr>
                      </a:gs>
                    </a:gsLst>
                    <a:lin ang="0" scaled="0"/>
                  </a:gradFill>
                </a:ln>
                <a:gradFill>
                  <a:gsLst>
                    <a:gs pos="0">
                      <a:schemeClr val="bg1">
                        <a:alpha val="10000"/>
                      </a:schemeClr>
                    </a:gs>
                    <a:gs pos="100000">
                      <a:schemeClr val="bg1">
                        <a:alpha val="58000"/>
                      </a:schemeClr>
                    </a:gs>
                  </a:gsLst>
                  <a:lin ang="0" scaled="0"/>
                </a:gradFill>
                <a:latin typeface="阿里巴巴普惠体" panose="00020600040101010101" pitchFamily="18" charset="-122"/>
                <a:ea typeface="阿里巴巴普惠体" panose="00020600040101010101" pitchFamily="18" charset="-122"/>
                <a:cs typeface="阿里巴巴普惠体" panose="00020600040101010101" pitchFamily="18" charset="-122"/>
              </a:rPr>
              <a:t>Prototype</a:t>
            </a:r>
          </a:p>
        </p:txBody>
      </p:sp>
      <p:sp>
        <p:nvSpPr>
          <p:cNvPr id="83" name="文本框 82">
            <a:extLst>
              <a:ext uri="{FF2B5EF4-FFF2-40B4-BE49-F238E27FC236}">
                <a16:creationId xmlns:a16="http://schemas.microsoft.com/office/drawing/2014/main" id="{CD389408-F89A-43FC-FCC8-2B6073E0995B}"/>
              </a:ext>
            </a:extLst>
          </p:cNvPr>
          <p:cNvSpPr txBox="1"/>
          <p:nvPr/>
        </p:nvSpPr>
        <p:spPr>
          <a:xfrm>
            <a:off x="538197"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年年有余</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84" name="文本框 83">
            <a:extLst>
              <a:ext uri="{FF2B5EF4-FFF2-40B4-BE49-F238E27FC236}">
                <a16:creationId xmlns:a16="http://schemas.microsoft.com/office/drawing/2014/main" id="{7340F476-B4B6-E9D2-4977-E4F6D1F9967D}"/>
              </a:ext>
            </a:extLst>
          </p:cNvPr>
          <p:cNvSpPr txBox="1"/>
          <p:nvPr/>
        </p:nvSpPr>
        <p:spPr>
          <a:xfrm>
            <a:off x="540948"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5" name="文本框 84">
            <a:extLst>
              <a:ext uri="{FF2B5EF4-FFF2-40B4-BE49-F238E27FC236}">
                <a16:creationId xmlns:a16="http://schemas.microsoft.com/office/drawing/2014/main" id="{EDAEE904-BA24-A56E-670E-C3995C7983CC}"/>
              </a:ext>
            </a:extLst>
          </p:cNvPr>
          <p:cNvSpPr txBox="1"/>
          <p:nvPr/>
        </p:nvSpPr>
        <p:spPr>
          <a:xfrm>
            <a:off x="540948"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6" name="文本框 85">
            <a:extLst>
              <a:ext uri="{FF2B5EF4-FFF2-40B4-BE49-F238E27FC236}">
                <a16:creationId xmlns:a16="http://schemas.microsoft.com/office/drawing/2014/main" id="{69403C76-9B15-F969-4515-1B83D307C7AE}"/>
              </a:ext>
            </a:extLst>
          </p:cNvPr>
          <p:cNvSpPr txBox="1"/>
          <p:nvPr/>
        </p:nvSpPr>
        <p:spPr>
          <a:xfrm>
            <a:off x="540948"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7" name="文本框 86">
            <a:extLst>
              <a:ext uri="{FF2B5EF4-FFF2-40B4-BE49-F238E27FC236}">
                <a16:creationId xmlns:a16="http://schemas.microsoft.com/office/drawing/2014/main" id="{A8779EA3-F341-21FB-2DEC-5693E5038238}"/>
              </a:ext>
            </a:extLst>
          </p:cNvPr>
          <p:cNvSpPr txBox="1"/>
          <p:nvPr/>
        </p:nvSpPr>
        <p:spPr>
          <a:xfrm>
            <a:off x="1872995" y="2789023"/>
            <a:ext cx="58381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01</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88" name="文本框 87">
            <a:extLst>
              <a:ext uri="{FF2B5EF4-FFF2-40B4-BE49-F238E27FC236}">
                <a16:creationId xmlns:a16="http://schemas.microsoft.com/office/drawing/2014/main" id="{EEEB1CC3-1221-8E02-D32F-A510B2BAF39A}"/>
              </a:ext>
            </a:extLst>
          </p:cNvPr>
          <p:cNvSpPr txBox="1"/>
          <p:nvPr/>
        </p:nvSpPr>
        <p:spPr>
          <a:xfrm>
            <a:off x="4366651" y="2789023"/>
            <a:ext cx="61587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02</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89" name="文本框 88">
            <a:extLst>
              <a:ext uri="{FF2B5EF4-FFF2-40B4-BE49-F238E27FC236}">
                <a16:creationId xmlns:a16="http://schemas.microsoft.com/office/drawing/2014/main" id="{624CC307-A396-16D1-DB1D-391B6727B2F6}"/>
              </a:ext>
            </a:extLst>
          </p:cNvPr>
          <p:cNvSpPr txBox="1"/>
          <p:nvPr/>
        </p:nvSpPr>
        <p:spPr>
          <a:xfrm>
            <a:off x="6182286" y="2789023"/>
            <a:ext cx="619080"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03</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0" name="文本框 89">
            <a:extLst>
              <a:ext uri="{FF2B5EF4-FFF2-40B4-BE49-F238E27FC236}">
                <a16:creationId xmlns:a16="http://schemas.microsoft.com/office/drawing/2014/main" id="{E1C6592C-0EE3-6DB9-A85A-FEAD0AE64AC2}"/>
              </a:ext>
            </a:extLst>
          </p:cNvPr>
          <p:cNvSpPr txBox="1"/>
          <p:nvPr/>
        </p:nvSpPr>
        <p:spPr>
          <a:xfrm>
            <a:off x="8031025" y="2789023"/>
            <a:ext cx="61587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04</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1" name="文本框 90">
            <a:extLst>
              <a:ext uri="{FF2B5EF4-FFF2-40B4-BE49-F238E27FC236}">
                <a16:creationId xmlns:a16="http://schemas.microsoft.com/office/drawing/2014/main" id="{DD8BD7B3-06A2-672B-676C-124E7955B6B1}"/>
              </a:ext>
            </a:extLst>
          </p:cNvPr>
          <p:cNvSpPr txBox="1"/>
          <p:nvPr/>
        </p:nvSpPr>
        <p:spPr>
          <a:xfrm>
            <a:off x="9872183" y="2789023"/>
            <a:ext cx="612668"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05</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2" name="文本框 91">
            <a:extLst>
              <a:ext uri="{FF2B5EF4-FFF2-40B4-BE49-F238E27FC236}">
                <a16:creationId xmlns:a16="http://schemas.microsoft.com/office/drawing/2014/main" id="{BD74D1D4-9C5A-6803-97CF-687E7B3F1EFA}"/>
              </a:ext>
            </a:extLst>
          </p:cNvPr>
          <p:cNvSpPr txBox="1"/>
          <p:nvPr/>
        </p:nvSpPr>
        <p:spPr>
          <a:xfrm>
            <a:off x="11490589" y="2789023"/>
            <a:ext cx="615874" cy="400110"/>
          </a:xfrm>
          <a:prstGeom prst="rect">
            <a:avLst/>
          </a:prstGeom>
          <a:noFill/>
        </p:spPr>
        <p:txBody>
          <a:bodyPr wrap="square" rtlCol="0" anchor="b">
            <a:spAutoFit/>
          </a:bodyPr>
          <a:lstStyle/>
          <a:p>
            <a:pPr algn="r"/>
            <a:r>
              <a:rPr lang="en-US" altLang="zh-CN"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rPr>
              <a:t>06</a:t>
            </a:r>
            <a:endParaRPr lang="en-US" sz="2000" spc="300" dirty="0">
              <a:gradFill>
                <a:gsLst>
                  <a:gs pos="82000">
                    <a:schemeClr val="bg1">
                      <a:alpha val="0"/>
                    </a:schemeClr>
                  </a:gs>
                  <a:gs pos="0">
                    <a:schemeClr val="bg1"/>
                  </a:gs>
                </a:gsLst>
                <a:lin ang="5400000" scaled="0"/>
              </a:gradFill>
              <a:latin typeface="Facon" pitchFamily="2" charset="0"/>
              <a:ea typeface="阿里巴巴普惠体 2.0 45 Light" panose="00020600040101010101" pitchFamily="18" charset="-122"/>
              <a:cs typeface="阿里巴巴普惠体 2.0 45 Light" panose="00020600040101010101" pitchFamily="18" charset="-122"/>
            </a:endParaRPr>
          </a:p>
        </p:txBody>
      </p:sp>
      <p:sp>
        <p:nvSpPr>
          <p:cNvPr id="93" name="文本框 92">
            <a:extLst>
              <a:ext uri="{FF2B5EF4-FFF2-40B4-BE49-F238E27FC236}">
                <a16:creationId xmlns:a16="http://schemas.microsoft.com/office/drawing/2014/main" id="{FC9A5DE5-B29D-0D79-C7C4-647D5CAD1946}"/>
              </a:ext>
            </a:extLst>
          </p:cNvPr>
          <p:cNvSpPr txBox="1"/>
          <p:nvPr/>
        </p:nvSpPr>
        <p:spPr>
          <a:xfrm>
            <a:off x="2957861"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生意兴隆</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94" name="文本框 93">
            <a:extLst>
              <a:ext uri="{FF2B5EF4-FFF2-40B4-BE49-F238E27FC236}">
                <a16:creationId xmlns:a16="http://schemas.microsoft.com/office/drawing/2014/main" id="{79C98FCD-C191-300F-357A-5539E3E8566B}"/>
              </a:ext>
            </a:extLst>
          </p:cNvPr>
          <p:cNvSpPr txBox="1"/>
          <p:nvPr/>
        </p:nvSpPr>
        <p:spPr>
          <a:xfrm>
            <a:off x="2960612"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5" name="文本框 94">
            <a:extLst>
              <a:ext uri="{FF2B5EF4-FFF2-40B4-BE49-F238E27FC236}">
                <a16:creationId xmlns:a16="http://schemas.microsoft.com/office/drawing/2014/main" id="{9AB87A45-2849-4434-45A2-72BFCE355603}"/>
              </a:ext>
            </a:extLst>
          </p:cNvPr>
          <p:cNvSpPr txBox="1"/>
          <p:nvPr/>
        </p:nvSpPr>
        <p:spPr>
          <a:xfrm>
            <a:off x="2960612"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6" name="文本框 95">
            <a:extLst>
              <a:ext uri="{FF2B5EF4-FFF2-40B4-BE49-F238E27FC236}">
                <a16:creationId xmlns:a16="http://schemas.microsoft.com/office/drawing/2014/main" id="{CD1A2C70-66A1-18CC-7CDE-1372BC893442}"/>
              </a:ext>
            </a:extLst>
          </p:cNvPr>
          <p:cNvSpPr txBox="1"/>
          <p:nvPr/>
        </p:nvSpPr>
        <p:spPr>
          <a:xfrm>
            <a:off x="2960612"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7" name="文本框 96">
            <a:extLst>
              <a:ext uri="{FF2B5EF4-FFF2-40B4-BE49-F238E27FC236}">
                <a16:creationId xmlns:a16="http://schemas.microsoft.com/office/drawing/2014/main" id="{43AAF518-4825-5F65-1ACF-36073960B6BE}"/>
              </a:ext>
            </a:extLst>
          </p:cNvPr>
          <p:cNvSpPr txBox="1"/>
          <p:nvPr/>
        </p:nvSpPr>
        <p:spPr>
          <a:xfrm>
            <a:off x="5288799"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财源广进</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98" name="文本框 97">
            <a:extLst>
              <a:ext uri="{FF2B5EF4-FFF2-40B4-BE49-F238E27FC236}">
                <a16:creationId xmlns:a16="http://schemas.microsoft.com/office/drawing/2014/main" id="{3BF9D0B3-B0D3-C069-E8FC-58C9324EEC39}"/>
              </a:ext>
            </a:extLst>
          </p:cNvPr>
          <p:cNvSpPr txBox="1"/>
          <p:nvPr/>
        </p:nvSpPr>
        <p:spPr>
          <a:xfrm>
            <a:off x="5291550"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9" name="文本框 98">
            <a:extLst>
              <a:ext uri="{FF2B5EF4-FFF2-40B4-BE49-F238E27FC236}">
                <a16:creationId xmlns:a16="http://schemas.microsoft.com/office/drawing/2014/main" id="{6AE17D21-5453-A66F-BADA-B13318C9858F}"/>
              </a:ext>
            </a:extLst>
          </p:cNvPr>
          <p:cNvSpPr txBox="1"/>
          <p:nvPr/>
        </p:nvSpPr>
        <p:spPr>
          <a:xfrm>
            <a:off x="5291550"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0" name="文本框 99">
            <a:extLst>
              <a:ext uri="{FF2B5EF4-FFF2-40B4-BE49-F238E27FC236}">
                <a16:creationId xmlns:a16="http://schemas.microsoft.com/office/drawing/2014/main" id="{986752EA-40CD-7787-29AF-05ABF41DE7D9}"/>
              </a:ext>
            </a:extLst>
          </p:cNvPr>
          <p:cNvSpPr txBox="1"/>
          <p:nvPr/>
        </p:nvSpPr>
        <p:spPr>
          <a:xfrm>
            <a:off x="5291550"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1" name="文本框 100">
            <a:extLst>
              <a:ext uri="{FF2B5EF4-FFF2-40B4-BE49-F238E27FC236}">
                <a16:creationId xmlns:a16="http://schemas.microsoft.com/office/drawing/2014/main" id="{9F8A69E8-52EA-6FD2-347E-A74DDC5CDA83}"/>
              </a:ext>
            </a:extLst>
          </p:cNvPr>
          <p:cNvSpPr txBox="1"/>
          <p:nvPr/>
        </p:nvSpPr>
        <p:spPr>
          <a:xfrm>
            <a:off x="7113073"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长命百岁</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102" name="文本框 101">
            <a:extLst>
              <a:ext uri="{FF2B5EF4-FFF2-40B4-BE49-F238E27FC236}">
                <a16:creationId xmlns:a16="http://schemas.microsoft.com/office/drawing/2014/main" id="{7F99A422-499C-2642-FC71-4F3A376C4969}"/>
              </a:ext>
            </a:extLst>
          </p:cNvPr>
          <p:cNvSpPr txBox="1"/>
          <p:nvPr/>
        </p:nvSpPr>
        <p:spPr>
          <a:xfrm>
            <a:off x="7115824"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3" name="文本框 102">
            <a:extLst>
              <a:ext uri="{FF2B5EF4-FFF2-40B4-BE49-F238E27FC236}">
                <a16:creationId xmlns:a16="http://schemas.microsoft.com/office/drawing/2014/main" id="{5BC82DAA-DE0D-009B-575F-2219F9EB9033}"/>
              </a:ext>
            </a:extLst>
          </p:cNvPr>
          <p:cNvSpPr txBox="1"/>
          <p:nvPr/>
        </p:nvSpPr>
        <p:spPr>
          <a:xfrm>
            <a:off x="7115824"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4" name="文本框 103">
            <a:extLst>
              <a:ext uri="{FF2B5EF4-FFF2-40B4-BE49-F238E27FC236}">
                <a16:creationId xmlns:a16="http://schemas.microsoft.com/office/drawing/2014/main" id="{36754CBD-696B-55B8-014F-1DEC671F0D3A}"/>
              </a:ext>
            </a:extLst>
          </p:cNvPr>
          <p:cNvSpPr txBox="1"/>
          <p:nvPr/>
        </p:nvSpPr>
        <p:spPr>
          <a:xfrm>
            <a:off x="7115824"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5" name="文本框 104">
            <a:extLst>
              <a:ext uri="{FF2B5EF4-FFF2-40B4-BE49-F238E27FC236}">
                <a16:creationId xmlns:a16="http://schemas.microsoft.com/office/drawing/2014/main" id="{1C097866-BC9B-B0E6-D835-69040C62BA72}"/>
              </a:ext>
            </a:extLst>
          </p:cNvPr>
          <p:cNvSpPr txBox="1"/>
          <p:nvPr/>
        </p:nvSpPr>
        <p:spPr>
          <a:xfrm>
            <a:off x="8921730"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福如东海</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106" name="文本框 105">
            <a:extLst>
              <a:ext uri="{FF2B5EF4-FFF2-40B4-BE49-F238E27FC236}">
                <a16:creationId xmlns:a16="http://schemas.microsoft.com/office/drawing/2014/main" id="{F0D08E48-B33D-ACA8-D3F1-04B86BB3C596}"/>
              </a:ext>
            </a:extLst>
          </p:cNvPr>
          <p:cNvSpPr txBox="1"/>
          <p:nvPr/>
        </p:nvSpPr>
        <p:spPr>
          <a:xfrm>
            <a:off x="8924481"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7" name="文本框 106">
            <a:extLst>
              <a:ext uri="{FF2B5EF4-FFF2-40B4-BE49-F238E27FC236}">
                <a16:creationId xmlns:a16="http://schemas.microsoft.com/office/drawing/2014/main" id="{258E758A-3EA5-6A5E-EB1E-6E083D27B023}"/>
              </a:ext>
            </a:extLst>
          </p:cNvPr>
          <p:cNvSpPr txBox="1"/>
          <p:nvPr/>
        </p:nvSpPr>
        <p:spPr>
          <a:xfrm>
            <a:off x="8924481"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8" name="文本框 107">
            <a:extLst>
              <a:ext uri="{FF2B5EF4-FFF2-40B4-BE49-F238E27FC236}">
                <a16:creationId xmlns:a16="http://schemas.microsoft.com/office/drawing/2014/main" id="{150123F2-C993-55C8-B318-0BFB8E3FD407}"/>
              </a:ext>
            </a:extLst>
          </p:cNvPr>
          <p:cNvSpPr txBox="1"/>
          <p:nvPr/>
        </p:nvSpPr>
        <p:spPr>
          <a:xfrm>
            <a:off x="8924481"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9" name="文本框 108">
            <a:extLst>
              <a:ext uri="{FF2B5EF4-FFF2-40B4-BE49-F238E27FC236}">
                <a16:creationId xmlns:a16="http://schemas.microsoft.com/office/drawing/2014/main" id="{AFDCC999-E0A2-3748-5D6A-CF69D5FB6CB5}"/>
              </a:ext>
            </a:extLst>
          </p:cNvPr>
          <p:cNvSpPr txBox="1"/>
          <p:nvPr/>
        </p:nvSpPr>
        <p:spPr>
          <a:xfrm>
            <a:off x="10737830" y="1826789"/>
            <a:ext cx="928459" cy="307777"/>
          </a:xfrm>
          <a:prstGeom prst="rect">
            <a:avLst/>
          </a:prstGeom>
          <a:noFill/>
        </p:spPr>
        <p:txBody>
          <a:bodyPr wrap="none" rtlCol="0">
            <a:spAutoFit/>
          </a:bodyPr>
          <a:lstStyle/>
          <a:p>
            <a:r>
              <a:rPr lang="zh-CN" alt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rPr>
              <a:t>寿比南山</a:t>
            </a:r>
            <a:endParaRPr lang="en-US" sz="1400" spc="5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endParaRPr>
          </a:p>
        </p:txBody>
      </p:sp>
      <p:sp>
        <p:nvSpPr>
          <p:cNvPr id="110" name="文本框 109">
            <a:extLst>
              <a:ext uri="{FF2B5EF4-FFF2-40B4-BE49-F238E27FC236}">
                <a16:creationId xmlns:a16="http://schemas.microsoft.com/office/drawing/2014/main" id="{C952FAE7-44E7-9FF3-3E88-AA9CC7ADD988}"/>
              </a:ext>
            </a:extLst>
          </p:cNvPr>
          <p:cNvSpPr txBox="1"/>
          <p:nvPr/>
        </p:nvSpPr>
        <p:spPr>
          <a:xfrm>
            <a:off x="10740581" y="2181592"/>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11" name="文本框 110">
            <a:extLst>
              <a:ext uri="{FF2B5EF4-FFF2-40B4-BE49-F238E27FC236}">
                <a16:creationId xmlns:a16="http://schemas.microsoft.com/office/drawing/2014/main" id="{9DE8F24E-741D-E9E7-2C67-B409D191DB9B}"/>
              </a:ext>
            </a:extLst>
          </p:cNvPr>
          <p:cNvSpPr txBox="1"/>
          <p:nvPr/>
        </p:nvSpPr>
        <p:spPr>
          <a:xfrm>
            <a:off x="10740581" y="2517984"/>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直播公告</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12" name="文本框 111">
            <a:extLst>
              <a:ext uri="{FF2B5EF4-FFF2-40B4-BE49-F238E27FC236}">
                <a16:creationId xmlns:a16="http://schemas.microsoft.com/office/drawing/2014/main" id="{D31FF914-821E-9D61-A24D-9A68083D8504}"/>
              </a:ext>
            </a:extLst>
          </p:cNvPr>
          <p:cNvSpPr txBox="1"/>
          <p:nvPr/>
        </p:nvSpPr>
        <p:spPr>
          <a:xfrm>
            <a:off x="10740581" y="2854376"/>
            <a:ext cx="851515" cy="292388"/>
          </a:xfrm>
          <a:prstGeom prst="rect">
            <a:avLst/>
          </a:prstGeom>
          <a:noFill/>
        </p:spPr>
        <p:txBody>
          <a:bodyPr wrap="none" rtlCol="0">
            <a:spAutoFit/>
          </a:bodyPr>
          <a:lstStyle/>
          <a:p>
            <a:r>
              <a:rPr lang="zh-CN" alt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rPr>
              <a:t>独立探索</a:t>
            </a:r>
            <a:endParaRPr lang="en-US" sz="1300" dirty="0">
              <a:solidFill>
                <a:schemeClr val="bg1"/>
              </a:soli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 name="文本框 4">
            <a:extLst>
              <a:ext uri="{FF2B5EF4-FFF2-40B4-BE49-F238E27FC236}">
                <a16:creationId xmlns:a16="http://schemas.microsoft.com/office/drawing/2014/main" id="{9BC4F2BE-5517-E17B-FECF-A81E04484BA5}"/>
              </a:ext>
            </a:extLst>
          </p:cNvPr>
          <p:cNvSpPr txBox="1"/>
          <p:nvPr/>
        </p:nvSpPr>
        <p:spPr>
          <a:xfrm>
            <a:off x="3420983" y="449020"/>
            <a:ext cx="3153121" cy="461665"/>
          </a:xfrm>
          <a:prstGeom prst="rect">
            <a:avLst/>
          </a:prstGeom>
          <a:noFill/>
        </p:spPr>
        <p:txBody>
          <a:bodyPr wrap="square" rtlCol="0" anchor="ctr">
            <a:spAutoFit/>
          </a:bodyPr>
          <a:lstStyle/>
          <a:p>
            <a:pPr algn="dist"/>
            <a:r>
              <a:rPr lang="en-US" altLang="zh-CN" sz="2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lt1">
                  <a:lumMod val="10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75153E47-7A21-F80B-FAAF-27552A340DD7}"/>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olidFill>
                  <a:schemeClr val="bg1"/>
                </a:solidFill>
                <a:sym typeface="阿里巴巴普惠体 2 45 Light" panose="00020600040101010101" pitchFamily="18" charset="-122"/>
              </a:rPr>
              <a:t>神奇的逻辑图</a:t>
            </a:r>
          </a:p>
        </p:txBody>
      </p:sp>
    </p:spTree>
    <p:extLst>
      <p:ext uri="{BB962C8B-B14F-4D97-AF65-F5344CB8AC3E}">
        <p14:creationId xmlns:p14="http://schemas.microsoft.com/office/powerpoint/2010/main" val="67511847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矩形: 圆角 15">
            <a:extLst>
              <a:ext uri="{FF2B5EF4-FFF2-40B4-BE49-F238E27FC236}">
                <a16:creationId xmlns:a16="http://schemas.microsoft.com/office/drawing/2014/main" id="{6E884460-BC25-42AA-9E7E-1E357BF17B4D}"/>
              </a:ext>
            </a:extLst>
          </p:cNvPr>
          <p:cNvSpPr/>
          <p:nvPr/>
        </p:nvSpPr>
        <p:spPr>
          <a:xfrm>
            <a:off x="1214088" y="3100019"/>
            <a:ext cx="273294" cy="174604"/>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a:extLst>
              <a:ext uri="{FF2B5EF4-FFF2-40B4-BE49-F238E27FC236}">
                <a16:creationId xmlns:a16="http://schemas.microsoft.com/office/drawing/2014/main" id="{237C8CA7-C11F-31E9-4761-CE08005C653B}"/>
              </a:ext>
            </a:extLst>
          </p:cNvPr>
          <p:cNvSpPr/>
          <p:nvPr/>
        </p:nvSpPr>
        <p:spPr>
          <a:xfrm>
            <a:off x="1639220" y="2955785"/>
            <a:ext cx="273294" cy="318843"/>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a:extLst>
              <a:ext uri="{FF2B5EF4-FFF2-40B4-BE49-F238E27FC236}">
                <a16:creationId xmlns:a16="http://schemas.microsoft.com/office/drawing/2014/main" id="{7A3B0CA1-9F9F-22B7-88FE-1B345D261387}"/>
              </a:ext>
            </a:extLst>
          </p:cNvPr>
          <p:cNvSpPr/>
          <p:nvPr/>
        </p:nvSpPr>
        <p:spPr>
          <a:xfrm>
            <a:off x="2064340" y="2735630"/>
            <a:ext cx="273294" cy="538996"/>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圆角 18">
            <a:extLst>
              <a:ext uri="{FF2B5EF4-FFF2-40B4-BE49-F238E27FC236}">
                <a16:creationId xmlns:a16="http://schemas.microsoft.com/office/drawing/2014/main" id="{95896413-643E-4755-95BE-BBD28175BD61}"/>
              </a:ext>
            </a:extLst>
          </p:cNvPr>
          <p:cNvSpPr/>
          <p:nvPr/>
        </p:nvSpPr>
        <p:spPr>
          <a:xfrm>
            <a:off x="2489466" y="2507881"/>
            <a:ext cx="273294" cy="766743"/>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F8970071-7953-E14F-E555-9924EE47B753}"/>
              </a:ext>
            </a:extLst>
          </p:cNvPr>
          <p:cNvSpPr/>
          <p:nvPr/>
        </p:nvSpPr>
        <p:spPr>
          <a:xfrm>
            <a:off x="2914586" y="2196630"/>
            <a:ext cx="273294" cy="1077995"/>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21" name="图形 2">
            <a:extLst>
              <a:ext uri="{FF2B5EF4-FFF2-40B4-BE49-F238E27FC236}">
                <a16:creationId xmlns:a16="http://schemas.microsoft.com/office/drawing/2014/main" id="{7474240D-9B2F-C204-3139-0FFDBB98C4BB}"/>
              </a:ext>
            </a:extLst>
          </p:cNvPr>
          <p:cNvGrpSpPr/>
          <p:nvPr/>
        </p:nvGrpSpPr>
        <p:grpSpPr>
          <a:xfrm>
            <a:off x="4655019" y="1911819"/>
            <a:ext cx="3301060" cy="3301060"/>
            <a:chOff x="4655019" y="1911819"/>
            <a:chExt cx="3301060" cy="3301060"/>
          </a:xfrm>
          <a:effectLst>
            <a:outerShdw blurRad="736600" sx="102000" sy="102000" algn="ctr" rotWithShape="0">
              <a:schemeClr val="accent1">
                <a:alpha val="40000"/>
              </a:schemeClr>
            </a:outerShdw>
          </a:effectLst>
        </p:grpSpPr>
        <p:sp>
          <p:nvSpPr>
            <p:cNvPr id="22" name="任意多边形: 形状 21">
              <a:extLst>
                <a:ext uri="{FF2B5EF4-FFF2-40B4-BE49-F238E27FC236}">
                  <a16:creationId xmlns:a16="http://schemas.microsoft.com/office/drawing/2014/main" id="{0B3C42F4-22B0-B4A5-F9E0-C99B5CFF66CA}"/>
                </a:ext>
              </a:extLst>
            </p:cNvPr>
            <p:cNvSpPr/>
            <p:nvPr/>
          </p:nvSpPr>
          <p:spPr>
            <a:xfrm>
              <a:off x="4655019" y="1911819"/>
              <a:ext cx="3301060" cy="3301060"/>
            </a:xfrm>
            <a:custGeom>
              <a:avLst/>
              <a:gdLst>
                <a:gd name="connsiteX0" fmla="*/ 3301060 w 3301060"/>
                <a:gd name="connsiteY0" fmla="*/ 1650530 h 3301060"/>
                <a:gd name="connsiteX1" fmla="*/ 1650530 w 3301060"/>
                <a:gd name="connsiteY1" fmla="*/ 3301060 h 3301060"/>
                <a:gd name="connsiteX2" fmla="*/ 0 w 3301060"/>
                <a:gd name="connsiteY2" fmla="*/ 1650530 h 3301060"/>
                <a:gd name="connsiteX3" fmla="*/ 1650530 w 3301060"/>
                <a:gd name="connsiteY3" fmla="*/ 0 h 3301060"/>
                <a:gd name="connsiteX4" fmla="*/ 3301060 w 3301060"/>
                <a:gd name="connsiteY4" fmla="*/ 1650530 h 3301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060" h="3301060">
                  <a:moveTo>
                    <a:pt x="3301060" y="1650530"/>
                  </a:moveTo>
                  <a:cubicBezTo>
                    <a:pt x="3301060" y="2562093"/>
                    <a:pt x="2562093" y="3301060"/>
                    <a:pt x="1650530" y="3301060"/>
                  </a:cubicBezTo>
                  <a:cubicBezTo>
                    <a:pt x="738968" y="3301060"/>
                    <a:pt x="0" y="2562093"/>
                    <a:pt x="0" y="1650530"/>
                  </a:cubicBezTo>
                  <a:cubicBezTo>
                    <a:pt x="0" y="738968"/>
                    <a:pt x="738968" y="0"/>
                    <a:pt x="1650530" y="0"/>
                  </a:cubicBezTo>
                  <a:cubicBezTo>
                    <a:pt x="2562093" y="0"/>
                    <a:pt x="3301060" y="738968"/>
                    <a:pt x="3301060" y="165053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111125">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AFC3C1B5-8F8A-FD16-5966-E73A0F700CA0}"/>
                </a:ext>
              </a:extLst>
            </p:cNvPr>
            <p:cNvSpPr/>
            <p:nvPr/>
          </p:nvSpPr>
          <p:spPr>
            <a:xfrm>
              <a:off x="4655019" y="1911819"/>
              <a:ext cx="3301060" cy="3301060"/>
            </a:xfrm>
            <a:custGeom>
              <a:avLst/>
              <a:gdLst>
                <a:gd name="connsiteX0" fmla="*/ 3301060 w 3301060"/>
                <a:gd name="connsiteY0" fmla="*/ 1650530 h 3301060"/>
                <a:gd name="connsiteX1" fmla="*/ 1650530 w 3301060"/>
                <a:gd name="connsiteY1" fmla="*/ 3301060 h 3301060"/>
                <a:gd name="connsiteX2" fmla="*/ 0 w 3301060"/>
                <a:gd name="connsiteY2" fmla="*/ 1650530 h 3301060"/>
                <a:gd name="connsiteX3" fmla="*/ 1650530 w 3301060"/>
                <a:gd name="connsiteY3" fmla="*/ 0 h 3301060"/>
                <a:gd name="connsiteX4" fmla="*/ 3301060 w 3301060"/>
                <a:gd name="connsiteY4" fmla="*/ 1650530 h 3301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060" h="3301060">
                  <a:moveTo>
                    <a:pt x="3301060" y="1650530"/>
                  </a:moveTo>
                  <a:cubicBezTo>
                    <a:pt x="3301060" y="2562093"/>
                    <a:pt x="2562093" y="3301060"/>
                    <a:pt x="1650530" y="3301060"/>
                  </a:cubicBezTo>
                  <a:cubicBezTo>
                    <a:pt x="738968" y="3301060"/>
                    <a:pt x="0" y="2562093"/>
                    <a:pt x="0" y="1650530"/>
                  </a:cubicBezTo>
                  <a:cubicBezTo>
                    <a:pt x="0" y="738968"/>
                    <a:pt x="738968" y="0"/>
                    <a:pt x="1650530" y="0"/>
                  </a:cubicBezTo>
                  <a:cubicBezTo>
                    <a:pt x="2562093" y="0"/>
                    <a:pt x="3301060" y="738968"/>
                    <a:pt x="3301060" y="165053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w="111125">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24" name="任意多边形: 形状 23">
            <a:extLst>
              <a:ext uri="{FF2B5EF4-FFF2-40B4-BE49-F238E27FC236}">
                <a16:creationId xmlns:a16="http://schemas.microsoft.com/office/drawing/2014/main" id="{99A4A6C6-5698-A61E-7177-F9BE10603FA7}"/>
              </a:ext>
            </a:extLst>
          </p:cNvPr>
          <p:cNvSpPr/>
          <p:nvPr/>
        </p:nvSpPr>
        <p:spPr>
          <a:xfrm>
            <a:off x="4508496" y="2621558"/>
            <a:ext cx="1778683" cy="2327556"/>
          </a:xfrm>
          <a:custGeom>
            <a:avLst/>
            <a:gdLst>
              <a:gd name="connsiteX0" fmla="*/ 307172 w 1778683"/>
              <a:gd name="connsiteY0" fmla="*/ 5830 h 2327556"/>
              <a:gd name="connsiteX1" fmla="*/ 254988 w 1778683"/>
              <a:gd name="connsiteY1" fmla="*/ 18067 h 2327556"/>
              <a:gd name="connsiteX2" fmla="*/ 25117 w 1778683"/>
              <a:gd name="connsiteY2" fmla="*/ 1240169 h 2327556"/>
              <a:gd name="connsiteX3" fmla="*/ 643728 w 1778683"/>
              <a:gd name="connsiteY3" fmla="*/ 2318920 h 2327556"/>
              <a:gd name="connsiteX4" fmla="*/ 697030 w 1778683"/>
              <a:gd name="connsiteY4" fmla="*/ 2313331 h 2327556"/>
              <a:gd name="connsiteX5" fmla="*/ 1770307 w 1778683"/>
              <a:gd name="connsiteY5" fmla="*/ 974161 h 2327556"/>
              <a:gd name="connsiteX6" fmla="*/ 1760833 w 1778683"/>
              <a:gd name="connsiteY6" fmla="*/ 918058 h 2327556"/>
              <a:gd name="connsiteX7" fmla="*/ 307172 w 1778683"/>
              <a:gd name="connsiteY7" fmla="*/ 5830 h 232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683" h="2327556">
                <a:moveTo>
                  <a:pt x="307172" y="5830"/>
                </a:moveTo>
                <a:cubicBezTo>
                  <a:pt x="289347" y="-5359"/>
                  <a:pt x="265795" y="7"/>
                  <a:pt x="254988" y="18067"/>
                </a:cubicBezTo>
                <a:cubicBezTo>
                  <a:pt x="35582" y="384722"/>
                  <a:pt x="-46206" y="818027"/>
                  <a:pt x="25117" y="1240169"/>
                </a:cubicBezTo>
                <a:cubicBezTo>
                  <a:pt x="96441" y="1662310"/>
                  <a:pt x="316036" y="2044688"/>
                  <a:pt x="643728" y="2318920"/>
                </a:cubicBezTo>
                <a:cubicBezTo>
                  <a:pt x="659863" y="2332419"/>
                  <a:pt x="683873" y="2329746"/>
                  <a:pt x="697030" y="2313331"/>
                </a:cubicBezTo>
                <a:lnTo>
                  <a:pt x="1770307" y="974161"/>
                </a:lnTo>
                <a:cubicBezTo>
                  <a:pt x="1784556" y="956387"/>
                  <a:pt x="1780124" y="930168"/>
                  <a:pt x="1760833" y="918058"/>
                </a:cubicBezTo>
                <a:lnTo>
                  <a:pt x="307172" y="5830"/>
                </a:lnTo>
                <a:close/>
              </a:path>
            </a:pathLst>
          </a:custGeom>
          <a:solidFill>
            <a:srgbClr val="FFFFFF"/>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9A44D0F8-8E57-DF46-7548-CC25DB879FF4}"/>
              </a:ext>
            </a:extLst>
          </p:cNvPr>
          <p:cNvSpPr/>
          <p:nvPr/>
        </p:nvSpPr>
        <p:spPr>
          <a:xfrm>
            <a:off x="1246797" y="4419987"/>
            <a:ext cx="273294" cy="1040034"/>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7361700D-E0EB-7562-B22A-CD8A94A7CD0C}"/>
              </a:ext>
            </a:extLst>
          </p:cNvPr>
          <p:cNvSpPr/>
          <p:nvPr/>
        </p:nvSpPr>
        <p:spPr>
          <a:xfrm>
            <a:off x="1671923" y="4594593"/>
            <a:ext cx="273294" cy="865428"/>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AFE92091-AD2C-610E-1A16-CC6812114BD4}"/>
              </a:ext>
            </a:extLst>
          </p:cNvPr>
          <p:cNvSpPr/>
          <p:nvPr/>
        </p:nvSpPr>
        <p:spPr>
          <a:xfrm>
            <a:off x="2097049" y="4738827"/>
            <a:ext cx="273294" cy="721194"/>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02CB929E-1F8A-4748-B784-1FE26B3D3F99}"/>
              </a:ext>
            </a:extLst>
          </p:cNvPr>
          <p:cNvSpPr/>
          <p:nvPr/>
        </p:nvSpPr>
        <p:spPr>
          <a:xfrm>
            <a:off x="2522169" y="4852701"/>
            <a:ext cx="273294" cy="607320"/>
          </a:xfrm>
          <a:prstGeom prst="roundRect">
            <a:avLst/>
          </a:pr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659F8CAA-76B4-543F-667B-F306D1625CA2}"/>
              </a:ext>
            </a:extLst>
          </p:cNvPr>
          <p:cNvSpPr/>
          <p:nvPr/>
        </p:nvSpPr>
        <p:spPr>
          <a:xfrm>
            <a:off x="2947295" y="4974164"/>
            <a:ext cx="273294" cy="485856"/>
          </a:xfrm>
          <a:prstGeom prst="roundRect">
            <a:avLst/>
          </a:prstGeom>
          <a:gradFill>
            <a:gsLst>
              <a:gs pos="0">
                <a:schemeClr val="accent1">
                  <a:lumMod val="75000"/>
                </a:schemeClr>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C0D0F9EE-40E0-4921-C395-E6A2E888CCD5}"/>
              </a:ext>
            </a:extLst>
          </p:cNvPr>
          <p:cNvSpPr/>
          <p:nvPr/>
        </p:nvSpPr>
        <p:spPr>
          <a:xfrm>
            <a:off x="8572500" y="1701800"/>
            <a:ext cx="2495550" cy="1054100"/>
          </a:xfrm>
          <a:custGeom>
            <a:avLst/>
            <a:gdLst>
              <a:gd name="connsiteX0" fmla="*/ 2470150 w 2495550"/>
              <a:gd name="connsiteY0" fmla="*/ 0 h 1054100"/>
              <a:gd name="connsiteX1" fmla="*/ 2495550 w 2495550"/>
              <a:gd name="connsiteY1" fmla="*/ 0 h 1054100"/>
              <a:gd name="connsiteX2" fmla="*/ 2495550 w 2495550"/>
              <a:gd name="connsiteY2" fmla="*/ 1054100 h 1054100"/>
              <a:gd name="connsiteX3" fmla="*/ 2470150 w 2495550"/>
              <a:gd name="connsiteY3" fmla="*/ 1054100 h 1054100"/>
              <a:gd name="connsiteX4" fmla="*/ 25400 w 2495550"/>
              <a:gd name="connsiteY4" fmla="*/ 1054100 h 1054100"/>
              <a:gd name="connsiteX5" fmla="*/ 0 w 2495550"/>
              <a:gd name="connsiteY5" fmla="*/ 1054100 h 1054100"/>
              <a:gd name="connsiteX6" fmla="*/ 0 w 2495550"/>
              <a:gd name="connsiteY6" fmla="*/ 0 h 1054100"/>
              <a:gd name="connsiteX7" fmla="*/ 25400 w 2495550"/>
              <a:gd name="connsiteY7"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50" h="1054100">
                <a:moveTo>
                  <a:pt x="2470150" y="0"/>
                </a:moveTo>
                <a:cubicBezTo>
                  <a:pt x="2484178" y="0"/>
                  <a:pt x="2495550" y="0"/>
                  <a:pt x="2495550" y="0"/>
                </a:cubicBezTo>
                <a:lnTo>
                  <a:pt x="2495550" y="1054100"/>
                </a:lnTo>
                <a:cubicBezTo>
                  <a:pt x="2495550" y="1054100"/>
                  <a:pt x="2484178" y="1054100"/>
                  <a:pt x="2470150" y="1054100"/>
                </a:cubicBezTo>
                <a:lnTo>
                  <a:pt x="25400" y="1054100"/>
                </a:lnTo>
                <a:cubicBezTo>
                  <a:pt x="11372" y="1054100"/>
                  <a:pt x="0" y="1054100"/>
                  <a:pt x="0" y="1054100"/>
                </a:cubicBezTo>
                <a:lnTo>
                  <a:pt x="0" y="0"/>
                </a:lnTo>
                <a:cubicBezTo>
                  <a:pt x="0" y="0"/>
                  <a:pt x="11372" y="0"/>
                  <a:pt x="25400" y="0"/>
                </a:cubicBezTo>
                <a:close/>
              </a:path>
            </a:pathLst>
          </a:custGeom>
          <a:solidFill>
            <a:srgbClr val="FFFFFF"/>
          </a:solidFill>
          <a:ln w="6350" cap="flat">
            <a:noFill/>
            <a:prstDash val="solid"/>
            <a:miter/>
          </a:ln>
          <a:effectLst>
            <a:outerShdw blurRad="381000" dist="317500" dir="2700000" sx="90000" sy="90000" algn="tl" rotWithShape="0">
              <a:schemeClr val="accent1">
                <a:lumMod val="50000"/>
                <a:alpha val="18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任意多边形: 形状 46">
            <a:extLst>
              <a:ext uri="{FF2B5EF4-FFF2-40B4-BE49-F238E27FC236}">
                <a16:creationId xmlns:a16="http://schemas.microsoft.com/office/drawing/2014/main" id="{12551758-7FA8-40DF-C234-BBCA572C32FB}"/>
              </a:ext>
            </a:extLst>
          </p:cNvPr>
          <p:cNvSpPr/>
          <p:nvPr/>
        </p:nvSpPr>
        <p:spPr>
          <a:xfrm>
            <a:off x="10280626" y="1911348"/>
            <a:ext cx="222297" cy="422886"/>
          </a:xfrm>
          <a:custGeom>
            <a:avLst/>
            <a:gdLst>
              <a:gd name="connsiteX0" fmla="*/ 127976 w 222297"/>
              <a:gd name="connsiteY0" fmla="*/ 10130 h 422886"/>
              <a:gd name="connsiteX1" fmla="*/ 94321 w 222297"/>
              <a:gd name="connsiteY1" fmla="*/ 10130 h 422886"/>
              <a:gd name="connsiteX2" fmla="*/ 2246 w 222297"/>
              <a:gd name="connsiteY2" fmla="*/ 183771 h 422886"/>
              <a:gd name="connsiteX3" fmla="*/ 19074 w 222297"/>
              <a:gd name="connsiteY3" fmla="*/ 211749 h 422886"/>
              <a:gd name="connsiteX4" fmla="*/ 63651 w 222297"/>
              <a:gd name="connsiteY4" fmla="*/ 211749 h 422886"/>
              <a:gd name="connsiteX5" fmla="*/ 63651 w 222297"/>
              <a:gd name="connsiteY5" fmla="*/ 422886 h 422886"/>
              <a:gd name="connsiteX6" fmla="*/ 152551 w 222297"/>
              <a:gd name="connsiteY6" fmla="*/ 422886 h 422886"/>
              <a:gd name="connsiteX7" fmla="*/ 152551 w 222297"/>
              <a:gd name="connsiteY7" fmla="*/ 211749 h 422886"/>
              <a:gd name="connsiteX8" fmla="*/ 203224 w 222297"/>
              <a:gd name="connsiteY8" fmla="*/ 211749 h 422886"/>
              <a:gd name="connsiteX9" fmla="*/ 220051 w 222297"/>
              <a:gd name="connsiteY9" fmla="*/ 183771 h 422886"/>
              <a:gd name="connsiteX10" fmla="*/ 127976 w 222297"/>
              <a:gd name="connsiteY10" fmla="*/ 10130 h 42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297" h="422886">
                <a:moveTo>
                  <a:pt x="127976" y="10130"/>
                </a:moveTo>
                <a:cubicBezTo>
                  <a:pt x="120865" y="-3377"/>
                  <a:pt x="101497" y="-3377"/>
                  <a:pt x="94321" y="10130"/>
                </a:cubicBezTo>
                <a:lnTo>
                  <a:pt x="2246" y="183771"/>
                </a:lnTo>
                <a:cubicBezTo>
                  <a:pt x="-4484" y="196458"/>
                  <a:pt x="4723" y="211749"/>
                  <a:pt x="19074" y="211749"/>
                </a:cubicBezTo>
                <a:lnTo>
                  <a:pt x="63651" y="211749"/>
                </a:lnTo>
                <a:lnTo>
                  <a:pt x="63651" y="422886"/>
                </a:lnTo>
                <a:lnTo>
                  <a:pt x="152551" y="422886"/>
                </a:lnTo>
                <a:lnTo>
                  <a:pt x="152551" y="211749"/>
                </a:lnTo>
                <a:lnTo>
                  <a:pt x="203224" y="211749"/>
                </a:lnTo>
                <a:cubicBezTo>
                  <a:pt x="217575" y="211749"/>
                  <a:pt x="226782" y="196458"/>
                  <a:pt x="220051" y="183771"/>
                </a:cubicBezTo>
                <a:lnTo>
                  <a:pt x="127976" y="10130"/>
                </a:lnTo>
                <a:close/>
              </a:path>
            </a:pathLst>
          </a:cu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a:extLst>
              <a:ext uri="{FF2B5EF4-FFF2-40B4-BE49-F238E27FC236}">
                <a16:creationId xmlns:a16="http://schemas.microsoft.com/office/drawing/2014/main" id="{61EC2552-1F56-1FB4-5F8B-A5AC55A85EC4}"/>
              </a:ext>
            </a:extLst>
          </p:cNvPr>
          <p:cNvSpPr/>
          <p:nvPr/>
        </p:nvSpPr>
        <p:spPr>
          <a:xfrm>
            <a:off x="8572500" y="3003550"/>
            <a:ext cx="2495550" cy="1054100"/>
          </a:xfrm>
          <a:custGeom>
            <a:avLst/>
            <a:gdLst>
              <a:gd name="connsiteX0" fmla="*/ 2470150 w 2495550"/>
              <a:gd name="connsiteY0" fmla="*/ 0 h 1054100"/>
              <a:gd name="connsiteX1" fmla="*/ 2495550 w 2495550"/>
              <a:gd name="connsiteY1" fmla="*/ 0 h 1054100"/>
              <a:gd name="connsiteX2" fmla="*/ 2495550 w 2495550"/>
              <a:gd name="connsiteY2" fmla="*/ 1054100 h 1054100"/>
              <a:gd name="connsiteX3" fmla="*/ 2470150 w 2495550"/>
              <a:gd name="connsiteY3" fmla="*/ 1054100 h 1054100"/>
              <a:gd name="connsiteX4" fmla="*/ 25400 w 2495550"/>
              <a:gd name="connsiteY4" fmla="*/ 1054100 h 1054100"/>
              <a:gd name="connsiteX5" fmla="*/ 0 w 2495550"/>
              <a:gd name="connsiteY5" fmla="*/ 1054100 h 1054100"/>
              <a:gd name="connsiteX6" fmla="*/ 0 w 2495550"/>
              <a:gd name="connsiteY6" fmla="*/ 0 h 1054100"/>
              <a:gd name="connsiteX7" fmla="*/ 25400 w 2495550"/>
              <a:gd name="connsiteY7"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50" h="1054100">
                <a:moveTo>
                  <a:pt x="2470150" y="0"/>
                </a:moveTo>
                <a:cubicBezTo>
                  <a:pt x="2484178" y="0"/>
                  <a:pt x="2495550" y="0"/>
                  <a:pt x="2495550" y="0"/>
                </a:cubicBezTo>
                <a:lnTo>
                  <a:pt x="2495550" y="1054100"/>
                </a:lnTo>
                <a:cubicBezTo>
                  <a:pt x="2495550" y="1054100"/>
                  <a:pt x="2484178" y="1054100"/>
                  <a:pt x="2470150" y="1054100"/>
                </a:cubicBezTo>
                <a:lnTo>
                  <a:pt x="25400" y="1054100"/>
                </a:lnTo>
                <a:cubicBezTo>
                  <a:pt x="11372" y="1054100"/>
                  <a:pt x="0" y="1054100"/>
                  <a:pt x="0" y="1054100"/>
                </a:cubicBezTo>
                <a:lnTo>
                  <a:pt x="0" y="0"/>
                </a:lnTo>
                <a:cubicBezTo>
                  <a:pt x="0" y="0"/>
                  <a:pt x="11372" y="0"/>
                  <a:pt x="25400" y="0"/>
                </a:cubicBezTo>
                <a:close/>
              </a:path>
            </a:pathLst>
          </a:custGeom>
          <a:solidFill>
            <a:srgbClr val="FFFFFF"/>
          </a:solidFill>
          <a:ln w="6350" cap="flat">
            <a:noFill/>
            <a:prstDash val="solid"/>
            <a:miter/>
          </a:ln>
          <a:effectLst>
            <a:outerShdw blurRad="381000" dist="317500" dir="2700000" sx="90000" sy="90000" algn="tl" rotWithShape="0">
              <a:schemeClr val="accent1">
                <a:lumMod val="50000"/>
                <a:alpha val="18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任意多边形: 形状 51">
            <a:extLst>
              <a:ext uri="{FF2B5EF4-FFF2-40B4-BE49-F238E27FC236}">
                <a16:creationId xmlns:a16="http://schemas.microsoft.com/office/drawing/2014/main" id="{9EBD13D7-978F-D356-7B33-015A05E6CBC5}"/>
              </a:ext>
            </a:extLst>
          </p:cNvPr>
          <p:cNvSpPr/>
          <p:nvPr/>
        </p:nvSpPr>
        <p:spPr>
          <a:xfrm>
            <a:off x="10280626" y="3206748"/>
            <a:ext cx="222297" cy="422886"/>
          </a:xfrm>
          <a:custGeom>
            <a:avLst/>
            <a:gdLst>
              <a:gd name="connsiteX0" fmla="*/ 127976 w 222297"/>
              <a:gd name="connsiteY0" fmla="*/ 10130 h 422886"/>
              <a:gd name="connsiteX1" fmla="*/ 94321 w 222297"/>
              <a:gd name="connsiteY1" fmla="*/ 10130 h 422886"/>
              <a:gd name="connsiteX2" fmla="*/ 2246 w 222297"/>
              <a:gd name="connsiteY2" fmla="*/ 183771 h 422886"/>
              <a:gd name="connsiteX3" fmla="*/ 19074 w 222297"/>
              <a:gd name="connsiteY3" fmla="*/ 211749 h 422886"/>
              <a:gd name="connsiteX4" fmla="*/ 63651 w 222297"/>
              <a:gd name="connsiteY4" fmla="*/ 211749 h 422886"/>
              <a:gd name="connsiteX5" fmla="*/ 63651 w 222297"/>
              <a:gd name="connsiteY5" fmla="*/ 422886 h 422886"/>
              <a:gd name="connsiteX6" fmla="*/ 152551 w 222297"/>
              <a:gd name="connsiteY6" fmla="*/ 422886 h 422886"/>
              <a:gd name="connsiteX7" fmla="*/ 152551 w 222297"/>
              <a:gd name="connsiteY7" fmla="*/ 211749 h 422886"/>
              <a:gd name="connsiteX8" fmla="*/ 203224 w 222297"/>
              <a:gd name="connsiteY8" fmla="*/ 211749 h 422886"/>
              <a:gd name="connsiteX9" fmla="*/ 220051 w 222297"/>
              <a:gd name="connsiteY9" fmla="*/ 183771 h 422886"/>
              <a:gd name="connsiteX10" fmla="*/ 127976 w 222297"/>
              <a:gd name="connsiteY10" fmla="*/ 10130 h 42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297" h="422886">
                <a:moveTo>
                  <a:pt x="127976" y="10130"/>
                </a:moveTo>
                <a:cubicBezTo>
                  <a:pt x="120865" y="-3377"/>
                  <a:pt x="101497" y="-3377"/>
                  <a:pt x="94321" y="10130"/>
                </a:cubicBezTo>
                <a:lnTo>
                  <a:pt x="2246" y="183771"/>
                </a:lnTo>
                <a:cubicBezTo>
                  <a:pt x="-4484" y="196458"/>
                  <a:pt x="4723" y="211749"/>
                  <a:pt x="19074" y="211749"/>
                </a:cubicBezTo>
                <a:lnTo>
                  <a:pt x="63651" y="211749"/>
                </a:lnTo>
                <a:lnTo>
                  <a:pt x="63651" y="422886"/>
                </a:lnTo>
                <a:lnTo>
                  <a:pt x="152551" y="422886"/>
                </a:lnTo>
                <a:lnTo>
                  <a:pt x="152551" y="211749"/>
                </a:lnTo>
                <a:lnTo>
                  <a:pt x="203224" y="211749"/>
                </a:lnTo>
                <a:cubicBezTo>
                  <a:pt x="217575" y="211749"/>
                  <a:pt x="226782" y="196458"/>
                  <a:pt x="220051" y="183771"/>
                </a:cubicBezTo>
                <a:lnTo>
                  <a:pt x="127976" y="10130"/>
                </a:lnTo>
                <a:close/>
              </a:path>
            </a:pathLst>
          </a:cu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a:extLst>
              <a:ext uri="{FF2B5EF4-FFF2-40B4-BE49-F238E27FC236}">
                <a16:creationId xmlns:a16="http://schemas.microsoft.com/office/drawing/2014/main" id="{646ACBC2-676B-1464-6650-F9D135C403B2}"/>
              </a:ext>
            </a:extLst>
          </p:cNvPr>
          <p:cNvSpPr/>
          <p:nvPr/>
        </p:nvSpPr>
        <p:spPr>
          <a:xfrm>
            <a:off x="8572500" y="4305300"/>
            <a:ext cx="2495550" cy="1054100"/>
          </a:xfrm>
          <a:custGeom>
            <a:avLst/>
            <a:gdLst>
              <a:gd name="connsiteX0" fmla="*/ 2470150 w 2495550"/>
              <a:gd name="connsiteY0" fmla="*/ 0 h 1054100"/>
              <a:gd name="connsiteX1" fmla="*/ 2495550 w 2495550"/>
              <a:gd name="connsiteY1" fmla="*/ 0 h 1054100"/>
              <a:gd name="connsiteX2" fmla="*/ 2495550 w 2495550"/>
              <a:gd name="connsiteY2" fmla="*/ 1054100 h 1054100"/>
              <a:gd name="connsiteX3" fmla="*/ 2470150 w 2495550"/>
              <a:gd name="connsiteY3" fmla="*/ 1054100 h 1054100"/>
              <a:gd name="connsiteX4" fmla="*/ 25400 w 2495550"/>
              <a:gd name="connsiteY4" fmla="*/ 1054100 h 1054100"/>
              <a:gd name="connsiteX5" fmla="*/ 0 w 2495550"/>
              <a:gd name="connsiteY5" fmla="*/ 1054100 h 1054100"/>
              <a:gd name="connsiteX6" fmla="*/ 0 w 2495550"/>
              <a:gd name="connsiteY6" fmla="*/ 0 h 1054100"/>
              <a:gd name="connsiteX7" fmla="*/ 25400 w 2495550"/>
              <a:gd name="connsiteY7"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50" h="1054100">
                <a:moveTo>
                  <a:pt x="2470150" y="0"/>
                </a:moveTo>
                <a:cubicBezTo>
                  <a:pt x="2484178" y="0"/>
                  <a:pt x="2495550" y="0"/>
                  <a:pt x="2495550" y="0"/>
                </a:cubicBezTo>
                <a:lnTo>
                  <a:pt x="2495550" y="1054100"/>
                </a:lnTo>
                <a:cubicBezTo>
                  <a:pt x="2495550" y="1054100"/>
                  <a:pt x="2484178" y="1054100"/>
                  <a:pt x="2470150" y="1054100"/>
                </a:cubicBezTo>
                <a:lnTo>
                  <a:pt x="25400" y="1054100"/>
                </a:lnTo>
                <a:cubicBezTo>
                  <a:pt x="11372" y="1054100"/>
                  <a:pt x="0" y="1054100"/>
                  <a:pt x="0" y="1054100"/>
                </a:cubicBezTo>
                <a:lnTo>
                  <a:pt x="0" y="0"/>
                </a:lnTo>
                <a:cubicBezTo>
                  <a:pt x="0" y="0"/>
                  <a:pt x="11372" y="0"/>
                  <a:pt x="25400" y="0"/>
                </a:cubicBezTo>
                <a:close/>
              </a:path>
            </a:pathLst>
          </a:custGeom>
          <a:solidFill>
            <a:srgbClr val="FFFFFF"/>
          </a:solidFill>
          <a:ln w="6350" cap="flat">
            <a:noFill/>
            <a:prstDash val="solid"/>
            <a:miter/>
          </a:ln>
          <a:effectLst>
            <a:outerShdw blurRad="381000" dist="317500" dir="2700000" sx="90000" sy="90000" algn="tl" rotWithShape="0">
              <a:schemeClr val="accent1">
                <a:lumMod val="50000"/>
                <a:alpha val="18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任意多边形: 形状 55">
            <a:extLst>
              <a:ext uri="{FF2B5EF4-FFF2-40B4-BE49-F238E27FC236}">
                <a16:creationId xmlns:a16="http://schemas.microsoft.com/office/drawing/2014/main" id="{59EE543C-D340-684D-6897-065D4D47CA8A}"/>
              </a:ext>
            </a:extLst>
          </p:cNvPr>
          <p:cNvSpPr/>
          <p:nvPr/>
        </p:nvSpPr>
        <p:spPr>
          <a:xfrm>
            <a:off x="10591776" y="4514848"/>
            <a:ext cx="222297" cy="422886"/>
          </a:xfrm>
          <a:custGeom>
            <a:avLst/>
            <a:gdLst>
              <a:gd name="connsiteX0" fmla="*/ 127976 w 222297"/>
              <a:gd name="connsiteY0" fmla="*/ 10130 h 422886"/>
              <a:gd name="connsiteX1" fmla="*/ 94321 w 222297"/>
              <a:gd name="connsiteY1" fmla="*/ 10130 h 422886"/>
              <a:gd name="connsiteX2" fmla="*/ 2246 w 222297"/>
              <a:gd name="connsiteY2" fmla="*/ 183771 h 422886"/>
              <a:gd name="connsiteX3" fmla="*/ 19074 w 222297"/>
              <a:gd name="connsiteY3" fmla="*/ 211749 h 422886"/>
              <a:gd name="connsiteX4" fmla="*/ 63651 w 222297"/>
              <a:gd name="connsiteY4" fmla="*/ 211749 h 422886"/>
              <a:gd name="connsiteX5" fmla="*/ 63651 w 222297"/>
              <a:gd name="connsiteY5" fmla="*/ 422886 h 422886"/>
              <a:gd name="connsiteX6" fmla="*/ 152551 w 222297"/>
              <a:gd name="connsiteY6" fmla="*/ 422886 h 422886"/>
              <a:gd name="connsiteX7" fmla="*/ 152551 w 222297"/>
              <a:gd name="connsiteY7" fmla="*/ 211749 h 422886"/>
              <a:gd name="connsiteX8" fmla="*/ 203224 w 222297"/>
              <a:gd name="connsiteY8" fmla="*/ 211749 h 422886"/>
              <a:gd name="connsiteX9" fmla="*/ 220051 w 222297"/>
              <a:gd name="connsiteY9" fmla="*/ 183771 h 422886"/>
              <a:gd name="connsiteX10" fmla="*/ 127976 w 222297"/>
              <a:gd name="connsiteY10" fmla="*/ 10130 h 42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297" h="422886">
                <a:moveTo>
                  <a:pt x="127976" y="10130"/>
                </a:moveTo>
                <a:cubicBezTo>
                  <a:pt x="120865" y="-3377"/>
                  <a:pt x="101497" y="-3377"/>
                  <a:pt x="94321" y="10130"/>
                </a:cubicBezTo>
                <a:lnTo>
                  <a:pt x="2246" y="183771"/>
                </a:lnTo>
                <a:cubicBezTo>
                  <a:pt x="-4484" y="196458"/>
                  <a:pt x="4723" y="211749"/>
                  <a:pt x="19074" y="211749"/>
                </a:cubicBezTo>
                <a:lnTo>
                  <a:pt x="63651" y="211749"/>
                </a:lnTo>
                <a:lnTo>
                  <a:pt x="63651" y="422886"/>
                </a:lnTo>
                <a:lnTo>
                  <a:pt x="152551" y="422886"/>
                </a:lnTo>
                <a:lnTo>
                  <a:pt x="152551" y="211749"/>
                </a:lnTo>
                <a:lnTo>
                  <a:pt x="203224" y="211749"/>
                </a:lnTo>
                <a:cubicBezTo>
                  <a:pt x="217575" y="211749"/>
                  <a:pt x="226782" y="196458"/>
                  <a:pt x="220051" y="183771"/>
                </a:cubicBezTo>
                <a:lnTo>
                  <a:pt x="127976" y="10130"/>
                </a:lnTo>
                <a:close/>
              </a:path>
            </a:pathLst>
          </a:custGeom>
          <a:gradFill>
            <a:gsLst>
              <a:gs pos="0">
                <a:schemeClr val="accent2"/>
              </a:gs>
              <a:gs pos="100000">
                <a:schemeClr val="bg1"/>
              </a:gs>
            </a:gsLst>
            <a:lin ang="5400000" scaled="0"/>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a:extLst>
              <a:ext uri="{FF2B5EF4-FFF2-40B4-BE49-F238E27FC236}">
                <a16:creationId xmlns:a16="http://schemas.microsoft.com/office/drawing/2014/main" id="{B60EFDDF-E260-6F6B-8EB8-287FBC75266C}"/>
              </a:ext>
            </a:extLst>
          </p:cNvPr>
          <p:cNvSpPr txBox="1"/>
          <p:nvPr/>
        </p:nvSpPr>
        <p:spPr>
          <a:xfrm>
            <a:off x="1280823" y="1717281"/>
            <a:ext cx="1826141" cy="338554"/>
          </a:xfrm>
          <a:prstGeom prst="rect">
            <a:avLst/>
          </a:prstGeom>
          <a:noFill/>
        </p:spPr>
        <p:txBody>
          <a:bodyPr wrap="none" rtlCol="0">
            <a:spAutoFit/>
          </a:bodyPr>
          <a:lstStyle/>
          <a:p>
            <a:pPr algn="ctr"/>
            <a:r>
              <a:rPr lang="zh-CN" alt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中国生活垃圾清理</a:t>
            </a:r>
            <a:endParaRPr 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4" name="文本框 63">
            <a:extLst>
              <a:ext uri="{FF2B5EF4-FFF2-40B4-BE49-F238E27FC236}">
                <a16:creationId xmlns:a16="http://schemas.microsoft.com/office/drawing/2014/main" id="{EAB17021-B0BE-546C-1EFD-1B9287C5CEBB}"/>
              </a:ext>
            </a:extLst>
          </p:cNvPr>
          <p:cNvSpPr txBox="1"/>
          <p:nvPr/>
        </p:nvSpPr>
        <p:spPr>
          <a:xfrm>
            <a:off x="1379407" y="1981948"/>
            <a:ext cx="1628972" cy="200055"/>
          </a:xfrm>
          <a:prstGeom prst="rect">
            <a:avLst/>
          </a:prstGeom>
          <a:noFill/>
        </p:spPr>
        <p:txBody>
          <a:bodyPr wrap="none" rtlCol="0">
            <a:spAutoFit/>
          </a:bodyPr>
          <a:lstStyle/>
          <a:p>
            <a:pPr algn="ctr"/>
            <a:r>
              <a:rPr lang="en-US" altLang="zh-CN" sz="7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Domestic waste disposal in China</a:t>
            </a:r>
            <a:endParaRPr lang="en-US" sz="7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a:extLst>
              <a:ext uri="{FF2B5EF4-FFF2-40B4-BE49-F238E27FC236}">
                <a16:creationId xmlns:a16="http://schemas.microsoft.com/office/drawing/2014/main" id="{1C76E154-02E4-9EB8-C88A-AACD8B798577}"/>
              </a:ext>
            </a:extLst>
          </p:cNvPr>
          <p:cNvSpPr txBox="1"/>
          <p:nvPr/>
        </p:nvSpPr>
        <p:spPr>
          <a:xfrm>
            <a:off x="895301" y="3800658"/>
            <a:ext cx="2597186" cy="338554"/>
          </a:xfrm>
          <a:prstGeom prst="rect">
            <a:avLst/>
          </a:prstGeom>
          <a:noFill/>
        </p:spPr>
        <p:txBody>
          <a:bodyPr wrap="none" rtlCol="0">
            <a:spAutoFit/>
          </a:bodyPr>
          <a:lstStyle/>
          <a:p>
            <a:pPr algn="ctr"/>
            <a:r>
              <a:rPr lang="zh-CN" alt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生活垃圾清运费</a:t>
            </a:r>
            <a:r>
              <a:rPr lang="en-US" altLang="zh-CN"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top10</a:t>
            </a:r>
            <a:r>
              <a:rPr lang="zh-CN" alt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城市</a:t>
            </a:r>
            <a:endParaRPr lang="en-US" sz="16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8A1E8A01-9459-34AF-6E26-9473B66D79C2}"/>
              </a:ext>
            </a:extLst>
          </p:cNvPr>
          <p:cNvSpPr txBox="1"/>
          <p:nvPr/>
        </p:nvSpPr>
        <p:spPr>
          <a:xfrm>
            <a:off x="700535" y="4065325"/>
            <a:ext cx="2986716" cy="200055"/>
          </a:xfrm>
          <a:prstGeom prst="rect">
            <a:avLst/>
          </a:prstGeom>
          <a:noFill/>
        </p:spPr>
        <p:txBody>
          <a:bodyPr wrap="none" rtlCol="0">
            <a:spAutoFit/>
          </a:bodyPr>
          <a:lstStyle/>
          <a:p>
            <a:pPr algn="ctr"/>
            <a:r>
              <a:rPr lang="en-US" altLang="zh-CN" sz="7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Top 10 cities for domestic waste removal and transportation fees</a:t>
            </a:r>
            <a:endParaRPr lang="en-US" sz="7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a:extLst>
              <a:ext uri="{FF2B5EF4-FFF2-40B4-BE49-F238E27FC236}">
                <a16:creationId xmlns:a16="http://schemas.microsoft.com/office/drawing/2014/main" id="{3CA47F9F-A5D5-1CD6-B1FA-6CE00588FBD5}"/>
              </a:ext>
            </a:extLst>
          </p:cNvPr>
          <p:cNvSpPr txBox="1"/>
          <p:nvPr/>
        </p:nvSpPr>
        <p:spPr>
          <a:xfrm>
            <a:off x="1108506" y="3262293"/>
            <a:ext cx="484428" cy="253916"/>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a:extLst>
              <a:ext uri="{FF2B5EF4-FFF2-40B4-BE49-F238E27FC236}">
                <a16:creationId xmlns:a16="http://schemas.microsoft.com/office/drawing/2014/main" id="{3A99D266-8759-05D7-EFF2-436876EB64B1}"/>
              </a:ext>
            </a:extLst>
          </p:cNvPr>
          <p:cNvSpPr txBox="1"/>
          <p:nvPr/>
        </p:nvSpPr>
        <p:spPr>
          <a:xfrm>
            <a:off x="2843259"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5000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a:extLst>
              <a:ext uri="{FF2B5EF4-FFF2-40B4-BE49-F238E27FC236}">
                <a16:creationId xmlns:a16="http://schemas.microsoft.com/office/drawing/2014/main" id="{3532CA3C-191A-5B45-EF74-114A5100674B}"/>
              </a:ext>
            </a:extLst>
          </p:cNvPr>
          <p:cNvSpPr txBox="1"/>
          <p:nvPr/>
        </p:nvSpPr>
        <p:spPr>
          <a:xfrm>
            <a:off x="2409170"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a:extLst>
              <a:ext uri="{FF2B5EF4-FFF2-40B4-BE49-F238E27FC236}">
                <a16:creationId xmlns:a16="http://schemas.microsoft.com/office/drawing/2014/main" id="{B3556DC6-36CB-8564-AF4B-92C868FB212E}"/>
              </a:ext>
            </a:extLst>
          </p:cNvPr>
          <p:cNvSpPr txBox="1"/>
          <p:nvPr/>
        </p:nvSpPr>
        <p:spPr>
          <a:xfrm>
            <a:off x="1975081"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AD505771-987D-195E-9DFF-900A67B27B2D}"/>
              </a:ext>
            </a:extLst>
          </p:cNvPr>
          <p:cNvSpPr txBox="1"/>
          <p:nvPr/>
        </p:nvSpPr>
        <p:spPr>
          <a:xfrm>
            <a:off x="1540992" y="3262293"/>
            <a:ext cx="473206" cy="246221"/>
          </a:xfrm>
          <a:prstGeom prst="rect">
            <a:avLst/>
          </a:prstGeom>
          <a:noFill/>
        </p:spPr>
        <p:txBody>
          <a:bodyPr wrap="none" rtlCol="0">
            <a:spAutoFit/>
          </a:bodyPr>
          <a:lstStyle/>
          <a:p>
            <a:pPr algn="ctr"/>
            <a:r>
              <a:rPr lang="en-US" altLang="zh-CN"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2000</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a:extLst>
              <a:ext uri="{FF2B5EF4-FFF2-40B4-BE49-F238E27FC236}">
                <a16:creationId xmlns:a16="http://schemas.microsoft.com/office/drawing/2014/main" id="{295DF301-0013-5A1F-9CA7-214661EA5B44}"/>
              </a:ext>
            </a:extLst>
          </p:cNvPr>
          <p:cNvSpPr txBox="1"/>
          <p:nvPr/>
        </p:nvSpPr>
        <p:spPr>
          <a:xfrm>
            <a:off x="1130147"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上海</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a:extLst>
              <a:ext uri="{FF2B5EF4-FFF2-40B4-BE49-F238E27FC236}">
                <a16:creationId xmlns:a16="http://schemas.microsoft.com/office/drawing/2014/main" id="{47AF4D1A-352B-43CA-DA16-E4237AFA0D14}"/>
              </a:ext>
            </a:extLst>
          </p:cNvPr>
          <p:cNvSpPr txBox="1"/>
          <p:nvPr/>
        </p:nvSpPr>
        <p:spPr>
          <a:xfrm>
            <a:off x="2876235"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杭州</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a:extLst>
              <a:ext uri="{FF2B5EF4-FFF2-40B4-BE49-F238E27FC236}">
                <a16:creationId xmlns:a16="http://schemas.microsoft.com/office/drawing/2014/main" id="{315A793B-D4BB-5747-2EE8-B92CBC35559E}"/>
              </a:ext>
            </a:extLst>
          </p:cNvPr>
          <p:cNvSpPr txBox="1"/>
          <p:nvPr/>
        </p:nvSpPr>
        <p:spPr>
          <a:xfrm>
            <a:off x="2439713"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广州</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C8A4B9B6-01F8-7A31-EC7A-817DEB1F0491}"/>
              </a:ext>
            </a:extLst>
          </p:cNvPr>
          <p:cNvSpPr txBox="1"/>
          <p:nvPr/>
        </p:nvSpPr>
        <p:spPr>
          <a:xfrm>
            <a:off x="2003191"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深圳</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a:extLst>
              <a:ext uri="{FF2B5EF4-FFF2-40B4-BE49-F238E27FC236}">
                <a16:creationId xmlns:a16="http://schemas.microsoft.com/office/drawing/2014/main" id="{8044E9BE-9BBE-48D9-984B-2D5022578615}"/>
              </a:ext>
            </a:extLst>
          </p:cNvPr>
          <p:cNvSpPr txBox="1"/>
          <p:nvPr/>
        </p:nvSpPr>
        <p:spPr>
          <a:xfrm>
            <a:off x="1566669" y="5357865"/>
            <a:ext cx="441147" cy="246221"/>
          </a:xfrm>
          <a:prstGeom prst="rect">
            <a:avLst/>
          </a:prstGeom>
          <a:noFill/>
        </p:spPr>
        <p:txBody>
          <a:bodyPr wrap="none" rtlCol="0">
            <a:spAutoFit/>
          </a:bodyPr>
          <a:lstStyle/>
          <a:p>
            <a:pPr algn="ctr"/>
            <a:r>
              <a:rPr lang="zh-CN" alt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北京</a:t>
            </a:r>
            <a:endParaRPr lang="en-US" sz="1000" dirty="0">
              <a:solidFill>
                <a:schemeClr val="tx1">
                  <a:lumMod val="65000"/>
                  <a:lumOff val="3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60A391EE-5DB4-8A87-C5C6-6BA87A7F459B}"/>
              </a:ext>
            </a:extLst>
          </p:cNvPr>
          <p:cNvSpPr txBox="1"/>
          <p:nvPr/>
        </p:nvSpPr>
        <p:spPr>
          <a:xfrm>
            <a:off x="675717" y="5879760"/>
            <a:ext cx="10840568" cy="577659"/>
          </a:xfrm>
          <a:prstGeom prst="rect">
            <a:avLst/>
          </a:prstGeom>
          <a:noFill/>
        </p:spPr>
        <p:txBody>
          <a:bodyPr wrap="square" rtlCol="0">
            <a:spAutoFit/>
          </a:bodyPr>
          <a:lstStyle/>
          <a:p>
            <a:pPr algn="ctr">
              <a:lnSpc>
                <a:spcPct val="150000"/>
              </a:lnSpc>
            </a:pPr>
            <a:r>
              <a:rPr lang="zh-CN" altLang="en-US" sz="11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近期出台的一系列文件，表明败有已经营识到垃圾分类的巡边性和必要性。此次垃题分类主视程度之高，推广力度之人播出预期，市场普询认为这时于垃圾分类前读制法。中调收话，后通外管导国资产业健部格产生机投响，各项数据都呈现利好，市场前景广日</a:t>
            </a:r>
            <a:endParaRPr lang="en-US" sz="11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84C663B3-CF42-2173-36D4-FEAF1231FCC7}"/>
              </a:ext>
            </a:extLst>
          </p:cNvPr>
          <p:cNvSpPr txBox="1"/>
          <p:nvPr/>
        </p:nvSpPr>
        <p:spPr>
          <a:xfrm>
            <a:off x="4670751" y="3611790"/>
            <a:ext cx="1236237" cy="523220"/>
          </a:xfrm>
          <a:prstGeom prst="rect">
            <a:avLst/>
          </a:prstGeom>
          <a:noFill/>
        </p:spPr>
        <p:txBody>
          <a:bodyPr wrap="none" rtlCol="0">
            <a:spAutoFit/>
          </a:bodyPr>
          <a:lstStyle/>
          <a:p>
            <a:pPr algn="ctr"/>
            <a:r>
              <a:rPr lang="en-US" altLang="zh-CN" sz="28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25.3%</a:t>
            </a:r>
            <a:endParaRPr lang="en-US" sz="2800" dirty="0">
              <a:solidFill>
                <a:schemeClr val="accent2">
                  <a:lumMod val="75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F4CC86BF-325C-9819-205D-70DC25E1DC10}"/>
              </a:ext>
            </a:extLst>
          </p:cNvPr>
          <p:cNvSpPr txBox="1"/>
          <p:nvPr/>
        </p:nvSpPr>
        <p:spPr>
          <a:xfrm>
            <a:off x="5139182" y="3359988"/>
            <a:ext cx="800220" cy="276999"/>
          </a:xfrm>
          <a:prstGeom prst="rect">
            <a:avLst/>
          </a:prstGeom>
          <a:noFill/>
        </p:spPr>
        <p:txBody>
          <a:bodyPr wrap="none" rtlCol="0">
            <a:spAutoFit/>
          </a:bodyPr>
          <a:lstStyle/>
          <a:p>
            <a:pPr algn="r"/>
            <a:r>
              <a:rPr lang="zh-CN" altLang="en-US" sz="1200" dirty="0">
                <a:solidFill>
                  <a:schemeClr val="accent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整合分析</a:t>
            </a:r>
            <a:endParaRPr lang="en-US" sz="1200" dirty="0">
              <a:solidFill>
                <a:schemeClr val="accent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5134AD62-E816-2FE5-BAD3-2EA8D33AC2BE}"/>
              </a:ext>
            </a:extLst>
          </p:cNvPr>
          <p:cNvSpPr txBox="1"/>
          <p:nvPr/>
        </p:nvSpPr>
        <p:spPr>
          <a:xfrm>
            <a:off x="6340624" y="3407099"/>
            <a:ext cx="1236236" cy="523220"/>
          </a:xfrm>
          <a:prstGeom prst="rect">
            <a:avLst/>
          </a:prstGeom>
          <a:noFill/>
        </p:spPr>
        <p:txBody>
          <a:bodyPr wrap="none" rtlCol="0">
            <a:spAutoFit/>
          </a:bodyPr>
          <a:lstStyle/>
          <a:p>
            <a:r>
              <a:rPr lang="en-US" altLang="zh-CN" sz="28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74.7%</a:t>
            </a:r>
            <a:endParaRPr lang="en-US" sz="28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2F167C68-5394-FA41-534C-D3D535237144}"/>
              </a:ext>
            </a:extLst>
          </p:cNvPr>
          <p:cNvSpPr txBox="1"/>
          <p:nvPr/>
        </p:nvSpPr>
        <p:spPr>
          <a:xfrm>
            <a:off x="6340624" y="3155297"/>
            <a:ext cx="800219" cy="276999"/>
          </a:xfrm>
          <a:prstGeom prst="rect">
            <a:avLst/>
          </a:prstGeom>
          <a:noFill/>
        </p:spPr>
        <p:txBody>
          <a:bodyPr wrap="none" rtlCol="0">
            <a:spAutoFit/>
          </a:bodyPr>
          <a:lstStyle/>
          <a:p>
            <a:r>
              <a:rPr lang="zh-CN" altLang="en-US" sz="12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用户调研</a:t>
            </a:r>
            <a:endParaRPr lang="en-US" sz="12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a:extLst>
              <a:ext uri="{FF2B5EF4-FFF2-40B4-BE49-F238E27FC236}">
                <a16:creationId xmlns:a16="http://schemas.microsoft.com/office/drawing/2014/main" id="{02A52A5C-9ABF-4E44-C27A-564F4848B7D5}"/>
              </a:ext>
            </a:extLst>
          </p:cNvPr>
          <p:cNvSpPr txBox="1"/>
          <p:nvPr/>
        </p:nvSpPr>
        <p:spPr>
          <a:xfrm>
            <a:off x="8666509" y="1814437"/>
            <a:ext cx="1051891" cy="677108"/>
          </a:xfrm>
          <a:prstGeom prst="rect">
            <a:avLst/>
          </a:prstGeom>
          <a:noFill/>
        </p:spPr>
        <p:txBody>
          <a:bodyPr wrap="none" rtlCol="0">
            <a:spAutoFit/>
          </a:bodyPr>
          <a:lstStyle/>
          <a:p>
            <a:r>
              <a:rPr lang="en-US" altLang="zh-CN"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46C</a:t>
            </a:r>
            <a:endParaRPr lang="en-US"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D34E7BDC-BD76-1F9F-7987-442218CC183C}"/>
              </a:ext>
            </a:extLst>
          </p:cNvPr>
          <p:cNvSpPr txBox="1"/>
          <p:nvPr/>
        </p:nvSpPr>
        <p:spPr>
          <a:xfrm>
            <a:off x="9755746" y="2152991"/>
            <a:ext cx="288861" cy="246221"/>
          </a:xfrm>
          <a:prstGeom prst="rect">
            <a:avLst/>
          </a:prstGeom>
          <a:noFill/>
        </p:spPr>
        <p:txBody>
          <a:bodyPr wrap="none" rtlCol="0">
            <a:spAutoFit/>
          </a:bodyPr>
          <a:lstStyle/>
          <a:p>
            <a:pPr algn="ctr"/>
            <a:r>
              <a:rPr lang="en-US" sz="10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85" name="文本框 84">
            <a:extLst>
              <a:ext uri="{FF2B5EF4-FFF2-40B4-BE49-F238E27FC236}">
                <a16:creationId xmlns:a16="http://schemas.microsoft.com/office/drawing/2014/main" id="{C507C9D7-DBBF-06E8-F784-E665207702FD}"/>
              </a:ext>
            </a:extLst>
          </p:cNvPr>
          <p:cNvSpPr txBox="1"/>
          <p:nvPr/>
        </p:nvSpPr>
        <p:spPr>
          <a:xfrm>
            <a:off x="8666509" y="2426412"/>
            <a:ext cx="2044149" cy="307777"/>
          </a:xfrm>
          <a:prstGeom prst="rect">
            <a:avLst/>
          </a:prstGeom>
          <a:noFill/>
        </p:spPr>
        <p:txBody>
          <a:bodyPr wrap="none" rtlCol="0">
            <a:spAutoFit/>
          </a:bodyPr>
          <a:lstStyle/>
          <a:p>
            <a:r>
              <a:rPr lang="en-US" altLang="zh-CN"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43</a:t>
            </a:r>
            <a:r>
              <a:rPr lang="zh-CN" alt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个城市实现垃圾分类</a:t>
            </a:r>
            <a:endParaRPr 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a:extLst>
              <a:ext uri="{FF2B5EF4-FFF2-40B4-BE49-F238E27FC236}">
                <a16:creationId xmlns:a16="http://schemas.microsoft.com/office/drawing/2014/main" id="{0CD67875-A246-5643-2549-E43983F99334}"/>
              </a:ext>
            </a:extLst>
          </p:cNvPr>
          <p:cNvSpPr txBox="1"/>
          <p:nvPr/>
        </p:nvSpPr>
        <p:spPr>
          <a:xfrm>
            <a:off x="8666509" y="3105556"/>
            <a:ext cx="1205779" cy="677108"/>
          </a:xfrm>
          <a:prstGeom prst="rect">
            <a:avLst/>
          </a:prstGeom>
          <a:noFill/>
        </p:spPr>
        <p:txBody>
          <a:bodyPr wrap="none" rtlCol="0">
            <a:spAutoFit/>
          </a:bodyPr>
          <a:lstStyle/>
          <a:p>
            <a:r>
              <a:rPr lang="en-US" altLang="zh-CN"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23.8</a:t>
            </a:r>
            <a:endParaRPr lang="en-US"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7" name="文本框 86">
            <a:extLst>
              <a:ext uri="{FF2B5EF4-FFF2-40B4-BE49-F238E27FC236}">
                <a16:creationId xmlns:a16="http://schemas.microsoft.com/office/drawing/2014/main" id="{36ECFC3B-6A24-E393-96D2-65EB524F40DC}"/>
              </a:ext>
            </a:extLst>
          </p:cNvPr>
          <p:cNvSpPr txBox="1"/>
          <p:nvPr/>
        </p:nvSpPr>
        <p:spPr>
          <a:xfrm>
            <a:off x="9844876" y="3444110"/>
            <a:ext cx="288861" cy="246221"/>
          </a:xfrm>
          <a:prstGeom prst="rect">
            <a:avLst/>
          </a:prstGeom>
          <a:noFill/>
        </p:spPr>
        <p:txBody>
          <a:bodyPr wrap="none" rtlCol="0">
            <a:spAutoFit/>
          </a:bodyPr>
          <a:lstStyle/>
          <a:p>
            <a:pPr algn="ctr"/>
            <a:r>
              <a:rPr lang="en-US" sz="1000" dirty="0">
                <a:solidFill>
                  <a:schemeClr val="bg1">
                    <a:lumMod val="6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p:txBody>
      </p:sp>
      <p:sp>
        <p:nvSpPr>
          <p:cNvPr id="88" name="文本框 87">
            <a:extLst>
              <a:ext uri="{FF2B5EF4-FFF2-40B4-BE49-F238E27FC236}">
                <a16:creationId xmlns:a16="http://schemas.microsoft.com/office/drawing/2014/main" id="{DB9EE21F-F9AC-A1D4-5CB2-8382FDD1D79C}"/>
              </a:ext>
            </a:extLst>
          </p:cNvPr>
          <p:cNvSpPr txBox="1"/>
          <p:nvPr/>
        </p:nvSpPr>
        <p:spPr>
          <a:xfrm>
            <a:off x="8666509" y="3717531"/>
            <a:ext cx="1947969" cy="307777"/>
          </a:xfrm>
          <a:prstGeom prst="rect">
            <a:avLst/>
          </a:prstGeom>
          <a:noFill/>
        </p:spPr>
        <p:txBody>
          <a:bodyPr wrap="none" rtlCol="0">
            <a:spAutoFit/>
          </a:bodyPr>
          <a:lstStyle/>
          <a:p>
            <a:r>
              <a:rPr lang="zh-CN" alt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生活垃圾清理量增长率</a:t>
            </a:r>
            <a:endParaRPr 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a:extLst>
              <a:ext uri="{FF2B5EF4-FFF2-40B4-BE49-F238E27FC236}">
                <a16:creationId xmlns:a16="http://schemas.microsoft.com/office/drawing/2014/main" id="{8B468FAA-8B65-FEBC-DEC5-5F3AC7D02665}"/>
              </a:ext>
            </a:extLst>
          </p:cNvPr>
          <p:cNvSpPr txBox="1"/>
          <p:nvPr/>
        </p:nvSpPr>
        <p:spPr>
          <a:xfrm>
            <a:off x="8667948" y="4353635"/>
            <a:ext cx="1617751" cy="677108"/>
          </a:xfrm>
          <a:prstGeom prst="rect">
            <a:avLst/>
          </a:prstGeom>
          <a:noFill/>
        </p:spPr>
        <p:txBody>
          <a:bodyPr wrap="none" rtlCol="0">
            <a:spAutoFit/>
          </a:bodyPr>
          <a:lstStyle/>
          <a:p>
            <a:r>
              <a:rPr lang="en-US" altLang="zh-CN"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2000e</a:t>
            </a:r>
            <a:endParaRPr lang="en-US" sz="38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文本框 89">
            <a:extLst>
              <a:ext uri="{FF2B5EF4-FFF2-40B4-BE49-F238E27FC236}">
                <a16:creationId xmlns:a16="http://schemas.microsoft.com/office/drawing/2014/main" id="{2F6A8EF3-4D69-DB83-870D-C57D727981C3}"/>
              </a:ext>
            </a:extLst>
          </p:cNvPr>
          <p:cNvSpPr txBox="1"/>
          <p:nvPr/>
        </p:nvSpPr>
        <p:spPr>
          <a:xfrm>
            <a:off x="8667948" y="4965610"/>
            <a:ext cx="2159566" cy="307777"/>
          </a:xfrm>
          <a:prstGeom prst="rect">
            <a:avLst/>
          </a:prstGeom>
          <a:noFill/>
        </p:spPr>
        <p:txBody>
          <a:bodyPr wrap="none" rtlCol="0">
            <a:spAutoFit/>
          </a:bodyPr>
          <a:lstStyle/>
          <a:p>
            <a:r>
              <a:rPr lang="zh-CN" alt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垃圾分类市场总量（亿）</a:t>
            </a:r>
            <a:endParaRPr lang="en-US" sz="14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A0234D32-917A-0A39-FF75-5008BDCC4C9E}"/>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C947E50A-CEAC-CAF9-C98C-29A57CE1BFB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9B8465B7-0BD7-3699-39D5-2EFF1C3BE48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7848226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圆角 10">
            <a:extLst>
              <a:ext uri="{FF2B5EF4-FFF2-40B4-BE49-F238E27FC236}">
                <a16:creationId xmlns:a16="http://schemas.microsoft.com/office/drawing/2014/main" id="{99B648B9-DAC9-9717-0EC0-0F7F798F08C5}"/>
              </a:ext>
            </a:extLst>
          </p:cNvPr>
          <p:cNvSpPr/>
          <p:nvPr/>
        </p:nvSpPr>
        <p:spPr>
          <a:xfrm>
            <a:off x="4330700" y="2057400"/>
            <a:ext cx="3536950" cy="3702050"/>
          </a:xfrm>
          <a:prstGeom prst="roundRect">
            <a:avLst>
              <a:gd name="adj" fmla="val 3741"/>
            </a:avLst>
          </a:prstGeom>
          <a:solidFill>
            <a:srgbClr val="F4F5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a:extLst>
              <a:ext uri="{FF2B5EF4-FFF2-40B4-BE49-F238E27FC236}">
                <a16:creationId xmlns:a16="http://schemas.microsoft.com/office/drawing/2014/main" id="{509A558F-21BE-ED5D-B793-A1E7DA573953}"/>
              </a:ext>
            </a:extLst>
          </p:cNvPr>
          <p:cNvSpPr/>
          <p:nvPr/>
        </p:nvSpPr>
        <p:spPr>
          <a:xfrm>
            <a:off x="5067300" y="33655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3606ED8F-24DC-64CC-AB19-DA5D8FA84D36}"/>
              </a:ext>
            </a:extLst>
          </p:cNvPr>
          <p:cNvSpPr/>
          <p:nvPr/>
        </p:nvSpPr>
        <p:spPr>
          <a:xfrm>
            <a:off x="5067300" y="367665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A2D2F109-EBA9-0706-025A-8D346474BFD4}"/>
              </a:ext>
            </a:extLst>
          </p:cNvPr>
          <p:cNvSpPr/>
          <p:nvPr/>
        </p:nvSpPr>
        <p:spPr>
          <a:xfrm>
            <a:off x="5067300" y="39624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a:extLst>
              <a:ext uri="{FF2B5EF4-FFF2-40B4-BE49-F238E27FC236}">
                <a16:creationId xmlns:a16="http://schemas.microsoft.com/office/drawing/2014/main" id="{CFA75433-B292-DD84-BB51-548EF4CCFD2F}"/>
              </a:ext>
            </a:extLst>
          </p:cNvPr>
          <p:cNvSpPr/>
          <p:nvPr/>
        </p:nvSpPr>
        <p:spPr>
          <a:xfrm>
            <a:off x="5064125" y="3362325"/>
            <a:ext cx="3492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B9DDA97D-7D45-0001-8E4F-0F52CC72154F}"/>
              </a:ext>
            </a:extLst>
          </p:cNvPr>
          <p:cNvSpPr/>
          <p:nvPr/>
        </p:nvSpPr>
        <p:spPr>
          <a:xfrm>
            <a:off x="5064125" y="3673475"/>
            <a:ext cx="21082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CB361D40-9CD3-071E-A2DC-DCAC0E7B2137}"/>
              </a:ext>
            </a:extLst>
          </p:cNvPr>
          <p:cNvSpPr/>
          <p:nvPr/>
        </p:nvSpPr>
        <p:spPr>
          <a:xfrm>
            <a:off x="5064125" y="3959225"/>
            <a:ext cx="23431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a:extLst>
              <a:ext uri="{FF2B5EF4-FFF2-40B4-BE49-F238E27FC236}">
                <a16:creationId xmlns:a16="http://schemas.microsoft.com/office/drawing/2014/main" id="{BDA2A222-ED1A-22F9-E39C-D7584C90DA8E}"/>
              </a:ext>
            </a:extLst>
          </p:cNvPr>
          <p:cNvSpPr/>
          <p:nvPr/>
        </p:nvSpPr>
        <p:spPr>
          <a:xfrm>
            <a:off x="8185150" y="2057400"/>
            <a:ext cx="3536950" cy="3702050"/>
          </a:xfrm>
          <a:prstGeom prst="roundRect">
            <a:avLst>
              <a:gd name="adj" fmla="val 2304"/>
            </a:avLst>
          </a:prstGeom>
          <a:solidFill>
            <a:srgbClr val="F4F5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a:extLst>
              <a:ext uri="{FF2B5EF4-FFF2-40B4-BE49-F238E27FC236}">
                <a16:creationId xmlns:a16="http://schemas.microsoft.com/office/drawing/2014/main" id="{8CFF04F5-55A5-435B-4385-2C8698E4D410}"/>
              </a:ext>
            </a:extLst>
          </p:cNvPr>
          <p:cNvSpPr/>
          <p:nvPr/>
        </p:nvSpPr>
        <p:spPr>
          <a:xfrm>
            <a:off x="8921750" y="33655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E3F04F1B-366C-C697-4F3F-04A3E9494944}"/>
              </a:ext>
            </a:extLst>
          </p:cNvPr>
          <p:cNvSpPr/>
          <p:nvPr/>
        </p:nvSpPr>
        <p:spPr>
          <a:xfrm>
            <a:off x="8921750" y="367665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50">
            <a:extLst>
              <a:ext uri="{FF2B5EF4-FFF2-40B4-BE49-F238E27FC236}">
                <a16:creationId xmlns:a16="http://schemas.microsoft.com/office/drawing/2014/main" id="{187A26B1-8708-D852-E03D-6A33CCE1985D}"/>
              </a:ext>
            </a:extLst>
          </p:cNvPr>
          <p:cNvSpPr/>
          <p:nvPr/>
        </p:nvSpPr>
        <p:spPr>
          <a:xfrm>
            <a:off x="8921750" y="39624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52">
            <a:extLst>
              <a:ext uri="{FF2B5EF4-FFF2-40B4-BE49-F238E27FC236}">
                <a16:creationId xmlns:a16="http://schemas.microsoft.com/office/drawing/2014/main" id="{6E388227-F95E-746C-06F4-B53B9D8EFA6F}"/>
              </a:ext>
            </a:extLst>
          </p:cNvPr>
          <p:cNvSpPr/>
          <p:nvPr/>
        </p:nvSpPr>
        <p:spPr>
          <a:xfrm>
            <a:off x="8921750" y="3365500"/>
            <a:ext cx="342900" cy="1333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a:extLst>
              <a:ext uri="{FF2B5EF4-FFF2-40B4-BE49-F238E27FC236}">
                <a16:creationId xmlns:a16="http://schemas.microsoft.com/office/drawing/2014/main" id="{2D19703A-3AFB-D235-21FD-75B039BE61FB}"/>
              </a:ext>
            </a:extLst>
          </p:cNvPr>
          <p:cNvSpPr/>
          <p:nvPr/>
        </p:nvSpPr>
        <p:spPr>
          <a:xfrm>
            <a:off x="8918575" y="3673475"/>
            <a:ext cx="21082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圆角 59">
            <a:extLst>
              <a:ext uri="{FF2B5EF4-FFF2-40B4-BE49-F238E27FC236}">
                <a16:creationId xmlns:a16="http://schemas.microsoft.com/office/drawing/2014/main" id="{C8F8808B-8136-3373-F103-5915FDD17D45}"/>
              </a:ext>
            </a:extLst>
          </p:cNvPr>
          <p:cNvSpPr/>
          <p:nvPr/>
        </p:nvSpPr>
        <p:spPr>
          <a:xfrm>
            <a:off x="8918575" y="3959225"/>
            <a:ext cx="23431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a:extLst>
              <a:ext uri="{FF2B5EF4-FFF2-40B4-BE49-F238E27FC236}">
                <a16:creationId xmlns:a16="http://schemas.microsoft.com/office/drawing/2014/main" id="{F1E1CEF8-FACA-EA50-C1DE-7D1C91BDDCB6}"/>
              </a:ext>
            </a:extLst>
          </p:cNvPr>
          <p:cNvSpPr/>
          <p:nvPr/>
        </p:nvSpPr>
        <p:spPr>
          <a:xfrm>
            <a:off x="476250" y="2057400"/>
            <a:ext cx="3536950" cy="3702050"/>
          </a:xfrm>
          <a:prstGeom prst="roundRect">
            <a:avLst>
              <a:gd name="adj" fmla="val 4539"/>
            </a:avLst>
          </a:prstGeom>
          <a:solidFill>
            <a:srgbClr val="F4F5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矩形: 圆角 72">
            <a:extLst>
              <a:ext uri="{FF2B5EF4-FFF2-40B4-BE49-F238E27FC236}">
                <a16:creationId xmlns:a16="http://schemas.microsoft.com/office/drawing/2014/main" id="{F6846842-EF03-8A18-3F45-D762EBA94213}"/>
              </a:ext>
            </a:extLst>
          </p:cNvPr>
          <p:cNvSpPr/>
          <p:nvPr/>
        </p:nvSpPr>
        <p:spPr>
          <a:xfrm>
            <a:off x="1212850" y="33655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圆角 73">
            <a:extLst>
              <a:ext uri="{FF2B5EF4-FFF2-40B4-BE49-F238E27FC236}">
                <a16:creationId xmlns:a16="http://schemas.microsoft.com/office/drawing/2014/main" id="{D40FAD84-BFD8-63AB-C9F4-F8B4EC75870C}"/>
              </a:ext>
            </a:extLst>
          </p:cNvPr>
          <p:cNvSpPr/>
          <p:nvPr/>
        </p:nvSpPr>
        <p:spPr>
          <a:xfrm>
            <a:off x="1212850" y="367665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矩形: 圆角 74">
            <a:extLst>
              <a:ext uri="{FF2B5EF4-FFF2-40B4-BE49-F238E27FC236}">
                <a16:creationId xmlns:a16="http://schemas.microsoft.com/office/drawing/2014/main" id="{98E117A8-20F8-F896-041D-6C2DB2B0D69F}"/>
              </a:ext>
            </a:extLst>
          </p:cNvPr>
          <p:cNvSpPr/>
          <p:nvPr/>
        </p:nvSpPr>
        <p:spPr>
          <a:xfrm>
            <a:off x="1212850" y="3962400"/>
            <a:ext cx="2546350" cy="133350"/>
          </a:xfrm>
          <a:prstGeom prst="roundRect">
            <a:avLst>
              <a:gd name="adj" fmla="val 50000"/>
            </a:avLst>
          </a:prstGeom>
          <a:solidFill>
            <a:schemeClr val="accent1">
              <a:lumMod val="60000"/>
              <a:lumOff val="40000"/>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a:extLst>
              <a:ext uri="{FF2B5EF4-FFF2-40B4-BE49-F238E27FC236}">
                <a16:creationId xmlns:a16="http://schemas.microsoft.com/office/drawing/2014/main" id="{3AFA35B7-26ED-2705-AE20-3A718EBD5D44}"/>
              </a:ext>
            </a:extLst>
          </p:cNvPr>
          <p:cNvSpPr/>
          <p:nvPr/>
        </p:nvSpPr>
        <p:spPr>
          <a:xfrm>
            <a:off x="1209675" y="3362325"/>
            <a:ext cx="132715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矩形: 圆角 80">
            <a:extLst>
              <a:ext uri="{FF2B5EF4-FFF2-40B4-BE49-F238E27FC236}">
                <a16:creationId xmlns:a16="http://schemas.microsoft.com/office/drawing/2014/main" id="{7886A6F6-92A3-414A-6A1D-0B5A4E0D1251}"/>
              </a:ext>
            </a:extLst>
          </p:cNvPr>
          <p:cNvSpPr/>
          <p:nvPr/>
        </p:nvSpPr>
        <p:spPr>
          <a:xfrm>
            <a:off x="1209675" y="3673475"/>
            <a:ext cx="17907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矩形: 圆角 83">
            <a:extLst>
              <a:ext uri="{FF2B5EF4-FFF2-40B4-BE49-F238E27FC236}">
                <a16:creationId xmlns:a16="http://schemas.microsoft.com/office/drawing/2014/main" id="{F0D0EC6D-D44E-852A-6D94-E782A24A4EE9}"/>
              </a:ext>
            </a:extLst>
          </p:cNvPr>
          <p:cNvSpPr/>
          <p:nvPr/>
        </p:nvSpPr>
        <p:spPr>
          <a:xfrm>
            <a:off x="1209675" y="3959225"/>
            <a:ext cx="2006600" cy="1397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a:extLst>
              <a:ext uri="{FF2B5EF4-FFF2-40B4-BE49-F238E27FC236}">
                <a16:creationId xmlns:a16="http://schemas.microsoft.com/office/drawing/2014/main" id="{C9E37AFE-B45F-6228-3817-96A89FF23487}"/>
              </a:ext>
            </a:extLst>
          </p:cNvPr>
          <p:cNvSpPr txBox="1"/>
          <p:nvPr/>
        </p:nvSpPr>
        <p:spPr>
          <a:xfrm>
            <a:off x="1420425" y="2295137"/>
            <a:ext cx="1620957" cy="338554"/>
          </a:xfrm>
          <a:prstGeom prst="rect">
            <a:avLst/>
          </a:prstGeom>
          <a:noFill/>
        </p:spPr>
        <p:txBody>
          <a:bodyPr wrap="none" rtlCol="0">
            <a:spAutoFit/>
          </a:bodyPr>
          <a:lstStyle/>
          <a:p>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垃圾分类困难型</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a:extLst>
              <a:ext uri="{FF2B5EF4-FFF2-40B4-BE49-F238E27FC236}">
                <a16:creationId xmlns:a16="http://schemas.microsoft.com/office/drawing/2014/main" id="{02B72E0B-676D-E0CC-897B-A2B6826AF1B5}"/>
              </a:ext>
            </a:extLst>
          </p:cNvPr>
          <p:cNvSpPr txBox="1"/>
          <p:nvPr/>
        </p:nvSpPr>
        <p:spPr>
          <a:xfrm>
            <a:off x="1420425" y="2610729"/>
            <a:ext cx="2015295" cy="261610"/>
          </a:xfrm>
          <a:prstGeom prst="rect">
            <a:avLst/>
          </a:prstGeom>
          <a:noFill/>
        </p:spPr>
        <p:txBody>
          <a:bodyPr wrap="none" rtlCol="0">
            <a:spAutoFit/>
          </a:bodyPr>
          <a:lstStyle/>
          <a:p>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小刘：</a:t>
            </a:r>
            <a:r>
              <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26</a:t>
            </a: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岁，深圳，企业白领</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a:extLst>
              <a:ext uri="{FF2B5EF4-FFF2-40B4-BE49-F238E27FC236}">
                <a16:creationId xmlns:a16="http://schemas.microsoft.com/office/drawing/2014/main" id="{52DD6186-661D-DB67-5281-462C95577904}"/>
              </a:ext>
            </a:extLst>
          </p:cNvPr>
          <p:cNvSpPr txBox="1"/>
          <p:nvPr/>
        </p:nvSpPr>
        <p:spPr>
          <a:xfrm>
            <a:off x="5303849" y="2289104"/>
            <a:ext cx="2236510" cy="338554"/>
          </a:xfrm>
          <a:prstGeom prst="rect">
            <a:avLst/>
          </a:prstGeom>
          <a:noFill/>
        </p:spPr>
        <p:txBody>
          <a:bodyPr wrap="none" rtlCol="0">
            <a:spAutoFit/>
          </a:bodyPr>
          <a:lstStyle/>
          <a:p>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没有时间去分类垃圾型</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a:extLst>
              <a:ext uri="{FF2B5EF4-FFF2-40B4-BE49-F238E27FC236}">
                <a16:creationId xmlns:a16="http://schemas.microsoft.com/office/drawing/2014/main" id="{9E44893A-019C-7999-F47C-DB623A6B9671}"/>
              </a:ext>
            </a:extLst>
          </p:cNvPr>
          <p:cNvSpPr txBox="1"/>
          <p:nvPr/>
        </p:nvSpPr>
        <p:spPr>
          <a:xfrm>
            <a:off x="5303849" y="2604696"/>
            <a:ext cx="2154757" cy="261610"/>
          </a:xfrm>
          <a:prstGeom prst="rect">
            <a:avLst/>
          </a:prstGeom>
          <a:noFill/>
        </p:spPr>
        <p:txBody>
          <a:bodyPr wrap="none" rtlCol="0">
            <a:spAutoFit/>
          </a:bodyPr>
          <a:lstStyle/>
          <a:p>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陈哥：</a:t>
            </a:r>
            <a:r>
              <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33</a:t>
            </a: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岁，北京，建筑设计师</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a:extLst>
              <a:ext uri="{FF2B5EF4-FFF2-40B4-BE49-F238E27FC236}">
                <a16:creationId xmlns:a16="http://schemas.microsoft.com/office/drawing/2014/main" id="{5B9A3E76-0D3B-3B24-D90E-5DCA469804D7}"/>
              </a:ext>
            </a:extLst>
          </p:cNvPr>
          <p:cNvSpPr txBox="1"/>
          <p:nvPr/>
        </p:nvSpPr>
        <p:spPr>
          <a:xfrm>
            <a:off x="9025215" y="2327398"/>
            <a:ext cx="2236510" cy="338554"/>
          </a:xfrm>
          <a:prstGeom prst="rect">
            <a:avLst/>
          </a:prstGeom>
          <a:noFill/>
        </p:spPr>
        <p:txBody>
          <a:bodyPr wrap="none" rtlCol="0">
            <a:spAutoFit/>
          </a:bodyPr>
          <a:lstStyle/>
          <a:p>
            <a:r>
              <a:rPr lang="zh-CN" alt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没有意识去分类垃圾型</a:t>
            </a:r>
            <a:endParaRPr lang="en-US" sz="16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1" name="文本框 100">
            <a:extLst>
              <a:ext uri="{FF2B5EF4-FFF2-40B4-BE49-F238E27FC236}">
                <a16:creationId xmlns:a16="http://schemas.microsoft.com/office/drawing/2014/main" id="{2B8963AF-5C75-CA2D-6D30-F2803CEDEB6B}"/>
              </a:ext>
            </a:extLst>
          </p:cNvPr>
          <p:cNvSpPr txBox="1"/>
          <p:nvPr/>
        </p:nvSpPr>
        <p:spPr>
          <a:xfrm>
            <a:off x="9025215" y="2642990"/>
            <a:ext cx="2015295" cy="261610"/>
          </a:xfrm>
          <a:prstGeom prst="rect">
            <a:avLst/>
          </a:prstGeom>
          <a:noFill/>
        </p:spPr>
        <p:txBody>
          <a:bodyPr wrap="none" rtlCol="0">
            <a:spAutoFit/>
          </a:bodyPr>
          <a:lstStyle/>
          <a:p>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王叔：</a:t>
            </a:r>
            <a:r>
              <a:rPr lang="en-US" altLang="zh-CN"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46</a:t>
            </a: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岁，上海，货车司机</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文本框 101">
            <a:extLst>
              <a:ext uri="{FF2B5EF4-FFF2-40B4-BE49-F238E27FC236}">
                <a16:creationId xmlns:a16="http://schemas.microsoft.com/office/drawing/2014/main" id="{7F2347DB-ABA5-DE66-528D-CB445D5FFF42}"/>
              </a:ext>
            </a:extLst>
          </p:cNvPr>
          <p:cNvSpPr txBox="1"/>
          <p:nvPr/>
        </p:nvSpPr>
        <p:spPr>
          <a:xfrm>
            <a:off x="628995" y="3020734"/>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3" name="文本框 102">
            <a:extLst>
              <a:ext uri="{FF2B5EF4-FFF2-40B4-BE49-F238E27FC236}">
                <a16:creationId xmlns:a16="http://schemas.microsoft.com/office/drawing/2014/main" id="{782F3292-EFC2-72B4-4D9E-0B24BB0600A3}"/>
              </a:ext>
            </a:extLst>
          </p:cNvPr>
          <p:cNvSpPr txBox="1"/>
          <p:nvPr/>
        </p:nvSpPr>
        <p:spPr>
          <a:xfrm>
            <a:off x="644054" y="3328511"/>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文本框 103">
            <a:extLst>
              <a:ext uri="{FF2B5EF4-FFF2-40B4-BE49-F238E27FC236}">
                <a16:creationId xmlns:a16="http://schemas.microsoft.com/office/drawing/2014/main" id="{8AE0202A-7D87-1483-9A1E-26F0119C9841}"/>
              </a:ext>
            </a:extLst>
          </p:cNvPr>
          <p:cNvSpPr txBox="1"/>
          <p:nvPr/>
        </p:nvSpPr>
        <p:spPr>
          <a:xfrm>
            <a:off x="644054" y="3618468"/>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频率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文本框 104">
            <a:extLst>
              <a:ext uri="{FF2B5EF4-FFF2-40B4-BE49-F238E27FC236}">
                <a16:creationId xmlns:a16="http://schemas.microsoft.com/office/drawing/2014/main" id="{EDA42664-1015-07B8-AD6C-6A1B2ECAE0A4}"/>
              </a:ext>
            </a:extLst>
          </p:cNvPr>
          <p:cNvSpPr txBox="1"/>
          <p:nvPr/>
        </p:nvSpPr>
        <p:spPr>
          <a:xfrm>
            <a:off x="644054" y="3908425"/>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方便</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a:extLst>
              <a:ext uri="{FF2B5EF4-FFF2-40B4-BE49-F238E27FC236}">
                <a16:creationId xmlns:a16="http://schemas.microsoft.com/office/drawing/2014/main" id="{0495D4DA-1D9D-3F59-EB18-8CC482417498}"/>
              </a:ext>
            </a:extLst>
          </p:cNvPr>
          <p:cNvSpPr txBox="1"/>
          <p:nvPr/>
        </p:nvSpPr>
        <p:spPr>
          <a:xfrm>
            <a:off x="628996" y="4338705"/>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7" name="文本框 106">
            <a:extLst>
              <a:ext uri="{FF2B5EF4-FFF2-40B4-BE49-F238E27FC236}">
                <a16:creationId xmlns:a16="http://schemas.microsoft.com/office/drawing/2014/main" id="{601EF516-3F15-96A3-3C4A-982B52528CF0}"/>
              </a:ext>
            </a:extLst>
          </p:cNvPr>
          <p:cNvSpPr txBox="1"/>
          <p:nvPr/>
        </p:nvSpPr>
        <p:spPr>
          <a:xfrm>
            <a:off x="628996" y="4646482"/>
            <a:ext cx="274947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有一款简单易上手，快进的分排出的股的分类</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文本框 107">
            <a:extLst>
              <a:ext uri="{FF2B5EF4-FFF2-40B4-BE49-F238E27FC236}">
                <a16:creationId xmlns:a16="http://schemas.microsoft.com/office/drawing/2014/main" id="{70260FD4-F280-4BCE-602B-1EB2BC468411}"/>
              </a:ext>
            </a:extLst>
          </p:cNvPr>
          <p:cNvSpPr txBox="1"/>
          <p:nvPr/>
        </p:nvSpPr>
        <p:spPr>
          <a:xfrm>
            <a:off x="628996" y="5027611"/>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痛点</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9" name="文本框 108">
            <a:extLst>
              <a:ext uri="{FF2B5EF4-FFF2-40B4-BE49-F238E27FC236}">
                <a16:creationId xmlns:a16="http://schemas.microsoft.com/office/drawing/2014/main" id="{0847A833-783A-DE67-3196-AD5E99C13FCF}"/>
              </a:ext>
            </a:extLst>
          </p:cNvPr>
          <p:cNvSpPr txBox="1"/>
          <p:nvPr/>
        </p:nvSpPr>
        <p:spPr>
          <a:xfrm>
            <a:off x="628996" y="5335388"/>
            <a:ext cx="274947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现有的解天方案是只的提示，效率他并不同时</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a:extLst>
              <a:ext uri="{FF2B5EF4-FFF2-40B4-BE49-F238E27FC236}">
                <a16:creationId xmlns:a16="http://schemas.microsoft.com/office/drawing/2014/main" id="{E55A290B-D3D3-A4B5-C926-44D6FFCC45E5}"/>
              </a:ext>
            </a:extLst>
          </p:cNvPr>
          <p:cNvSpPr txBox="1"/>
          <p:nvPr/>
        </p:nvSpPr>
        <p:spPr>
          <a:xfrm>
            <a:off x="4492624" y="3020734"/>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1" name="文本框 110">
            <a:extLst>
              <a:ext uri="{FF2B5EF4-FFF2-40B4-BE49-F238E27FC236}">
                <a16:creationId xmlns:a16="http://schemas.microsoft.com/office/drawing/2014/main" id="{D9B2697F-ABDC-ADFF-21CF-8DBE440AEA90}"/>
              </a:ext>
            </a:extLst>
          </p:cNvPr>
          <p:cNvSpPr txBox="1"/>
          <p:nvPr/>
        </p:nvSpPr>
        <p:spPr>
          <a:xfrm>
            <a:off x="4507683" y="3328511"/>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a:extLst>
              <a:ext uri="{FF2B5EF4-FFF2-40B4-BE49-F238E27FC236}">
                <a16:creationId xmlns:a16="http://schemas.microsoft.com/office/drawing/2014/main" id="{6727D21B-6279-DBE5-287B-FC6CDE5992FC}"/>
              </a:ext>
            </a:extLst>
          </p:cNvPr>
          <p:cNvSpPr txBox="1"/>
          <p:nvPr/>
        </p:nvSpPr>
        <p:spPr>
          <a:xfrm>
            <a:off x="4507683" y="3618468"/>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频率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a:extLst>
              <a:ext uri="{FF2B5EF4-FFF2-40B4-BE49-F238E27FC236}">
                <a16:creationId xmlns:a16="http://schemas.microsoft.com/office/drawing/2014/main" id="{5550C4A6-A71F-6D0D-B6C8-A73EFD313D41}"/>
              </a:ext>
            </a:extLst>
          </p:cNvPr>
          <p:cNvSpPr txBox="1"/>
          <p:nvPr/>
        </p:nvSpPr>
        <p:spPr>
          <a:xfrm>
            <a:off x="4507683" y="3908425"/>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方便</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4" name="文本框 113">
            <a:extLst>
              <a:ext uri="{FF2B5EF4-FFF2-40B4-BE49-F238E27FC236}">
                <a16:creationId xmlns:a16="http://schemas.microsoft.com/office/drawing/2014/main" id="{21275492-17E2-D886-8962-84CEB3324A0D}"/>
              </a:ext>
            </a:extLst>
          </p:cNvPr>
          <p:cNvSpPr txBox="1"/>
          <p:nvPr/>
        </p:nvSpPr>
        <p:spPr>
          <a:xfrm>
            <a:off x="4492625" y="4338705"/>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文本框 114">
            <a:extLst>
              <a:ext uri="{FF2B5EF4-FFF2-40B4-BE49-F238E27FC236}">
                <a16:creationId xmlns:a16="http://schemas.microsoft.com/office/drawing/2014/main" id="{1F367FB8-4D1C-852A-9FC4-8B2CA5EAC007}"/>
              </a:ext>
            </a:extLst>
          </p:cNvPr>
          <p:cNvSpPr txBox="1"/>
          <p:nvPr/>
        </p:nvSpPr>
        <p:spPr>
          <a:xfrm>
            <a:off x="4492625" y="4646482"/>
            <a:ext cx="287771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有一动可自动分辨出不同垃圾的自主研发的技用</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文本框 115">
            <a:extLst>
              <a:ext uri="{FF2B5EF4-FFF2-40B4-BE49-F238E27FC236}">
                <a16:creationId xmlns:a16="http://schemas.microsoft.com/office/drawing/2014/main" id="{2FCEE0BA-2A84-E114-6B72-0EE225DE4A38}"/>
              </a:ext>
            </a:extLst>
          </p:cNvPr>
          <p:cNvSpPr txBox="1"/>
          <p:nvPr/>
        </p:nvSpPr>
        <p:spPr>
          <a:xfrm>
            <a:off x="4492625" y="5027611"/>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痛点</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7" name="文本框 116">
            <a:extLst>
              <a:ext uri="{FF2B5EF4-FFF2-40B4-BE49-F238E27FC236}">
                <a16:creationId xmlns:a16="http://schemas.microsoft.com/office/drawing/2014/main" id="{B6D5E002-920B-2C52-7340-3C536F221CC0}"/>
              </a:ext>
            </a:extLst>
          </p:cNvPr>
          <p:cNvSpPr txBox="1"/>
          <p:nvPr/>
        </p:nvSpPr>
        <p:spPr>
          <a:xfrm>
            <a:off x="4492625" y="5335388"/>
            <a:ext cx="2274982"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没有时间去分类垃圾，没时间倒垃圾</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文本框 117">
            <a:extLst>
              <a:ext uri="{FF2B5EF4-FFF2-40B4-BE49-F238E27FC236}">
                <a16:creationId xmlns:a16="http://schemas.microsoft.com/office/drawing/2014/main" id="{18673E92-EF5B-7E74-33B2-26E09EE3546F}"/>
              </a:ext>
            </a:extLst>
          </p:cNvPr>
          <p:cNvSpPr txBox="1"/>
          <p:nvPr/>
        </p:nvSpPr>
        <p:spPr>
          <a:xfrm>
            <a:off x="8403237" y="3020734"/>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9" name="文本框 118">
            <a:extLst>
              <a:ext uri="{FF2B5EF4-FFF2-40B4-BE49-F238E27FC236}">
                <a16:creationId xmlns:a16="http://schemas.microsoft.com/office/drawing/2014/main" id="{62AFCD9B-E20D-4004-91FD-9F50D4DB1CC2}"/>
              </a:ext>
            </a:extLst>
          </p:cNvPr>
          <p:cNvSpPr txBox="1"/>
          <p:nvPr/>
        </p:nvSpPr>
        <p:spPr>
          <a:xfrm>
            <a:off x="8418296" y="3328511"/>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价格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文本框 119">
            <a:extLst>
              <a:ext uri="{FF2B5EF4-FFF2-40B4-BE49-F238E27FC236}">
                <a16:creationId xmlns:a16="http://schemas.microsoft.com/office/drawing/2014/main" id="{F12792E0-BE05-2B84-6A50-8E1F77463143}"/>
              </a:ext>
            </a:extLst>
          </p:cNvPr>
          <p:cNvSpPr txBox="1"/>
          <p:nvPr/>
        </p:nvSpPr>
        <p:spPr>
          <a:xfrm>
            <a:off x="8418296" y="3618468"/>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频率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文本框 120">
            <a:extLst>
              <a:ext uri="{FF2B5EF4-FFF2-40B4-BE49-F238E27FC236}">
                <a16:creationId xmlns:a16="http://schemas.microsoft.com/office/drawing/2014/main" id="{26654F5B-AC71-ED99-4192-ACF8E7A102A2}"/>
              </a:ext>
            </a:extLst>
          </p:cNvPr>
          <p:cNvSpPr txBox="1"/>
          <p:nvPr/>
        </p:nvSpPr>
        <p:spPr>
          <a:xfrm>
            <a:off x="8418296" y="3908425"/>
            <a:ext cx="441146" cy="246221"/>
          </a:xfrm>
          <a:prstGeom prst="rect">
            <a:avLst/>
          </a:prstGeom>
          <a:noFill/>
        </p:spPr>
        <p:txBody>
          <a:bodyPr wrap="none" rtlCol="0">
            <a:spAutoFit/>
          </a:bodyPr>
          <a:lstStyle/>
          <a:p>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方便</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文本框 121">
            <a:extLst>
              <a:ext uri="{FF2B5EF4-FFF2-40B4-BE49-F238E27FC236}">
                <a16:creationId xmlns:a16="http://schemas.microsoft.com/office/drawing/2014/main" id="{FAD01BEE-0DB5-7C9C-588F-BE268369EA10}"/>
              </a:ext>
            </a:extLst>
          </p:cNvPr>
          <p:cNvSpPr txBox="1"/>
          <p:nvPr/>
        </p:nvSpPr>
        <p:spPr>
          <a:xfrm>
            <a:off x="8403238" y="4338705"/>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3" name="文本框 122">
            <a:extLst>
              <a:ext uri="{FF2B5EF4-FFF2-40B4-BE49-F238E27FC236}">
                <a16:creationId xmlns:a16="http://schemas.microsoft.com/office/drawing/2014/main" id="{9A101CCF-8A2C-EDDD-164D-850122E659B4}"/>
              </a:ext>
            </a:extLst>
          </p:cNvPr>
          <p:cNvSpPr txBox="1"/>
          <p:nvPr/>
        </p:nvSpPr>
        <p:spPr>
          <a:xfrm>
            <a:off x="8403238" y="4646482"/>
            <a:ext cx="2877711"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有一动可自动分辨出不同垃圾的自主研发的技用</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文本框 123">
            <a:extLst>
              <a:ext uri="{FF2B5EF4-FFF2-40B4-BE49-F238E27FC236}">
                <a16:creationId xmlns:a16="http://schemas.microsoft.com/office/drawing/2014/main" id="{B258622D-25B1-C6CA-D031-01A5E97B69C5}"/>
              </a:ext>
            </a:extLst>
          </p:cNvPr>
          <p:cNvSpPr txBox="1"/>
          <p:nvPr/>
        </p:nvSpPr>
        <p:spPr>
          <a:xfrm>
            <a:off x="8403238" y="5027611"/>
            <a:ext cx="543739" cy="307777"/>
          </a:xfrm>
          <a:prstGeom prst="rect">
            <a:avLst/>
          </a:prstGeom>
          <a:noFill/>
        </p:spPr>
        <p:txBody>
          <a:bodyPr wrap="none" rtlCol="0">
            <a:spAutoFit/>
          </a:bodyPr>
          <a:lstStyle/>
          <a:p>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痛点</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25" name="文本框 124">
            <a:extLst>
              <a:ext uri="{FF2B5EF4-FFF2-40B4-BE49-F238E27FC236}">
                <a16:creationId xmlns:a16="http://schemas.microsoft.com/office/drawing/2014/main" id="{422B3826-CD84-D801-7280-17E4D5A8CAAA}"/>
              </a:ext>
            </a:extLst>
          </p:cNvPr>
          <p:cNvSpPr txBox="1"/>
          <p:nvPr/>
        </p:nvSpPr>
        <p:spPr>
          <a:xfrm>
            <a:off x="8403238" y="5335388"/>
            <a:ext cx="2274982" cy="246221"/>
          </a:xfrm>
          <a:prstGeom prst="rect">
            <a:avLst/>
          </a:prstGeom>
          <a:noFill/>
        </p:spPr>
        <p:txBody>
          <a:bodyPr wrap="none" rtlCol="0">
            <a:spAutoFit/>
          </a:bodyPr>
          <a:lstStyle/>
          <a:p>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没有时间去分类垃圾，没时间倒垃圾</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任意多边形: 形状 3">
            <a:extLst>
              <a:ext uri="{FF2B5EF4-FFF2-40B4-BE49-F238E27FC236}">
                <a16:creationId xmlns:a16="http://schemas.microsoft.com/office/drawing/2014/main" id="{83BD9807-1078-642B-260C-763ED7C3B1A5}"/>
              </a:ext>
            </a:extLst>
          </p:cNvPr>
          <p:cNvSpPr/>
          <p:nvPr/>
        </p:nvSpPr>
        <p:spPr>
          <a:xfrm>
            <a:off x="4593685" y="2321349"/>
            <a:ext cx="329874" cy="495765"/>
          </a:xfrm>
          <a:custGeom>
            <a:avLst/>
            <a:gdLst>
              <a:gd name="connsiteX0" fmla="*/ 2945 w 318420"/>
              <a:gd name="connsiteY0" fmla="*/ 438426 h 478551"/>
              <a:gd name="connsiteX1" fmla="*/ 315475 w 318420"/>
              <a:gd name="connsiteY1" fmla="*/ 438426 h 478551"/>
              <a:gd name="connsiteX2" fmla="*/ 318420 w 318420"/>
              <a:gd name="connsiteY2" fmla="*/ 441371 h 478551"/>
              <a:gd name="connsiteX3" fmla="*/ 318420 w 318420"/>
              <a:gd name="connsiteY3" fmla="*/ 463090 h 478551"/>
              <a:gd name="connsiteX4" fmla="*/ 302959 w 318420"/>
              <a:gd name="connsiteY4" fmla="*/ 478551 h 478551"/>
              <a:gd name="connsiteX5" fmla="*/ 15461 w 318420"/>
              <a:gd name="connsiteY5" fmla="*/ 478551 h 478551"/>
              <a:gd name="connsiteX6" fmla="*/ 0 w 318420"/>
              <a:gd name="connsiteY6" fmla="*/ 463090 h 478551"/>
              <a:gd name="connsiteX7" fmla="*/ 0 w 318420"/>
              <a:gd name="connsiteY7" fmla="*/ 441371 h 478551"/>
              <a:gd name="connsiteX8" fmla="*/ 2945 w 318420"/>
              <a:gd name="connsiteY8" fmla="*/ 438426 h 478551"/>
              <a:gd name="connsiteX9" fmla="*/ 159763 w 318420"/>
              <a:gd name="connsiteY9" fmla="*/ 300014 h 478551"/>
              <a:gd name="connsiteX10" fmla="*/ 229705 w 318420"/>
              <a:gd name="connsiteY10" fmla="*/ 328359 h 478551"/>
              <a:gd name="connsiteX11" fmla="*/ 252896 w 318420"/>
              <a:gd name="connsiteY11" fmla="*/ 362226 h 478551"/>
              <a:gd name="connsiteX12" fmla="*/ 252896 w 318420"/>
              <a:gd name="connsiteY12" fmla="*/ 383576 h 478551"/>
              <a:gd name="connsiteX13" fmla="*/ 66261 w 318420"/>
              <a:gd name="connsiteY13" fmla="*/ 383576 h 478551"/>
              <a:gd name="connsiteX14" fmla="*/ 66261 w 318420"/>
              <a:gd name="connsiteY14" fmla="*/ 362226 h 478551"/>
              <a:gd name="connsiteX15" fmla="*/ 66629 w 318420"/>
              <a:gd name="connsiteY15" fmla="*/ 362226 h 478551"/>
              <a:gd name="connsiteX16" fmla="*/ 89821 w 318420"/>
              <a:gd name="connsiteY16" fmla="*/ 328359 h 478551"/>
              <a:gd name="connsiteX17" fmla="*/ 159763 w 318420"/>
              <a:gd name="connsiteY17" fmla="*/ 300014 h 478551"/>
              <a:gd name="connsiteX18" fmla="*/ 160130 w 318420"/>
              <a:gd name="connsiteY18" fmla="*/ 287130 h 478551"/>
              <a:gd name="connsiteX19" fmla="*/ 163811 w 318420"/>
              <a:gd name="connsiteY19" fmla="*/ 290811 h 478551"/>
              <a:gd name="connsiteX20" fmla="*/ 160130 w 318420"/>
              <a:gd name="connsiteY20" fmla="*/ 294492 h 478551"/>
              <a:gd name="connsiteX21" fmla="*/ 156449 w 318420"/>
              <a:gd name="connsiteY21" fmla="*/ 290811 h 478551"/>
              <a:gd name="connsiteX22" fmla="*/ 160130 w 318420"/>
              <a:gd name="connsiteY22" fmla="*/ 287130 h 478551"/>
              <a:gd name="connsiteX23" fmla="*/ 160130 w 318420"/>
              <a:gd name="connsiteY23" fmla="*/ 273142 h 478551"/>
              <a:gd name="connsiteX24" fmla="*/ 163811 w 318420"/>
              <a:gd name="connsiteY24" fmla="*/ 276823 h 478551"/>
              <a:gd name="connsiteX25" fmla="*/ 160130 w 318420"/>
              <a:gd name="connsiteY25" fmla="*/ 280504 h 478551"/>
              <a:gd name="connsiteX26" fmla="*/ 156449 w 318420"/>
              <a:gd name="connsiteY26" fmla="*/ 276823 h 478551"/>
              <a:gd name="connsiteX27" fmla="*/ 160130 w 318420"/>
              <a:gd name="connsiteY27" fmla="*/ 273142 h 478551"/>
              <a:gd name="connsiteX28" fmla="*/ 160130 w 318420"/>
              <a:gd name="connsiteY28" fmla="*/ 258786 h 478551"/>
              <a:gd name="connsiteX29" fmla="*/ 163811 w 318420"/>
              <a:gd name="connsiteY29" fmla="*/ 262467 h 478551"/>
              <a:gd name="connsiteX30" fmla="*/ 160130 w 318420"/>
              <a:gd name="connsiteY30" fmla="*/ 266148 h 478551"/>
              <a:gd name="connsiteX31" fmla="*/ 156449 w 318420"/>
              <a:gd name="connsiteY31" fmla="*/ 262467 h 478551"/>
              <a:gd name="connsiteX32" fmla="*/ 160130 w 318420"/>
              <a:gd name="connsiteY32" fmla="*/ 258786 h 478551"/>
              <a:gd name="connsiteX33" fmla="*/ 160130 w 318420"/>
              <a:gd name="connsiteY33" fmla="*/ 244797 h 478551"/>
              <a:gd name="connsiteX34" fmla="*/ 163811 w 318420"/>
              <a:gd name="connsiteY34" fmla="*/ 248478 h 478551"/>
              <a:gd name="connsiteX35" fmla="*/ 160130 w 318420"/>
              <a:gd name="connsiteY35" fmla="*/ 252159 h 478551"/>
              <a:gd name="connsiteX36" fmla="*/ 156449 w 318420"/>
              <a:gd name="connsiteY36" fmla="*/ 248478 h 478551"/>
              <a:gd name="connsiteX37" fmla="*/ 160130 w 318420"/>
              <a:gd name="connsiteY37" fmla="*/ 244797 h 478551"/>
              <a:gd name="connsiteX38" fmla="*/ 77304 w 318420"/>
              <a:gd name="connsiteY38" fmla="*/ 147615 h 478551"/>
              <a:gd name="connsiteX39" fmla="*/ 162339 w 318420"/>
              <a:gd name="connsiteY39" fmla="*/ 166021 h 478551"/>
              <a:gd name="connsiteX40" fmla="*/ 243324 w 318420"/>
              <a:gd name="connsiteY40" fmla="*/ 147615 h 478551"/>
              <a:gd name="connsiteX41" fmla="*/ 174855 w 318420"/>
              <a:gd name="connsiteY41" fmla="*/ 199151 h 478551"/>
              <a:gd name="connsiteX42" fmla="*/ 164179 w 318420"/>
              <a:gd name="connsiteY42" fmla="*/ 220502 h 478551"/>
              <a:gd name="connsiteX43" fmla="*/ 164179 w 318420"/>
              <a:gd name="connsiteY43" fmla="*/ 233754 h 478551"/>
              <a:gd name="connsiteX44" fmla="*/ 160498 w 318420"/>
              <a:gd name="connsiteY44" fmla="*/ 237435 h 478551"/>
              <a:gd name="connsiteX45" fmla="*/ 156817 w 318420"/>
              <a:gd name="connsiteY45" fmla="*/ 233754 h 478551"/>
              <a:gd name="connsiteX46" fmla="*/ 156817 w 318420"/>
              <a:gd name="connsiteY46" fmla="*/ 220870 h 478551"/>
              <a:gd name="connsiteX47" fmla="*/ 146142 w 318420"/>
              <a:gd name="connsiteY47" fmla="*/ 199519 h 478551"/>
              <a:gd name="connsiteX48" fmla="*/ 53377 w 318420"/>
              <a:gd name="connsiteY48" fmla="*/ 82827 h 478551"/>
              <a:gd name="connsiteX49" fmla="*/ 53377 w 318420"/>
              <a:gd name="connsiteY49" fmla="*/ 126632 h 478551"/>
              <a:gd name="connsiteX50" fmla="*/ 70679 w 318420"/>
              <a:gd name="connsiteY50" fmla="*/ 160499 h 478551"/>
              <a:gd name="connsiteX51" fmla="*/ 135099 w 318420"/>
              <a:gd name="connsiteY51" fmla="*/ 207986 h 478551"/>
              <a:gd name="connsiteX52" fmla="*/ 150928 w 318420"/>
              <a:gd name="connsiteY52" fmla="*/ 239276 h 478551"/>
              <a:gd name="connsiteX53" fmla="*/ 135099 w 318420"/>
              <a:gd name="connsiteY53" fmla="*/ 270566 h 478551"/>
              <a:gd name="connsiteX54" fmla="*/ 70679 w 318420"/>
              <a:gd name="connsiteY54" fmla="*/ 317684 h 478551"/>
              <a:gd name="connsiteX55" fmla="*/ 53377 w 318420"/>
              <a:gd name="connsiteY55" fmla="*/ 351551 h 478551"/>
              <a:gd name="connsiteX56" fmla="*/ 53377 w 318420"/>
              <a:gd name="connsiteY56" fmla="*/ 395725 h 478551"/>
              <a:gd name="connsiteX57" fmla="*/ 266516 w 318420"/>
              <a:gd name="connsiteY57" fmla="*/ 395725 h 478551"/>
              <a:gd name="connsiteX58" fmla="*/ 266516 w 318420"/>
              <a:gd name="connsiteY58" fmla="*/ 354864 h 478551"/>
              <a:gd name="connsiteX59" fmla="*/ 247006 w 318420"/>
              <a:gd name="connsiteY59" fmla="*/ 316580 h 478551"/>
              <a:gd name="connsiteX60" fmla="*/ 184794 w 318420"/>
              <a:gd name="connsiteY60" fmla="*/ 270566 h 478551"/>
              <a:gd name="connsiteX61" fmla="*/ 168966 w 318420"/>
              <a:gd name="connsiteY61" fmla="*/ 239276 h 478551"/>
              <a:gd name="connsiteX62" fmla="*/ 184794 w 318420"/>
              <a:gd name="connsiteY62" fmla="*/ 207986 h 478551"/>
              <a:gd name="connsiteX63" fmla="*/ 249215 w 318420"/>
              <a:gd name="connsiteY63" fmla="*/ 160499 h 478551"/>
              <a:gd name="connsiteX64" fmla="*/ 266516 w 318420"/>
              <a:gd name="connsiteY64" fmla="*/ 126632 h 478551"/>
              <a:gd name="connsiteX65" fmla="*/ 266516 w 318420"/>
              <a:gd name="connsiteY65" fmla="*/ 82827 h 478551"/>
              <a:gd name="connsiteX66" fmla="*/ 24296 w 318420"/>
              <a:gd name="connsiteY66" fmla="*/ 52641 h 478551"/>
              <a:gd name="connsiteX67" fmla="*/ 296334 w 318420"/>
              <a:gd name="connsiteY67" fmla="*/ 52641 h 478551"/>
              <a:gd name="connsiteX68" fmla="*/ 296334 w 318420"/>
              <a:gd name="connsiteY68" fmla="*/ 125896 h 478551"/>
              <a:gd name="connsiteX69" fmla="*/ 267253 w 318420"/>
              <a:gd name="connsiteY69" fmla="*/ 183690 h 478551"/>
              <a:gd name="connsiteX70" fmla="*/ 202832 w 318420"/>
              <a:gd name="connsiteY70" fmla="*/ 231177 h 478551"/>
              <a:gd name="connsiteX71" fmla="*/ 199151 w 318420"/>
              <a:gd name="connsiteY71" fmla="*/ 238908 h 478551"/>
              <a:gd name="connsiteX72" fmla="*/ 202832 w 318420"/>
              <a:gd name="connsiteY72" fmla="*/ 246638 h 478551"/>
              <a:gd name="connsiteX73" fmla="*/ 265044 w 318420"/>
              <a:gd name="connsiteY73" fmla="*/ 292653 h 478551"/>
              <a:gd name="connsiteX74" fmla="*/ 296334 w 318420"/>
              <a:gd name="connsiteY74" fmla="*/ 354496 h 478551"/>
              <a:gd name="connsiteX75" fmla="*/ 296334 w 318420"/>
              <a:gd name="connsiteY75" fmla="*/ 425174 h 478551"/>
              <a:gd name="connsiteX76" fmla="*/ 24296 w 318420"/>
              <a:gd name="connsiteY76" fmla="*/ 425174 h 478551"/>
              <a:gd name="connsiteX77" fmla="*/ 24296 w 318420"/>
              <a:gd name="connsiteY77" fmla="*/ 351919 h 478551"/>
              <a:gd name="connsiteX78" fmla="*/ 53377 w 318420"/>
              <a:gd name="connsiteY78" fmla="*/ 294125 h 478551"/>
              <a:gd name="connsiteX79" fmla="*/ 117797 w 318420"/>
              <a:gd name="connsiteY79" fmla="*/ 246638 h 478551"/>
              <a:gd name="connsiteX80" fmla="*/ 121478 w 318420"/>
              <a:gd name="connsiteY80" fmla="*/ 238908 h 478551"/>
              <a:gd name="connsiteX81" fmla="*/ 117797 w 318420"/>
              <a:gd name="connsiteY81" fmla="*/ 231177 h 478551"/>
              <a:gd name="connsiteX82" fmla="*/ 53377 w 318420"/>
              <a:gd name="connsiteY82" fmla="*/ 183690 h 478551"/>
              <a:gd name="connsiteX83" fmla="*/ 24296 w 318420"/>
              <a:gd name="connsiteY83" fmla="*/ 125896 h 478551"/>
              <a:gd name="connsiteX84" fmla="*/ 15461 w 318420"/>
              <a:gd name="connsiteY84" fmla="*/ 0 h 478551"/>
              <a:gd name="connsiteX85" fmla="*/ 302959 w 318420"/>
              <a:gd name="connsiteY85" fmla="*/ 0 h 478551"/>
              <a:gd name="connsiteX86" fmla="*/ 318420 w 318420"/>
              <a:gd name="connsiteY86" fmla="*/ 15461 h 478551"/>
              <a:gd name="connsiteX87" fmla="*/ 318420 w 318420"/>
              <a:gd name="connsiteY87" fmla="*/ 37180 h 478551"/>
              <a:gd name="connsiteX88" fmla="*/ 315475 w 318420"/>
              <a:gd name="connsiteY88" fmla="*/ 40125 h 478551"/>
              <a:gd name="connsiteX89" fmla="*/ 2945 w 318420"/>
              <a:gd name="connsiteY89" fmla="*/ 40125 h 478551"/>
              <a:gd name="connsiteX90" fmla="*/ 0 w 318420"/>
              <a:gd name="connsiteY90" fmla="*/ 37180 h 478551"/>
              <a:gd name="connsiteX91" fmla="*/ 0 w 318420"/>
              <a:gd name="connsiteY91" fmla="*/ 15461 h 478551"/>
              <a:gd name="connsiteX92" fmla="*/ 15461 w 318420"/>
              <a:gd name="connsiteY92" fmla="*/ 0 h 478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18420" h="478551">
                <a:moveTo>
                  <a:pt x="2945" y="438426"/>
                </a:moveTo>
                <a:lnTo>
                  <a:pt x="315475" y="438426"/>
                </a:lnTo>
                <a:cubicBezTo>
                  <a:pt x="316948" y="438426"/>
                  <a:pt x="318420" y="439530"/>
                  <a:pt x="318420" y="441371"/>
                </a:cubicBezTo>
                <a:lnTo>
                  <a:pt x="318420" y="463090"/>
                </a:lnTo>
                <a:cubicBezTo>
                  <a:pt x="318420" y="471556"/>
                  <a:pt x="311426" y="478551"/>
                  <a:pt x="302959" y="478551"/>
                </a:cubicBezTo>
                <a:lnTo>
                  <a:pt x="15461" y="478551"/>
                </a:lnTo>
                <a:cubicBezTo>
                  <a:pt x="6994" y="478551"/>
                  <a:pt x="0" y="471556"/>
                  <a:pt x="0" y="463090"/>
                </a:cubicBezTo>
                <a:lnTo>
                  <a:pt x="0" y="441371"/>
                </a:lnTo>
                <a:cubicBezTo>
                  <a:pt x="0" y="439898"/>
                  <a:pt x="1104" y="438426"/>
                  <a:pt x="2945" y="438426"/>
                </a:cubicBezTo>
                <a:close/>
                <a:moveTo>
                  <a:pt x="159763" y="300014"/>
                </a:moveTo>
                <a:cubicBezTo>
                  <a:pt x="174119" y="308481"/>
                  <a:pt x="229705" y="328359"/>
                  <a:pt x="229705" y="328359"/>
                </a:cubicBezTo>
                <a:cubicBezTo>
                  <a:pt x="243693" y="333881"/>
                  <a:pt x="252896" y="347133"/>
                  <a:pt x="252896" y="362226"/>
                </a:cubicBezTo>
                <a:lnTo>
                  <a:pt x="252896" y="383576"/>
                </a:lnTo>
                <a:lnTo>
                  <a:pt x="66261" y="383576"/>
                </a:lnTo>
                <a:lnTo>
                  <a:pt x="66261" y="362226"/>
                </a:lnTo>
                <a:lnTo>
                  <a:pt x="66629" y="362226"/>
                </a:lnTo>
                <a:cubicBezTo>
                  <a:pt x="66629" y="347133"/>
                  <a:pt x="75832" y="333881"/>
                  <a:pt x="89821" y="328359"/>
                </a:cubicBezTo>
                <a:cubicBezTo>
                  <a:pt x="89821" y="328359"/>
                  <a:pt x="146142" y="308481"/>
                  <a:pt x="159763" y="300014"/>
                </a:cubicBezTo>
                <a:close/>
                <a:moveTo>
                  <a:pt x="160130" y="287130"/>
                </a:moveTo>
                <a:cubicBezTo>
                  <a:pt x="162163" y="287130"/>
                  <a:pt x="163811" y="288778"/>
                  <a:pt x="163811" y="290811"/>
                </a:cubicBezTo>
                <a:cubicBezTo>
                  <a:pt x="163811" y="292844"/>
                  <a:pt x="162163" y="294492"/>
                  <a:pt x="160130" y="294492"/>
                </a:cubicBezTo>
                <a:cubicBezTo>
                  <a:pt x="158097" y="294492"/>
                  <a:pt x="156449" y="292844"/>
                  <a:pt x="156449" y="290811"/>
                </a:cubicBezTo>
                <a:cubicBezTo>
                  <a:pt x="156449" y="288778"/>
                  <a:pt x="158097" y="287130"/>
                  <a:pt x="160130" y="287130"/>
                </a:cubicBezTo>
                <a:close/>
                <a:moveTo>
                  <a:pt x="160130" y="273142"/>
                </a:moveTo>
                <a:cubicBezTo>
                  <a:pt x="162163" y="273142"/>
                  <a:pt x="163811" y="274790"/>
                  <a:pt x="163811" y="276823"/>
                </a:cubicBezTo>
                <a:cubicBezTo>
                  <a:pt x="163811" y="278856"/>
                  <a:pt x="162163" y="280504"/>
                  <a:pt x="160130" y="280504"/>
                </a:cubicBezTo>
                <a:cubicBezTo>
                  <a:pt x="158097" y="280504"/>
                  <a:pt x="156449" y="278856"/>
                  <a:pt x="156449" y="276823"/>
                </a:cubicBezTo>
                <a:cubicBezTo>
                  <a:pt x="156449" y="274790"/>
                  <a:pt x="158097" y="273142"/>
                  <a:pt x="160130" y="273142"/>
                </a:cubicBezTo>
                <a:close/>
                <a:moveTo>
                  <a:pt x="160130" y="258786"/>
                </a:moveTo>
                <a:cubicBezTo>
                  <a:pt x="162163" y="258786"/>
                  <a:pt x="163811" y="260434"/>
                  <a:pt x="163811" y="262467"/>
                </a:cubicBezTo>
                <a:cubicBezTo>
                  <a:pt x="163811" y="264500"/>
                  <a:pt x="162163" y="266148"/>
                  <a:pt x="160130" y="266148"/>
                </a:cubicBezTo>
                <a:cubicBezTo>
                  <a:pt x="158097" y="266148"/>
                  <a:pt x="156449" y="264500"/>
                  <a:pt x="156449" y="262467"/>
                </a:cubicBezTo>
                <a:cubicBezTo>
                  <a:pt x="156449" y="260434"/>
                  <a:pt x="158097" y="258786"/>
                  <a:pt x="160130" y="258786"/>
                </a:cubicBezTo>
                <a:close/>
                <a:moveTo>
                  <a:pt x="160130" y="244797"/>
                </a:moveTo>
                <a:cubicBezTo>
                  <a:pt x="162163" y="244797"/>
                  <a:pt x="163811" y="246445"/>
                  <a:pt x="163811" y="248478"/>
                </a:cubicBezTo>
                <a:cubicBezTo>
                  <a:pt x="163811" y="250511"/>
                  <a:pt x="162163" y="252159"/>
                  <a:pt x="160130" y="252159"/>
                </a:cubicBezTo>
                <a:cubicBezTo>
                  <a:pt x="158097" y="252159"/>
                  <a:pt x="156449" y="250511"/>
                  <a:pt x="156449" y="248478"/>
                </a:cubicBezTo>
                <a:cubicBezTo>
                  <a:pt x="156449" y="246445"/>
                  <a:pt x="158097" y="244797"/>
                  <a:pt x="160130" y="244797"/>
                </a:cubicBezTo>
                <a:close/>
                <a:moveTo>
                  <a:pt x="77304" y="147615"/>
                </a:moveTo>
                <a:lnTo>
                  <a:pt x="162339" y="166021"/>
                </a:lnTo>
                <a:lnTo>
                  <a:pt x="243324" y="147615"/>
                </a:lnTo>
                <a:lnTo>
                  <a:pt x="174855" y="199151"/>
                </a:lnTo>
                <a:cubicBezTo>
                  <a:pt x="168229" y="204305"/>
                  <a:pt x="164179" y="212035"/>
                  <a:pt x="164179" y="220502"/>
                </a:cubicBezTo>
                <a:lnTo>
                  <a:pt x="164179" y="233754"/>
                </a:lnTo>
                <a:cubicBezTo>
                  <a:pt x="164179" y="235595"/>
                  <a:pt x="162707" y="237435"/>
                  <a:pt x="160498" y="237435"/>
                </a:cubicBezTo>
                <a:cubicBezTo>
                  <a:pt x="158658" y="237435"/>
                  <a:pt x="156817" y="235963"/>
                  <a:pt x="156817" y="233754"/>
                </a:cubicBezTo>
                <a:lnTo>
                  <a:pt x="156817" y="220870"/>
                </a:lnTo>
                <a:cubicBezTo>
                  <a:pt x="156817" y="212403"/>
                  <a:pt x="152768" y="204673"/>
                  <a:pt x="146142" y="199519"/>
                </a:cubicBezTo>
                <a:close/>
                <a:moveTo>
                  <a:pt x="53377" y="82827"/>
                </a:moveTo>
                <a:lnTo>
                  <a:pt x="53377" y="126632"/>
                </a:lnTo>
                <a:cubicBezTo>
                  <a:pt x="53377" y="139885"/>
                  <a:pt x="59635" y="152769"/>
                  <a:pt x="70679" y="160499"/>
                </a:cubicBezTo>
                <a:lnTo>
                  <a:pt x="135099" y="207986"/>
                </a:lnTo>
                <a:cubicBezTo>
                  <a:pt x="145038" y="215348"/>
                  <a:pt x="150928" y="226760"/>
                  <a:pt x="150928" y="239276"/>
                </a:cubicBezTo>
                <a:cubicBezTo>
                  <a:pt x="150928" y="251792"/>
                  <a:pt x="145038" y="263203"/>
                  <a:pt x="135099" y="270566"/>
                </a:cubicBezTo>
                <a:lnTo>
                  <a:pt x="70679" y="317684"/>
                </a:lnTo>
                <a:cubicBezTo>
                  <a:pt x="60003" y="325415"/>
                  <a:pt x="53377" y="338299"/>
                  <a:pt x="53377" y="351551"/>
                </a:cubicBezTo>
                <a:lnTo>
                  <a:pt x="53377" y="395725"/>
                </a:lnTo>
                <a:lnTo>
                  <a:pt x="266516" y="395725"/>
                </a:lnTo>
                <a:lnTo>
                  <a:pt x="266516" y="354864"/>
                </a:lnTo>
                <a:cubicBezTo>
                  <a:pt x="266516" y="339771"/>
                  <a:pt x="259154" y="325415"/>
                  <a:pt x="247006" y="316580"/>
                </a:cubicBezTo>
                <a:lnTo>
                  <a:pt x="184794" y="270566"/>
                </a:lnTo>
                <a:cubicBezTo>
                  <a:pt x="174855" y="263203"/>
                  <a:pt x="168966" y="251792"/>
                  <a:pt x="168966" y="239276"/>
                </a:cubicBezTo>
                <a:cubicBezTo>
                  <a:pt x="168966" y="226760"/>
                  <a:pt x="174855" y="215348"/>
                  <a:pt x="184794" y="207986"/>
                </a:cubicBezTo>
                <a:lnTo>
                  <a:pt x="249215" y="160499"/>
                </a:lnTo>
                <a:cubicBezTo>
                  <a:pt x="259890" y="152769"/>
                  <a:pt x="266516" y="139885"/>
                  <a:pt x="266516" y="126632"/>
                </a:cubicBezTo>
                <a:lnTo>
                  <a:pt x="266516" y="82827"/>
                </a:lnTo>
                <a:close/>
                <a:moveTo>
                  <a:pt x="24296" y="52641"/>
                </a:moveTo>
                <a:lnTo>
                  <a:pt x="296334" y="52641"/>
                </a:lnTo>
                <a:lnTo>
                  <a:pt x="296334" y="125896"/>
                </a:lnTo>
                <a:cubicBezTo>
                  <a:pt x="296334" y="148719"/>
                  <a:pt x="285290" y="170070"/>
                  <a:pt x="267253" y="183690"/>
                </a:cubicBezTo>
                <a:lnTo>
                  <a:pt x="202832" y="231177"/>
                </a:lnTo>
                <a:cubicBezTo>
                  <a:pt x="200255" y="233018"/>
                  <a:pt x="199151" y="235595"/>
                  <a:pt x="199151" y="238908"/>
                </a:cubicBezTo>
                <a:cubicBezTo>
                  <a:pt x="199151" y="241853"/>
                  <a:pt x="200623" y="244798"/>
                  <a:pt x="202832" y="246638"/>
                </a:cubicBezTo>
                <a:lnTo>
                  <a:pt x="265044" y="292653"/>
                </a:lnTo>
                <a:cubicBezTo>
                  <a:pt x="284554" y="307009"/>
                  <a:pt x="296334" y="330201"/>
                  <a:pt x="296334" y="354496"/>
                </a:cubicBezTo>
                <a:lnTo>
                  <a:pt x="296334" y="425174"/>
                </a:lnTo>
                <a:lnTo>
                  <a:pt x="24296" y="425174"/>
                </a:lnTo>
                <a:lnTo>
                  <a:pt x="24296" y="351919"/>
                </a:lnTo>
                <a:cubicBezTo>
                  <a:pt x="24296" y="329096"/>
                  <a:pt x="35339" y="307746"/>
                  <a:pt x="53377" y="294125"/>
                </a:cubicBezTo>
                <a:lnTo>
                  <a:pt x="117797" y="246638"/>
                </a:lnTo>
                <a:cubicBezTo>
                  <a:pt x="120374" y="244798"/>
                  <a:pt x="121478" y="242221"/>
                  <a:pt x="121478" y="238908"/>
                </a:cubicBezTo>
                <a:cubicBezTo>
                  <a:pt x="121478" y="237067"/>
                  <a:pt x="121110" y="233754"/>
                  <a:pt x="117797" y="231177"/>
                </a:cubicBezTo>
                <a:lnTo>
                  <a:pt x="53377" y="183690"/>
                </a:lnTo>
                <a:cubicBezTo>
                  <a:pt x="34971" y="170438"/>
                  <a:pt x="24296" y="148719"/>
                  <a:pt x="24296" y="125896"/>
                </a:cubicBezTo>
                <a:close/>
                <a:moveTo>
                  <a:pt x="15461" y="0"/>
                </a:moveTo>
                <a:lnTo>
                  <a:pt x="302959" y="0"/>
                </a:lnTo>
                <a:cubicBezTo>
                  <a:pt x="311426" y="0"/>
                  <a:pt x="318420" y="6994"/>
                  <a:pt x="318420" y="15461"/>
                </a:cubicBezTo>
                <a:lnTo>
                  <a:pt x="318420" y="37180"/>
                </a:lnTo>
                <a:cubicBezTo>
                  <a:pt x="318420" y="38652"/>
                  <a:pt x="316948" y="40125"/>
                  <a:pt x="315475" y="40125"/>
                </a:cubicBezTo>
                <a:lnTo>
                  <a:pt x="2945" y="40125"/>
                </a:lnTo>
                <a:cubicBezTo>
                  <a:pt x="1473" y="40125"/>
                  <a:pt x="0" y="39020"/>
                  <a:pt x="0" y="37180"/>
                </a:cubicBezTo>
                <a:lnTo>
                  <a:pt x="0" y="15461"/>
                </a:lnTo>
                <a:cubicBezTo>
                  <a:pt x="0" y="6994"/>
                  <a:pt x="6994" y="0"/>
                  <a:pt x="15461" y="0"/>
                </a:cubicBezTo>
                <a:close/>
              </a:path>
            </a:pathLst>
          </a:custGeom>
          <a:gradFill flip="none" rotWithShape="1">
            <a:gsLst>
              <a:gs pos="89000">
                <a:schemeClr val="accent1">
                  <a:lumMod val="75000"/>
                </a:schemeClr>
              </a:gs>
              <a:gs pos="0">
                <a:schemeClr val="accent1">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waste-disposal_18126">
            <a:extLst>
              <a:ext uri="{FF2B5EF4-FFF2-40B4-BE49-F238E27FC236}">
                <a16:creationId xmlns:a16="http://schemas.microsoft.com/office/drawing/2014/main" id="{06A7A06B-2E51-41C3-FCB9-8ED98919E14B}"/>
              </a:ext>
            </a:extLst>
          </p:cNvPr>
          <p:cNvSpPr/>
          <p:nvPr/>
        </p:nvSpPr>
        <p:spPr>
          <a:xfrm>
            <a:off x="706310" y="2326352"/>
            <a:ext cx="389637" cy="490762"/>
          </a:xfrm>
          <a:custGeom>
            <a:avLst/>
            <a:gdLst>
              <a:gd name="connsiteX0" fmla="*/ 349125 w 482879"/>
              <a:gd name="connsiteY0" fmla="*/ 182170 h 608203"/>
              <a:gd name="connsiteX1" fmla="*/ 349125 w 482879"/>
              <a:gd name="connsiteY1" fmla="*/ 532300 h 608203"/>
              <a:gd name="connsiteX2" fmla="*/ 400746 w 482879"/>
              <a:gd name="connsiteY2" fmla="*/ 532300 h 608203"/>
              <a:gd name="connsiteX3" fmla="*/ 400746 w 482879"/>
              <a:gd name="connsiteY3" fmla="*/ 182170 h 608203"/>
              <a:gd name="connsiteX4" fmla="*/ 215664 w 482879"/>
              <a:gd name="connsiteY4" fmla="*/ 182170 h 608203"/>
              <a:gd name="connsiteX5" fmla="*/ 215664 w 482879"/>
              <a:gd name="connsiteY5" fmla="*/ 532300 h 608203"/>
              <a:gd name="connsiteX6" fmla="*/ 267286 w 482879"/>
              <a:gd name="connsiteY6" fmla="*/ 532300 h 608203"/>
              <a:gd name="connsiteX7" fmla="*/ 267286 w 482879"/>
              <a:gd name="connsiteY7" fmla="*/ 182170 h 608203"/>
              <a:gd name="connsiteX8" fmla="*/ 82204 w 482879"/>
              <a:gd name="connsiteY8" fmla="*/ 182170 h 608203"/>
              <a:gd name="connsiteX9" fmla="*/ 82204 w 482879"/>
              <a:gd name="connsiteY9" fmla="*/ 532300 h 608203"/>
              <a:gd name="connsiteX10" fmla="*/ 133826 w 482879"/>
              <a:gd name="connsiteY10" fmla="*/ 532300 h 608203"/>
              <a:gd name="connsiteX11" fmla="*/ 133826 w 482879"/>
              <a:gd name="connsiteY11" fmla="*/ 182170 h 608203"/>
              <a:gd name="connsiteX12" fmla="*/ 31684 w 482879"/>
              <a:gd name="connsiteY12" fmla="*/ 119467 h 608203"/>
              <a:gd name="connsiteX13" fmla="*/ 451266 w 482879"/>
              <a:gd name="connsiteY13" fmla="*/ 119467 h 608203"/>
              <a:gd name="connsiteX14" fmla="*/ 451266 w 482879"/>
              <a:gd name="connsiteY14" fmla="*/ 556658 h 608203"/>
              <a:gd name="connsiteX15" fmla="*/ 399645 w 482879"/>
              <a:gd name="connsiteY15" fmla="*/ 608203 h 608203"/>
              <a:gd name="connsiteX16" fmla="*/ 83306 w 482879"/>
              <a:gd name="connsiteY16" fmla="*/ 608203 h 608203"/>
              <a:gd name="connsiteX17" fmla="*/ 31684 w 482879"/>
              <a:gd name="connsiteY17" fmla="*/ 556658 h 608203"/>
              <a:gd name="connsiteX18" fmla="*/ 225386 w 482879"/>
              <a:gd name="connsiteY18" fmla="*/ 0 h 608203"/>
              <a:gd name="connsiteX19" fmla="*/ 271029 w 482879"/>
              <a:gd name="connsiteY19" fmla="*/ 0 h 608203"/>
              <a:gd name="connsiteX20" fmla="*/ 322654 w 482879"/>
              <a:gd name="connsiteY20" fmla="*/ 19175 h 608203"/>
              <a:gd name="connsiteX21" fmla="*/ 322654 w 482879"/>
              <a:gd name="connsiteY21" fmla="*/ 38349 h 608203"/>
              <a:gd name="connsiteX22" fmla="*/ 431255 w 482879"/>
              <a:gd name="connsiteY22" fmla="*/ 38349 h 608203"/>
              <a:gd name="connsiteX23" fmla="*/ 482879 w 482879"/>
              <a:gd name="connsiteY23" fmla="*/ 67583 h 608203"/>
              <a:gd name="connsiteX24" fmla="*/ 482879 w 482879"/>
              <a:gd name="connsiteY24" fmla="*/ 96816 h 608203"/>
              <a:gd name="connsiteX25" fmla="*/ 0 w 482879"/>
              <a:gd name="connsiteY25" fmla="*/ 96816 h 608203"/>
              <a:gd name="connsiteX26" fmla="*/ 0 w 482879"/>
              <a:gd name="connsiteY26" fmla="*/ 67583 h 608203"/>
              <a:gd name="connsiteX27" fmla="*/ 51625 w 482879"/>
              <a:gd name="connsiteY27" fmla="*/ 38349 h 608203"/>
              <a:gd name="connsiteX28" fmla="*/ 173761 w 482879"/>
              <a:gd name="connsiteY28" fmla="*/ 38349 h 608203"/>
              <a:gd name="connsiteX29" fmla="*/ 173761 w 482879"/>
              <a:gd name="connsiteY29" fmla="*/ 19175 h 608203"/>
              <a:gd name="connsiteX30" fmla="*/ 225386 w 482879"/>
              <a:gd name="connsiteY30" fmla="*/ 0 h 608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2879" h="608203">
                <a:moveTo>
                  <a:pt x="349125" y="182170"/>
                </a:moveTo>
                <a:lnTo>
                  <a:pt x="349125" y="532300"/>
                </a:lnTo>
                <a:lnTo>
                  <a:pt x="400746" y="532300"/>
                </a:lnTo>
                <a:lnTo>
                  <a:pt x="400746" y="182170"/>
                </a:lnTo>
                <a:close/>
                <a:moveTo>
                  <a:pt x="215664" y="182170"/>
                </a:moveTo>
                <a:lnTo>
                  <a:pt x="215664" y="532300"/>
                </a:lnTo>
                <a:lnTo>
                  <a:pt x="267286" y="532300"/>
                </a:lnTo>
                <a:lnTo>
                  <a:pt x="267286" y="182170"/>
                </a:lnTo>
                <a:close/>
                <a:moveTo>
                  <a:pt x="82204" y="182170"/>
                </a:moveTo>
                <a:lnTo>
                  <a:pt x="82204" y="532300"/>
                </a:lnTo>
                <a:lnTo>
                  <a:pt x="133826" y="532300"/>
                </a:lnTo>
                <a:lnTo>
                  <a:pt x="133826" y="182170"/>
                </a:lnTo>
                <a:close/>
                <a:moveTo>
                  <a:pt x="31684" y="119467"/>
                </a:moveTo>
                <a:lnTo>
                  <a:pt x="451266" y="119467"/>
                </a:lnTo>
                <a:lnTo>
                  <a:pt x="451266" y="556658"/>
                </a:lnTo>
                <a:cubicBezTo>
                  <a:pt x="451266" y="585102"/>
                  <a:pt x="428131" y="608203"/>
                  <a:pt x="399645" y="608203"/>
                </a:cubicBezTo>
                <a:lnTo>
                  <a:pt x="83306" y="608203"/>
                </a:lnTo>
                <a:cubicBezTo>
                  <a:pt x="54819" y="608203"/>
                  <a:pt x="31684" y="585102"/>
                  <a:pt x="31684" y="556658"/>
                </a:cubicBezTo>
                <a:close/>
                <a:moveTo>
                  <a:pt x="225386" y="0"/>
                </a:moveTo>
                <a:lnTo>
                  <a:pt x="271029" y="0"/>
                </a:lnTo>
                <a:cubicBezTo>
                  <a:pt x="299517" y="0"/>
                  <a:pt x="322654" y="8644"/>
                  <a:pt x="322654" y="19175"/>
                </a:cubicBezTo>
                <a:lnTo>
                  <a:pt x="322654" y="38349"/>
                </a:lnTo>
                <a:lnTo>
                  <a:pt x="431255" y="38349"/>
                </a:lnTo>
                <a:cubicBezTo>
                  <a:pt x="459743" y="38349"/>
                  <a:pt x="482879" y="51394"/>
                  <a:pt x="482879" y="67583"/>
                </a:cubicBezTo>
                <a:cubicBezTo>
                  <a:pt x="482879" y="83771"/>
                  <a:pt x="482879" y="96816"/>
                  <a:pt x="482879" y="96816"/>
                </a:cubicBezTo>
                <a:lnTo>
                  <a:pt x="0" y="96816"/>
                </a:lnTo>
                <a:lnTo>
                  <a:pt x="0" y="67583"/>
                </a:lnTo>
                <a:cubicBezTo>
                  <a:pt x="0" y="51394"/>
                  <a:pt x="23136" y="38349"/>
                  <a:pt x="51625" y="38349"/>
                </a:cubicBezTo>
                <a:lnTo>
                  <a:pt x="173761" y="38349"/>
                </a:lnTo>
                <a:lnTo>
                  <a:pt x="173761" y="19175"/>
                </a:lnTo>
                <a:cubicBezTo>
                  <a:pt x="173761" y="8644"/>
                  <a:pt x="196898" y="0"/>
                  <a:pt x="225386" y="0"/>
                </a:cubicBezTo>
                <a:close/>
              </a:path>
            </a:pathLst>
          </a:custGeom>
          <a:gradFill flip="none" rotWithShape="1">
            <a:gsLst>
              <a:gs pos="89000">
                <a:schemeClr val="accent1">
                  <a:lumMod val="75000"/>
                </a:schemeClr>
              </a:gs>
              <a:gs pos="0">
                <a:schemeClr val="accent1">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5" name="任意多边形: 形状 4">
            <a:extLst>
              <a:ext uri="{FF2B5EF4-FFF2-40B4-BE49-F238E27FC236}">
                <a16:creationId xmlns:a16="http://schemas.microsoft.com/office/drawing/2014/main" id="{9F00A785-6CC6-17CE-BB9E-C69CC21494CA}"/>
              </a:ext>
            </a:extLst>
          </p:cNvPr>
          <p:cNvSpPr/>
          <p:nvPr/>
        </p:nvSpPr>
        <p:spPr>
          <a:xfrm>
            <a:off x="8503983" y="2327398"/>
            <a:ext cx="524647" cy="495076"/>
          </a:xfrm>
          <a:custGeom>
            <a:avLst/>
            <a:gdLst>
              <a:gd name="connsiteX0" fmla="*/ 220708 w 477488"/>
              <a:gd name="connsiteY0" fmla="*/ 251055 h 450575"/>
              <a:gd name="connsiteX1" fmla="*/ 222917 w 477488"/>
              <a:gd name="connsiteY1" fmla="*/ 253264 h 450575"/>
              <a:gd name="connsiteX2" fmla="*/ 220708 w 477488"/>
              <a:gd name="connsiteY2" fmla="*/ 255472 h 450575"/>
              <a:gd name="connsiteX3" fmla="*/ 218499 w 477488"/>
              <a:gd name="connsiteY3" fmla="*/ 253264 h 450575"/>
              <a:gd name="connsiteX4" fmla="*/ 220708 w 477488"/>
              <a:gd name="connsiteY4" fmla="*/ 251055 h 450575"/>
              <a:gd name="connsiteX5" fmla="*/ 142667 w 477488"/>
              <a:gd name="connsiteY5" fmla="*/ 249215 h 450575"/>
              <a:gd name="connsiteX6" fmla="*/ 235800 w 477488"/>
              <a:gd name="connsiteY6" fmla="*/ 257682 h 450575"/>
              <a:gd name="connsiteX7" fmla="*/ 242058 w 477488"/>
              <a:gd name="connsiteY7" fmla="*/ 300015 h 450575"/>
              <a:gd name="connsiteX8" fmla="*/ 234696 w 477488"/>
              <a:gd name="connsiteY8" fmla="*/ 322102 h 450575"/>
              <a:gd name="connsiteX9" fmla="*/ 225125 w 477488"/>
              <a:gd name="connsiteY9" fmla="*/ 331673 h 450575"/>
              <a:gd name="connsiteX10" fmla="*/ 184632 w 477488"/>
              <a:gd name="connsiteY10" fmla="*/ 331673 h 450575"/>
              <a:gd name="connsiteX11" fmla="*/ 142667 w 477488"/>
              <a:gd name="connsiteY11" fmla="*/ 289708 h 450575"/>
              <a:gd name="connsiteX12" fmla="*/ 142667 w 477488"/>
              <a:gd name="connsiteY12" fmla="*/ 249215 h 450575"/>
              <a:gd name="connsiteX13" fmla="*/ 226965 w 477488"/>
              <a:gd name="connsiteY13" fmla="*/ 244797 h 450575"/>
              <a:gd name="connsiteX14" fmla="*/ 229173 w 477488"/>
              <a:gd name="connsiteY14" fmla="*/ 247006 h 450575"/>
              <a:gd name="connsiteX15" fmla="*/ 226965 w 477488"/>
              <a:gd name="connsiteY15" fmla="*/ 249214 h 450575"/>
              <a:gd name="connsiteX16" fmla="*/ 224756 w 477488"/>
              <a:gd name="connsiteY16" fmla="*/ 247006 h 450575"/>
              <a:gd name="connsiteX17" fmla="*/ 226965 w 477488"/>
              <a:gd name="connsiteY17" fmla="*/ 244797 h 450575"/>
              <a:gd name="connsiteX18" fmla="*/ 233592 w 477488"/>
              <a:gd name="connsiteY18" fmla="*/ 238539 h 450575"/>
              <a:gd name="connsiteX19" fmla="*/ 235801 w 477488"/>
              <a:gd name="connsiteY19" fmla="*/ 240748 h 450575"/>
              <a:gd name="connsiteX20" fmla="*/ 233592 w 477488"/>
              <a:gd name="connsiteY20" fmla="*/ 242956 h 450575"/>
              <a:gd name="connsiteX21" fmla="*/ 231383 w 477488"/>
              <a:gd name="connsiteY21" fmla="*/ 240748 h 450575"/>
              <a:gd name="connsiteX22" fmla="*/ 233592 w 477488"/>
              <a:gd name="connsiteY22" fmla="*/ 238539 h 450575"/>
              <a:gd name="connsiteX23" fmla="*/ 239481 w 477488"/>
              <a:gd name="connsiteY23" fmla="*/ 232282 h 450575"/>
              <a:gd name="connsiteX24" fmla="*/ 241689 w 477488"/>
              <a:gd name="connsiteY24" fmla="*/ 234491 h 450575"/>
              <a:gd name="connsiteX25" fmla="*/ 239481 w 477488"/>
              <a:gd name="connsiteY25" fmla="*/ 236699 h 450575"/>
              <a:gd name="connsiteX26" fmla="*/ 237272 w 477488"/>
              <a:gd name="connsiteY26" fmla="*/ 234491 h 450575"/>
              <a:gd name="connsiteX27" fmla="*/ 239481 w 477488"/>
              <a:gd name="connsiteY27" fmla="*/ 232282 h 450575"/>
              <a:gd name="connsiteX28" fmla="*/ 252733 w 477488"/>
              <a:gd name="connsiteY28" fmla="*/ 195102 h 450575"/>
              <a:gd name="connsiteX29" fmla="*/ 353965 w 477488"/>
              <a:gd name="connsiteY29" fmla="*/ 203569 h 450575"/>
              <a:gd name="connsiteX30" fmla="*/ 337032 w 477488"/>
              <a:gd name="connsiteY30" fmla="*/ 219030 h 450575"/>
              <a:gd name="connsiteX31" fmla="*/ 315313 w 477488"/>
              <a:gd name="connsiteY31" fmla="*/ 225656 h 450575"/>
              <a:gd name="connsiteX32" fmla="*/ 267090 w 477488"/>
              <a:gd name="connsiteY32" fmla="*/ 219030 h 450575"/>
              <a:gd name="connsiteX33" fmla="*/ 253101 w 477488"/>
              <a:gd name="connsiteY33" fmla="*/ 223815 h 450575"/>
              <a:gd name="connsiteX34" fmla="*/ 247211 w 477488"/>
              <a:gd name="connsiteY34" fmla="*/ 229705 h 450575"/>
              <a:gd name="connsiteX35" fmla="*/ 243898 w 477488"/>
              <a:gd name="connsiteY35" fmla="*/ 229705 h 450575"/>
              <a:gd name="connsiteX36" fmla="*/ 243898 w 477488"/>
              <a:gd name="connsiteY36" fmla="*/ 226392 h 450575"/>
              <a:gd name="connsiteX37" fmla="*/ 249788 w 477488"/>
              <a:gd name="connsiteY37" fmla="*/ 220502 h 450575"/>
              <a:gd name="connsiteX38" fmla="*/ 254573 w 477488"/>
              <a:gd name="connsiteY38" fmla="*/ 206514 h 450575"/>
              <a:gd name="connsiteX39" fmla="*/ 281815 w 477488"/>
              <a:gd name="connsiteY39" fmla="*/ 110435 h 450575"/>
              <a:gd name="connsiteX40" fmla="*/ 260464 w 477488"/>
              <a:gd name="connsiteY40" fmla="*/ 119270 h 450575"/>
              <a:gd name="connsiteX41" fmla="*/ 246107 w 477488"/>
              <a:gd name="connsiteY41" fmla="*/ 133626 h 450575"/>
              <a:gd name="connsiteX42" fmla="*/ 238745 w 477488"/>
              <a:gd name="connsiteY42" fmla="*/ 156082 h 450575"/>
              <a:gd name="connsiteX43" fmla="*/ 246107 w 477488"/>
              <a:gd name="connsiteY43" fmla="*/ 205409 h 450575"/>
              <a:gd name="connsiteX44" fmla="*/ 239113 w 477488"/>
              <a:gd name="connsiteY44" fmla="*/ 226392 h 450575"/>
              <a:gd name="connsiteX45" fmla="*/ 218131 w 477488"/>
              <a:gd name="connsiteY45" fmla="*/ 233386 h 450575"/>
              <a:gd name="connsiteX46" fmla="*/ 168803 w 477488"/>
              <a:gd name="connsiteY46" fmla="*/ 226024 h 450575"/>
              <a:gd name="connsiteX47" fmla="*/ 165490 w 477488"/>
              <a:gd name="connsiteY47" fmla="*/ 225287 h 450575"/>
              <a:gd name="connsiteX48" fmla="*/ 146716 w 477488"/>
              <a:gd name="connsiteY48" fmla="*/ 233018 h 450575"/>
              <a:gd name="connsiteX49" fmla="*/ 132360 w 477488"/>
              <a:gd name="connsiteY49" fmla="*/ 247374 h 450575"/>
              <a:gd name="connsiteX50" fmla="*/ 123525 w 477488"/>
              <a:gd name="connsiteY50" fmla="*/ 268725 h 450575"/>
              <a:gd name="connsiteX51" fmla="*/ 132360 w 477488"/>
              <a:gd name="connsiteY51" fmla="*/ 290076 h 450575"/>
              <a:gd name="connsiteX52" fmla="*/ 183896 w 477488"/>
              <a:gd name="connsiteY52" fmla="*/ 341612 h 450575"/>
              <a:gd name="connsiteX53" fmla="*/ 226597 w 477488"/>
              <a:gd name="connsiteY53" fmla="*/ 341612 h 450575"/>
              <a:gd name="connsiteX54" fmla="*/ 239482 w 477488"/>
              <a:gd name="connsiteY54" fmla="*/ 328728 h 450575"/>
              <a:gd name="connsiteX55" fmla="*/ 247948 w 477488"/>
              <a:gd name="connsiteY55" fmla="*/ 303328 h 450575"/>
              <a:gd name="connsiteX56" fmla="*/ 240586 w 477488"/>
              <a:gd name="connsiteY56" fmla="*/ 255473 h 450575"/>
              <a:gd name="connsiteX57" fmla="*/ 247580 w 477488"/>
              <a:gd name="connsiteY57" fmla="*/ 234858 h 450575"/>
              <a:gd name="connsiteX58" fmla="*/ 268194 w 477488"/>
              <a:gd name="connsiteY58" fmla="*/ 227864 h 450575"/>
              <a:gd name="connsiteX59" fmla="*/ 317890 w 477488"/>
              <a:gd name="connsiteY59" fmla="*/ 235226 h 450575"/>
              <a:gd name="connsiteX60" fmla="*/ 340345 w 477488"/>
              <a:gd name="connsiteY60" fmla="*/ 227864 h 450575"/>
              <a:gd name="connsiteX61" fmla="*/ 354702 w 477488"/>
              <a:gd name="connsiteY61" fmla="*/ 213508 h 450575"/>
              <a:gd name="connsiteX62" fmla="*/ 354702 w 477488"/>
              <a:gd name="connsiteY62" fmla="*/ 170806 h 450575"/>
              <a:gd name="connsiteX63" fmla="*/ 303165 w 477488"/>
              <a:gd name="connsiteY63" fmla="*/ 119270 h 450575"/>
              <a:gd name="connsiteX64" fmla="*/ 281815 w 477488"/>
              <a:gd name="connsiteY64" fmla="*/ 110435 h 450575"/>
              <a:gd name="connsiteX65" fmla="*/ 281999 w 477488"/>
              <a:gd name="connsiteY65" fmla="*/ 92167 h 450575"/>
              <a:gd name="connsiteX66" fmla="*/ 316417 w 477488"/>
              <a:gd name="connsiteY66" fmla="*/ 106386 h 450575"/>
              <a:gd name="connsiteX67" fmla="*/ 367954 w 477488"/>
              <a:gd name="connsiteY67" fmla="*/ 157922 h 450575"/>
              <a:gd name="connsiteX68" fmla="*/ 367954 w 477488"/>
              <a:gd name="connsiteY68" fmla="*/ 226760 h 450575"/>
              <a:gd name="connsiteX69" fmla="*/ 353597 w 477488"/>
              <a:gd name="connsiteY69" fmla="*/ 241116 h 450575"/>
              <a:gd name="connsiteX70" fmla="*/ 315313 w 477488"/>
              <a:gd name="connsiteY70" fmla="*/ 253632 h 450575"/>
              <a:gd name="connsiteX71" fmla="*/ 265618 w 477488"/>
              <a:gd name="connsiteY71" fmla="*/ 246270 h 450575"/>
              <a:gd name="connsiteX72" fmla="*/ 260464 w 477488"/>
              <a:gd name="connsiteY72" fmla="*/ 248111 h 450575"/>
              <a:gd name="connsiteX73" fmla="*/ 258623 w 477488"/>
              <a:gd name="connsiteY73" fmla="*/ 253264 h 450575"/>
              <a:gd name="connsiteX74" fmla="*/ 265986 w 477488"/>
              <a:gd name="connsiteY74" fmla="*/ 301119 h 450575"/>
              <a:gd name="connsiteX75" fmla="*/ 252366 w 477488"/>
              <a:gd name="connsiteY75" fmla="*/ 342348 h 450575"/>
              <a:gd name="connsiteX76" fmla="*/ 239482 w 477488"/>
              <a:gd name="connsiteY76" fmla="*/ 355232 h 450575"/>
              <a:gd name="connsiteX77" fmla="*/ 205247 w 477488"/>
              <a:gd name="connsiteY77" fmla="*/ 368853 h 450575"/>
              <a:gd name="connsiteX78" fmla="*/ 171012 w 477488"/>
              <a:gd name="connsiteY78" fmla="*/ 354496 h 450575"/>
              <a:gd name="connsiteX79" fmla="*/ 119476 w 477488"/>
              <a:gd name="connsiteY79" fmla="*/ 302960 h 450575"/>
              <a:gd name="connsiteX80" fmla="*/ 105119 w 477488"/>
              <a:gd name="connsiteY80" fmla="*/ 268725 h 450575"/>
              <a:gd name="connsiteX81" fmla="*/ 119476 w 477488"/>
              <a:gd name="connsiteY81" fmla="*/ 234490 h 450575"/>
              <a:gd name="connsiteX82" fmla="*/ 133832 w 477488"/>
              <a:gd name="connsiteY82" fmla="*/ 220134 h 450575"/>
              <a:gd name="connsiteX83" fmla="*/ 172116 w 477488"/>
              <a:gd name="connsiteY83" fmla="*/ 207618 h 450575"/>
              <a:gd name="connsiteX84" fmla="*/ 221444 w 477488"/>
              <a:gd name="connsiteY84" fmla="*/ 214980 h 450575"/>
              <a:gd name="connsiteX85" fmla="*/ 226597 w 477488"/>
              <a:gd name="connsiteY85" fmla="*/ 213508 h 450575"/>
              <a:gd name="connsiteX86" fmla="*/ 228070 w 477488"/>
              <a:gd name="connsiteY86" fmla="*/ 208354 h 450575"/>
              <a:gd name="connsiteX87" fmla="*/ 220707 w 477488"/>
              <a:gd name="connsiteY87" fmla="*/ 159026 h 450575"/>
              <a:gd name="connsiteX88" fmla="*/ 233223 w 477488"/>
              <a:gd name="connsiteY88" fmla="*/ 120742 h 450575"/>
              <a:gd name="connsiteX89" fmla="*/ 247580 w 477488"/>
              <a:gd name="connsiteY89" fmla="*/ 106386 h 450575"/>
              <a:gd name="connsiteX90" fmla="*/ 281999 w 477488"/>
              <a:gd name="connsiteY90" fmla="*/ 92167 h 450575"/>
              <a:gd name="connsiteX91" fmla="*/ 353965 w 477488"/>
              <a:gd name="connsiteY91" fmla="*/ 29450 h 450575"/>
              <a:gd name="connsiteX92" fmla="*/ 444153 w 477488"/>
              <a:gd name="connsiteY92" fmla="*/ 53378 h 450575"/>
              <a:gd name="connsiteX93" fmla="*/ 420770 w 477488"/>
              <a:gd name="connsiteY93" fmla="*/ 65664 h 450575"/>
              <a:gd name="connsiteX94" fmla="*/ 456624 w 477488"/>
              <a:gd name="connsiteY94" fmla="*/ 119684 h 450575"/>
              <a:gd name="connsiteX95" fmla="*/ 476548 w 477488"/>
              <a:gd name="connsiteY95" fmla="*/ 196943 h 450575"/>
              <a:gd name="connsiteX96" fmla="*/ 439000 w 477488"/>
              <a:gd name="connsiteY96" fmla="*/ 346398 h 450575"/>
              <a:gd name="connsiteX97" fmla="*/ 319730 w 477488"/>
              <a:gd name="connsiteY97" fmla="*/ 438795 h 450575"/>
              <a:gd name="connsiteX98" fmla="*/ 245739 w 477488"/>
              <a:gd name="connsiteY98" fmla="*/ 450575 h 450575"/>
              <a:gd name="connsiteX99" fmla="*/ 172852 w 477488"/>
              <a:gd name="connsiteY99" fmla="*/ 437691 h 450575"/>
              <a:gd name="connsiteX100" fmla="*/ 171380 w 477488"/>
              <a:gd name="connsiteY100" fmla="*/ 434378 h 450575"/>
              <a:gd name="connsiteX101" fmla="*/ 174325 w 477488"/>
              <a:gd name="connsiteY101" fmla="*/ 432905 h 450575"/>
              <a:gd name="connsiteX102" fmla="*/ 245371 w 477488"/>
              <a:gd name="connsiteY102" fmla="*/ 439899 h 450575"/>
              <a:gd name="connsiteX103" fmla="*/ 314209 w 477488"/>
              <a:gd name="connsiteY103" fmla="*/ 423702 h 450575"/>
              <a:gd name="connsiteX104" fmla="*/ 415809 w 477488"/>
              <a:gd name="connsiteY104" fmla="*/ 332409 h 450575"/>
              <a:gd name="connsiteX105" fmla="*/ 438632 w 477488"/>
              <a:gd name="connsiteY105" fmla="*/ 201360 h 450575"/>
              <a:gd name="connsiteX106" fmla="*/ 417328 w 477488"/>
              <a:gd name="connsiteY106" fmla="*/ 138826 h 450575"/>
              <a:gd name="connsiteX107" fmla="*/ 387910 w 477488"/>
              <a:gd name="connsiteY107" fmla="*/ 100974 h 450575"/>
              <a:gd name="connsiteX108" fmla="*/ 378261 w 477488"/>
              <a:gd name="connsiteY108" fmla="*/ 119638 h 450575"/>
              <a:gd name="connsiteX109" fmla="*/ 230279 w 477488"/>
              <a:gd name="connsiteY109" fmla="*/ 0 h 450575"/>
              <a:gd name="connsiteX110" fmla="*/ 303165 w 477488"/>
              <a:gd name="connsiteY110" fmla="*/ 11780 h 450575"/>
              <a:gd name="connsiteX111" fmla="*/ 305006 w 477488"/>
              <a:gd name="connsiteY111" fmla="*/ 15829 h 450575"/>
              <a:gd name="connsiteX112" fmla="*/ 301325 w 477488"/>
              <a:gd name="connsiteY112" fmla="*/ 18038 h 450575"/>
              <a:gd name="connsiteX113" fmla="*/ 230647 w 477488"/>
              <a:gd name="connsiteY113" fmla="*/ 12148 h 450575"/>
              <a:gd name="connsiteX114" fmla="*/ 162913 w 477488"/>
              <a:gd name="connsiteY114" fmla="*/ 29449 h 450575"/>
              <a:gd name="connsiteX115" fmla="*/ 105119 w 477488"/>
              <a:gd name="connsiteY115" fmla="*/ 67365 h 450575"/>
              <a:gd name="connsiteX116" fmla="*/ 92971 w 477488"/>
              <a:gd name="connsiteY116" fmla="*/ 79513 h 450575"/>
              <a:gd name="connsiteX117" fmla="*/ 81928 w 477488"/>
              <a:gd name="connsiteY117" fmla="*/ 92765 h 450575"/>
              <a:gd name="connsiteX118" fmla="*/ 63154 w 477488"/>
              <a:gd name="connsiteY118" fmla="*/ 121110 h 450575"/>
              <a:gd name="connsiteX119" fmla="*/ 41803 w 477488"/>
              <a:gd name="connsiteY119" fmla="*/ 250687 h 450575"/>
              <a:gd name="connsiteX120" fmla="*/ 63061 w 477488"/>
              <a:gd name="connsiteY120" fmla="*/ 312209 h 450575"/>
              <a:gd name="connsiteX121" fmla="*/ 95409 w 477488"/>
              <a:gd name="connsiteY121" fmla="*/ 353793 h 450575"/>
              <a:gd name="connsiteX122" fmla="*/ 104751 w 477488"/>
              <a:gd name="connsiteY122" fmla="*/ 335722 h 450575"/>
              <a:gd name="connsiteX123" fmla="*/ 129046 w 477488"/>
              <a:gd name="connsiteY123" fmla="*/ 426278 h 450575"/>
              <a:gd name="connsiteX124" fmla="*/ 38858 w 477488"/>
              <a:gd name="connsiteY124" fmla="*/ 401983 h 450575"/>
              <a:gd name="connsiteX125" fmla="*/ 59619 w 477488"/>
              <a:gd name="connsiteY125" fmla="*/ 391075 h 450575"/>
              <a:gd name="connsiteX126" fmla="*/ 21005 w 477488"/>
              <a:gd name="connsiteY126" fmla="*/ 332593 h 450575"/>
              <a:gd name="connsiteX127" fmla="*/ 942 w 477488"/>
              <a:gd name="connsiteY127" fmla="*/ 255473 h 450575"/>
              <a:gd name="connsiteX128" fmla="*/ 37754 w 477488"/>
              <a:gd name="connsiteY128" fmla="*/ 105649 h 450575"/>
              <a:gd name="connsiteX129" fmla="*/ 61313 w 477488"/>
              <a:gd name="connsiteY129" fmla="*/ 75096 h 450575"/>
              <a:gd name="connsiteX130" fmla="*/ 74933 w 477488"/>
              <a:gd name="connsiteY130" fmla="*/ 61475 h 450575"/>
              <a:gd name="connsiteX131" fmla="*/ 89658 w 477488"/>
              <a:gd name="connsiteY131" fmla="*/ 48959 h 450575"/>
              <a:gd name="connsiteX132" fmla="*/ 156287 w 477488"/>
              <a:gd name="connsiteY132" fmla="*/ 12516 h 450575"/>
              <a:gd name="connsiteX133" fmla="*/ 230279 w 477488"/>
              <a:gd name="connsiteY133" fmla="*/ 0 h 45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7488" h="450575">
                <a:moveTo>
                  <a:pt x="220708" y="251055"/>
                </a:moveTo>
                <a:cubicBezTo>
                  <a:pt x="221928" y="251055"/>
                  <a:pt x="222917" y="252044"/>
                  <a:pt x="222917" y="253264"/>
                </a:cubicBezTo>
                <a:cubicBezTo>
                  <a:pt x="222917" y="254483"/>
                  <a:pt x="221928" y="255472"/>
                  <a:pt x="220708" y="255472"/>
                </a:cubicBezTo>
                <a:cubicBezTo>
                  <a:pt x="219488" y="255472"/>
                  <a:pt x="218499" y="254483"/>
                  <a:pt x="218499" y="253264"/>
                </a:cubicBezTo>
                <a:cubicBezTo>
                  <a:pt x="218499" y="252044"/>
                  <a:pt x="219488" y="251055"/>
                  <a:pt x="220708" y="251055"/>
                </a:cubicBezTo>
                <a:close/>
                <a:moveTo>
                  <a:pt x="142667" y="249215"/>
                </a:moveTo>
                <a:lnTo>
                  <a:pt x="235800" y="257682"/>
                </a:lnTo>
                <a:lnTo>
                  <a:pt x="242058" y="300015"/>
                </a:lnTo>
                <a:cubicBezTo>
                  <a:pt x="243162" y="308114"/>
                  <a:pt x="240585" y="316212"/>
                  <a:pt x="234696" y="322102"/>
                </a:cubicBezTo>
                <a:lnTo>
                  <a:pt x="225125" y="331673"/>
                </a:lnTo>
                <a:cubicBezTo>
                  <a:pt x="214081" y="342717"/>
                  <a:pt x="196043" y="342717"/>
                  <a:pt x="184632" y="331673"/>
                </a:cubicBezTo>
                <a:lnTo>
                  <a:pt x="142667" y="289708"/>
                </a:lnTo>
                <a:cubicBezTo>
                  <a:pt x="131255" y="278296"/>
                  <a:pt x="131255" y="260258"/>
                  <a:pt x="142667" y="249215"/>
                </a:cubicBezTo>
                <a:close/>
                <a:moveTo>
                  <a:pt x="226965" y="244797"/>
                </a:moveTo>
                <a:cubicBezTo>
                  <a:pt x="228185" y="244797"/>
                  <a:pt x="229173" y="245786"/>
                  <a:pt x="229173" y="247006"/>
                </a:cubicBezTo>
                <a:cubicBezTo>
                  <a:pt x="229173" y="248226"/>
                  <a:pt x="228184" y="249214"/>
                  <a:pt x="226965" y="249214"/>
                </a:cubicBezTo>
                <a:cubicBezTo>
                  <a:pt x="225745" y="249214"/>
                  <a:pt x="224756" y="248226"/>
                  <a:pt x="224756" y="247006"/>
                </a:cubicBezTo>
                <a:cubicBezTo>
                  <a:pt x="224756" y="245786"/>
                  <a:pt x="225745" y="244797"/>
                  <a:pt x="226965" y="244797"/>
                </a:cubicBezTo>
                <a:close/>
                <a:moveTo>
                  <a:pt x="233592" y="238539"/>
                </a:moveTo>
                <a:cubicBezTo>
                  <a:pt x="234812" y="238539"/>
                  <a:pt x="235801" y="239528"/>
                  <a:pt x="235801" y="240748"/>
                </a:cubicBezTo>
                <a:cubicBezTo>
                  <a:pt x="235801" y="241968"/>
                  <a:pt x="234812" y="242956"/>
                  <a:pt x="233592" y="242956"/>
                </a:cubicBezTo>
                <a:cubicBezTo>
                  <a:pt x="232372" y="242956"/>
                  <a:pt x="231383" y="241968"/>
                  <a:pt x="231383" y="240748"/>
                </a:cubicBezTo>
                <a:cubicBezTo>
                  <a:pt x="231383" y="239528"/>
                  <a:pt x="232372" y="238539"/>
                  <a:pt x="233592" y="238539"/>
                </a:cubicBezTo>
                <a:close/>
                <a:moveTo>
                  <a:pt x="239481" y="232282"/>
                </a:moveTo>
                <a:cubicBezTo>
                  <a:pt x="240701" y="232282"/>
                  <a:pt x="241689" y="233271"/>
                  <a:pt x="241689" y="234491"/>
                </a:cubicBezTo>
                <a:cubicBezTo>
                  <a:pt x="241689" y="235710"/>
                  <a:pt x="240700" y="236699"/>
                  <a:pt x="239481" y="236699"/>
                </a:cubicBezTo>
                <a:cubicBezTo>
                  <a:pt x="238261" y="236699"/>
                  <a:pt x="237272" y="235710"/>
                  <a:pt x="237272" y="234491"/>
                </a:cubicBezTo>
                <a:cubicBezTo>
                  <a:pt x="237272" y="233271"/>
                  <a:pt x="238261" y="232282"/>
                  <a:pt x="239481" y="232282"/>
                </a:cubicBezTo>
                <a:close/>
                <a:moveTo>
                  <a:pt x="252733" y="195102"/>
                </a:moveTo>
                <a:lnTo>
                  <a:pt x="353965" y="203569"/>
                </a:lnTo>
                <a:lnTo>
                  <a:pt x="337032" y="219030"/>
                </a:lnTo>
                <a:cubicBezTo>
                  <a:pt x="331141" y="224551"/>
                  <a:pt x="323411" y="227128"/>
                  <a:pt x="315313" y="225656"/>
                </a:cubicBezTo>
                <a:lnTo>
                  <a:pt x="267090" y="219030"/>
                </a:lnTo>
                <a:cubicBezTo>
                  <a:pt x="261936" y="218293"/>
                  <a:pt x="256782" y="220134"/>
                  <a:pt x="253101" y="223815"/>
                </a:cubicBezTo>
                <a:lnTo>
                  <a:pt x="247211" y="229705"/>
                </a:lnTo>
                <a:cubicBezTo>
                  <a:pt x="246475" y="230809"/>
                  <a:pt x="244634" y="230809"/>
                  <a:pt x="243898" y="229705"/>
                </a:cubicBezTo>
                <a:cubicBezTo>
                  <a:pt x="243162" y="228969"/>
                  <a:pt x="243162" y="227496"/>
                  <a:pt x="243898" y="226392"/>
                </a:cubicBezTo>
                <a:lnTo>
                  <a:pt x="249788" y="220502"/>
                </a:lnTo>
                <a:cubicBezTo>
                  <a:pt x="253469" y="216821"/>
                  <a:pt x="255310" y="211667"/>
                  <a:pt x="254573" y="206514"/>
                </a:cubicBezTo>
                <a:close/>
                <a:moveTo>
                  <a:pt x="281815" y="110435"/>
                </a:moveTo>
                <a:cubicBezTo>
                  <a:pt x="274084" y="110435"/>
                  <a:pt x="266354" y="113380"/>
                  <a:pt x="260464" y="119270"/>
                </a:cubicBezTo>
                <a:lnTo>
                  <a:pt x="246107" y="133626"/>
                </a:lnTo>
                <a:cubicBezTo>
                  <a:pt x="240218" y="139516"/>
                  <a:pt x="237272" y="147983"/>
                  <a:pt x="238745" y="156082"/>
                </a:cubicBezTo>
                <a:lnTo>
                  <a:pt x="246107" y="205409"/>
                </a:lnTo>
                <a:cubicBezTo>
                  <a:pt x="247212" y="213140"/>
                  <a:pt x="244635" y="220870"/>
                  <a:pt x="239113" y="226392"/>
                </a:cubicBezTo>
                <a:cubicBezTo>
                  <a:pt x="233591" y="231913"/>
                  <a:pt x="225861" y="234490"/>
                  <a:pt x="218131" y="233386"/>
                </a:cubicBezTo>
                <a:lnTo>
                  <a:pt x="168803" y="226024"/>
                </a:lnTo>
                <a:cubicBezTo>
                  <a:pt x="168067" y="225287"/>
                  <a:pt x="166962" y="225287"/>
                  <a:pt x="165490" y="225287"/>
                </a:cubicBezTo>
                <a:cubicBezTo>
                  <a:pt x="158496" y="225287"/>
                  <a:pt x="151870" y="227864"/>
                  <a:pt x="146716" y="233018"/>
                </a:cubicBezTo>
                <a:lnTo>
                  <a:pt x="132360" y="247374"/>
                </a:lnTo>
                <a:cubicBezTo>
                  <a:pt x="126470" y="253264"/>
                  <a:pt x="123525" y="260626"/>
                  <a:pt x="123525" y="268725"/>
                </a:cubicBezTo>
                <a:cubicBezTo>
                  <a:pt x="123525" y="276824"/>
                  <a:pt x="126838" y="284554"/>
                  <a:pt x="132360" y="290076"/>
                </a:cubicBezTo>
                <a:lnTo>
                  <a:pt x="183896" y="341612"/>
                </a:lnTo>
                <a:cubicBezTo>
                  <a:pt x="195676" y="353392"/>
                  <a:pt x="214817" y="353392"/>
                  <a:pt x="226597" y="341612"/>
                </a:cubicBezTo>
                <a:lnTo>
                  <a:pt x="239482" y="328728"/>
                </a:lnTo>
                <a:cubicBezTo>
                  <a:pt x="246107" y="322102"/>
                  <a:pt x="249420" y="312531"/>
                  <a:pt x="247948" y="303328"/>
                </a:cubicBezTo>
                <a:lnTo>
                  <a:pt x="240586" y="255473"/>
                </a:lnTo>
                <a:cubicBezTo>
                  <a:pt x="239482" y="247742"/>
                  <a:pt x="242058" y="240012"/>
                  <a:pt x="247580" y="234858"/>
                </a:cubicBezTo>
                <a:cubicBezTo>
                  <a:pt x="253102" y="229336"/>
                  <a:pt x="260832" y="226760"/>
                  <a:pt x="268194" y="227864"/>
                </a:cubicBezTo>
                <a:lnTo>
                  <a:pt x="317890" y="235226"/>
                </a:lnTo>
                <a:cubicBezTo>
                  <a:pt x="325989" y="236331"/>
                  <a:pt x="334455" y="233754"/>
                  <a:pt x="340345" y="227864"/>
                </a:cubicBezTo>
                <a:lnTo>
                  <a:pt x="354702" y="213508"/>
                </a:lnTo>
                <a:cubicBezTo>
                  <a:pt x="366482" y="201728"/>
                  <a:pt x="366482" y="182586"/>
                  <a:pt x="354702" y="170806"/>
                </a:cubicBezTo>
                <a:lnTo>
                  <a:pt x="303165" y="119270"/>
                </a:lnTo>
                <a:cubicBezTo>
                  <a:pt x="297276" y="113380"/>
                  <a:pt x="289545" y="110435"/>
                  <a:pt x="281815" y="110435"/>
                </a:cubicBezTo>
                <a:close/>
                <a:moveTo>
                  <a:pt x="281999" y="92167"/>
                </a:moveTo>
                <a:cubicBezTo>
                  <a:pt x="294423" y="92121"/>
                  <a:pt x="306847" y="96815"/>
                  <a:pt x="316417" y="106386"/>
                </a:cubicBezTo>
                <a:lnTo>
                  <a:pt x="367954" y="157922"/>
                </a:lnTo>
                <a:cubicBezTo>
                  <a:pt x="387096" y="177064"/>
                  <a:pt x="387096" y="207618"/>
                  <a:pt x="367954" y="226760"/>
                </a:cubicBezTo>
                <a:lnTo>
                  <a:pt x="353597" y="241116"/>
                </a:lnTo>
                <a:cubicBezTo>
                  <a:pt x="343658" y="251055"/>
                  <a:pt x="329301" y="255841"/>
                  <a:pt x="315313" y="253632"/>
                </a:cubicBezTo>
                <a:lnTo>
                  <a:pt x="265618" y="246270"/>
                </a:lnTo>
                <a:cubicBezTo>
                  <a:pt x="263777" y="245902"/>
                  <a:pt x="261937" y="246638"/>
                  <a:pt x="260464" y="248111"/>
                </a:cubicBezTo>
                <a:cubicBezTo>
                  <a:pt x="258991" y="249583"/>
                  <a:pt x="258623" y="251423"/>
                  <a:pt x="258623" y="253264"/>
                </a:cubicBezTo>
                <a:lnTo>
                  <a:pt x="265986" y="301119"/>
                </a:lnTo>
                <a:cubicBezTo>
                  <a:pt x="268194" y="316212"/>
                  <a:pt x="263041" y="331673"/>
                  <a:pt x="252366" y="342348"/>
                </a:cubicBezTo>
                <a:lnTo>
                  <a:pt x="239482" y="355232"/>
                </a:lnTo>
                <a:cubicBezTo>
                  <a:pt x="230279" y="364067"/>
                  <a:pt x="217763" y="368853"/>
                  <a:pt x="205247" y="368853"/>
                </a:cubicBezTo>
                <a:cubicBezTo>
                  <a:pt x="192731" y="368853"/>
                  <a:pt x="180215" y="364067"/>
                  <a:pt x="171012" y="354496"/>
                </a:cubicBezTo>
                <a:lnTo>
                  <a:pt x="119476" y="302960"/>
                </a:lnTo>
                <a:cubicBezTo>
                  <a:pt x="110273" y="293757"/>
                  <a:pt x="105119" y="281609"/>
                  <a:pt x="105119" y="268725"/>
                </a:cubicBezTo>
                <a:cubicBezTo>
                  <a:pt x="105119" y="255841"/>
                  <a:pt x="110273" y="243693"/>
                  <a:pt x="119476" y="234490"/>
                </a:cubicBezTo>
                <a:lnTo>
                  <a:pt x="133832" y="220134"/>
                </a:lnTo>
                <a:cubicBezTo>
                  <a:pt x="143771" y="210195"/>
                  <a:pt x="158128" y="205409"/>
                  <a:pt x="172116" y="207618"/>
                </a:cubicBezTo>
                <a:lnTo>
                  <a:pt x="221444" y="214980"/>
                </a:lnTo>
                <a:cubicBezTo>
                  <a:pt x="223284" y="215348"/>
                  <a:pt x="225125" y="214612"/>
                  <a:pt x="226597" y="213508"/>
                </a:cubicBezTo>
                <a:cubicBezTo>
                  <a:pt x="227334" y="212771"/>
                  <a:pt x="228806" y="210931"/>
                  <a:pt x="228070" y="208354"/>
                </a:cubicBezTo>
                <a:lnTo>
                  <a:pt x="220707" y="159026"/>
                </a:lnTo>
                <a:cubicBezTo>
                  <a:pt x="218499" y="145038"/>
                  <a:pt x="223284" y="130681"/>
                  <a:pt x="233223" y="120742"/>
                </a:cubicBezTo>
                <a:lnTo>
                  <a:pt x="247580" y="106386"/>
                </a:lnTo>
                <a:cubicBezTo>
                  <a:pt x="257151" y="96999"/>
                  <a:pt x="269575" y="92213"/>
                  <a:pt x="281999" y="92167"/>
                </a:cubicBezTo>
                <a:close/>
                <a:moveTo>
                  <a:pt x="353965" y="29450"/>
                </a:moveTo>
                <a:lnTo>
                  <a:pt x="444153" y="53378"/>
                </a:lnTo>
                <a:lnTo>
                  <a:pt x="420770" y="65664"/>
                </a:lnTo>
                <a:lnTo>
                  <a:pt x="456624" y="119684"/>
                </a:lnTo>
                <a:cubicBezTo>
                  <a:pt x="467529" y="144210"/>
                  <a:pt x="474339" y="170438"/>
                  <a:pt x="476548" y="196943"/>
                </a:cubicBezTo>
                <a:cubicBezTo>
                  <a:pt x="481333" y="249583"/>
                  <a:pt x="467713" y="303328"/>
                  <a:pt x="439000" y="346398"/>
                </a:cubicBezTo>
                <a:cubicBezTo>
                  <a:pt x="410655" y="389836"/>
                  <a:pt x="367953" y="422598"/>
                  <a:pt x="319730" y="438795"/>
                </a:cubicBezTo>
                <a:cubicBezTo>
                  <a:pt x="295803" y="446894"/>
                  <a:pt x="270771" y="450575"/>
                  <a:pt x="245739" y="450575"/>
                </a:cubicBezTo>
                <a:cubicBezTo>
                  <a:pt x="220707" y="450206"/>
                  <a:pt x="196044" y="445789"/>
                  <a:pt x="172852" y="437691"/>
                </a:cubicBezTo>
                <a:cubicBezTo>
                  <a:pt x="171748" y="437322"/>
                  <a:pt x="171012" y="435850"/>
                  <a:pt x="171380" y="434378"/>
                </a:cubicBezTo>
                <a:cubicBezTo>
                  <a:pt x="171748" y="433273"/>
                  <a:pt x="173220" y="432537"/>
                  <a:pt x="174325" y="432905"/>
                </a:cubicBezTo>
                <a:cubicBezTo>
                  <a:pt x="197516" y="439163"/>
                  <a:pt x="221812" y="441372"/>
                  <a:pt x="245371" y="439899"/>
                </a:cubicBezTo>
                <a:cubicBezTo>
                  <a:pt x="269299" y="438059"/>
                  <a:pt x="292490" y="432537"/>
                  <a:pt x="314209" y="423702"/>
                </a:cubicBezTo>
                <a:cubicBezTo>
                  <a:pt x="357647" y="405296"/>
                  <a:pt x="393722" y="372534"/>
                  <a:pt x="415809" y="332409"/>
                </a:cubicBezTo>
                <a:cubicBezTo>
                  <a:pt x="437896" y="292285"/>
                  <a:pt x="445994" y="245534"/>
                  <a:pt x="438632" y="201360"/>
                </a:cubicBezTo>
                <a:cubicBezTo>
                  <a:pt x="435135" y="179273"/>
                  <a:pt x="427773" y="158106"/>
                  <a:pt x="417328" y="138826"/>
                </a:cubicBezTo>
                <a:lnTo>
                  <a:pt x="387910" y="100974"/>
                </a:lnTo>
                <a:lnTo>
                  <a:pt x="378261" y="119638"/>
                </a:lnTo>
                <a:close/>
                <a:moveTo>
                  <a:pt x="230279" y="0"/>
                </a:moveTo>
                <a:cubicBezTo>
                  <a:pt x="255310" y="0"/>
                  <a:pt x="279974" y="4049"/>
                  <a:pt x="303165" y="11780"/>
                </a:cubicBezTo>
                <a:cubicBezTo>
                  <a:pt x="304638" y="12148"/>
                  <a:pt x="305742" y="13988"/>
                  <a:pt x="305006" y="15829"/>
                </a:cubicBezTo>
                <a:cubicBezTo>
                  <a:pt x="304638" y="17301"/>
                  <a:pt x="302797" y="18406"/>
                  <a:pt x="301325" y="18038"/>
                </a:cubicBezTo>
                <a:cubicBezTo>
                  <a:pt x="278134" y="12148"/>
                  <a:pt x="254206" y="10307"/>
                  <a:pt x="230647" y="12148"/>
                </a:cubicBezTo>
                <a:cubicBezTo>
                  <a:pt x="207087" y="14357"/>
                  <a:pt x="184264" y="20246"/>
                  <a:pt x="162913" y="29449"/>
                </a:cubicBezTo>
                <a:cubicBezTo>
                  <a:pt x="141563" y="39020"/>
                  <a:pt x="122052" y="51904"/>
                  <a:pt x="105119" y="67365"/>
                </a:cubicBezTo>
                <a:cubicBezTo>
                  <a:pt x="100702" y="71046"/>
                  <a:pt x="97020" y="75464"/>
                  <a:pt x="92971" y="79513"/>
                </a:cubicBezTo>
                <a:cubicBezTo>
                  <a:pt x="89290" y="83930"/>
                  <a:pt x="85241" y="87980"/>
                  <a:pt x="81928" y="92765"/>
                </a:cubicBezTo>
                <a:cubicBezTo>
                  <a:pt x="74933" y="101600"/>
                  <a:pt x="68676" y="111171"/>
                  <a:pt x="63154" y="121110"/>
                </a:cubicBezTo>
                <a:cubicBezTo>
                  <a:pt x="41803" y="160867"/>
                  <a:pt x="34073" y="207249"/>
                  <a:pt x="41803" y="250687"/>
                </a:cubicBezTo>
                <a:cubicBezTo>
                  <a:pt x="45300" y="272406"/>
                  <a:pt x="52662" y="293205"/>
                  <a:pt x="63061" y="312209"/>
                </a:cubicBezTo>
                <a:lnTo>
                  <a:pt x="95409" y="353793"/>
                </a:lnTo>
                <a:lnTo>
                  <a:pt x="104751" y="335722"/>
                </a:lnTo>
                <a:lnTo>
                  <a:pt x="129046" y="426278"/>
                </a:lnTo>
                <a:lnTo>
                  <a:pt x="38858" y="401983"/>
                </a:lnTo>
                <a:lnTo>
                  <a:pt x="59619" y="391075"/>
                </a:lnTo>
                <a:lnTo>
                  <a:pt x="21005" y="332593"/>
                </a:lnTo>
                <a:cubicBezTo>
                  <a:pt x="10053" y="308113"/>
                  <a:pt x="3151" y="281977"/>
                  <a:pt x="942" y="255473"/>
                </a:cubicBezTo>
                <a:cubicBezTo>
                  <a:pt x="-3843" y="202832"/>
                  <a:pt x="9777" y="149087"/>
                  <a:pt x="37754" y="105649"/>
                </a:cubicBezTo>
                <a:cubicBezTo>
                  <a:pt x="44748" y="94606"/>
                  <a:pt x="52847" y="84667"/>
                  <a:pt x="61313" y="75096"/>
                </a:cubicBezTo>
                <a:cubicBezTo>
                  <a:pt x="65731" y="70310"/>
                  <a:pt x="70148" y="65893"/>
                  <a:pt x="74933" y="61475"/>
                </a:cubicBezTo>
                <a:cubicBezTo>
                  <a:pt x="79719" y="57426"/>
                  <a:pt x="84505" y="53009"/>
                  <a:pt x="89658" y="48959"/>
                </a:cubicBezTo>
                <a:cubicBezTo>
                  <a:pt x="109904" y="33130"/>
                  <a:pt x="132360" y="20983"/>
                  <a:pt x="156287" y="12516"/>
                </a:cubicBezTo>
                <a:cubicBezTo>
                  <a:pt x="180215" y="4417"/>
                  <a:pt x="205247" y="0"/>
                  <a:pt x="230279" y="0"/>
                </a:cubicBezTo>
                <a:close/>
              </a:path>
            </a:pathLst>
          </a:custGeom>
          <a:gradFill flip="none" rotWithShape="1">
            <a:gsLst>
              <a:gs pos="89000">
                <a:schemeClr val="accent1">
                  <a:lumMod val="75000"/>
                </a:schemeClr>
              </a:gs>
              <a:gs pos="0">
                <a:schemeClr val="accent1">
                  <a:lumMod val="60000"/>
                  <a:lumOff val="40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a:extLst>
              <a:ext uri="{FF2B5EF4-FFF2-40B4-BE49-F238E27FC236}">
                <a16:creationId xmlns:a16="http://schemas.microsoft.com/office/drawing/2014/main" id="{EBEDA4ED-B6E8-8B64-A1F9-1831FF84139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6" name="矩形 5">
            <a:extLst>
              <a:ext uri="{FF2B5EF4-FFF2-40B4-BE49-F238E27FC236}">
                <a16:creationId xmlns:a16="http://schemas.microsoft.com/office/drawing/2014/main" id="{6E057F79-5E63-AE26-8B23-9608CAD695E5}"/>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文本框 6">
            <a:extLst>
              <a:ext uri="{FF2B5EF4-FFF2-40B4-BE49-F238E27FC236}">
                <a16:creationId xmlns:a16="http://schemas.microsoft.com/office/drawing/2014/main" id="{8364A389-D1F9-5708-2FC9-4AA25FB8A780}"/>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487067274"/>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圆角 7">
            <a:extLst>
              <a:ext uri="{FF2B5EF4-FFF2-40B4-BE49-F238E27FC236}">
                <a16:creationId xmlns:a16="http://schemas.microsoft.com/office/drawing/2014/main" id="{4B736DF3-5E16-1046-A6C4-9DDCF45DA74C}"/>
              </a:ext>
            </a:extLst>
          </p:cNvPr>
          <p:cNvSpPr/>
          <p:nvPr/>
        </p:nvSpPr>
        <p:spPr>
          <a:xfrm>
            <a:off x="635000" y="1384300"/>
            <a:ext cx="4343400" cy="2298700"/>
          </a:xfrm>
          <a:prstGeom prst="roundRect">
            <a:avLst>
              <a:gd name="adj" fmla="val 4586"/>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矩形: 圆角 8">
            <a:extLst>
              <a:ext uri="{FF2B5EF4-FFF2-40B4-BE49-F238E27FC236}">
                <a16:creationId xmlns:a16="http://schemas.microsoft.com/office/drawing/2014/main" id="{C2B0819A-4A7B-DDD9-B2C0-A7CABDCAA33E}"/>
              </a:ext>
            </a:extLst>
          </p:cNvPr>
          <p:cNvSpPr/>
          <p:nvPr/>
        </p:nvSpPr>
        <p:spPr>
          <a:xfrm>
            <a:off x="5568950" y="1384300"/>
            <a:ext cx="5988050" cy="2298700"/>
          </a:xfrm>
          <a:prstGeom prst="roundRect">
            <a:avLst>
              <a:gd name="adj" fmla="val 4733"/>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a:extLst>
              <a:ext uri="{FF2B5EF4-FFF2-40B4-BE49-F238E27FC236}">
                <a16:creationId xmlns:a16="http://schemas.microsoft.com/office/drawing/2014/main" id="{F65FD261-57E7-EB72-B9F9-AC09771B18D0}"/>
              </a:ext>
            </a:extLst>
          </p:cNvPr>
          <p:cNvSpPr/>
          <p:nvPr/>
        </p:nvSpPr>
        <p:spPr>
          <a:xfrm>
            <a:off x="635000" y="4044950"/>
            <a:ext cx="4343400" cy="2298700"/>
          </a:xfrm>
          <a:prstGeom prst="roundRect">
            <a:avLst>
              <a:gd name="adj" fmla="val 4586"/>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DB33BC25-89B2-CBEF-9459-7E97508AFCEA}"/>
              </a:ext>
            </a:extLst>
          </p:cNvPr>
          <p:cNvSpPr/>
          <p:nvPr/>
        </p:nvSpPr>
        <p:spPr>
          <a:xfrm>
            <a:off x="5568950" y="4044950"/>
            <a:ext cx="5988050" cy="2298700"/>
          </a:xfrm>
          <a:prstGeom prst="roundRect">
            <a:avLst>
              <a:gd name="adj" fmla="val 3555"/>
            </a:avLst>
          </a:prstGeom>
          <a:solidFill>
            <a:srgbClr val="FFFFFF"/>
          </a:solidFill>
          <a:ln w="6350" cap="flat">
            <a:solidFill>
              <a:schemeClr val="accent1">
                <a:lumMod val="100000"/>
              </a:schemeClr>
            </a:solidFill>
            <a:prstDash val="dash"/>
            <a:miter/>
          </a:ln>
          <a:effectLst>
            <a:outerShdw blurRad="647700" sx="102000" sy="102000" algn="ctr" rotWithShape="0">
              <a:schemeClr val="accent1">
                <a:alpha val="15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a:extLst>
              <a:ext uri="{FF2B5EF4-FFF2-40B4-BE49-F238E27FC236}">
                <a16:creationId xmlns:a16="http://schemas.microsoft.com/office/drawing/2014/main" id="{7931D26C-23B0-BEBB-1ED7-C32CEBC58ECC}"/>
              </a:ext>
            </a:extLst>
          </p:cNvPr>
          <p:cNvSpPr/>
          <p:nvPr/>
        </p:nvSpPr>
        <p:spPr>
          <a:xfrm>
            <a:off x="635000" y="1390650"/>
            <a:ext cx="1250950" cy="323850"/>
          </a:xfrm>
          <a:custGeom>
            <a:avLst/>
            <a:gdLst>
              <a:gd name="connsiteX0" fmla="*/ 0 w 1250950"/>
              <a:gd name="connsiteY0" fmla="*/ 101600 h 323850"/>
              <a:gd name="connsiteX1" fmla="*/ 101600 w 1250950"/>
              <a:gd name="connsiteY1" fmla="*/ 0 h 323850"/>
              <a:gd name="connsiteX2" fmla="*/ 1250950 w 1250950"/>
              <a:gd name="connsiteY2" fmla="*/ 0 h 323850"/>
              <a:gd name="connsiteX3" fmla="*/ 1250950 w 1250950"/>
              <a:gd name="connsiteY3" fmla="*/ 209550 h 323850"/>
              <a:gd name="connsiteX4" fmla="*/ 1136650 w 1250950"/>
              <a:gd name="connsiteY4" fmla="*/ 323850 h 323850"/>
              <a:gd name="connsiteX5" fmla="*/ 0 w 1250950"/>
              <a:gd name="connsiteY5" fmla="*/ 323850 h 323850"/>
              <a:gd name="connsiteX6" fmla="*/ 0 w 12509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950" h="323850">
                <a:moveTo>
                  <a:pt x="0" y="101600"/>
                </a:moveTo>
                <a:cubicBezTo>
                  <a:pt x="0" y="45485"/>
                  <a:pt x="45485" y="0"/>
                  <a:pt x="101600" y="0"/>
                </a:cubicBezTo>
                <a:lnTo>
                  <a:pt x="1250950" y="0"/>
                </a:lnTo>
                <a:lnTo>
                  <a:pt x="1250950" y="209550"/>
                </a:lnTo>
                <a:cubicBezTo>
                  <a:pt x="1250950" y="272675"/>
                  <a:pt x="1199775" y="323850"/>
                  <a:pt x="11366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CBFD308F-C62E-732B-2FEA-75A31804CC81}"/>
              </a:ext>
            </a:extLst>
          </p:cNvPr>
          <p:cNvSpPr/>
          <p:nvPr/>
        </p:nvSpPr>
        <p:spPr>
          <a:xfrm>
            <a:off x="5568950" y="1386974"/>
            <a:ext cx="1250950" cy="323850"/>
          </a:xfrm>
          <a:custGeom>
            <a:avLst/>
            <a:gdLst>
              <a:gd name="connsiteX0" fmla="*/ 0 w 1250950"/>
              <a:gd name="connsiteY0" fmla="*/ 101600 h 323850"/>
              <a:gd name="connsiteX1" fmla="*/ 101600 w 1250950"/>
              <a:gd name="connsiteY1" fmla="*/ 0 h 323850"/>
              <a:gd name="connsiteX2" fmla="*/ 1250950 w 1250950"/>
              <a:gd name="connsiteY2" fmla="*/ 0 h 323850"/>
              <a:gd name="connsiteX3" fmla="*/ 1250950 w 1250950"/>
              <a:gd name="connsiteY3" fmla="*/ 209550 h 323850"/>
              <a:gd name="connsiteX4" fmla="*/ 1136650 w 1250950"/>
              <a:gd name="connsiteY4" fmla="*/ 323850 h 323850"/>
              <a:gd name="connsiteX5" fmla="*/ 0 w 1250950"/>
              <a:gd name="connsiteY5" fmla="*/ 323850 h 323850"/>
              <a:gd name="connsiteX6" fmla="*/ 0 w 12509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950" h="323850">
                <a:moveTo>
                  <a:pt x="0" y="101600"/>
                </a:moveTo>
                <a:cubicBezTo>
                  <a:pt x="0" y="45485"/>
                  <a:pt x="45485" y="0"/>
                  <a:pt x="101600" y="0"/>
                </a:cubicBezTo>
                <a:lnTo>
                  <a:pt x="1250950" y="0"/>
                </a:lnTo>
                <a:lnTo>
                  <a:pt x="1250950" y="209550"/>
                </a:lnTo>
                <a:cubicBezTo>
                  <a:pt x="1250950" y="272675"/>
                  <a:pt x="1199769" y="323850"/>
                  <a:pt x="11366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3A0DD253-560E-B3AA-74E4-74655F30B038}"/>
              </a:ext>
            </a:extLst>
          </p:cNvPr>
          <p:cNvSpPr/>
          <p:nvPr/>
        </p:nvSpPr>
        <p:spPr>
          <a:xfrm>
            <a:off x="5568950" y="4041309"/>
            <a:ext cx="1250950" cy="323850"/>
          </a:xfrm>
          <a:custGeom>
            <a:avLst/>
            <a:gdLst>
              <a:gd name="connsiteX0" fmla="*/ 0 w 1250950"/>
              <a:gd name="connsiteY0" fmla="*/ 101600 h 323850"/>
              <a:gd name="connsiteX1" fmla="*/ 101600 w 1250950"/>
              <a:gd name="connsiteY1" fmla="*/ 0 h 323850"/>
              <a:gd name="connsiteX2" fmla="*/ 1250950 w 1250950"/>
              <a:gd name="connsiteY2" fmla="*/ 0 h 323850"/>
              <a:gd name="connsiteX3" fmla="*/ 1250950 w 1250950"/>
              <a:gd name="connsiteY3" fmla="*/ 209550 h 323850"/>
              <a:gd name="connsiteX4" fmla="*/ 1136650 w 1250950"/>
              <a:gd name="connsiteY4" fmla="*/ 323850 h 323850"/>
              <a:gd name="connsiteX5" fmla="*/ 0 w 1250950"/>
              <a:gd name="connsiteY5" fmla="*/ 323850 h 323850"/>
              <a:gd name="connsiteX6" fmla="*/ 0 w 12509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950" h="323850">
                <a:moveTo>
                  <a:pt x="0" y="101600"/>
                </a:moveTo>
                <a:cubicBezTo>
                  <a:pt x="0" y="45485"/>
                  <a:pt x="45485" y="0"/>
                  <a:pt x="101600" y="0"/>
                </a:cubicBezTo>
                <a:lnTo>
                  <a:pt x="1250950" y="0"/>
                </a:lnTo>
                <a:lnTo>
                  <a:pt x="1250950" y="209550"/>
                </a:lnTo>
                <a:cubicBezTo>
                  <a:pt x="1250950" y="272675"/>
                  <a:pt x="1199769" y="323850"/>
                  <a:pt x="11366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a:extLst>
              <a:ext uri="{FF2B5EF4-FFF2-40B4-BE49-F238E27FC236}">
                <a16:creationId xmlns:a16="http://schemas.microsoft.com/office/drawing/2014/main" id="{1C64E432-C3E9-5A60-AF0E-8DB0474BD4E4}"/>
              </a:ext>
            </a:extLst>
          </p:cNvPr>
          <p:cNvSpPr/>
          <p:nvPr/>
        </p:nvSpPr>
        <p:spPr>
          <a:xfrm>
            <a:off x="635000" y="4044950"/>
            <a:ext cx="1581150" cy="323850"/>
          </a:xfrm>
          <a:custGeom>
            <a:avLst/>
            <a:gdLst>
              <a:gd name="connsiteX0" fmla="*/ 0 w 1581150"/>
              <a:gd name="connsiteY0" fmla="*/ 101600 h 323850"/>
              <a:gd name="connsiteX1" fmla="*/ 101600 w 1581150"/>
              <a:gd name="connsiteY1" fmla="*/ 0 h 323850"/>
              <a:gd name="connsiteX2" fmla="*/ 1581150 w 1581150"/>
              <a:gd name="connsiteY2" fmla="*/ 0 h 323850"/>
              <a:gd name="connsiteX3" fmla="*/ 1581150 w 1581150"/>
              <a:gd name="connsiteY3" fmla="*/ 209550 h 323850"/>
              <a:gd name="connsiteX4" fmla="*/ 1466850 w 1581150"/>
              <a:gd name="connsiteY4" fmla="*/ 323850 h 323850"/>
              <a:gd name="connsiteX5" fmla="*/ 0 w 1581150"/>
              <a:gd name="connsiteY5" fmla="*/ 323850 h 323850"/>
              <a:gd name="connsiteX6" fmla="*/ 0 w 1581150"/>
              <a:gd name="connsiteY6" fmla="*/ 1016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1150" h="323850">
                <a:moveTo>
                  <a:pt x="0" y="101600"/>
                </a:moveTo>
                <a:cubicBezTo>
                  <a:pt x="0" y="45485"/>
                  <a:pt x="45485" y="0"/>
                  <a:pt x="101600" y="0"/>
                </a:cubicBezTo>
                <a:lnTo>
                  <a:pt x="1581150" y="0"/>
                </a:lnTo>
                <a:lnTo>
                  <a:pt x="1581150" y="209550"/>
                </a:lnTo>
                <a:cubicBezTo>
                  <a:pt x="1581150" y="272675"/>
                  <a:pt x="1529975" y="323850"/>
                  <a:pt x="1466850" y="323850"/>
                </a:cubicBezTo>
                <a:lnTo>
                  <a:pt x="0" y="323850"/>
                </a:lnTo>
                <a:lnTo>
                  <a:pt x="0" y="10160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a:extLst>
              <a:ext uri="{FF2B5EF4-FFF2-40B4-BE49-F238E27FC236}">
                <a16:creationId xmlns:a16="http://schemas.microsoft.com/office/drawing/2014/main" id="{C4BB08B9-9285-F850-5948-85939471A61A}"/>
              </a:ext>
            </a:extLst>
          </p:cNvPr>
          <p:cNvSpPr/>
          <p:nvPr/>
        </p:nvSpPr>
        <p:spPr>
          <a:xfrm>
            <a:off x="933450" y="25717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a:extLst>
              <a:ext uri="{FF2B5EF4-FFF2-40B4-BE49-F238E27FC236}">
                <a16:creationId xmlns:a16="http://schemas.microsoft.com/office/drawing/2014/main" id="{6ABCD298-CEE8-6A09-4C16-154F017C7B27}"/>
              </a:ext>
            </a:extLst>
          </p:cNvPr>
          <p:cNvSpPr/>
          <p:nvPr/>
        </p:nvSpPr>
        <p:spPr>
          <a:xfrm>
            <a:off x="9467850" y="19812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a:extLst>
              <a:ext uri="{FF2B5EF4-FFF2-40B4-BE49-F238E27FC236}">
                <a16:creationId xmlns:a16="http://schemas.microsoft.com/office/drawing/2014/main" id="{2578C1E2-0491-7AAA-EFBD-595EB61D7386}"/>
              </a:ext>
            </a:extLst>
          </p:cNvPr>
          <p:cNvSpPr/>
          <p:nvPr/>
        </p:nvSpPr>
        <p:spPr>
          <a:xfrm>
            <a:off x="9467850" y="25400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34">
            <a:extLst>
              <a:ext uri="{FF2B5EF4-FFF2-40B4-BE49-F238E27FC236}">
                <a16:creationId xmlns:a16="http://schemas.microsoft.com/office/drawing/2014/main" id="{C84E9D4F-4F99-231E-08C7-F34E755798AF}"/>
              </a:ext>
            </a:extLst>
          </p:cNvPr>
          <p:cNvSpPr/>
          <p:nvPr/>
        </p:nvSpPr>
        <p:spPr>
          <a:xfrm>
            <a:off x="9467850" y="30861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35">
            <a:extLst>
              <a:ext uri="{FF2B5EF4-FFF2-40B4-BE49-F238E27FC236}">
                <a16:creationId xmlns:a16="http://schemas.microsoft.com/office/drawing/2014/main" id="{94606E14-C69B-25E2-1C16-C87736DA02F7}"/>
              </a:ext>
            </a:extLst>
          </p:cNvPr>
          <p:cNvSpPr/>
          <p:nvPr/>
        </p:nvSpPr>
        <p:spPr>
          <a:xfrm>
            <a:off x="8013700" y="46101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36">
            <a:extLst>
              <a:ext uri="{FF2B5EF4-FFF2-40B4-BE49-F238E27FC236}">
                <a16:creationId xmlns:a16="http://schemas.microsoft.com/office/drawing/2014/main" id="{055FBC42-336B-071C-685B-6BFD24A07808}"/>
              </a:ext>
            </a:extLst>
          </p:cNvPr>
          <p:cNvSpPr/>
          <p:nvPr/>
        </p:nvSpPr>
        <p:spPr>
          <a:xfrm>
            <a:off x="8013700" y="49974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任意多边形: 形状 37">
            <a:extLst>
              <a:ext uri="{FF2B5EF4-FFF2-40B4-BE49-F238E27FC236}">
                <a16:creationId xmlns:a16="http://schemas.microsoft.com/office/drawing/2014/main" id="{344222BE-0B71-FA4C-411E-FC1D4C498F5D}"/>
              </a:ext>
            </a:extLst>
          </p:cNvPr>
          <p:cNvSpPr/>
          <p:nvPr/>
        </p:nvSpPr>
        <p:spPr>
          <a:xfrm>
            <a:off x="8013700" y="56007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38">
            <a:extLst>
              <a:ext uri="{FF2B5EF4-FFF2-40B4-BE49-F238E27FC236}">
                <a16:creationId xmlns:a16="http://schemas.microsoft.com/office/drawing/2014/main" id="{4830670D-8F4A-56B8-AC2F-9681E6086136}"/>
              </a:ext>
            </a:extLst>
          </p:cNvPr>
          <p:cNvSpPr/>
          <p:nvPr/>
        </p:nvSpPr>
        <p:spPr>
          <a:xfrm>
            <a:off x="8013700" y="59880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a:extLst>
              <a:ext uri="{FF2B5EF4-FFF2-40B4-BE49-F238E27FC236}">
                <a16:creationId xmlns:a16="http://schemas.microsoft.com/office/drawing/2014/main" id="{DB188E1A-BEE9-E60D-2D48-6A09D3A41684}"/>
              </a:ext>
            </a:extLst>
          </p:cNvPr>
          <p:cNvSpPr/>
          <p:nvPr/>
        </p:nvSpPr>
        <p:spPr>
          <a:xfrm>
            <a:off x="933450" y="292100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a:extLst>
              <a:ext uri="{FF2B5EF4-FFF2-40B4-BE49-F238E27FC236}">
                <a16:creationId xmlns:a16="http://schemas.microsoft.com/office/drawing/2014/main" id="{5BF63CE5-906F-DA99-E77D-8BF91BEF3E68}"/>
              </a:ext>
            </a:extLst>
          </p:cNvPr>
          <p:cNvSpPr/>
          <p:nvPr/>
        </p:nvSpPr>
        <p:spPr>
          <a:xfrm>
            <a:off x="933450" y="3244850"/>
            <a:ext cx="63500" cy="63500"/>
          </a:xfrm>
          <a:custGeom>
            <a:avLst/>
            <a:gdLst>
              <a:gd name="connsiteX0" fmla="*/ 63500 w 63500"/>
              <a:gd name="connsiteY0" fmla="*/ 31750 h 63500"/>
              <a:gd name="connsiteX1" fmla="*/ 31750 w 63500"/>
              <a:gd name="connsiteY1" fmla="*/ 63500 h 63500"/>
              <a:gd name="connsiteX2" fmla="*/ 0 w 63500"/>
              <a:gd name="connsiteY2" fmla="*/ 31750 h 63500"/>
              <a:gd name="connsiteX3" fmla="*/ 31750 w 63500"/>
              <a:gd name="connsiteY3" fmla="*/ 0 h 63500"/>
              <a:gd name="connsiteX4" fmla="*/ 63500 w 63500"/>
              <a:gd name="connsiteY4" fmla="*/ 3175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00" h="63500">
                <a:moveTo>
                  <a:pt x="63500" y="31750"/>
                </a:moveTo>
                <a:cubicBezTo>
                  <a:pt x="63500" y="49285"/>
                  <a:pt x="49285" y="63500"/>
                  <a:pt x="31750" y="63500"/>
                </a:cubicBezTo>
                <a:cubicBezTo>
                  <a:pt x="14215" y="63500"/>
                  <a:pt x="0" y="49285"/>
                  <a:pt x="0" y="31750"/>
                </a:cubicBezTo>
                <a:cubicBezTo>
                  <a:pt x="0" y="14215"/>
                  <a:pt x="14215" y="0"/>
                  <a:pt x="31750" y="0"/>
                </a:cubicBezTo>
                <a:cubicBezTo>
                  <a:pt x="49285" y="0"/>
                  <a:pt x="63500" y="14215"/>
                  <a:pt x="63500" y="3175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a:extLst>
              <a:ext uri="{FF2B5EF4-FFF2-40B4-BE49-F238E27FC236}">
                <a16:creationId xmlns:a16="http://schemas.microsoft.com/office/drawing/2014/main" id="{FB449975-147F-91D7-2D0B-74D78812BE7B}"/>
              </a:ext>
            </a:extLst>
          </p:cNvPr>
          <p:cNvSpPr/>
          <p:nvPr/>
        </p:nvSpPr>
        <p:spPr>
          <a:xfrm>
            <a:off x="5203825" y="2407418"/>
            <a:ext cx="200418" cy="252463"/>
          </a:xfrm>
          <a:custGeom>
            <a:avLst/>
            <a:gdLst>
              <a:gd name="connsiteX0" fmla="*/ 0 w 200418"/>
              <a:gd name="connsiteY0" fmla="*/ 0 h 252463"/>
              <a:gd name="connsiteX1" fmla="*/ 200419 w 200418"/>
              <a:gd name="connsiteY1" fmla="*/ 126232 h 252463"/>
              <a:gd name="connsiteX2" fmla="*/ 0 w 200418"/>
              <a:gd name="connsiteY2" fmla="*/ 252463 h 252463"/>
              <a:gd name="connsiteX3" fmla="*/ 0 w 200418"/>
              <a:gd name="connsiteY3" fmla="*/ 0 h 252463"/>
            </a:gdLst>
            <a:ahLst/>
            <a:cxnLst>
              <a:cxn ang="0">
                <a:pos x="connsiteX0" y="connsiteY0"/>
              </a:cxn>
              <a:cxn ang="0">
                <a:pos x="connsiteX1" y="connsiteY1"/>
              </a:cxn>
              <a:cxn ang="0">
                <a:pos x="connsiteX2" y="connsiteY2"/>
              </a:cxn>
              <a:cxn ang="0">
                <a:pos x="connsiteX3" y="connsiteY3"/>
              </a:cxn>
            </a:cxnLst>
            <a:rect l="l" t="t" r="r" b="b"/>
            <a:pathLst>
              <a:path w="200418" h="252463">
                <a:moveTo>
                  <a:pt x="0" y="0"/>
                </a:moveTo>
                <a:lnTo>
                  <a:pt x="200419" y="126232"/>
                </a:lnTo>
                <a:lnTo>
                  <a:pt x="0" y="25246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3B75B15D-FE8E-408D-1599-DE597815B31D}"/>
              </a:ext>
            </a:extLst>
          </p:cNvPr>
          <p:cNvSpPr/>
          <p:nvPr/>
        </p:nvSpPr>
        <p:spPr>
          <a:xfrm>
            <a:off x="5203825" y="5169668"/>
            <a:ext cx="200418" cy="252463"/>
          </a:xfrm>
          <a:custGeom>
            <a:avLst/>
            <a:gdLst>
              <a:gd name="connsiteX0" fmla="*/ 0 w 200418"/>
              <a:gd name="connsiteY0" fmla="*/ 0 h 252463"/>
              <a:gd name="connsiteX1" fmla="*/ 200419 w 200418"/>
              <a:gd name="connsiteY1" fmla="*/ 126232 h 252463"/>
              <a:gd name="connsiteX2" fmla="*/ 0 w 200418"/>
              <a:gd name="connsiteY2" fmla="*/ 252464 h 252463"/>
              <a:gd name="connsiteX3" fmla="*/ 0 w 200418"/>
              <a:gd name="connsiteY3" fmla="*/ 0 h 252463"/>
            </a:gdLst>
            <a:ahLst/>
            <a:cxnLst>
              <a:cxn ang="0">
                <a:pos x="connsiteX0" y="connsiteY0"/>
              </a:cxn>
              <a:cxn ang="0">
                <a:pos x="connsiteX1" y="connsiteY1"/>
              </a:cxn>
              <a:cxn ang="0">
                <a:pos x="connsiteX2" y="connsiteY2"/>
              </a:cxn>
              <a:cxn ang="0">
                <a:pos x="connsiteX3" y="connsiteY3"/>
              </a:cxn>
            </a:cxnLst>
            <a:rect l="l" t="t" r="r" b="b"/>
            <a:pathLst>
              <a:path w="200418" h="252463">
                <a:moveTo>
                  <a:pt x="0" y="0"/>
                </a:moveTo>
                <a:lnTo>
                  <a:pt x="200419" y="126232"/>
                </a:lnTo>
                <a:lnTo>
                  <a:pt x="0" y="252464"/>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008AE8EB-88CE-186C-0C4A-FD38C080988E}"/>
              </a:ext>
            </a:extLst>
          </p:cNvPr>
          <p:cNvSpPr/>
          <p:nvPr/>
        </p:nvSpPr>
        <p:spPr>
          <a:xfrm>
            <a:off x="6099175" y="2435225"/>
            <a:ext cx="927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a:extLst>
              <a:ext uri="{FF2B5EF4-FFF2-40B4-BE49-F238E27FC236}">
                <a16:creationId xmlns:a16="http://schemas.microsoft.com/office/drawing/2014/main" id="{3B1D9095-3658-787F-3911-74F16FCC1CB9}"/>
              </a:ext>
            </a:extLst>
          </p:cNvPr>
          <p:cNvSpPr/>
          <p:nvPr/>
        </p:nvSpPr>
        <p:spPr>
          <a:xfrm>
            <a:off x="7597775" y="168592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47">
            <a:extLst>
              <a:ext uri="{FF2B5EF4-FFF2-40B4-BE49-F238E27FC236}">
                <a16:creationId xmlns:a16="http://schemas.microsoft.com/office/drawing/2014/main" id="{7260562B-04DB-8D17-8CF2-4C27FEF91048}"/>
              </a:ext>
            </a:extLst>
          </p:cNvPr>
          <p:cNvSpPr/>
          <p:nvPr/>
        </p:nvSpPr>
        <p:spPr>
          <a:xfrm>
            <a:off x="6099175" y="4708525"/>
            <a:ext cx="1193800" cy="260350"/>
          </a:xfrm>
          <a:prstGeom prst="roundRect">
            <a:avLst/>
          </a:prstGeom>
          <a:solidFill>
            <a:srgbClr val="F5F6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a:extLst>
              <a:ext uri="{FF2B5EF4-FFF2-40B4-BE49-F238E27FC236}">
                <a16:creationId xmlns:a16="http://schemas.microsoft.com/office/drawing/2014/main" id="{790491DE-477F-749F-6795-1C28AAA7E7E1}"/>
              </a:ext>
            </a:extLst>
          </p:cNvPr>
          <p:cNvSpPr/>
          <p:nvPr/>
        </p:nvSpPr>
        <p:spPr>
          <a:xfrm>
            <a:off x="6099175" y="4708525"/>
            <a:ext cx="1193800" cy="260350"/>
          </a:xfrm>
          <a:custGeom>
            <a:avLst/>
            <a:gdLst>
              <a:gd name="connsiteX0" fmla="*/ 1139825 w 1193800"/>
              <a:gd name="connsiteY0" fmla="*/ 0 h 260350"/>
              <a:gd name="connsiteX1" fmla="*/ 1193800 w 1193800"/>
              <a:gd name="connsiteY1" fmla="*/ 0 h 260350"/>
              <a:gd name="connsiteX2" fmla="*/ 1193800 w 1193800"/>
              <a:gd name="connsiteY2" fmla="*/ 260350 h 260350"/>
              <a:gd name="connsiteX3" fmla="*/ 1139825 w 1193800"/>
              <a:gd name="connsiteY3" fmla="*/ 260350 h 260350"/>
              <a:gd name="connsiteX4" fmla="*/ 53975 w 1193800"/>
              <a:gd name="connsiteY4" fmla="*/ 260350 h 260350"/>
              <a:gd name="connsiteX5" fmla="*/ 0 w 1193800"/>
              <a:gd name="connsiteY5" fmla="*/ 260350 h 260350"/>
              <a:gd name="connsiteX6" fmla="*/ 0 w 1193800"/>
              <a:gd name="connsiteY6" fmla="*/ 0 h 260350"/>
              <a:gd name="connsiteX7" fmla="*/ 53975 w 1193800"/>
              <a:gd name="connsiteY7" fmla="*/ 0 h 2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3800" h="260350">
                <a:moveTo>
                  <a:pt x="1139825" y="0"/>
                </a:moveTo>
                <a:cubicBezTo>
                  <a:pt x="1169635" y="0"/>
                  <a:pt x="1193800" y="0"/>
                  <a:pt x="1193800" y="0"/>
                </a:cubicBezTo>
                <a:lnTo>
                  <a:pt x="1193800" y="260350"/>
                </a:lnTo>
                <a:cubicBezTo>
                  <a:pt x="1193800" y="260350"/>
                  <a:pt x="1169635" y="260350"/>
                  <a:pt x="1139825" y="260350"/>
                </a:cubicBezTo>
                <a:lnTo>
                  <a:pt x="53975" y="260350"/>
                </a:lnTo>
                <a:cubicBezTo>
                  <a:pt x="24166" y="260350"/>
                  <a:pt x="0" y="260350"/>
                  <a:pt x="0" y="260350"/>
                </a:cubicBezTo>
                <a:lnTo>
                  <a:pt x="0" y="0"/>
                </a:lnTo>
                <a:cubicBezTo>
                  <a:pt x="0" y="0"/>
                  <a:pt x="24166" y="0"/>
                  <a:pt x="53975" y="0"/>
                </a:cubicBezTo>
                <a:close/>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50">
            <a:extLst>
              <a:ext uri="{FF2B5EF4-FFF2-40B4-BE49-F238E27FC236}">
                <a16:creationId xmlns:a16="http://schemas.microsoft.com/office/drawing/2014/main" id="{53073B70-BE90-F1EB-8499-CE6E458F4244}"/>
              </a:ext>
            </a:extLst>
          </p:cNvPr>
          <p:cNvSpPr/>
          <p:nvPr/>
        </p:nvSpPr>
        <p:spPr>
          <a:xfrm>
            <a:off x="6099175" y="5692775"/>
            <a:ext cx="1320800" cy="260350"/>
          </a:xfrm>
          <a:prstGeom prst="roundRect">
            <a:avLst/>
          </a:prstGeom>
          <a:solidFill>
            <a:srgbClr val="F5F6F9"/>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a:extLst>
              <a:ext uri="{FF2B5EF4-FFF2-40B4-BE49-F238E27FC236}">
                <a16:creationId xmlns:a16="http://schemas.microsoft.com/office/drawing/2014/main" id="{86EE5CAE-D635-F76D-4B57-27EA496E6C82}"/>
              </a:ext>
            </a:extLst>
          </p:cNvPr>
          <p:cNvSpPr/>
          <p:nvPr/>
        </p:nvSpPr>
        <p:spPr>
          <a:xfrm>
            <a:off x="6099175" y="5692775"/>
            <a:ext cx="1320800" cy="260350"/>
          </a:xfrm>
          <a:custGeom>
            <a:avLst/>
            <a:gdLst>
              <a:gd name="connsiteX0" fmla="*/ 1266825 w 1320800"/>
              <a:gd name="connsiteY0" fmla="*/ 0 h 260350"/>
              <a:gd name="connsiteX1" fmla="*/ 1320800 w 1320800"/>
              <a:gd name="connsiteY1" fmla="*/ 0 h 260350"/>
              <a:gd name="connsiteX2" fmla="*/ 1320800 w 1320800"/>
              <a:gd name="connsiteY2" fmla="*/ 260350 h 260350"/>
              <a:gd name="connsiteX3" fmla="*/ 1266825 w 1320800"/>
              <a:gd name="connsiteY3" fmla="*/ 260350 h 260350"/>
              <a:gd name="connsiteX4" fmla="*/ 53975 w 1320800"/>
              <a:gd name="connsiteY4" fmla="*/ 260350 h 260350"/>
              <a:gd name="connsiteX5" fmla="*/ 0 w 1320800"/>
              <a:gd name="connsiteY5" fmla="*/ 260350 h 260350"/>
              <a:gd name="connsiteX6" fmla="*/ 0 w 1320800"/>
              <a:gd name="connsiteY6" fmla="*/ 0 h 260350"/>
              <a:gd name="connsiteX7" fmla="*/ 53975 w 1320800"/>
              <a:gd name="connsiteY7" fmla="*/ 0 h 26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0800" h="260350">
                <a:moveTo>
                  <a:pt x="1266825" y="0"/>
                </a:moveTo>
                <a:cubicBezTo>
                  <a:pt x="1296635" y="0"/>
                  <a:pt x="1320800" y="0"/>
                  <a:pt x="1320800" y="0"/>
                </a:cubicBezTo>
                <a:lnTo>
                  <a:pt x="1320800" y="260350"/>
                </a:lnTo>
                <a:cubicBezTo>
                  <a:pt x="1320800" y="260350"/>
                  <a:pt x="1296635" y="260350"/>
                  <a:pt x="1266825" y="260350"/>
                </a:cubicBezTo>
                <a:lnTo>
                  <a:pt x="53975" y="260350"/>
                </a:lnTo>
                <a:cubicBezTo>
                  <a:pt x="24166" y="260350"/>
                  <a:pt x="0" y="260350"/>
                  <a:pt x="0" y="260350"/>
                </a:cubicBezTo>
                <a:lnTo>
                  <a:pt x="0" y="0"/>
                </a:lnTo>
                <a:cubicBezTo>
                  <a:pt x="0" y="0"/>
                  <a:pt x="24166" y="0"/>
                  <a:pt x="53975" y="0"/>
                </a:cubicBezTo>
                <a:close/>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a:extLst>
              <a:ext uri="{FF2B5EF4-FFF2-40B4-BE49-F238E27FC236}">
                <a16:creationId xmlns:a16="http://schemas.microsoft.com/office/drawing/2014/main" id="{E9713334-2CAF-9CCA-E548-DA11523AD03B}"/>
              </a:ext>
            </a:extLst>
          </p:cNvPr>
          <p:cNvSpPr/>
          <p:nvPr/>
        </p:nvSpPr>
        <p:spPr>
          <a:xfrm>
            <a:off x="7597775" y="220027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圆角 55">
            <a:extLst>
              <a:ext uri="{FF2B5EF4-FFF2-40B4-BE49-F238E27FC236}">
                <a16:creationId xmlns:a16="http://schemas.microsoft.com/office/drawing/2014/main" id="{37573D6D-96A4-7712-27F0-C1DFA6677967}"/>
              </a:ext>
            </a:extLst>
          </p:cNvPr>
          <p:cNvSpPr/>
          <p:nvPr/>
        </p:nvSpPr>
        <p:spPr>
          <a:xfrm>
            <a:off x="8505825" y="243522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57">
            <a:extLst>
              <a:ext uri="{FF2B5EF4-FFF2-40B4-BE49-F238E27FC236}">
                <a16:creationId xmlns:a16="http://schemas.microsoft.com/office/drawing/2014/main" id="{30448E44-F62A-86FF-A6E0-2B6DE306F5B0}"/>
              </a:ext>
            </a:extLst>
          </p:cNvPr>
          <p:cNvSpPr/>
          <p:nvPr/>
        </p:nvSpPr>
        <p:spPr>
          <a:xfrm>
            <a:off x="7597775" y="271462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圆角 59">
            <a:extLst>
              <a:ext uri="{FF2B5EF4-FFF2-40B4-BE49-F238E27FC236}">
                <a16:creationId xmlns:a16="http://schemas.microsoft.com/office/drawing/2014/main" id="{A93615EF-5D1A-A2F2-F247-83175F2509B8}"/>
              </a:ext>
            </a:extLst>
          </p:cNvPr>
          <p:cNvSpPr/>
          <p:nvPr/>
        </p:nvSpPr>
        <p:spPr>
          <a:xfrm>
            <a:off x="7597775" y="3228975"/>
            <a:ext cx="546100" cy="260350"/>
          </a:xfrm>
          <a:prstGeom prst="roundRect">
            <a:avLst/>
          </a:prstGeom>
          <a:solidFill>
            <a:srgbClr val="F5F6F9"/>
          </a:solid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任意多边形: 形状 61">
            <a:extLst>
              <a:ext uri="{FF2B5EF4-FFF2-40B4-BE49-F238E27FC236}">
                <a16:creationId xmlns:a16="http://schemas.microsoft.com/office/drawing/2014/main" id="{C3A80A32-19D2-E8BF-F2BD-18FAD69C1A43}"/>
              </a:ext>
            </a:extLst>
          </p:cNvPr>
          <p:cNvSpPr/>
          <p:nvPr/>
        </p:nvSpPr>
        <p:spPr>
          <a:xfrm>
            <a:off x="7346950" y="1809750"/>
            <a:ext cx="247650" cy="1562100"/>
          </a:xfrm>
          <a:custGeom>
            <a:avLst/>
            <a:gdLst>
              <a:gd name="connsiteX0" fmla="*/ 247650 w 247650"/>
              <a:gd name="connsiteY0" fmla="*/ 0 h 1562100"/>
              <a:gd name="connsiteX1" fmla="*/ 82550 w 247650"/>
              <a:gd name="connsiteY1" fmla="*/ 0 h 1562100"/>
              <a:gd name="connsiteX2" fmla="*/ 0 w 247650"/>
              <a:gd name="connsiteY2" fmla="*/ 82550 h 1562100"/>
              <a:gd name="connsiteX3" fmla="*/ 0 w 247650"/>
              <a:gd name="connsiteY3" fmla="*/ 1479550 h 1562100"/>
              <a:gd name="connsiteX4" fmla="*/ 82550 w 247650"/>
              <a:gd name="connsiteY4" fmla="*/ 1562100 h 1562100"/>
              <a:gd name="connsiteX5" fmla="*/ 247650 w 247650"/>
              <a:gd name="connsiteY5" fmla="*/ 1562100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1562100">
                <a:moveTo>
                  <a:pt x="247650" y="0"/>
                </a:moveTo>
                <a:lnTo>
                  <a:pt x="82550" y="0"/>
                </a:lnTo>
                <a:cubicBezTo>
                  <a:pt x="36957" y="0"/>
                  <a:pt x="0" y="36957"/>
                  <a:pt x="0" y="82550"/>
                </a:cubicBezTo>
                <a:lnTo>
                  <a:pt x="0" y="1479550"/>
                </a:lnTo>
                <a:cubicBezTo>
                  <a:pt x="0" y="1525143"/>
                  <a:pt x="36957" y="1562100"/>
                  <a:pt x="82550" y="1562100"/>
                </a:cubicBezTo>
                <a:lnTo>
                  <a:pt x="247650" y="156210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任意多边形: 形状 62">
            <a:extLst>
              <a:ext uri="{FF2B5EF4-FFF2-40B4-BE49-F238E27FC236}">
                <a16:creationId xmlns:a16="http://schemas.microsoft.com/office/drawing/2014/main" id="{C57D634E-6914-EB0F-0E81-DA5125743913}"/>
              </a:ext>
            </a:extLst>
          </p:cNvPr>
          <p:cNvSpPr/>
          <p:nvPr/>
        </p:nvSpPr>
        <p:spPr>
          <a:xfrm>
            <a:off x="7346950" y="2330450"/>
            <a:ext cx="247650" cy="527050"/>
          </a:xfrm>
          <a:custGeom>
            <a:avLst/>
            <a:gdLst>
              <a:gd name="connsiteX0" fmla="*/ 247650 w 247650"/>
              <a:gd name="connsiteY0" fmla="*/ 0 h 527050"/>
              <a:gd name="connsiteX1" fmla="*/ 82550 w 247650"/>
              <a:gd name="connsiteY1" fmla="*/ 0 h 527050"/>
              <a:gd name="connsiteX2" fmla="*/ 0 w 247650"/>
              <a:gd name="connsiteY2" fmla="*/ 82550 h 527050"/>
              <a:gd name="connsiteX3" fmla="*/ 0 w 247650"/>
              <a:gd name="connsiteY3" fmla="*/ 444500 h 527050"/>
              <a:gd name="connsiteX4" fmla="*/ 82550 w 247650"/>
              <a:gd name="connsiteY4" fmla="*/ 527050 h 527050"/>
              <a:gd name="connsiteX5" fmla="*/ 247650 w 247650"/>
              <a:gd name="connsiteY5" fmla="*/ 527050 h 52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527050">
                <a:moveTo>
                  <a:pt x="247650" y="0"/>
                </a:moveTo>
                <a:lnTo>
                  <a:pt x="82550" y="0"/>
                </a:lnTo>
                <a:cubicBezTo>
                  <a:pt x="36957" y="0"/>
                  <a:pt x="0" y="36957"/>
                  <a:pt x="0" y="82550"/>
                </a:cubicBezTo>
                <a:lnTo>
                  <a:pt x="0" y="444500"/>
                </a:lnTo>
                <a:cubicBezTo>
                  <a:pt x="0" y="490093"/>
                  <a:pt x="36957" y="527050"/>
                  <a:pt x="82550" y="527050"/>
                </a:cubicBezTo>
                <a:lnTo>
                  <a:pt x="247650" y="5270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a:extLst>
              <a:ext uri="{FF2B5EF4-FFF2-40B4-BE49-F238E27FC236}">
                <a16:creationId xmlns:a16="http://schemas.microsoft.com/office/drawing/2014/main" id="{FB883084-7AC2-015B-B60D-6F260955115E}"/>
              </a:ext>
            </a:extLst>
          </p:cNvPr>
          <p:cNvSpPr/>
          <p:nvPr/>
        </p:nvSpPr>
        <p:spPr>
          <a:xfrm>
            <a:off x="9194800" y="1860550"/>
            <a:ext cx="190500" cy="1403350"/>
          </a:xfrm>
          <a:custGeom>
            <a:avLst/>
            <a:gdLst>
              <a:gd name="connsiteX0" fmla="*/ 190500 w 190500"/>
              <a:gd name="connsiteY0" fmla="*/ 0 h 1403350"/>
              <a:gd name="connsiteX1" fmla="*/ 82550 w 190500"/>
              <a:gd name="connsiteY1" fmla="*/ 0 h 1403350"/>
              <a:gd name="connsiteX2" fmla="*/ 0 w 190500"/>
              <a:gd name="connsiteY2" fmla="*/ 82550 h 1403350"/>
              <a:gd name="connsiteX3" fmla="*/ 0 w 190500"/>
              <a:gd name="connsiteY3" fmla="*/ 1320800 h 1403350"/>
              <a:gd name="connsiteX4" fmla="*/ 82550 w 190500"/>
              <a:gd name="connsiteY4" fmla="*/ 1403350 h 1403350"/>
              <a:gd name="connsiteX5" fmla="*/ 190500 w 190500"/>
              <a:gd name="connsiteY5" fmla="*/ 1403350 h 140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1403350">
                <a:moveTo>
                  <a:pt x="190500" y="0"/>
                </a:moveTo>
                <a:lnTo>
                  <a:pt x="82550" y="0"/>
                </a:lnTo>
                <a:cubicBezTo>
                  <a:pt x="36957" y="0"/>
                  <a:pt x="0" y="36957"/>
                  <a:pt x="0" y="82550"/>
                </a:cubicBezTo>
                <a:lnTo>
                  <a:pt x="0" y="1320800"/>
                </a:lnTo>
                <a:cubicBezTo>
                  <a:pt x="0" y="1366393"/>
                  <a:pt x="36957" y="1403350"/>
                  <a:pt x="82550" y="1403350"/>
                </a:cubicBezTo>
                <a:lnTo>
                  <a:pt x="190500" y="14033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任意多边形: 形状 64">
            <a:extLst>
              <a:ext uri="{FF2B5EF4-FFF2-40B4-BE49-F238E27FC236}">
                <a16:creationId xmlns:a16="http://schemas.microsoft.com/office/drawing/2014/main" id="{34188EEA-D4BE-3AEE-0376-211CAABDB7D8}"/>
              </a:ext>
            </a:extLst>
          </p:cNvPr>
          <p:cNvSpPr/>
          <p:nvPr/>
        </p:nvSpPr>
        <p:spPr>
          <a:xfrm>
            <a:off x="7753350" y="4641850"/>
            <a:ext cx="190500" cy="387350"/>
          </a:xfrm>
          <a:custGeom>
            <a:avLst/>
            <a:gdLst>
              <a:gd name="connsiteX0" fmla="*/ 190500 w 190500"/>
              <a:gd name="connsiteY0" fmla="*/ 0 h 387350"/>
              <a:gd name="connsiteX1" fmla="*/ 82550 w 190500"/>
              <a:gd name="connsiteY1" fmla="*/ 0 h 387350"/>
              <a:gd name="connsiteX2" fmla="*/ 0 w 190500"/>
              <a:gd name="connsiteY2" fmla="*/ 82550 h 387350"/>
              <a:gd name="connsiteX3" fmla="*/ 0 w 190500"/>
              <a:gd name="connsiteY3" fmla="*/ 304800 h 387350"/>
              <a:gd name="connsiteX4" fmla="*/ 82550 w 190500"/>
              <a:gd name="connsiteY4" fmla="*/ 387350 h 387350"/>
              <a:gd name="connsiteX5" fmla="*/ 190500 w 190500"/>
              <a:gd name="connsiteY5" fmla="*/ 387350 h 38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387350">
                <a:moveTo>
                  <a:pt x="190500" y="0"/>
                </a:moveTo>
                <a:lnTo>
                  <a:pt x="82550" y="0"/>
                </a:lnTo>
                <a:cubicBezTo>
                  <a:pt x="36957" y="0"/>
                  <a:pt x="0" y="36957"/>
                  <a:pt x="0" y="82550"/>
                </a:cubicBezTo>
                <a:lnTo>
                  <a:pt x="0" y="304800"/>
                </a:lnTo>
                <a:cubicBezTo>
                  <a:pt x="0" y="350393"/>
                  <a:pt x="36957" y="387350"/>
                  <a:pt x="82550" y="387350"/>
                </a:cubicBezTo>
                <a:lnTo>
                  <a:pt x="190500" y="3873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任意多边形: 形状 65">
            <a:extLst>
              <a:ext uri="{FF2B5EF4-FFF2-40B4-BE49-F238E27FC236}">
                <a16:creationId xmlns:a16="http://schemas.microsoft.com/office/drawing/2014/main" id="{925E71CF-6C1B-3D0E-C9EB-AF2B19DDFC26}"/>
              </a:ext>
            </a:extLst>
          </p:cNvPr>
          <p:cNvSpPr/>
          <p:nvPr/>
        </p:nvSpPr>
        <p:spPr>
          <a:xfrm>
            <a:off x="7753350" y="5632450"/>
            <a:ext cx="190500" cy="387350"/>
          </a:xfrm>
          <a:custGeom>
            <a:avLst/>
            <a:gdLst>
              <a:gd name="connsiteX0" fmla="*/ 190500 w 190500"/>
              <a:gd name="connsiteY0" fmla="*/ 0 h 387350"/>
              <a:gd name="connsiteX1" fmla="*/ 82550 w 190500"/>
              <a:gd name="connsiteY1" fmla="*/ 0 h 387350"/>
              <a:gd name="connsiteX2" fmla="*/ 0 w 190500"/>
              <a:gd name="connsiteY2" fmla="*/ 82550 h 387350"/>
              <a:gd name="connsiteX3" fmla="*/ 0 w 190500"/>
              <a:gd name="connsiteY3" fmla="*/ 304800 h 387350"/>
              <a:gd name="connsiteX4" fmla="*/ 82550 w 190500"/>
              <a:gd name="connsiteY4" fmla="*/ 387350 h 387350"/>
              <a:gd name="connsiteX5" fmla="*/ 190500 w 190500"/>
              <a:gd name="connsiteY5" fmla="*/ 387350 h 38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387350">
                <a:moveTo>
                  <a:pt x="190500" y="0"/>
                </a:moveTo>
                <a:lnTo>
                  <a:pt x="82550" y="0"/>
                </a:lnTo>
                <a:cubicBezTo>
                  <a:pt x="36957" y="0"/>
                  <a:pt x="0" y="36957"/>
                  <a:pt x="0" y="82550"/>
                </a:cubicBezTo>
                <a:lnTo>
                  <a:pt x="0" y="304800"/>
                </a:lnTo>
                <a:cubicBezTo>
                  <a:pt x="0" y="350393"/>
                  <a:pt x="36957" y="387350"/>
                  <a:pt x="82550" y="387350"/>
                </a:cubicBezTo>
                <a:lnTo>
                  <a:pt x="190500" y="38735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a:extLst>
              <a:ext uri="{FF2B5EF4-FFF2-40B4-BE49-F238E27FC236}">
                <a16:creationId xmlns:a16="http://schemas.microsoft.com/office/drawing/2014/main" id="{9BF8A61E-A54E-0D97-5244-85BCCAE371D2}"/>
              </a:ext>
            </a:extLst>
          </p:cNvPr>
          <p:cNvSpPr/>
          <p:nvPr/>
        </p:nvSpPr>
        <p:spPr>
          <a:xfrm>
            <a:off x="7296150" y="4845050"/>
            <a:ext cx="454025" cy="6350"/>
          </a:xfrm>
          <a:custGeom>
            <a:avLst/>
            <a:gdLst>
              <a:gd name="connsiteX0" fmla="*/ 0 w 454025"/>
              <a:gd name="connsiteY0" fmla="*/ 0 h 6350"/>
              <a:gd name="connsiteX1" fmla="*/ 454025 w 454025"/>
              <a:gd name="connsiteY1" fmla="*/ 0 h 6350"/>
            </a:gdLst>
            <a:ahLst/>
            <a:cxnLst>
              <a:cxn ang="0">
                <a:pos x="connsiteX0" y="connsiteY0"/>
              </a:cxn>
              <a:cxn ang="0">
                <a:pos x="connsiteX1" y="connsiteY1"/>
              </a:cxn>
            </a:cxnLst>
            <a:rect l="l" t="t" r="r" b="b"/>
            <a:pathLst>
              <a:path w="454025" h="6350">
                <a:moveTo>
                  <a:pt x="0" y="0"/>
                </a:moveTo>
                <a:lnTo>
                  <a:pt x="454025"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任意多边形: 形状 67">
            <a:extLst>
              <a:ext uri="{FF2B5EF4-FFF2-40B4-BE49-F238E27FC236}">
                <a16:creationId xmlns:a16="http://schemas.microsoft.com/office/drawing/2014/main" id="{E3798B49-FE0A-EE71-F235-12C83F4DA078}"/>
              </a:ext>
            </a:extLst>
          </p:cNvPr>
          <p:cNvSpPr/>
          <p:nvPr/>
        </p:nvSpPr>
        <p:spPr>
          <a:xfrm>
            <a:off x="7423150" y="5829300"/>
            <a:ext cx="330200" cy="6350"/>
          </a:xfrm>
          <a:custGeom>
            <a:avLst/>
            <a:gdLst>
              <a:gd name="connsiteX0" fmla="*/ 0 w 330200"/>
              <a:gd name="connsiteY0" fmla="*/ 0 h 6350"/>
              <a:gd name="connsiteX1" fmla="*/ 330200 w 330200"/>
              <a:gd name="connsiteY1" fmla="*/ 0 h 6350"/>
            </a:gdLst>
            <a:ahLst/>
            <a:cxnLst>
              <a:cxn ang="0">
                <a:pos x="connsiteX0" y="connsiteY0"/>
              </a:cxn>
              <a:cxn ang="0">
                <a:pos x="connsiteX1" y="connsiteY1"/>
              </a:cxn>
            </a:cxnLst>
            <a:rect l="l" t="t" r="r" b="b"/>
            <a:pathLst>
              <a:path w="330200" h="6350">
                <a:moveTo>
                  <a:pt x="0" y="0"/>
                </a:moveTo>
                <a:lnTo>
                  <a:pt x="330200"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任意多边形: 形状 68">
            <a:extLst>
              <a:ext uri="{FF2B5EF4-FFF2-40B4-BE49-F238E27FC236}">
                <a16:creationId xmlns:a16="http://schemas.microsoft.com/office/drawing/2014/main" id="{475E7811-F0FE-2FD6-0455-13F8E151D058}"/>
              </a:ext>
            </a:extLst>
          </p:cNvPr>
          <p:cNvSpPr/>
          <p:nvPr/>
        </p:nvSpPr>
        <p:spPr>
          <a:xfrm>
            <a:off x="7029450" y="2574925"/>
            <a:ext cx="1479550" cy="6350"/>
          </a:xfrm>
          <a:custGeom>
            <a:avLst/>
            <a:gdLst>
              <a:gd name="connsiteX0" fmla="*/ 0 w 1479550"/>
              <a:gd name="connsiteY0" fmla="*/ 0 h 6350"/>
              <a:gd name="connsiteX1" fmla="*/ 1479550 w 1479550"/>
              <a:gd name="connsiteY1" fmla="*/ 0 h 6350"/>
            </a:gdLst>
            <a:ahLst/>
            <a:cxnLst>
              <a:cxn ang="0">
                <a:pos x="connsiteX0" y="connsiteY0"/>
              </a:cxn>
              <a:cxn ang="0">
                <a:pos x="connsiteX1" y="connsiteY1"/>
              </a:cxn>
            </a:cxnLst>
            <a:rect l="l" t="t" r="r" b="b"/>
            <a:pathLst>
              <a:path w="1479550" h="6350">
                <a:moveTo>
                  <a:pt x="0" y="0"/>
                </a:moveTo>
                <a:lnTo>
                  <a:pt x="1479550"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任意多边形: 形状 69">
            <a:extLst>
              <a:ext uri="{FF2B5EF4-FFF2-40B4-BE49-F238E27FC236}">
                <a16:creationId xmlns:a16="http://schemas.microsoft.com/office/drawing/2014/main" id="{B931560D-6FF7-6DAF-0B07-FE81AA7357C0}"/>
              </a:ext>
            </a:extLst>
          </p:cNvPr>
          <p:cNvSpPr/>
          <p:nvPr/>
        </p:nvSpPr>
        <p:spPr>
          <a:xfrm>
            <a:off x="9055100" y="2559050"/>
            <a:ext cx="139700" cy="6350"/>
          </a:xfrm>
          <a:custGeom>
            <a:avLst/>
            <a:gdLst>
              <a:gd name="connsiteX0" fmla="*/ 0 w 139700"/>
              <a:gd name="connsiteY0" fmla="*/ 0 h 6350"/>
              <a:gd name="connsiteX1" fmla="*/ 139700 w 139700"/>
              <a:gd name="connsiteY1" fmla="*/ 0 h 6350"/>
            </a:gdLst>
            <a:ahLst/>
            <a:cxnLst>
              <a:cxn ang="0">
                <a:pos x="connsiteX0" y="connsiteY0"/>
              </a:cxn>
              <a:cxn ang="0">
                <a:pos x="connsiteX1" y="connsiteY1"/>
              </a:cxn>
            </a:cxnLst>
            <a:rect l="l" t="t" r="r" b="b"/>
            <a:pathLst>
              <a:path w="139700" h="6350">
                <a:moveTo>
                  <a:pt x="0" y="0"/>
                </a:moveTo>
                <a:lnTo>
                  <a:pt x="139700" y="0"/>
                </a:lnTo>
              </a:path>
            </a:pathLst>
          </a:custGeom>
          <a:noFill/>
          <a:ln w="6350" cap="flat">
            <a:solidFill>
              <a:srgbClr val="CACAD8"/>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D2B50EB1-AD67-9035-C4F9-14B6B7C084EB}"/>
              </a:ext>
            </a:extLst>
          </p:cNvPr>
          <p:cNvSpPr txBox="1"/>
          <p:nvPr/>
        </p:nvSpPr>
        <p:spPr>
          <a:xfrm>
            <a:off x="5871260" y="1387317"/>
            <a:ext cx="646331" cy="323165"/>
          </a:xfrm>
          <a:prstGeom prst="rect">
            <a:avLst/>
          </a:prstGeom>
          <a:noFill/>
        </p:spPr>
        <p:txBody>
          <a:bodyPr wrap="non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情绪</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A4C2AA44-2D0E-A561-04BE-FA7CBFF58700}"/>
              </a:ext>
            </a:extLst>
          </p:cNvPr>
          <p:cNvSpPr txBox="1"/>
          <p:nvPr/>
        </p:nvSpPr>
        <p:spPr>
          <a:xfrm>
            <a:off x="5871260" y="4041652"/>
            <a:ext cx="646331" cy="323165"/>
          </a:xfrm>
          <a:prstGeom prst="rect">
            <a:avLst/>
          </a:prstGeom>
          <a:noFill/>
        </p:spPr>
        <p:txBody>
          <a:bodyPr wrap="non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关系</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E2C50382-F96E-AAB0-F10C-DB387757CF7A}"/>
              </a:ext>
            </a:extLst>
          </p:cNvPr>
          <p:cNvSpPr txBox="1"/>
          <p:nvPr/>
        </p:nvSpPr>
        <p:spPr>
          <a:xfrm>
            <a:off x="821893" y="1387317"/>
            <a:ext cx="877163" cy="323165"/>
          </a:xfrm>
          <a:prstGeom prst="rect">
            <a:avLst/>
          </a:prstGeom>
          <a:noFill/>
        </p:spPr>
        <p:txBody>
          <a:bodyPr wrap="non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同理心</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6EBB0358-1A10-99A4-C0CF-22745F0F38D5}"/>
              </a:ext>
            </a:extLst>
          </p:cNvPr>
          <p:cNvSpPr txBox="1"/>
          <p:nvPr/>
        </p:nvSpPr>
        <p:spPr>
          <a:xfrm>
            <a:off x="756161" y="4041652"/>
            <a:ext cx="1338828" cy="323165"/>
          </a:xfrm>
          <a:prstGeom prst="rect">
            <a:avLst/>
          </a:prstGeom>
          <a:noFill/>
        </p:spPr>
        <p:txBody>
          <a:bodyPr wrap="square" rtlCol="0">
            <a:spAutoFit/>
          </a:bodyPr>
          <a:lstStyle/>
          <a:p>
            <a:r>
              <a:rPr lang="zh-CN" alt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愉悦与不爽</a:t>
            </a:r>
            <a:endParaRPr lang="en-US" sz="1500" spc="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A8385E92-D4CB-B7D4-1320-A377B725FE76}"/>
              </a:ext>
            </a:extLst>
          </p:cNvPr>
          <p:cNvSpPr txBox="1"/>
          <p:nvPr/>
        </p:nvSpPr>
        <p:spPr>
          <a:xfrm>
            <a:off x="800531" y="1816100"/>
            <a:ext cx="3771038" cy="621773"/>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同理心故情绪和感受</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满足”““愉悦”“不爽”。 三个词很普通，所表达的深意</a:t>
            </a:r>
            <a:r>
              <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a:extLst>
              <a:ext uri="{FF2B5EF4-FFF2-40B4-BE49-F238E27FC236}">
                <a16:creationId xmlns:a16="http://schemas.microsoft.com/office/drawing/2014/main" id="{6A451D39-B627-5411-3ED3-56879670F08A}"/>
              </a:ext>
            </a:extLst>
          </p:cNvPr>
          <p:cNvSpPr txBox="1"/>
          <p:nvPr/>
        </p:nvSpPr>
        <p:spPr>
          <a:xfrm>
            <a:off x="1064577" y="2464264"/>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你可以呈度，一个产品到位不到位</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379F2660-F04A-CB9D-FA48-71AC3DC4B77A}"/>
              </a:ext>
            </a:extLst>
          </p:cNvPr>
          <p:cNvSpPr txBox="1"/>
          <p:nvPr/>
        </p:nvSpPr>
        <p:spPr>
          <a:xfrm>
            <a:off x="1064577" y="2809367"/>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你可以呈度，你和一个人的关系</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C96AF8B8-3DFB-2AA5-A151-FC199F6DA99D}"/>
              </a:ext>
            </a:extLst>
          </p:cNvPr>
          <p:cNvSpPr txBox="1"/>
          <p:nvPr/>
        </p:nvSpPr>
        <p:spPr>
          <a:xfrm>
            <a:off x="1064577" y="3154471"/>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你可以呈度，你和一个人的关系</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a:extLst>
              <a:ext uri="{FF2B5EF4-FFF2-40B4-BE49-F238E27FC236}">
                <a16:creationId xmlns:a16="http://schemas.microsoft.com/office/drawing/2014/main" id="{0C9B3E72-E80D-AEDE-C580-9A7CC1ADEA10}"/>
              </a:ext>
            </a:extLst>
          </p:cNvPr>
          <p:cNvSpPr txBox="1"/>
          <p:nvPr/>
        </p:nvSpPr>
        <p:spPr>
          <a:xfrm>
            <a:off x="934317" y="4646245"/>
            <a:ext cx="3537420" cy="1452770"/>
          </a:xfrm>
          <a:prstGeom prst="rect">
            <a:avLst/>
          </a:prstGeom>
          <a:noFill/>
        </p:spPr>
        <p:txBody>
          <a:bodyPr wrap="square" rtlCol="0">
            <a:spAutoFit/>
          </a:bodyPr>
          <a:lstStyle/>
          <a:p>
            <a:pPr>
              <a:lnSpc>
                <a:spcPct val="150000"/>
              </a:lnSpc>
            </a:pP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、满足了人就会愉悦，压抑了很久的需求突然被满足就是爽</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p>
          <a:p>
            <a:pPr>
              <a:lnSpc>
                <a:spcPct val="150000"/>
              </a:lnSpc>
            </a:pP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、这是瞬间的情绪感受，如果有一件事能持续让你满足，那就是你的天分所在，是上帝给你的初始化密码</a:t>
            </a:r>
            <a:r>
              <a:rPr lang="en-US" altLang="zh-CN"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a:extLst>
              <a:ext uri="{FF2B5EF4-FFF2-40B4-BE49-F238E27FC236}">
                <a16:creationId xmlns:a16="http://schemas.microsoft.com/office/drawing/2014/main" id="{474A07F6-57AA-2F94-5865-27B7DF6E9A96}"/>
              </a:ext>
            </a:extLst>
          </p:cNvPr>
          <p:cNvSpPr txBox="1"/>
          <p:nvPr/>
        </p:nvSpPr>
        <p:spPr>
          <a:xfrm>
            <a:off x="6140450" y="2460625"/>
            <a:ext cx="844550"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生物化情绪</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a:extLst>
              <a:ext uri="{FF2B5EF4-FFF2-40B4-BE49-F238E27FC236}">
                <a16:creationId xmlns:a16="http://schemas.microsoft.com/office/drawing/2014/main" id="{3C063661-E6AA-CE4A-5450-8D6A05165ACC}"/>
              </a:ext>
            </a:extLst>
          </p:cNvPr>
          <p:cNvSpPr txBox="1"/>
          <p:nvPr/>
        </p:nvSpPr>
        <p:spPr>
          <a:xfrm>
            <a:off x="7629207" y="170068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愉悦</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a:extLst>
              <a:ext uri="{FF2B5EF4-FFF2-40B4-BE49-F238E27FC236}">
                <a16:creationId xmlns:a16="http://schemas.microsoft.com/office/drawing/2014/main" id="{7CDAEEE2-163D-A9A2-925B-B2FFDFDAE2DB}"/>
              </a:ext>
            </a:extLst>
          </p:cNvPr>
          <p:cNvSpPr txBox="1"/>
          <p:nvPr/>
        </p:nvSpPr>
        <p:spPr>
          <a:xfrm>
            <a:off x="7629207" y="221503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不爽</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a:extLst>
              <a:ext uri="{FF2B5EF4-FFF2-40B4-BE49-F238E27FC236}">
                <a16:creationId xmlns:a16="http://schemas.microsoft.com/office/drawing/2014/main" id="{47C68B68-88C6-5169-98D0-DCBA98B00B08}"/>
              </a:ext>
            </a:extLst>
          </p:cNvPr>
          <p:cNvSpPr txBox="1"/>
          <p:nvPr/>
        </p:nvSpPr>
        <p:spPr>
          <a:xfrm>
            <a:off x="7629207" y="272938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愤怒</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文本框 89">
            <a:extLst>
              <a:ext uri="{FF2B5EF4-FFF2-40B4-BE49-F238E27FC236}">
                <a16:creationId xmlns:a16="http://schemas.microsoft.com/office/drawing/2014/main" id="{94732A2D-BA83-A785-6CC9-691E5BAC6CCF}"/>
              </a:ext>
            </a:extLst>
          </p:cNvPr>
          <p:cNvSpPr txBox="1"/>
          <p:nvPr/>
        </p:nvSpPr>
        <p:spPr>
          <a:xfrm>
            <a:off x="7629207" y="3243734"/>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恐惧</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a:extLst>
              <a:ext uri="{FF2B5EF4-FFF2-40B4-BE49-F238E27FC236}">
                <a16:creationId xmlns:a16="http://schemas.microsoft.com/office/drawing/2014/main" id="{003B86AA-9F67-D0F6-DD25-A28EF2B3BE0E}"/>
              </a:ext>
            </a:extLst>
          </p:cNvPr>
          <p:cNvSpPr txBox="1"/>
          <p:nvPr/>
        </p:nvSpPr>
        <p:spPr>
          <a:xfrm>
            <a:off x="8538844" y="2451086"/>
            <a:ext cx="483236"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a:extLst>
              <a:ext uri="{FF2B5EF4-FFF2-40B4-BE49-F238E27FC236}">
                <a16:creationId xmlns:a16="http://schemas.microsoft.com/office/drawing/2014/main" id="{549FF4C6-2AE2-8A1E-BBF8-8AD85213FF64}"/>
              </a:ext>
            </a:extLst>
          </p:cNvPr>
          <p:cNvSpPr txBox="1"/>
          <p:nvPr/>
        </p:nvSpPr>
        <p:spPr>
          <a:xfrm>
            <a:off x="9531351" y="1876852"/>
            <a:ext cx="2025650"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一个产品好不好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a:extLst>
              <a:ext uri="{FF2B5EF4-FFF2-40B4-BE49-F238E27FC236}">
                <a16:creationId xmlns:a16="http://schemas.microsoft.com/office/drawing/2014/main" id="{FDDBFE4C-B5CE-820C-1CAB-DC82E8A18ADF}"/>
              </a:ext>
            </a:extLst>
          </p:cNvPr>
          <p:cNvSpPr txBox="1"/>
          <p:nvPr/>
        </p:nvSpPr>
        <p:spPr>
          <a:xfrm>
            <a:off x="9531351" y="2437626"/>
            <a:ext cx="2025650"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你和一个人的关系好不好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a:extLst>
              <a:ext uri="{FF2B5EF4-FFF2-40B4-BE49-F238E27FC236}">
                <a16:creationId xmlns:a16="http://schemas.microsoft.com/office/drawing/2014/main" id="{3ADF8A57-361B-1DCB-7DF7-20265E654185}"/>
              </a:ext>
            </a:extLst>
          </p:cNvPr>
          <p:cNvSpPr txBox="1"/>
          <p:nvPr/>
        </p:nvSpPr>
        <p:spPr>
          <a:xfrm>
            <a:off x="9531351" y="2986901"/>
            <a:ext cx="2025650"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你对你自己的认识</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a:extLst>
              <a:ext uri="{FF2B5EF4-FFF2-40B4-BE49-F238E27FC236}">
                <a16:creationId xmlns:a16="http://schemas.microsoft.com/office/drawing/2014/main" id="{50D3E707-B373-4DA3-9B15-9B2B44C32D8E}"/>
              </a:ext>
            </a:extLst>
          </p:cNvPr>
          <p:cNvSpPr txBox="1"/>
          <p:nvPr/>
        </p:nvSpPr>
        <p:spPr>
          <a:xfrm>
            <a:off x="6131355" y="4729634"/>
            <a:ext cx="1122425"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“满足”和“愉悦”</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a:extLst>
              <a:ext uri="{FF2B5EF4-FFF2-40B4-BE49-F238E27FC236}">
                <a16:creationId xmlns:a16="http://schemas.microsoft.com/office/drawing/2014/main" id="{99B3FAF4-CB8D-81FC-3060-94B89BE1A5B9}"/>
              </a:ext>
            </a:extLst>
          </p:cNvPr>
          <p:cNvSpPr txBox="1"/>
          <p:nvPr/>
        </p:nvSpPr>
        <p:spPr>
          <a:xfrm>
            <a:off x="6124527" y="5720234"/>
            <a:ext cx="1295448" cy="230832"/>
          </a:xfrm>
          <a:prstGeom prst="rect">
            <a:avLst/>
          </a:prstGeom>
          <a:noFill/>
        </p:spPr>
        <p:txBody>
          <a:bodyPr wrap="square" rtlCol="0">
            <a:spAutoFit/>
          </a:bodyPr>
          <a:lstStyle/>
          <a:p>
            <a:pPr algn="ctr"/>
            <a:r>
              <a:rPr lang="zh-CN" alt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“不爽”与不“满足”</a:t>
            </a:r>
            <a:endParaRPr lang="en-US" sz="9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a:extLst>
              <a:ext uri="{FF2B5EF4-FFF2-40B4-BE49-F238E27FC236}">
                <a16:creationId xmlns:a16="http://schemas.microsoft.com/office/drawing/2014/main" id="{ACC5A829-81BA-F410-103F-1AA4F6936DEE}"/>
              </a:ext>
            </a:extLst>
          </p:cNvPr>
          <p:cNvSpPr txBox="1"/>
          <p:nvPr/>
        </p:nvSpPr>
        <p:spPr>
          <a:xfrm>
            <a:off x="8158729" y="4495453"/>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愉悦就是被满足。</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a:extLst>
              <a:ext uri="{FF2B5EF4-FFF2-40B4-BE49-F238E27FC236}">
                <a16:creationId xmlns:a16="http://schemas.microsoft.com/office/drawing/2014/main" id="{307B8F4E-1087-36F1-EC4A-5DB39CD7FE85}"/>
              </a:ext>
            </a:extLst>
          </p:cNvPr>
          <p:cNvSpPr txBox="1"/>
          <p:nvPr/>
        </p:nvSpPr>
        <p:spPr>
          <a:xfrm>
            <a:off x="8158729" y="4851400"/>
            <a:ext cx="2989263" cy="524824"/>
          </a:xfrm>
          <a:prstGeom prst="rect">
            <a:avLst/>
          </a:prstGeom>
          <a:noFill/>
        </p:spPr>
        <p:txBody>
          <a:bodyPr wrap="square" rtlCol="0">
            <a:spAutoFit/>
          </a:bodyPr>
          <a:lstStyle/>
          <a:p>
            <a:pPr>
              <a:lnSpc>
                <a:spcPct val="120000"/>
              </a:lnSpc>
            </a:pPr>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一种绷了很久的需求，突然间被满足了，这种感觉叫“爽”。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a:extLst>
              <a:ext uri="{FF2B5EF4-FFF2-40B4-BE49-F238E27FC236}">
                <a16:creationId xmlns:a16="http://schemas.microsoft.com/office/drawing/2014/main" id="{8CA75EB8-0980-08EC-8F54-815DDC0A8F1C}"/>
              </a:ext>
            </a:extLst>
          </p:cNvPr>
          <p:cNvSpPr txBox="1"/>
          <p:nvPr/>
        </p:nvSpPr>
        <p:spPr>
          <a:xfrm>
            <a:off x="8158729" y="5493950"/>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满足就愉悦，不满足就不爽。</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a:extLst>
              <a:ext uri="{FF2B5EF4-FFF2-40B4-BE49-F238E27FC236}">
                <a16:creationId xmlns:a16="http://schemas.microsoft.com/office/drawing/2014/main" id="{28CB0357-0595-E602-11A8-C6CB2F359805}"/>
              </a:ext>
            </a:extLst>
          </p:cNvPr>
          <p:cNvSpPr txBox="1"/>
          <p:nvPr/>
        </p:nvSpPr>
        <p:spPr>
          <a:xfrm>
            <a:off x="8158729" y="5907006"/>
            <a:ext cx="2989263" cy="276999"/>
          </a:xfrm>
          <a:prstGeom prst="rect">
            <a:avLst/>
          </a:prstGeom>
          <a:noFill/>
        </p:spPr>
        <p:txBody>
          <a:bodyPr wrap="square" rtlCol="0">
            <a:spAutoFit/>
          </a:bodyPr>
          <a:lstStyle/>
          <a:p>
            <a:r>
              <a:rPr lang="zh-CN" alt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满足是度量产品、人与人关系的刻度</a:t>
            </a:r>
            <a:endParaRPr lang="en-US" sz="1200" dirty="0">
              <a:solidFill>
                <a:schemeClr val="tx1">
                  <a:lumMod val="50000"/>
                  <a:lumOff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CC7529F6-912D-7135-86EC-F841A352B271}"/>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E00E3B1B-488F-1C3E-B223-869BBF4A2E3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B3CD4FDC-7FDB-96F4-5C62-E0DC82CAE0E2}"/>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98510752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任意多边形: 形状 15">
            <a:extLst>
              <a:ext uri="{FF2B5EF4-FFF2-40B4-BE49-F238E27FC236}">
                <a16:creationId xmlns:a16="http://schemas.microsoft.com/office/drawing/2014/main" id="{D95FF294-CA21-5518-5259-5037D9909FD1}"/>
              </a:ext>
            </a:extLst>
          </p:cNvPr>
          <p:cNvSpPr/>
          <p:nvPr/>
        </p:nvSpPr>
        <p:spPr>
          <a:xfrm>
            <a:off x="8140700" y="2171770"/>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831F46D9-7B95-4632-6AD2-889AFECACC73}"/>
              </a:ext>
            </a:extLst>
          </p:cNvPr>
          <p:cNvSpPr/>
          <p:nvPr/>
        </p:nvSpPr>
        <p:spPr>
          <a:xfrm>
            <a:off x="8115300" y="5298984"/>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270DFFD0-7B77-F39A-C068-A5503E2D6669}"/>
              </a:ext>
            </a:extLst>
          </p:cNvPr>
          <p:cNvSpPr/>
          <p:nvPr/>
        </p:nvSpPr>
        <p:spPr>
          <a:xfrm>
            <a:off x="850900" y="2171770"/>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a:extLst>
              <a:ext uri="{FF2B5EF4-FFF2-40B4-BE49-F238E27FC236}">
                <a16:creationId xmlns:a16="http://schemas.microsoft.com/office/drawing/2014/main" id="{D281F89D-7A39-487D-60E3-CC3D8C96B0DE}"/>
              </a:ext>
            </a:extLst>
          </p:cNvPr>
          <p:cNvSpPr/>
          <p:nvPr/>
        </p:nvSpPr>
        <p:spPr>
          <a:xfrm>
            <a:off x="850900" y="4341932"/>
            <a:ext cx="215900" cy="215900"/>
          </a:xfrm>
          <a:custGeom>
            <a:avLst/>
            <a:gdLst>
              <a:gd name="connsiteX0" fmla="*/ 215900 w 215900"/>
              <a:gd name="connsiteY0" fmla="*/ 107950 h 215900"/>
              <a:gd name="connsiteX1" fmla="*/ 107950 w 215900"/>
              <a:gd name="connsiteY1" fmla="*/ 215900 h 215900"/>
              <a:gd name="connsiteX2" fmla="*/ 0 w 215900"/>
              <a:gd name="connsiteY2" fmla="*/ 107950 h 215900"/>
              <a:gd name="connsiteX3" fmla="*/ 107950 w 215900"/>
              <a:gd name="connsiteY3" fmla="*/ 0 h 215900"/>
              <a:gd name="connsiteX4" fmla="*/ 215900 w 215900"/>
              <a:gd name="connsiteY4" fmla="*/ 107950 h 2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215900">
                <a:moveTo>
                  <a:pt x="215900" y="107950"/>
                </a:moveTo>
                <a:cubicBezTo>
                  <a:pt x="215900" y="167569"/>
                  <a:pt x="167569" y="215900"/>
                  <a:pt x="107950" y="215900"/>
                </a:cubicBezTo>
                <a:cubicBezTo>
                  <a:pt x="48331" y="215900"/>
                  <a:pt x="0" y="167569"/>
                  <a:pt x="0" y="107950"/>
                </a:cubicBezTo>
                <a:cubicBezTo>
                  <a:pt x="0" y="48331"/>
                  <a:pt x="48331" y="0"/>
                  <a:pt x="107950" y="0"/>
                </a:cubicBezTo>
                <a:cubicBezTo>
                  <a:pt x="167569" y="0"/>
                  <a:pt x="215900" y="48331"/>
                  <a:pt x="215900" y="107950"/>
                </a:cubicBezTo>
                <a:close/>
              </a:path>
            </a:pathLst>
          </a:custGeom>
          <a:solidFill>
            <a:srgbClr val="FFFFFB"/>
          </a:solidFill>
          <a:ln w="12700" cap="flat">
            <a:solidFill>
              <a:schemeClr val="accent1"/>
            </a:solidFill>
            <a:prstDash val="solid"/>
            <a:miter/>
          </a:ln>
        </p:spPr>
        <p:txBody>
          <a:bodyPr rtlCol="0" anchor="ctr"/>
          <a:lstStyle/>
          <a:p>
            <a:endParaRPr lang="en-US">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151B00F6-FBC5-C9EE-D750-58F3EF4256FD}"/>
              </a:ext>
            </a:extLst>
          </p:cNvPr>
          <p:cNvSpPr/>
          <p:nvPr/>
        </p:nvSpPr>
        <p:spPr>
          <a:xfrm>
            <a:off x="3956050" y="2044700"/>
            <a:ext cx="3422650" cy="3422650"/>
          </a:xfrm>
          <a:custGeom>
            <a:avLst/>
            <a:gdLst>
              <a:gd name="connsiteX0" fmla="*/ 2592451 w 3422650"/>
              <a:gd name="connsiteY0" fmla="*/ 777704 h 3422650"/>
              <a:gd name="connsiteX1" fmla="*/ 1711325 w 3422650"/>
              <a:gd name="connsiteY1" fmla="*/ 427558 h 3422650"/>
              <a:gd name="connsiteX2" fmla="*/ 427558 w 3422650"/>
              <a:gd name="connsiteY2" fmla="*/ 1711325 h 3422650"/>
              <a:gd name="connsiteX3" fmla="*/ 759104 w 3422650"/>
              <a:gd name="connsiteY3" fmla="*/ 2572347 h 3422650"/>
              <a:gd name="connsiteX4" fmla="*/ 453390 w 3422650"/>
              <a:gd name="connsiteY4" fmla="*/ 2871610 h 3422650"/>
              <a:gd name="connsiteX5" fmla="*/ 0 w 3422650"/>
              <a:gd name="connsiteY5" fmla="*/ 1711325 h 3422650"/>
              <a:gd name="connsiteX6" fmla="*/ 1711325 w 3422650"/>
              <a:gd name="connsiteY6" fmla="*/ 0 h 3422650"/>
              <a:gd name="connsiteX7" fmla="*/ 2898204 w 3422650"/>
              <a:gd name="connsiteY7" fmla="*/ 478447 h 3422650"/>
              <a:gd name="connsiteX8" fmla="*/ 2592451 w 3422650"/>
              <a:gd name="connsiteY8" fmla="*/ 777704 h 3422650"/>
              <a:gd name="connsiteX9" fmla="*/ 2626805 w 3422650"/>
              <a:gd name="connsiteY9" fmla="*/ 2611273 h 3422650"/>
              <a:gd name="connsiteX10" fmla="*/ 2995105 w 3422650"/>
              <a:gd name="connsiteY10" fmla="*/ 1711325 h 3422650"/>
              <a:gd name="connsiteX11" fmla="*/ 2624265 w 3422650"/>
              <a:gd name="connsiteY11" fmla="*/ 808781 h 3422650"/>
              <a:gd name="connsiteX12" fmla="*/ 2929827 w 3422650"/>
              <a:gd name="connsiteY12" fmla="*/ 509695 h 3422650"/>
              <a:gd name="connsiteX13" fmla="*/ 3422650 w 3422650"/>
              <a:gd name="connsiteY13" fmla="*/ 1711325 h 3422650"/>
              <a:gd name="connsiteX14" fmla="*/ 2929192 w 3422650"/>
              <a:gd name="connsiteY14" fmla="*/ 2913609 h 3422650"/>
              <a:gd name="connsiteX15" fmla="*/ 2626805 w 3422650"/>
              <a:gd name="connsiteY15" fmla="*/ 2611273 h 3422650"/>
              <a:gd name="connsiteX16" fmla="*/ 789496 w 3422650"/>
              <a:gd name="connsiteY16" fmla="*/ 2604802 h 3422650"/>
              <a:gd name="connsiteX17" fmla="*/ 1711325 w 3422650"/>
              <a:gd name="connsiteY17" fmla="*/ 2995092 h 3422650"/>
              <a:gd name="connsiteX18" fmla="*/ 2595118 w 3422650"/>
              <a:gd name="connsiteY18" fmla="*/ 2642432 h 3422650"/>
              <a:gd name="connsiteX19" fmla="*/ 2897505 w 3422650"/>
              <a:gd name="connsiteY19" fmla="*/ 2944838 h 3422650"/>
              <a:gd name="connsiteX20" fmla="*/ 1711325 w 3422650"/>
              <a:gd name="connsiteY20" fmla="*/ 3422650 h 3422650"/>
              <a:gd name="connsiteX21" fmla="*/ 483959 w 3422650"/>
              <a:gd name="connsiteY21" fmla="*/ 2903887 h 3422650"/>
              <a:gd name="connsiteX22" fmla="*/ 789496 w 3422650"/>
              <a:gd name="connsiteY22" fmla="*/ 2604802 h 342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22650" h="3422650">
                <a:moveTo>
                  <a:pt x="2592451" y="777704"/>
                </a:moveTo>
                <a:cubicBezTo>
                  <a:pt x="2362556" y="560635"/>
                  <a:pt x="2052485" y="427558"/>
                  <a:pt x="1711325" y="427558"/>
                </a:cubicBezTo>
                <a:cubicBezTo>
                  <a:pt x="1002322" y="427558"/>
                  <a:pt x="427558" y="1002322"/>
                  <a:pt x="427558" y="1711325"/>
                </a:cubicBezTo>
                <a:cubicBezTo>
                  <a:pt x="427558" y="2042623"/>
                  <a:pt x="553053" y="2344617"/>
                  <a:pt x="759104" y="2572347"/>
                </a:cubicBezTo>
                <a:lnTo>
                  <a:pt x="453390" y="2871610"/>
                </a:lnTo>
                <a:cubicBezTo>
                  <a:pt x="171939" y="2566626"/>
                  <a:pt x="0" y="2159051"/>
                  <a:pt x="0" y="1711325"/>
                </a:cubicBezTo>
                <a:cubicBezTo>
                  <a:pt x="0" y="766185"/>
                  <a:pt x="766185" y="0"/>
                  <a:pt x="1711325" y="0"/>
                </a:cubicBezTo>
                <a:cubicBezTo>
                  <a:pt x="2172189" y="0"/>
                  <a:pt x="2590482" y="182175"/>
                  <a:pt x="2898204" y="478447"/>
                </a:cubicBezTo>
                <a:lnTo>
                  <a:pt x="2592451" y="777704"/>
                </a:lnTo>
                <a:close/>
                <a:moveTo>
                  <a:pt x="2626805" y="2611273"/>
                </a:moveTo>
                <a:cubicBezTo>
                  <a:pt x="2854579" y="2379599"/>
                  <a:pt x="2995105" y="2061870"/>
                  <a:pt x="2995105" y="1711325"/>
                </a:cubicBezTo>
                <a:cubicBezTo>
                  <a:pt x="2995105" y="1359465"/>
                  <a:pt x="2853563" y="1040676"/>
                  <a:pt x="2624265" y="808781"/>
                </a:cubicBezTo>
                <a:lnTo>
                  <a:pt x="2929827" y="509695"/>
                </a:lnTo>
                <a:cubicBezTo>
                  <a:pt x="3234563" y="818693"/>
                  <a:pt x="3422650" y="1243044"/>
                  <a:pt x="3422650" y="1711325"/>
                </a:cubicBezTo>
                <a:cubicBezTo>
                  <a:pt x="3422650" y="2179936"/>
                  <a:pt x="3234309" y="2604561"/>
                  <a:pt x="2929192" y="2913609"/>
                </a:cubicBezTo>
                <a:lnTo>
                  <a:pt x="2626805" y="2611273"/>
                </a:lnTo>
                <a:close/>
                <a:moveTo>
                  <a:pt x="789496" y="2604802"/>
                </a:moveTo>
                <a:cubicBezTo>
                  <a:pt x="1022839" y="2845499"/>
                  <a:pt x="1349610" y="2995092"/>
                  <a:pt x="1711325" y="2995092"/>
                </a:cubicBezTo>
                <a:cubicBezTo>
                  <a:pt x="2053793" y="2995092"/>
                  <a:pt x="2364943" y="2860993"/>
                  <a:pt x="2595118" y="2642432"/>
                </a:cubicBezTo>
                <a:lnTo>
                  <a:pt x="2897505" y="2944838"/>
                </a:lnTo>
                <a:cubicBezTo>
                  <a:pt x="2589911" y="3240735"/>
                  <a:pt x="2171865" y="3422650"/>
                  <a:pt x="1711325" y="3422650"/>
                </a:cubicBezTo>
                <a:cubicBezTo>
                  <a:pt x="1229906" y="3422650"/>
                  <a:pt x="794912" y="3223857"/>
                  <a:pt x="483959" y="2903887"/>
                </a:cubicBezTo>
                <a:lnTo>
                  <a:pt x="789496" y="2604802"/>
                </a:lnTo>
                <a:close/>
              </a:path>
            </a:pathLst>
          </a:custGeom>
          <a:solidFill>
            <a:schemeClr val="accent1">
              <a:lumMod val="20000"/>
              <a:lumOff val="8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a:extLst>
              <a:ext uri="{FF2B5EF4-FFF2-40B4-BE49-F238E27FC236}">
                <a16:creationId xmlns:a16="http://schemas.microsoft.com/office/drawing/2014/main" id="{C68FD116-9E27-B4E6-B75B-8A8A7EACE67D}"/>
              </a:ext>
            </a:extLst>
          </p:cNvPr>
          <p:cNvSpPr/>
          <p:nvPr/>
        </p:nvSpPr>
        <p:spPr>
          <a:xfrm>
            <a:off x="3943350" y="2032000"/>
            <a:ext cx="3448050" cy="3448050"/>
          </a:xfrm>
          <a:custGeom>
            <a:avLst/>
            <a:gdLst>
              <a:gd name="connsiteX0" fmla="*/ 2605151 w 3448050"/>
              <a:gd name="connsiteY0" fmla="*/ 790404 h 3448050"/>
              <a:gd name="connsiteX1" fmla="*/ 2596452 w 3448050"/>
              <a:gd name="connsiteY1" fmla="*/ 799643 h 3448050"/>
              <a:gd name="connsiteX2" fmla="*/ 2605342 w 3448050"/>
              <a:gd name="connsiteY2" fmla="*/ 808025 h 3448050"/>
              <a:gd name="connsiteX3" fmla="*/ 2614041 w 3448050"/>
              <a:gd name="connsiteY3" fmla="*/ 799484 h 3448050"/>
              <a:gd name="connsiteX4" fmla="*/ 2605151 w 3448050"/>
              <a:gd name="connsiteY4" fmla="*/ 790404 h 3448050"/>
              <a:gd name="connsiteX5" fmla="*/ 771804 w 3448050"/>
              <a:gd name="connsiteY5" fmla="*/ 2585047 h 3448050"/>
              <a:gd name="connsiteX6" fmla="*/ 780688 w 3448050"/>
              <a:gd name="connsiteY6" fmla="*/ 2594127 h 3448050"/>
              <a:gd name="connsiteX7" fmla="*/ 789413 w 3448050"/>
              <a:gd name="connsiteY7" fmla="*/ 2585580 h 3448050"/>
              <a:gd name="connsiteX8" fmla="*/ 781221 w 3448050"/>
              <a:gd name="connsiteY8" fmla="*/ 2576525 h 3448050"/>
              <a:gd name="connsiteX9" fmla="*/ 771804 w 3448050"/>
              <a:gd name="connsiteY9" fmla="*/ 2585047 h 3448050"/>
              <a:gd name="connsiteX10" fmla="*/ 466090 w 3448050"/>
              <a:gd name="connsiteY10" fmla="*/ 2884310 h 3448050"/>
              <a:gd name="connsiteX11" fmla="*/ 456755 w 3448050"/>
              <a:gd name="connsiteY11" fmla="*/ 2892920 h 3448050"/>
              <a:gd name="connsiteX12" fmla="*/ 465627 w 3448050"/>
              <a:gd name="connsiteY12" fmla="*/ 2902534 h 3448050"/>
              <a:gd name="connsiteX13" fmla="*/ 474974 w 3448050"/>
              <a:gd name="connsiteY13" fmla="*/ 2893384 h 3448050"/>
              <a:gd name="connsiteX14" fmla="*/ 466090 w 3448050"/>
              <a:gd name="connsiteY14" fmla="*/ 2884310 h 3448050"/>
              <a:gd name="connsiteX15" fmla="*/ 2910904 w 3448050"/>
              <a:gd name="connsiteY15" fmla="*/ 491147 h 3448050"/>
              <a:gd name="connsiteX16" fmla="*/ 2919794 w 3448050"/>
              <a:gd name="connsiteY16" fmla="*/ 500221 h 3448050"/>
              <a:gd name="connsiteX17" fmla="*/ 2929128 w 3448050"/>
              <a:gd name="connsiteY17" fmla="*/ 491071 h 3448050"/>
              <a:gd name="connsiteX18" fmla="*/ 2919730 w 3448050"/>
              <a:gd name="connsiteY18" fmla="*/ 481997 h 3448050"/>
              <a:gd name="connsiteX19" fmla="*/ 2910904 w 3448050"/>
              <a:gd name="connsiteY19" fmla="*/ 491147 h 3448050"/>
              <a:gd name="connsiteX20" fmla="*/ 2639505 w 3448050"/>
              <a:gd name="connsiteY20" fmla="*/ 2623973 h 3448050"/>
              <a:gd name="connsiteX21" fmla="*/ 2630488 w 3448050"/>
              <a:gd name="connsiteY21" fmla="*/ 2615070 h 3448050"/>
              <a:gd name="connsiteX22" fmla="*/ 2621661 w 3448050"/>
              <a:gd name="connsiteY22" fmla="*/ 2624049 h 3448050"/>
              <a:gd name="connsiteX23" fmla="*/ 2630551 w 3448050"/>
              <a:gd name="connsiteY23" fmla="*/ 2632951 h 3448050"/>
              <a:gd name="connsiteX24" fmla="*/ 2639505 w 3448050"/>
              <a:gd name="connsiteY24" fmla="*/ 2623973 h 3448050"/>
              <a:gd name="connsiteX25" fmla="*/ 2636965 w 3448050"/>
              <a:gd name="connsiteY25" fmla="*/ 821481 h 3448050"/>
              <a:gd name="connsiteX26" fmla="*/ 2628075 w 3448050"/>
              <a:gd name="connsiteY26" fmla="*/ 812406 h 3448050"/>
              <a:gd name="connsiteX27" fmla="*/ 2618994 w 3448050"/>
              <a:gd name="connsiteY27" fmla="*/ 821334 h 3448050"/>
              <a:gd name="connsiteX28" fmla="*/ 2627947 w 3448050"/>
              <a:gd name="connsiteY28" fmla="*/ 830409 h 3448050"/>
              <a:gd name="connsiteX29" fmla="*/ 2636965 w 3448050"/>
              <a:gd name="connsiteY29" fmla="*/ 821481 h 3448050"/>
              <a:gd name="connsiteX30" fmla="*/ 2942527 w 3448050"/>
              <a:gd name="connsiteY30" fmla="*/ 522395 h 3448050"/>
              <a:gd name="connsiteX31" fmla="*/ 2951544 w 3448050"/>
              <a:gd name="connsiteY31" fmla="*/ 513474 h 3448050"/>
              <a:gd name="connsiteX32" fmla="*/ 2942654 w 3448050"/>
              <a:gd name="connsiteY32" fmla="*/ 504469 h 3448050"/>
              <a:gd name="connsiteX33" fmla="*/ 2933637 w 3448050"/>
              <a:gd name="connsiteY33" fmla="*/ 513321 h 3448050"/>
              <a:gd name="connsiteX34" fmla="*/ 2942527 w 3448050"/>
              <a:gd name="connsiteY34" fmla="*/ 522395 h 3448050"/>
              <a:gd name="connsiteX35" fmla="*/ 2941892 w 3448050"/>
              <a:gd name="connsiteY35" fmla="*/ 2926309 h 3448050"/>
              <a:gd name="connsiteX36" fmla="*/ 2932875 w 3448050"/>
              <a:gd name="connsiteY36" fmla="*/ 2935294 h 3448050"/>
              <a:gd name="connsiteX37" fmla="*/ 2941955 w 3448050"/>
              <a:gd name="connsiteY37" fmla="*/ 2944330 h 3448050"/>
              <a:gd name="connsiteX38" fmla="*/ 2950908 w 3448050"/>
              <a:gd name="connsiteY38" fmla="*/ 2935231 h 3448050"/>
              <a:gd name="connsiteX39" fmla="*/ 2941892 w 3448050"/>
              <a:gd name="connsiteY39" fmla="*/ 2926309 h 3448050"/>
              <a:gd name="connsiteX40" fmla="*/ 802196 w 3448050"/>
              <a:gd name="connsiteY40" fmla="*/ 2617502 h 3448050"/>
              <a:gd name="connsiteX41" fmla="*/ 811314 w 3448050"/>
              <a:gd name="connsiteY41" fmla="*/ 2608656 h 3448050"/>
              <a:gd name="connsiteX42" fmla="*/ 802431 w 3448050"/>
              <a:gd name="connsiteY42" fmla="*/ 2599500 h 3448050"/>
              <a:gd name="connsiteX43" fmla="*/ 793312 w 3448050"/>
              <a:gd name="connsiteY43" fmla="*/ 2608422 h 3448050"/>
              <a:gd name="connsiteX44" fmla="*/ 802196 w 3448050"/>
              <a:gd name="connsiteY44" fmla="*/ 2617502 h 3448050"/>
              <a:gd name="connsiteX45" fmla="*/ 2607818 w 3448050"/>
              <a:gd name="connsiteY45" fmla="*/ 2655132 h 3448050"/>
              <a:gd name="connsiteX46" fmla="*/ 2616835 w 3448050"/>
              <a:gd name="connsiteY46" fmla="*/ 2646153 h 3448050"/>
              <a:gd name="connsiteX47" fmla="*/ 2608072 w 3448050"/>
              <a:gd name="connsiteY47" fmla="*/ 2637403 h 3448050"/>
              <a:gd name="connsiteX48" fmla="*/ 2599055 w 3448050"/>
              <a:gd name="connsiteY48" fmla="*/ 2645925 h 3448050"/>
              <a:gd name="connsiteX49" fmla="*/ 2607818 w 3448050"/>
              <a:gd name="connsiteY49" fmla="*/ 2655132 h 3448050"/>
              <a:gd name="connsiteX50" fmla="*/ 2910205 w 3448050"/>
              <a:gd name="connsiteY50" fmla="*/ 2957538 h 3448050"/>
              <a:gd name="connsiteX51" fmla="*/ 2919031 w 3448050"/>
              <a:gd name="connsiteY51" fmla="*/ 2966688 h 3448050"/>
              <a:gd name="connsiteX52" fmla="*/ 2928366 w 3448050"/>
              <a:gd name="connsiteY52" fmla="*/ 2957716 h 3448050"/>
              <a:gd name="connsiteX53" fmla="*/ 2919222 w 3448050"/>
              <a:gd name="connsiteY53" fmla="*/ 2948559 h 3448050"/>
              <a:gd name="connsiteX54" fmla="*/ 2910205 w 3448050"/>
              <a:gd name="connsiteY54" fmla="*/ 2957538 h 3448050"/>
              <a:gd name="connsiteX55" fmla="*/ 496659 w 3448050"/>
              <a:gd name="connsiteY55" fmla="*/ 2916587 h 3448050"/>
              <a:gd name="connsiteX56" fmla="*/ 487775 w 3448050"/>
              <a:gd name="connsiteY56" fmla="*/ 2907513 h 3448050"/>
              <a:gd name="connsiteX57" fmla="*/ 478727 w 3448050"/>
              <a:gd name="connsiteY57" fmla="*/ 2916365 h 3448050"/>
              <a:gd name="connsiteX58" fmla="*/ 487547 w 3448050"/>
              <a:gd name="connsiteY58" fmla="*/ 2925439 h 3448050"/>
              <a:gd name="connsiteX59" fmla="*/ 496659 w 3448050"/>
              <a:gd name="connsiteY59" fmla="*/ 2916587 h 3448050"/>
              <a:gd name="connsiteX60" fmla="*/ 2613914 w 3448050"/>
              <a:gd name="connsiteY60" fmla="*/ 781171 h 3448050"/>
              <a:gd name="connsiteX61" fmla="*/ 1724025 w 3448050"/>
              <a:gd name="connsiteY61" fmla="*/ 427558 h 3448050"/>
              <a:gd name="connsiteX62" fmla="*/ 1724025 w 3448050"/>
              <a:gd name="connsiteY62" fmla="*/ 452958 h 3448050"/>
              <a:gd name="connsiteX63" fmla="*/ 2596452 w 3448050"/>
              <a:gd name="connsiteY63" fmla="*/ 799643 h 3448050"/>
              <a:gd name="connsiteX64" fmla="*/ 2613914 w 3448050"/>
              <a:gd name="connsiteY64" fmla="*/ 781171 h 3448050"/>
              <a:gd name="connsiteX65" fmla="*/ 1724025 w 3448050"/>
              <a:gd name="connsiteY65" fmla="*/ 427558 h 3448050"/>
              <a:gd name="connsiteX66" fmla="*/ 427558 w 3448050"/>
              <a:gd name="connsiteY66" fmla="*/ 1724025 h 3448050"/>
              <a:gd name="connsiteX67" fmla="*/ 452958 w 3448050"/>
              <a:gd name="connsiteY67" fmla="*/ 1724025 h 3448050"/>
              <a:gd name="connsiteX68" fmla="*/ 1724025 w 3448050"/>
              <a:gd name="connsiteY68" fmla="*/ 452958 h 3448050"/>
              <a:gd name="connsiteX69" fmla="*/ 1724025 w 3448050"/>
              <a:gd name="connsiteY69" fmla="*/ 427558 h 3448050"/>
              <a:gd name="connsiteX70" fmla="*/ 427558 w 3448050"/>
              <a:gd name="connsiteY70" fmla="*/ 1724025 h 3448050"/>
              <a:gd name="connsiteX71" fmla="*/ 762387 w 3448050"/>
              <a:gd name="connsiteY71" fmla="*/ 2593569 h 3448050"/>
              <a:gd name="connsiteX72" fmla="*/ 781221 w 3448050"/>
              <a:gd name="connsiteY72" fmla="*/ 2576525 h 3448050"/>
              <a:gd name="connsiteX73" fmla="*/ 452958 w 3448050"/>
              <a:gd name="connsiteY73" fmla="*/ 1724025 h 3448050"/>
              <a:gd name="connsiteX74" fmla="*/ 427558 w 3448050"/>
              <a:gd name="connsiteY74" fmla="*/ 1724025 h 3448050"/>
              <a:gd name="connsiteX75" fmla="*/ 762921 w 3448050"/>
              <a:gd name="connsiteY75" fmla="*/ 2575973 h 3448050"/>
              <a:gd name="connsiteX76" fmla="*/ 457206 w 3448050"/>
              <a:gd name="connsiteY76" fmla="*/ 2875236 h 3448050"/>
              <a:gd name="connsiteX77" fmla="*/ 474974 w 3448050"/>
              <a:gd name="connsiteY77" fmla="*/ 2893384 h 3448050"/>
              <a:gd name="connsiteX78" fmla="*/ 780688 w 3448050"/>
              <a:gd name="connsiteY78" fmla="*/ 2594127 h 3448050"/>
              <a:gd name="connsiteX79" fmla="*/ 762921 w 3448050"/>
              <a:gd name="connsiteY79" fmla="*/ 2575973 h 3448050"/>
              <a:gd name="connsiteX80" fmla="*/ 475418 w 3448050"/>
              <a:gd name="connsiteY80" fmla="*/ 2875693 h 3448050"/>
              <a:gd name="connsiteX81" fmla="*/ 25400 w 3448050"/>
              <a:gd name="connsiteY81" fmla="*/ 1724025 h 3448050"/>
              <a:gd name="connsiteX82" fmla="*/ 0 w 3448050"/>
              <a:gd name="connsiteY82" fmla="*/ 1724025 h 3448050"/>
              <a:gd name="connsiteX83" fmla="*/ 456755 w 3448050"/>
              <a:gd name="connsiteY83" fmla="*/ 2892920 h 3448050"/>
              <a:gd name="connsiteX84" fmla="*/ 475418 w 3448050"/>
              <a:gd name="connsiteY84" fmla="*/ 2875693 h 3448050"/>
              <a:gd name="connsiteX85" fmla="*/ 25400 w 3448050"/>
              <a:gd name="connsiteY85" fmla="*/ 1724025 h 3448050"/>
              <a:gd name="connsiteX86" fmla="*/ 1724025 w 3448050"/>
              <a:gd name="connsiteY86" fmla="*/ 25400 h 3448050"/>
              <a:gd name="connsiteX87" fmla="*/ 1724025 w 3448050"/>
              <a:gd name="connsiteY87" fmla="*/ 0 h 3448050"/>
              <a:gd name="connsiteX88" fmla="*/ 0 w 3448050"/>
              <a:gd name="connsiteY88" fmla="*/ 1724025 h 3448050"/>
              <a:gd name="connsiteX89" fmla="*/ 25400 w 3448050"/>
              <a:gd name="connsiteY89" fmla="*/ 1724025 h 3448050"/>
              <a:gd name="connsiteX90" fmla="*/ 1724025 w 3448050"/>
              <a:gd name="connsiteY90" fmla="*/ 25400 h 3448050"/>
              <a:gd name="connsiteX91" fmla="*/ 2902077 w 3448050"/>
              <a:gd name="connsiteY91" fmla="*/ 500297 h 3448050"/>
              <a:gd name="connsiteX92" fmla="*/ 2919730 w 3448050"/>
              <a:gd name="connsiteY92" fmla="*/ 481997 h 3448050"/>
              <a:gd name="connsiteX93" fmla="*/ 1724025 w 3448050"/>
              <a:gd name="connsiteY93" fmla="*/ 0 h 3448050"/>
              <a:gd name="connsiteX94" fmla="*/ 1724025 w 3448050"/>
              <a:gd name="connsiteY94" fmla="*/ 25400 h 3448050"/>
              <a:gd name="connsiteX95" fmla="*/ 2902014 w 3448050"/>
              <a:gd name="connsiteY95" fmla="*/ 482073 h 3448050"/>
              <a:gd name="connsiteX96" fmla="*/ 2596261 w 3448050"/>
              <a:gd name="connsiteY96" fmla="*/ 781329 h 3448050"/>
              <a:gd name="connsiteX97" fmla="*/ 2614041 w 3448050"/>
              <a:gd name="connsiteY97" fmla="*/ 799484 h 3448050"/>
              <a:gd name="connsiteX98" fmla="*/ 2919794 w 3448050"/>
              <a:gd name="connsiteY98" fmla="*/ 500221 h 3448050"/>
              <a:gd name="connsiteX99" fmla="*/ 2902014 w 3448050"/>
              <a:gd name="connsiteY99" fmla="*/ 482073 h 3448050"/>
              <a:gd name="connsiteX100" fmla="*/ 2648585 w 3448050"/>
              <a:gd name="connsiteY100" fmla="*/ 2632875 h 3448050"/>
              <a:gd name="connsiteX101" fmla="*/ 3020505 w 3448050"/>
              <a:gd name="connsiteY101" fmla="*/ 1724025 h 3448050"/>
              <a:gd name="connsiteX102" fmla="*/ 2995105 w 3448050"/>
              <a:gd name="connsiteY102" fmla="*/ 1724025 h 3448050"/>
              <a:gd name="connsiteX103" fmla="*/ 2630488 w 3448050"/>
              <a:gd name="connsiteY103" fmla="*/ 2615070 h 3448050"/>
              <a:gd name="connsiteX104" fmla="*/ 2648585 w 3448050"/>
              <a:gd name="connsiteY104" fmla="*/ 2632875 h 3448050"/>
              <a:gd name="connsiteX105" fmla="*/ 3020505 w 3448050"/>
              <a:gd name="connsiteY105" fmla="*/ 1724025 h 3448050"/>
              <a:gd name="connsiteX106" fmla="*/ 2645981 w 3448050"/>
              <a:gd name="connsiteY106" fmla="*/ 812552 h 3448050"/>
              <a:gd name="connsiteX107" fmla="*/ 2627947 w 3448050"/>
              <a:gd name="connsiteY107" fmla="*/ 830409 h 3448050"/>
              <a:gd name="connsiteX108" fmla="*/ 2995105 w 3448050"/>
              <a:gd name="connsiteY108" fmla="*/ 1724025 h 3448050"/>
              <a:gd name="connsiteX109" fmla="*/ 3020505 w 3448050"/>
              <a:gd name="connsiteY109" fmla="*/ 1724025 h 3448050"/>
              <a:gd name="connsiteX110" fmla="*/ 2645855 w 3448050"/>
              <a:gd name="connsiteY110" fmla="*/ 830555 h 3448050"/>
              <a:gd name="connsiteX111" fmla="*/ 2951417 w 3448050"/>
              <a:gd name="connsiteY111" fmla="*/ 531470 h 3448050"/>
              <a:gd name="connsiteX112" fmla="*/ 2933637 w 3448050"/>
              <a:gd name="connsiteY112" fmla="*/ 513321 h 3448050"/>
              <a:gd name="connsiteX113" fmla="*/ 2628075 w 3448050"/>
              <a:gd name="connsiteY113" fmla="*/ 812406 h 3448050"/>
              <a:gd name="connsiteX114" fmla="*/ 2645855 w 3448050"/>
              <a:gd name="connsiteY114" fmla="*/ 830555 h 3448050"/>
              <a:gd name="connsiteX115" fmla="*/ 2933446 w 3448050"/>
              <a:gd name="connsiteY115" fmla="*/ 531311 h 3448050"/>
              <a:gd name="connsiteX116" fmla="*/ 3422650 w 3448050"/>
              <a:gd name="connsiteY116" fmla="*/ 1724025 h 3448050"/>
              <a:gd name="connsiteX117" fmla="*/ 3448050 w 3448050"/>
              <a:gd name="connsiteY117" fmla="*/ 1724025 h 3448050"/>
              <a:gd name="connsiteX118" fmla="*/ 2951544 w 3448050"/>
              <a:gd name="connsiteY118" fmla="*/ 513474 h 3448050"/>
              <a:gd name="connsiteX119" fmla="*/ 2933446 w 3448050"/>
              <a:gd name="connsiteY119" fmla="*/ 531311 h 3448050"/>
              <a:gd name="connsiteX120" fmla="*/ 3422650 w 3448050"/>
              <a:gd name="connsiteY120" fmla="*/ 1724025 h 3448050"/>
              <a:gd name="connsiteX121" fmla="*/ 2932811 w 3448050"/>
              <a:gd name="connsiteY121" fmla="*/ 2917387 h 3448050"/>
              <a:gd name="connsiteX122" fmla="*/ 2950908 w 3448050"/>
              <a:gd name="connsiteY122" fmla="*/ 2935231 h 3448050"/>
              <a:gd name="connsiteX123" fmla="*/ 3448050 w 3448050"/>
              <a:gd name="connsiteY123" fmla="*/ 1724025 h 3448050"/>
              <a:gd name="connsiteX124" fmla="*/ 3422650 w 3448050"/>
              <a:gd name="connsiteY124" fmla="*/ 1724025 h 3448050"/>
              <a:gd name="connsiteX125" fmla="*/ 2950845 w 3448050"/>
              <a:gd name="connsiteY125" fmla="*/ 2917330 h 3448050"/>
              <a:gd name="connsiteX126" fmla="*/ 2648521 w 3448050"/>
              <a:gd name="connsiteY126" fmla="*/ 2614994 h 3448050"/>
              <a:gd name="connsiteX127" fmla="*/ 2630551 w 3448050"/>
              <a:gd name="connsiteY127" fmla="*/ 2632951 h 3448050"/>
              <a:gd name="connsiteX128" fmla="*/ 2932875 w 3448050"/>
              <a:gd name="connsiteY128" fmla="*/ 2935294 h 3448050"/>
              <a:gd name="connsiteX129" fmla="*/ 2950845 w 3448050"/>
              <a:gd name="connsiteY129" fmla="*/ 2917330 h 3448050"/>
              <a:gd name="connsiteX130" fmla="*/ 793077 w 3448050"/>
              <a:gd name="connsiteY130" fmla="*/ 2626341 h 3448050"/>
              <a:gd name="connsiteX131" fmla="*/ 1724025 w 3448050"/>
              <a:gd name="connsiteY131" fmla="*/ 3020492 h 3448050"/>
              <a:gd name="connsiteX132" fmla="*/ 1724025 w 3448050"/>
              <a:gd name="connsiteY132" fmla="*/ 2995092 h 3448050"/>
              <a:gd name="connsiteX133" fmla="*/ 811314 w 3448050"/>
              <a:gd name="connsiteY133" fmla="*/ 2608656 h 3448050"/>
              <a:gd name="connsiteX134" fmla="*/ 793077 w 3448050"/>
              <a:gd name="connsiteY134" fmla="*/ 2626341 h 3448050"/>
              <a:gd name="connsiteX135" fmla="*/ 1724025 w 3448050"/>
              <a:gd name="connsiteY135" fmla="*/ 3020492 h 3448050"/>
              <a:gd name="connsiteX136" fmla="*/ 2616581 w 3448050"/>
              <a:gd name="connsiteY136" fmla="*/ 2664339 h 3448050"/>
              <a:gd name="connsiteX137" fmla="*/ 2599055 w 3448050"/>
              <a:gd name="connsiteY137" fmla="*/ 2645925 h 3448050"/>
              <a:gd name="connsiteX138" fmla="*/ 1724025 w 3448050"/>
              <a:gd name="connsiteY138" fmla="*/ 2995092 h 3448050"/>
              <a:gd name="connsiteX139" fmla="*/ 1724025 w 3448050"/>
              <a:gd name="connsiteY139" fmla="*/ 3020492 h 3448050"/>
              <a:gd name="connsiteX140" fmla="*/ 2598865 w 3448050"/>
              <a:gd name="connsiteY140" fmla="*/ 2664111 h 3448050"/>
              <a:gd name="connsiteX141" fmla="*/ 2901252 w 3448050"/>
              <a:gd name="connsiteY141" fmla="*/ 2966517 h 3448050"/>
              <a:gd name="connsiteX142" fmla="*/ 2919222 w 3448050"/>
              <a:gd name="connsiteY142" fmla="*/ 2948559 h 3448050"/>
              <a:gd name="connsiteX143" fmla="*/ 2616835 w 3448050"/>
              <a:gd name="connsiteY143" fmla="*/ 2646153 h 3448050"/>
              <a:gd name="connsiteX144" fmla="*/ 2598865 w 3448050"/>
              <a:gd name="connsiteY144" fmla="*/ 2664111 h 3448050"/>
              <a:gd name="connsiteX145" fmla="*/ 2901442 w 3448050"/>
              <a:gd name="connsiteY145" fmla="*/ 2948381 h 3448050"/>
              <a:gd name="connsiteX146" fmla="*/ 1724025 w 3448050"/>
              <a:gd name="connsiteY146" fmla="*/ 3422650 h 3448050"/>
              <a:gd name="connsiteX147" fmla="*/ 1724025 w 3448050"/>
              <a:gd name="connsiteY147" fmla="*/ 3448050 h 3448050"/>
              <a:gd name="connsiteX148" fmla="*/ 2919031 w 3448050"/>
              <a:gd name="connsiteY148" fmla="*/ 2966688 h 3448050"/>
              <a:gd name="connsiteX149" fmla="*/ 2901442 w 3448050"/>
              <a:gd name="connsiteY149" fmla="*/ 2948381 h 3448050"/>
              <a:gd name="connsiteX150" fmla="*/ 1724025 w 3448050"/>
              <a:gd name="connsiteY150" fmla="*/ 3422650 h 3448050"/>
              <a:gd name="connsiteX151" fmla="*/ 505765 w 3448050"/>
              <a:gd name="connsiteY151" fmla="*/ 2907735 h 3448050"/>
              <a:gd name="connsiteX152" fmla="*/ 487547 w 3448050"/>
              <a:gd name="connsiteY152" fmla="*/ 2925439 h 3448050"/>
              <a:gd name="connsiteX153" fmla="*/ 1724025 w 3448050"/>
              <a:gd name="connsiteY153" fmla="*/ 3448050 h 3448050"/>
              <a:gd name="connsiteX154" fmla="*/ 1724025 w 3448050"/>
              <a:gd name="connsiteY154" fmla="*/ 3422650 h 3448050"/>
              <a:gd name="connsiteX155" fmla="*/ 505542 w 3448050"/>
              <a:gd name="connsiteY155" fmla="*/ 2925661 h 3448050"/>
              <a:gd name="connsiteX156" fmla="*/ 811079 w 3448050"/>
              <a:gd name="connsiteY156" fmla="*/ 2626576 h 3448050"/>
              <a:gd name="connsiteX157" fmla="*/ 793312 w 3448050"/>
              <a:gd name="connsiteY157" fmla="*/ 2608422 h 3448050"/>
              <a:gd name="connsiteX158" fmla="*/ 487775 w 3448050"/>
              <a:gd name="connsiteY158" fmla="*/ 2907513 h 3448050"/>
              <a:gd name="connsiteX159" fmla="*/ 505542 w 3448050"/>
              <a:gd name="connsiteY159" fmla="*/ 2925661 h 344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448050" h="3448050">
                <a:moveTo>
                  <a:pt x="2605151" y="790404"/>
                </a:moveTo>
                <a:lnTo>
                  <a:pt x="2596452" y="799643"/>
                </a:lnTo>
                <a:lnTo>
                  <a:pt x="2605342" y="808025"/>
                </a:lnTo>
                <a:lnTo>
                  <a:pt x="2614041" y="799484"/>
                </a:lnTo>
                <a:lnTo>
                  <a:pt x="2605151" y="790404"/>
                </a:lnTo>
                <a:close/>
                <a:moveTo>
                  <a:pt x="771804" y="2585047"/>
                </a:moveTo>
                <a:lnTo>
                  <a:pt x="780688" y="2594127"/>
                </a:lnTo>
                <a:lnTo>
                  <a:pt x="789413" y="2585580"/>
                </a:lnTo>
                <a:lnTo>
                  <a:pt x="781221" y="2576525"/>
                </a:lnTo>
                <a:lnTo>
                  <a:pt x="771804" y="2585047"/>
                </a:lnTo>
                <a:close/>
                <a:moveTo>
                  <a:pt x="466090" y="2884310"/>
                </a:moveTo>
                <a:lnTo>
                  <a:pt x="456755" y="2892920"/>
                </a:lnTo>
                <a:lnTo>
                  <a:pt x="465627" y="2902534"/>
                </a:lnTo>
                <a:lnTo>
                  <a:pt x="474974" y="2893384"/>
                </a:lnTo>
                <a:lnTo>
                  <a:pt x="466090" y="2884310"/>
                </a:lnTo>
                <a:close/>
                <a:moveTo>
                  <a:pt x="2910904" y="491147"/>
                </a:moveTo>
                <a:lnTo>
                  <a:pt x="2919794" y="500221"/>
                </a:lnTo>
                <a:lnTo>
                  <a:pt x="2929128" y="491071"/>
                </a:lnTo>
                <a:lnTo>
                  <a:pt x="2919730" y="481997"/>
                </a:lnTo>
                <a:lnTo>
                  <a:pt x="2910904" y="491147"/>
                </a:lnTo>
                <a:close/>
                <a:moveTo>
                  <a:pt x="2639505" y="2623973"/>
                </a:moveTo>
                <a:lnTo>
                  <a:pt x="2630488" y="2615070"/>
                </a:lnTo>
                <a:lnTo>
                  <a:pt x="2621661" y="2624049"/>
                </a:lnTo>
                <a:lnTo>
                  <a:pt x="2630551" y="2632951"/>
                </a:lnTo>
                <a:lnTo>
                  <a:pt x="2639505" y="2623973"/>
                </a:lnTo>
                <a:close/>
                <a:moveTo>
                  <a:pt x="2636965" y="821481"/>
                </a:moveTo>
                <a:lnTo>
                  <a:pt x="2628075" y="812406"/>
                </a:lnTo>
                <a:lnTo>
                  <a:pt x="2618994" y="821334"/>
                </a:lnTo>
                <a:lnTo>
                  <a:pt x="2627947" y="830409"/>
                </a:lnTo>
                <a:lnTo>
                  <a:pt x="2636965" y="821481"/>
                </a:lnTo>
                <a:close/>
                <a:moveTo>
                  <a:pt x="2942527" y="522395"/>
                </a:moveTo>
                <a:lnTo>
                  <a:pt x="2951544" y="513474"/>
                </a:lnTo>
                <a:lnTo>
                  <a:pt x="2942654" y="504469"/>
                </a:lnTo>
                <a:lnTo>
                  <a:pt x="2933637" y="513321"/>
                </a:lnTo>
                <a:lnTo>
                  <a:pt x="2942527" y="522395"/>
                </a:lnTo>
                <a:close/>
                <a:moveTo>
                  <a:pt x="2941892" y="2926309"/>
                </a:moveTo>
                <a:lnTo>
                  <a:pt x="2932875" y="2935294"/>
                </a:lnTo>
                <a:lnTo>
                  <a:pt x="2941955" y="2944330"/>
                </a:lnTo>
                <a:lnTo>
                  <a:pt x="2950908" y="2935231"/>
                </a:lnTo>
                <a:lnTo>
                  <a:pt x="2941892" y="2926309"/>
                </a:lnTo>
                <a:close/>
                <a:moveTo>
                  <a:pt x="802196" y="2617502"/>
                </a:moveTo>
                <a:lnTo>
                  <a:pt x="811314" y="2608656"/>
                </a:lnTo>
                <a:lnTo>
                  <a:pt x="802431" y="2599500"/>
                </a:lnTo>
                <a:lnTo>
                  <a:pt x="793312" y="2608422"/>
                </a:lnTo>
                <a:lnTo>
                  <a:pt x="802196" y="2617502"/>
                </a:lnTo>
                <a:close/>
                <a:moveTo>
                  <a:pt x="2607818" y="2655132"/>
                </a:moveTo>
                <a:lnTo>
                  <a:pt x="2616835" y="2646153"/>
                </a:lnTo>
                <a:lnTo>
                  <a:pt x="2608072" y="2637403"/>
                </a:lnTo>
                <a:lnTo>
                  <a:pt x="2599055" y="2645925"/>
                </a:lnTo>
                <a:lnTo>
                  <a:pt x="2607818" y="2655132"/>
                </a:lnTo>
                <a:close/>
                <a:moveTo>
                  <a:pt x="2910205" y="2957538"/>
                </a:moveTo>
                <a:lnTo>
                  <a:pt x="2919031" y="2966688"/>
                </a:lnTo>
                <a:lnTo>
                  <a:pt x="2928366" y="2957716"/>
                </a:lnTo>
                <a:lnTo>
                  <a:pt x="2919222" y="2948559"/>
                </a:lnTo>
                <a:lnTo>
                  <a:pt x="2910205" y="2957538"/>
                </a:lnTo>
                <a:close/>
                <a:moveTo>
                  <a:pt x="496659" y="2916587"/>
                </a:moveTo>
                <a:lnTo>
                  <a:pt x="487775" y="2907513"/>
                </a:lnTo>
                <a:lnTo>
                  <a:pt x="478727" y="2916365"/>
                </a:lnTo>
                <a:lnTo>
                  <a:pt x="487547" y="2925439"/>
                </a:lnTo>
                <a:lnTo>
                  <a:pt x="496659" y="2916587"/>
                </a:lnTo>
                <a:close/>
                <a:moveTo>
                  <a:pt x="2613914" y="781171"/>
                </a:moveTo>
                <a:cubicBezTo>
                  <a:pt x="2381714" y="561962"/>
                  <a:pt x="2068551" y="427558"/>
                  <a:pt x="1724025" y="427558"/>
                </a:cubicBezTo>
                <a:lnTo>
                  <a:pt x="1724025" y="452958"/>
                </a:lnTo>
                <a:cubicBezTo>
                  <a:pt x="2061813" y="452958"/>
                  <a:pt x="2368804" y="584702"/>
                  <a:pt x="2596452" y="799643"/>
                </a:cubicBezTo>
                <a:lnTo>
                  <a:pt x="2613914" y="781171"/>
                </a:lnTo>
                <a:close/>
                <a:moveTo>
                  <a:pt x="1724025" y="427558"/>
                </a:moveTo>
                <a:cubicBezTo>
                  <a:pt x="1008006" y="427558"/>
                  <a:pt x="427558" y="1008005"/>
                  <a:pt x="427558" y="1724025"/>
                </a:cubicBezTo>
                <a:lnTo>
                  <a:pt x="452958" y="1724025"/>
                </a:lnTo>
                <a:cubicBezTo>
                  <a:pt x="452958" y="1022033"/>
                  <a:pt x="1022033" y="452958"/>
                  <a:pt x="1724025" y="452958"/>
                </a:cubicBezTo>
                <a:lnTo>
                  <a:pt x="1724025" y="427558"/>
                </a:lnTo>
                <a:close/>
                <a:moveTo>
                  <a:pt x="427558" y="1724025"/>
                </a:moveTo>
                <a:cubicBezTo>
                  <a:pt x="427558" y="2058594"/>
                  <a:pt x="554304" y="2363591"/>
                  <a:pt x="762387" y="2593569"/>
                </a:cubicBezTo>
                <a:lnTo>
                  <a:pt x="781221" y="2576525"/>
                </a:lnTo>
                <a:cubicBezTo>
                  <a:pt x="577202" y="2351037"/>
                  <a:pt x="452958" y="2052060"/>
                  <a:pt x="452958" y="1724025"/>
                </a:cubicBezTo>
                <a:lnTo>
                  <a:pt x="427558" y="1724025"/>
                </a:lnTo>
                <a:close/>
                <a:moveTo>
                  <a:pt x="762921" y="2575973"/>
                </a:moveTo>
                <a:lnTo>
                  <a:pt x="457206" y="2875236"/>
                </a:lnTo>
                <a:lnTo>
                  <a:pt x="474974" y="2893384"/>
                </a:lnTo>
                <a:lnTo>
                  <a:pt x="780688" y="2594127"/>
                </a:lnTo>
                <a:lnTo>
                  <a:pt x="762921" y="2575973"/>
                </a:lnTo>
                <a:close/>
                <a:moveTo>
                  <a:pt x="475418" y="2875693"/>
                </a:moveTo>
                <a:cubicBezTo>
                  <a:pt x="196050" y="2572963"/>
                  <a:pt x="25400" y="2168436"/>
                  <a:pt x="25400" y="1724025"/>
                </a:cubicBezTo>
                <a:lnTo>
                  <a:pt x="0" y="1724025"/>
                </a:lnTo>
                <a:cubicBezTo>
                  <a:pt x="0" y="2175072"/>
                  <a:pt x="173228" y="2585682"/>
                  <a:pt x="456755" y="2892920"/>
                </a:cubicBezTo>
                <a:lnTo>
                  <a:pt x="475418" y="2875693"/>
                </a:lnTo>
                <a:close/>
                <a:moveTo>
                  <a:pt x="25400" y="1724025"/>
                </a:moveTo>
                <a:cubicBezTo>
                  <a:pt x="25400" y="785901"/>
                  <a:pt x="785901" y="25400"/>
                  <a:pt x="1724025" y="25400"/>
                </a:cubicBezTo>
                <a:lnTo>
                  <a:pt x="1724025" y="0"/>
                </a:lnTo>
                <a:cubicBezTo>
                  <a:pt x="771874" y="0"/>
                  <a:pt x="0" y="771874"/>
                  <a:pt x="0" y="1724025"/>
                </a:cubicBezTo>
                <a:lnTo>
                  <a:pt x="25400" y="1724025"/>
                </a:lnTo>
                <a:close/>
                <a:moveTo>
                  <a:pt x="1724025" y="25400"/>
                </a:moveTo>
                <a:cubicBezTo>
                  <a:pt x="2181479" y="25400"/>
                  <a:pt x="2596642" y="206210"/>
                  <a:pt x="2902077" y="500297"/>
                </a:cubicBezTo>
                <a:lnTo>
                  <a:pt x="2919730" y="481997"/>
                </a:lnTo>
                <a:cubicBezTo>
                  <a:pt x="2609723" y="183540"/>
                  <a:pt x="2188305" y="0"/>
                  <a:pt x="1724025" y="0"/>
                </a:cubicBezTo>
                <a:lnTo>
                  <a:pt x="1724025" y="25400"/>
                </a:lnTo>
                <a:close/>
                <a:moveTo>
                  <a:pt x="2902014" y="482073"/>
                </a:moveTo>
                <a:lnTo>
                  <a:pt x="2596261" y="781329"/>
                </a:lnTo>
                <a:lnTo>
                  <a:pt x="2614041" y="799484"/>
                </a:lnTo>
                <a:lnTo>
                  <a:pt x="2919794" y="500221"/>
                </a:lnTo>
                <a:lnTo>
                  <a:pt x="2902014" y="482073"/>
                </a:lnTo>
                <a:close/>
                <a:moveTo>
                  <a:pt x="2648585" y="2632875"/>
                </a:moveTo>
                <a:cubicBezTo>
                  <a:pt x="2878582" y="2398929"/>
                  <a:pt x="3020505" y="2078038"/>
                  <a:pt x="3020505" y="1724025"/>
                </a:cubicBezTo>
                <a:lnTo>
                  <a:pt x="2995105" y="1724025"/>
                </a:lnTo>
                <a:cubicBezTo>
                  <a:pt x="2995105" y="2071110"/>
                  <a:pt x="2855976" y="2385676"/>
                  <a:pt x="2630488" y="2615070"/>
                </a:cubicBezTo>
                <a:lnTo>
                  <a:pt x="2648585" y="2632875"/>
                </a:lnTo>
                <a:close/>
                <a:moveTo>
                  <a:pt x="3020505" y="1724025"/>
                </a:moveTo>
                <a:cubicBezTo>
                  <a:pt x="3020505" y="1368692"/>
                  <a:pt x="2877503" y="1046728"/>
                  <a:pt x="2645981" y="812552"/>
                </a:cubicBezTo>
                <a:lnTo>
                  <a:pt x="2627947" y="830409"/>
                </a:lnTo>
                <a:cubicBezTo>
                  <a:pt x="2854960" y="1060025"/>
                  <a:pt x="2995105" y="1375645"/>
                  <a:pt x="2995105" y="1724025"/>
                </a:cubicBezTo>
                <a:lnTo>
                  <a:pt x="3020505" y="1724025"/>
                </a:lnTo>
                <a:close/>
                <a:moveTo>
                  <a:pt x="2645855" y="830555"/>
                </a:moveTo>
                <a:lnTo>
                  <a:pt x="2951417" y="531470"/>
                </a:lnTo>
                <a:lnTo>
                  <a:pt x="2933637" y="513321"/>
                </a:lnTo>
                <a:lnTo>
                  <a:pt x="2628075" y="812406"/>
                </a:lnTo>
                <a:lnTo>
                  <a:pt x="2645855" y="830555"/>
                </a:lnTo>
                <a:close/>
                <a:moveTo>
                  <a:pt x="2933446" y="531311"/>
                </a:moveTo>
                <a:cubicBezTo>
                  <a:pt x="3235960" y="838029"/>
                  <a:pt x="3422650" y="1259212"/>
                  <a:pt x="3422650" y="1724025"/>
                </a:cubicBezTo>
                <a:lnTo>
                  <a:pt x="3448050" y="1724025"/>
                </a:lnTo>
                <a:cubicBezTo>
                  <a:pt x="3448050" y="1252271"/>
                  <a:pt x="3258566" y="824751"/>
                  <a:pt x="2951544" y="513474"/>
                </a:cubicBezTo>
                <a:lnTo>
                  <a:pt x="2933446" y="531311"/>
                </a:lnTo>
                <a:close/>
                <a:moveTo>
                  <a:pt x="3422650" y="1724025"/>
                </a:moveTo>
                <a:cubicBezTo>
                  <a:pt x="3422650" y="2189163"/>
                  <a:pt x="3235706" y="2610618"/>
                  <a:pt x="2932811" y="2917387"/>
                </a:cubicBezTo>
                <a:lnTo>
                  <a:pt x="2950908" y="2935231"/>
                </a:lnTo>
                <a:cubicBezTo>
                  <a:pt x="3258312" y="2623903"/>
                  <a:pt x="3448050" y="2196109"/>
                  <a:pt x="3448050" y="1724025"/>
                </a:cubicBezTo>
                <a:lnTo>
                  <a:pt x="3422650" y="1724025"/>
                </a:lnTo>
                <a:close/>
                <a:moveTo>
                  <a:pt x="2950845" y="2917330"/>
                </a:moveTo>
                <a:lnTo>
                  <a:pt x="2648521" y="2614994"/>
                </a:lnTo>
                <a:lnTo>
                  <a:pt x="2630551" y="2632951"/>
                </a:lnTo>
                <a:lnTo>
                  <a:pt x="2932875" y="2935294"/>
                </a:lnTo>
                <a:lnTo>
                  <a:pt x="2950845" y="2917330"/>
                </a:lnTo>
                <a:close/>
                <a:moveTo>
                  <a:pt x="793077" y="2626341"/>
                </a:moveTo>
                <a:cubicBezTo>
                  <a:pt x="1028713" y="2869400"/>
                  <a:pt x="1358735" y="3020492"/>
                  <a:pt x="1724025" y="3020492"/>
                </a:cubicBezTo>
                <a:lnTo>
                  <a:pt x="1724025" y="2995092"/>
                </a:lnTo>
                <a:cubicBezTo>
                  <a:pt x="1365885" y="2995092"/>
                  <a:pt x="1042365" y="2846991"/>
                  <a:pt x="811314" y="2608656"/>
                </a:cubicBezTo>
                <a:lnTo>
                  <a:pt x="793077" y="2626341"/>
                </a:lnTo>
                <a:close/>
                <a:moveTo>
                  <a:pt x="1724025" y="3020492"/>
                </a:moveTo>
                <a:cubicBezTo>
                  <a:pt x="2069878" y="3020492"/>
                  <a:pt x="2384127" y="2885053"/>
                  <a:pt x="2616581" y="2664339"/>
                </a:cubicBezTo>
                <a:lnTo>
                  <a:pt x="2599055" y="2645925"/>
                </a:lnTo>
                <a:cubicBezTo>
                  <a:pt x="2371166" y="2862326"/>
                  <a:pt x="2063115" y="2995092"/>
                  <a:pt x="1724025" y="2995092"/>
                </a:cubicBezTo>
                <a:lnTo>
                  <a:pt x="1724025" y="3020492"/>
                </a:lnTo>
                <a:close/>
                <a:moveTo>
                  <a:pt x="2598865" y="2664111"/>
                </a:moveTo>
                <a:lnTo>
                  <a:pt x="2901252" y="2966517"/>
                </a:lnTo>
                <a:lnTo>
                  <a:pt x="2919222" y="2948559"/>
                </a:lnTo>
                <a:lnTo>
                  <a:pt x="2616835" y="2646153"/>
                </a:lnTo>
                <a:lnTo>
                  <a:pt x="2598865" y="2664111"/>
                </a:lnTo>
                <a:close/>
                <a:moveTo>
                  <a:pt x="2901442" y="2948381"/>
                </a:moveTo>
                <a:cubicBezTo>
                  <a:pt x="2596070" y="3242094"/>
                  <a:pt x="2181149" y="3422650"/>
                  <a:pt x="1724025" y="3422650"/>
                </a:cubicBezTo>
                <a:lnTo>
                  <a:pt x="1724025" y="3448050"/>
                </a:lnTo>
                <a:cubicBezTo>
                  <a:pt x="2187975" y="3448050"/>
                  <a:pt x="2609152" y="3264770"/>
                  <a:pt x="2919031" y="2966688"/>
                </a:cubicBezTo>
                <a:lnTo>
                  <a:pt x="2901442" y="2948381"/>
                </a:lnTo>
                <a:close/>
                <a:moveTo>
                  <a:pt x="1724025" y="3422650"/>
                </a:moveTo>
                <a:cubicBezTo>
                  <a:pt x="1246175" y="3422650"/>
                  <a:pt x="814426" y="3225349"/>
                  <a:pt x="505765" y="2907735"/>
                </a:cubicBezTo>
                <a:lnTo>
                  <a:pt x="487547" y="2925439"/>
                </a:lnTo>
                <a:cubicBezTo>
                  <a:pt x="800798" y="3247771"/>
                  <a:pt x="1239031" y="3448050"/>
                  <a:pt x="1724025" y="3448050"/>
                </a:cubicBezTo>
                <a:lnTo>
                  <a:pt x="1724025" y="3422650"/>
                </a:lnTo>
                <a:close/>
                <a:moveTo>
                  <a:pt x="505542" y="2925661"/>
                </a:moveTo>
                <a:lnTo>
                  <a:pt x="811079" y="2626576"/>
                </a:lnTo>
                <a:lnTo>
                  <a:pt x="793312" y="2608422"/>
                </a:lnTo>
                <a:lnTo>
                  <a:pt x="487775" y="2907513"/>
                </a:lnTo>
                <a:lnTo>
                  <a:pt x="505542" y="2925661"/>
                </a:lnTo>
                <a:close/>
              </a:path>
            </a:pathLst>
          </a:custGeom>
          <a:solidFill>
            <a:schemeClr val="accent1">
              <a:lumMod val="40000"/>
              <a:lumOff val="6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a:extLst>
              <a:ext uri="{FF2B5EF4-FFF2-40B4-BE49-F238E27FC236}">
                <a16:creationId xmlns:a16="http://schemas.microsoft.com/office/drawing/2014/main" id="{5EF8AE78-3DE1-AE18-088E-E89387F66391}"/>
              </a:ext>
            </a:extLst>
          </p:cNvPr>
          <p:cNvSpPr/>
          <p:nvPr/>
        </p:nvSpPr>
        <p:spPr>
          <a:xfrm>
            <a:off x="4502150" y="2590800"/>
            <a:ext cx="2330450" cy="2330450"/>
          </a:xfrm>
          <a:custGeom>
            <a:avLst/>
            <a:gdLst>
              <a:gd name="connsiteX0" fmla="*/ 1717161 w 2330450"/>
              <a:gd name="connsiteY0" fmla="*/ 553872 h 2330450"/>
              <a:gd name="connsiteX1" fmla="*/ 1165225 w 2330450"/>
              <a:gd name="connsiteY1" fmla="*/ 341586 h 2330450"/>
              <a:gd name="connsiteX2" fmla="*/ 590652 w 2330450"/>
              <a:gd name="connsiteY2" fmla="*/ 575100 h 2330450"/>
              <a:gd name="connsiteX3" fmla="*/ 349098 w 2330450"/>
              <a:gd name="connsiteY3" fmla="*/ 333547 h 2330450"/>
              <a:gd name="connsiteX4" fmla="*/ 1165225 w 2330450"/>
              <a:gd name="connsiteY4" fmla="*/ 0 h 2330450"/>
              <a:gd name="connsiteX5" fmla="*/ 1961578 w 2330450"/>
              <a:gd name="connsiteY5" fmla="*/ 314604 h 2330450"/>
              <a:gd name="connsiteX6" fmla="*/ 1717161 w 2330450"/>
              <a:gd name="connsiteY6" fmla="*/ 553872 h 2330450"/>
              <a:gd name="connsiteX7" fmla="*/ 1755350 w 2330450"/>
              <a:gd name="connsiteY7" fmla="*/ 1739799 h 2330450"/>
              <a:gd name="connsiteX8" fmla="*/ 1988884 w 2330450"/>
              <a:gd name="connsiteY8" fmla="*/ 1165225 h 2330450"/>
              <a:gd name="connsiteX9" fmla="*/ 1749349 w 2330450"/>
              <a:gd name="connsiteY9" fmla="*/ 584562 h 2330450"/>
              <a:gd name="connsiteX10" fmla="*/ 1993456 w 2330450"/>
              <a:gd name="connsiteY10" fmla="*/ 345605 h 2330450"/>
              <a:gd name="connsiteX11" fmla="*/ 2330450 w 2330450"/>
              <a:gd name="connsiteY11" fmla="*/ 1165225 h 2330450"/>
              <a:gd name="connsiteX12" fmla="*/ 1996884 w 2330450"/>
              <a:gd name="connsiteY12" fmla="*/ 1981352 h 2330450"/>
              <a:gd name="connsiteX13" fmla="*/ 1755350 w 2330450"/>
              <a:gd name="connsiteY13" fmla="*/ 1739799 h 2330450"/>
              <a:gd name="connsiteX14" fmla="*/ 572224 w 2330450"/>
              <a:gd name="connsiteY14" fmla="*/ 1736827 h 2330450"/>
              <a:gd name="connsiteX15" fmla="*/ 1165225 w 2330450"/>
              <a:gd name="connsiteY15" fmla="*/ 1988864 h 2330450"/>
              <a:gd name="connsiteX16" fmla="*/ 1723492 w 2330450"/>
              <a:gd name="connsiteY16" fmla="*/ 1770799 h 2330450"/>
              <a:gd name="connsiteX17" fmla="*/ 1965198 w 2330450"/>
              <a:gd name="connsiteY17" fmla="*/ 2012480 h 2330450"/>
              <a:gd name="connsiteX18" fmla="*/ 1165225 w 2330450"/>
              <a:gd name="connsiteY18" fmla="*/ 2330450 h 2330450"/>
              <a:gd name="connsiteX19" fmla="*/ 328111 w 2330450"/>
              <a:gd name="connsiteY19" fmla="*/ 1975777 h 2330450"/>
              <a:gd name="connsiteX20" fmla="*/ 572224 w 2330450"/>
              <a:gd name="connsiteY20" fmla="*/ 1736827 h 2330450"/>
              <a:gd name="connsiteX21" fmla="*/ 542220 w 2330450"/>
              <a:gd name="connsiteY21" fmla="*/ 1703991 h 2330450"/>
              <a:gd name="connsiteX22" fmla="*/ 341586 w 2330450"/>
              <a:gd name="connsiteY22" fmla="*/ 1165225 h 2330450"/>
              <a:gd name="connsiteX23" fmla="*/ 559651 w 2330450"/>
              <a:gd name="connsiteY23" fmla="*/ 606959 h 2330450"/>
              <a:gd name="connsiteX24" fmla="*/ 317970 w 2330450"/>
              <a:gd name="connsiteY24" fmla="*/ 365277 h 2330450"/>
              <a:gd name="connsiteX25" fmla="*/ 0 w 2330450"/>
              <a:gd name="connsiteY25" fmla="*/ 1165225 h 2330450"/>
              <a:gd name="connsiteX26" fmla="*/ 297790 w 2330450"/>
              <a:gd name="connsiteY26" fmla="*/ 1943259 h 2330450"/>
              <a:gd name="connsiteX27" fmla="*/ 542220 w 2330450"/>
              <a:gd name="connsiteY27" fmla="*/ 1703991 h 233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30450" h="2330450">
                <a:moveTo>
                  <a:pt x="1717161" y="553872"/>
                </a:moveTo>
                <a:cubicBezTo>
                  <a:pt x="1571111" y="421932"/>
                  <a:pt x="1377550" y="341586"/>
                  <a:pt x="1165225" y="341586"/>
                </a:cubicBezTo>
                <a:cubicBezTo>
                  <a:pt x="941737" y="341586"/>
                  <a:pt x="739045" y="430600"/>
                  <a:pt x="590652" y="575100"/>
                </a:cubicBezTo>
                <a:lnTo>
                  <a:pt x="349098" y="333547"/>
                </a:lnTo>
                <a:cubicBezTo>
                  <a:pt x="559321" y="127235"/>
                  <a:pt x="847414" y="0"/>
                  <a:pt x="1165225" y="0"/>
                </a:cubicBezTo>
                <a:cubicBezTo>
                  <a:pt x="1473194" y="0"/>
                  <a:pt x="1753254" y="119475"/>
                  <a:pt x="1961578" y="314604"/>
                </a:cubicBezTo>
                <a:lnTo>
                  <a:pt x="1717161" y="553872"/>
                </a:lnTo>
                <a:close/>
                <a:moveTo>
                  <a:pt x="1755350" y="1739799"/>
                </a:moveTo>
                <a:cubicBezTo>
                  <a:pt x="1899857" y="1591405"/>
                  <a:pt x="1988884" y="1388707"/>
                  <a:pt x="1988884" y="1165225"/>
                </a:cubicBezTo>
                <a:cubicBezTo>
                  <a:pt x="1988884" y="938663"/>
                  <a:pt x="1897380" y="733470"/>
                  <a:pt x="1749349" y="584562"/>
                </a:cubicBezTo>
                <a:lnTo>
                  <a:pt x="1993456" y="345605"/>
                </a:lnTo>
                <a:cubicBezTo>
                  <a:pt x="2201799" y="556120"/>
                  <a:pt x="2330450" y="845648"/>
                  <a:pt x="2330450" y="1165225"/>
                </a:cubicBezTo>
                <a:cubicBezTo>
                  <a:pt x="2330450" y="1483036"/>
                  <a:pt x="2203196" y="1771130"/>
                  <a:pt x="1996884" y="1981352"/>
                </a:cubicBezTo>
                <a:lnTo>
                  <a:pt x="1755350" y="1739799"/>
                </a:lnTo>
                <a:close/>
                <a:moveTo>
                  <a:pt x="572224" y="1736827"/>
                </a:moveTo>
                <a:cubicBezTo>
                  <a:pt x="722033" y="1892205"/>
                  <a:pt x="932339" y="1988864"/>
                  <a:pt x="1165225" y="1988864"/>
                </a:cubicBezTo>
                <a:cubicBezTo>
                  <a:pt x="1380630" y="1988864"/>
                  <a:pt x="1576724" y="1906169"/>
                  <a:pt x="1723492" y="1770799"/>
                </a:cubicBezTo>
                <a:lnTo>
                  <a:pt x="1965198" y="2012480"/>
                </a:lnTo>
                <a:cubicBezTo>
                  <a:pt x="1756467" y="2209597"/>
                  <a:pt x="1474959" y="2330450"/>
                  <a:pt x="1165225" y="2330450"/>
                </a:cubicBezTo>
                <a:cubicBezTo>
                  <a:pt x="836701" y="2330450"/>
                  <a:pt x="539934" y="2194497"/>
                  <a:pt x="328111" y="1975777"/>
                </a:cubicBezTo>
                <a:lnTo>
                  <a:pt x="572224" y="1736827"/>
                </a:lnTo>
                <a:close/>
                <a:moveTo>
                  <a:pt x="542220" y="1703991"/>
                </a:moveTo>
                <a:cubicBezTo>
                  <a:pt x="417214" y="1559566"/>
                  <a:pt x="341586" y="1371225"/>
                  <a:pt x="341586" y="1165225"/>
                </a:cubicBezTo>
                <a:cubicBezTo>
                  <a:pt x="341586" y="949820"/>
                  <a:pt x="424281" y="753726"/>
                  <a:pt x="559651" y="606959"/>
                </a:cubicBezTo>
                <a:lnTo>
                  <a:pt x="317970" y="365277"/>
                </a:lnTo>
                <a:cubicBezTo>
                  <a:pt x="120847" y="573983"/>
                  <a:pt x="0" y="855491"/>
                  <a:pt x="0" y="1165225"/>
                </a:cubicBezTo>
                <a:cubicBezTo>
                  <a:pt x="0" y="1464247"/>
                  <a:pt x="112636" y="1736960"/>
                  <a:pt x="297790" y="1943259"/>
                </a:cubicBezTo>
                <a:lnTo>
                  <a:pt x="542220" y="1703991"/>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a:extLst>
              <a:ext uri="{FF2B5EF4-FFF2-40B4-BE49-F238E27FC236}">
                <a16:creationId xmlns:a16="http://schemas.microsoft.com/office/drawing/2014/main" id="{2C4DC72B-ABDF-823A-DE0C-F9B937B17DD7}"/>
              </a:ext>
            </a:extLst>
          </p:cNvPr>
          <p:cNvSpPr/>
          <p:nvPr/>
        </p:nvSpPr>
        <p:spPr>
          <a:xfrm>
            <a:off x="3575050" y="1663700"/>
            <a:ext cx="4184650" cy="4184650"/>
          </a:xfrm>
          <a:custGeom>
            <a:avLst/>
            <a:gdLst>
              <a:gd name="connsiteX0" fmla="*/ 3659950 w 4184650"/>
              <a:gd name="connsiteY0" fmla="*/ 3478124 h 4184650"/>
              <a:gd name="connsiteX1" fmla="*/ 4184650 w 4184650"/>
              <a:gd name="connsiteY1" fmla="*/ 2092325 h 4184650"/>
              <a:gd name="connsiteX2" fmla="*/ 3583115 w 4184650"/>
              <a:gd name="connsiteY2" fmla="*/ 624173 h 4184650"/>
              <a:gd name="connsiteX3" fmla="*/ 3397314 w 4184650"/>
              <a:gd name="connsiteY3" fmla="*/ 806025 h 4184650"/>
              <a:gd name="connsiteX4" fmla="*/ 3924681 w 4184650"/>
              <a:gd name="connsiteY4" fmla="*/ 2092325 h 4184650"/>
              <a:gd name="connsiteX5" fmla="*/ 3482531 w 4184650"/>
              <a:gd name="connsiteY5" fmla="*/ 3286049 h 4184650"/>
              <a:gd name="connsiteX6" fmla="*/ 3512312 w 4184650"/>
              <a:gd name="connsiteY6" fmla="*/ 3447504 h 4184650"/>
              <a:gd name="connsiteX7" fmla="*/ 3659950 w 4184650"/>
              <a:gd name="connsiteY7" fmla="*/ 3478124 h 4184650"/>
              <a:gd name="connsiteX8" fmla="*/ 3547555 w 4184650"/>
              <a:gd name="connsiteY8" fmla="*/ 3595694 h 4184650"/>
              <a:gd name="connsiteX9" fmla="*/ 3510470 w 4184650"/>
              <a:gd name="connsiteY9" fmla="*/ 3557797 h 4184650"/>
              <a:gd name="connsiteX10" fmla="*/ 3364103 w 4184650"/>
              <a:gd name="connsiteY10" fmla="*/ 3411436 h 4184650"/>
              <a:gd name="connsiteX11" fmla="*/ 2092325 w 4184650"/>
              <a:gd name="connsiteY11" fmla="*/ 3924687 h 4184650"/>
              <a:gd name="connsiteX12" fmla="*/ 1120496 w 4184650"/>
              <a:gd name="connsiteY12" fmla="*/ 3646024 h 4184650"/>
              <a:gd name="connsiteX13" fmla="*/ 952843 w 4184650"/>
              <a:gd name="connsiteY13" fmla="*/ 3690957 h 4184650"/>
              <a:gd name="connsiteX14" fmla="*/ 958361 w 4184650"/>
              <a:gd name="connsiteY14" fmla="*/ 3851021 h 4184650"/>
              <a:gd name="connsiteX15" fmla="*/ 2092325 w 4184650"/>
              <a:gd name="connsiteY15" fmla="*/ 4184650 h 4184650"/>
              <a:gd name="connsiteX16" fmla="*/ 3547555 w 4184650"/>
              <a:gd name="connsiteY16" fmla="*/ 3595694 h 4184650"/>
              <a:gd name="connsiteX17" fmla="*/ 802450 w 4184650"/>
              <a:gd name="connsiteY17" fmla="*/ 3739877 h 4184650"/>
              <a:gd name="connsiteX18" fmla="*/ 957199 w 4184650"/>
              <a:gd name="connsiteY18" fmla="*/ 3530835 h 4184650"/>
              <a:gd name="connsiteX19" fmla="*/ 778459 w 4184650"/>
              <a:gd name="connsiteY19" fmla="*/ 3369551 h 4184650"/>
              <a:gd name="connsiteX20" fmla="*/ 592684 w 4184650"/>
              <a:gd name="connsiteY20" fmla="*/ 3551403 h 4184650"/>
              <a:gd name="connsiteX21" fmla="*/ 802450 w 4184650"/>
              <a:gd name="connsiteY21" fmla="*/ 3739877 h 4184650"/>
              <a:gd name="connsiteX22" fmla="*/ 562020 w 4184650"/>
              <a:gd name="connsiteY22" fmla="*/ 3519221 h 4184650"/>
              <a:gd name="connsiteX23" fmla="*/ 0 w 4184650"/>
              <a:gd name="connsiteY23" fmla="*/ 2092325 h 4184650"/>
              <a:gd name="connsiteX24" fmla="*/ 524040 w 4184650"/>
              <a:gd name="connsiteY24" fmla="*/ 707257 h 4184650"/>
              <a:gd name="connsiteX25" fmla="*/ 664756 w 4184650"/>
              <a:gd name="connsiteY25" fmla="*/ 744887 h 4184650"/>
              <a:gd name="connsiteX26" fmla="*/ 704368 w 4184650"/>
              <a:gd name="connsiteY26" fmla="*/ 895985 h 4184650"/>
              <a:gd name="connsiteX27" fmla="*/ 259963 w 4184650"/>
              <a:gd name="connsiteY27" fmla="*/ 2092325 h 4184650"/>
              <a:gd name="connsiteX28" fmla="*/ 747859 w 4184650"/>
              <a:gd name="connsiteY28" fmla="*/ 3337312 h 4184650"/>
              <a:gd name="connsiteX29" fmla="*/ 562020 w 4184650"/>
              <a:gd name="connsiteY29" fmla="*/ 3519221 h 4184650"/>
              <a:gd name="connsiteX30" fmla="*/ 3272981 w 4184650"/>
              <a:gd name="connsiteY30" fmla="*/ 691001 h 4184650"/>
              <a:gd name="connsiteX31" fmla="*/ 2092325 w 4184650"/>
              <a:gd name="connsiteY31" fmla="*/ 259963 h 4184650"/>
              <a:gd name="connsiteX32" fmla="*/ 804450 w 4184650"/>
              <a:gd name="connsiteY32" fmla="*/ 788892 h 4184650"/>
              <a:gd name="connsiteX33" fmla="*/ 620624 w 4184650"/>
              <a:gd name="connsiteY33" fmla="*/ 605072 h 4184650"/>
              <a:gd name="connsiteX34" fmla="*/ 2092325 w 4184650"/>
              <a:gd name="connsiteY34" fmla="*/ 0 h 4184650"/>
              <a:gd name="connsiteX35" fmla="*/ 3460750 w 4184650"/>
              <a:gd name="connsiteY35" fmla="*/ 509461 h 4184650"/>
              <a:gd name="connsiteX36" fmla="*/ 3430778 w 4184650"/>
              <a:gd name="connsiteY36" fmla="*/ 661880 h 4184650"/>
              <a:gd name="connsiteX37" fmla="*/ 3272981 w 4184650"/>
              <a:gd name="connsiteY37" fmla="*/ 691001 h 418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4650" h="4184650">
                <a:moveTo>
                  <a:pt x="3659950" y="3478124"/>
                </a:moveTo>
                <a:cubicBezTo>
                  <a:pt x="3986467" y="3109055"/>
                  <a:pt x="4184650" y="2623833"/>
                  <a:pt x="4184650" y="2092325"/>
                </a:cubicBezTo>
                <a:cubicBezTo>
                  <a:pt x="4184650" y="1520298"/>
                  <a:pt x="3955097" y="1001884"/>
                  <a:pt x="3583115" y="624173"/>
                </a:cubicBezTo>
                <a:lnTo>
                  <a:pt x="3397314" y="806025"/>
                </a:lnTo>
                <a:cubicBezTo>
                  <a:pt x="3723450" y="1136853"/>
                  <a:pt x="3924681" y="1591082"/>
                  <a:pt x="3924681" y="2092325"/>
                </a:cubicBezTo>
                <a:cubicBezTo>
                  <a:pt x="3924681" y="2548306"/>
                  <a:pt x="3758120" y="2965393"/>
                  <a:pt x="3482531" y="3286049"/>
                </a:cubicBezTo>
                <a:lnTo>
                  <a:pt x="3512312" y="3447504"/>
                </a:lnTo>
                <a:lnTo>
                  <a:pt x="3659950" y="3478124"/>
                </a:lnTo>
                <a:close/>
                <a:moveTo>
                  <a:pt x="3547555" y="3595694"/>
                </a:moveTo>
                <a:lnTo>
                  <a:pt x="3510470" y="3557797"/>
                </a:lnTo>
                <a:lnTo>
                  <a:pt x="3364103" y="3411436"/>
                </a:lnTo>
                <a:cubicBezTo>
                  <a:pt x="3034602" y="3729228"/>
                  <a:pt x="2586285" y="3924687"/>
                  <a:pt x="2092325" y="3924687"/>
                </a:cubicBezTo>
                <a:cubicBezTo>
                  <a:pt x="1735341" y="3924687"/>
                  <a:pt x="1402194" y="3822599"/>
                  <a:pt x="1120496" y="3646024"/>
                </a:cubicBezTo>
                <a:lnTo>
                  <a:pt x="952843" y="3690957"/>
                </a:lnTo>
                <a:lnTo>
                  <a:pt x="958361" y="3851021"/>
                </a:lnTo>
                <a:cubicBezTo>
                  <a:pt x="1285088" y="4062120"/>
                  <a:pt x="1674400" y="4184650"/>
                  <a:pt x="2092325" y="4184650"/>
                </a:cubicBezTo>
                <a:cubicBezTo>
                  <a:pt x="2657862" y="4184650"/>
                  <a:pt x="3171000" y="3960279"/>
                  <a:pt x="3547555" y="3595694"/>
                </a:cubicBezTo>
                <a:close/>
                <a:moveTo>
                  <a:pt x="802450" y="3739877"/>
                </a:moveTo>
                <a:lnTo>
                  <a:pt x="957199" y="3530835"/>
                </a:lnTo>
                <a:cubicBezTo>
                  <a:pt x="894137" y="3481007"/>
                  <a:pt x="834422" y="3427114"/>
                  <a:pt x="778459" y="3369551"/>
                </a:cubicBezTo>
                <a:lnTo>
                  <a:pt x="592684" y="3551403"/>
                </a:lnTo>
                <a:cubicBezTo>
                  <a:pt x="658266" y="3618795"/>
                  <a:pt x="728351" y="3681781"/>
                  <a:pt x="802450" y="3739877"/>
                </a:cubicBezTo>
                <a:close/>
                <a:moveTo>
                  <a:pt x="562020" y="3519221"/>
                </a:moveTo>
                <a:cubicBezTo>
                  <a:pt x="213354" y="3145447"/>
                  <a:pt x="0" y="2643803"/>
                  <a:pt x="0" y="2092325"/>
                </a:cubicBezTo>
                <a:cubicBezTo>
                  <a:pt x="0" y="1561167"/>
                  <a:pt x="197923" y="1076230"/>
                  <a:pt x="524040" y="707257"/>
                </a:cubicBezTo>
                <a:lnTo>
                  <a:pt x="664756" y="744887"/>
                </a:lnTo>
                <a:lnTo>
                  <a:pt x="704368" y="895985"/>
                </a:lnTo>
                <a:cubicBezTo>
                  <a:pt x="427431" y="1216990"/>
                  <a:pt x="259963" y="1635099"/>
                  <a:pt x="259963" y="2092325"/>
                </a:cubicBezTo>
                <a:cubicBezTo>
                  <a:pt x="259963" y="2573014"/>
                  <a:pt x="445059" y="3010465"/>
                  <a:pt x="747859" y="3337312"/>
                </a:cubicBezTo>
                <a:lnTo>
                  <a:pt x="562020" y="3519221"/>
                </a:lnTo>
                <a:close/>
                <a:moveTo>
                  <a:pt x="3272981" y="691001"/>
                </a:moveTo>
                <a:cubicBezTo>
                  <a:pt x="2954083" y="422046"/>
                  <a:pt x="2542147" y="259963"/>
                  <a:pt x="2092325" y="259963"/>
                </a:cubicBezTo>
                <a:cubicBezTo>
                  <a:pt x="1590288" y="259963"/>
                  <a:pt x="1135406" y="461861"/>
                  <a:pt x="804450" y="788892"/>
                </a:cubicBezTo>
                <a:lnTo>
                  <a:pt x="620624" y="605072"/>
                </a:lnTo>
                <a:cubicBezTo>
                  <a:pt x="998633" y="230994"/>
                  <a:pt x="1518501" y="0"/>
                  <a:pt x="2092325" y="0"/>
                </a:cubicBezTo>
                <a:cubicBezTo>
                  <a:pt x="2615521" y="0"/>
                  <a:pt x="3093847" y="192030"/>
                  <a:pt x="3460750" y="509461"/>
                </a:cubicBezTo>
                <a:lnTo>
                  <a:pt x="3430778" y="661880"/>
                </a:lnTo>
                <a:lnTo>
                  <a:pt x="3272981" y="691001"/>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0B414E9B-A3E9-2B8B-19E6-78889AC7DB5A}"/>
              </a:ext>
            </a:extLst>
          </p:cNvPr>
          <p:cNvSpPr/>
          <p:nvPr/>
        </p:nvSpPr>
        <p:spPr>
          <a:xfrm>
            <a:off x="3562350" y="1651000"/>
            <a:ext cx="4210050" cy="4210050"/>
          </a:xfrm>
          <a:custGeom>
            <a:avLst/>
            <a:gdLst>
              <a:gd name="connsiteX0" fmla="*/ 3672650 w 4210050"/>
              <a:gd name="connsiteY0" fmla="*/ 3490824 h 4210050"/>
              <a:gd name="connsiteX1" fmla="*/ 3670109 w 4210050"/>
              <a:gd name="connsiteY1" fmla="*/ 3503257 h 4210050"/>
              <a:gd name="connsiteX2" fmla="*/ 3677285 w 4210050"/>
              <a:gd name="connsiteY2" fmla="*/ 3504756 h 4210050"/>
              <a:gd name="connsiteX3" fmla="*/ 3682175 w 4210050"/>
              <a:gd name="connsiteY3" fmla="*/ 3499237 h 4210050"/>
              <a:gd name="connsiteX4" fmla="*/ 3672650 w 4210050"/>
              <a:gd name="connsiteY4" fmla="*/ 3490824 h 4210050"/>
              <a:gd name="connsiteX5" fmla="*/ 3595815 w 4210050"/>
              <a:gd name="connsiteY5" fmla="*/ 636873 h 4210050"/>
              <a:gd name="connsiteX6" fmla="*/ 3604831 w 4210050"/>
              <a:gd name="connsiteY6" fmla="*/ 627964 h 4210050"/>
              <a:gd name="connsiteX7" fmla="*/ 3595942 w 4210050"/>
              <a:gd name="connsiteY7" fmla="*/ 618941 h 4210050"/>
              <a:gd name="connsiteX8" fmla="*/ 3586925 w 4210050"/>
              <a:gd name="connsiteY8" fmla="*/ 627799 h 4210050"/>
              <a:gd name="connsiteX9" fmla="*/ 3595815 w 4210050"/>
              <a:gd name="connsiteY9" fmla="*/ 636873 h 4210050"/>
              <a:gd name="connsiteX10" fmla="*/ 3410014 w 4210050"/>
              <a:gd name="connsiteY10" fmla="*/ 818725 h 4210050"/>
              <a:gd name="connsiteX11" fmla="*/ 3401124 w 4210050"/>
              <a:gd name="connsiteY11" fmla="*/ 809650 h 4210050"/>
              <a:gd name="connsiteX12" fmla="*/ 3392043 w 4210050"/>
              <a:gd name="connsiteY12" fmla="*/ 818566 h 4210050"/>
              <a:gd name="connsiteX13" fmla="*/ 3400996 w 4210050"/>
              <a:gd name="connsiteY13" fmla="*/ 827640 h 4210050"/>
              <a:gd name="connsiteX14" fmla="*/ 3410014 w 4210050"/>
              <a:gd name="connsiteY14" fmla="*/ 818725 h 4210050"/>
              <a:gd name="connsiteX15" fmla="*/ 3495231 w 4210050"/>
              <a:gd name="connsiteY15" fmla="*/ 3298749 h 4210050"/>
              <a:gd name="connsiteX16" fmla="*/ 3485579 w 4210050"/>
              <a:gd name="connsiteY16" fmla="*/ 3290475 h 4210050"/>
              <a:gd name="connsiteX17" fmla="*/ 3481642 w 4210050"/>
              <a:gd name="connsiteY17" fmla="*/ 3295078 h 4210050"/>
              <a:gd name="connsiteX18" fmla="*/ 3482721 w 4210050"/>
              <a:gd name="connsiteY18" fmla="*/ 3301054 h 4210050"/>
              <a:gd name="connsiteX19" fmla="*/ 3495231 w 4210050"/>
              <a:gd name="connsiteY19" fmla="*/ 3298749 h 4210050"/>
              <a:gd name="connsiteX20" fmla="*/ 3525012 w 4210050"/>
              <a:gd name="connsiteY20" fmla="*/ 3460204 h 4210050"/>
              <a:gd name="connsiteX21" fmla="*/ 3512503 w 4210050"/>
              <a:gd name="connsiteY21" fmla="*/ 3462509 h 4210050"/>
              <a:gd name="connsiteX22" fmla="*/ 3514090 w 4210050"/>
              <a:gd name="connsiteY22" fmla="*/ 3470910 h 4210050"/>
              <a:gd name="connsiteX23" fmla="*/ 3522472 w 4210050"/>
              <a:gd name="connsiteY23" fmla="*/ 3472644 h 4210050"/>
              <a:gd name="connsiteX24" fmla="*/ 3525012 w 4210050"/>
              <a:gd name="connsiteY24" fmla="*/ 3460204 h 4210050"/>
              <a:gd name="connsiteX25" fmla="*/ 3560255 w 4210050"/>
              <a:gd name="connsiteY25" fmla="*/ 3608394 h 4210050"/>
              <a:gd name="connsiteX26" fmla="*/ 3569081 w 4210050"/>
              <a:gd name="connsiteY26" fmla="*/ 3617519 h 4210050"/>
              <a:gd name="connsiteX27" fmla="*/ 3578289 w 4210050"/>
              <a:gd name="connsiteY27" fmla="*/ 3608641 h 4210050"/>
              <a:gd name="connsiteX28" fmla="*/ 3569335 w 4210050"/>
              <a:gd name="connsiteY28" fmla="*/ 3599510 h 4210050"/>
              <a:gd name="connsiteX29" fmla="*/ 3560255 w 4210050"/>
              <a:gd name="connsiteY29" fmla="*/ 3608394 h 4210050"/>
              <a:gd name="connsiteX30" fmla="*/ 3523170 w 4210050"/>
              <a:gd name="connsiteY30" fmla="*/ 3570497 h 4210050"/>
              <a:gd name="connsiteX31" fmla="*/ 3532251 w 4210050"/>
              <a:gd name="connsiteY31" fmla="*/ 3561613 h 4210050"/>
              <a:gd name="connsiteX32" fmla="*/ 3532188 w 4210050"/>
              <a:gd name="connsiteY32" fmla="*/ 3561563 h 4210050"/>
              <a:gd name="connsiteX33" fmla="*/ 3532188 w 4210050"/>
              <a:gd name="connsiteY33" fmla="*/ 3561512 h 4210050"/>
              <a:gd name="connsiteX34" fmla="*/ 3523170 w 4210050"/>
              <a:gd name="connsiteY34" fmla="*/ 3570497 h 4210050"/>
              <a:gd name="connsiteX35" fmla="*/ 3376803 w 4210050"/>
              <a:gd name="connsiteY35" fmla="*/ 3424136 h 4210050"/>
              <a:gd name="connsiteX36" fmla="*/ 3385820 w 4210050"/>
              <a:gd name="connsiteY36" fmla="*/ 3415157 h 4210050"/>
              <a:gd name="connsiteX37" fmla="*/ 3376994 w 4210050"/>
              <a:gd name="connsiteY37" fmla="*/ 3406337 h 4210050"/>
              <a:gd name="connsiteX38" fmla="*/ 3368040 w 4210050"/>
              <a:gd name="connsiteY38" fmla="*/ 3414998 h 4210050"/>
              <a:gd name="connsiteX39" fmla="*/ 3376803 w 4210050"/>
              <a:gd name="connsiteY39" fmla="*/ 3424136 h 4210050"/>
              <a:gd name="connsiteX40" fmla="*/ 1133196 w 4210050"/>
              <a:gd name="connsiteY40" fmla="*/ 3658724 h 4210050"/>
              <a:gd name="connsiteX41" fmla="*/ 1139939 w 4210050"/>
              <a:gd name="connsiteY41" fmla="*/ 3647967 h 4210050"/>
              <a:gd name="connsiteX42" fmla="*/ 1135253 w 4210050"/>
              <a:gd name="connsiteY42" fmla="*/ 3645027 h 4210050"/>
              <a:gd name="connsiteX43" fmla="*/ 1129906 w 4210050"/>
              <a:gd name="connsiteY43" fmla="*/ 3646462 h 4210050"/>
              <a:gd name="connsiteX44" fmla="*/ 1133196 w 4210050"/>
              <a:gd name="connsiteY44" fmla="*/ 3658724 h 4210050"/>
              <a:gd name="connsiteX45" fmla="*/ 965543 w 4210050"/>
              <a:gd name="connsiteY45" fmla="*/ 3703657 h 4210050"/>
              <a:gd name="connsiteX46" fmla="*/ 962254 w 4210050"/>
              <a:gd name="connsiteY46" fmla="*/ 3691388 h 4210050"/>
              <a:gd name="connsiteX47" fmla="*/ 952506 w 4210050"/>
              <a:gd name="connsiteY47" fmla="*/ 3694004 h 4210050"/>
              <a:gd name="connsiteX48" fmla="*/ 952849 w 4210050"/>
              <a:gd name="connsiteY48" fmla="*/ 3704095 h 4210050"/>
              <a:gd name="connsiteX49" fmla="*/ 965543 w 4210050"/>
              <a:gd name="connsiteY49" fmla="*/ 3703657 h 4210050"/>
              <a:gd name="connsiteX50" fmla="*/ 971061 w 4210050"/>
              <a:gd name="connsiteY50" fmla="*/ 3863721 h 4210050"/>
              <a:gd name="connsiteX51" fmla="*/ 958368 w 4210050"/>
              <a:gd name="connsiteY51" fmla="*/ 3864159 h 4210050"/>
              <a:gd name="connsiteX52" fmla="*/ 958596 w 4210050"/>
              <a:gd name="connsiteY52" fmla="*/ 3870789 h 4210050"/>
              <a:gd name="connsiteX53" fmla="*/ 964171 w 4210050"/>
              <a:gd name="connsiteY53" fmla="*/ 3874389 h 4210050"/>
              <a:gd name="connsiteX54" fmla="*/ 971061 w 4210050"/>
              <a:gd name="connsiteY54" fmla="*/ 3863721 h 4210050"/>
              <a:gd name="connsiteX55" fmla="*/ 969899 w 4210050"/>
              <a:gd name="connsiteY55" fmla="*/ 3543535 h 4210050"/>
              <a:gd name="connsiteX56" fmla="*/ 980110 w 4210050"/>
              <a:gd name="connsiteY56" fmla="*/ 3551092 h 4210050"/>
              <a:gd name="connsiteX57" fmla="*/ 987431 w 4210050"/>
              <a:gd name="connsiteY57" fmla="*/ 3541205 h 4210050"/>
              <a:gd name="connsiteX58" fmla="*/ 977773 w 4210050"/>
              <a:gd name="connsiteY58" fmla="*/ 3533572 h 4210050"/>
              <a:gd name="connsiteX59" fmla="*/ 969899 w 4210050"/>
              <a:gd name="connsiteY59" fmla="*/ 3543535 h 4210050"/>
              <a:gd name="connsiteX60" fmla="*/ 815150 w 4210050"/>
              <a:gd name="connsiteY60" fmla="*/ 3752577 h 4210050"/>
              <a:gd name="connsiteX61" fmla="*/ 807320 w 4210050"/>
              <a:gd name="connsiteY61" fmla="*/ 3762572 h 4210050"/>
              <a:gd name="connsiteX62" fmla="*/ 817594 w 4210050"/>
              <a:gd name="connsiteY62" fmla="*/ 3770630 h 4210050"/>
              <a:gd name="connsiteX63" fmla="*/ 825361 w 4210050"/>
              <a:gd name="connsiteY63" fmla="*/ 3760133 h 4210050"/>
              <a:gd name="connsiteX64" fmla="*/ 815150 w 4210050"/>
              <a:gd name="connsiteY64" fmla="*/ 3752577 h 4210050"/>
              <a:gd name="connsiteX65" fmla="*/ 791159 w 4210050"/>
              <a:gd name="connsiteY65" fmla="*/ 3382251 h 4210050"/>
              <a:gd name="connsiteX66" fmla="*/ 800265 w 4210050"/>
              <a:gd name="connsiteY66" fmla="*/ 3373400 h 4210050"/>
              <a:gd name="connsiteX67" fmla="*/ 791382 w 4210050"/>
              <a:gd name="connsiteY67" fmla="*/ 3364262 h 4210050"/>
              <a:gd name="connsiteX68" fmla="*/ 782276 w 4210050"/>
              <a:gd name="connsiteY68" fmla="*/ 3373177 h 4210050"/>
              <a:gd name="connsiteX69" fmla="*/ 791159 w 4210050"/>
              <a:gd name="connsiteY69" fmla="*/ 3382251 h 4210050"/>
              <a:gd name="connsiteX70" fmla="*/ 605384 w 4210050"/>
              <a:gd name="connsiteY70" fmla="*/ 3564103 h 4210050"/>
              <a:gd name="connsiteX71" fmla="*/ 596500 w 4210050"/>
              <a:gd name="connsiteY71" fmla="*/ 3555028 h 4210050"/>
              <a:gd name="connsiteX72" fmla="*/ 587451 w 4210050"/>
              <a:gd name="connsiteY72" fmla="*/ 3563887 h 4210050"/>
              <a:gd name="connsiteX73" fmla="*/ 596284 w 4210050"/>
              <a:gd name="connsiteY73" fmla="*/ 3572961 h 4210050"/>
              <a:gd name="connsiteX74" fmla="*/ 605384 w 4210050"/>
              <a:gd name="connsiteY74" fmla="*/ 3564103 h 4210050"/>
              <a:gd name="connsiteX75" fmla="*/ 574720 w 4210050"/>
              <a:gd name="connsiteY75" fmla="*/ 3531921 h 4210050"/>
              <a:gd name="connsiteX76" fmla="*/ 565436 w 4210050"/>
              <a:gd name="connsiteY76" fmla="*/ 3540582 h 4210050"/>
              <a:gd name="connsiteX77" fmla="*/ 574307 w 4210050"/>
              <a:gd name="connsiteY77" fmla="*/ 3550095 h 4210050"/>
              <a:gd name="connsiteX78" fmla="*/ 583603 w 4210050"/>
              <a:gd name="connsiteY78" fmla="*/ 3540995 h 4210050"/>
              <a:gd name="connsiteX79" fmla="*/ 574720 w 4210050"/>
              <a:gd name="connsiteY79" fmla="*/ 3531921 h 4210050"/>
              <a:gd name="connsiteX80" fmla="*/ 536740 w 4210050"/>
              <a:gd name="connsiteY80" fmla="*/ 719957 h 4210050"/>
              <a:gd name="connsiteX81" fmla="*/ 540023 w 4210050"/>
              <a:gd name="connsiteY81" fmla="*/ 707688 h 4210050"/>
              <a:gd name="connsiteX82" fmla="*/ 532428 w 4210050"/>
              <a:gd name="connsiteY82" fmla="*/ 705657 h 4210050"/>
              <a:gd name="connsiteX83" fmla="*/ 527228 w 4210050"/>
              <a:gd name="connsiteY83" fmla="*/ 711543 h 4210050"/>
              <a:gd name="connsiteX84" fmla="*/ 536740 w 4210050"/>
              <a:gd name="connsiteY84" fmla="*/ 719957 h 4210050"/>
              <a:gd name="connsiteX85" fmla="*/ 677456 w 4210050"/>
              <a:gd name="connsiteY85" fmla="*/ 757587 h 4210050"/>
              <a:gd name="connsiteX86" fmla="*/ 689743 w 4210050"/>
              <a:gd name="connsiteY86" fmla="*/ 754367 h 4210050"/>
              <a:gd name="connsiteX87" fmla="*/ 687870 w 4210050"/>
              <a:gd name="connsiteY87" fmla="*/ 747224 h 4210050"/>
              <a:gd name="connsiteX88" fmla="*/ 680739 w 4210050"/>
              <a:gd name="connsiteY88" fmla="*/ 745318 h 4210050"/>
              <a:gd name="connsiteX89" fmla="*/ 677456 w 4210050"/>
              <a:gd name="connsiteY89" fmla="*/ 757587 h 4210050"/>
              <a:gd name="connsiteX90" fmla="*/ 717068 w 4210050"/>
              <a:gd name="connsiteY90" fmla="*/ 908685 h 4210050"/>
              <a:gd name="connsiteX91" fmla="*/ 726681 w 4210050"/>
              <a:gd name="connsiteY91" fmla="*/ 916978 h 4210050"/>
              <a:gd name="connsiteX92" fmla="*/ 731044 w 4210050"/>
              <a:gd name="connsiteY92" fmla="*/ 911923 h 4210050"/>
              <a:gd name="connsiteX93" fmla="*/ 729355 w 4210050"/>
              <a:gd name="connsiteY93" fmla="*/ 905465 h 4210050"/>
              <a:gd name="connsiteX94" fmla="*/ 717068 w 4210050"/>
              <a:gd name="connsiteY94" fmla="*/ 908685 h 4210050"/>
              <a:gd name="connsiteX95" fmla="*/ 760559 w 4210050"/>
              <a:gd name="connsiteY95" fmla="*/ 3350012 h 4210050"/>
              <a:gd name="connsiteX96" fmla="*/ 769442 w 4210050"/>
              <a:gd name="connsiteY96" fmla="*/ 3359087 h 4210050"/>
              <a:gd name="connsiteX97" fmla="*/ 778269 w 4210050"/>
              <a:gd name="connsiteY97" fmla="*/ 3350444 h 4210050"/>
              <a:gd name="connsiteX98" fmla="*/ 769874 w 4210050"/>
              <a:gd name="connsiteY98" fmla="*/ 3341376 h 4210050"/>
              <a:gd name="connsiteX99" fmla="*/ 760559 w 4210050"/>
              <a:gd name="connsiteY99" fmla="*/ 3350012 h 4210050"/>
              <a:gd name="connsiteX100" fmla="*/ 3285681 w 4210050"/>
              <a:gd name="connsiteY100" fmla="*/ 703701 h 4210050"/>
              <a:gd name="connsiteX101" fmla="*/ 3277489 w 4210050"/>
              <a:gd name="connsiteY101" fmla="*/ 713403 h 4210050"/>
              <a:gd name="connsiteX102" fmla="*/ 3282125 w 4210050"/>
              <a:gd name="connsiteY102" fmla="*/ 717277 h 4210050"/>
              <a:gd name="connsiteX103" fmla="*/ 3287967 w 4210050"/>
              <a:gd name="connsiteY103" fmla="*/ 716185 h 4210050"/>
              <a:gd name="connsiteX104" fmla="*/ 3285681 w 4210050"/>
              <a:gd name="connsiteY104" fmla="*/ 703701 h 4210050"/>
              <a:gd name="connsiteX105" fmla="*/ 817150 w 4210050"/>
              <a:gd name="connsiteY105" fmla="*/ 801592 h 4210050"/>
              <a:gd name="connsiteX106" fmla="*/ 808171 w 4210050"/>
              <a:gd name="connsiteY106" fmla="*/ 810577 h 4210050"/>
              <a:gd name="connsiteX107" fmla="*/ 817099 w 4210050"/>
              <a:gd name="connsiteY107" fmla="*/ 819499 h 4210050"/>
              <a:gd name="connsiteX108" fmla="*/ 826078 w 4210050"/>
              <a:gd name="connsiteY108" fmla="*/ 810628 h 4210050"/>
              <a:gd name="connsiteX109" fmla="*/ 817150 w 4210050"/>
              <a:gd name="connsiteY109" fmla="*/ 801592 h 4210050"/>
              <a:gd name="connsiteX110" fmla="*/ 633324 w 4210050"/>
              <a:gd name="connsiteY110" fmla="*/ 617772 h 4210050"/>
              <a:gd name="connsiteX111" fmla="*/ 624396 w 4210050"/>
              <a:gd name="connsiteY111" fmla="*/ 608743 h 4210050"/>
              <a:gd name="connsiteX112" fmla="*/ 615321 w 4210050"/>
              <a:gd name="connsiteY112" fmla="*/ 617722 h 4210050"/>
              <a:gd name="connsiteX113" fmla="*/ 624345 w 4210050"/>
              <a:gd name="connsiteY113" fmla="*/ 626751 h 4210050"/>
              <a:gd name="connsiteX114" fmla="*/ 633324 w 4210050"/>
              <a:gd name="connsiteY114" fmla="*/ 617772 h 4210050"/>
              <a:gd name="connsiteX115" fmla="*/ 3473450 w 4210050"/>
              <a:gd name="connsiteY115" fmla="*/ 522161 h 4210050"/>
              <a:gd name="connsiteX116" fmla="*/ 3485896 w 4210050"/>
              <a:gd name="connsiteY116" fmla="*/ 524605 h 4210050"/>
              <a:gd name="connsiteX117" fmla="*/ 3487293 w 4210050"/>
              <a:gd name="connsiteY117" fmla="*/ 517379 h 4210050"/>
              <a:gd name="connsiteX118" fmla="*/ 3481705 w 4210050"/>
              <a:gd name="connsiteY118" fmla="*/ 512559 h 4210050"/>
              <a:gd name="connsiteX119" fmla="*/ 3473450 w 4210050"/>
              <a:gd name="connsiteY119" fmla="*/ 522161 h 4210050"/>
              <a:gd name="connsiteX120" fmla="*/ 3443478 w 4210050"/>
              <a:gd name="connsiteY120" fmla="*/ 674580 h 4210050"/>
              <a:gd name="connsiteX121" fmla="*/ 3445828 w 4210050"/>
              <a:gd name="connsiteY121" fmla="*/ 687070 h 4210050"/>
              <a:gd name="connsiteX122" fmla="*/ 3454273 w 4210050"/>
              <a:gd name="connsiteY122" fmla="*/ 685502 h 4210050"/>
              <a:gd name="connsiteX123" fmla="*/ 3455988 w 4210050"/>
              <a:gd name="connsiteY123" fmla="*/ 677031 h 4210050"/>
              <a:gd name="connsiteX124" fmla="*/ 3443478 w 4210050"/>
              <a:gd name="connsiteY124" fmla="*/ 674580 h 4210050"/>
              <a:gd name="connsiteX125" fmla="*/ 4184650 w 4210050"/>
              <a:gd name="connsiteY125" fmla="*/ 2105025 h 4210050"/>
              <a:gd name="connsiteX126" fmla="*/ 3663125 w 4210050"/>
              <a:gd name="connsiteY126" fmla="*/ 3482410 h 4210050"/>
              <a:gd name="connsiteX127" fmla="*/ 3682175 w 4210050"/>
              <a:gd name="connsiteY127" fmla="*/ 3499237 h 4210050"/>
              <a:gd name="connsiteX128" fmla="*/ 4210050 w 4210050"/>
              <a:gd name="connsiteY128" fmla="*/ 2105025 h 4210050"/>
              <a:gd name="connsiteX129" fmla="*/ 4184650 w 4210050"/>
              <a:gd name="connsiteY129" fmla="*/ 2105025 h 4210050"/>
              <a:gd name="connsiteX130" fmla="*/ 3586734 w 4210050"/>
              <a:gd name="connsiteY130" fmla="*/ 645789 h 4210050"/>
              <a:gd name="connsiteX131" fmla="*/ 4184650 w 4210050"/>
              <a:gd name="connsiteY131" fmla="*/ 2105025 h 4210050"/>
              <a:gd name="connsiteX132" fmla="*/ 4210050 w 4210050"/>
              <a:gd name="connsiteY132" fmla="*/ 2105025 h 4210050"/>
              <a:gd name="connsiteX133" fmla="*/ 3604831 w 4210050"/>
              <a:gd name="connsiteY133" fmla="*/ 627964 h 4210050"/>
              <a:gd name="connsiteX134" fmla="*/ 3586734 w 4210050"/>
              <a:gd name="connsiteY134" fmla="*/ 645789 h 4210050"/>
              <a:gd name="connsiteX135" fmla="*/ 3586925 w 4210050"/>
              <a:gd name="connsiteY135" fmla="*/ 627799 h 4210050"/>
              <a:gd name="connsiteX136" fmla="*/ 3401124 w 4210050"/>
              <a:gd name="connsiteY136" fmla="*/ 809650 h 4210050"/>
              <a:gd name="connsiteX137" fmla="*/ 3418904 w 4210050"/>
              <a:gd name="connsiteY137" fmla="*/ 827799 h 4210050"/>
              <a:gd name="connsiteX138" fmla="*/ 3604641 w 4210050"/>
              <a:gd name="connsiteY138" fmla="*/ 645954 h 4210050"/>
              <a:gd name="connsiteX139" fmla="*/ 3586925 w 4210050"/>
              <a:gd name="connsiteY139" fmla="*/ 627799 h 4210050"/>
              <a:gd name="connsiteX140" fmla="*/ 3950081 w 4210050"/>
              <a:gd name="connsiteY140" fmla="*/ 2105025 h 4210050"/>
              <a:gd name="connsiteX141" fmla="*/ 3419031 w 4210050"/>
              <a:gd name="connsiteY141" fmla="*/ 809809 h 4210050"/>
              <a:gd name="connsiteX142" fmla="*/ 3400996 w 4210050"/>
              <a:gd name="connsiteY142" fmla="*/ 827640 h 4210050"/>
              <a:gd name="connsiteX143" fmla="*/ 3924681 w 4210050"/>
              <a:gd name="connsiteY143" fmla="*/ 2105025 h 4210050"/>
              <a:gd name="connsiteX144" fmla="*/ 3950081 w 4210050"/>
              <a:gd name="connsiteY144" fmla="*/ 2105025 h 4210050"/>
              <a:gd name="connsiteX145" fmla="*/ 3504882 w 4210050"/>
              <a:gd name="connsiteY145" fmla="*/ 3307029 h 4210050"/>
              <a:gd name="connsiteX146" fmla="*/ 3950081 w 4210050"/>
              <a:gd name="connsiteY146" fmla="*/ 2105025 h 4210050"/>
              <a:gd name="connsiteX147" fmla="*/ 3924681 w 4210050"/>
              <a:gd name="connsiteY147" fmla="*/ 2105025 h 4210050"/>
              <a:gd name="connsiteX148" fmla="*/ 3485579 w 4210050"/>
              <a:gd name="connsiteY148" fmla="*/ 3290475 h 4210050"/>
              <a:gd name="connsiteX149" fmla="*/ 3504882 w 4210050"/>
              <a:gd name="connsiteY149" fmla="*/ 3307029 h 4210050"/>
              <a:gd name="connsiteX150" fmla="*/ 3482721 w 4210050"/>
              <a:gd name="connsiteY150" fmla="*/ 3301054 h 4210050"/>
              <a:gd name="connsiteX151" fmla="*/ 3512503 w 4210050"/>
              <a:gd name="connsiteY151" fmla="*/ 3462509 h 4210050"/>
              <a:gd name="connsiteX152" fmla="*/ 3537521 w 4210050"/>
              <a:gd name="connsiteY152" fmla="*/ 3457899 h 4210050"/>
              <a:gd name="connsiteX153" fmla="*/ 3507740 w 4210050"/>
              <a:gd name="connsiteY153" fmla="*/ 3296450 h 4210050"/>
              <a:gd name="connsiteX154" fmla="*/ 3482721 w 4210050"/>
              <a:gd name="connsiteY154" fmla="*/ 3301054 h 4210050"/>
              <a:gd name="connsiteX155" fmla="*/ 3522472 w 4210050"/>
              <a:gd name="connsiteY155" fmla="*/ 3472644 h 4210050"/>
              <a:gd name="connsiteX156" fmla="*/ 3670109 w 4210050"/>
              <a:gd name="connsiteY156" fmla="*/ 3503257 h 4210050"/>
              <a:gd name="connsiteX157" fmla="*/ 3675253 w 4210050"/>
              <a:gd name="connsiteY157" fmla="*/ 3478391 h 4210050"/>
              <a:gd name="connsiteX158" fmla="*/ 3527616 w 4210050"/>
              <a:gd name="connsiteY158" fmla="*/ 3447771 h 4210050"/>
              <a:gd name="connsiteX159" fmla="*/ 3522472 w 4210050"/>
              <a:gd name="connsiteY159" fmla="*/ 3472644 h 4210050"/>
              <a:gd name="connsiteX160" fmla="*/ 3569335 w 4210050"/>
              <a:gd name="connsiteY160" fmla="*/ 3599510 h 4210050"/>
              <a:gd name="connsiteX161" fmla="*/ 3532251 w 4210050"/>
              <a:gd name="connsiteY161" fmla="*/ 3561613 h 4210050"/>
              <a:gd name="connsiteX162" fmla="*/ 3514090 w 4210050"/>
              <a:gd name="connsiteY162" fmla="*/ 3579375 h 4210050"/>
              <a:gd name="connsiteX163" fmla="*/ 3551174 w 4210050"/>
              <a:gd name="connsiteY163" fmla="*/ 3617278 h 4210050"/>
              <a:gd name="connsiteX164" fmla="*/ 3569335 w 4210050"/>
              <a:gd name="connsiteY164" fmla="*/ 3599510 h 4210050"/>
              <a:gd name="connsiteX165" fmla="*/ 3532188 w 4210050"/>
              <a:gd name="connsiteY165" fmla="*/ 3561512 h 4210050"/>
              <a:gd name="connsiteX166" fmla="*/ 3385820 w 4210050"/>
              <a:gd name="connsiteY166" fmla="*/ 3415157 h 4210050"/>
              <a:gd name="connsiteX167" fmla="*/ 3367850 w 4210050"/>
              <a:gd name="connsiteY167" fmla="*/ 3433121 h 4210050"/>
              <a:gd name="connsiteX168" fmla="*/ 3514217 w 4210050"/>
              <a:gd name="connsiteY168" fmla="*/ 3579476 h 4210050"/>
              <a:gd name="connsiteX169" fmla="*/ 3532188 w 4210050"/>
              <a:gd name="connsiteY169" fmla="*/ 3561512 h 4210050"/>
              <a:gd name="connsiteX170" fmla="*/ 2105025 w 4210050"/>
              <a:gd name="connsiteY170" fmla="*/ 3950087 h 4210050"/>
              <a:gd name="connsiteX171" fmla="*/ 3385630 w 4210050"/>
              <a:gd name="connsiteY171" fmla="*/ 3433280 h 4210050"/>
              <a:gd name="connsiteX172" fmla="*/ 3368040 w 4210050"/>
              <a:gd name="connsiteY172" fmla="*/ 3414998 h 4210050"/>
              <a:gd name="connsiteX173" fmla="*/ 2105025 w 4210050"/>
              <a:gd name="connsiteY173" fmla="*/ 3924687 h 4210050"/>
              <a:gd name="connsiteX174" fmla="*/ 2105025 w 4210050"/>
              <a:gd name="connsiteY174" fmla="*/ 3950087 h 4210050"/>
              <a:gd name="connsiteX175" fmla="*/ 1126452 w 4210050"/>
              <a:gd name="connsiteY175" fmla="*/ 3669487 h 4210050"/>
              <a:gd name="connsiteX176" fmla="*/ 2105025 w 4210050"/>
              <a:gd name="connsiteY176" fmla="*/ 3950087 h 4210050"/>
              <a:gd name="connsiteX177" fmla="*/ 2105025 w 4210050"/>
              <a:gd name="connsiteY177" fmla="*/ 3924687 h 4210050"/>
              <a:gd name="connsiteX178" fmla="*/ 1139939 w 4210050"/>
              <a:gd name="connsiteY178" fmla="*/ 3647967 h 4210050"/>
              <a:gd name="connsiteX179" fmla="*/ 1126452 w 4210050"/>
              <a:gd name="connsiteY179" fmla="*/ 3669487 h 4210050"/>
              <a:gd name="connsiteX180" fmla="*/ 968832 w 4210050"/>
              <a:gd name="connsiteY180" fmla="*/ 3715925 h 4210050"/>
              <a:gd name="connsiteX181" fmla="*/ 1136485 w 4210050"/>
              <a:gd name="connsiteY181" fmla="*/ 3670992 h 4210050"/>
              <a:gd name="connsiteX182" fmla="*/ 1129906 w 4210050"/>
              <a:gd name="connsiteY182" fmla="*/ 3646462 h 4210050"/>
              <a:gd name="connsiteX183" fmla="*/ 962254 w 4210050"/>
              <a:gd name="connsiteY183" fmla="*/ 3691388 h 4210050"/>
              <a:gd name="connsiteX184" fmla="*/ 968832 w 4210050"/>
              <a:gd name="connsiteY184" fmla="*/ 3715925 h 4210050"/>
              <a:gd name="connsiteX185" fmla="*/ 983755 w 4210050"/>
              <a:gd name="connsiteY185" fmla="*/ 3863283 h 4210050"/>
              <a:gd name="connsiteX186" fmla="*/ 978236 w 4210050"/>
              <a:gd name="connsiteY186" fmla="*/ 3703219 h 4210050"/>
              <a:gd name="connsiteX187" fmla="*/ 952849 w 4210050"/>
              <a:gd name="connsiteY187" fmla="*/ 3704095 h 4210050"/>
              <a:gd name="connsiteX188" fmla="*/ 958368 w 4210050"/>
              <a:gd name="connsiteY188" fmla="*/ 3864159 h 4210050"/>
              <a:gd name="connsiteX189" fmla="*/ 983755 w 4210050"/>
              <a:gd name="connsiteY189" fmla="*/ 3863283 h 4210050"/>
              <a:gd name="connsiteX190" fmla="*/ 2105025 w 4210050"/>
              <a:gd name="connsiteY190" fmla="*/ 4184650 h 4210050"/>
              <a:gd name="connsiteX191" fmla="*/ 977957 w 4210050"/>
              <a:gd name="connsiteY191" fmla="*/ 3853053 h 4210050"/>
              <a:gd name="connsiteX192" fmla="*/ 964171 w 4210050"/>
              <a:gd name="connsiteY192" fmla="*/ 3874389 h 4210050"/>
              <a:gd name="connsiteX193" fmla="*/ 2105025 w 4210050"/>
              <a:gd name="connsiteY193" fmla="*/ 4210050 h 4210050"/>
              <a:gd name="connsiteX194" fmla="*/ 2105025 w 4210050"/>
              <a:gd name="connsiteY194" fmla="*/ 4184650 h 4210050"/>
              <a:gd name="connsiteX195" fmla="*/ 3551428 w 4210050"/>
              <a:gd name="connsiteY195" fmla="*/ 3599269 h 4210050"/>
              <a:gd name="connsiteX196" fmla="*/ 2105025 w 4210050"/>
              <a:gd name="connsiteY196" fmla="*/ 4184650 h 4210050"/>
              <a:gd name="connsiteX197" fmla="*/ 2105025 w 4210050"/>
              <a:gd name="connsiteY197" fmla="*/ 4210050 h 4210050"/>
              <a:gd name="connsiteX198" fmla="*/ 3569081 w 4210050"/>
              <a:gd name="connsiteY198" fmla="*/ 3617519 h 4210050"/>
              <a:gd name="connsiteX199" fmla="*/ 3551428 w 4210050"/>
              <a:gd name="connsiteY199" fmla="*/ 3599269 h 4210050"/>
              <a:gd name="connsiteX200" fmla="*/ 959695 w 4210050"/>
              <a:gd name="connsiteY200" fmla="*/ 3535978 h 4210050"/>
              <a:gd name="connsiteX201" fmla="*/ 804945 w 4210050"/>
              <a:gd name="connsiteY201" fmla="*/ 3745021 h 4210050"/>
              <a:gd name="connsiteX202" fmla="*/ 825361 w 4210050"/>
              <a:gd name="connsiteY202" fmla="*/ 3760133 h 4210050"/>
              <a:gd name="connsiteX203" fmla="*/ 980110 w 4210050"/>
              <a:gd name="connsiteY203" fmla="*/ 3551092 h 4210050"/>
              <a:gd name="connsiteX204" fmla="*/ 959695 w 4210050"/>
              <a:gd name="connsiteY204" fmla="*/ 3535978 h 4210050"/>
              <a:gd name="connsiteX205" fmla="*/ 782053 w 4210050"/>
              <a:gd name="connsiteY205" fmla="*/ 3391110 h 4210050"/>
              <a:gd name="connsiteX206" fmla="*/ 962025 w 4210050"/>
              <a:gd name="connsiteY206" fmla="*/ 3553505 h 4210050"/>
              <a:gd name="connsiteX207" fmla="*/ 977773 w 4210050"/>
              <a:gd name="connsiteY207" fmla="*/ 3533572 h 4210050"/>
              <a:gd name="connsiteX208" fmla="*/ 800265 w 4210050"/>
              <a:gd name="connsiteY208" fmla="*/ 3373400 h 4210050"/>
              <a:gd name="connsiteX209" fmla="*/ 782053 w 4210050"/>
              <a:gd name="connsiteY209" fmla="*/ 3391110 h 4210050"/>
              <a:gd name="connsiteX210" fmla="*/ 782276 w 4210050"/>
              <a:gd name="connsiteY210" fmla="*/ 3373177 h 4210050"/>
              <a:gd name="connsiteX211" fmla="*/ 596500 w 4210050"/>
              <a:gd name="connsiteY211" fmla="*/ 3555028 h 4210050"/>
              <a:gd name="connsiteX212" fmla="*/ 614267 w 4210050"/>
              <a:gd name="connsiteY212" fmla="*/ 3573183 h 4210050"/>
              <a:gd name="connsiteX213" fmla="*/ 800043 w 4210050"/>
              <a:gd name="connsiteY213" fmla="*/ 3391332 h 4210050"/>
              <a:gd name="connsiteX214" fmla="*/ 782276 w 4210050"/>
              <a:gd name="connsiteY214" fmla="*/ 3373177 h 4210050"/>
              <a:gd name="connsiteX215" fmla="*/ 822985 w 4210050"/>
              <a:gd name="connsiteY215" fmla="*/ 3742582 h 4210050"/>
              <a:gd name="connsiteX216" fmla="*/ 614490 w 4210050"/>
              <a:gd name="connsiteY216" fmla="*/ 3555244 h 4210050"/>
              <a:gd name="connsiteX217" fmla="*/ 596284 w 4210050"/>
              <a:gd name="connsiteY217" fmla="*/ 3572961 h 4210050"/>
              <a:gd name="connsiteX218" fmla="*/ 807320 w 4210050"/>
              <a:gd name="connsiteY218" fmla="*/ 3762572 h 4210050"/>
              <a:gd name="connsiteX219" fmla="*/ 822985 w 4210050"/>
              <a:gd name="connsiteY219" fmla="*/ 3742582 h 4210050"/>
              <a:gd name="connsiteX220" fmla="*/ 584009 w 4210050"/>
              <a:gd name="connsiteY220" fmla="*/ 3523259 h 4210050"/>
              <a:gd name="connsiteX221" fmla="*/ 25400 w 4210050"/>
              <a:gd name="connsiteY221" fmla="*/ 2105025 h 4210050"/>
              <a:gd name="connsiteX222" fmla="*/ 0 w 4210050"/>
              <a:gd name="connsiteY222" fmla="*/ 2105025 h 4210050"/>
              <a:gd name="connsiteX223" fmla="*/ 565436 w 4210050"/>
              <a:gd name="connsiteY223" fmla="*/ 3540582 h 4210050"/>
              <a:gd name="connsiteX224" fmla="*/ 584009 w 4210050"/>
              <a:gd name="connsiteY224" fmla="*/ 3523259 h 4210050"/>
              <a:gd name="connsiteX225" fmla="*/ 25400 w 4210050"/>
              <a:gd name="connsiteY225" fmla="*/ 2105025 h 4210050"/>
              <a:gd name="connsiteX226" fmla="*/ 546259 w 4210050"/>
              <a:gd name="connsiteY226" fmla="*/ 728364 h 4210050"/>
              <a:gd name="connsiteX227" fmla="*/ 527228 w 4210050"/>
              <a:gd name="connsiteY227" fmla="*/ 711543 h 4210050"/>
              <a:gd name="connsiteX228" fmla="*/ 0 w 4210050"/>
              <a:gd name="connsiteY228" fmla="*/ 2105025 h 4210050"/>
              <a:gd name="connsiteX229" fmla="*/ 25400 w 4210050"/>
              <a:gd name="connsiteY229" fmla="*/ 2105025 h 4210050"/>
              <a:gd name="connsiteX230" fmla="*/ 680739 w 4210050"/>
              <a:gd name="connsiteY230" fmla="*/ 745318 h 4210050"/>
              <a:gd name="connsiteX231" fmla="*/ 540023 w 4210050"/>
              <a:gd name="connsiteY231" fmla="*/ 707688 h 4210050"/>
              <a:gd name="connsiteX232" fmla="*/ 533464 w 4210050"/>
              <a:gd name="connsiteY232" fmla="*/ 732225 h 4210050"/>
              <a:gd name="connsiteX233" fmla="*/ 674173 w 4210050"/>
              <a:gd name="connsiteY233" fmla="*/ 769855 h 4210050"/>
              <a:gd name="connsiteX234" fmla="*/ 680739 w 4210050"/>
              <a:gd name="connsiteY234" fmla="*/ 745318 h 4210050"/>
              <a:gd name="connsiteX235" fmla="*/ 729355 w 4210050"/>
              <a:gd name="connsiteY235" fmla="*/ 905465 h 4210050"/>
              <a:gd name="connsiteX236" fmla="*/ 689743 w 4210050"/>
              <a:gd name="connsiteY236" fmla="*/ 754367 h 4210050"/>
              <a:gd name="connsiteX237" fmla="*/ 665169 w 4210050"/>
              <a:gd name="connsiteY237" fmla="*/ 760806 h 4210050"/>
              <a:gd name="connsiteX238" fmla="*/ 704780 w 4210050"/>
              <a:gd name="connsiteY238" fmla="*/ 911904 h 4210050"/>
              <a:gd name="connsiteX239" fmla="*/ 729355 w 4210050"/>
              <a:gd name="connsiteY239" fmla="*/ 905465 h 4210050"/>
              <a:gd name="connsiteX240" fmla="*/ 707453 w 4210050"/>
              <a:gd name="connsiteY240" fmla="*/ 900386 h 4210050"/>
              <a:gd name="connsiteX241" fmla="*/ 259963 w 4210050"/>
              <a:gd name="connsiteY241" fmla="*/ 2105025 h 4210050"/>
              <a:gd name="connsiteX242" fmla="*/ 285363 w 4210050"/>
              <a:gd name="connsiteY242" fmla="*/ 2105025 h 4210050"/>
              <a:gd name="connsiteX243" fmla="*/ 726681 w 4210050"/>
              <a:gd name="connsiteY243" fmla="*/ 916978 h 4210050"/>
              <a:gd name="connsiteX244" fmla="*/ 707453 w 4210050"/>
              <a:gd name="connsiteY244" fmla="*/ 900386 h 4210050"/>
              <a:gd name="connsiteX245" fmla="*/ 259963 w 4210050"/>
              <a:gd name="connsiteY245" fmla="*/ 2105025 h 4210050"/>
              <a:gd name="connsiteX246" fmla="*/ 751243 w 4210050"/>
              <a:gd name="connsiteY246" fmla="*/ 3358642 h 4210050"/>
              <a:gd name="connsiteX247" fmla="*/ 769874 w 4210050"/>
              <a:gd name="connsiteY247" fmla="*/ 3341376 h 4210050"/>
              <a:gd name="connsiteX248" fmla="*/ 285363 w 4210050"/>
              <a:gd name="connsiteY248" fmla="*/ 2105025 h 4210050"/>
              <a:gd name="connsiteX249" fmla="*/ 259963 w 4210050"/>
              <a:gd name="connsiteY249" fmla="*/ 2105025 h 4210050"/>
              <a:gd name="connsiteX250" fmla="*/ 583603 w 4210050"/>
              <a:gd name="connsiteY250" fmla="*/ 3540995 h 4210050"/>
              <a:gd name="connsiteX251" fmla="*/ 769442 w 4210050"/>
              <a:gd name="connsiteY251" fmla="*/ 3359087 h 4210050"/>
              <a:gd name="connsiteX252" fmla="*/ 751675 w 4210050"/>
              <a:gd name="connsiteY252" fmla="*/ 3340932 h 4210050"/>
              <a:gd name="connsiteX253" fmla="*/ 565836 w 4210050"/>
              <a:gd name="connsiteY253" fmla="*/ 3522847 h 4210050"/>
              <a:gd name="connsiteX254" fmla="*/ 583603 w 4210050"/>
              <a:gd name="connsiteY254" fmla="*/ 3540995 h 4210050"/>
              <a:gd name="connsiteX255" fmla="*/ 3293872 w 4210050"/>
              <a:gd name="connsiteY255" fmla="*/ 693992 h 4210050"/>
              <a:gd name="connsiteX256" fmla="*/ 2105025 w 4210050"/>
              <a:gd name="connsiteY256" fmla="*/ 259963 h 4210050"/>
              <a:gd name="connsiteX257" fmla="*/ 2105025 w 4210050"/>
              <a:gd name="connsiteY257" fmla="*/ 285363 h 4210050"/>
              <a:gd name="connsiteX258" fmla="*/ 3277489 w 4210050"/>
              <a:gd name="connsiteY258" fmla="*/ 713403 h 4210050"/>
              <a:gd name="connsiteX259" fmla="*/ 3293872 w 4210050"/>
              <a:gd name="connsiteY259" fmla="*/ 693992 h 4210050"/>
              <a:gd name="connsiteX260" fmla="*/ 2105025 w 4210050"/>
              <a:gd name="connsiteY260" fmla="*/ 259963 h 4210050"/>
              <a:gd name="connsiteX261" fmla="*/ 808222 w 4210050"/>
              <a:gd name="connsiteY261" fmla="*/ 792563 h 4210050"/>
              <a:gd name="connsiteX262" fmla="*/ 826078 w 4210050"/>
              <a:gd name="connsiteY262" fmla="*/ 810628 h 4210050"/>
              <a:gd name="connsiteX263" fmla="*/ 2105025 w 4210050"/>
              <a:gd name="connsiteY263" fmla="*/ 285363 h 4210050"/>
              <a:gd name="connsiteX264" fmla="*/ 2105025 w 4210050"/>
              <a:gd name="connsiteY264" fmla="*/ 259963 h 4210050"/>
              <a:gd name="connsiteX265" fmla="*/ 624345 w 4210050"/>
              <a:gd name="connsiteY265" fmla="*/ 626751 h 4210050"/>
              <a:gd name="connsiteX266" fmla="*/ 808171 w 4210050"/>
              <a:gd name="connsiteY266" fmla="*/ 810577 h 4210050"/>
              <a:gd name="connsiteX267" fmla="*/ 826129 w 4210050"/>
              <a:gd name="connsiteY267" fmla="*/ 792613 h 4210050"/>
              <a:gd name="connsiteX268" fmla="*/ 642309 w 4210050"/>
              <a:gd name="connsiteY268" fmla="*/ 608787 h 4210050"/>
              <a:gd name="connsiteX269" fmla="*/ 624345 w 4210050"/>
              <a:gd name="connsiteY269" fmla="*/ 626751 h 4210050"/>
              <a:gd name="connsiteX270" fmla="*/ 642258 w 4210050"/>
              <a:gd name="connsiteY270" fmla="*/ 626796 h 4210050"/>
              <a:gd name="connsiteX271" fmla="*/ 2105025 w 4210050"/>
              <a:gd name="connsiteY271" fmla="*/ 25400 h 4210050"/>
              <a:gd name="connsiteX272" fmla="*/ 2105025 w 4210050"/>
              <a:gd name="connsiteY272" fmla="*/ 0 h 4210050"/>
              <a:gd name="connsiteX273" fmla="*/ 624396 w 4210050"/>
              <a:gd name="connsiteY273" fmla="*/ 608743 h 4210050"/>
              <a:gd name="connsiteX274" fmla="*/ 642258 w 4210050"/>
              <a:gd name="connsiteY274" fmla="*/ 626796 h 4210050"/>
              <a:gd name="connsiteX275" fmla="*/ 2105025 w 4210050"/>
              <a:gd name="connsiteY275" fmla="*/ 25400 h 4210050"/>
              <a:gd name="connsiteX276" fmla="*/ 3465131 w 4210050"/>
              <a:gd name="connsiteY276" fmla="*/ 531762 h 4210050"/>
              <a:gd name="connsiteX277" fmla="*/ 3481705 w 4210050"/>
              <a:gd name="connsiteY277" fmla="*/ 512559 h 4210050"/>
              <a:gd name="connsiteX278" fmla="*/ 2105025 w 4210050"/>
              <a:gd name="connsiteY278" fmla="*/ 0 h 4210050"/>
              <a:gd name="connsiteX279" fmla="*/ 2105025 w 4210050"/>
              <a:gd name="connsiteY279" fmla="*/ 25400 h 4210050"/>
              <a:gd name="connsiteX280" fmla="*/ 3455988 w 4210050"/>
              <a:gd name="connsiteY280" fmla="*/ 677031 h 4210050"/>
              <a:gd name="connsiteX281" fmla="*/ 3485896 w 4210050"/>
              <a:gd name="connsiteY281" fmla="*/ 524605 h 4210050"/>
              <a:gd name="connsiteX282" fmla="*/ 3460941 w 4210050"/>
              <a:gd name="connsiteY282" fmla="*/ 519716 h 4210050"/>
              <a:gd name="connsiteX283" fmla="*/ 3431032 w 4210050"/>
              <a:gd name="connsiteY283" fmla="*/ 672135 h 4210050"/>
              <a:gd name="connsiteX284" fmla="*/ 3455988 w 4210050"/>
              <a:gd name="connsiteY284" fmla="*/ 677031 h 4210050"/>
              <a:gd name="connsiteX285" fmla="*/ 3287967 w 4210050"/>
              <a:gd name="connsiteY285" fmla="*/ 716185 h 4210050"/>
              <a:gd name="connsiteX286" fmla="*/ 3445828 w 4210050"/>
              <a:gd name="connsiteY286" fmla="*/ 687070 h 4210050"/>
              <a:gd name="connsiteX287" fmla="*/ 3441192 w 4210050"/>
              <a:gd name="connsiteY287" fmla="*/ 662095 h 4210050"/>
              <a:gd name="connsiteX288" fmla="*/ 3283394 w 4210050"/>
              <a:gd name="connsiteY288" fmla="*/ 691210 h 4210050"/>
              <a:gd name="connsiteX289" fmla="*/ 3287967 w 4210050"/>
              <a:gd name="connsiteY289" fmla="*/ 716185 h 42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4210050" h="4210050">
                <a:moveTo>
                  <a:pt x="3672650" y="3490824"/>
                </a:moveTo>
                <a:lnTo>
                  <a:pt x="3670109" y="3503257"/>
                </a:lnTo>
                <a:lnTo>
                  <a:pt x="3677285" y="3504756"/>
                </a:lnTo>
                <a:lnTo>
                  <a:pt x="3682175" y="3499237"/>
                </a:lnTo>
                <a:lnTo>
                  <a:pt x="3672650" y="3490824"/>
                </a:lnTo>
                <a:close/>
                <a:moveTo>
                  <a:pt x="3595815" y="636873"/>
                </a:moveTo>
                <a:lnTo>
                  <a:pt x="3604831" y="627964"/>
                </a:lnTo>
                <a:lnTo>
                  <a:pt x="3595942" y="618941"/>
                </a:lnTo>
                <a:lnTo>
                  <a:pt x="3586925" y="627799"/>
                </a:lnTo>
                <a:lnTo>
                  <a:pt x="3595815" y="636873"/>
                </a:lnTo>
                <a:close/>
                <a:moveTo>
                  <a:pt x="3410014" y="818725"/>
                </a:moveTo>
                <a:lnTo>
                  <a:pt x="3401124" y="809650"/>
                </a:lnTo>
                <a:lnTo>
                  <a:pt x="3392043" y="818566"/>
                </a:lnTo>
                <a:lnTo>
                  <a:pt x="3400996" y="827640"/>
                </a:lnTo>
                <a:lnTo>
                  <a:pt x="3410014" y="818725"/>
                </a:lnTo>
                <a:close/>
                <a:moveTo>
                  <a:pt x="3495231" y="3298749"/>
                </a:moveTo>
                <a:lnTo>
                  <a:pt x="3485579" y="3290475"/>
                </a:lnTo>
                <a:lnTo>
                  <a:pt x="3481642" y="3295078"/>
                </a:lnTo>
                <a:lnTo>
                  <a:pt x="3482721" y="3301054"/>
                </a:lnTo>
                <a:lnTo>
                  <a:pt x="3495231" y="3298749"/>
                </a:lnTo>
                <a:close/>
                <a:moveTo>
                  <a:pt x="3525012" y="3460204"/>
                </a:moveTo>
                <a:lnTo>
                  <a:pt x="3512503" y="3462509"/>
                </a:lnTo>
                <a:lnTo>
                  <a:pt x="3514090" y="3470910"/>
                </a:lnTo>
                <a:lnTo>
                  <a:pt x="3522472" y="3472644"/>
                </a:lnTo>
                <a:lnTo>
                  <a:pt x="3525012" y="3460204"/>
                </a:lnTo>
                <a:close/>
                <a:moveTo>
                  <a:pt x="3560255" y="3608394"/>
                </a:moveTo>
                <a:lnTo>
                  <a:pt x="3569081" y="3617519"/>
                </a:lnTo>
                <a:lnTo>
                  <a:pt x="3578289" y="3608641"/>
                </a:lnTo>
                <a:lnTo>
                  <a:pt x="3569335" y="3599510"/>
                </a:lnTo>
                <a:lnTo>
                  <a:pt x="3560255" y="3608394"/>
                </a:lnTo>
                <a:close/>
                <a:moveTo>
                  <a:pt x="3523170" y="3570497"/>
                </a:moveTo>
                <a:lnTo>
                  <a:pt x="3532251" y="3561613"/>
                </a:lnTo>
                <a:lnTo>
                  <a:pt x="3532188" y="3561563"/>
                </a:lnTo>
                <a:lnTo>
                  <a:pt x="3532188" y="3561512"/>
                </a:lnTo>
                <a:lnTo>
                  <a:pt x="3523170" y="3570497"/>
                </a:lnTo>
                <a:close/>
                <a:moveTo>
                  <a:pt x="3376803" y="3424136"/>
                </a:moveTo>
                <a:lnTo>
                  <a:pt x="3385820" y="3415157"/>
                </a:lnTo>
                <a:lnTo>
                  <a:pt x="3376994" y="3406337"/>
                </a:lnTo>
                <a:lnTo>
                  <a:pt x="3368040" y="3414998"/>
                </a:lnTo>
                <a:lnTo>
                  <a:pt x="3376803" y="3424136"/>
                </a:lnTo>
                <a:close/>
                <a:moveTo>
                  <a:pt x="1133196" y="3658724"/>
                </a:moveTo>
                <a:lnTo>
                  <a:pt x="1139939" y="3647967"/>
                </a:lnTo>
                <a:lnTo>
                  <a:pt x="1135253" y="3645027"/>
                </a:lnTo>
                <a:lnTo>
                  <a:pt x="1129906" y="3646462"/>
                </a:lnTo>
                <a:lnTo>
                  <a:pt x="1133196" y="3658724"/>
                </a:lnTo>
                <a:close/>
                <a:moveTo>
                  <a:pt x="965543" y="3703657"/>
                </a:moveTo>
                <a:lnTo>
                  <a:pt x="962254" y="3691388"/>
                </a:lnTo>
                <a:lnTo>
                  <a:pt x="952506" y="3694004"/>
                </a:lnTo>
                <a:lnTo>
                  <a:pt x="952849" y="3704095"/>
                </a:lnTo>
                <a:lnTo>
                  <a:pt x="965543" y="3703657"/>
                </a:lnTo>
                <a:close/>
                <a:moveTo>
                  <a:pt x="971061" y="3863721"/>
                </a:moveTo>
                <a:lnTo>
                  <a:pt x="958368" y="3864159"/>
                </a:lnTo>
                <a:lnTo>
                  <a:pt x="958596" y="3870789"/>
                </a:lnTo>
                <a:lnTo>
                  <a:pt x="964171" y="3874389"/>
                </a:lnTo>
                <a:lnTo>
                  <a:pt x="971061" y="3863721"/>
                </a:lnTo>
                <a:close/>
                <a:moveTo>
                  <a:pt x="969899" y="3543535"/>
                </a:moveTo>
                <a:lnTo>
                  <a:pt x="980110" y="3551092"/>
                </a:lnTo>
                <a:lnTo>
                  <a:pt x="987431" y="3541205"/>
                </a:lnTo>
                <a:lnTo>
                  <a:pt x="977773" y="3533572"/>
                </a:lnTo>
                <a:lnTo>
                  <a:pt x="969899" y="3543535"/>
                </a:lnTo>
                <a:close/>
                <a:moveTo>
                  <a:pt x="815150" y="3752577"/>
                </a:moveTo>
                <a:lnTo>
                  <a:pt x="807320" y="3762572"/>
                </a:lnTo>
                <a:lnTo>
                  <a:pt x="817594" y="3770630"/>
                </a:lnTo>
                <a:lnTo>
                  <a:pt x="825361" y="3760133"/>
                </a:lnTo>
                <a:lnTo>
                  <a:pt x="815150" y="3752577"/>
                </a:lnTo>
                <a:close/>
                <a:moveTo>
                  <a:pt x="791159" y="3382251"/>
                </a:moveTo>
                <a:lnTo>
                  <a:pt x="800265" y="3373400"/>
                </a:lnTo>
                <a:lnTo>
                  <a:pt x="791382" y="3364262"/>
                </a:lnTo>
                <a:lnTo>
                  <a:pt x="782276" y="3373177"/>
                </a:lnTo>
                <a:lnTo>
                  <a:pt x="791159" y="3382251"/>
                </a:lnTo>
                <a:close/>
                <a:moveTo>
                  <a:pt x="605384" y="3564103"/>
                </a:moveTo>
                <a:lnTo>
                  <a:pt x="596500" y="3555028"/>
                </a:lnTo>
                <a:lnTo>
                  <a:pt x="587451" y="3563887"/>
                </a:lnTo>
                <a:lnTo>
                  <a:pt x="596284" y="3572961"/>
                </a:lnTo>
                <a:lnTo>
                  <a:pt x="605384" y="3564103"/>
                </a:lnTo>
                <a:close/>
                <a:moveTo>
                  <a:pt x="574720" y="3531921"/>
                </a:moveTo>
                <a:lnTo>
                  <a:pt x="565436" y="3540582"/>
                </a:lnTo>
                <a:lnTo>
                  <a:pt x="574307" y="3550095"/>
                </a:lnTo>
                <a:lnTo>
                  <a:pt x="583603" y="3540995"/>
                </a:lnTo>
                <a:lnTo>
                  <a:pt x="574720" y="3531921"/>
                </a:lnTo>
                <a:close/>
                <a:moveTo>
                  <a:pt x="536740" y="719957"/>
                </a:moveTo>
                <a:lnTo>
                  <a:pt x="540023" y="707688"/>
                </a:lnTo>
                <a:lnTo>
                  <a:pt x="532428" y="705657"/>
                </a:lnTo>
                <a:lnTo>
                  <a:pt x="527228" y="711543"/>
                </a:lnTo>
                <a:lnTo>
                  <a:pt x="536740" y="719957"/>
                </a:lnTo>
                <a:close/>
                <a:moveTo>
                  <a:pt x="677456" y="757587"/>
                </a:moveTo>
                <a:lnTo>
                  <a:pt x="689743" y="754367"/>
                </a:lnTo>
                <a:lnTo>
                  <a:pt x="687870" y="747224"/>
                </a:lnTo>
                <a:lnTo>
                  <a:pt x="680739" y="745318"/>
                </a:lnTo>
                <a:lnTo>
                  <a:pt x="677456" y="757587"/>
                </a:lnTo>
                <a:close/>
                <a:moveTo>
                  <a:pt x="717068" y="908685"/>
                </a:moveTo>
                <a:lnTo>
                  <a:pt x="726681" y="916978"/>
                </a:lnTo>
                <a:lnTo>
                  <a:pt x="731044" y="911923"/>
                </a:lnTo>
                <a:lnTo>
                  <a:pt x="729355" y="905465"/>
                </a:lnTo>
                <a:lnTo>
                  <a:pt x="717068" y="908685"/>
                </a:lnTo>
                <a:close/>
                <a:moveTo>
                  <a:pt x="760559" y="3350012"/>
                </a:moveTo>
                <a:lnTo>
                  <a:pt x="769442" y="3359087"/>
                </a:lnTo>
                <a:lnTo>
                  <a:pt x="778269" y="3350444"/>
                </a:lnTo>
                <a:lnTo>
                  <a:pt x="769874" y="3341376"/>
                </a:lnTo>
                <a:lnTo>
                  <a:pt x="760559" y="3350012"/>
                </a:lnTo>
                <a:close/>
                <a:moveTo>
                  <a:pt x="3285681" y="703701"/>
                </a:moveTo>
                <a:lnTo>
                  <a:pt x="3277489" y="713403"/>
                </a:lnTo>
                <a:lnTo>
                  <a:pt x="3282125" y="717277"/>
                </a:lnTo>
                <a:lnTo>
                  <a:pt x="3287967" y="716185"/>
                </a:lnTo>
                <a:lnTo>
                  <a:pt x="3285681" y="703701"/>
                </a:lnTo>
                <a:close/>
                <a:moveTo>
                  <a:pt x="817150" y="801592"/>
                </a:moveTo>
                <a:lnTo>
                  <a:pt x="808171" y="810577"/>
                </a:lnTo>
                <a:lnTo>
                  <a:pt x="817099" y="819499"/>
                </a:lnTo>
                <a:lnTo>
                  <a:pt x="826078" y="810628"/>
                </a:lnTo>
                <a:lnTo>
                  <a:pt x="817150" y="801592"/>
                </a:lnTo>
                <a:close/>
                <a:moveTo>
                  <a:pt x="633324" y="617772"/>
                </a:moveTo>
                <a:lnTo>
                  <a:pt x="624396" y="608743"/>
                </a:lnTo>
                <a:lnTo>
                  <a:pt x="615321" y="617722"/>
                </a:lnTo>
                <a:lnTo>
                  <a:pt x="624345" y="626751"/>
                </a:lnTo>
                <a:lnTo>
                  <a:pt x="633324" y="617772"/>
                </a:lnTo>
                <a:close/>
                <a:moveTo>
                  <a:pt x="3473450" y="522161"/>
                </a:moveTo>
                <a:lnTo>
                  <a:pt x="3485896" y="524605"/>
                </a:lnTo>
                <a:lnTo>
                  <a:pt x="3487293" y="517379"/>
                </a:lnTo>
                <a:lnTo>
                  <a:pt x="3481705" y="512559"/>
                </a:lnTo>
                <a:lnTo>
                  <a:pt x="3473450" y="522161"/>
                </a:lnTo>
                <a:close/>
                <a:moveTo>
                  <a:pt x="3443478" y="674580"/>
                </a:moveTo>
                <a:lnTo>
                  <a:pt x="3445828" y="687070"/>
                </a:lnTo>
                <a:lnTo>
                  <a:pt x="3454273" y="685502"/>
                </a:lnTo>
                <a:lnTo>
                  <a:pt x="3455988" y="677031"/>
                </a:lnTo>
                <a:lnTo>
                  <a:pt x="3443478" y="674580"/>
                </a:lnTo>
                <a:close/>
                <a:moveTo>
                  <a:pt x="4184650" y="2105025"/>
                </a:moveTo>
                <a:cubicBezTo>
                  <a:pt x="4184650" y="2633320"/>
                  <a:pt x="3987673" y="3115577"/>
                  <a:pt x="3663125" y="3482410"/>
                </a:cubicBezTo>
                <a:lnTo>
                  <a:pt x="3682175" y="3499237"/>
                </a:lnTo>
                <a:cubicBezTo>
                  <a:pt x="4010660" y="3127940"/>
                  <a:pt x="4210050" y="2639752"/>
                  <a:pt x="4210050" y="2105025"/>
                </a:cubicBezTo>
                <a:lnTo>
                  <a:pt x="4184650" y="2105025"/>
                </a:lnTo>
                <a:close/>
                <a:moveTo>
                  <a:pt x="3586734" y="645789"/>
                </a:moveTo>
                <a:cubicBezTo>
                  <a:pt x="3956494" y="1021213"/>
                  <a:pt x="4184650" y="1536465"/>
                  <a:pt x="4184650" y="2105025"/>
                </a:cubicBezTo>
                <a:lnTo>
                  <a:pt x="4210050" y="2105025"/>
                </a:lnTo>
                <a:cubicBezTo>
                  <a:pt x="4210050" y="1529525"/>
                  <a:pt x="3979101" y="1007948"/>
                  <a:pt x="3604831" y="627964"/>
                </a:cubicBezTo>
                <a:lnTo>
                  <a:pt x="3586734" y="645789"/>
                </a:lnTo>
                <a:close/>
                <a:moveTo>
                  <a:pt x="3586925" y="627799"/>
                </a:moveTo>
                <a:lnTo>
                  <a:pt x="3401124" y="809650"/>
                </a:lnTo>
                <a:lnTo>
                  <a:pt x="3418904" y="827799"/>
                </a:lnTo>
                <a:lnTo>
                  <a:pt x="3604641" y="645954"/>
                </a:lnTo>
                <a:lnTo>
                  <a:pt x="3586925" y="627799"/>
                </a:lnTo>
                <a:close/>
                <a:moveTo>
                  <a:pt x="3950081" y="2105025"/>
                </a:moveTo>
                <a:cubicBezTo>
                  <a:pt x="3950081" y="1600314"/>
                  <a:pt x="3747389" y="1142918"/>
                  <a:pt x="3419031" y="809809"/>
                </a:cubicBezTo>
                <a:lnTo>
                  <a:pt x="3400996" y="827640"/>
                </a:lnTo>
                <a:cubicBezTo>
                  <a:pt x="3724846" y="1156189"/>
                  <a:pt x="3924681" y="1607255"/>
                  <a:pt x="3924681" y="2105025"/>
                </a:cubicBezTo>
                <a:lnTo>
                  <a:pt x="3950081" y="2105025"/>
                </a:lnTo>
                <a:close/>
                <a:moveTo>
                  <a:pt x="3504882" y="3307029"/>
                </a:moveTo>
                <a:cubicBezTo>
                  <a:pt x="3782378" y="2984151"/>
                  <a:pt x="3950081" y="2564162"/>
                  <a:pt x="3950081" y="2105025"/>
                </a:cubicBezTo>
                <a:lnTo>
                  <a:pt x="3924681" y="2105025"/>
                </a:lnTo>
                <a:cubicBezTo>
                  <a:pt x="3924681" y="2557856"/>
                  <a:pt x="3759264" y="2972029"/>
                  <a:pt x="3485579" y="3290475"/>
                </a:cubicBezTo>
                <a:lnTo>
                  <a:pt x="3504882" y="3307029"/>
                </a:lnTo>
                <a:close/>
                <a:moveTo>
                  <a:pt x="3482721" y="3301054"/>
                </a:moveTo>
                <a:lnTo>
                  <a:pt x="3512503" y="3462509"/>
                </a:lnTo>
                <a:lnTo>
                  <a:pt x="3537521" y="3457899"/>
                </a:lnTo>
                <a:lnTo>
                  <a:pt x="3507740" y="3296450"/>
                </a:lnTo>
                <a:lnTo>
                  <a:pt x="3482721" y="3301054"/>
                </a:lnTo>
                <a:close/>
                <a:moveTo>
                  <a:pt x="3522472" y="3472644"/>
                </a:moveTo>
                <a:lnTo>
                  <a:pt x="3670109" y="3503257"/>
                </a:lnTo>
                <a:lnTo>
                  <a:pt x="3675253" y="3478391"/>
                </a:lnTo>
                <a:lnTo>
                  <a:pt x="3527616" y="3447771"/>
                </a:lnTo>
                <a:lnTo>
                  <a:pt x="3522472" y="3472644"/>
                </a:lnTo>
                <a:close/>
                <a:moveTo>
                  <a:pt x="3569335" y="3599510"/>
                </a:moveTo>
                <a:lnTo>
                  <a:pt x="3532251" y="3561613"/>
                </a:lnTo>
                <a:lnTo>
                  <a:pt x="3514090" y="3579375"/>
                </a:lnTo>
                <a:lnTo>
                  <a:pt x="3551174" y="3617278"/>
                </a:lnTo>
                <a:lnTo>
                  <a:pt x="3569335" y="3599510"/>
                </a:lnTo>
                <a:close/>
                <a:moveTo>
                  <a:pt x="3532188" y="3561512"/>
                </a:moveTo>
                <a:lnTo>
                  <a:pt x="3385820" y="3415157"/>
                </a:lnTo>
                <a:lnTo>
                  <a:pt x="3367850" y="3433121"/>
                </a:lnTo>
                <a:lnTo>
                  <a:pt x="3514217" y="3579476"/>
                </a:lnTo>
                <a:lnTo>
                  <a:pt x="3532188" y="3561512"/>
                </a:lnTo>
                <a:close/>
                <a:moveTo>
                  <a:pt x="2105025" y="3950087"/>
                </a:moveTo>
                <a:cubicBezTo>
                  <a:pt x="2602408" y="3950087"/>
                  <a:pt x="3053842" y="3753263"/>
                  <a:pt x="3385630" y="3433280"/>
                </a:cubicBezTo>
                <a:lnTo>
                  <a:pt x="3368040" y="3414998"/>
                </a:lnTo>
                <a:cubicBezTo>
                  <a:pt x="3040761" y="3730600"/>
                  <a:pt x="2595569" y="3924687"/>
                  <a:pt x="2105025" y="3924687"/>
                </a:cubicBezTo>
                <a:lnTo>
                  <a:pt x="2105025" y="3950087"/>
                </a:lnTo>
                <a:close/>
                <a:moveTo>
                  <a:pt x="1126452" y="3669487"/>
                </a:moveTo>
                <a:cubicBezTo>
                  <a:pt x="1410113" y="3847287"/>
                  <a:pt x="1745583" y="3950087"/>
                  <a:pt x="2105025" y="3950087"/>
                </a:cubicBezTo>
                <a:lnTo>
                  <a:pt x="2105025" y="3924687"/>
                </a:lnTo>
                <a:cubicBezTo>
                  <a:pt x="1750492" y="3924687"/>
                  <a:pt x="1419676" y="3823310"/>
                  <a:pt x="1139939" y="3647967"/>
                </a:cubicBezTo>
                <a:lnTo>
                  <a:pt x="1126452" y="3669487"/>
                </a:lnTo>
                <a:close/>
                <a:moveTo>
                  <a:pt x="968832" y="3715925"/>
                </a:moveTo>
                <a:lnTo>
                  <a:pt x="1136485" y="3670992"/>
                </a:lnTo>
                <a:lnTo>
                  <a:pt x="1129906" y="3646462"/>
                </a:lnTo>
                <a:lnTo>
                  <a:pt x="962254" y="3691388"/>
                </a:lnTo>
                <a:lnTo>
                  <a:pt x="968832" y="3715925"/>
                </a:lnTo>
                <a:close/>
                <a:moveTo>
                  <a:pt x="983755" y="3863283"/>
                </a:moveTo>
                <a:lnTo>
                  <a:pt x="978236" y="3703219"/>
                </a:lnTo>
                <a:lnTo>
                  <a:pt x="952849" y="3704095"/>
                </a:lnTo>
                <a:lnTo>
                  <a:pt x="958368" y="3864159"/>
                </a:lnTo>
                <a:lnTo>
                  <a:pt x="983755" y="3863283"/>
                </a:lnTo>
                <a:close/>
                <a:moveTo>
                  <a:pt x="2105025" y="4184650"/>
                </a:moveTo>
                <a:cubicBezTo>
                  <a:pt x="1689614" y="4184650"/>
                  <a:pt x="1302690" y="4062863"/>
                  <a:pt x="977957" y="3853053"/>
                </a:cubicBezTo>
                <a:lnTo>
                  <a:pt x="964171" y="3874389"/>
                </a:lnTo>
                <a:cubicBezTo>
                  <a:pt x="1292885" y="4086771"/>
                  <a:pt x="1684579" y="4210050"/>
                  <a:pt x="2105025" y="4210050"/>
                </a:cubicBezTo>
                <a:lnTo>
                  <a:pt x="2105025" y="4184650"/>
                </a:lnTo>
                <a:close/>
                <a:moveTo>
                  <a:pt x="3551428" y="3599269"/>
                </a:moveTo>
                <a:cubicBezTo>
                  <a:pt x="3177159" y="3961651"/>
                  <a:pt x="2667133" y="4184650"/>
                  <a:pt x="2105025" y="4184650"/>
                </a:cubicBezTo>
                <a:lnTo>
                  <a:pt x="2105025" y="4210050"/>
                </a:lnTo>
                <a:cubicBezTo>
                  <a:pt x="2673992" y="4210050"/>
                  <a:pt x="3190240" y="3984301"/>
                  <a:pt x="3569081" y="3617519"/>
                </a:cubicBezTo>
                <a:lnTo>
                  <a:pt x="3551428" y="3599269"/>
                </a:lnTo>
                <a:close/>
                <a:moveTo>
                  <a:pt x="959695" y="3535978"/>
                </a:moveTo>
                <a:lnTo>
                  <a:pt x="804945" y="3745021"/>
                </a:lnTo>
                <a:lnTo>
                  <a:pt x="825361" y="3760133"/>
                </a:lnTo>
                <a:lnTo>
                  <a:pt x="980110" y="3551092"/>
                </a:lnTo>
                <a:lnTo>
                  <a:pt x="959695" y="3535978"/>
                </a:lnTo>
                <a:close/>
                <a:moveTo>
                  <a:pt x="782053" y="3391110"/>
                </a:moveTo>
                <a:cubicBezTo>
                  <a:pt x="838403" y="3449060"/>
                  <a:pt x="898525" y="3503327"/>
                  <a:pt x="962025" y="3553505"/>
                </a:cubicBezTo>
                <a:lnTo>
                  <a:pt x="977773" y="3533572"/>
                </a:lnTo>
                <a:cubicBezTo>
                  <a:pt x="915143" y="3484080"/>
                  <a:pt x="855840" y="3430562"/>
                  <a:pt x="800265" y="3373400"/>
                </a:cubicBezTo>
                <a:lnTo>
                  <a:pt x="782053" y="3391110"/>
                </a:lnTo>
                <a:close/>
                <a:moveTo>
                  <a:pt x="782276" y="3373177"/>
                </a:moveTo>
                <a:lnTo>
                  <a:pt x="596500" y="3555028"/>
                </a:lnTo>
                <a:lnTo>
                  <a:pt x="614267" y="3573183"/>
                </a:lnTo>
                <a:lnTo>
                  <a:pt x="800043" y="3391332"/>
                </a:lnTo>
                <a:lnTo>
                  <a:pt x="782276" y="3373177"/>
                </a:lnTo>
                <a:close/>
                <a:moveTo>
                  <a:pt x="822985" y="3742582"/>
                </a:moveTo>
                <a:cubicBezTo>
                  <a:pt x="749332" y="3684841"/>
                  <a:pt x="679672" y="3622231"/>
                  <a:pt x="614490" y="3555244"/>
                </a:cubicBezTo>
                <a:lnTo>
                  <a:pt x="596284" y="3572961"/>
                </a:lnTo>
                <a:cubicBezTo>
                  <a:pt x="662261" y="3640760"/>
                  <a:pt x="732765" y="3704127"/>
                  <a:pt x="807320" y="3762572"/>
                </a:cubicBezTo>
                <a:lnTo>
                  <a:pt x="822985" y="3742582"/>
                </a:lnTo>
                <a:close/>
                <a:moveTo>
                  <a:pt x="584009" y="3523259"/>
                </a:moveTo>
                <a:cubicBezTo>
                  <a:pt x="237446" y="3151740"/>
                  <a:pt x="25400" y="2653163"/>
                  <a:pt x="25400" y="2105025"/>
                </a:cubicBezTo>
                <a:lnTo>
                  <a:pt x="0" y="2105025"/>
                </a:lnTo>
                <a:cubicBezTo>
                  <a:pt x="0" y="2659844"/>
                  <a:pt x="214662" y="3164548"/>
                  <a:pt x="565436" y="3540582"/>
                </a:cubicBezTo>
                <a:lnTo>
                  <a:pt x="584009" y="3523259"/>
                </a:lnTo>
                <a:close/>
                <a:moveTo>
                  <a:pt x="25400" y="2105025"/>
                </a:moveTo>
                <a:cubicBezTo>
                  <a:pt x="25400" y="1577080"/>
                  <a:pt x="222110" y="1095108"/>
                  <a:pt x="546259" y="728364"/>
                </a:cubicBezTo>
                <a:lnTo>
                  <a:pt x="527228" y="711543"/>
                </a:lnTo>
                <a:cubicBezTo>
                  <a:pt x="199136" y="1082751"/>
                  <a:pt x="0" y="1570647"/>
                  <a:pt x="0" y="2105025"/>
                </a:cubicBezTo>
                <a:lnTo>
                  <a:pt x="25400" y="2105025"/>
                </a:lnTo>
                <a:close/>
                <a:moveTo>
                  <a:pt x="680739" y="745318"/>
                </a:moveTo>
                <a:lnTo>
                  <a:pt x="540023" y="707688"/>
                </a:lnTo>
                <a:lnTo>
                  <a:pt x="533464" y="732225"/>
                </a:lnTo>
                <a:lnTo>
                  <a:pt x="674173" y="769855"/>
                </a:lnTo>
                <a:lnTo>
                  <a:pt x="680739" y="745318"/>
                </a:lnTo>
                <a:close/>
                <a:moveTo>
                  <a:pt x="729355" y="905465"/>
                </a:moveTo>
                <a:lnTo>
                  <a:pt x="689743" y="754367"/>
                </a:lnTo>
                <a:lnTo>
                  <a:pt x="665169" y="760806"/>
                </a:lnTo>
                <a:lnTo>
                  <a:pt x="704780" y="911904"/>
                </a:lnTo>
                <a:lnTo>
                  <a:pt x="729355" y="905465"/>
                </a:lnTo>
                <a:close/>
                <a:moveTo>
                  <a:pt x="707453" y="900386"/>
                </a:moveTo>
                <a:cubicBezTo>
                  <a:pt x="428599" y="1223613"/>
                  <a:pt x="259963" y="1644644"/>
                  <a:pt x="259963" y="2105025"/>
                </a:cubicBezTo>
                <a:lnTo>
                  <a:pt x="285363" y="2105025"/>
                </a:lnTo>
                <a:cubicBezTo>
                  <a:pt x="285363" y="1650962"/>
                  <a:pt x="451657" y="1235767"/>
                  <a:pt x="726681" y="916978"/>
                </a:cubicBezTo>
                <a:lnTo>
                  <a:pt x="707453" y="900386"/>
                </a:lnTo>
                <a:close/>
                <a:moveTo>
                  <a:pt x="259963" y="2105025"/>
                </a:moveTo>
                <a:cubicBezTo>
                  <a:pt x="259963" y="2589035"/>
                  <a:pt x="446348" y="3029547"/>
                  <a:pt x="751243" y="3358642"/>
                </a:cubicBezTo>
                <a:lnTo>
                  <a:pt x="769874" y="3341376"/>
                </a:lnTo>
                <a:cubicBezTo>
                  <a:pt x="469163" y="3016790"/>
                  <a:pt x="285363" y="2582386"/>
                  <a:pt x="285363" y="2105025"/>
                </a:cubicBezTo>
                <a:lnTo>
                  <a:pt x="259963" y="2105025"/>
                </a:lnTo>
                <a:close/>
                <a:moveTo>
                  <a:pt x="583603" y="3540995"/>
                </a:moveTo>
                <a:lnTo>
                  <a:pt x="769442" y="3359087"/>
                </a:lnTo>
                <a:lnTo>
                  <a:pt x="751675" y="3340932"/>
                </a:lnTo>
                <a:lnTo>
                  <a:pt x="565836" y="3522847"/>
                </a:lnTo>
                <a:lnTo>
                  <a:pt x="583603" y="3540995"/>
                </a:lnTo>
                <a:close/>
                <a:moveTo>
                  <a:pt x="3293872" y="693992"/>
                </a:moveTo>
                <a:cubicBezTo>
                  <a:pt x="2972816" y="423183"/>
                  <a:pt x="2557952" y="259963"/>
                  <a:pt x="2105025" y="259963"/>
                </a:cubicBezTo>
                <a:lnTo>
                  <a:pt x="2105025" y="285363"/>
                </a:lnTo>
                <a:cubicBezTo>
                  <a:pt x="2551735" y="285363"/>
                  <a:pt x="2960815" y="446316"/>
                  <a:pt x="3277489" y="713403"/>
                </a:cubicBezTo>
                <a:lnTo>
                  <a:pt x="3293872" y="693992"/>
                </a:lnTo>
                <a:close/>
                <a:moveTo>
                  <a:pt x="2105025" y="259963"/>
                </a:moveTo>
                <a:cubicBezTo>
                  <a:pt x="1599514" y="259963"/>
                  <a:pt x="1141463" y="463277"/>
                  <a:pt x="808222" y="792563"/>
                </a:cubicBezTo>
                <a:lnTo>
                  <a:pt x="826078" y="810628"/>
                </a:lnTo>
                <a:cubicBezTo>
                  <a:pt x="1154754" y="485851"/>
                  <a:pt x="1606461" y="285363"/>
                  <a:pt x="2105025" y="285363"/>
                </a:cubicBezTo>
                <a:lnTo>
                  <a:pt x="2105025" y="259963"/>
                </a:lnTo>
                <a:close/>
                <a:moveTo>
                  <a:pt x="624345" y="626751"/>
                </a:moveTo>
                <a:lnTo>
                  <a:pt x="808171" y="810577"/>
                </a:lnTo>
                <a:lnTo>
                  <a:pt x="826129" y="792613"/>
                </a:lnTo>
                <a:lnTo>
                  <a:pt x="642309" y="608787"/>
                </a:lnTo>
                <a:lnTo>
                  <a:pt x="624345" y="626751"/>
                </a:lnTo>
                <a:close/>
                <a:moveTo>
                  <a:pt x="642258" y="626796"/>
                </a:moveTo>
                <a:cubicBezTo>
                  <a:pt x="1017981" y="254978"/>
                  <a:pt x="1534681" y="25400"/>
                  <a:pt x="2105025" y="25400"/>
                </a:cubicBezTo>
                <a:lnTo>
                  <a:pt x="2105025" y="0"/>
                </a:lnTo>
                <a:cubicBezTo>
                  <a:pt x="1527721" y="0"/>
                  <a:pt x="1004678" y="232410"/>
                  <a:pt x="624396" y="608743"/>
                </a:cubicBezTo>
                <a:lnTo>
                  <a:pt x="642258" y="626796"/>
                </a:lnTo>
                <a:close/>
                <a:moveTo>
                  <a:pt x="2105025" y="25400"/>
                </a:moveTo>
                <a:cubicBezTo>
                  <a:pt x="2625058" y="25400"/>
                  <a:pt x="3100451" y="216256"/>
                  <a:pt x="3465131" y="531762"/>
                </a:cubicBezTo>
                <a:lnTo>
                  <a:pt x="3481705" y="512559"/>
                </a:lnTo>
                <a:cubicBezTo>
                  <a:pt x="3112643" y="193205"/>
                  <a:pt x="2631390" y="0"/>
                  <a:pt x="2105025" y="0"/>
                </a:cubicBezTo>
                <a:lnTo>
                  <a:pt x="2105025" y="25400"/>
                </a:lnTo>
                <a:close/>
                <a:moveTo>
                  <a:pt x="3455988" y="677031"/>
                </a:moveTo>
                <a:lnTo>
                  <a:pt x="3485896" y="524605"/>
                </a:lnTo>
                <a:lnTo>
                  <a:pt x="3460941" y="519716"/>
                </a:lnTo>
                <a:lnTo>
                  <a:pt x="3431032" y="672135"/>
                </a:lnTo>
                <a:lnTo>
                  <a:pt x="3455988" y="677031"/>
                </a:lnTo>
                <a:close/>
                <a:moveTo>
                  <a:pt x="3287967" y="716185"/>
                </a:moveTo>
                <a:lnTo>
                  <a:pt x="3445828" y="687070"/>
                </a:lnTo>
                <a:lnTo>
                  <a:pt x="3441192" y="662095"/>
                </a:lnTo>
                <a:lnTo>
                  <a:pt x="3283394" y="691210"/>
                </a:lnTo>
                <a:lnTo>
                  <a:pt x="3287967" y="716185"/>
                </a:lnTo>
                <a:close/>
              </a:path>
            </a:pathLst>
          </a:custGeom>
          <a:solidFill>
            <a:schemeClr val="accent1">
              <a:lumMod val="60000"/>
              <a:lumOff val="4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1" name="图形 2">
            <a:extLst>
              <a:ext uri="{FF2B5EF4-FFF2-40B4-BE49-F238E27FC236}">
                <a16:creationId xmlns:a16="http://schemas.microsoft.com/office/drawing/2014/main" id="{A3784C35-894B-C0FF-654C-3310D3A87514}"/>
              </a:ext>
            </a:extLst>
          </p:cNvPr>
          <p:cNvGrpSpPr/>
          <p:nvPr/>
        </p:nvGrpSpPr>
        <p:grpSpPr>
          <a:xfrm>
            <a:off x="4584700" y="4121150"/>
            <a:ext cx="679450" cy="679450"/>
            <a:chOff x="4584700" y="4121150"/>
            <a:chExt cx="679450" cy="679450"/>
          </a:xfrm>
          <a:effectLst>
            <a:outerShdw blurRad="368300" dist="38100" dir="5400000" algn="t" rotWithShape="0">
              <a:srgbClr val="055CF9">
                <a:alpha val="20000"/>
              </a:srgbClr>
            </a:outerShdw>
          </a:effectLst>
        </p:grpSpPr>
        <p:sp>
          <p:nvSpPr>
            <p:cNvPr id="32" name="任意多边形: 形状 31">
              <a:extLst>
                <a:ext uri="{FF2B5EF4-FFF2-40B4-BE49-F238E27FC236}">
                  <a16:creationId xmlns:a16="http://schemas.microsoft.com/office/drawing/2014/main" id="{F4F4FB8A-EA91-4126-753F-44195C702B3E}"/>
                </a:ext>
              </a:extLst>
            </p:cNvPr>
            <p:cNvSpPr/>
            <p:nvPr/>
          </p:nvSpPr>
          <p:spPr>
            <a:xfrm>
              <a:off x="4584700" y="4121150"/>
              <a:ext cx="679450" cy="679450"/>
            </a:xfrm>
            <a:custGeom>
              <a:avLst/>
              <a:gdLst>
                <a:gd name="connsiteX0" fmla="*/ 679450 w 679450"/>
                <a:gd name="connsiteY0" fmla="*/ 339725 h 679450"/>
                <a:gd name="connsiteX1" fmla="*/ 339725 w 679450"/>
                <a:gd name="connsiteY1" fmla="*/ 679450 h 679450"/>
                <a:gd name="connsiteX2" fmla="*/ 0 w 679450"/>
                <a:gd name="connsiteY2" fmla="*/ 339725 h 679450"/>
                <a:gd name="connsiteX3" fmla="*/ 339725 w 679450"/>
                <a:gd name="connsiteY3" fmla="*/ 0 h 679450"/>
                <a:gd name="connsiteX4" fmla="*/ 679450 w 679450"/>
                <a:gd name="connsiteY4" fmla="*/ 339725 h 67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450" h="679450">
                  <a:moveTo>
                    <a:pt x="679450" y="339725"/>
                  </a:moveTo>
                  <a:cubicBezTo>
                    <a:pt x="679450" y="527350"/>
                    <a:pt x="527350" y="679450"/>
                    <a:pt x="339725" y="679450"/>
                  </a:cubicBezTo>
                  <a:cubicBezTo>
                    <a:pt x="152100" y="679450"/>
                    <a:pt x="0" y="527350"/>
                    <a:pt x="0" y="339725"/>
                  </a:cubicBezTo>
                  <a:cubicBezTo>
                    <a:pt x="0" y="152100"/>
                    <a:pt x="152100" y="0"/>
                    <a:pt x="339725" y="0"/>
                  </a:cubicBezTo>
                  <a:cubicBezTo>
                    <a:pt x="527350" y="0"/>
                    <a:pt x="679450" y="152100"/>
                    <a:pt x="679450" y="3397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a:extLst>
                <a:ext uri="{FF2B5EF4-FFF2-40B4-BE49-F238E27FC236}">
                  <a16:creationId xmlns:a16="http://schemas.microsoft.com/office/drawing/2014/main" id="{609F6B58-CC07-A6DC-6412-C276AE7E0888}"/>
                </a:ext>
              </a:extLst>
            </p:cNvPr>
            <p:cNvSpPr/>
            <p:nvPr/>
          </p:nvSpPr>
          <p:spPr>
            <a:xfrm>
              <a:off x="4616450" y="4152900"/>
              <a:ext cx="615950" cy="615950"/>
            </a:xfrm>
            <a:custGeom>
              <a:avLst/>
              <a:gdLst>
                <a:gd name="connsiteX0" fmla="*/ 615950 w 615950"/>
                <a:gd name="connsiteY0" fmla="*/ 307975 h 615950"/>
                <a:gd name="connsiteX1" fmla="*/ 307975 w 615950"/>
                <a:gd name="connsiteY1" fmla="*/ 615950 h 615950"/>
                <a:gd name="connsiteX2" fmla="*/ 0 w 615950"/>
                <a:gd name="connsiteY2" fmla="*/ 307975 h 615950"/>
                <a:gd name="connsiteX3" fmla="*/ 307975 w 615950"/>
                <a:gd name="connsiteY3" fmla="*/ 0 h 615950"/>
                <a:gd name="connsiteX4" fmla="*/ 615950 w 615950"/>
                <a:gd name="connsiteY4" fmla="*/ 307975 h 61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950" h="615950">
                  <a:moveTo>
                    <a:pt x="615950" y="307975"/>
                  </a:moveTo>
                  <a:cubicBezTo>
                    <a:pt x="615950" y="478065"/>
                    <a:pt x="478065" y="615950"/>
                    <a:pt x="307975" y="615950"/>
                  </a:cubicBezTo>
                  <a:cubicBezTo>
                    <a:pt x="137885" y="615950"/>
                    <a:pt x="0" y="478065"/>
                    <a:pt x="0" y="307975"/>
                  </a:cubicBezTo>
                  <a:cubicBezTo>
                    <a:pt x="0" y="137885"/>
                    <a:pt x="137885" y="0"/>
                    <a:pt x="307975" y="0"/>
                  </a:cubicBezTo>
                  <a:cubicBezTo>
                    <a:pt x="478065" y="0"/>
                    <a:pt x="615950" y="137885"/>
                    <a:pt x="615950" y="307975"/>
                  </a:cubicBezTo>
                  <a:close/>
                </a:path>
              </a:pathLst>
            </a:custGeom>
            <a:noFill/>
            <a:ln w="63500" cap="flat">
              <a:solidFill>
                <a:srgbClr val="FFFFFF"/>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4" name="任意多边形: 形状 33">
            <a:extLst>
              <a:ext uri="{FF2B5EF4-FFF2-40B4-BE49-F238E27FC236}">
                <a16:creationId xmlns:a16="http://schemas.microsoft.com/office/drawing/2014/main" id="{6F75D4C7-00E3-85AC-EB4A-7E07B1902A8E}"/>
              </a:ext>
            </a:extLst>
          </p:cNvPr>
          <p:cNvSpPr/>
          <p:nvPr/>
        </p:nvSpPr>
        <p:spPr>
          <a:xfrm>
            <a:off x="4826000" y="4292600"/>
            <a:ext cx="190500" cy="190500"/>
          </a:xfrm>
          <a:custGeom>
            <a:avLst/>
            <a:gdLst>
              <a:gd name="connsiteX0" fmla="*/ 95250 w 190500"/>
              <a:gd name="connsiteY0" fmla="*/ 190500 h 190500"/>
              <a:gd name="connsiteX1" fmla="*/ 0 w 190500"/>
              <a:gd name="connsiteY1" fmla="*/ 95250 h 190500"/>
              <a:gd name="connsiteX2" fmla="*/ 95250 w 190500"/>
              <a:gd name="connsiteY2" fmla="*/ 0 h 190500"/>
              <a:gd name="connsiteX3" fmla="*/ 190500 w 190500"/>
              <a:gd name="connsiteY3" fmla="*/ 95250 h 190500"/>
              <a:gd name="connsiteX4" fmla="*/ 95250 w 190500"/>
              <a:gd name="connsiteY4" fmla="*/ 190500 h 190500"/>
              <a:gd name="connsiteX5" fmla="*/ 47746 w 190500"/>
              <a:gd name="connsiteY5" fmla="*/ 154838 h 190500"/>
              <a:gd name="connsiteX6" fmla="*/ 95250 w 190500"/>
              <a:gd name="connsiteY6" fmla="*/ 171450 h 190500"/>
              <a:gd name="connsiteX7" fmla="*/ 144463 w 190500"/>
              <a:gd name="connsiteY7" fmla="*/ 153429 h 190500"/>
              <a:gd name="connsiteX8" fmla="*/ 122656 w 190500"/>
              <a:gd name="connsiteY8" fmla="*/ 138557 h 190500"/>
              <a:gd name="connsiteX9" fmla="*/ 96774 w 190500"/>
              <a:gd name="connsiteY9" fmla="*/ 133350 h 190500"/>
              <a:gd name="connsiteX10" fmla="*/ 70002 w 190500"/>
              <a:gd name="connsiteY10" fmla="*/ 138944 h 190500"/>
              <a:gd name="connsiteX11" fmla="*/ 47746 w 190500"/>
              <a:gd name="connsiteY11" fmla="*/ 154838 h 190500"/>
              <a:gd name="connsiteX12" fmla="*/ 34442 w 190500"/>
              <a:gd name="connsiteY12" fmla="*/ 141160 h 190500"/>
              <a:gd name="connsiteX13" fmla="*/ 62827 w 190500"/>
              <a:gd name="connsiteY13" fmla="*/ 121279 h 190500"/>
              <a:gd name="connsiteX14" fmla="*/ 96774 w 190500"/>
              <a:gd name="connsiteY14" fmla="*/ 114300 h 190500"/>
              <a:gd name="connsiteX15" fmla="*/ 129578 w 190500"/>
              <a:gd name="connsiteY15" fmla="*/ 120802 h 190500"/>
              <a:gd name="connsiteX16" fmla="*/ 157372 w 190500"/>
              <a:gd name="connsiteY16" fmla="*/ 139389 h 190500"/>
              <a:gd name="connsiteX17" fmla="*/ 171285 w 190500"/>
              <a:gd name="connsiteY17" fmla="*/ 100356 h 190500"/>
              <a:gd name="connsiteX18" fmla="*/ 162713 w 190500"/>
              <a:gd name="connsiteY18" fmla="*/ 59811 h 190500"/>
              <a:gd name="connsiteX19" fmla="*/ 134188 w 190500"/>
              <a:gd name="connsiteY19" fmla="*/ 29750 h 190500"/>
              <a:gd name="connsiteX20" fmla="*/ 94152 w 190500"/>
              <a:gd name="connsiteY20" fmla="*/ 19063 h 190500"/>
              <a:gd name="connsiteX21" fmla="*/ 54439 w 190500"/>
              <a:gd name="connsiteY21" fmla="*/ 30905 h 190500"/>
              <a:gd name="connsiteX22" fmla="*/ 26803 w 190500"/>
              <a:gd name="connsiteY22" fmla="*/ 61779 h 190500"/>
              <a:gd name="connsiteX23" fmla="*/ 19406 w 190500"/>
              <a:gd name="connsiteY23" fmla="*/ 102553 h 190500"/>
              <a:gd name="connsiteX24" fmla="*/ 34442 w 190500"/>
              <a:gd name="connsiteY24" fmla="*/ 141167 h 190500"/>
              <a:gd name="connsiteX25" fmla="*/ 34442 w 190500"/>
              <a:gd name="connsiteY25" fmla="*/ 141160 h 190500"/>
              <a:gd name="connsiteX26" fmla="*/ 95250 w 190500"/>
              <a:gd name="connsiteY26" fmla="*/ 104775 h 190500"/>
              <a:gd name="connsiteX27" fmla="*/ 68307 w 190500"/>
              <a:gd name="connsiteY27" fmla="*/ 93618 h 190500"/>
              <a:gd name="connsiteX28" fmla="*/ 57150 w 190500"/>
              <a:gd name="connsiteY28" fmla="*/ 66675 h 190500"/>
              <a:gd name="connsiteX29" fmla="*/ 68307 w 190500"/>
              <a:gd name="connsiteY29" fmla="*/ 39732 h 190500"/>
              <a:gd name="connsiteX30" fmla="*/ 95250 w 190500"/>
              <a:gd name="connsiteY30" fmla="*/ 28575 h 190500"/>
              <a:gd name="connsiteX31" fmla="*/ 122193 w 190500"/>
              <a:gd name="connsiteY31" fmla="*/ 39732 h 190500"/>
              <a:gd name="connsiteX32" fmla="*/ 133350 w 190500"/>
              <a:gd name="connsiteY32" fmla="*/ 66675 h 190500"/>
              <a:gd name="connsiteX33" fmla="*/ 122193 w 190500"/>
              <a:gd name="connsiteY33" fmla="*/ 93618 h 190500"/>
              <a:gd name="connsiteX34" fmla="*/ 95250 w 190500"/>
              <a:gd name="connsiteY34" fmla="*/ 104775 h 190500"/>
              <a:gd name="connsiteX35" fmla="*/ 95250 w 190500"/>
              <a:gd name="connsiteY35" fmla="*/ 85725 h 190500"/>
              <a:gd name="connsiteX36" fmla="*/ 108718 w 190500"/>
              <a:gd name="connsiteY36" fmla="*/ 80143 h 190500"/>
              <a:gd name="connsiteX37" fmla="*/ 114300 w 190500"/>
              <a:gd name="connsiteY37" fmla="*/ 66675 h 190500"/>
              <a:gd name="connsiteX38" fmla="*/ 108718 w 190500"/>
              <a:gd name="connsiteY38" fmla="*/ 53207 h 190500"/>
              <a:gd name="connsiteX39" fmla="*/ 95250 w 190500"/>
              <a:gd name="connsiteY39" fmla="*/ 47625 h 190500"/>
              <a:gd name="connsiteX40" fmla="*/ 81782 w 190500"/>
              <a:gd name="connsiteY40" fmla="*/ 53207 h 190500"/>
              <a:gd name="connsiteX41" fmla="*/ 76200 w 190500"/>
              <a:gd name="connsiteY41" fmla="*/ 66675 h 190500"/>
              <a:gd name="connsiteX42" fmla="*/ 81782 w 190500"/>
              <a:gd name="connsiteY42" fmla="*/ 80143 h 190500"/>
              <a:gd name="connsiteX43" fmla="*/ 95250 w 190500"/>
              <a:gd name="connsiteY43" fmla="*/ 8572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0500" h="190500">
                <a:moveTo>
                  <a:pt x="95250" y="190500"/>
                </a:moveTo>
                <a:cubicBezTo>
                  <a:pt x="42647" y="190500"/>
                  <a:pt x="0" y="147860"/>
                  <a:pt x="0" y="95250"/>
                </a:cubicBezTo>
                <a:cubicBezTo>
                  <a:pt x="0" y="42647"/>
                  <a:pt x="42647" y="0"/>
                  <a:pt x="95250" y="0"/>
                </a:cubicBezTo>
                <a:cubicBezTo>
                  <a:pt x="147860" y="0"/>
                  <a:pt x="190500" y="42647"/>
                  <a:pt x="190500" y="95250"/>
                </a:cubicBezTo>
                <a:cubicBezTo>
                  <a:pt x="190500" y="147860"/>
                  <a:pt x="147860" y="190500"/>
                  <a:pt x="95250" y="190500"/>
                </a:cubicBezTo>
                <a:close/>
                <a:moveTo>
                  <a:pt x="47746" y="154838"/>
                </a:moveTo>
                <a:cubicBezTo>
                  <a:pt x="61233" y="165621"/>
                  <a:pt x="77991" y="171476"/>
                  <a:pt x="95250" y="171450"/>
                </a:cubicBezTo>
                <a:cubicBezTo>
                  <a:pt x="114014" y="171450"/>
                  <a:pt x="131191" y="164668"/>
                  <a:pt x="144463" y="153429"/>
                </a:cubicBezTo>
                <a:cubicBezTo>
                  <a:pt x="138265" y="147066"/>
                  <a:pt x="130848" y="142005"/>
                  <a:pt x="122656" y="138557"/>
                </a:cubicBezTo>
                <a:cubicBezTo>
                  <a:pt x="114465" y="135109"/>
                  <a:pt x="105664" y="133337"/>
                  <a:pt x="96774" y="133350"/>
                </a:cubicBezTo>
                <a:cubicBezTo>
                  <a:pt x="87560" y="133337"/>
                  <a:pt x="78442" y="135242"/>
                  <a:pt x="70002" y="138944"/>
                </a:cubicBezTo>
                <a:cubicBezTo>
                  <a:pt x="61563" y="142640"/>
                  <a:pt x="53988" y="148056"/>
                  <a:pt x="47746" y="154838"/>
                </a:cubicBezTo>
                <a:close/>
                <a:moveTo>
                  <a:pt x="34442" y="141160"/>
                </a:moveTo>
                <a:cubicBezTo>
                  <a:pt x="42450" y="132664"/>
                  <a:pt x="52108" y="125902"/>
                  <a:pt x="62827" y="121279"/>
                </a:cubicBezTo>
                <a:cubicBezTo>
                  <a:pt x="73546" y="116662"/>
                  <a:pt x="85103" y="114287"/>
                  <a:pt x="96774" y="114300"/>
                </a:cubicBezTo>
                <a:cubicBezTo>
                  <a:pt x="108026" y="114287"/>
                  <a:pt x="119177" y="116497"/>
                  <a:pt x="129578" y="120802"/>
                </a:cubicBezTo>
                <a:cubicBezTo>
                  <a:pt x="139973" y="125108"/>
                  <a:pt x="149422" y="131420"/>
                  <a:pt x="157372" y="139389"/>
                </a:cubicBezTo>
                <a:cubicBezTo>
                  <a:pt x="165526" y="127914"/>
                  <a:pt x="170339" y="114402"/>
                  <a:pt x="171285" y="100356"/>
                </a:cubicBezTo>
                <a:cubicBezTo>
                  <a:pt x="172225" y="86309"/>
                  <a:pt x="169259" y="72276"/>
                  <a:pt x="162713" y="59811"/>
                </a:cubicBezTo>
                <a:cubicBezTo>
                  <a:pt x="156166" y="47352"/>
                  <a:pt x="146291" y="36944"/>
                  <a:pt x="134188" y="29750"/>
                </a:cubicBezTo>
                <a:cubicBezTo>
                  <a:pt x="122085" y="22555"/>
                  <a:pt x="108229" y="18859"/>
                  <a:pt x="94152" y="19063"/>
                </a:cubicBezTo>
                <a:cubicBezTo>
                  <a:pt x="80073" y="19266"/>
                  <a:pt x="66326" y="23368"/>
                  <a:pt x="54439" y="30905"/>
                </a:cubicBezTo>
                <a:cubicBezTo>
                  <a:pt x="42551" y="38449"/>
                  <a:pt x="32982" y="49136"/>
                  <a:pt x="26803" y="61779"/>
                </a:cubicBezTo>
                <a:cubicBezTo>
                  <a:pt x="20619" y="74428"/>
                  <a:pt x="18059" y="88544"/>
                  <a:pt x="19406" y="102553"/>
                </a:cubicBezTo>
                <a:cubicBezTo>
                  <a:pt x="20752" y="116567"/>
                  <a:pt x="25959" y="129934"/>
                  <a:pt x="34442" y="141167"/>
                </a:cubicBezTo>
                <a:lnTo>
                  <a:pt x="34442" y="141160"/>
                </a:lnTo>
                <a:close/>
                <a:moveTo>
                  <a:pt x="95250" y="104775"/>
                </a:moveTo>
                <a:cubicBezTo>
                  <a:pt x="85147" y="104775"/>
                  <a:pt x="75457" y="100762"/>
                  <a:pt x="68307" y="93618"/>
                </a:cubicBezTo>
                <a:cubicBezTo>
                  <a:pt x="61163" y="86468"/>
                  <a:pt x="57150" y="76778"/>
                  <a:pt x="57150" y="66675"/>
                </a:cubicBezTo>
                <a:cubicBezTo>
                  <a:pt x="57150" y="56572"/>
                  <a:pt x="61163" y="46882"/>
                  <a:pt x="68307" y="39732"/>
                </a:cubicBezTo>
                <a:cubicBezTo>
                  <a:pt x="75457" y="32588"/>
                  <a:pt x="85147" y="28575"/>
                  <a:pt x="95250" y="28575"/>
                </a:cubicBezTo>
                <a:cubicBezTo>
                  <a:pt x="105353" y="28575"/>
                  <a:pt x="115043" y="32588"/>
                  <a:pt x="122193" y="39732"/>
                </a:cubicBezTo>
                <a:cubicBezTo>
                  <a:pt x="129337" y="46882"/>
                  <a:pt x="133350" y="56572"/>
                  <a:pt x="133350" y="66675"/>
                </a:cubicBezTo>
                <a:cubicBezTo>
                  <a:pt x="133350" y="76778"/>
                  <a:pt x="129337" y="86468"/>
                  <a:pt x="122193" y="93618"/>
                </a:cubicBezTo>
                <a:cubicBezTo>
                  <a:pt x="115043" y="100762"/>
                  <a:pt x="105353" y="104775"/>
                  <a:pt x="95250" y="104775"/>
                </a:cubicBezTo>
                <a:close/>
                <a:moveTo>
                  <a:pt x="95250" y="85725"/>
                </a:moveTo>
                <a:cubicBezTo>
                  <a:pt x="100305" y="85725"/>
                  <a:pt x="105150" y="83719"/>
                  <a:pt x="108718" y="80143"/>
                </a:cubicBezTo>
                <a:cubicBezTo>
                  <a:pt x="112294" y="76575"/>
                  <a:pt x="114300" y="71730"/>
                  <a:pt x="114300" y="66675"/>
                </a:cubicBezTo>
                <a:cubicBezTo>
                  <a:pt x="114300" y="61620"/>
                  <a:pt x="112294" y="56775"/>
                  <a:pt x="108718" y="53207"/>
                </a:cubicBezTo>
                <a:cubicBezTo>
                  <a:pt x="105150" y="49631"/>
                  <a:pt x="100305" y="47625"/>
                  <a:pt x="95250" y="47625"/>
                </a:cubicBezTo>
                <a:cubicBezTo>
                  <a:pt x="90195" y="47625"/>
                  <a:pt x="85350" y="49631"/>
                  <a:pt x="81782" y="53207"/>
                </a:cubicBezTo>
                <a:cubicBezTo>
                  <a:pt x="78206" y="56775"/>
                  <a:pt x="76200" y="61620"/>
                  <a:pt x="76200" y="66675"/>
                </a:cubicBezTo>
                <a:cubicBezTo>
                  <a:pt x="76200" y="71730"/>
                  <a:pt x="78206" y="76575"/>
                  <a:pt x="81782" y="80143"/>
                </a:cubicBezTo>
                <a:cubicBezTo>
                  <a:pt x="85350" y="83719"/>
                  <a:pt x="90195" y="85725"/>
                  <a:pt x="95250" y="85725"/>
                </a:cubicBezTo>
                <a:close/>
              </a:path>
            </a:pathLst>
          </a:custGeom>
          <a:solidFill>
            <a:srgbClr val="FFFFFF"/>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34">
            <a:extLst>
              <a:ext uri="{FF2B5EF4-FFF2-40B4-BE49-F238E27FC236}">
                <a16:creationId xmlns:a16="http://schemas.microsoft.com/office/drawing/2014/main" id="{C036FDD2-0F13-8AF5-50EE-BA7CDAEA51AA}"/>
              </a:ext>
            </a:extLst>
          </p:cNvPr>
          <p:cNvSpPr/>
          <p:nvPr/>
        </p:nvSpPr>
        <p:spPr>
          <a:xfrm>
            <a:off x="3829050" y="4743450"/>
            <a:ext cx="742950" cy="742950"/>
          </a:xfrm>
          <a:custGeom>
            <a:avLst/>
            <a:gdLst>
              <a:gd name="connsiteX0" fmla="*/ 742950 w 742950"/>
              <a:gd name="connsiteY0" fmla="*/ 371475 h 742950"/>
              <a:gd name="connsiteX1" fmla="*/ 371475 w 742950"/>
              <a:gd name="connsiteY1" fmla="*/ 742950 h 742950"/>
              <a:gd name="connsiteX2" fmla="*/ 0 w 742950"/>
              <a:gd name="connsiteY2" fmla="*/ 371475 h 742950"/>
              <a:gd name="connsiteX3" fmla="*/ 371475 w 742950"/>
              <a:gd name="connsiteY3" fmla="*/ 0 h 742950"/>
              <a:gd name="connsiteX4" fmla="*/ 742950 w 742950"/>
              <a:gd name="connsiteY4" fmla="*/ 371475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50" h="742950">
                <a:moveTo>
                  <a:pt x="742950" y="371475"/>
                </a:moveTo>
                <a:cubicBezTo>
                  <a:pt x="742950" y="576635"/>
                  <a:pt x="576635" y="742950"/>
                  <a:pt x="371475" y="742950"/>
                </a:cubicBezTo>
                <a:cubicBezTo>
                  <a:pt x="166315" y="742950"/>
                  <a:pt x="0" y="576635"/>
                  <a:pt x="0" y="371475"/>
                </a:cubicBezTo>
                <a:cubicBezTo>
                  <a:pt x="0" y="166315"/>
                  <a:pt x="166315" y="0"/>
                  <a:pt x="371475" y="0"/>
                </a:cubicBezTo>
                <a:cubicBezTo>
                  <a:pt x="576635" y="0"/>
                  <a:pt x="742950" y="166315"/>
                  <a:pt x="742950" y="371475"/>
                </a:cubicBezTo>
                <a:close/>
              </a:path>
            </a:pathLst>
          </a:custGeom>
          <a:solidFill>
            <a:srgbClr val="F4F5F9"/>
          </a:solidFill>
          <a:ln w="63500" cap="flat">
            <a:solidFill>
              <a:srgbClr val="FFFFFF"/>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任意多边形: 形状 35">
            <a:extLst>
              <a:ext uri="{FF2B5EF4-FFF2-40B4-BE49-F238E27FC236}">
                <a16:creationId xmlns:a16="http://schemas.microsoft.com/office/drawing/2014/main" id="{2370EDC6-9666-4C0C-624D-7FEE25A02057}"/>
              </a:ext>
            </a:extLst>
          </p:cNvPr>
          <p:cNvSpPr/>
          <p:nvPr/>
        </p:nvSpPr>
        <p:spPr>
          <a:xfrm>
            <a:off x="3867150" y="4781550"/>
            <a:ext cx="666750" cy="666750"/>
          </a:xfrm>
          <a:custGeom>
            <a:avLst/>
            <a:gdLst>
              <a:gd name="connsiteX0" fmla="*/ 666750 w 666750"/>
              <a:gd name="connsiteY0" fmla="*/ 333375 h 666750"/>
              <a:gd name="connsiteX1" fmla="*/ 333375 w 666750"/>
              <a:gd name="connsiteY1" fmla="*/ 666750 h 666750"/>
              <a:gd name="connsiteX2" fmla="*/ 0 w 666750"/>
              <a:gd name="connsiteY2" fmla="*/ 333375 h 666750"/>
              <a:gd name="connsiteX3" fmla="*/ 333375 w 666750"/>
              <a:gd name="connsiteY3" fmla="*/ 0 h 666750"/>
              <a:gd name="connsiteX4" fmla="*/ 666750 w 666750"/>
              <a:gd name="connsiteY4" fmla="*/ 333375 h 666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0" h="666750">
                <a:moveTo>
                  <a:pt x="666750" y="333375"/>
                </a:moveTo>
                <a:cubicBezTo>
                  <a:pt x="666750" y="517493"/>
                  <a:pt x="517493" y="666750"/>
                  <a:pt x="333375" y="666750"/>
                </a:cubicBezTo>
                <a:cubicBezTo>
                  <a:pt x="149257" y="666750"/>
                  <a:pt x="0" y="517493"/>
                  <a:pt x="0" y="333375"/>
                </a:cubicBezTo>
                <a:cubicBezTo>
                  <a:pt x="0" y="149257"/>
                  <a:pt x="149257" y="0"/>
                  <a:pt x="333375" y="0"/>
                </a:cubicBezTo>
                <a:cubicBezTo>
                  <a:pt x="517493" y="0"/>
                  <a:pt x="666750" y="149257"/>
                  <a:pt x="666750" y="333375"/>
                </a:cubicBezTo>
                <a:close/>
              </a:path>
            </a:pathLst>
          </a:custGeom>
          <a:solidFill>
            <a:schemeClr val="accent1">
              <a:lumMod val="20000"/>
              <a:lumOff val="80000"/>
            </a:schemeClr>
          </a:solidFill>
          <a:ln w="1270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36">
            <a:extLst>
              <a:ext uri="{FF2B5EF4-FFF2-40B4-BE49-F238E27FC236}">
                <a16:creationId xmlns:a16="http://schemas.microsoft.com/office/drawing/2014/main" id="{CF7A9CBC-8E9C-5A44-CE11-337C514515EA}"/>
              </a:ext>
            </a:extLst>
          </p:cNvPr>
          <p:cNvSpPr/>
          <p:nvPr/>
        </p:nvSpPr>
        <p:spPr>
          <a:xfrm>
            <a:off x="4102100" y="4940300"/>
            <a:ext cx="190500" cy="190500"/>
          </a:xfrm>
          <a:custGeom>
            <a:avLst/>
            <a:gdLst>
              <a:gd name="connsiteX0" fmla="*/ 95250 w 190500"/>
              <a:gd name="connsiteY0" fmla="*/ 190500 h 190500"/>
              <a:gd name="connsiteX1" fmla="*/ 0 w 190500"/>
              <a:gd name="connsiteY1" fmla="*/ 95250 h 190500"/>
              <a:gd name="connsiteX2" fmla="*/ 95250 w 190500"/>
              <a:gd name="connsiteY2" fmla="*/ 0 h 190500"/>
              <a:gd name="connsiteX3" fmla="*/ 190500 w 190500"/>
              <a:gd name="connsiteY3" fmla="*/ 95250 h 190500"/>
              <a:gd name="connsiteX4" fmla="*/ 95250 w 190500"/>
              <a:gd name="connsiteY4" fmla="*/ 190500 h 190500"/>
              <a:gd name="connsiteX5" fmla="*/ 95250 w 190500"/>
              <a:gd name="connsiteY5" fmla="*/ 171450 h 190500"/>
              <a:gd name="connsiteX6" fmla="*/ 149130 w 190500"/>
              <a:gd name="connsiteY6" fmla="*/ 149130 h 190500"/>
              <a:gd name="connsiteX7" fmla="*/ 171450 w 190500"/>
              <a:gd name="connsiteY7" fmla="*/ 95250 h 190500"/>
              <a:gd name="connsiteX8" fmla="*/ 149130 w 190500"/>
              <a:gd name="connsiteY8" fmla="*/ 41370 h 190500"/>
              <a:gd name="connsiteX9" fmla="*/ 95250 w 190500"/>
              <a:gd name="connsiteY9" fmla="*/ 19050 h 190500"/>
              <a:gd name="connsiteX10" fmla="*/ 41370 w 190500"/>
              <a:gd name="connsiteY10" fmla="*/ 41370 h 190500"/>
              <a:gd name="connsiteX11" fmla="*/ 19050 w 190500"/>
              <a:gd name="connsiteY11" fmla="*/ 95250 h 190500"/>
              <a:gd name="connsiteX12" fmla="*/ 41370 w 190500"/>
              <a:gd name="connsiteY12" fmla="*/ 149130 h 190500"/>
              <a:gd name="connsiteX13" fmla="*/ 95250 w 190500"/>
              <a:gd name="connsiteY13" fmla="*/ 171450 h 190500"/>
              <a:gd name="connsiteX14" fmla="*/ 128588 w 190500"/>
              <a:gd name="connsiteY14" fmla="*/ 61913 h 190500"/>
              <a:gd name="connsiteX15" fmla="*/ 109538 w 190500"/>
              <a:gd name="connsiteY15" fmla="*/ 109538 h 190500"/>
              <a:gd name="connsiteX16" fmla="*/ 61913 w 190500"/>
              <a:gd name="connsiteY16" fmla="*/ 128588 h 190500"/>
              <a:gd name="connsiteX17" fmla="*/ 80963 w 190500"/>
              <a:gd name="connsiteY17" fmla="*/ 80963 h 190500"/>
              <a:gd name="connsiteX18" fmla="*/ 128588 w 190500"/>
              <a:gd name="connsiteY18" fmla="*/ 61913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00" h="190500">
                <a:moveTo>
                  <a:pt x="95250" y="190500"/>
                </a:moveTo>
                <a:cubicBezTo>
                  <a:pt x="42647" y="190500"/>
                  <a:pt x="0" y="147860"/>
                  <a:pt x="0" y="95250"/>
                </a:cubicBezTo>
                <a:cubicBezTo>
                  <a:pt x="0" y="42647"/>
                  <a:pt x="42647" y="0"/>
                  <a:pt x="95250" y="0"/>
                </a:cubicBezTo>
                <a:cubicBezTo>
                  <a:pt x="147860" y="0"/>
                  <a:pt x="190500" y="42647"/>
                  <a:pt x="190500" y="95250"/>
                </a:cubicBezTo>
                <a:cubicBezTo>
                  <a:pt x="190500" y="147860"/>
                  <a:pt x="147860" y="190500"/>
                  <a:pt x="95250" y="190500"/>
                </a:cubicBezTo>
                <a:close/>
                <a:moveTo>
                  <a:pt x="95250" y="171450"/>
                </a:moveTo>
                <a:cubicBezTo>
                  <a:pt x="115462" y="171450"/>
                  <a:pt x="134842" y="163424"/>
                  <a:pt x="149130" y="149130"/>
                </a:cubicBezTo>
                <a:cubicBezTo>
                  <a:pt x="163424" y="134842"/>
                  <a:pt x="171450" y="115462"/>
                  <a:pt x="171450" y="95250"/>
                </a:cubicBezTo>
                <a:cubicBezTo>
                  <a:pt x="171450" y="75038"/>
                  <a:pt x="163424" y="55658"/>
                  <a:pt x="149130" y="41370"/>
                </a:cubicBezTo>
                <a:cubicBezTo>
                  <a:pt x="134842" y="27076"/>
                  <a:pt x="115462" y="19050"/>
                  <a:pt x="95250" y="19050"/>
                </a:cubicBezTo>
                <a:cubicBezTo>
                  <a:pt x="75038" y="19050"/>
                  <a:pt x="55658" y="27076"/>
                  <a:pt x="41370" y="41370"/>
                </a:cubicBezTo>
                <a:cubicBezTo>
                  <a:pt x="27076" y="55658"/>
                  <a:pt x="19050" y="75038"/>
                  <a:pt x="19050" y="95250"/>
                </a:cubicBezTo>
                <a:cubicBezTo>
                  <a:pt x="19050" y="115462"/>
                  <a:pt x="27076" y="134842"/>
                  <a:pt x="41370" y="149130"/>
                </a:cubicBezTo>
                <a:cubicBezTo>
                  <a:pt x="55658" y="163424"/>
                  <a:pt x="75038" y="171450"/>
                  <a:pt x="95250" y="171450"/>
                </a:cubicBezTo>
                <a:close/>
                <a:moveTo>
                  <a:pt x="128588" y="61913"/>
                </a:moveTo>
                <a:lnTo>
                  <a:pt x="109538" y="109538"/>
                </a:lnTo>
                <a:lnTo>
                  <a:pt x="61913" y="128588"/>
                </a:lnTo>
                <a:lnTo>
                  <a:pt x="80963" y="80963"/>
                </a:lnTo>
                <a:lnTo>
                  <a:pt x="128588" y="61913"/>
                </a:lnTo>
                <a:close/>
              </a:path>
            </a:pathLst>
          </a:custGeom>
          <a:solidFill>
            <a:schemeClr val="accent1">
              <a:lumMod val="75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a:extLst>
              <a:ext uri="{FF2B5EF4-FFF2-40B4-BE49-F238E27FC236}">
                <a16:creationId xmlns:a16="http://schemas.microsoft.com/office/drawing/2014/main" id="{9A4E160F-28BE-4418-7181-6014251F64C0}"/>
              </a:ext>
            </a:extLst>
          </p:cNvPr>
          <p:cNvSpPr/>
          <p:nvPr/>
        </p:nvSpPr>
        <p:spPr>
          <a:xfrm>
            <a:off x="1778000" y="2276545"/>
            <a:ext cx="2476500" cy="6350"/>
          </a:xfrm>
          <a:custGeom>
            <a:avLst/>
            <a:gdLst>
              <a:gd name="connsiteX0" fmla="*/ 2476500 w 2476500"/>
              <a:gd name="connsiteY0" fmla="*/ 0 h 6350"/>
              <a:gd name="connsiteX1" fmla="*/ 0 w 2476500"/>
              <a:gd name="connsiteY1" fmla="*/ 0 h 6350"/>
            </a:gdLst>
            <a:ahLst/>
            <a:cxnLst>
              <a:cxn ang="0">
                <a:pos x="connsiteX0" y="connsiteY0"/>
              </a:cxn>
              <a:cxn ang="0">
                <a:pos x="connsiteX1" y="connsiteY1"/>
              </a:cxn>
            </a:cxnLst>
            <a:rect l="l" t="t" r="r" b="b"/>
            <a:pathLst>
              <a:path w="2476500" h="6350">
                <a:moveTo>
                  <a:pt x="247650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任意多边形: 形状 51">
            <a:extLst>
              <a:ext uri="{FF2B5EF4-FFF2-40B4-BE49-F238E27FC236}">
                <a16:creationId xmlns:a16="http://schemas.microsoft.com/office/drawing/2014/main" id="{F9C402A4-307C-85BF-705E-FC1B5D2A2EA6}"/>
              </a:ext>
            </a:extLst>
          </p:cNvPr>
          <p:cNvSpPr/>
          <p:nvPr/>
        </p:nvSpPr>
        <p:spPr>
          <a:xfrm>
            <a:off x="7226300" y="2276545"/>
            <a:ext cx="882650" cy="6350"/>
          </a:xfrm>
          <a:custGeom>
            <a:avLst/>
            <a:gdLst>
              <a:gd name="connsiteX0" fmla="*/ 882650 w 882650"/>
              <a:gd name="connsiteY0" fmla="*/ 0 h 6350"/>
              <a:gd name="connsiteX1" fmla="*/ 0 w 882650"/>
              <a:gd name="connsiteY1" fmla="*/ 0 h 6350"/>
            </a:gdLst>
            <a:ahLst/>
            <a:cxnLst>
              <a:cxn ang="0">
                <a:pos x="connsiteX0" y="connsiteY0"/>
              </a:cxn>
              <a:cxn ang="0">
                <a:pos x="connsiteX1" y="connsiteY1"/>
              </a:cxn>
            </a:cxnLst>
            <a:rect l="l" t="t" r="r" b="b"/>
            <a:pathLst>
              <a:path w="882650" h="6350">
                <a:moveTo>
                  <a:pt x="88265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a:extLst>
              <a:ext uri="{FF2B5EF4-FFF2-40B4-BE49-F238E27FC236}">
                <a16:creationId xmlns:a16="http://schemas.microsoft.com/office/drawing/2014/main" id="{6BDF08F0-BE7C-495D-8756-BE98C7153E55}"/>
              </a:ext>
            </a:extLst>
          </p:cNvPr>
          <p:cNvSpPr/>
          <p:nvPr/>
        </p:nvSpPr>
        <p:spPr>
          <a:xfrm>
            <a:off x="6991350" y="5403759"/>
            <a:ext cx="1117600" cy="6350"/>
          </a:xfrm>
          <a:custGeom>
            <a:avLst/>
            <a:gdLst>
              <a:gd name="connsiteX0" fmla="*/ 1117600 w 1117600"/>
              <a:gd name="connsiteY0" fmla="*/ 0 h 6350"/>
              <a:gd name="connsiteX1" fmla="*/ 0 w 1117600"/>
              <a:gd name="connsiteY1" fmla="*/ 0 h 6350"/>
            </a:gdLst>
            <a:ahLst/>
            <a:cxnLst>
              <a:cxn ang="0">
                <a:pos x="connsiteX0" y="connsiteY0"/>
              </a:cxn>
              <a:cxn ang="0">
                <a:pos x="connsiteX1" y="connsiteY1"/>
              </a:cxn>
            </a:cxnLst>
            <a:rect l="l" t="t" r="r" b="b"/>
            <a:pathLst>
              <a:path w="1117600" h="6350">
                <a:moveTo>
                  <a:pt x="111760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任意多边形: 形状 53">
            <a:extLst>
              <a:ext uri="{FF2B5EF4-FFF2-40B4-BE49-F238E27FC236}">
                <a16:creationId xmlns:a16="http://schemas.microsoft.com/office/drawing/2014/main" id="{5FD5C378-44B9-E0FA-B3D6-29451CBD3E94}"/>
              </a:ext>
            </a:extLst>
          </p:cNvPr>
          <p:cNvSpPr/>
          <p:nvPr/>
        </p:nvSpPr>
        <p:spPr>
          <a:xfrm>
            <a:off x="1778000" y="4446707"/>
            <a:ext cx="1873250" cy="6350"/>
          </a:xfrm>
          <a:custGeom>
            <a:avLst/>
            <a:gdLst>
              <a:gd name="connsiteX0" fmla="*/ 1873250 w 1873250"/>
              <a:gd name="connsiteY0" fmla="*/ 0 h 6350"/>
              <a:gd name="connsiteX1" fmla="*/ 0 w 1873250"/>
              <a:gd name="connsiteY1" fmla="*/ 0 h 6350"/>
            </a:gdLst>
            <a:ahLst/>
            <a:cxnLst>
              <a:cxn ang="0">
                <a:pos x="connsiteX0" y="connsiteY0"/>
              </a:cxn>
              <a:cxn ang="0">
                <a:pos x="connsiteX1" y="connsiteY1"/>
              </a:cxn>
            </a:cxnLst>
            <a:rect l="l" t="t" r="r" b="b"/>
            <a:pathLst>
              <a:path w="1873250" h="6350">
                <a:moveTo>
                  <a:pt x="1873250" y="0"/>
                </a:moveTo>
                <a:lnTo>
                  <a:pt x="0" y="0"/>
                </a:lnTo>
              </a:path>
            </a:pathLst>
          </a:custGeom>
          <a:noFill/>
          <a:ln w="6350" cap="flat">
            <a:solidFill>
              <a:srgbClr val="E5E5E5"/>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a:extLst>
              <a:ext uri="{FF2B5EF4-FFF2-40B4-BE49-F238E27FC236}">
                <a16:creationId xmlns:a16="http://schemas.microsoft.com/office/drawing/2014/main" id="{F59EE89A-9AD7-8D4E-D1D7-5C22F917CADE}"/>
              </a:ext>
            </a:extLst>
          </p:cNvPr>
          <p:cNvSpPr txBox="1"/>
          <p:nvPr/>
        </p:nvSpPr>
        <p:spPr>
          <a:xfrm>
            <a:off x="1135760" y="2110443"/>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决策</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a:extLst>
              <a:ext uri="{FF2B5EF4-FFF2-40B4-BE49-F238E27FC236}">
                <a16:creationId xmlns:a16="http://schemas.microsoft.com/office/drawing/2014/main" id="{A66649BD-05EE-A584-540C-C7031E00F717}"/>
              </a:ext>
            </a:extLst>
          </p:cNvPr>
          <p:cNvSpPr txBox="1"/>
          <p:nvPr/>
        </p:nvSpPr>
        <p:spPr>
          <a:xfrm>
            <a:off x="1142999" y="2374999"/>
            <a:ext cx="2372145" cy="898772"/>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我们如何让用户使用服务？如何向他们传递我们的服务价值和优点</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a:extLst>
              <a:ext uri="{FF2B5EF4-FFF2-40B4-BE49-F238E27FC236}">
                <a16:creationId xmlns:a16="http://schemas.microsoft.com/office/drawing/2014/main" id="{1C3B6DFC-BCC4-DD44-C462-5859181558F3}"/>
              </a:ext>
            </a:extLst>
          </p:cNvPr>
          <p:cNvSpPr txBox="1"/>
          <p:nvPr/>
        </p:nvSpPr>
        <p:spPr>
          <a:xfrm>
            <a:off x="1135760" y="4280605"/>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发现</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a:extLst>
              <a:ext uri="{FF2B5EF4-FFF2-40B4-BE49-F238E27FC236}">
                <a16:creationId xmlns:a16="http://schemas.microsoft.com/office/drawing/2014/main" id="{8B726DFC-5FEE-40DA-7CA1-2B33DC3CF268}"/>
              </a:ext>
            </a:extLst>
          </p:cNvPr>
          <p:cNvSpPr txBox="1"/>
          <p:nvPr/>
        </p:nvSpPr>
        <p:spPr>
          <a:xfrm>
            <a:off x="1142999" y="4593111"/>
            <a:ext cx="2372145" cy="621773"/>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我们如何让用户注意到我们的产品或服务？</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a:extLst>
              <a:ext uri="{FF2B5EF4-FFF2-40B4-BE49-F238E27FC236}">
                <a16:creationId xmlns:a16="http://schemas.microsoft.com/office/drawing/2014/main" id="{370F9421-A82B-237F-9144-34BF5C9B7A1D}"/>
              </a:ext>
            </a:extLst>
          </p:cNvPr>
          <p:cNvSpPr txBox="1"/>
          <p:nvPr/>
        </p:nvSpPr>
        <p:spPr>
          <a:xfrm>
            <a:off x="8429425" y="2110443"/>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使用</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a:extLst>
              <a:ext uri="{FF2B5EF4-FFF2-40B4-BE49-F238E27FC236}">
                <a16:creationId xmlns:a16="http://schemas.microsoft.com/office/drawing/2014/main" id="{28758C8B-8E73-CE73-4EDE-E059489979A2}"/>
              </a:ext>
            </a:extLst>
          </p:cNvPr>
          <p:cNvSpPr txBox="1"/>
          <p:nvPr/>
        </p:nvSpPr>
        <p:spPr>
          <a:xfrm>
            <a:off x="8436664" y="2470899"/>
            <a:ext cx="3027203" cy="344774"/>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我们如何让用户使用更便捷、体验更顺畅</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a:extLst>
              <a:ext uri="{FF2B5EF4-FFF2-40B4-BE49-F238E27FC236}">
                <a16:creationId xmlns:a16="http://schemas.microsoft.com/office/drawing/2014/main" id="{1F75FD52-53AC-617C-F958-2F76E447F36A}"/>
              </a:ext>
            </a:extLst>
          </p:cNvPr>
          <p:cNvSpPr txBox="1"/>
          <p:nvPr/>
        </p:nvSpPr>
        <p:spPr>
          <a:xfrm>
            <a:off x="8429425" y="5237657"/>
            <a:ext cx="595035"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留存</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a:extLst>
              <a:ext uri="{FF2B5EF4-FFF2-40B4-BE49-F238E27FC236}">
                <a16:creationId xmlns:a16="http://schemas.microsoft.com/office/drawing/2014/main" id="{7F597C24-3D8E-7775-1131-56E22BBF9B49}"/>
              </a:ext>
            </a:extLst>
          </p:cNvPr>
          <p:cNvSpPr txBox="1"/>
          <p:nvPr/>
        </p:nvSpPr>
        <p:spPr>
          <a:xfrm>
            <a:off x="8436664" y="5550163"/>
            <a:ext cx="3106225" cy="344774"/>
          </a:xfrm>
          <a:prstGeom prst="rect">
            <a:avLst/>
          </a:prstGeom>
          <a:noFill/>
        </p:spPr>
        <p:txBody>
          <a:bodyPr wrap="square" rtlCol="0">
            <a:spAutoFit/>
          </a:bodyPr>
          <a:lstStyle/>
          <a:p>
            <a:pPr>
              <a:lnSpc>
                <a:spcPct val="15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我们如何让用户使用更便捷、体验更顺畅</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B7FEB3FE-8554-8AC6-BA8D-7C6E02BC21E5}"/>
              </a:ext>
            </a:extLst>
          </p:cNvPr>
          <p:cNvSpPr txBox="1"/>
          <p:nvPr/>
        </p:nvSpPr>
        <p:spPr>
          <a:xfrm>
            <a:off x="5000840" y="1705361"/>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提供吸引并转化</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a:extLst>
              <a:ext uri="{FF2B5EF4-FFF2-40B4-BE49-F238E27FC236}">
                <a16:creationId xmlns:a16="http://schemas.microsoft.com/office/drawing/2014/main" id="{D4E0029F-AF0F-5266-62BB-81245F51DE6A}"/>
              </a:ext>
            </a:extLst>
          </p:cNvPr>
          <p:cNvSpPr txBox="1"/>
          <p:nvPr/>
        </p:nvSpPr>
        <p:spPr>
          <a:xfrm rot="16200000">
            <a:off x="3054337" y="3658043"/>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触达用户</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a:extLst>
              <a:ext uri="{FF2B5EF4-FFF2-40B4-BE49-F238E27FC236}">
                <a16:creationId xmlns:a16="http://schemas.microsoft.com/office/drawing/2014/main" id="{09C3866F-FCE8-960E-1C76-F8E7D24FAF65}"/>
              </a:ext>
            </a:extLst>
          </p:cNvPr>
          <p:cNvSpPr txBox="1"/>
          <p:nvPr/>
        </p:nvSpPr>
        <p:spPr>
          <a:xfrm>
            <a:off x="5000840" y="5618034"/>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奖励忠诚用户</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a:extLst>
              <a:ext uri="{FF2B5EF4-FFF2-40B4-BE49-F238E27FC236}">
                <a16:creationId xmlns:a16="http://schemas.microsoft.com/office/drawing/2014/main" id="{2B83DB87-1316-983E-1169-291EF8EE6B19}"/>
              </a:ext>
            </a:extLst>
          </p:cNvPr>
          <p:cNvSpPr txBox="1"/>
          <p:nvPr/>
        </p:nvSpPr>
        <p:spPr>
          <a:xfrm rot="5400000">
            <a:off x="6976277" y="3658043"/>
            <a:ext cx="1333070" cy="215444"/>
          </a:xfrm>
          <a:prstGeom prst="rect">
            <a:avLst/>
          </a:prstGeom>
          <a:noFill/>
        </p:spPr>
        <p:txBody>
          <a:bodyPr wrap="squar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可用的好服务</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a:extLst>
              <a:ext uri="{FF2B5EF4-FFF2-40B4-BE49-F238E27FC236}">
                <a16:creationId xmlns:a16="http://schemas.microsoft.com/office/drawing/2014/main" id="{29A0DA12-A55B-AD2D-8B28-EF723F330D51}"/>
              </a:ext>
            </a:extLst>
          </p:cNvPr>
          <p:cNvSpPr txBox="1"/>
          <p:nvPr/>
        </p:nvSpPr>
        <p:spPr>
          <a:xfrm>
            <a:off x="5000840" y="5170135"/>
            <a:ext cx="133307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使用后</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76698C14-E923-97FA-80A9-0F669864A8F7}"/>
              </a:ext>
            </a:extLst>
          </p:cNvPr>
          <p:cNvSpPr txBox="1"/>
          <p:nvPr/>
        </p:nvSpPr>
        <p:spPr>
          <a:xfrm rot="18900000">
            <a:off x="4014322" y="2557996"/>
            <a:ext cx="133307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使用前</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a:extLst>
              <a:ext uri="{FF2B5EF4-FFF2-40B4-BE49-F238E27FC236}">
                <a16:creationId xmlns:a16="http://schemas.microsoft.com/office/drawing/2014/main" id="{76CDB240-BEAB-7D73-9FBB-0FA2EDA9BAB8}"/>
              </a:ext>
            </a:extLst>
          </p:cNvPr>
          <p:cNvSpPr txBox="1"/>
          <p:nvPr/>
        </p:nvSpPr>
        <p:spPr>
          <a:xfrm rot="5400000">
            <a:off x="6458165" y="3613593"/>
            <a:ext cx="133307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使用中</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a:extLst>
              <a:ext uri="{FF2B5EF4-FFF2-40B4-BE49-F238E27FC236}">
                <a16:creationId xmlns:a16="http://schemas.microsoft.com/office/drawing/2014/main" id="{84D2AEE5-6BD5-6597-D578-F6B0A3AECA64}"/>
              </a:ext>
            </a:extLst>
          </p:cNvPr>
          <p:cNvSpPr txBox="1"/>
          <p:nvPr/>
        </p:nvSpPr>
        <p:spPr>
          <a:xfrm>
            <a:off x="5346700" y="4629834"/>
            <a:ext cx="64135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重复使用</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a:extLst>
              <a:ext uri="{FF2B5EF4-FFF2-40B4-BE49-F238E27FC236}">
                <a16:creationId xmlns:a16="http://schemas.microsoft.com/office/drawing/2014/main" id="{5CE7C0D6-99AA-97D7-363B-9D9A2BFBCADB}"/>
              </a:ext>
            </a:extLst>
          </p:cNvPr>
          <p:cNvSpPr txBox="1"/>
          <p:nvPr/>
        </p:nvSpPr>
        <p:spPr>
          <a:xfrm>
            <a:off x="5000840" y="2665718"/>
            <a:ext cx="133307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考虑用</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E71514ED-06EB-BECB-C001-80A007F6D3EB}"/>
              </a:ext>
            </a:extLst>
          </p:cNvPr>
          <p:cNvSpPr txBox="1"/>
          <p:nvPr/>
        </p:nvSpPr>
        <p:spPr>
          <a:xfrm rot="5400000">
            <a:off x="5966496" y="3658043"/>
            <a:ext cx="133307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使用服务</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B84CD6F7-7E26-8B91-322B-D5C7F06303BB}"/>
              </a:ext>
            </a:extLst>
          </p:cNvPr>
          <p:cNvSpPr txBox="1"/>
          <p:nvPr/>
        </p:nvSpPr>
        <p:spPr>
          <a:xfrm rot="16200000">
            <a:off x="4028140" y="3637862"/>
            <a:ext cx="133307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感兴趣</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21198FA5-366E-FC2A-6ECD-B309B0A13211}"/>
              </a:ext>
            </a:extLst>
          </p:cNvPr>
          <p:cNvSpPr txBox="1"/>
          <p:nvPr/>
        </p:nvSpPr>
        <p:spPr>
          <a:xfrm>
            <a:off x="4600575" y="4503892"/>
            <a:ext cx="641350" cy="215444"/>
          </a:xfrm>
          <a:prstGeom prst="rect">
            <a:avLst/>
          </a:prstGeom>
          <a:noFill/>
        </p:spPr>
        <p:txBody>
          <a:bodyPr wrap="square" rtlCol="0">
            <a:spAutoFit/>
          </a:bodyPr>
          <a:lstStyle/>
          <a:p>
            <a:pPr algn="ctr"/>
            <a:r>
              <a:rPr lang="zh-CN" alt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AD9133F1-9989-F2F4-0DE2-8629B4669455}"/>
              </a:ext>
            </a:extLst>
          </p:cNvPr>
          <p:cNvSpPr txBox="1"/>
          <p:nvPr/>
        </p:nvSpPr>
        <p:spPr>
          <a:xfrm>
            <a:off x="3876675" y="5147359"/>
            <a:ext cx="641350" cy="215444"/>
          </a:xfrm>
          <a:prstGeom prst="rect">
            <a:avLst/>
          </a:prstGeom>
          <a:noFill/>
        </p:spPr>
        <p:txBody>
          <a:bodyPr wrap="square" rtlCol="0">
            <a:spAutoFit/>
          </a:bodyPr>
          <a:lstStyle/>
          <a:p>
            <a:pPr algn="ctr"/>
            <a:r>
              <a:rPr lang="zh-CN" alt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a:t>
            </a:r>
            <a:endParaRPr lang="en-US" sz="8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C83D568F-7A7F-53F7-53FB-5E306AE2E3E1}"/>
              </a:ext>
            </a:extLst>
          </p:cNvPr>
          <p:cNvSpPr txBox="1"/>
          <p:nvPr/>
        </p:nvSpPr>
        <p:spPr>
          <a:xfrm>
            <a:off x="826505" y="2141221"/>
            <a:ext cx="285652" cy="276999"/>
          </a:xfrm>
          <a:prstGeom prst="rect">
            <a:avLst/>
          </a:prstGeom>
          <a:noFill/>
        </p:spPr>
        <p:txBody>
          <a:bodyPr wrap="square" rtlCol="0">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1</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a:extLst>
              <a:ext uri="{FF2B5EF4-FFF2-40B4-BE49-F238E27FC236}">
                <a16:creationId xmlns:a16="http://schemas.microsoft.com/office/drawing/2014/main" id="{643C8A18-080F-F9D9-C4A8-44AE287B768A}"/>
              </a:ext>
            </a:extLst>
          </p:cNvPr>
          <p:cNvSpPr txBox="1"/>
          <p:nvPr/>
        </p:nvSpPr>
        <p:spPr>
          <a:xfrm>
            <a:off x="826505" y="4311383"/>
            <a:ext cx="285652" cy="276999"/>
          </a:xfrm>
          <a:prstGeom prst="rect">
            <a:avLst/>
          </a:prstGeom>
          <a:noFill/>
        </p:spPr>
        <p:txBody>
          <a:bodyPr wrap="square" rtlCol="0" anchor="ctr">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3</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988B9855-65D2-BC43-DC71-9CD41E4E826C}"/>
              </a:ext>
            </a:extLst>
          </p:cNvPr>
          <p:cNvSpPr txBox="1"/>
          <p:nvPr/>
        </p:nvSpPr>
        <p:spPr>
          <a:xfrm>
            <a:off x="8123251" y="2141221"/>
            <a:ext cx="285652" cy="276999"/>
          </a:xfrm>
          <a:prstGeom prst="rect">
            <a:avLst/>
          </a:prstGeom>
          <a:noFill/>
        </p:spPr>
        <p:txBody>
          <a:bodyPr wrap="square" rtlCol="0">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2</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ACD15FC3-DA9B-416A-558E-9E316DB21CD8}"/>
              </a:ext>
            </a:extLst>
          </p:cNvPr>
          <p:cNvSpPr txBox="1"/>
          <p:nvPr/>
        </p:nvSpPr>
        <p:spPr>
          <a:xfrm>
            <a:off x="8094661" y="5268435"/>
            <a:ext cx="285652" cy="276999"/>
          </a:xfrm>
          <a:prstGeom prst="rect">
            <a:avLst/>
          </a:prstGeom>
          <a:noFill/>
        </p:spPr>
        <p:txBody>
          <a:bodyPr wrap="square" rtlCol="0">
            <a:spAutoFit/>
          </a:bodyPr>
          <a:lstStyle/>
          <a:p>
            <a:pPr algn="dist"/>
            <a:r>
              <a:rPr lang="en-US" altLang="zh-CN"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4</a:t>
            </a:r>
            <a:endParaRPr lang="en-US" sz="1200" spc="80" dirty="0">
              <a:solidFill>
                <a:schemeClr val="accent1"/>
              </a:solidFill>
              <a:latin typeface="Fac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F799F610-9F32-4CBF-9E23-CFC90540221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E9AB50FC-2AE9-F91B-C94B-16A471A4A16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EAC1E6B7-5A04-1E1C-0987-83A61F42A757}"/>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2607964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任意多边形: 形状 7">
            <a:extLst>
              <a:ext uri="{FF2B5EF4-FFF2-40B4-BE49-F238E27FC236}">
                <a16:creationId xmlns:a16="http://schemas.microsoft.com/office/drawing/2014/main" id="{C5409721-8AB9-EA3A-C38F-CDA321C443B5}"/>
              </a:ext>
            </a:extLst>
          </p:cNvPr>
          <p:cNvSpPr/>
          <p:nvPr/>
        </p:nvSpPr>
        <p:spPr>
          <a:xfrm>
            <a:off x="2546350" y="1549400"/>
            <a:ext cx="914400" cy="603250"/>
          </a:xfrm>
          <a:custGeom>
            <a:avLst/>
            <a:gdLst>
              <a:gd name="connsiteX0" fmla="*/ 882650 w 914400"/>
              <a:gd name="connsiteY0" fmla="*/ 0 h 603250"/>
              <a:gd name="connsiteX1" fmla="*/ 914400 w 914400"/>
              <a:gd name="connsiteY1" fmla="*/ 0 h 603250"/>
              <a:gd name="connsiteX2" fmla="*/ 914400 w 914400"/>
              <a:gd name="connsiteY2" fmla="*/ 603250 h 603250"/>
              <a:gd name="connsiteX3" fmla="*/ 882650 w 914400"/>
              <a:gd name="connsiteY3" fmla="*/ 603250 h 603250"/>
              <a:gd name="connsiteX4" fmla="*/ 31750 w 914400"/>
              <a:gd name="connsiteY4" fmla="*/ 603250 h 603250"/>
              <a:gd name="connsiteX5" fmla="*/ 0 w 914400"/>
              <a:gd name="connsiteY5" fmla="*/ 603250 h 603250"/>
              <a:gd name="connsiteX6" fmla="*/ 0 w 914400"/>
              <a:gd name="connsiteY6" fmla="*/ 0 h 603250"/>
              <a:gd name="connsiteX7" fmla="*/ 31750 w 914400"/>
              <a:gd name="connsiteY7" fmla="*/ 0 h 6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603250">
                <a:moveTo>
                  <a:pt x="882650" y="0"/>
                </a:moveTo>
                <a:cubicBezTo>
                  <a:pt x="900185" y="0"/>
                  <a:pt x="914400" y="0"/>
                  <a:pt x="914400" y="0"/>
                </a:cubicBezTo>
                <a:lnTo>
                  <a:pt x="914400" y="603250"/>
                </a:lnTo>
                <a:cubicBezTo>
                  <a:pt x="914400" y="603250"/>
                  <a:pt x="900185" y="603250"/>
                  <a:pt x="882650" y="603250"/>
                </a:cubicBezTo>
                <a:lnTo>
                  <a:pt x="31750" y="603250"/>
                </a:lnTo>
                <a:cubicBezTo>
                  <a:pt x="14215" y="603250"/>
                  <a:pt x="0" y="603250"/>
                  <a:pt x="0" y="60325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任意多边形: 形状 8">
            <a:extLst>
              <a:ext uri="{FF2B5EF4-FFF2-40B4-BE49-F238E27FC236}">
                <a16:creationId xmlns:a16="http://schemas.microsoft.com/office/drawing/2014/main" id="{4608ADCC-5876-94C7-BB2E-1AC5F93BF506}"/>
              </a:ext>
            </a:extLst>
          </p:cNvPr>
          <p:cNvSpPr/>
          <p:nvPr/>
        </p:nvSpPr>
        <p:spPr>
          <a:xfrm>
            <a:off x="2552700" y="1555750"/>
            <a:ext cx="901700" cy="590550"/>
          </a:xfrm>
          <a:custGeom>
            <a:avLst/>
            <a:gdLst>
              <a:gd name="connsiteX0" fmla="*/ 876300 w 901700"/>
              <a:gd name="connsiteY0" fmla="*/ 0 h 590550"/>
              <a:gd name="connsiteX1" fmla="*/ 901700 w 901700"/>
              <a:gd name="connsiteY1" fmla="*/ 0 h 590550"/>
              <a:gd name="connsiteX2" fmla="*/ 901700 w 901700"/>
              <a:gd name="connsiteY2" fmla="*/ 590550 h 590550"/>
              <a:gd name="connsiteX3" fmla="*/ 876300 w 901700"/>
              <a:gd name="connsiteY3" fmla="*/ 590550 h 590550"/>
              <a:gd name="connsiteX4" fmla="*/ 25400 w 901700"/>
              <a:gd name="connsiteY4" fmla="*/ 590550 h 590550"/>
              <a:gd name="connsiteX5" fmla="*/ 0 w 901700"/>
              <a:gd name="connsiteY5" fmla="*/ 590550 h 590550"/>
              <a:gd name="connsiteX6" fmla="*/ 0 w 901700"/>
              <a:gd name="connsiteY6" fmla="*/ 0 h 590550"/>
              <a:gd name="connsiteX7" fmla="*/ 25400 w 901700"/>
              <a:gd name="connsiteY7"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1700" h="590550">
                <a:moveTo>
                  <a:pt x="876300" y="0"/>
                </a:moveTo>
                <a:cubicBezTo>
                  <a:pt x="890328" y="0"/>
                  <a:pt x="901700" y="0"/>
                  <a:pt x="901700" y="0"/>
                </a:cubicBezTo>
                <a:lnTo>
                  <a:pt x="901700" y="590550"/>
                </a:lnTo>
                <a:cubicBezTo>
                  <a:pt x="901700" y="590550"/>
                  <a:pt x="890328" y="590550"/>
                  <a:pt x="876300" y="590550"/>
                </a:cubicBezTo>
                <a:lnTo>
                  <a:pt x="25400" y="590550"/>
                </a:lnTo>
                <a:cubicBezTo>
                  <a:pt x="11372" y="590550"/>
                  <a:pt x="0" y="590550"/>
                  <a:pt x="0" y="59055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任意多边形: 形状 9">
            <a:extLst>
              <a:ext uri="{FF2B5EF4-FFF2-40B4-BE49-F238E27FC236}">
                <a16:creationId xmlns:a16="http://schemas.microsoft.com/office/drawing/2014/main" id="{5BC7D999-F2AD-00E3-B1EF-FCE295638024}"/>
              </a:ext>
            </a:extLst>
          </p:cNvPr>
          <p:cNvSpPr/>
          <p:nvPr/>
        </p:nvSpPr>
        <p:spPr>
          <a:xfrm>
            <a:off x="4083050" y="1352550"/>
            <a:ext cx="990600" cy="812800"/>
          </a:xfrm>
          <a:custGeom>
            <a:avLst/>
            <a:gdLst>
              <a:gd name="connsiteX0" fmla="*/ 958850 w 990600"/>
              <a:gd name="connsiteY0" fmla="*/ 0 h 812800"/>
              <a:gd name="connsiteX1" fmla="*/ 990600 w 990600"/>
              <a:gd name="connsiteY1" fmla="*/ 0 h 812800"/>
              <a:gd name="connsiteX2" fmla="*/ 990600 w 990600"/>
              <a:gd name="connsiteY2" fmla="*/ 812800 h 812800"/>
              <a:gd name="connsiteX3" fmla="*/ 958850 w 990600"/>
              <a:gd name="connsiteY3" fmla="*/ 812800 h 812800"/>
              <a:gd name="connsiteX4" fmla="*/ 31750 w 990600"/>
              <a:gd name="connsiteY4" fmla="*/ 812800 h 812800"/>
              <a:gd name="connsiteX5" fmla="*/ 0 w 990600"/>
              <a:gd name="connsiteY5" fmla="*/ 812800 h 812800"/>
              <a:gd name="connsiteX6" fmla="*/ 0 w 990600"/>
              <a:gd name="connsiteY6" fmla="*/ 0 h 812800"/>
              <a:gd name="connsiteX7" fmla="*/ 31750 w 990600"/>
              <a:gd name="connsiteY7"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812800">
                <a:moveTo>
                  <a:pt x="958850" y="0"/>
                </a:moveTo>
                <a:cubicBezTo>
                  <a:pt x="976385" y="0"/>
                  <a:pt x="990600" y="0"/>
                  <a:pt x="990600" y="0"/>
                </a:cubicBezTo>
                <a:lnTo>
                  <a:pt x="990600" y="812800"/>
                </a:lnTo>
                <a:cubicBezTo>
                  <a:pt x="990600" y="812800"/>
                  <a:pt x="976385" y="812800"/>
                  <a:pt x="958850" y="812800"/>
                </a:cubicBezTo>
                <a:lnTo>
                  <a:pt x="31750" y="812800"/>
                </a:lnTo>
                <a:cubicBezTo>
                  <a:pt x="14215" y="812800"/>
                  <a:pt x="0" y="812800"/>
                  <a:pt x="0" y="8128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任意多边形: 形状 10">
            <a:extLst>
              <a:ext uri="{FF2B5EF4-FFF2-40B4-BE49-F238E27FC236}">
                <a16:creationId xmlns:a16="http://schemas.microsoft.com/office/drawing/2014/main" id="{2F92D9A0-6783-25D1-6E77-669284363C99}"/>
              </a:ext>
            </a:extLst>
          </p:cNvPr>
          <p:cNvSpPr/>
          <p:nvPr/>
        </p:nvSpPr>
        <p:spPr>
          <a:xfrm>
            <a:off x="4089400" y="1358900"/>
            <a:ext cx="977900" cy="800100"/>
          </a:xfrm>
          <a:custGeom>
            <a:avLst/>
            <a:gdLst>
              <a:gd name="connsiteX0" fmla="*/ 952500 w 977900"/>
              <a:gd name="connsiteY0" fmla="*/ 0 h 800100"/>
              <a:gd name="connsiteX1" fmla="*/ 977900 w 977900"/>
              <a:gd name="connsiteY1" fmla="*/ 0 h 800100"/>
              <a:gd name="connsiteX2" fmla="*/ 977900 w 977900"/>
              <a:gd name="connsiteY2" fmla="*/ 800100 h 800100"/>
              <a:gd name="connsiteX3" fmla="*/ 952500 w 977900"/>
              <a:gd name="connsiteY3" fmla="*/ 800100 h 800100"/>
              <a:gd name="connsiteX4" fmla="*/ 25400 w 977900"/>
              <a:gd name="connsiteY4" fmla="*/ 800100 h 800100"/>
              <a:gd name="connsiteX5" fmla="*/ 0 w 977900"/>
              <a:gd name="connsiteY5" fmla="*/ 800100 h 800100"/>
              <a:gd name="connsiteX6" fmla="*/ 0 w 977900"/>
              <a:gd name="connsiteY6" fmla="*/ 0 h 800100"/>
              <a:gd name="connsiteX7" fmla="*/ 25400 w 977900"/>
              <a:gd name="connsiteY7"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800100">
                <a:moveTo>
                  <a:pt x="952500" y="0"/>
                </a:moveTo>
                <a:cubicBezTo>
                  <a:pt x="966528" y="0"/>
                  <a:pt x="977900" y="0"/>
                  <a:pt x="977900" y="0"/>
                </a:cubicBezTo>
                <a:lnTo>
                  <a:pt x="977900" y="800100"/>
                </a:lnTo>
                <a:cubicBezTo>
                  <a:pt x="977900" y="800100"/>
                  <a:pt x="966528" y="800100"/>
                  <a:pt x="952500" y="800100"/>
                </a:cubicBezTo>
                <a:lnTo>
                  <a:pt x="25400" y="800100"/>
                </a:lnTo>
                <a:cubicBezTo>
                  <a:pt x="11372" y="800100"/>
                  <a:pt x="0" y="800100"/>
                  <a:pt x="0" y="8001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a:extLst>
              <a:ext uri="{FF2B5EF4-FFF2-40B4-BE49-F238E27FC236}">
                <a16:creationId xmlns:a16="http://schemas.microsoft.com/office/drawing/2014/main" id="{6F130745-C1F0-F5A2-33B8-DFE4290725BD}"/>
              </a:ext>
            </a:extLst>
          </p:cNvPr>
          <p:cNvSpPr/>
          <p:nvPr/>
        </p:nvSpPr>
        <p:spPr>
          <a:xfrm>
            <a:off x="6959600" y="1352550"/>
            <a:ext cx="990600" cy="812800"/>
          </a:xfrm>
          <a:custGeom>
            <a:avLst/>
            <a:gdLst>
              <a:gd name="connsiteX0" fmla="*/ 958850 w 990600"/>
              <a:gd name="connsiteY0" fmla="*/ 0 h 812800"/>
              <a:gd name="connsiteX1" fmla="*/ 990600 w 990600"/>
              <a:gd name="connsiteY1" fmla="*/ 0 h 812800"/>
              <a:gd name="connsiteX2" fmla="*/ 990600 w 990600"/>
              <a:gd name="connsiteY2" fmla="*/ 812800 h 812800"/>
              <a:gd name="connsiteX3" fmla="*/ 958850 w 990600"/>
              <a:gd name="connsiteY3" fmla="*/ 812800 h 812800"/>
              <a:gd name="connsiteX4" fmla="*/ 31750 w 990600"/>
              <a:gd name="connsiteY4" fmla="*/ 812800 h 812800"/>
              <a:gd name="connsiteX5" fmla="*/ 0 w 990600"/>
              <a:gd name="connsiteY5" fmla="*/ 812800 h 812800"/>
              <a:gd name="connsiteX6" fmla="*/ 0 w 990600"/>
              <a:gd name="connsiteY6" fmla="*/ 0 h 812800"/>
              <a:gd name="connsiteX7" fmla="*/ 31750 w 990600"/>
              <a:gd name="connsiteY7"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812800">
                <a:moveTo>
                  <a:pt x="958850" y="0"/>
                </a:moveTo>
                <a:cubicBezTo>
                  <a:pt x="976385" y="0"/>
                  <a:pt x="990600" y="0"/>
                  <a:pt x="990600" y="0"/>
                </a:cubicBezTo>
                <a:lnTo>
                  <a:pt x="990600" y="812800"/>
                </a:lnTo>
                <a:cubicBezTo>
                  <a:pt x="990600" y="812800"/>
                  <a:pt x="976385" y="812800"/>
                  <a:pt x="958850" y="812800"/>
                </a:cubicBezTo>
                <a:lnTo>
                  <a:pt x="31750" y="812800"/>
                </a:lnTo>
                <a:cubicBezTo>
                  <a:pt x="14215" y="812800"/>
                  <a:pt x="0" y="812800"/>
                  <a:pt x="0" y="8128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569A3746-DF81-79D8-FE39-36824D351DFC}"/>
              </a:ext>
            </a:extLst>
          </p:cNvPr>
          <p:cNvSpPr/>
          <p:nvPr/>
        </p:nvSpPr>
        <p:spPr>
          <a:xfrm>
            <a:off x="6965950" y="1358900"/>
            <a:ext cx="977900" cy="800100"/>
          </a:xfrm>
          <a:custGeom>
            <a:avLst/>
            <a:gdLst>
              <a:gd name="connsiteX0" fmla="*/ 952500 w 977900"/>
              <a:gd name="connsiteY0" fmla="*/ 0 h 800100"/>
              <a:gd name="connsiteX1" fmla="*/ 977900 w 977900"/>
              <a:gd name="connsiteY1" fmla="*/ 0 h 800100"/>
              <a:gd name="connsiteX2" fmla="*/ 977900 w 977900"/>
              <a:gd name="connsiteY2" fmla="*/ 800100 h 800100"/>
              <a:gd name="connsiteX3" fmla="*/ 952500 w 977900"/>
              <a:gd name="connsiteY3" fmla="*/ 800100 h 800100"/>
              <a:gd name="connsiteX4" fmla="*/ 25400 w 977900"/>
              <a:gd name="connsiteY4" fmla="*/ 800100 h 800100"/>
              <a:gd name="connsiteX5" fmla="*/ 0 w 977900"/>
              <a:gd name="connsiteY5" fmla="*/ 800100 h 800100"/>
              <a:gd name="connsiteX6" fmla="*/ 0 w 977900"/>
              <a:gd name="connsiteY6" fmla="*/ 0 h 800100"/>
              <a:gd name="connsiteX7" fmla="*/ 25400 w 977900"/>
              <a:gd name="connsiteY7"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800100">
                <a:moveTo>
                  <a:pt x="952500" y="0"/>
                </a:moveTo>
                <a:cubicBezTo>
                  <a:pt x="966528" y="0"/>
                  <a:pt x="977900" y="0"/>
                  <a:pt x="977900" y="0"/>
                </a:cubicBezTo>
                <a:lnTo>
                  <a:pt x="977900" y="800100"/>
                </a:lnTo>
                <a:cubicBezTo>
                  <a:pt x="977900" y="800100"/>
                  <a:pt x="966528" y="800100"/>
                  <a:pt x="952500" y="800100"/>
                </a:cubicBezTo>
                <a:lnTo>
                  <a:pt x="25400" y="800100"/>
                </a:lnTo>
                <a:cubicBezTo>
                  <a:pt x="11372" y="800100"/>
                  <a:pt x="0" y="800100"/>
                  <a:pt x="0" y="8001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2F53FB53-995A-B456-4531-62C2867C791D}"/>
              </a:ext>
            </a:extLst>
          </p:cNvPr>
          <p:cNvSpPr/>
          <p:nvPr/>
        </p:nvSpPr>
        <p:spPr>
          <a:xfrm>
            <a:off x="8312150" y="1352550"/>
            <a:ext cx="990600" cy="812800"/>
          </a:xfrm>
          <a:custGeom>
            <a:avLst/>
            <a:gdLst>
              <a:gd name="connsiteX0" fmla="*/ 958850 w 990600"/>
              <a:gd name="connsiteY0" fmla="*/ 0 h 812800"/>
              <a:gd name="connsiteX1" fmla="*/ 990600 w 990600"/>
              <a:gd name="connsiteY1" fmla="*/ 0 h 812800"/>
              <a:gd name="connsiteX2" fmla="*/ 990600 w 990600"/>
              <a:gd name="connsiteY2" fmla="*/ 812800 h 812800"/>
              <a:gd name="connsiteX3" fmla="*/ 958850 w 990600"/>
              <a:gd name="connsiteY3" fmla="*/ 812800 h 812800"/>
              <a:gd name="connsiteX4" fmla="*/ 31750 w 990600"/>
              <a:gd name="connsiteY4" fmla="*/ 812800 h 812800"/>
              <a:gd name="connsiteX5" fmla="*/ 0 w 990600"/>
              <a:gd name="connsiteY5" fmla="*/ 812800 h 812800"/>
              <a:gd name="connsiteX6" fmla="*/ 0 w 990600"/>
              <a:gd name="connsiteY6" fmla="*/ 0 h 812800"/>
              <a:gd name="connsiteX7" fmla="*/ 31750 w 990600"/>
              <a:gd name="connsiteY7"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812800">
                <a:moveTo>
                  <a:pt x="958850" y="0"/>
                </a:moveTo>
                <a:cubicBezTo>
                  <a:pt x="976385" y="0"/>
                  <a:pt x="990600" y="0"/>
                  <a:pt x="990600" y="0"/>
                </a:cubicBezTo>
                <a:lnTo>
                  <a:pt x="990600" y="812800"/>
                </a:lnTo>
                <a:cubicBezTo>
                  <a:pt x="990600" y="812800"/>
                  <a:pt x="976385" y="812800"/>
                  <a:pt x="958850" y="812800"/>
                </a:cubicBezTo>
                <a:lnTo>
                  <a:pt x="31750" y="812800"/>
                </a:lnTo>
                <a:cubicBezTo>
                  <a:pt x="14215" y="812800"/>
                  <a:pt x="0" y="812800"/>
                  <a:pt x="0" y="8128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a:extLst>
              <a:ext uri="{FF2B5EF4-FFF2-40B4-BE49-F238E27FC236}">
                <a16:creationId xmlns:a16="http://schemas.microsoft.com/office/drawing/2014/main" id="{247135CD-C4C8-C83A-B2A5-803BC40058D8}"/>
              </a:ext>
            </a:extLst>
          </p:cNvPr>
          <p:cNvSpPr/>
          <p:nvPr/>
        </p:nvSpPr>
        <p:spPr>
          <a:xfrm>
            <a:off x="8318500" y="1358900"/>
            <a:ext cx="977900" cy="800100"/>
          </a:xfrm>
          <a:custGeom>
            <a:avLst/>
            <a:gdLst>
              <a:gd name="connsiteX0" fmla="*/ 952500 w 977900"/>
              <a:gd name="connsiteY0" fmla="*/ 0 h 800100"/>
              <a:gd name="connsiteX1" fmla="*/ 977900 w 977900"/>
              <a:gd name="connsiteY1" fmla="*/ 0 h 800100"/>
              <a:gd name="connsiteX2" fmla="*/ 977900 w 977900"/>
              <a:gd name="connsiteY2" fmla="*/ 800100 h 800100"/>
              <a:gd name="connsiteX3" fmla="*/ 952500 w 977900"/>
              <a:gd name="connsiteY3" fmla="*/ 800100 h 800100"/>
              <a:gd name="connsiteX4" fmla="*/ 25400 w 977900"/>
              <a:gd name="connsiteY4" fmla="*/ 800100 h 800100"/>
              <a:gd name="connsiteX5" fmla="*/ 0 w 977900"/>
              <a:gd name="connsiteY5" fmla="*/ 800100 h 800100"/>
              <a:gd name="connsiteX6" fmla="*/ 0 w 977900"/>
              <a:gd name="connsiteY6" fmla="*/ 0 h 800100"/>
              <a:gd name="connsiteX7" fmla="*/ 25400 w 977900"/>
              <a:gd name="connsiteY7"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800100">
                <a:moveTo>
                  <a:pt x="952500" y="0"/>
                </a:moveTo>
                <a:cubicBezTo>
                  <a:pt x="966528" y="0"/>
                  <a:pt x="977900" y="0"/>
                  <a:pt x="977900" y="0"/>
                </a:cubicBezTo>
                <a:lnTo>
                  <a:pt x="977900" y="800100"/>
                </a:lnTo>
                <a:cubicBezTo>
                  <a:pt x="977900" y="800100"/>
                  <a:pt x="966528" y="800100"/>
                  <a:pt x="952500" y="800100"/>
                </a:cubicBezTo>
                <a:lnTo>
                  <a:pt x="25400" y="800100"/>
                </a:lnTo>
                <a:cubicBezTo>
                  <a:pt x="11372" y="800100"/>
                  <a:pt x="0" y="800100"/>
                  <a:pt x="0" y="8001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a:extLst>
              <a:ext uri="{FF2B5EF4-FFF2-40B4-BE49-F238E27FC236}">
                <a16:creationId xmlns:a16="http://schemas.microsoft.com/office/drawing/2014/main" id="{C908E8F0-D33C-B393-1B4C-180E40F79437}"/>
              </a:ext>
            </a:extLst>
          </p:cNvPr>
          <p:cNvSpPr/>
          <p:nvPr/>
        </p:nvSpPr>
        <p:spPr>
          <a:xfrm>
            <a:off x="9550400" y="1555750"/>
            <a:ext cx="990600" cy="609600"/>
          </a:xfrm>
          <a:custGeom>
            <a:avLst/>
            <a:gdLst>
              <a:gd name="connsiteX0" fmla="*/ 958850 w 990600"/>
              <a:gd name="connsiteY0" fmla="*/ 0 h 609600"/>
              <a:gd name="connsiteX1" fmla="*/ 990600 w 990600"/>
              <a:gd name="connsiteY1" fmla="*/ 0 h 609600"/>
              <a:gd name="connsiteX2" fmla="*/ 990600 w 990600"/>
              <a:gd name="connsiteY2" fmla="*/ 609600 h 609600"/>
              <a:gd name="connsiteX3" fmla="*/ 958850 w 990600"/>
              <a:gd name="connsiteY3" fmla="*/ 609600 h 609600"/>
              <a:gd name="connsiteX4" fmla="*/ 31750 w 990600"/>
              <a:gd name="connsiteY4" fmla="*/ 609600 h 609600"/>
              <a:gd name="connsiteX5" fmla="*/ 0 w 990600"/>
              <a:gd name="connsiteY5" fmla="*/ 609600 h 609600"/>
              <a:gd name="connsiteX6" fmla="*/ 0 w 990600"/>
              <a:gd name="connsiteY6" fmla="*/ 0 h 609600"/>
              <a:gd name="connsiteX7" fmla="*/ 31750 w 9906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600" h="609600">
                <a:moveTo>
                  <a:pt x="958850" y="0"/>
                </a:moveTo>
                <a:cubicBezTo>
                  <a:pt x="976385" y="0"/>
                  <a:pt x="990600" y="0"/>
                  <a:pt x="990600" y="0"/>
                </a:cubicBezTo>
                <a:lnTo>
                  <a:pt x="990600" y="609600"/>
                </a:lnTo>
                <a:cubicBezTo>
                  <a:pt x="990600" y="609600"/>
                  <a:pt x="976385" y="609600"/>
                  <a:pt x="9588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13EFE032-794D-E497-0A87-5E6CD9AAF121}"/>
              </a:ext>
            </a:extLst>
          </p:cNvPr>
          <p:cNvSpPr/>
          <p:nvPr/>
        </p:nvSpPr>
        <p:spPr>
          <a:xfrm>
            <a:off x="9556750" y="1562100"/>
            <a:ext cx="977900" cy="596900"/>
          </a:xfrm>
          <a:custGeom>
            <a:avLst/>
            <a:gdLst>
              <a:gd name="connsiteX0" fmla="*/ 952500 w 977900"/>
              <a:gd name="connsiteY0" fmla="*/ 0 h 596900"/>
              <a:gd name="connsiteX1" fmla="*/ 977900 w 977900"/>
              <a:gd name="connsiteY1" fmla="*/ 0 h 596900"/>
              <a:gd name="connsiteX2" fmla="*/ 977900 w 977900"/>
              <a:gd name="connsiteY2" fmla="*/ 596900 h 596900"/>
              <a:gd name="connsiteX3" fmla="*/ 952500 w 977900"/>
              <a:gd name="connsiteY3" fmla="*/ 596900 h 596900"/>
              <a:gd name="connsiteX4" fmla="*/ 25400 w 977900"/>
              <a:gd name="connsiteY4" fmla="*/ 596900 h 596900"/>
              <a:gd name="connsiteX5" fmla="*/ 0 w 977900"/>
              <a:gd name="connsiteY5" fmla="*/ 596900 h 596900"/>
              <a:gd name="connsiteX6" fmla="*/ 0 w 977900"/>
              <a:gd name="connsiteY6" fmla="*/ 0 h 596900"/>
              <a:gd name="connsiteX7" fmla="*/ 25400 w 9779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7900" h="596900">
                <a:moveTo>
                  <a:pt x="952500" y="0"/>
                </a:moveTo>
                <a:cubicBezTo>
                  <a:pt x="966528" y="0"/>
                  <a:pt x="977900" y="0"/>
                  <a:pt x="977900" y="0"/>
                </a:cubicBezTo>
                <a:lnTo>
                  <a:pt x="977900" y="596900"/>
                </a:lnTo>
                <a:cubicBezTo>
                  <a:pt x="977900" y="596900"/>
                  <a:pt x="966528" y="596900"/>
                  <a:pt x="9525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A691A7EF-85B0-C7C4-8692-50E299616B9E}"/>
              </a:ext>
            </a:extLst>
          </p:cNvPr>
          <p:cNvSpPr/>
          <p:nvPr/>
        </p:nvSpPr>
        <p:spPr>
          <a:xfrm>
            <a:off x="9410700" y="5905500"/>
            <a:ext cx="927100" cy="609600"/>
          </a:xfrm>
          <a:custGeom>
            <a:avLst/>
            <a:gdLst>
              <a:gd name="connsiteX0" fmla="*/ 895350 w 927100"/>
              <a:gd name="connsiteY0" fmla="*/ 0 h 609600"/>
              <a:gd name="connsiteX1" fmla="*/ 927100 w 927100"/>
              <a:gd name="connsiteY1" fmla="*/ 0 h 609600"/>
              <a:gd name="connsiteX2" fmla="*/ 927100 w 927100"/>
              <a:gd name="connsiteY2" fmla="*/ 609600 h 609600"/>
              <a:gd name="connsiteX3" fmla="*/ 895350 w 927100"/>
              <a:gd name="connsiteY3" fmla="*/ 609600 h 609600"/>
              <a:gd name="connsiteX4" fmla="*/ 31750 w 927100"/>
              <a:gd name="connsiteY4" fmla="*/ 609600 h 609600"/>
              <a:gd name="connsiteX5" fmla="*/ 0 w 927100"/>
              <a:gd name="connsiteY5" fmla="*/ 609600 h 609600"/>
              <a:gd name="connsiteX6" fmla="*/ 0 w 927100"/>
              <a:gd name="connsiteY6" fmla="*/ 0 h 609600"/>
              <a:gd name="connsiteX7" fmla="*/ 31750 w 9271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100" h="609600">
                <a:moveTo>
                  <a:pt x="895350" y="0"/>
                </a:moveTo>
                <a:cubicBezTo>
                  <a:pt x="912885" y="0"/>
                  <a:pt x="927100" y="0"/>
                  <a:pt x="927100" y="0"/>
                </a:cubicBezTo>
                <a:lnTo>
                  <a:pt x="927100" y="609600"/>
                </a:lnTo>
                <a:cubicBezTo>
                  <a:pt x="927100" y="609600"/>
                  <a:pt x="912885" y="609600"/>
                  <a:pt x="895350" y="609600"/>
                </a:cubicBezTo>
                <a:lnTo>
                  <a:pt x="31750" y="609600"/>
                </a:lnTo>
                <a:cubicBezTo>
                  <a:pt x="14215" y="609600"/>
                  <a:pt x="0" y="609600"/>
                  <a:pt x="0" y="609600"/>
                </a:cubicBezTo>
                <a:lnTo>
                  <a:pt x="0" y="0"/>
                </a:lnTo>
                <a:cubicBezTo>
                  <a:pt x="0" y="0"/>
                  <a:pt x="14215" y="0"/>
                  <a:pt x="3175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a:extLst>
              <a:ext uri="{FF2B5EF4-FFF2-40B4-BE49-F238E27FC236}">
                <a16:creationId xmlns:a16="http://schemas.microsoft.com/office/drawing/2014/main" id="{BFDB2A61-9F3B-474B-9ACA-6C7CDE0D2FA4}"/>
              </a:ext>
            </a:extLst>
          </p:cNvPr>
          <p:cNvSpPr/>
          <p:nvPr/>
        </p:nvSpPr>
        <p:spPr>
          <a:xfrm>
            <a:off x="9417050" y="5911850"/>
            <a:ext cx="914400" cy="596900"/>
          </a:xfrm>
          <a:custGeom>
            <a:avLst/>
            <a:gdLst>
              <a:gd name="connsiteX0" fmla="*/ 889000 w 914400"/>
              <a:gd name="connsiteY0" fmla="*/ 0 h 596900"/>
              <a:gd name="connsiteX1" fmla="*/ 914400 w 914400"/>
              <a:gd name="connsiteY1" fmla="*/ 0 h 596900"/>
              <a:gd name="connsiteX2" fmla="*/ 914400 w 914400"/>
              <a:gd name="connsiteY2" fmla="*/ 596900 h 596900"/>
              <a:gd name="connsiteX3" fmla="*/ 889000 w 914400"/>
              <a:gd name="connsiteY3" fmla="*/ 596900 h 596900"/>
              <a:gd name="connsiteX4" fmla="*/ 25400 w 914400"/>
              <a:gd name="connsiteY4" fmla="*/ 596900 h 596900"/>
              <a:gd name="connsiteX5" fmla="*/ 0 w 914400"/>
              <a:gd name="connsiteY5" fmla="*/ 596900 h 596900"/>
              <a:gd name="connsiteX6" fmla="*/ 0 w 914400"/>
              <a:gd name="connsiteY6" fmla="*/ 0 h 596900"/>
              <a:gd name="connsiteX7" fmla="*/ 25400 w 9144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596900">
                <a:moveTo>
                  <a:pt x="889000" y="0"/>
                </a:moveTo>
                <a:cubicBezTo>
                  <a:pt x="903028" y="0"/>
                  <a:pt x="914400" y="0"/>
                  <a:pt x="914400" y="0"/>
                </a:cubicBezTo>
                <a:lnTo>
                  <a:pt x="914400" y="596900"/>
                </a:lnTo>
                <a:cubicBezTo>
                  <a:pt x="914400" y="596900"/>
                  <a:pt x="903028" y="596900"/>
                  <a:pt x="889000" y="596900"/>
                </a:cubicBezTo>
                <a:lnTo>
                  <a:pt x="25400" y="596900"/>
                </a:lnTo>
                <a:cubicBezTo>
                  <a:pt x="11372" y="596900"/>
                  <a:pt x="0" y="596900"/>
                  <a:pt x="0" y="596900"/>
                </a:cubicBezTo>
                <a:lnTo>
                  <a:pt x="0" y="0"/>
                </a:lnTo>
                <a:cubicBezTo>
                  <a:pt x="0" y="0"/>
                  <a:pt x="11372" y="0"/>
                  <a:pt x="25400" y="0"/>
                </a:cubicBezTo>
                <a:close/>
              </a:path>
            </a:pathLst>
          </a:custGeom>
          <a:noFill/>
          <a:ln w="12700" cap="flat">
            <a:solidFill>
              <a:srgbClr val="000000">
                <a:alpha val="10000"/>
              </a:srgbClr>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BA693925-1A7E-B695-C94D-007CA7795683}"/>
              </a:ext>
            </a:extLst>
          </p:cNvPr>
          <p:cNvSpPr/>
          <p:nvPr/>
        </p:nvSpPr>
        <p:spPr>
          <a:xfrm>
            <a:off x="8248650" y="5905500"/>
            <a:ext cx="939800" cy="514350"/>
          </a:xfrm>
          <a:custGeom>
            <a:avLst/>
            <a:gdLst>
              <a:gd name="connsiteX0" fmla="*/ 908050 w 939800"/>
              <a:gd name="connsiteY0" fmla="*/ 0 h 514350"/>
              <a:gd name="connsiteX1" fmla="*/ 939800 w 939800"/>
              <a:gd name="connsiteY1" fmla="*/ 0 h 514350"/>
              <a:gd name="connsiteX2" fmla="*/ 939800 w 939800"/>
              <a:gd name="connsiteY2" fmla="*/ 514350 h 514350"/>
              <a:gd name="connsiteX3" fmla="*/ 908050 w 939800"/>
              <a:gd name="connsiteY3" fmla="*/ 514350 h 514350"/>
              <a:gd name="connsiteX4" fmla="*/ 31750 w 939800"/>
              <a:gd name="connsiteY4" fmla="*/ 514350 h 514350"/>
              <a:gd name="connsiteX5" fmla="*/ 0 w 939800"/>
              <a:gd name="connsiteY5" fmla="*/ 514350 h 514350"/>
              <a:gd name="connsiteX6" fmla="*/ 0 w 939800"/>
              <a:gd name="connsiteY6" fmla="*/ 0 h 514350"/>
              <a:gd name="connsiteX7" fmla="*/ 31750 w 939800"/>
              <a:gd name="connsiteY7"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9800" h="514350">
                <a:moveTo>
                  <a:pt x="908050" y="0"/>
                </a:moveTo>
                <a:cubicBezTo>
                  <a:pt x="925585" y="0"/>
                  <a:pt x="939800" y="0"/>
                  <a:pt x="939800" y="0"/>
                </a:cubicBezTo>
                <a:lnTo>
                  <a:pt x="939800" y="514350"/>
                </a:lnTo>
                <a:cubicBezTo>
                  <a:pt x="939800" y="514350"/>
                  <a:pt x="925585" y="514350"/>
                  <a:pt x="908050" y="514350"/>
                </a:cubicBezTo>
                <a:lnTo>
                  <a:pt x="31750" y="514350"/>
                </a:lnTo>
                <a:cubicBezTo>
                  <a:pt x="14215" y="514350"/>
                  <a:pt x="0" y="514350"/>
                  <a:pt x="0" y="51435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B36FF6FE-AAE8-19EB-7786-635EA2EE9766}"/>
              </a:ext>
            </a:extLst>
          </p:cNvPr>
          <p:cNvSpPr/>
          <p:nvPr/>
        </p:nvSpPr>
        <p:spPr>
          <a:xfrm>
            <a:off x="8255000" y="5911850"/>
            <a:ext cx="927100" cy="501650"/>
          </a:xfrm>
          <a:custGeom>
            <a:avLst/>
            <a:gdLst>
              <a:gd name="connsiteX0" fmla="*/ 901700 w 927100"/>
              <a:gd name="connsiteY0" fmla="*/ 0 h 501650"/>
              <a:gd name="connsiteX1" fmla="*/ 927100 w 927100"/>
              <a:gd name="connsiteY1" fmla="*/ 0 h 501650"/>
              <a:gd name="connsiteX2" fmla="*/ 927100 w 927100"/>
              <a:gd name="connsiteY2" fmla="*/ 501650 h 501650"/>
              <a:gd name="connsiteX3" fmla="*/ 901700 w 927100"/>
              <a:gd name="connsiteY3" fmla="*/ 501650 h 501650"/>
              <a:gd name="connsiteX4" fmla="*/ 25400 w 927100"/>
              <a:gd name="connsiteY4" fmla="*/ 501650 h 501650"/>
              <a:gd name="connsiteX5" fmla="*/ 0 w 927100"/>
              <a:gd name="connsiteY5" fmla="*/ 501650 h 501650"/>
              <a:gd name="connsiteX6" fmla="*/ 0 w 927100"/>
              <a:gd name="connsiteY6" fmla="*/ 0 h 501650"/>
              <a:gd name="connsiteX7" fmla="*/ 25400 w 927100"/>
              <a:gd name="connsiteY7" fmla="*/ 0 h 50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100" h="501650">
                <a:moveTo>
                  <a:pt x="901700" y="0"/>
                </a:moveTo>
                <a:cubicBezTo>
                  <a:pt x="915728" y="0"/>
                  <a:pt x="927100" y="0"/>
                  <a:pt x="927100" y="0"/>
                </a:cubicBezTo>
                <a:lnTo>
                  <a:pt x="927100" y="501650"/>
                </a:lnTo>
                <a:cubicBezTo>
                  <a:pt x="927100" y="501650"/>
                  <a:pt x="915728" y="501650"/>
                  <a:pt x="901700" y="501650"/>
                </a:cubicBezTo>
                <a:lnTo>
                  <a:pt x="25400" y="501650"/>
                </a:lnTo>
                <a:cubicBezTo>
                  <a:pt x="11372" y="501650"/>
                  <a:pt x="0" y="501650"/>
                  <a:pt x="0" y="50165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a:extLst>
              <a:ext uri="{FF2B5EF4-FFF2-40B4-BE49-F238E27FC236}">
                <a16:creationId xmlns:a16="http://schemas.microsoft.com/office/drawing/2014/main" id="{C25900A5-2678-2C89-7593-D0E0DE5261A0}"/>
              </a:ext>
            </a:extLst>
          </p:cNvPr>
          <p:cNvSpPr/>
          <p:nvPr/>
        </p:nvSpPr>
        <p:spPr>
          <a:xfrm>
            <a:off x="6927850" y="5905500"/>
            <a:ext cx="939800" cy="609600"/>
          </a:xfrm>
          <a:custGeom>
            <a:avLst/>
            <a:gdLst>
              <a:gd name="connsiteX0" fmla="*/ 908050 w 939800"/>
              <a:gd name="connsiteY0" fmla="*/ 0 h 609600"/>
              <a:gd name="connsiteX1" fmla="*/ 939800 w 939800"/>
              <a:gd name="connsiteY1" fmla="*/ 0 h 609600"/>
              <a:gd name="connsiteX2" fmla="*/ 939800 w 939800"/>
              <a:gd name="connsiteY2" fmla="*/ 609600 h 609600"/>
              <a:gd name="connsiteX3" fmla="*/ 908050 w 939800"/>
              <a:gd name="connsiteY3" fmla="*/ 609600 h 609600"/>
              <a:gd name="connsiteX4" fmla="*/ 31750 w 939800"/>
              <a:gd name="connsiteY4" fmla="*/ 609600 h 609600"/>
              <a:gd name="connsiteX5" fmla="*/ 0 w 939800"/>
              <a:gd name="connsiteY5" fmla="*/ 609600 h 609600"/>
              <a:gd name="connsiteX6" fmla="*/ 0 w 939800"/>
              <a:gd name="connsiteY6" fmla="*/ 0 h 609600"/>
              <a:gd name="connsiteX7" fmla="*/ 31750 w 9398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9800" h="609600">
                <a:moveTo>
                  <a:pt x="908050" y="0"/>
                </a:moveTo>
                <a:cubicBezTo>
                  <a:pt x="925585" y="0"/>
                  <a:pt x="939800" y="0"/>
                  <a:pt x="939800" y="0"/>
                </a:cubicBezTo>
                <a:lnTo>
                  <a:pt x="939800" y="609600"/>
                </a:lnTo>
                <a:cubicBezTo>
                  <a:pt x="939800" y="609600"/>
                  <a:pt x="925585" y="609600"/>
                  <a:pt x="9080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9DF346AF-48A5-1F36-BC0F-FCBEE93D9080}"/>
              </a:ext>
            </a:extLst>
          </p:cNvPr>
          <p:cNvSpPr/>
          <p:nvPr/>
        </p:nvSpPr>
        <p:spPr>
          <a:xfrm>
            <a:off x="6934200" y="5911850"/>
            <a:ext cx="927100" cy="596900"/>
          </a:xfrm>
          <a:custGeom>
            <a:avLst/>
            <a:gdLst>
              <a:gd name="connsiteX0" fmla="*/ 901700 w 927100"/>
              <a:gd name="connsiteY0" fmla="*/ 0 h 596900"/>
              <a:gd name="connsiteX1" fmla="*/ 927100 w 927100"/>
              <a:gd name="connsiteY1" fmla="*/ 0 h 596900"/>
              <a:gd name="connsiteX2" fmla="*/ 927100 w 927100"/>
              <a:gd name="connsiteY2" fmla="*/ 596900 h 596900"/>
              <a:gd name="connsiteX3" fmla="*/ 901700 w 927100"/>
              <a:gd name="connsiteY3" fmla="*/ 596900 h 596900"/>
              <a:gd name="connsiteX4" fmla="*/ 25400 w 927100"/>
              <a:gd name="connsiteY4" fmla="*/ 596900 h 596900"/>
              <a:gd name="connsiteX5" fmla="*/ 0 w 927100"/>
              <a:gd name="connsiteY5" fmla="*/ 596900 h 596900"/>
              <a:gd name="connsiteX6" fmla="*/ 0 w 927100"/>
              <a:gd name="connsiteY6" fmla="*/ 0 h 596900"/>
              <a:gd name="connsiteX7" fmla="*/ 25400 w 9271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100" h="596900">
                <a:moveTo>
                  <a:pt x="901700" y="0"/>
                </a:moveTo>
                <a:cubicBezTo>
                  <a:pt x="915728" y="0"/>
                  <a:pt x="927100" y="0"/>
                  <a:pt x="927100" y="0"/>
                </a:cubicBezTo>
                <a:lnTo>
                  <a:pt x="927100" y="596900"/>
                </a:lnTo>
                <a:cubicBezTo>
                  <a:pt x="927100" y="596900"/>
                  <a:pt x="915728" y="596900"/>
                  <a:pt x="9017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D20D5DDD-2001-99C1-CA1F-9E9E7DD05704}"/>
              </a:ext>
            </a:extLst>
          </p:cNvPr>
          <p:cNvSpPr/>
          <p:nvPr/>
        </p:nvSpPr>
        <p:spPr>
          <a:xfrm>
            <a:off x="5340350" y="5905500"/>
            <a:ext cx="914400" cy="609600"/>
          </a:xfrm>
          <a:custGeom>
            <a:avLst/>
            <a:gdLst>
              <a:gd name="connsiteX0" fmla="*/ 882650 w 914400"/>
              <a:gd name="connsiteY0" fmla="*/ 0 h 609600"/>
              <a:gd name="connsiteX1" fmla="*/ 914400 w 914400"/>
              <a:gd name="connsiteY1" fmla="*/ 0 h 609600"/>
              <a:gd name="connsiteX2" fmla="*/ 914400 w 914400"/>
              <a:gd name="connsiteY2" fmla="*/ 609600 h 609600"/>
              <a:gd name="connsiteX3" fmla="*/ 882650 w 914400"/>
              <a:gd name="connsiteY3" fmla="*/ 609600 h 609600"/>
              <a:gd name="connsiteX4" fmla="*/ 31750 w 914400"/>
              <a:gd name="connsiteY4" fmla="*/ 609600 h 609600"/>
              <a:gd name="connsiteX5" fmla="*/ 0 w 914400"/>
              <a:gd name="connsiteY5" fmla="*/ 609600 h 609600"/>
              <a:gd name="connsiteX6" fmla="*/ 0 w 914400"/>
              <a:gd name="connsiteY6" fmla="*/ 0 h 609600"/>
              <a:gd name="connsiteX7" fmla="*/ 31750 w 9144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609600">
                <a:moveTo>
                  <a:pt x="882650" y="0"/>
                </a:moveTo>
                <a:cubicBezTo>
                  <a:pt x="900185" y="0"/>
                  <a:pt x="914400" y="0"/>
                  <a:pt x="914400" y="0"/>
                </a:cubicBezTo>
                <a:lnTo>
                  <a:pt x="914400" y="609600"/>
                </a:lnTo>
                <a:cubicBezTo>
                  <a:pt x="914400" y="609600"/>
                  <a:pt x="900185" y="609600"/>
                  <a:pt x="8826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a:extLst>
              <a:ext uri="{FF2B5EF4-FFF2-40B4-BE49-F238E27FC236}">
                <a16:creationId xmlns:a16="http://schemas.microsoft.com/office/drawing/2014/main" id="{1A5F2EFB-8390-A004-5B95-705AECCC5A2F}"/>
              </a:ext>
            </a:extLst>
          </p:cNvPr>
          <p:cNvSpPr/>
          <p:nvPr/>
        </p:nvSpPr>
        <p:spPr>
          <a:xfrm>
            <a:off x="5346700" y="5911850"/>
            <a:ext cx="901700" cy="596900"/>
          </a:xfrm>
          <a:custGeom>
            <a:avLst/>
            <a:gdLst>
              <a:gd name="connsiteX0" fmla="*/ 876300 w 901700"/>
              <a:gd name="connsiteY0" fmla="*/ 0 h 596900"/>
              <a:gd name="connsiteX1" fmla="*/ 901700 w 901700"/>
              <a:gd name="connsiteY1" fmla="*/ 0 h 596900"/>
              <a:gd name="connsiteX2" fmla="*/ 901700 w 901700"/>
              <a:gd name="connsiteY2" fmla="*/ 596900 h 596900"/>
              <a:gd name="connsiteX3" fmla="*/ 876300 w 901700"/>
              <a:gd name="connsiteY3" fmla="*/ 596900 h 596900"/>
              <a:gd name="connsiteX4" fmla="*/ 25400 w 901700"/>
              <a:gd name="connsiteY4" fmla="*/ 596900 h 596900"/>
              <a:gd name="connsiteX5" fmla="*/ 0 w 901700"/>
              <a:gd name="connsiteY5" fmla="*/ 596900 h 596900"/>
              <a:gd name="connsiteX6" fmla="*/ 0 w 901700"/>
              <a:gd name="connsiteY6" fmla="*/ 0 h 596900"/>
              <a:gd name="connsiteX7" fmla="*/ 25400 w 9017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1700" h="596900">
                <a:moveTo>
                  <a:pt x="876300" y="0"/>
                </a:moveTo>
                <a:cubicBezTo>
                  <a:pt x="890328" y="0"/>
                  <a:pt x="901700" y="0"/>
                  <a:pt x="901700" y="0"/>
                </a:cubicBezTo>
                <a:lnTo>
                  <a:pt x="901700" y="596900"/>
                </a:lnTo>
                <a:cubicBezTo>
                  <a:pt x="901700" y="596900"/>
                  <a:pt x="890328" y="596900"/>
                  <a:pt x="8763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a:extLst>
              <a:ext uri="{FF2B5EF4-FFF2-40B4-BE49-F238E27FC236}">
                <a16:creationId xmlns:a16="http://schemas.microsoft.com/office/drawing/2014/main" id="{C2C84425-AC2B-E940-3039-568E8398A2E7}"/>
              </a:ext>
            </a:extLst>
          </p:cNvPr>
          <p:cNvSpPr/>
          <p:nvPr/>
        </p:nvSpPr>
        <p:spPr>
          <a:xfrm>
            <a:off x="3930650" y="5905500"/>
            <a:ext cx="914400" cy="609600"/>
          </a:xfrm>
          <a:custGeom>
            <a:avLst/>
            <a:gdLst>
              <a:gd name="connsiteX0" fmla="*/ 882650 w 914400"/>
              <a:gd name="connsiteY0" fmla="*/ 0 h 609600"/>
              <a:gd name="connsiteX1" fmla="*/ 914400 w 914400"/>
              <a:gd name="connsiteY1" fmla="*/ 0 h 609600"/>
              <a:gd name="connsiteX2" fmla="*/ 914400 w 914400"/>
              <a:gd name="connsiteY2" fmla="*/ 609600 h 609600"/>
              <a:gd name="connsiteX3" fmla="*/ 882650 w 914400"/>
              <a:gd name="connsiteY3" fmla="*/ 609600 h 609600"/>
              <a:gd name="connsiteX4" fmla="*/ 31750 w 914400"/>
              <a:gd name="connsiteY4" fmla="*/ 609600 h 609600"/>
              <a:gd name="connsiteX5" fmla="*/ 0 w 914400"/>
              <a:gd name="connsiteY5" fmla="*/ 609600 h 609600"/>
              <a:gd name="connsiteX6" fmla="*/ 0 w 914400"/>
              <a:gd name="connsiteY6" fmla="*/ 0 h 609600"/>
              <a:gd name="connsiteX7" fmla="*/ 31750 w 914400"/>
              <a:gd name="connsiteY7" fmla="*/ 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 h="609600">
                <a:moveTo>
                  <a:pt x="882650" y="0"/>
                </a:moveTo>
                <a:cubicBezTo>
                  <a:pt x="900185" y="0"/>
                  <a:pt x="914400" y="0"/>
                  <a:pt x="914400" y="0"/>
                </a:cubicBezTo>
                <a:lnTo>
                  <a:pt x="914400" y="609600"/>
                </a:lnTo>
                <a:cubicBezTo>
                  <a:pt x="914400" y="609600"/>
                  <a:pt x="900185" y="609600"/>
                  <a:pt x="882650" y="609600"/>
                </a:cubicBezTo>
                <a:lnTo>
                  <a:pt x="31750" y="609600"/>
                </a:lnTo>
                <a:cubicBezTo>
                  <a:pt x="14215" y="609600"/>
                  <a:pt x="0" y="609600"/>
                  <a:pt x="0" y="609600"/>
                </a:cubicBezTo>
                <a:lnTo>
                  <a:pt x="0" y="0"/>
                </a:lnTo>
                <a:cubicBezTo>
                  <a:pt x="0" y="0"/>
                  <a:pt x="14215" y="0"/>
                  <a:pt x="31750" y="0"/>
                </a:cubicBezTo>
                <a:close/>
              </a:path>
            </a:pathLst>
          </a:custGeom>
          <a:solidFill>
            <a:srgbClr val="000000">
              <a:alpha val="2000"/>
            </a:srgb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a:extLst>
              <a:ext uri="{FF2B5EF4-FFF2-40B4-BE49-F238E27FC236}">
                <a16:creationId xmlns:a16="http://schemas.microsoft.com/office/drawing/2014/main" id="{7C4E73B4-E9BC-5439-0CE2-9708B74BB9AA}"/>
              </a:ext>
            </a:extLst>
          </p:cNvPr>
          <p:cNvSpPr/>
          <p:nvPr/>
        </p:nvSpPr>
        <p:spPr>
          <a:xfrm>
            <a:off x="3937000" y="5911850"/>
            <a:ext cx="901700" cy="596900"/>
          </a:xfrm>
          <a:custGeom>
            <a:avLst/>
            <a:gdLst>
              <a:gd name="connsiteX0" fmla="*/ 876300 w 901700"/>
              <a:gd name="connsiteY0" fmla="*/ 0 h 596900"/>
              <a:gd name="connsiteX1" fmla="*/ 901700 w 901700"/>
              <a:gd name="connsiteY1" fmla="*/ 0 h 596900"/>
              <a:gd name="connsiteX2" fmla="*/ 901700 w 901700"/>
              <a:gd name="connsiteY2" fmla="*/ 596900 h 596900"/>
              <a:gd name="connsiteX3" fmla="*/ 876300 w 901700"/>
              <a:gd name="connsiteY3" fmla="*/ 596900 h 596900"/>
              <a:gd name="connsiteX4" fmla="*/ 25400 w 901700"/>
              <a:gd name="connsiteY4" fmla="*/ 596900 h 596900"/>
              <a:gd name="connsiteX5" fmla="*/ 0 w 901700"/>
              <a:gd name="connsiteY5" fmla="*/ 596900 h 596900"/>
              <a:gd name="connsiteX6" fmla="*/ 0 w 901700"/>
              <a:gd name="connsiteY6" fmla="*/ 0 h 596900"/>
              <a:gd name="connsiteX7" fmla="*/ 25400 w 901700"/>
              <a:gd name="connsiteY7" fmla="*/ 0 h 5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1700" h="596900">
                <a:moveTo>
                  <a:pt x="876300" y="0"/>
                </a:moveTo>
                <a:cubicBezTo>
                  <a:pt x="890328" y="0"/>
                  <a:pt x="901700" y="0"/>
                  <a:pt x="901700" y="0"/>
                </a:cubicBezTo>
                <a:lnTo>
                  <a:pt x="901700" y="596900"/>
                </a:lnTo>
                <a:cubicBezTo>
                  <a:pt x="901700" y="596900"/>
                  <a:pt x="890328" y="596900"/>
                  <a:pt x="876300" y="596900"/>
                </a:cubicBezTo>
                <a:lnTo>
                  <a:pt x="25400" y="596900"/>
                </a:lnTo>
                <a:cubicBezTo>
                  <a:pt x="11372" y="596900"/>
                  <a:pt x="0" y="596900"/>
                  <a:pt x="0" y="596900"/>
                </a:cubicBezTo>
                <a:lnTo>
                  <a:pt x="0" y="0"/>
                </a:lnTo>
                <a:cubicBezTo>
                  <a:pt x="0" y="0"/>
                  <a:pt x="11372" y="0"/>
                  <a:pt x="25400" y="0"/>
                </a:cubicBezTo>
                <a:close/>
              </a:path>
            </a:pathLst>
          </a:custGeom>
          <a:solidFill>
            <a:schemeClr val="accent1">
              <a:lumMod val="40000"/>
              <a:lumOff val="6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95D1BDB8-938B-AC0C-368B-D35C651305B1}"/>
              </a:ext>
            </a:extLst>
          </p:cNvPr>
          <p:cNvSpPr/>
          <p:nvPr/>
        </p:nvSpPr>
        <p:spPr>
          <a:xfrm>
            <a:off x="3124200" y="3816350"/>
            <a:ext cx="5003800" cy="6350"/>
          </a:xfrm>
          <a:custGeom>
            <a:avLst/>
            <a:gdLst>
              <a:gd name="connsiteX0" fmla="*/ 0 w 5003800"/>
              <a:gd name="connsiteY0" fmla="*/ 0 h 6350"/>
              <a:gd name="connsiteX1" fmla="*/ 5003800 w 5003800"/>
              <a:gd name="connsiteY1" fmla="*/ 0 h 6350"/>
            </a:gdLst>
            <a:ahLst/>
            <a:cxnLst>
              <a:cxn ang="0">
                <a:pos x="connsiteX0" y="connsiteY0"/>
              </a:cxn>
              <a:cxn ang="0">
                <a:pos x="connsiteX1" y="connsiteY1"/>
              </a:cxn>
            </a:cxnLst>
            <a:rect l="l" t="t" r="r" b="b"/>
            <a:pathLst>
              <a:path w="5003800" h="6350">
                <a:moveTo>
                  <a:pt x="0" y="0"/>
                </a:moveTo>
                <a:lnTo>
                  <a:pt x="500380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a:extLst>
              <a:ext uri="{FF2B5EF4-FFF2-40B4-BE49-F238E27FC236}">
                <a16:creationId xmlns:a16="http://schemas.microsoft.com/office/drawing/2014/main" id="{0CEE0DF9-8ADD-D8DF-7AA1-4F1E5405F3E9}"/>
              </a:ext>
            </a:extLst>
          </p:cNvPr>
          <p:cNvSpPr/>
          <p:nvPr/>
        </p:nvSpPr>
        <p:spPr>
          <a:xfrm>
            <a:off x="3124200" y="4286250"/>
            <a:ext cx="5003800" cy="6350"/>
          </a:xfrm>
          <a:custGeom>
            <a:avLst/>
            <a:gdLst>
              <a:gd name="connsiteX0" fmla="*/ 0 w 5003800"/>
              <a:gd name="connsiteY0" fmla="*/ 0 h 6350"/>
              <a:gd name="connsiteX1" fmla="*/ 5003800 w 5003800"/>
              <a:gd name="connsiteY1" fmla="*/ 0 h 6350"/>
            </a:gdLst>
            <a:ahLst/>
            <a:cxnLst>
              <a:cxn ang="0">
                <a:pos x="connsiteX0" y="connsiteY0"/>
              </a:cxn>
              <a:cxn ang="0">
                <a:pos x="connsiteX1" y="connsiteY1"/>
              </a:cxn>
            </a:cxnLst>
            <a:rect l="l" t="t" r="r" b="b"/>
            <a:pathLst>
              <a:path w="5003800" h="6350">
                <a:moveTo>
                  <a:pt x="0" y="0"/>
                </a:moveTo>
                <a:lnTo>
                  <a:pt x="500380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a:extLst>
              <a:ext uri="{FF2B5EF4-FFF2-40B4-BE49-F238E27FC236}">
                <a16:creationId xmlns:a16="http://schemas.microsoft.com/office/drawing/2014/main" id="{39386AE5-C3F1-3392-5AFB-664B2515DEE7}"/>
              </a:ext>
            </a:extLst>
          </p:cNvPr>
          <p:cNvSpPr/>
          <p:nvPr/>
        </p:nvSpPr>
        <p:spPr>
          <a:xfrm>
            <a:off x="2070100" y="29654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a:extLst>
              <a:ext uri="{FF2B5EF4-FFF2-40B4-BE49-F238E27FC236}">
                <a16:creationId xmlns:a16="http://schemas.microsoft.com/office/drawing/2014/main" id="{15239DA0-9E0A-4AA7-B604-163B551871AF}"/>
              </a:ext>
            </a:extLst>
          </p:cNvPr>
          <p:cNvSpPr/>
          <p:nvPr/>
        </p:nvSpPr>
        <p:spPr>
          <a:xfrm>
            <a:off x="2101850" y="299720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a:extLst>
              <a:ext uri="{FF2B5EF4-FFF2-40B4-BE49-F238E27FC236}">
                <a16:creationId xmlns:a16="http://schemas.microsoft.com/office/drawing/2014/main" id="{CE5E5248-1956-8B74-8F7C-03261D3837EE}"/>
              </a:ext>
            </a:extLst>
          </p:cNvPr>
          <p:cNvSpPr/>
          <p:nvPr/>
        </p:nvSpPr>
        <p:spPr>
          <a:xfrm>
            <a:off x="2136775" y="3025775"/>
            <a:ext cx="8810625" cy="6350"/>
          </a:xfrm>
          <a:custGeom>
            <a:avLst/>
            <a:gdLst>
              <a:gd name="connsiteX0" fmla="*/ 0 w 8810625"/>
              <a:gd name="connsiteY0" fmla="*/ 0 h 6350"/>
              <a:gd name="connsiteX1" fmla="*/ 8810625 w 8810625"/>
              <a:gd name="connsiteY1" fmla="*/ 0 h 6350"/>
            </a:gdLst>
            <a:ahLst/>
            <a:cxnLst>
              <a:cxn ang="0">
                <a:pos x="connsiteX0" y="connsiteY0"/>
              </a:cxn>
              <a:cxn ang="0">
                <a:pos x="connsiteX1" y="connsiteY1"/>
              </a:cxn>
            </a:cxnLst>
            <a:rect l="l" t="t" r="r" b="b"/>
            <a:pathLst>
              <a:path w="8810625" h="6350">
                <a:moveTo>
                  <a:pt x="0" y="0"/>
                </a:moveTo>
                <a:lnTo>
                  <a:pt x="8810625"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86A45ADD-9981-F8C3-A7D8-EA78E7F9DAAF}"/>
              </a:ext>
            </a:extLst>
          </p:cNvPr>
          <p:cNvSpPr/>
          <p:nvPr/>
        </p:nvSpPr>
        <p:spPr>
          <a:xfrm>
            <a:off x="2063750" y="50038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43">
            <a:extLst>
              <a:ext uri="{FF2B5EF4-FFF2-40B4-BE49-F238E27FC236}">
                <a16:creationId xmlns:a16="http://schemas.microsoft.com/office/drawing/2014/main" id="{36CB1358-273A-1E36-7BFD-2634C9BBE5AF}"/>
              </a:ext>
            </a:extLst>
          </p:cNvPr>
          <p:cNvSpPr/>
          <p:nvPr/>
        </p:nvSpPr>
        <p:spPr>
          <a:xfrm>
            <a:off x="2095500" y="5035550"/>
            <a:ext cx="50800" cy="50800"/>
          </a:xfrm>
          <a:custGeom>
            <a:avLst/>
            <a:gdLst>
              <a:gd name="connsiteX0" fmla="*/ 50800 w 50800"/>
              <a:gd name="connsiteY0" fmla="*/ 25400 h 50800"/>
              <a:gd name="connsiteX1" fmla="*/ 25400 w 50800"/>
              <a:gd name="connsiteY1" fmla="*/ 50800 h 50800"/>
              <a:gd name="connsiteX2" fmla="*/ 0 w 50800"/>
              <a:gd name="connsiteY2" fmla="*/ 25400 h 50800"/>
              <a:gd name="connsiteX3" fmla="*/ 25400 w 50800"/>
              <a:gd name="connsiteY3" fmla="*/ 0 h 50800"/>
              <a:gd name="connsiteX4" fmla="*/ 50800 w 50800"/>
              <a:gd name="connsiteY4" fmla="*/ 25400 h 5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0" h="50800">
                <a:moveTo>
                  <a:pt x="50800" y="25400"/>
                </a:moveTo>
                <a:cubicBezTo>
                  <a:pt x="50800" y="39428"/>
                  <a:pt x="39428" y="50800"/>
                  <a:pt x="25400" y="50800"/>
                </a:cubicBezTo>
                <a:cubicBezTo>
                  <a:pt x="11372" y="50800"/>
                  <a:pt x="0" y="39428"/>
                  <a:pt x="0" y="25400"/>
                </a:cubicBezTo>
                <a:cubicBezTo>
                  <a:pt x="0" y="11372"/>
                  <a:pt x="11372" y="0"/>
                  <a:pt x="25400" y="0"/>
                </a:cubicBezTo>
                <a:cubicBezTo>
                  <a:pt x="39428" y="0"/>
                  <a:pt x="50800" y="11372"/>
                  <a:pt x="50800" y="25400"/>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任意多边形: 形状 44">
            <a:extLst>
              <a:ext uri="{FF2B5EF4-FFF2-40B4-BE49-F238E27FC236}">
                <a16:creationId xmlns:a16="http://schemas.microsoft.com/office/drawing/2014/main" id="{D2BE2DD5-9CF8-8268-9B25-30CA2014A3D8}"/>
              </a:ext>
            </a:extLst>
          </p:cNvPr>
          <p:cNvSpPr/>
          <p:nvPr/>
        </p:nvSpPr>
        <p:spPr>
          <a:xfrm>
            <a:off x="2130425" y="5064125"/>
            <a:ext cx="8810625" cy="6350"/>
          </a:xfrm>
          <a:custGeom>
            <a:avLst/>
            <a:gdLst>
              <a:gd name="connsiteX0" fmla="*/ 0 w 8810625"/>
              <a:gd name="connsiteY0" fmla="*/ 0 h 6350"/>
              <a:gd name="connsiteX1" fmla="*/ 8810625 w 8810625"/>
              <a:gd name="connsiteY1" fmla="*/ 0 h 6350"/>
            </a:gdLst>
            <a:ahLst/>
            <a:cxnLst>
              <a:cxn ang="0">
                <a:pos x="connsiteX0" y="connsiteY0"/>
              </a:cxn>
              <a:cxn ang="0">
                <a:pos x="connsiteX1" y="connsiteY1"/>
              </a:cxn>
            </a:cxnLst>
            <a:rect l="l" t="t" r="r" b="b"/>
            <a:pathLst>
              <a:path w="8810625" h="6350">
                <a:moveTo>
                  <a:pt x="0" y="0"/>
                </a:moveTo>
                <a:lnTo>
                  <a:pt x="8810625"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任意多边形: 形状 69">
            <a:extLst>
              <a:ext uri="{FF2B5EF4-FFF2-40B4-BE49-F238E27FC236}">
                <a16:creationId xmlns:a16="http://schemas.microsoft.com/office/drawing/2014/main" id="{794AF59A-8FAD-4FB8-C878-325AD2FB063D}"/>
              </a:ext>
            </a:extLst>
          </p:cNvPr>
          <p:cNvSpPr/>
          <p:nvPr/>
        </p:nvSpPr>
        <p:spPr>
          <a:xfrm>
            <a:off x="1905000" y="3619500"/>
            <a:ext cx="1313267" cy="825500"/>
          </a:xfrm>
          <a:custGeom>
            <a:avLst/>
            <a:gdLst>
              <a:gd name="connsiteX0" fmla="*/ 31356 w 1313267"/>
              <a:gd name="connsiteY0" fmla="*/ 821646 h 825500"/>
              <a:gd name="connsiteX1" fmla="*/ 3854 w 1313267"/>
              <a:gd name="connsiteY1" fmla="*/ 794144 h 825500"/>
              <a:gd name="connsiteX2" fmla="*/ 12656 w 1313267"/>
              <a:gd name="connsiteY2" fmla="*/ 790499 h 825500"/>
              <a:gd name="connsiteX3" fmla="*/ 9525 w 1313267"/>
              <a:gd name="connsiteY3" fmla="*/ 774700 h 825500"/>
              <a:gd name="connsiteX4" fmla="*/ 9525 w 1313267"/>
              <a:gd name="connsiteY4" fmla="*/ 756603 h 825500"/>
              <a:gd name="connsiteX5" fmla="*/ 0 w 1313267"/>
              <a:gd name="connsiteY5" fmla="*/ 756603 h 825500"/>
              <a:gd name="connsiteX6" fmla="*/ 0 w 1313267"/>
              <a:gd name="connsiteY6" fmla="*/ 720408 h 825500"/>
              <a:gd name="connsiteX7" fmla="*/ 9525 w 1313267"/>
              <a:gd name="connsiteY7" fmla="*/ 720408 h 825500"/>
              <a:gd name="connsiteX8" fmla="*/ 9525 w 1313267"/>
              <a:gd name="connsiteY8" fmla="*/ 684213 h 825500"/>
              <a:gd name="connsiteX9" fmla="*/ 0 w 1313267"/>
              <a:gd name="connsiteY9" fmla="*/ 684213 h 825500"/>
              <a:gd name="connsiteX10" fmla="*/ 0 w 1313267"/>
              <a:gd name="connsiteY10" fmla="*/ 648017 h 825500"/>
              <a:gd name="connsiteX11" fmla="*/ 9525 w 1313267"/>
              <a:gd name="connsiteY11" fmla="*/ 648017 h 825500"/>
              <a:gd name="connsiteX12" fmla="*/ 9525 w 1313267"/>
              <a:gd name="connsiteY12" fmla="*/ 611822 h 825500"/>
              <a:gd name="connsiteX13" fmla="*/ 0 w 1313267"/>
              <a:gd name="connsiteY13" fmla="*/ 611822 h 825500"/>
              <a:gd name="connsiteX14" fmla="*/ 0 w 1313267"/>
              <a:gd name="connsiteY14" fmla="*/ 575628 h 825500"/>
              <a:gd name="connsiteX15" fmla="*/ 9525 w 1313267"/>
              <a:gd name="connsiteY15" fmla="*/ 575628 h 825500"/>
              <a:gd name="connsiteX16" fmla="*/ 9525 w 1313267"/>
              <a:gd name="connsiteY16" fmla="*/ 539433 h 825500"/>
              <a:gd name="connsiteX17" fmla="*/ 0 w 1313267"/>
              <a:gd name="connsiteY17" fmla="*/ 539433 h 825500"/>
              <a:gd name="connsiteX18" fmla="*/ 0 w 1313267"/>
              <a:gd name="connsiteY18" fmla="*/ 503238 h 825500"/>
              <a:gd name="connsiteX19" fmla="*/ 9525 w 1313267"/>
              <a:gd name="connsiteY19" fmla="*/ 503238 h 825500"/>
              <a:gd name="connsiteX20" fmla="*/ 9525 w 1313267"/>
              <a:gd name="connsiteY20" fmla="*/ 467042 h 825500"/>
              <a:gd name="connsiteX21" fmla="*/ 0 w 1313267"/>
              <a:gd name="connsiteY21" fmla="*/ 467042 h 825500"/>
              <a:gd name="connsiteX22" fmla="*/ 0 w 1313267"/>
              <a:gd name="connsiteY22" fmla="*/ 430847 h 825500"/>
              <a:gd name="connsiteX23" fmla="*/ 9525 w 1313267"/>
              <a:gd name="connsiteY23" fmla="*/ 430847 h 825500"/>
              <a:gd name="connsiteX24" fmla="*/ 9525 w 1313267"/>
              <a:gd name="connsiteY24" fmla="*/ 394653 h 825500"/>
              <a:gd name="connsiteX25" fmla="*/ 0 w 1313267"/>
              <a:gd name="connsiteY25" fmla="*/ 394653 h 825500"/>
              <a:gd name="connsiteX26" fmla="*/ 0 w 1313267"/>
              <a:gd name="connsiteY26" fmla="*/ 358458 h 825500"/>
              <a:gd name="connsiteX27" fmla="*/ 9525 w 1313267"/>
              <a:gd name="connsiteY27" fmla="*/ 358458 h 825500"/>
              <a:gd name="connsiteX28" fmla="*/ 9525 w 1313267"/>
              <a:gd name="connsiteY28" fmla="*/ 322263 h 825500"/>
              <a:gd name="connsiteX29" fmla="*/ 0 w 1313267"/>
              <a:gd name="connsiteY29" fmla="*/ 322263 h 825500"/>
              <a:gd name="connsiteX30" fmla="*/ 0 w 1313267"/>
              <a:gd name="connsiteY30" fmla="*/ 286067 h 825500"/>
              <a:gd name="connsiteX31" fmla="*/ 9525 w 1313267"/>
              <a:gd name="connsiteY31" fmla="*/ 286067 h 825500"/>
              <a:gd name="connsiteX32" fmla="*/ 9525 w 1313267"/>
              <a:gd name="connsiteY32" fmla="*/ 249872 h 825500"/>
              <a:gd name="connsiteX33" fmla="*/ 0 w 1313267"/>
              <a:gd name="connsiteY33" fmla="*/ 249872 h 825500"/>
              <a:gd name="connsiteX34" fmla="*/ 0 w 1313267"/>
              <a:gd name="connsiteY34" fmla="*/ 213678 h 825500"/>
              <a:gd name="connsiteX35" fmla="*/ 9525 w 1313267"/>
              <a:gd name="connsiteY35" fmla="*/ 213678 h 825500"/>
              <a:gd name="connsiteX36" fmla="*/ 9525 w 1313267"/>
              <a:gd name="connsiteY36" fmla="*/ 177483 h 825500"/>
              <a:gd name="connsiteX37" fmla="*/ 0 w 1313267"/>
              <a:gd name="connsiteY37" fmla="*/ 177483 h 825500"/>
              <a:gd name="connsiteX38" fmla="*/ 0 w 1313267"/>
              <a:gd name="connsiteY38" fmla="*/ 141288 h 825500"/>
              <a:gd name="connsiteX39" fmla="*/ 9525 w 1313267"/>
              <a:gd name="connsiteY39" fmla="*/ 141288 h 825500"/>
              <a:gd name="connsiteX40" fmla="*/ 9525 w 1313267"/>
              <a:gd name="connsiteY40" fmla="*/ 105092 h 825500"/>
              <a:gd name="connsiteX41" fmla="*/ 0 w 1313267"/>
              <a:gd name="connsiteY41" fmla="*/ 105092 h 825500"/>
              <a:gd name="connsiteX42" fmla="*/ 0 w 1313267"/>
              <a:gd name="connsiteY42" fmla="*/ 68897 h 825500"/>
              <a:gd name="connsiteX43" fmla="*/ 9525 w 1313267"/>
              <a:gd name="connsiteY43" fmla="*/ 68897 h 825500"/>
              <a:gd name="connsiteX44" fmla="*/ 9525 w 1313267"/>
              <a:gd name="connsiteY44" fmla="*/ 50800 h 825500"/>
              <a:gd name="connsiteX45" fmla="*/ 12656 w 1313267"/>
              <a:gd name="connsiteY45" fmla="*/ 35001 h 825500"/>
              <a:gd name="connsiteX46" fmla="*/ 3854 w 1313267"/>
              <a:gd name="connsiteY46" fmla="*/ 31356 h 825500"/>
              <a:gd name="connsiteX47" fmla="*/ 31356 w 1313267"/>
              <a:gd name="connsiteY47" fmla="*/ 3854 h 825500"/>
              <a:gd name="connsiteX48" fmla="*/ 35001 w 1313267"/>
              <a:gd name="connsiteY48" fmla="*/ 12655 h 825500"/>
              <a:gd name="connsiteX49" fmla="*/ 50800 w 1313267"/>
              <a:gd name="connsiteY49" fmla="*/ 9525 h 825500"/>
              <a:gd name="connsiteX50" fmla="*/ 69704 w 1313267"/>
              <a:gd name="connsiteY50" fmla="*/ 9525 h 825500"/>
              <a:gd name="connsiteX51" fmla="*/ 69704 w 1313267"/>
              <a:gd name="connsiteY51" fmla="*/ 0 h 825500"/>
              <a:gd name="connsiteX52" fmla="*/ 107505 w 1313267"/>
              <a:gd name="connsiteY52" fmla="*/ 0 h 825500"/>
              <a:gd name="connsiteX53" fmla="*/ 107505 w 1313267"/>
              <a:gd name="connsiteY53" fmla="*/ 9525 h 825500"/>
              <a:gd name="connsiteX54" fmla="*/ 145313 w 1313267"/>
              <a:gd name="connsiteY54" fmla="*/ 9525 h 825500"/>
              <a:gd name="connsiteX55" fmla="*/ 145313 w 1313267"/>
              <a:gd name="connsiteY55" fmla="*/ 0 h 825500"/>
              <a:gd name="connsiteX56" fmla="*/ 183115 w 1313267"/>
              <a:gd name="connsiteY56" fmla="*/ 0 h 825500"/>
              <a:gd name="connsiteX57" fmla="*/ 183115 w 1313267"/>
              <a:gd name="connsiteY57" fmla="*/ 9525 h 825500"/>
              <a:gd name="connsiteX58" fmla="*/ 220923 w 1313267"/>
              <a:gd name="connsiteY58" fmla="*/ 9525 h 825500"/>
              <a:gd name="connsiteX59" fmla="*/ 220923 w 1313267"/>
              <a:gd name="connsiteY59" fmla="*/ 0 h 825500"/>
              <a:gd name="connsiteX60" fmla="*/ 258724 w 1313267"/>
              <a:gd name="connsiteY60" fmla="*/ 0 h 825500"/>
              <a:gd name="connsiteX61" fmla="*/ 258724 w 1313267"/>
              <a:gd name="connsiteY61" fmla="*/ 9525 h 825500"/>
              <a:gd name="connsiteX62" fmla="*/ 296532 w 1313267"/>
              <a:gd name="connsiteY62" fmla="*/ 9525 h 825500"/>
              <a:gd name="connsiteX63" fmla="*/ 296532 w 1313267"/>
              <a:gd name="connsiteY63" fmla="*/ 0 h 825500"/>
              <a:gd name="connsiteX64" fmla="*/ 334334 w 1313267"/>
              <a:gd name="connsiteY64" fmla="*/ 0 h 825500"/>
              <a:gd name="connsiteX65" fmla="*/ 334334 w 1313267"/>
              <a:gd name="connsiteY65" fmla="*/ 9525 h 825500"/>
              <a:gd name="connsiteX66" fmla="*/ 372142 w 1313267"/>
              <a:gd name="connsiteY66" fmla="*/ 9525 h 825500"/>
              <a:gd name="connsiteX67" fmla="*/ 372142 w 1313267"/>
              <a:gd name="connsiteY67" fmla="*/ 0 h 825500"/>
              <a:gd name="connsiteX68" fmla="*/ 409943 w 1313267"/>
              <a:gd name="connsiteY68" fmla="*/ 0 h 825500"/>
              <a:gd name="connsiteX69" fmla="*/ 409943 w 1313267"/>
              <a:gd name="connsiteY69" fmla="*/ 9525 h 825500"/>
              <a:gd name="connsiteX70" fmla="*/ 447751 w 1313267"/>
              <a:gd name="connsiteY70" fmla="*/ 9525 h 825500"/>
              <a:gd name="connsiteX71" fmla="*/ 447751 w 1313267"/>
              <a:gd name="connsiteY71" fmla="*/ 0 h 825500"/>
              <a:gd name="connsiteX72" fmla="*/ 485553 w 1313267"/>
              <a:gd name="connsiteY72" fmla="*/ 0 h 825500"/>
              <a:gd name="connsiteX73" fmla="*/ 485553 w 1313267"/>
              <a:gd name="connsiteY73" fmla="*/ 9525 h 825500"/>
              <a:gd name="connsiteX74" fmla="*/ 523361 w 1313267"/>
              <a:gd name="connsiteY74" fmla="*/ 9525 h 825500"/>
              <a:gd name="connsiteX75" fmla="*/ 523361 w 1313267"/>
              <a:gd name="connsiteY75" fmla="*/ 0 h 825500"/>
              <a:gd name="connsiteX76" fmla="*/ 561162 w 1313267"/>
              <a:gd name="connsiteY76" fmla="*/ 0 h 825500"/>
              <a:gd name="connsiteX77" fmla="*/ 561162 w 1313267"/>
              <a:gd name="connsiteY77" fmla="*/ 9525 h 825500"/>
              <a:gd name="connsiteX78" fmla="*/ 598970 w 1313267"/>
              <a:gd name="connsiteY78" fmla="*/ 9525 h 825500"/>
              <a:gd name="connsiteX79" fmla="*/ 598970 w 1313267"/>
              <a:gd name="connsiteY79" fmla="*/ 0 h 825500"/>
              <a:gd name="connsiteX80" fmla="*/ 636772 w 1313267"/>
              <a:gd name="connsiteY80" fmla="*/ 0 h 825500"/>
              <a:gd name="connsiteX81" fmla="*/ 636772 w 1313267"/>
              <a:gd name="connsiteY81" fmla="*/ 9525 h 825500"/>
              <a:gd name="connsiteX82" fmla="*/ 674580 w 1313267"/>
              <a:gd name="connsiteY82" fmla="*/ 9525 h 825500"/>
              <a:gd name="connsiteX83" fmla="*/ 674580 w 1313267"/>
              <a:gd name="connsiteY83" fmla="*/ 0 h 825500"/>
              <a:gd name="connsiteX84" fmla="*/ 712381 w 1313267"/>
              <a:gd name="connsiteY84" fmla="*/ 0 h 825500"/>
              <a:gd name="connsiteX85" fmla="*/ 712381 w 1313267"/>
              <a:gd name="connsiteY85" fmla="*/ 9525 h 825500"/>
              <a:gd name="connsiteX86" fmla="*/ 750189 w 1313267"/>
              <a:gd name="connsiteY86" fmla="*/ 9525 h 825500"/>
              <a:gd name="connsiteX87" fmla="*/ 750189 w 1313267"/>
              <a:gd name="connsiteY87" fmla="*/ 0 h 825500"/>
              <a:gd name="connsiteX88" fmla="*/ 787990 w 1313267"/>
              <a:gd name="connsiteY88" fmla="*/ 0 h 825500"/>
              <a:gd name="connsiteX89" fmla="*/ 787990 w 1313267"/>
              <a:gd name="connsiteY89" fmla="*/ 9525 h 825500"/>
              <a:gd name="connsiteX90" fmla="*/ 825798 w 1313267"/>
              <a:gd name="connsiteY90" fmla="*/ 9525 h 825500"/>
              <a:gd name="connsiteX91" fmla="*/ 825798 w 1313267"/>
              <a:gd name="connsiteY91" fmla="*/ 0 h 825500"/>
              <a:gd name="connsiteX92" fmla="*/ 863600 w 1313267"/>
              <a:gd name="connsiteY92" fmla="*/ 0 h 825500"/>
              <a:gd name="connsiteX93" fmla="*/ 863600 w 1313267"/>
              <a:gd name="connsiteY93" fmla="*/ 9525 h 825500"/>
              <a:gd name="connsiteX94" fmla="*/ 901408 w 1313267"/>
              <a:gd name="connsiteY94" fmla="*/ 9525 h 825500"/>
              <a:gd name="connsiteX95" fmla="*/ 901408 w 1313267"/>
              <a:gd name="connsiteY95" fmla="*/ 0 h 825500"/>
              <a:gd name="connsiteX96" fmla="*/ 939210 w 1313267"/>
              <a:gd name="connsiteY96" fmla="*/ 0 h 825500"/>
              <a:gd name="connsiteX97" fmla="*/ 939210 w 1313267"/>
              <a:gd name="connsiteY97" fmla="*/ 9525 h 825500"/>
              <a:gd name="connsiteX98" fmla="*/ 977017 w 1313267"/>
              <a:gd name="connsiteY98" fmla="*/ 9525 h 825500"/>
              <a:gd name="connsiteX99" fmla="*/ 977017 w 1313267"/>
              <a:gd name="connsiteY99" fmla="*/ 0 h 825500"/>
              <a:gd name="connsiteX100" fmla="*/ 1014819 w 1313267"/>
              <a:gd name="connsiteY100" fmla="*/ 0 h 825500"/>
              <a:gd name="connsiteX101" fmla="*/ 1014819 w 1313267"/>
              <a:gd name="connsiteY101" fmla="*/ 9525 h 825500"/>
              <a:gd name="connsiteX102" fmla="*/ 1052627 w 1313267"/>
              <a:gd name="connsiteY102" fmla="*/ 9525 h 825500"/>
              <a:gd name="connsiteX103" fmla="*/ 1052627 w 1313267"/>
              <a:gd name="connsiteY103" fmla="*/ 0 h 825500"/>
              <a:gd name="connsiteX104" fmla="*/ 1090428 w 1313267"/>
              <a:gd name="connsiteY104" fmla="*/ 0 h 825500"/>
              <a:gd name="connsiteX105" fmla="*/ 1090428 w 1313267"/>
              <a:gd name="connsiteY105" fmla="*/ 9525 h 825500"/>
              <a:gd name="connsiteX106" fmla="*/ 1109332 w 1313267"/>
              <a:gd name="connsiteY106" fmla="*/ 9525 h 825500"/>
              <a:gd name="connsiteX107" fmla="*/ 1121239 w 1313267"/>
              <a:gd name="connsiteY107" fmla="*/ 11278 h 825500"/>
              <a:gd name="connsiteX108" fmla="*/ 1123988 w 1313267"/>
              <a:gd name="connsiteY108" fmla="*/ 2159 h 825500"/>
              <a:gd name="connsiteX109" fmla="*/ 1148423 w 1313267"/>
              <a:gd name="connsiteY109" fmla="*/ 18352 h 825500"/>
              <a:gd name="connsiteX110" fmla="*/ 1141095 w 1313267"/>
              <a:gd name="connsiteY110" fmla="*/ 24435 h 825500"/>
              <a:gd name="connsiteX111" fmla="*/ 1147343 w 1313267"/>
              <a:gd name="connsiteY111" fmla="*/ 34715 h 825500"/>
              <a:gd name="connsiteX112" fmla="*/ 1155002 w 1313267"/>
              <a:gd name="connsiteY112" fmla="*/ 52813 h 825500"/>
              <a:gd name="connsiteX113" fmla="*/ 1163777 w 1313267"/>
              <a:gd name="connsiteY113" fmla="*/ 49104 h 825500"/>
              <a:gd name="connsiteX114" fmla="*/ 1179087 w 1313267"/>
              <a:gd name="connsiteY114" fmla="*/ 85299 h 825500"/>
              <a:gd name="connsiteX115" fmla="*/ 1170318 w 1313267"/>
              <a:gd name="connsiteY115" fmla="*/ 89008 h 825500"/>
              <a:gd name="connsiteX116" fmla="*/ 1185628 w 1313267"/>
              <a:gd name="connsiteY116" fmla="*/ 125203 h 825500"/>
              <a:gd name="connsiteX117" fmla="*/ 1194403 w 1313267"/>
              <a:gd name="connsiteY117" fmla="*/ 121495 h 825500"/>
              <a:gd name="connsiteX118" fmla="*/ 1209713 w 1313267"/>
              <a:gd name="connsiteY118" fmla="*/ 157690 h 825500"/>
              <a:gd name="connsiteX119" fmla="*/ 1200944 w 1313267"/>
              <a:gd name="connsiteY119" fmla="*/ 161398 h 825500"/>
              <a:gd name="connsiteX120" fmla="*/ 1216254 w 1313267"/>
              <a:gd name="connsiteY120" fmla="*/ 197593 h 825500"/>
              <a:gd name="connsiteX121" fmla="*/ 1225029 w 1313267"/>
              <a:gd name="connsiteY121" fmla="*/ 193885 h 825500"/>
              <a:gd name="connsiteX122" fmla="*/ 1240339 w 1313267"/>
              <a:gd name="connsiteY122" fmla="*/ 230079 h 825500"/>
              <a:gd name="connsiteX123" fmla="*/ 1231570 w 1313267"/>
              <a:gd name="connsiteY123" fmla="*/ 233788 h 825500"/>
              <a:gd name="connsiteX124" fmla="*/ 1246880 w 1313267"/>
              <a:gd name="connsiteY124" fmla="*/ 269983 h 825500"/>
              <a:gd name="connsiteX125" fmla="*/ 1255655 w 1313267"/>
              <a:gd name="connsiteY125" fmla="*/ 266274 h 825500"/>
              <a:gd name="connsiteX126" fmla="*/ 1270965 w 1313267"/>
              <a:gd name="connsiteY126" fmla="*/ 302470 h 825500"/>
              <a:gd name="connsiteX127" fmla="*/ 1262196 w 1313267"/>
              <a:gd name="connsiteY127" fmla="*/ 306178 h 825500"/>
              <a:gd name="connsiteX128" fmla="*/ 1277506 w 1313267"/>
              <a:gd name="connsiteY128" fmla="*/ 342373 h 825500"/>
              <a:gd name="connsiteX129" fmla="*/ 1286281 w 1313267"/>
              <a:gd name="connsiteY129" fmla="*/ 338665 h 825500"/>
              <a:gd name="connsiteX130" fmla="*/ 1301591 w 1313267"/>
              <a:gd name="connsiteY130" fmla="*/ 374860 h 825500"/>
              <a:gd name="connsiteX131" fmla="*/ 1292822 w 1313267"/>
              <a:gd name="connsiteY131" fmla="*/ 378568 h 825500"/>
              <a:gd name="connsiteX132" fmla="*/ 1300480 w 1313267"/>
              <a:gd name="connsiteY132" fmla="*/ 396665 h 825500"/>
              <a:gd name="connsiteX133" fmla="*/ 1302918 w 1313267"/>
              <a:gd name="connsiteY133" fmla="*/ 404546 h 825500"/>
              <a:gd name="connsiteX134" fmla="*/ 1312253 w 1313267"/>
              <a:gd name="connsiteY134" fmla="*/ 402653 h 825500"/>
              <a:gd name="connsiteX135" fmla="*/ 1312253 w 1313267"/>
              <a:gd name="connsiteY135" fmla="*/ 422847 h 825500"/>
              <a:gd name="connsiteX136" fmla="*/ 1302918 w 1313267"/>
              <a:gd name="connsiteY136" fmla="*/ 420954 h 825500"/>
              <a:gd name="connsiteX137" fmla="*/ 1300480 w 1313267"/>
              <a:gd name="connsiteY137" fmla="*/ 428835 h 825500"/>
              <a:gd name="connsiteX138" fmla="*/ 1292822 w 1313267"/>
              <a:gd name="connsiteY138" fmla="*/ 446932 h 825500"/>
              <a:gd name="connsiteX139" fmla="*/ 1301591 w 1313267"/>
              <a:gd name="connsiteY139" fmla="*/ 450640 h 825500"/>
              <a:gd name="connsiteX140" fmla="*/ 1286281 w 1313267"/>
              <a:gd name="connsiteY140" fmla="*/ 486835 h 825500"/>
              <a:gd name="connsiteX141" fmla="*/ 1277506 w 1313267"/>
              <a:gd name="connsiteY141" fmla="*/ 483127 h 825500"/>
              <a:gd name="connsiteX142" fmla="*/ 1262196 w 1313267"/>
              <a:gd name="connsiteY142" fmla="*/ 519322 h 825500"/>
              <a:gd name="connsiteX143" fmla="*/ 1270965 w 1313267"/>
              <a:gd name="connsiteY143" fmla="*/ 523030 h 825500"/>
              <a:gd name="connsiteX144" fmla="*/ 1255655 w 1313267"/>
              <a:gd name="connsiteY144" fmla="*/ 559226 h 825500"/>
              <a:gd name="connsiteX145" fmla="*/ 1246880 w 1313267"/>
              <a:gd name="connsiteY145" fmla="*/ 555517 h 825500"/>
              <a:gd name="connsiteX146" fmla="*/ 1231570 w 1313267"/>
              <a:gd name="connsiteY146" fmla="*/ 591712 h 825500"/>
              <a:gd name="connsiteX147" fmla="*/ 1240339 w 1313267"/>
              <a:gd name="connsiteY147" fmla="*/ 595421 h 825500"/>
              <a:gd name="connsiteX148" fmla="*/ 1225029 w 1313267"/>
              <a:gd name="connsiteY148" fmla="*/ 631615 h 825500"/>
              <a:gd name="connsiteX149" fmla="*/ 1216254 w 1313267"/>
              <a:gd name="connsiteY149" fmla="*/ 627907 h 825500"/>
              <a:gd name="connsiteX150" fmla="*/ 1200944 w 1313267"/>
              <a:gd name="connsiteY150" fmla="*/ 664102 h 825500"/>
              <a:gd name="connsiteX151" fmla="*/ 1209713 w 1313267"/>
              <a:gd name="connsiteY151" fmla="*/ 667810 h 825500"/>
              <a:gd name="connsiteX152" fmla="*/ 1194403 w 1313267"/>
              <a:gd name="connsiteY152" fmla="*/ 704006 h 825500"/>
              <a:gd name="connsiteX153" fmla="*/ 1185628 w 1313267"/>
              <a:gd name="connsiteY153" fmla="*/ 700297 h 825500"/>
              <a:gd name="connsiteX154" fmla="*/ 1170318 w 1313267"/>
              <a:gd name="connsiteY154" fmla="*/ 736492 h 825500"/>
              <a:gd name="connsiteX155" fmla="*/ 1179087 w 1313267"/>
              <a:gd name="connsiteY155" fmla="*/ 740201 h 825500"/>
              <a:gd name="connsiteX156" fmla="*/ 1163777 w 1313267"/>
              <a:gd name="connsiteY156" fmla="*/ 776396 h 825500"/>
              <a:gd name="connsiteX157" fmla="*/ 1155002 w 1313267"/>
              <a:gd name="connsiteY157" fmla="*/ 772687 h 825500"/>
              <a:gd name="connsiteX158" fmla="*/ 1147343 w 1313267"/>
              <a:gd name="connsiteY158" fmla="*/ 790785 h 825500"/>
              <a:gd name="connsiteX159" fmla="*/ 1141095 w 1313267"/>
              <a:gd name="connsiteY159" fmla="*/ 801065 h 825500"/>
              <a:gd name="connsiteX160" fmla="*/ 1148423 w 1313267"/>
              <a:gd name="connsiteY160" fmla="*/ 807148 h 825500"/>
              <a:gd name="connsiteX161" fmla="*/ 1123988 w 1313267"/>
              <a:gd name="connsiteY161" fmla="*/ 823341 h 825500"/>
              <a:gd name="connsiteX162" fmla="*/ 1121239 w 1313267"/>
              <a:gd name="connsiteY162" fmla="*/ 814222 h 825500"/>
              <a:gd name="connsiteX163" fmla="*/ 1109332 w 1313267"/>
              <a:gd name="connsiteY163" fmla="*/ 815975 h 825500"/>
              <a:gd name="connsiteX164" fmla="*/ 1090428 w 1313267"/>
              <a:gd name="connsiteY164" fmla="*/ 815975 h 825500"/>
              <a:gd name="connsiteX165" fmla="*/ 1090428 w 1313267"/>
              <a:gd name="connsiteY165" fmla="*/ 825500 h 825500"/>
              <a:gd name="connsiteX166" fmla="*/ 1052627 w 1313267"/>
              <a:gd name="connsiteY166" fmla="*/ 825500 h 825500"/>
              <a:gd name="connsiteX167" fmla="*/ 1052627 w 1313267"/>
              <a:gd name="connsiteY167" fmla="*/ 815975 h 825500"/>
              <a:gd name="connsiteX168" fmla="*/ 1014819 w 1313267"/>
              <a:gd name="connsiteY168" fmla="*/ 815975 h 825500"/>
              <a:gd name="connsiteX169" fmla="*/ 1014819 w 1313267"/>
              <a:gd name="connsiteY169" fmla="*/ 825500 h 825500"/>
              <a:gd name="connsiteX170" fmla="*/ 977017 w 1313267"/>
              <a:gd name="connsiteY170" fmla="*/ 825500 h 825500"/>
              <a:gd name="connsiteX171" fmla="*/ 977017 w 1313267"/>
              <a:gd name="connsiteY171" fmla="*/ 815975 h 825500"/>
              <a:gd name="connsiteX172" fmla="*/ 939210 w 1313267"/>
              <a:gd name="connsiteY172" fmla="*/ 815975 h 825500"/>
              <a:gd name="connsiteX173" fmla="*/ 939210 w 1313267"/>
              <a:gd name="connsiteY173" fmla="*/ 825500 h 825500"/>
              <a:gd name="connsiteX174" fmla="*/ 901408 w 1313267"/>
              <a:gd name="connsiteY174" fmla="*/ 825500 h 825500"/>
              <a:gd name="connsiteX175" fmla="*/ 901408 w 1313267"/>
              <a:gd name="connsiteY175" fmla="*/ 815975 h 825500"/>
              <a:gd name="connsiteX176" fmla="*/ 863600 w 1313267"/>
              <a:gd name="connsiteY176" fmla="*/ 815975 h 825500"/>
              <a:gd name="connsiteX177" fmla="*/ 863600 w 1313267"/>
              <a:gd name="connsiteY177" fmla="*/ 825500 h 825500"/>
              <a:gd name="connsiteX178" fmla="*/ 825798 w 1313267"/>
              <a:gd name="connsiteY178" fmla="*/ 825500 h 825500"/>
              <a:gd name="connsiteX179" fmla="*/ 825798 w 1313267"/>
              <a:gd name="connsiteY179" fmla="*/ 815975 h 825500"/>
              <a:gd name="connsiteX180" fmla="*/ 787990 w 1313267"/>
              <a:gd name="connsiteY180" fmla="*/ 815975 h 825500"/>
              <a:gd name="connsiteX181" fmla="*/ 787990 w 1313267"/>
              <a:gd name="connsiteY181" fmla="*/ 825500 h 825500"/>
              <a:gd name="connsiteX182" fmla="*/ 750189 w 1313267"/>
              <a:gd name="connsiteY182" fmla="*/ 825500 h 825500"/>
              <a:gd name="connsiteX183" fmla="*/ 750189 w 1313267"/>
              <a:gd name="connsiteY183" fmla="*/ 815975 h 825500"/>
              <a:gd name="connsiteX184" fmla="*/ 712381 w 1313267"/>
              <a:gd name="connsiteY184" fmla="*/ 815975 h 825500"/>
              <a:gd name="connsiteX185" fmla="*/ 712381 w 1313267"/>
              <a:gd name="connsiteY185" fmla="*/ 825500 h 825500"/>
              <a:gd name="connsiteX186" fmla="*/ 674580 w 1313267"/>
              <a:gd name="connsiteY186" fmla="*/ 825500 h 825500"/>
              <a:gd name="connsiteX187" fmla="*/ 674580 w 1313267"/>
              <a:gd name="connsiteY187" fmla="*/ 815975 h 825500"/>
              <a:gd name="connsiteX188" fmla="*/ 636772 w 1313267"/>
              <a:gd name="connsiteY188" fmla="*/ 815975 h 825500"/>
              <a:gd name="connsiteX189" fmla="*/ 636772 w 1313267"/>
              <a:gd name="connsiteY189" fmla="*/ 825500 h 825500"/>
              <a:gd name="connsiteX190" fmla="*/ 598970 w 1313267"/>
              <a:gd name="connsiteY190" fmla="*/ 825500 h 825500"/>
              <a:gd name="connsiteX191" fmla="*/ 598970 w 1313267"/>
              <a:gd name="connsiteY191" fmla="*/ 815975 h 825500"/>
              <a:gd name="connsiteX192" fmla="*/ 561162 w 1313267"/>
              <a:gd name="connsiteY192" fmla="*/ 815975 h 825500"/>
              <a:gd name="connsiteX193" fmla="*/ 561162 w 1313267"/>
              <a:gd name="connsiteY193" fmla="*/ 825500 h 825500"/>
              <a:gd name="connsiteX194" fmla="*/ 523361 w 1313267"/>
              <a:gd name="connsiteY194" fmla="*/ 825500 h 825500"/>
              <a:gd name="connsiteX195" fmla="*/ 523361 w 1313267"/>
              <a:gd name="connsiteY195" fmla="*/ 815975 h 825500"/>
              <a:gd name="connsiteX196" fmla="*/ 485553 w 1313267"/>
              <a:gd name="connsiteY196" fmla="*/ 815975 h 825500"/>
              <a:gd name="connsiteX197" fmla="*/ 485553 w 1313267"/>
              <a:gd name="connsiteY197" fmla="*/ 825500 h 825500"/>
              <a:gd name="connsiteX198" fmla="*/ 447751 w 1313267"/>
              <a:gd name="connsiteY198" fmla="*/ 825500 h 825500"/>
              <a:gd name="connsiteX199" fmla="*/ 447751 w 1313267"/>
              <a:gd name="connsiteY199" fmla="*/ 815975 h 825500"/>
              <a:gd name="connsiteX200" fmla="*/ 409943 w 1313267"/>
              <a:gd name="connsiteY200" fmla="*/ 815975 h 825500"/>
              <a:gd name="connsiteX201" fmla="*/ 409943 w 1313267"/>
              <a:gd name="connsiteY201" fmla="*/ 825500 h 825500"/>
              <a:gd name="connsiteX202" fmla="*/ 372142 w 1313267"/>
              <a:gd name="connsiteY202" fmla="*/ 825500 h 825500"/>
              <a:gd name="connsiteX203" fmla="*/ 372142 w 1313267"/>
              <a:gd name="connsiteY203" fmla="*/ 815975 h 825500"/>
              <a:gd name="connsiteX204" fmla="*/ 334334 w 1313267"/>
              <a:gd name="connsiteY204" fmla="*/ 815975 h 825500"/>
              <a:gd name="connsiteX205" fmla="*/ 334334 w 1313267"/>
              <a:gd name="connsiteY205" fmla="*/ 825500 h 825500"/>
              <a:gd name="connsiteX206" fmla="*/ 296532 w 1313267"/>
              <a:gd name="connsiteY206" fmla="*/ 825500 h 825500"/>
              <a:gd name="connsiteX207" fmla="*/ 296532 w 1313267"/>
              <a:gd name="connsiteY207" fmla="*/ 815975 h 825500"/>
              <a:gd name="connsiteX208" fmla="*/ 258724 w 1313267"/>
              <a:gd name="connsiteY208" fmla="*/ 815975 h 825500"/>
              <a:gd name="connsiteX209" fmla="*/ 258724 w 1313267"/>
              <a:gd name="connsiteY209" fmla="*/ 825500 h 825500"/>
              <a:gd name="connsiteX210" fmla="*/ 220923 w 1313267"/>
              <a:gd name="connsiteY210" fmla="*/ 825500 h 825500"/>
              <a:gd name="connsiteX211" fmla="*/ 220923 w 1313267"/>
              <a:gd name="connsiteY211" fmla="*/ 815975 h 825500"/>
              <a:gd name="connsiteX212" fmla="*/ 183115 w 1313267"/>
              <a:gd name="connsiteY212" fmla="*/ 815975 h 825500"/>
              <a:gd name="connsiteX213" fmla="*/ 183115 w 1313267"/>
              <a:gd name="connsiteY213" fmla="*/ 825500 h 825500"/>
              <a:gd name="connsiteX214" fmla="*/ 145313 w 1313267"/>
              <a:gd name="connsiteY214" fmla="*/ 825500 h 825500"/>
              <a:gd name="connsiteX215" fmla="*/ 145313 w 1313267"/>
              <a:gd name="connsiteY215" fmla="*/ 815975 h 825500"/>
              <a:gd name="connsiteX216" fmla="*/ 107505 w 1313267"/>
              <a:gd name="connsiteY216" fmla="*/ 815975 h 825500"/>
              <a:gd name="connsiteX217" fmla="*/ 107505 w 1313267"/>
              <a:gd name="connsiteY217" fmla="*/ 825500 h 825500"/>
              <a:gd name="connsiteX218" fmla="*/ 69704 w 1313267"/>
              <a:gd name="connsiteY218" fmla="*/ 825500 h 825500"/>
              <a:gd name="connsiteX219" fmla="*/ 69704 w 1313267"/>
              <a:gd name="connsiteY219" fmla="*/ 815975 h 825500"/>
              <a:gd name="connsiteX220" fmla="*/ 50800 w 1313267"/>
              <a:gd name="connsiteY220" fmla="*/ 815975 h 825500"/>
              <a:gd name="connsiteX221" fmla="*/ 35001 w 1313267"/>
              <a:gd name="connsiteY221" fmla="*/ 812845 h 825500"/>
              <a:gd name="connsiteX222" fmla="*/ 31356 w 1313267"/>
              <a:gd name="connsiteY222" fmla="*/ 821646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1313267" h="825500">
                <a:moveTo>
                  <a:pt x="31356" y="821646"/>
                </a:moveTo>
                <a:cubicBezTo>
                  <a:pt x="18936" y="816496"/>
                  <a:pt x="9004" y="806564"/>
                  <a:pt x="3854" y="794144"/>
                </a:cubicBezTo>
                <a:lnTo>
                  <a:pt x="12656" y="790499"/>
                </a:lnTo>
                <a:cubicBezTo>
                  <a:pt x="10643" y="785641"/>
                  <a:pt x="9525" y="780313"/>
                  <a:pt x="9525" y="774700"/>
                </a:cubicBezTo>
                <a:lnTo>
                  <a:pt x="9525" y="756603"/>
                </a:lnTo>
                <a:lnTo>
                  <a:pt x="0" y="756603"/>
                </a:lnTo>
                <a:lnTo>
                  <a:pt x="0" y="720408"/>
                </a:lnTo>
                <a:lnTo>
                  <a:pt x="9525" y="720408"/>
                </a:lnTo>
                <a:lnTo>
                  <a:pt x="9525" y="684213"/>
                </a:lnTo>
                <a:lnTo>
                  <a:pt x="0" y="684213"/>
                </a:lnTo>
                <a:lnTo>
                  <a:pt x="0" y="648017"/>
                </a:lnTo>
                <a:lnTo>
                  <a:pt x="9525" y="648017"/>
                </a:lnTo>
                <a:lnTo>
                  <a:pt x="9525" y="611822"/>
                </a:lnTo>
                <a:lnTo>
                  <a:pt x="0" y="611822"/>
                </a:lnTo>
                <a:lnTo>
                  <a:pt x="0" y="575628"/>
                </a:lnTo>
                <a:lnTo>
                  <a:pt x="9525" y="575628"/>
                </a:lnTo>
                <a:lnTo>
                  <a:pt x="9525" y="539433"/>
                </a:lnTo>
                <a:lnTo>
                  <a:pt x="0" y="539433"/>
                </a:lnTo>
                <a:lnTo>
                  <a:pt x="0" y="503238"/>
                </a:lnTo>
                <a:lnTo>
                  <a:pt x="9525" y="503238"/>
                </a:lnTo>
                <a:lnTo>
                  <a:pt x="9525" y="467042"/>
                </a:lnTo>
                <a:lnTo>
                  <a:pt x="0" y="467042"/>
                </a:lnTo>
                <a:lnTo>
                  <a:pt x="0" y="430847"/>
                </a:lnTo>
                <a:lnTo>
                  <a:pt x="9525" y="430847"/>
                </a:lnTo>
                <a:lnTo>
                  <a:pt x="9525" y="394653"/>
                </a:lnTo>
                <a:lnTo>
                  <a:pt x="0" y="394653"/>
                </a:lnTo>
                <a:lnTo>
                  <a:pt x="0" y="358458"/>
                </a:lnTo>
                <a:lnTo>
                  <a:pt x="9525" y="358458"/>
                </a:lnTo>
                <a:lnTo>
                  <a:pt x="9525" y="322263"/>
                </a:lnTo>
                <a:lnTo>
                  <a:pt x="0" y="322263"/>
                </a:lnTo>
                <a:lnTo>
                  <a:pt x="0" y="286067"/>
                </a:lnTo>
                <a:lnTo>
                  <a:pt x="9525" y="286067"/>
                </a:lnTo>
                <a:lnTo>
                  <a:pt x="9525" y="249872"/>
                </a:lnTo>
                <a:lnTo>
                  <a:pt x="0" y="249872"/>
                </a:lnTo>
                <a:lnTo>
                  <a:pt x="0" y="213678"/>
                </a:lnTo>
                <a:lnTo>
                  <a:pt x="9525" y="213678"/>
                </a:lnTo>
                <a:lnTo>
                  <a:pt x="9525" y="177483"/>
                </a:lnTo>
                <a:lnTo>
                  <a:pt x="0" y="177483"/>
                </a:lnTo>
                <a:lnTo>
                  <a:pt x="0" y="141288"/>
                </a:lnTo>
                <a:lnTo>
                  <a:pt x="9525" y="141288"/>
                </a:lnTo>
                <a:lnTo>
                  <a:pt x="9525" y="105092"/>
                </a:lnTo>
                <a:lnTo>
                  <a:pt x="0" y="105092"/>
                </a:lnTo>
                <a:lnTo>
                  <a:pt x="0" y="68897"/>
                </a:lnTo>
                <a:lnTo>
                  <a:pt x="9525" y="68897"/>
                </a:lnTo>
                <a:lnTo>
                  <a:pt x="9525" y="50800"/>
                </a:lnTo>
                <a:cubicBezTo>
                  <a:pt x="9525" y="45187"/>
                  <a:pt x="10643" y="39859"/>
                  <a:pt x="12656" y="35001"/>
                </a:cubicBezTo>
                <a:lnTo>
                  <a:pt x="3854" y="31356"/>
                </a:lnTo>
                <a:cubicBezTo>
                  <a:pt x="9004" y="18936"/>
                  <a:pt x="18936" y="9004"/>
                  <a:pt x="31356" y="3854"/>
                </a:cubicBezTo>
                <a:lnTo>
                  <a:pt x="35001" y="12655"/>
                </a:lnTo>
                <a:cubicBezTo>
                  <a:pt x="39859" y="10643"/>
                  <a:pt x="45187" y="9525"/>
                  <a:pt x="50800" y="9525"/>
                </a:cubicBezTo>
                <a:lnTo>
                  <a:pt x="69704" y="9525"/>
                </a:lnTo>
                <a:lnTo>
                  <a:pt x="69704" y="0"/>
                </a:lnTo>
                <a:lnTo>
                  <a:pt x="107505" y="0"/>
                </a:lnTo>
                <a:lnTo>
                  <a:pt x="107505" y="9525"/>
                </a:lnTo>
                <a:lnTo>
                  <a:pt x="145313" y="9525"/>
                </a:lnTo>
                <a:lnTo>
                  <a:pt x="145313" y="0"/>
                </a:lnTo>
                <a:lnTo>
                  <a:pt x="183115" y="0"/>
                </a:lnTo>
                <a:lnTo>
                  <a:pt x="183115" y="9525"/>
                </a:lnTo>
                <a:lnTo>
                  <a:pt x="220923" y="9525"/>
                </a:lnTo>
                <a:lnTo>
                  <a:pt x="220923" y="0"/>
                </a:lnTo>
                <a:lnTo>
                  <a:pt x="258724" y="0"/>
                </a:lnTo>
                <a:lnTo>
                  <a:pt x="258724" y="9525"/>
                </a:lnTo>
                <a:lnTo>
                  <a:pt x="296532" y="9525"/>
                </a:lnTo>
                <a:lnTo>
                  <a:pt x="296532" y="0"/>
                </a:lnTo>
                <a:lnTo>
                  <a:pt x="334334" y="0"/>
                </a:lnTo>
                <a:lnTo>
                  <a:pt x="334334" y="9525"/>
                </a:lnTo>
                <a:lnTo>
                  <a:pt x="372142" y="9525"/>
                </a:lnTo>
                <a:lnTo>
                  <a:pt x="372142" y="0"/>
                </a:lnTo>
                <a:lnTo>
                  <a:pt x="409943" y="0"/>
                </a:lnTo>
                <a:lnTo>
                  <a:pt x="409943" y="9525"/>
                </a:lnTo>
                <a:lnTo>
                  <a:pt x="447751" y="9525"/>
                </a:lnTo>
                <a:lnTo>
                  <a:pt x="447751" y="0"/>
                </a:lnTo>
                <a:lnTo>
                  <a:pt x="485553" y="0"/>
                </a:lnTo>
                <a:lnTo>
                  <a:pt x="485553" y="9525"/>
                </a:lnTo>
                <a:lnTo>
                  <a:pt x="523361" y="9525"/>
                </a:lnTo>
                <a:lnTo>
                  <a:pt x="523361" y="0"/>
                </a:lnTo>
                <a:lnTo>
                  <a:pt x="561162" y="0"/>
                </a:lnTo>
                <a:lnTo>
                  <a:pt x="561162" y="9525"/>
                </a:lnTo>
                <a:lnTo>
                  <a:pt x="598970" y="9525"/>
                </a:lnTo>
                <a:lnTo>
                  <a:pt x="598970" y="0"/>
                </a:lnTo>
                <a:lnTo>
                  <a:pt x="636772" y="0"/>
                </a:lnTo>
                <a:lnTo>
                  <a:pt x="636772" y="9525"/>
                </a:lnTo>
                <a:lnTo>
                  <a:pt x="674580" y="9525"/>
                </a:lnTo>
                <a:lnTo>
                  <a:pt x="674580" y="0"/>
                </a:lnTo>
                <a:lnTo>
                  <a:pt x="712381" y="0"/>
                </a:lnTo>
                <a:lnTo>
                  <a:pt x="712381" y="9525"/>
                </a:lnTo>
                <a:lnTo>
                  <a:pt x="750189" y="9525"/>
                </a:lnTo>
                <a:lnTo>
                  <a:pt x="750189" y="0"/>
                </a:lnTo>
                <a:lnTo>
                  <a:pt x="787990" y="0"/>
                </a:lnTo>
                <a:lnTo>
                  <a:pt x="787990" y="9525"/>
                </a:lnTo>
                <a:lnTo>
                  <a:pt x="825798" y="9525"/>
                </a:lnTo>
                <a:lnTo>
                  <a:pt x="825798" y="0"/>
                </a:lnTo>
                <a:lnTo>
                  <a:pt x="863600" y="0"/>
                </a:lnTo>
                <a:lnTo>
                  <a:pt x="863600" y="9525"/>
                </a:lnTo>
                <a:lnTo>
                  <a:pt x="901408" y="9525"/>
                </a:lnTo>
                <a:lnTo>
                  <a:pt x="901408" y="0"/>
                </a:lnTo>
                <a:lnTo>
                  <a:pt x="939210" y="0"/>
                </a:lnTo>
                <a:lnTo>
                  <a:pt x="939210" y="9525"/>
                </a:lnTo>
                <a:lnTo>
                  <a:pt x="977017" y="9525"/>
                </a:lnTo>
                <a:lnTo>
                  <a:pt x="977017" y="0"/>
                </a:lnTo>
                <a:lnTo>
                  <a:pt x="1014819" y="0"/>
                </a:lnTo>
                <a:lnTo>
                  <a:pt x="1014819" y="9525"/>
                </a:lnTo>
                <a:lnTo>
                  <a:pt x="1052627" y="9525"/>
                </a:lnTo>
                <a:lnTo>
                  <a:pt x="1052627" y="0"/>
                </a:lnTo>
                <a:lnTo>
                  <a:pt x="1090428" y="0"/>
                </a:lnTo>
                <a:lnTo>
                  <a:pt x="1090428" y="9525"/>
                </a:lnTo>
                <a:lnTo>
                  <a:pt x="1109332" y="9525"/>
                </a:lnTo>
                <a:cubicBezTo>
                  <a:pt x="1113441" y="9525"/>
                  <a:pt x="1117441" y="10135"/>
                  <a:pt x="1121239" y="11278"/>
                </a:cubicBezTo>
                <a:lnTo>
                  <a:pt x="1123988" y="2159"/>
                </a:lnTo>
                <a:cubicBezTo>
                  <a:pt x="1133539" y="5036"/>
                  <a:pt x="1142048" y="10675"/>
                  <a:pt x="1148423" y="18352"/>
                </a:cubicBezTo>
                <a:lnTo>
                  <a:pt x="1141095" y="24435"/>
                </a:lnTo>
                <a:cubicBezTo>
                  <a:pt x="1143629" y="27489"/>
                  <a:pt x="1145743" y="30937"/>
                  <a:pt x="1147343" y="34715"/>
                </a:cubicBezTo>
                <a:lnTo>
                  <a:pt x="1155002" y="52813"/>
                </a:lnTo>
                <a:lnTo>
                  <a:pt x="1163777" y="49104"/>
                </a:lnTo>
                <a:lnTo>
                  <a:pt x="1179087" y="85299"/>
                </a:lnTo>
                <a:lnTo>
                  <a:pt x="1170318" y="89008"/>
                </a:lnTo>
                <a:lnTo>
                  <a:pt x="1185628" y="125203"/>
                </a:lnTo>
                <a:lnTo>
                  <a:pt x="1194403" y="121495"/>
                </a:lnTo>
                <a:lnTo>
                  <a:pt x="1209713" y="157690"/>
                </a:lnTo>
                <a:lnTo>
                  <a:pt x="1200944" y="161398"/>
                </a:lnTo>
                <a:lnTo>
                  <a:pt x="1216254" y="197593"/>
                </a:lnTo>
                <a:lnTo>
                  <a:pt x="1225029" y="193885"/>
                </a:lnTo>
                <a:lnTo>
                  <a:pt x="1240339" y="230079"/>
                </a:lnTo>
                <a:lnTo>
                  <a:pt x="1231570" y="233788"/>
                </a:lnTo>
                <a:lnTo>
                  <a:pt x="1246880" y="269983"/>
                </a:lnTo>
                <a:lnTo>
                  <a:pt x="1255655" y="266274"/>
                </a:lnTo>
                <a:lnTo>
                  <a:pt x="1270965" y="302470"/>
                </a:lnTo>
                <a:lnTo>
                  <a:pt x="1262196" y="306178"/>
                </a:lnTo>
                <a:lnTo>
                  <a:pt x="1277506" y="342373"/>
                </a:lnTo>
                <a:lnTo>
                  <a:pt x="1286281" y="338665"/>
                </a:lnTo>
                <a:lnTo>
                  <a:pt x="1301591" y="374860"/>
                </a:lnTo>
                <a:lnTo>
                  <a:pt x="1292822" y="378568"/>
                </a:lnTo>
                <a:lnTo>
                  <a:pt x="1300480" y="396665"/>
                </a:lnTo>
                <a:cubicBezTo>
                  <a:pt x="1301560" y="399224"/>
                  <a:pt x="1302372" y="401866"/>
                  <a:pt x="1302918" y="404546"/>
                </a:cubicBezTo>
                <a:lnTo>
                  <a:pt x="1312253" y="402653"/>
                </a:lnTo>
                <a:cubicBezTo>
                  <a:pt x="1313606" y="409315"/>
                  <a:pt x="1313606" y="416185"/>
                  <a:pt x="1312253" y="422847"/>
                </a:cubicBezTo>
                <a:lnTo>
                  <a:pt x="1302918" y="420954"/>
                </a:lnTo>
                <a:cubicBezTo>
                  <a:pt x="1302372" y="423634"/>
                  <a:pt x="1301560" y="426276"/>
                  <a:pt x="1300480" y="428835"/>
                </a:cubicBezTo>
                <a:lnTo>
                  <a:pt x="1292822" y="446932"/>
                </a:lnTo>
                <a:lnTo>
                  <a:pt x="1301591" y="450640"/>
                </a:lnTo>
                <a:lnTo>
                  <a:pt x="1286281" y="486835"/>
                </a:lnTo>
                <a:lnTo>
                  <a:pt x="1277506" y="483127"/>
                </a:lnTo>
                <a:lnTo>
                  <a:pt x="1262196" y="519322"/>
                </a:lnTo>
                <a:lnTo>
                  <a:pt x="1270965" y="523030"/>
                </a:lnTo>
                <a:lnTo>
                  <a:pt x="1255655" y="559226"/>
                </a:lnTo>
                <a:lnTo>
                  <a:pt x="1246880" y="555517"/>
                </a:lnTo>
                <a:lnTo>
                  <a:pt x="1231570" y="591712"/>
                </a:lnTo>
                <a:lnTo>
                  <a:pt x="1240339" y="595421"/>
                </a:lnTo>
                <a:lnTo>
                  <a:pt x="1225029" y="631615"/>
                </a:lnTo>
                <a:lnTo>
                  <a:pt x="1216254" y="627907"/>
                </a:lnTo>
                <a:lnTo>
                  <a:pt x="1200944" y="664102"/>
                </a:lnTo>
                <a:lnTo>
                  <a:pt x="1209713" y="667810"/>
                </a:lnTo>
                <a:lnTo>
                  <a:pt x="1194403" y="704006"/>
                </a:lnTo>
                <a:lnTo>
                  <a:pt x="1185628" y="700297"/>
                </a:lnTo>
                <a:lnTo>
                  <a:pt x="1170318" y="736492"/>
                </a:lnTo>
                <a:lnTo>
                  <a:pt x="1179087" y="740201"/>
                </a:lnTo>
                <a:lnTo>
                  <a:pt x="1163777" y="776396"/>
                </a:lnTo>
                <a:lnTo>
                  <a:pt x="1155002" y="772687"/>
                </a:lnTo>
                <a:lnTo>
                  <a:pt x="1147343" y="790785"/>
                </a:lnTo>
                <a:cubicBezTo>
                  <a:pt x="1145743" y="794563"/>
                  <a:pt x="1143629" y="798011"/>
                  <a:pt x="1141095" y="801065"/>
                </a:cubicBezTo>
                <a:lnTo>
                  <a:pt x="1148423" y="807148"/>
                </a:lnTo>
                <a:cubicBezTo>
                  <a:pt x="1142048" y="814825"/>
                  <a:pt x="1133539" y="820464"/>
                  <a:pt x="1123988" y="823341"/>
                </a:cubicBezTo>
                <a:lnTo>
                  <a:pt x="1121239" y="814222"/>
                </a:lnTo>
                <a:cubicBezTo>
                  <a:pt x="1117441" y="815365"/>
                  <a:pt x="1113441" y="815975"/>
                  <a:pt x="1109332" y="815975"/>
                </a:cubicBezTo>
                <a:lnTo>
                  <a:pt x="1090428" y="815975"/>
                </a:lnTo>
                <a:lnTo>
                  <a:pt x="1090428" y="825500"/>
                </a:lnTo>
                <a:lnTo>
                  <a:pt x="1052627" y="825500"/>
                </a:lnTo>
                <a:lnTo>
                  <a:pt x="1052627" y="815975"/>
                </a:lnTo>
                <a:lnTo>
                  <a:pt x="1014819" y="815975"/>
                </a:lnTo>
                <a:lnTo>
                  <a:pt x="1014819" y="825500"/>
                </a:lnTo>
                <a:lnTo>
                  <a:pt x="977017" y="825500"/>
                </a:lnTo>
                <a:lnTo>
                  <a:pt x="977017" y="815975"/>
                </a:lnTo>
                <a:lnTo>
                  <a:pt x="939210" y="815975"/>
                </a:lnTo>
                <a:lnTo>
                  <a:pt x="939210" y="825500"/>
                </a:lnTo>
                <a:lnTo>
                  <a:pt x="901408" y="825500"/>
                </a:lnTo>
                <a:lnTo>
                  <a:pt x="901408" y="815975"/>
                </a:lnTo>
                <a:lnTo>
                  <a:pt x="863600" y="815975"/>
                </a:lnTo>
                <a:lnTo>
                  <a:pt x="863600" y="825500"/>
                </a:lnTo>
                <a:lnTo>
                  <a:pt x="825798" y="825500"/>
                </a:lnTo>
                <a:lnTo>
                  <a:pt x="825798" y="815975"/>
                </a:lnTo>
                <a:lnTo>
                  <a:pt x="787990" y="815975"/>
                </a:lnTo>
                <a:lnTo>
                  <a:pt x="787990" y="825500"/>
                </a:lnTo>
                <a:lnTo>
                  <a:pt x="750189" y="825500"/>
                </a:lnTo>
                <a:lnTo>
                  <a:pt x="750189" y="815975"/>
                </a:lnTo>
                <a:lnTo>
                  <a:pt x="712381" y="815975"/>
                </a:lnTo>
                <a:lnTo>
                  <a:pt x="712381" y="825500"/>
                </a:lnTo>
                <a:lnTo>
                  <a:pt x="674580" y="825500"/>
                </a:lnTo>
                <a:lnTo>
                  <a:pt x="674580" y="815975"/>
                </a:lnTo>
                <a:lnTo>
                  <a:pt x="636772" y="815975"/>
                </a:lnTo>
                <a:lnTo>
                  <a:pt x="636772" y="825500"/>
                </a:lnTo>
                <a:lnTo>
                  <a:pt x="598970" y="825500"/>
                </a:lnTo>
                <a:lnTo>
                  <a:pt x="598970" y="815975"/>
                </a:lnTo>
                <a:lnTo>
                  <a:pt x="561162" y="815975"/>
                </a:lnTo>
                <a:lnTo>
                  <a:pt x="561162" y="825500"/>
                </a:lnTo>
                <a:lnTo>
                  <a:pt x="523361" y="825500"/>
                </a:lnTo>
                <a:lnTo>
                  <a:pt x="523361" y="815975"/>
                </a:lnTo>
                <a:lnTo>
                  <a:pt x="485553" y="815975"/>
                </a:lnTo>
                <a:lnTo>
                  <a:pt x="485553" y="825500"/>
                </a:lnTo>
                <a:lnTo>
                  <a:pt x="447751" y="825500"/>
                </a:lnTo>
                <a:lnTo>
                  <a:pt x="447751" y="815975"/>
                </a:lnTo>
                <a:lnTo>
                  <a:pt x="409943" y="815975"/>
                </a:lnTo>
                <a:lnTo>
                  <a:pt x="409943" y="825500"/>
                </a:lnTo>
                <a:lnTo>
                  <a:pt x="372142" y="825500"/>
                </a:lnTo>
                <a:lnTo>
                  <a:pt x="372142" y="815975"/>
                </a:lnTo>
                <a:lnTo>
                  <a:pt x="334334" y="815975"/>
                </a:lnTo>
                <a:lnTo>
                  <a:pt x="334334" y="825500"/>
                </a:lnTo>
                <a:lnTo>
                  <a:pt x="296532" y="825500"/>
                </a:lnTo>
                <a:lnTo>
                  <a:pt x="296532" y="815975"/>
                </a:lnTo>
                <a:lnTo>
                  <a:pt x="258724" y="815975"/>
                </a:lnTo>
                <a:lnTo>
                  <a:pt x="258724" y="825500"/>
                </a:lnTo>
                <a:lnTo>
                  <a:pt x="220923" y="825500"/>
                </a:lnTo>
                <a:lnTo>
                  <a:pt x="220923" y="815975"/>
                </a:lnTo>
                <a:lnTo>
                  <a:pt x="183115" y="815975"/>
                </a:lnTo>
                <a:lnTo>
                  <a:pt x="183115" y="825500"/>
                </a:lnTo>
                <a:lnTo>
                  <a:pt x="145313" y="825500"/>
                </a:lnTo>
                <a:lnTo>
                  <a:pt x="145313" y="815975"/>
                </a:lnTo>
                <a:lnTo>
                  <a:pt x="107505" y="815975"/>
                </a:lnTo>
                <a:lnTo>
                  <a:pt x="107505" y="825500"/>
                </a:lnTo>
                <a:lnTo>
                  <a:pt x="69704" y="825500"/>
                </a:lnTo>
                <a:lnTo>
                  <a:pt x="69704" y="815975"/>
                </a:lnTo>
                <a:lnTo>
                  <a:pt x="50800" y="815975"/>
                </a:lnTo>
                <a:cubicBezTo>
                  <a:pt x="45187" y="815975"/>
                  <a:pt x="39859" y="814857"/>
                  <a:pt x="35001" y="812845"/>
                </a:cubicBezTo>
                <a:lnTo>
                  <a:pt x="31356" y="821646"/>
                </a:lnTo>
                <a:close/>
              </a:path>
            </a:pathLst>
          </a:custGeom>
          <a:solidFill>
            <a:schemeClr val="accent1">
              <a:lumMod val="40000"/>
              <a:lumOff val="60000"/>
              <a:alpha val="43000"/>
            </a:schemeClr>
          </a:solidFill>
          <a:ln w="1270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任意多边形: 形状 70">
            <a:extLst>
              <a:ext uri="{FF2B5EF4-FFF2-40B4-BE49-F238E27FC236}">
                <a16:creationId xmlns:a16="http://schemas.microsoft.com/office/drawing/2014/main" id="{EC1CAE00-F5CD-3D44-52B0-A13DA6D370A0}"/>
              </a:ext>
            </a:extLst>
          </p:cNvPr>
          <p:cNvSpPr/>
          <p:nvPr/>
        </p:nvSpPr>
        <p:spPr>
          <a:xfrm>
            <a:off x="8067293" y="3625850"/>
            <a:ext cx="1327531" cy="812800"/>
          </a:xfrm>
          <a:custGeom>
            <a:avLst/>
            <a:gdLst>
              <a:gd name="connsiteX0" fmla="*/ 11557 w 1327531"/>
              <a:gd name="connsiteY0" fmla="*/ 64757 h 812800"/>
              <a:gd name="connsiteX1" fmla="*/ 9462 w 1327531"/>
              <a:gd name="connsiteY1" fmla="*/ 45295 h 812800"/>
              <a:gd name="connsiteX2" fmla="*/ 0 w 1327531"/>
              <a:gd name="connsiteY2" fmla="*/ 44012 h 812800"/>
              <a:gd name="connsiteX3" fmla="*/ 26988 w 1327531"/>
              <a:gd name="connsiteY3" fmla="*/ 5677 h 812800"/>
              <a:gd name="connsiteX4" fmla="*/ 31369 w 1327531"/>
              <a:gd name="connsiteY4" fmla="*/ 14122 h 812800"/>
              <a:gd name="connsiteX5" fmla="*/ 50419 w 1327531"/>
              <a:gd name="connsiteY5" fmla="*/ 9525 h 812800"/>
              <a:gd name="connsiteX6" fmla="*/ 70041 w 1327531"/>
              <a:gd name="connsiteY6" fmla="*/ 9525 h 812800"/>
              <a:gd name="connsiteX7" fmla="*/ 70041 w 1327531"/>
              <a:gd name="connsiteY7" fmla="*/ 0 h 812800"/>
              <a:gd name="connsiteX8" fmla="*/ 109220 w 1327531"/>
              <a:gd name="connsiteY8" fmla="*/ 0 h 812800"/>
              <a:gd name="connsiteX9" fmla="*/ 109220 w 1327531"/>
              <a:gd name="connsiteY9" fmla="*/ 9525 h 812800"/>
              <a:gd name="connsiteX10" fmla="*/ 148463 w 1327531"/>
              <a:gd name="connsiteY10" fmla="*/ 9525 h 812800"/>
              <a:gd name="connsiteX11" fmla="*/ 148463 w 1327531"/>
              <a:gd name="connsiteY11" fmla="*/ 0 h 812800"/>
              <a:gd name="connsiteX12" fmla="*/ 187706 w 1327531"/>
              <a:gd name="connsiteY12" fmla="*/ 0 h 812800"/>
              <a:gd name="connsiteX13" fmla="*/ 187706 w 1327531"/>
              <a:gd name="connsiteY13" fmla="*/ 9525 h 812800"/>
              <a:gd name="connsiteX14" fmla="*/ 226950 w 1327531"/>
              <a:gd name="connsiteY14" fmla="*/ 9525 h 812800"/>
              <a:gd name="connsiteX15" fmla="*/ 226950 w 1327531"/>
              <a:gd name="connsiteY15" fmla="*/ 0 h 812800"/>
              <a:gd name="connsiteX16" fmla="*/ 266192 w 1327531"/>
              <a:gd name="connsiteY16" fmla="*/ 0 h 812800"/>
              <a:gd name="connsiteX17" fmla="*/ 266192 w 1327531"/>
              <a:gd name="connsiteY17" fmla="*/ 9525 h 812800"/>
              <a:gd name="connsiteX18" fmla="*/ 305436 w 1327531"/>
              <a:gd name="connsiteY18" fmla="*/ 9525 h 812800"/>
              <a:gd name="connsiteX19" fmla="*/ 305436 w 1327531"/>
              <a:gd name="connsiteY19" fmla="*/ 0 h 812800"/>
              <a:gd name="connsiteX20" fmla="*/ 344615 w 1327531"/>
              <a:gd name="connsiteY20" fmla="*/ 0 h 812800"/>
              <a:gd name="connsiteX21" fmla="*/ 344615 w 1327531"/>
              <a:gd name="connsiteY21" fmla="*/ 9525 h 812800"/>
              <a:gd name="connsiteX22" fmla="*/ 383858 w 1327531"/>
              <a:gd name="connsiteY22" fmla="*/ 9525 h 812800"/>
              <a:gd name="connsiteX23" fmla="*/ 383858 w 1327531"/>
              <a:gd name="connsiteY23" fmla="*/ 0 h 812800"/>
              <a:gd name="connsiteX24" fmla="*/ 423101 w 1327531"/>
              <a:gd name="connsiteY24" fmla="*/ 0 h 812800"/>
              <a:gd name="connsiteX25" fmla="*/ 423101 w 1327531"/>
              <a:gd name="connsiteY25" fmla="*/ 9525 h 812800"/>
              <a:gd name="connsiteX26" fmla="*/ 462344 w 1327531"/>
              <a:gd name="connsiteY26" fmla="*/ 9525 h 812800"/>
              <a:gd name="connsiteX27" fmla="*/ 462344 w 1327531"/>
              <a:gd name="connsiteY27" fmla="*/ 0 h 812800"/>
              <a:gd name="connsiteX28" fmla="*/ 501587 w 1327531"/>
              <a:gd name="connsiteY28" fmla="*/ 0 h 812800"/>
              <a:gd name="connsiteX29" fmla="*/ 501587 w 1327531"/>
              <a:gd name="connsiteY29" fmla="*/ 9525 h 812800"/>
              <a:gd name="connsiteX30" fmla="*/ 540830 w 1327531"/>
              <a:gd name="connsiteY30" fmla="*/ 9525 h 812800"/>
              <a:gd name="connsiteX31" fmla="*/ 540830 w 1327531"/>
              <a:gd name="connsiteY31" fmla="*/ 0 h 812800"/>
              <a:gd name="connsiteX32" fmla="*/ 580073 w 1327531"/>
              <a:gd name="connsiteY32" fmla="*/ 0 h 812800"/>
              <a:gd name="connsiteX33" fmla="*/ 580073 w 1327531"/>
              <a:gd name="connsiteY33" fmla="*/ 9525 h 812800"/>
              <a:gd name="connsiteX34" fmla="*/ 619252 w 1327531"/>
              <a:gd name="connsiteY34" fmla="*/ 9525 h 812800"/>
              <a:gd name="connsiteX35" fmla="*/ 619252 w 1327531"/>
              <a:gd name="connsiteY35" fmla="*/ 0 h 812800"/>
              <a:gd name="connsiteX36" fmla="*/ 658495 w 1327531"/>
              <a:gd name="connsiteY36" fmla="*/ 0 h 812800"/>
              <a:gd name="connsiteX37" fmla="*/ 658495 w 1327531"/>
              <a:gd name="connsiteY37" fmla="*/ 9525 h 812800"/>
              <a:gd name="connsiteX38" fmla="*/ 697738 w 1327531"/>
              <a:gd name="connsiteY38" fmla="*/ 9525 h 812800"/>
              <a:gd name="connsiteX39" fmla="*/ 697738 w 1327531"/>
              <a:gd name="connsiteY39" fmla="*/ 0 h 812800"/>
              <a:gd name="connsiteX40" fmla="*/ 736981 w 1327531"/>
              <a:gd name="connsiteY40" fmla="*/ 0 h 812800"/>
              <a:gd name="connsiteX41" fmla="*/ 736981 w 1327531"/>
              <a:gd name="connsiteY41" fmla="*/ 9525 h 812800"/>
              <a:gd name="connsiteX42" fmla="*/ 776225 w 1327531"/>
              <a:gd name="connsiteY42" fmla="*/ 9525 h 812800"/>
              <a:gd name="connsiteX43" fmla="*/ 776225 w 1327531"/>
              <a:gd name="connsiteY43" fmla="*/ 0 h 812800"/>
              <a:gd name="connsiteX44" fmla="*/ 815467 w 1327531"/>
              <a:gd name="connsiteY44" fmla="*/ 0 h 812800"/>
              <a:gd name="connsiteX45" fmla="*/ 815467 w 1327531"/>
              <a:gd name="connsiteY45" fmla="*/ 9525 h 812800"/>
              <a:gd name="connsiteX46" fmla="*/ 854711 w 1327531"/>
              <a:gd name="connsiteY46" fmla="*/ 9525 h 812800"/>
              <a:gd name="connsiteX47" fmla="*/ 854711 w 1327531"/>
              <a:gd name="connsiteY47" fmla="*/ 0 h 812800"/>
              <a:gd name="connsiteX48" fmla="*/ 893890 w 1327531"/>
              <a:gd name="connsiteY48" fmla="*/ 0 h 812800"/>
              <a:gd name="connsiteX49" fmla="*/ 893890 w 1327531"/>
              <a:gd name="connsiteY49" fmla="*/ 9525 h 812800"/>
              <a:gd name="connsiteX50" fmla="*/ 933133 w 1327531"/>
              <a:gd name="connsiteY50" fmla="*/ 9525 h 812800"/>
              <a:gd name="connsiteX51" fmla="*/ 933133 w 1327531"/>
              <a:gd name="connsiteY51" fmla="*/ 0 h 812800"/>
              <a:gd name="connsiteX52" fmla="*/ 972376 w 1327531"/>
              <a:gd name="connsiteY52" fmla="*/ 0 h 812800"/>
              <a:gd name="connsiteX53" fmla="*/ 972376 w 1327531"/>
              <a:gd name="connsiteY53" fmla="*/ 9525 h 812800"/>
              <a:gd name="connsiteX54" fmla="*/ 1011619 w 1327531"/>
              <a:gd name="connsiteY54" fmla="*/ 9525 h 812800"/>
              <a:gd name="connsiteX55" fmla="*/ 1011619 w 1327531"/>
              <a:gd name="connsiteY55" fmla="*/ 0 h 812800"/>
              <a:gd name="connsiteX56" fmla="*/ 1050862 w 1327531"/>
              <a:gd name="connsiteY56" fmla="*/ 0 h 812800"/>
              <a:gd name="connsiteX57" fmla="*/ 1050862 w 1327531"/>
              <a:gd name="connsiteY57" fmla="*/ 9525 h 812800"/>
              <a:gd name="connsiteX58" fmla="*/ 1090105 w 1327531"/>
              <a:gd name="connsiteY58" fmla="*/ 9525 h 812800"/>
              <a:gd name="connsiteX59" fmla="*/ 1090105 w 1327531"/>
              <a:gd name="connsiteY59" fmla="*/ 0 h 812800"/>
              <a:gd name="connsiteX60" fmla="*/ 1129285 w 1327531"/>
              <a:gd name="connsiteY60" fmla="*/ 0 h 812800"/>
              <a:gd name="connsiteX61" fmla="*/ 1129285 w 1327531"/>
              <a:gd name="connsiteY61" fmla="*/ 9525 h 812800"/>
              <a:gd name="connsiteX62" fmla="*/ 1148906 w 1327531"/>
              <a:gd name="connsiteY62" fmla="*/ 9525 h 812800"/>
              <a:gd name="connsiteX63" fmla="*/ 1161352 w 1327531"/>
              <a:gd name="connsiteY63" fmla="*/ 11443 h 812800"/>
              <a:gd name="connsiteX64" fmla="*/ 1164273 w 1327531"/>
              <a:gd name="connsiteY64" fmla="*/ 2362 h 812800"/>
              <a:gd name="connsiteX65" fmla="*/ 1189355 w 1327531"/>
              <a:gd name="connsiteY65" fmla="*/ 19996 h 812800"/>
              <a:gd name="connsiteX66" fmla="*/ 1181736 w 1327531"/>
              <a:gd name="connsiteY66" fmla="*/ 25775 h 812800"/>
              <a:gd name="connsiteX67" fmla="*/ 1187768 w 1327531"/>
              <a:gd name="connsiteY67" fmla="*/ 36843 h 812800"/>
              <a:gd name="connsiteX68" fmla="*/ 1194181 w 1327531"/>
              <a:gd name="connsiteY68" fmla="*/ 54623 h 812800"/>
              <a:gd name="connsiteX69" fmla="*/ 1203135 w 1327531"/>
              <a:gd name="connsiteY69" fmla="*/ 51397 h 812800"/>
              <a:gd name="connsiteX70" fmla="*/ 1215899 w 1327531"/>
              <a:gd name="connsiteY70" fmla="*/ 86957 h 812800"/>
              <a:gd name="connsiteX71" fmla="*/ 1206945 w 1327531"/>
              <a:gd name="connsiteY71" fmla="*/ 90183 h 812800"/>
              <a:gd name="connsiteX72" fmla="*/ 1219709 w 1327531"/>
              <a:gd name="connsiteY72" fmla="*/ 125743 h 812800"/>
              <a:gd name="connsiteX73" fmla="*/ 1228662 w 1327531"/>
              <a:gd name="connsiteY73" fmla="*/ 122517 h 812800"/>
              <a:gd name="connsiteX74" fmla="*/ 1241489 w 1327531"/>
              <a:gd name="connsiteY74" fmla="*/ 158077 h 812800"/>
              <a:gd name="connsiteX75" fmla="*/ 1232472 w 1327531"/>
              <a:gd name="connsiteY75" fmla="*/ 161303 h 812800"/>
              <a:gd name="connsiteX76" fmla="*/ 1245299 w 1327531"/>
              <a:gd name="connsiteY76" fmla="*/ 196863 h 812800"/>
              <a:gd name="connsiteX77" fmla="*/ 1254252 w 1327531"/>
              <a:gd name="connsiteY77" fmla="*/ 193637 h 812800"/>
              <a:gd name="connsiteX78" fmla="*/ 1267016 w 1327531"/>
              <a:gd name="connsiteY78" fmla="*/ 229197 h 812800"/>
              <a:gd name="connsiteX79" fmla="*/ 1258063 w 1327531"/>
              <a:gd name="connsiteY79" fmla="*/ 232423 h 812800"/>
              <a:gd name="connsiteX80" fmla="*/ 1270826 w 1327531"/>
              <a:gd name="connsiteY80" fmla="*/ 267983 h 812800"/>
              <a:gd name="connsiteX81" fmla="*/ 1279779 w 1327531"/>
              <a:gd name="connsiteY81" fmla="*/ 264757 h 812800"/>
              <a:gd name="connsiteX82" fmla="*/ 1292606 w 1327531"/>
              <a:gd name="connsiteY82" fmla="*/ 300317 h 812800"/>
              <a:gd name="connsiteX83" fmla="*/ 1283589 w 1327531"/>
              <a:gd name="connsiteY83" fmla="*/ 303543 h 812800"/>
              <a:gd name="connsiteX84" fmla="*/ 1296416 w 1327531"/>
              <a:gd name="connsiteY84" fmla="*/ 339103 h 812800"/>
              <a:gd name="connsiteX85" fmla="*/ 1305370 w 1327531"/>
              <a:gd name="connsiteY85" fmla="*/ 335877 h 812800"/>
              <a:gd name="connsiteX86" fmla="*/ 1318134 w 1327531"/>
              <a:gd name="connsiteY86" fmla="*/ 371437 h 812800"/>
              <a:gd name="connsiteX87" fmla="*/ 1309180 w 1327531"/>
              <a:gd name="connsiteY87" fmla="*/ 374663 h 812800"/>
              <a:gd name="connsiteX88" fmla="*/ 1315593 w 1327531"/>
              <a:gd name="connsiteY88" fmla="*/ 392443 h 812800"/>
              <a:gd name="connsiteX89" fmla="*/ 1317372 w 1327531"/>
              <a:gd name="connsiteY89" fmla="*/ 399313 h 812800"/>
              <a:gd name="connsiteX90" fmla="*/ 1326769 w 1327531"/>
              <a:gd name="connsiteY90" fmla="*/ 397682 h 812800"/>
              <a:gd name="connsiteX91" fmla="*/ 1326769 w 1327531"/>
              <a:gd name="connsiteY91" fmla="*/ 415118 h 812800"/>
              <a:gd name="connsiteX92" fmla="*/ 1317372 w 1327531"/>
              <a:gd name="connsiteY92" fmla="*/ 413487 h 812800"/>
              <a:gd name="connsiteX93" fmla="*/ 1315593 w 1327531"/>
              <a:gd name="connsiteY93" fmla="*/ 420357 h 812800"/>
              <a:gd name="connsiteX94" fmla="*/ 1309180 w 1327531"/>
              <a:gd name="connsiteY94" fmla="*/ 438137 h 812800"/>
              <a:gd name="connsiteX95" fmla="*/ 1318134 w 1327531"/>
              <a:gd name="connsiteY95" fmla="*/ 441363 h 812800"/>
              <a:gd name="connsiteX96" fmla="*/ 1305370 w 1327531"/>
              <a:gd name="connsiteY96" fmla="*/ 476923 h 812800"/>
              <a:gd name="connsiteX97" fmla="*/ 1296416 w 1327531"/>
              <a:gd name="connsiteY97" fmla="*/ 473697 h 812800"/>
              <a:gd name="connsiteX98" fmla="*/ 1283589 w 1327531"/>
              <a:gd name="connsiteY98" fmla="*/ 509257 h 812800"/>
              <a:gd name="connsiteX99" fmla="*/ 1292606 w 1327531"/>
              <a:gd name="connsiteY99" fmla="*/ 512483 h 812800"/>
              <a:gd name="connsiteX100" fmla="*/ 1279779 w 1327531"/>
              <a:gd name="connsiteY100" fmla="*/ 548043 h 812800"/>
              <a:gd name="connsiteX101" fmla="*/ 1270826 w 1327531"/>
              <a:gd name="connsiteY101" fmla="*/ 544817 h 812800"/>
              <a:gd name="connsiteX102" fmla="*/ 1258063 w 1327531"/>
              <a:gd name="connsiteY102" fmla="*/ 580377 h 812800"/>
              <a:gd name="connsiteX103" fmla="*/ 1267016 w 1327531"/>
              <a:gd name="connsiteY103" fmla="*/ 583603 h 812800"/>
              <a:gd name="connsiteX104" fmla="*/ 1254252 w 1327531"/>
              <a:gd name="connsiteY104" fmla="*/ 619163 h 812800"/>
              <a:gd name="connsiteX105" fmla="*/ 1245299 w 1327531"/>
              <a:gd name="connsiteY105" fmla="*/ 615937 h 812800"/>
              <a:gd name="connsiteX106" fmla="*/ 1232472 w 1327531"/>
              <a:gd name="connsiteY106" fmla="*/ 651497 h 812800"/>
              <a:gd name="connsiteX107" fmla="*/ 1241489 w 1327531"/>
              <a:gd name="connsiteY107" fmla="*/ 654723 h 812800"/>
              <a:gd name="connsiteX108" fmla="*/ 1228662 w 1327531"/>
              <a:gd name="connsiteY108" fmla="*/ 690283 h 812800"/>
              <a:gd name="connsiteX109" fmla="*/ 1219709 w 1327531"/>
              <a:gd name="connsiteY109" fmla="*/ 687057 h 812800"/>
              <a:gd name="connsiteX110" fmla="*/ 1206945 w 1327531"/>
              <a:gd name="connsiteY110" fmla="*/ 722617 h 812800"/>
              <a:gd name="connsiteX111" fmla="*/ 1215899 w 1327531"/>
              <a:gd name="connsiteY111" fmla="*/ 725843 h 812800"/>
              <a:gd name="connsiteX112" fmla="*/ 1203135 w 1327531"/>
              <a:gd name="connsiteY112" fmla="*/ 761403 h 812800"/>
              <a:gd name="connsiteX113" fmla="*/ 1194181 w 1327531"/>
              <a:gd name="connsiteY113" fmla="*/ 758177 h 812800"/>
              <a:gd name="connsiteX114" fmla="*/ 1187768 w 1327531"/>
              <a:gd name="connsiteY114" fmla="*/ 775957 h 812800"/>
              <a:gd name="connsiteX115" fmla="*/ 1181736 w 1327531"/>
              <a:gd name="connsiteY115" fmla="*/ 787025 h 812800"/>
              <a:gd name="connsiteX116" fmla="*/ 1189355 w 1327531"/>
              <a:gd name="connsiteY116" fmla="*/ 792804 h 812800"/>
              <a:gd name="connsiteX117" fmla="*/ 1164273 w 1327531"/>
              <a:gd name="connsiteY117" fmla="*/ 810438 h 812800"/>
              <a:gd name="connsiteX118" fmla="*/ 1161352 w 1327531"/>
              <a:gd name="connsiteY118" fmla="*/ 801357 h 812800"/>
              <a:gd name="connsiteX119" fmla="*/ 1148906 w 1327531"/>
              <a:gd name="connsiteY119" fmla="*/ 803275 h 812800"/>
              <a:gd name="connsiteX120" fmla="*/ 1129285 w 1327531"/>
              <a:gd name="connsiteY120" fmla="*/ 803275 h 812800"/>
              <a:gd name="connsiteX121" fmla="*/ 1129285 w 1327531"/>
              <a:gd name="connsiteY121" fmla="*/ 812800 h 812800"/>
              <a:gd name="connsiteX122" fmla="*/ 1090105 w 1327531"/>
              <a:gd name="connsiteY122" fmla="*/ 812800 h 812800"/>
              <a:gd name="connsiteX123" fmla="*/ 1090105 w 1327531"/>
              <a:gd name="connsiteY123" fmla="*/ 803275 h 812800"/>
              <a:gd name="connsiteX124" fmla="*/ 1050862 w 1327531"/>
              <a:gd name="connsiteY124" fmla="*/ 803275 h 812800"/>
              <a:gd name="connsiteX125" fmla="*/ 1050862 w 1327531"/>
              <a:gd name="connsiteY125" fmla="*/ 812800 h 812800"/>
              <a:gd name="connsiteX126" fmla="*/ 1011619 w 1327531"/>
              <a:gd name="connsiteY126" fmla="*/ 812800 h 812800"/>
              <a:gd name="connsiteX127" fmla="*/ 1011619 w 1327531"/>
              <a:gd name="connsiteY127" fmla="*/ 803275 h 812800"/>
              <a:gd name="connsiteX128" fmla="*/ 972376 w 1327531"/>
              <a:gd name="connsiteY128" fmla="*/ 803275 h 812800"/>
              <a:gd name="connsiteX129" fmla="*/ 972376 w 1327531"/>
              <a:gd name="connsiteY129" fmla="*/ 812800 h 812800"/>
              <a:gd name="connsiteX130" fmla="*/ 933133 w 1327531"/>
              <a:gd name="connsiteY130" fmla="*/ 812800 h 812800"/>
              <a:gd name="connsiteX131" fmla="*/ 933133 w 1327531"/>
              <a:gd name="connsiteY131" fmla="*/ 803275 h 812800"/>
              <a:gd name="connsiteX132" fmla="*/ 893890 w 1327531"/>
              <a:gd name="connsiteY132" fmla="*/ 803275 h 812800"/>
              <a:gd name="connsiteX133" fmla="*/ 893890 w 1327531"/>
              <a:gd name="connsiteY133" fmla="*/ 812800 h 812800"/>
              <a:gd name="connsiteX134" fmla="*/ 854711 w 1327531"/>
              <a:gd name="connsiteY134" fmla="*/ 812800 h 812800"/>
              <a:gd name="connsiteX135" fmla="*/ 854711 w 1327531"/>
              <a:gd name="connsiteY135" fmla="*/ 803275 h 812800"/>
              <a:gd name="connsiteX136" fmla="*/ 815467 w 1327531"/>
              <a:gd name="connsiteY136" fmla="*/ 803275 h 812800"/>
              <a:gd name="connsiteX137" fmla="*/ 815467 w 1327531"/>
              <a:gd name="connsiteY137" fmla="*/ 812800 h 812800"/>
              <a:gd name="connsiteX138" fmla="*/ 776225 w 1327531"/>
              <a:gd name="connsiteY138" fmla="*/ 812800 h 812800"/>
              <a:gd name="connsiteX139" fmla="*/ 776225 w 1327531"/>
              <a:gd name="connsiteY139" fmla="*/ 803275 h 812800"/>
              <a:gd name="connsiteX140" fmla="*/ 736981 w 1327531"/>
              <a:gd name="connsiteY140" fmla="*/ 803275 h 812800"/>
              <a:gd name="connsiteX141" fmla="*/ 736981 w 1327531"/>
              <a:gd name="connsiteY141" fmla="*/ 812800 h 812800"/>
              <a:gd name="connsiteX142" fmla="*/ 697738 w 1327531"/>
              <a:gd name="connsiteY142" fmla="*/ 812800 h 812800"/>
              <a:gd name="connsiteX143" fmla="*/ 697738 w 1327531"/>
              <a:gd name="connsiteY143" fmla="*/ 803275 h 812800"/>
              <a:gd name="connsiteX144" fmla="*/ 658495 w 1327531"/>
              <a:gd name="connsiteY144" fmla="*/ 803275 h 812800"/>
              <a:gd name="connsiteX145" fmla="*/ 658495 w 1327531"/>
              <a:gd name="connsiteY145" fmla="*/ 812800 h 812800"/>
              <a:gd name="connsiteX146" fmla="*/ 619252 w 1327531"/>
              <a:gd name="connsiteY146" fmla="*/ 812800 h 812800"/>
              <a:gd name="connsiteX147" fmla="*/ 619252 w 1327531"/>
              <a:gd name="connsiteY147" fmla="*/ 803275 h 812800"/>
              <a:gd name="connsiteX148" fmla="*/ 580073 w 1327531"/>
              <a:gd name="connsiteY148" fmla="*/ 803275 h 812800"/>
              <a:gd name="connsiteX149" fmla="*/ 580073 w 1327531"/>
              <a:gd name="connsiteY149" fmla="*/ 812800 h 812800"/>
              <a:gd name="connsiteX150" fmla="*/ 540830 w 1327531"/>
              <a:gd name="connsiteY150" fmla="*/ 812800 h 812800"/>
              <a:gd name="connsiteX151" fmla="*/ 540830 w 1327531"/>
              <a:gd name="connsiteY151" fmla="*/ 803275 h 812800"/>
              <a:gd name="connsiteX152" fmla="*/ 501587 w 1327531"/>
              <a:gd name="connsiteY152" fmla="*/ 803275 h 812800"/>
              <a:gd name="connsiteX153" fmla="*/ 501587 w 1327531"/>
              <a:gd name="connsiteY153" fmla="*/ 812800 h 812800"/>
              <a:gd name="connsiteX154" fmla="*/ 462344 w 1327531"/>
              <a:gd name="connsiteY154" fmla="*/ 812800 h 812800"/>
              <a:gd name="connsiteX155" fmla="*/ 462344 w 1327531"/>
              <a:gd name="connsiteY155" fmla="*/ 803275 h 812800"/>
              <a:gd name="connsiteX156" fmla="*/ 423101 w 1327531"/>
              <a:gd name="connsiteY156" fmla="*/ 803275 h 812800"/>
              <a:gd name="connsiteX157" fmla="*/ 423101 w 1327531"/>
              <a:gd name="connsiteY157" fmla="*/ 812800 h 812800"/>
              <a:gd name="connsiteX158" fmla="*/ 383858 w 1327531"/>
              <a:gd name="connsiteY158" fmla="*/ 812800 h 812800"/>
              <a:gd name="connsiteX159" fmla="*/ 383858 w 1327531"/>
              <a:gd name="connsiteY159" fmla="*/ 803275 h 812800"/>
              <a:gd name="connsiteX160" fmla="*/ 344615 w 1327531"/>
              <a:gd name="connsiteY160" fmla="*/ 803275 h 812800"/>
              <a:gd name="connsiteX161" fmla="*/ 344615 w 1327531"/>
              <a:gd name="connsiteY161" fmla="*/ 812800 h 812800"/>
              <a:gd name="connsiteX162" fmla="*/ 305436 w 1327531"/>
              <a:gd name="connsiteY162" fmla="*/ 812800 h 812800"/>
              <a:gd name="connsiteX163" fmla="*/ 305436 w 1327531"/>
              <a:gd name="connsiteY163" fmla="*/ 803275 h 812800"/>
              <a:gd name="connsiteX164" fmla="*/ 266192 w 1327531"/>
              <a:gd name="connsiteY164" fmla="*/ 803275 h 812800"/>
              <a:gd name="connsiteX165" fmla="*/ 266192 w 1327531"/>
              <a:gd name="connsiteY165" fmla="*/ 812800 h 812800"/>
              <a:gd name="connsiteX166" fmla="*/ 226950 w 1327531"/>
              <a:gd name="connsiteY166" fmla="*/ 812800 h 812800"/>
              <a:gd name="connsiteX167" fmla="*/ 226950 w 1327531"/>
              <a:gd name="connsiteY167" fmla="*/ 803275 h 812800"/>
              <a:gd name="connsiteX168" fmla="*/ 187706 w 1327531"/>
              <a:gd name="connsiteY168" fmla="*/ 803275 h 812800"/>
              <a:gd name="connsiteX169" fmla="*/ 187706 w 1327531"/>
              <a:gd name="connsiteY169" fmla="*/ 812800 h 812800"/>
              <a:gd name="connsiteX170" fmla="*/ 148463 w 1327531"/>
              <a:gd name="connsiteY170" fmla="*/ 812800 h 812800"/>
              <a:gd name="connsiteX171" fmla="*/ 148463 w 1327531"/>
              <a:gd name="connsiteY171" fmla="*/ 803275 h 812800"/>
              <a:gd name="connsiteX172" fmla="*/ 109220 w 1327531"/>
              <a:gd name="connsiteY172" fmla="*/ 803275 h 812800"/>
              <a:gd name="connsiteX173" fmla="*/ 109220 w 1327531"/>
              <a:gd name="connsiteY173" fmla="*/ 812800 h 812800"/>
              <a:gd name="connsiteX174" fmla="*/ 70041 w 1327531"/>
              <a:gd name="connsiteY174" fmla="*/ 812800 h 812800"/>
              <a:gd name="connsiteX175" fmla="*/ 70041 w 1327531"/>
              <a:gd name="connsiteY175" fmla="*/ 803275 h 812800"/>
              <a:gd name="connsiteX176" fmla="*/ 50419 w 1327531"/>
              <a:gd name="connsiteY176" fmla="*/ 803275 h 812800"/>
              <a:gd name="connsiteX177" fmla="*/ 31369 w 1327531"/>
              <a:gd name="connsiteY177" fmla="*/ 798678 h 812800"/>
              <a:gd name="connsiteX178" fmla="*/ 26988 w 1327531"/>
              <a:gd name="connsiteY178" fmla="*/ 807123 h 812800"/>
              <a:gd name="connsiteX179" fmla="*/ 0 w 1327531"/>
              <a:gd name="connsiteY179" fmla="*/ 768788 h 812800"/>
              <a:gd name="connsiteX180" fmla="*/ 9462 w 1327531"/>
              <a:gd name="connsiteY180" fmla="*/ 767506 h 812800"/>
              <a:gd name="connsiteX181" fmla="*/ 11557 w 1327531"/>
              <a:gd name="connsiteY181" fmla="*/ 748043 h 812800"/>
              <a:gd name="connsiteX182" fmla="*/ 18797 w 1327531"/>
              <a:gd name="connsiteY182" fmla="*/ 727964 h 812800"/>
              <a:gd name="connsiteX183" fmla="*/ 9779 w 1327531"/>
              <a:gd name="connsiteY183" fmla="*/ 724745 h 812800"/>
              <a:gd name="connsiteX184" fmla="*/ 24257 w 1327531"/>
              <a:gd name="connsiteY184" fmla="*/ 684587 h 812800"/>
              <a:gd name="connsiteX185" fmla="*/ 33211 w 1327531"/>
              <a:gd name="connsiteY185" fmla="*/ 687806 h 812800"/>
              <a:gd name="connsiteX186" fmla="*/ 47625 w 1327531"/>
              <a:gd name="connsiteY186" fmla="*/ 647655 h 812800"/>
              <a:gd name="connsiteX187" fmla="*/ 38672 w 1327531"/>
              <a:gd name="connsiteY187" fmla="*/ 644430 h 812800"/>
              <a:gd name="connsiteX188" fmla="*/ 53087 w 1327531"/>
              <a:gd name="connsiteY188" fmla="*/ 604279 h 812800"/>
              <a:gd name="connsiteX189" fmla="*/ 62040 w 1327531"/>
              <a:gd name="connsiteY189" fmla="*/ 607498 h 812800"/>
              <a:gd name="connsiteX190" fmla="*/ 76518 w 1327531"/>
              <a:gd name="connsiteY190" fmla="*/ 567341 h 812800"/>
              <a:gd name="connsiteX191" fmla="*/ 67501 w 1327531"/>
              <a:gd name="connsiteY191" fmla="*/ 564121 h 812800"/>
              <a:gd name="connsiteX192" fmla="*/ 81979 w 1327531"/>
              <a:gd name="connsiteY192" fmla="*/ 523970 h 812800"/>
              <a:gd name="connsiteX193" fmla="*/ 90932 w 1327531"/>
              <a:gd name="connsiteY193" fmla="*/ 527190 h 812800"/>
              <a:gd name="connsiteX194" fmla="*/ 105347 w 1327531"/>
              <a:gd name="connsiteY194" fmla="*/ 487032 h 812800"/>
              <a:gd name="connsiteX195" fmla="*/ 96393 w 1327531"/>
              <a:gd name="connsiteY195" fmla="*/ 483813 h 812800"/>
              <a:gd name="connsiteX196" fmla="*/ 110808 w 1327531"/>
              <a:gd name="connsiteY196" fmla="*/ 443655 h 812800"/>
              <a:gd name="connsiteX197" fmla="*/ 119762 w 1327531"/>
              <a:gd name="connsiteY197" fmla="*/ 446881 h 812800"/>
              <a:gd name="connsiteX198" fmla="*/ 127000 w 1327531"/>
              <a:gd name="connsiteY198" fmla="*/ 426803 h 812800"/>
              <a:gd name="connsiteX199" fmla="*/ 129667 w 1327531"/>
              <a:gd name="connsiteY199" fmla="*/ 416757 h 812800"/>
              <a:gd name="connsiteX200" fmla="*/ 120269 w 1327531"/>
              <a:gd name="connsiteY200" fmla="*/ 415118 h 812800"/>
              <a:gd name="connsiteX201" fmla="*/ 120269 w 1327531"/>
              <a:gd name="connsiteY201" fmla="*/ 397682 h 812800"/>
              <a:gd name="connsiteX202" fmla="*/ 129667 w 1327531"/>
              <a:gd name="connsiteY202" fmla="*/ 396043 h 812800"/>
              <a:gd name="connsiteX203" fmla="*/ 127000 w 1327531"/>
              <a:gd name="connsiteY203" fmla="*/ 385997 h 812800"/>
              <a:gd name="connsiteX204" fmla="*/ 119762 w 1327531"/>
              <a:gd name="connsiteY204" fmla="*/ 365919 h 812800"/>
              <a:gd name="connsiteX205" fmla="*/ 110808 w 1327531"/>
              <a:gd name="connsiteY205" fmla="*/ 369145 h 812800"/>
              <a:gd name="connsiteX206" fmla="*/ 96393 w 1327531"/>
              <a:gd name="connsiteY206" fmla="*/ 328987 h 812800"/>
              <a:gd name="connsiteX207" fmla="*/ 105347 w 1327531"/>
              <a:gd name="connsiteY207" fmla="*/ 325768 h 812800"/>
              <a:gd name="connsiteX208" fmla="*/ 90932 w 1327531"/>
              <a:gd name="connsiteY208" fmla="*/ 285610 h 812800"/>
              <a:gd name="connsiteX209" fmla="*/ 81979 w 1327531"/>
              <a:gd name="connsiteY209" fmla="*/ 288830 h 812800"/>
              <a:gd name="connsiteX210" fmla="*/ 67501 w 1327531"/>
              <a:gd name="connsiteY210" fmla="*/ 248679 h 812800"/>
              <a:gd name="connsiteX211" fmla="*/ 76518 w 1327531"/>
              <a:gd name="connsiteY211" fmla="*/ 245459 h 812800"/>
              <a:gd name="connsiteX212" fmla="*/ 62040 w 1327531"/>
              <a:gd name="connsiteY212" fmla="*/ 205302 h 812800"/>
              <a:gd name="connsiteX213" fmla="*/ 53087 w 1327531"/>
              <a:gd name="connsiteY213" fmla="*/ 208521 h 812800"/>
              <a:gd name="connsiteX214" fmla="*/ 38672 w 1327531"/>
              <a:gd name="connsiteY214" fmla="*/ 168370 h 812800"/>
              <a:gd name="connsiteX215" fmla="*/ 47625 w 1327531"/>
              <a:gd name="connsiteY215" fmla="*/ 165145 h 812800"/>
              <a:gd name="connsiteX216" fmla="*/ 33211 w 1327531"/>
              <a:gd name="connsiteY216" fmla="*/ 124994 h 812800"/>
              <a:gd name="connsiteX217" fmla="*/ 24257 w 1327531"/>
              <a:gd name="connsiteY217" fmla="*/ 128213 h 812800"/>
              <a:gd name="connsiteX218" fmla="*/ 9779 w 1327531"/>
              <a:gd name="connsiteY218" fmla="*/ 88055 h 812800"/>
              <a:gd name="connsiteX219" fmla="*/ 18797 w 1327531"/>
              <a:gd name="connsiteY219" fmla="*/ 84836 h 812800"/>
              <a:gd name="connsiteX220" fmla="*/ 11557 w 1327531"/>
              <a:gd name="connsiteY220" fmla="*/ 64757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1327531" h="812800">
                <a:moveTo>
                  <a:pt x="11557" y="64757"/>
                </a:moveTo>
                <a:cubicBezTo>
                  <a:pt x="9208" y="58166"/>
                  <a:pt x="8573" y="51543"/>
                  <a:pt x="9462" y="45295"/>
                </a:cubicBezTo>
                <a:lnTo>
                  <a:pt x="0" y="44012"/>
                </a:lnTo>
                <a:cubicBezTo>
                  <a:pt x="2223" y="27705"/>
                  <a:pt x="12383" y="13278"/>
                  <a:pt x="26988" y="5677"/>
                </a:cubicBezTo>
                <a:lnTo>
                  <a:pt x="31369" y="14122"/>
                </a:lnTo>
                <a:cubicBezTo>
                  <a:pt x="36957" y="11214"/>
                  <a:pt x="43371" y="9525"/>
                  <a:pt x="50419" y="9525"/>
                </a:cubicBezTo>
                <a:lnTo>
                  <a:pt x="70041" y="9525"/>
                </a:lnTo>
                <a:lnTo>
                  <a:pt x="70041" y="0"/>
                </a:lnTo>
                <a:lnTo>
                  <a:pt x="109220" y="0"/>
                </a:lnTo>
                <a:lnTo>
                  <a:pt x="109220" y="9525"/>
                </a:lnTo>
                <a:lnTo>
                  <a:pt x="148463" y="9525"/>
                </a:lnTo>
                <a:lnTo>
                  <a:pt x="148463" y="0"/>
                </a:lnTo>
                <a:lnTo>
                  <a:pt x="187706" y="0"/>
                </a:lnTo>
                <a:lnTo>
                  <a:pt x="187706" y="9525"/>
                </a:lnTo>
                <a:lnTo>
                  <a:pt x="226950" y="9525"/>
                </a:lnTo>
                <a:lnTo>
                  <a:pt x="226950" y="0"/>
                </a:lnTo>
                <a:lnTo>
                  <a:pt x="266192" y="0"/>
                </a:lnTo>
                <a:lnTo>
                  <a:pt x="266192" y="9525"/>
                </a:lnTo>
                <a:lnTo>
                  <a:pt x="305436" y="9525"/>
                </a:lnTo>
                <a:lnTo>
                  <a:pt x="305436" y="0"/>
                </a:lnTo>
                <a:lnTo>
                  <a:pt x="344615" y="0"/>
                </a:lnTo>
                <a:lnTo>
                  <a:pt x="344615" y="9525"/>
                </a:lnTo>
                <a:lnTo>
                  <a:pt x="383858" y="9525"/>
                </a:lnTo>
                <a:lnTo>
                  <a:pt x="383858" y="0"/>
                </a:lnTo>
                <a:lnTo>
                  <a:pt x="423101" y="0"/>
                </a:lnTo>
                <a:lnTo>
                  <a:pt x="423101" y="9525"/>
                </a:lnTo>
                <a:lnTo>
                  <a:pt x="462344" y="9525"/>
                </a:lnTo>
                <a:lnTo>
                  <a:pt x="462344" y="0"/>
                </a:lnTo>
                <a:lnTo>
                  <a:pt x="501587" y="0"/>
                </a:lnTo>
                <a:lnTo>
                  <a:pt x="501587" y="9525"/>
                </a:lnTo>
                <a:lnTo>
                  <a:pt x="540830" y="9525"/>
                </a:lnTo>
                <a:lnTo>
                  <a:pt x="540830" y="0"/>
                </a:lnTo>
                <a:lnTo>
                  <a:pt x="580073" y="0"/>
                </a:lnTo>
                <a:lnTo>
                  <a:pt x="580073" y="9525"/>
                </a:lnTo>
                <a:lnTo>
                  <a:pt x="619252" y="9525"/>
                </a:lnTo>
                <a:lnTo>
                  <a:pt x="619252" y="0"/>
                </a:lnTo>
                <a:lnTo>
                  <a:pt x="658495" y="0"/>
                </a:lnTo>
                <a:lnTo>
                  <a:pt x="658495" y="9525"/>
                </a:lnTo>
                <a:lnTo>
                  <a:pt x="697738" y="9525"/>
                </a:lnTo>
                <a:lnTo>
                  <a:pt x="697738" y="0"/>
                </a:lnTo>
                <a:lnTo>
                  <a:pt x="736981" y="0"/>
                </a:lnTo>
                <a:lnTo>
                  <a:pt x="736981" y="9525"/>
                </a:lnTo>
                <a:lnTo>
                  <a:pt x="776225" y="9525"/>
                </a:lnTo>
                <a:lnTo>
                  <a:pt x="776225" y="0"/>
                </a:lnTo>
                <a:lnTo>
                  <a:pt x="815467" y="0"/>
                </a:lnTo>
                <a:lnTo>
                  <a:pt x="815467" y="9525"/>
                </a:lnTo>
                <a:lnTo>
                  <a:pt x="854711" y="9525"/>
                </a:lnTo>
                <a:lnTo>
                  <a:pt x="854711" y="0"/>
                </a:lnTo>
                <a:lnTo>
                  <a:pt x="893890" y="0"/>
                </a:lnTo>
                <a:lnTo>
                  <a:pt x="893890" y="9525"/>
                </a:lnTo>
                <a:lnTo>
                  <a:pt x="933133" y="9525"/>
                </a:lnTo>
                <a:lnTo>
                  <a:pt x="933133" y="0"/>
                </a:lnTo>
                <a:lnTo>
                  <a:pt x="972376" y="0"/>
                </a:lnTo>
                <a:lnTo>
                  <a:pt x="972376" y="9525"/>
                </a:lnTo>
                <a:lnTo>
                  <a:pt x="1011619" y="9525"/>
                </a:lnTo>
                <a:lnTo>
                  <a:pt x="1011619" y="0"/>
                </a:lnTo>
                <a:lnTo>
                  <a:pt x="1050862" y="0"/>
                </a:lnTo>
                <a:lnTo>
                  <a:pt x="1050862" y="9525"/>
                </a:lnTo>
                <a:lnTo>
                  <a:pt x="1090105" y="9525"/>
                </a:lnTo>
                <a:lnTo>
                  <a:pt x="1090105" y="0"/>
                </a:lnTo>
                <a:lnTo>
                  <a:pt x="1129285" y="0"/>
                </a:lnTo>
                <a:lnTo>
                  <a:pt x="1129285" y="9525"/>
                </a:lnTo>
                <a:lnTo>
                  <a:pt x="1148906" y="9525"/>
                </a:lnTo>
                <a:cubicBezTo>
                  <a:pt x="1153224" y="9525"/>
                  <a:pt x="1157415" y="10192"/>
                  <a:pt x="1161352" y="11443"/>
                </a:cubicBezTo>
                <a:lnTo>
                  <a:pt x="1164273" y="2362"/>
                </a:lnTo>
                <a:cubicBezTo>
                  <a:pt x="1174242" y="5518"/>
                  <a:pt x="1183005" y="11684"/>
                  <a:pt x="1189355" y="19996"/>
                </a:cubicBezTo>
                <a:lnTo>
                  <a:pt x="1181736" y="25775"/>
                </a:lnTo>
                <a:cubicBezTo>
                  <a:pt x="1184275" y="29070"/>
                  <a:pt x="1186307" y="32785"/>
                  <a:pt x="1187768" y="36843"/>
                </a:cubicBezTo>
                <a:lnTo>
                  <a:pt x="1194181" y="54623"/>
                </a:lnTo>
                <a:lnTo>
                  <a:pt x="1203135" y="51397"/>
                </a:lnTo>
                <a:lnTo>
                  <a:pt x="1215899" y="86957"/>
                </a:lnTo>
                <a:lnTo>
                  <a:pt x="1206945" y="90183"/>
                </a:lnTo>
                <a:lnTo>
                  <a:pt x="1219709" y="125743"/>
                </a:lnTo>
                <a:lnTo>
                  <a:pt x="1228662" y="122517"/>
                </a:lnTo>
                <a:lnTo>
                  <a:pt x="1241489" y="158077"/>
                </a:lnTo>
                <a:lnTo>
                  <a:pt x="1232472" y="161303"/>
                </a:lnTo>
                <a:lnTo>
                  <a:pt x="1245299" y="196863"/>
                </a:lnTo>
                <a:lnTo>
                  <a:pt x="1254252" y="193637"/>
                </a:lnTo>
                <a:lnTo>
                  <a:pt x="1267016" y="229197"/>
                </a:lnTo>
                <a:lnTo>
                  <a:pt x="1258063" y="232423"/>
                </a:lnTo>
                <a:lnTo>
                  <a:pt x="1270826" y="267983"/>
                </a:lnTo>
                <a:lnTo>
                  <a:pt x="1279779" y="264757"/>
                </a:lnTo>
                <a:lnTo>
                  <a:pt x="1292606" y="300317"/>
                </a:lnTo>
                <a:lnTo>
                  <a:pt x="1283589" y="303543"/>
                </a:lnTo>
                <a:lnTo>
                  <a:pt x="1296416" y="339103"/>
                </a:lnTo>
                <a:lnTo>
                  <a:pt x="1305370" y="335877"/>
                </a:lnTo>
                <a:lnTo>
                  <a:pt x="1318134" y="371437"/>
                </a:lnTo>
                <a:lnTo>
                  <a:pt x="1309180" y="374663"/>
                </a:lnTo>
                <a:lnTo>
                  <a:pt x="1315593" y="392443"/>
                </a:lnTo>
                <a:cubicBezTo>
                  <a:pt x="1316355" y="394691"/>
                  <a:pt x="1316990" y="396989"/>
                  <a:pt x="1317372" y="399313"/>
                </a:cubicBezTo>
                <a:lnTo>
                  <a:pt x="1326769" y="397682"/>
                </a:lnTo>
                <a:cubicBezTo>
                  <a:pt x="1327786" y="403447"/>
                  <a:pt x="1327786" y="409353"/>
                  <a:pt x="1326769" y="415118"/>
                </a:cubicBezTo>
                <a:lnTo>
                  <a:pt x="1317372" y="413487"/>
                </a:lnTo>
                <a:cubicBezTo>
                  <a:pt x="1316990" y="415811"/>
                  <a:pt x="1316355" y="418109"/>
                  <a:pt x="1315593" y="420357"/>
                </a:cubicBezTo>
                <a:lnTo>
                  <a:pt x="1309180" y="438137"/>
                </a:lnTo>
                <a:lnTo>
                  <a:pt x="1318134" y="441363"/>
                </a:lnTo>
                <a:lnTo>
                  <a:pt x="1305370" y="476923"/>
                </a:lnTo>
                <a:lnTo>
                  <a:pt x="1296416" y="473697"/>
                </a:lnTo>
                <a:lnTo>
                  <a:pt x="1283589" y="509257"/>
                </a:lnTo>
                <a:lnTo>
                  <a:pt x="1292606" y="512483"/>
                </a:lnTo>
                <a:lnTo>
                  <a:pt x="1279779" y="548043"/>
                </a:lnTo>
                <a:lnTo>
                  <a:pt x="1270826" y="544817"/>
                </a:lnTo>
                <a:lnTo>
                  <a:pt x="1258063" y="580377"/>
                </a:lnTo>
                <a:lnTo>
                  <a:pt x="1267016" y="583603"/>
                </a:lnTo>
                <a:lnTo>
                  <a:pt x="1254252" y="619163"/>
                </a:lnTo>
                <a:lnTo>
                  <a:pt x="1245299" y="615937"/>
                </a:lnTo>
                <a:lnTo>
                  <a:pt x="1232472" y="651497"/>
                </a:lnTo>
                <a:lnTo>
                  <a:pt x="1241489" y="654723"/>
                </a:lnTo>
                <a:lnTo>
                  <a:pt x="1228662" y="690283"/>
                </a:lnTo>
                <a:lnTo>
                  <a:pt x="1219709" y="687057"/>
                </a:lnTo>
                <a:lnTo>
                  <a:pt x="1206945" y="722617"/>
                </a:lnTo>
                <a:lnTo>
                  <a:pt x="1215899" y="725843"/>
                </a:lnTo>
                <a:lnTo>
                  <a:pt x="1203135" y="761403"/>
                </a:lnTo>
                <a:lnTo>
                  <a:pt x="1194181" y="758177"/>
                </a:lnTo>
                <a:lnTo>
                  <a:pt x="1187768" y="775957"/>
                </a:lnTo>
                <a:cubicBezTo>
                  <a:pt x="1186307" y="780015"/>
                  <a:pt x="1184275" y="783730"/>
                  <a:pt x="1181736" y="787025"/>
                </a:cubicBezTo>
                <a:lnTo>
                  <a:pt x="1189355" y="792804"/>
                </a:lnTo>
                <a:cubicBezTo>
                  <a:pt x="1183005" y="801116"/>
                  <a:pt x="1174242" y="807282"/>
                  <a:pt x="1164273" y="810438"/>
                </a:cubicBezTo>
                <a:lnTo>
                  <a:pt x="1161352" y="801357"/>
                </a:lnTo>
                <a:cubicBezTo>
                  <a:pt x="1157415" y="802608"/>
                  <a:pt x="1153224" y="803275"/>
                  <a:pt x="1148906" y="803275"/>
                </a:cubicBezTo>
                <a:lnTo>
                  <a:pt x="1129285" y="803275"/>
                </a:lnTo>
                <a:lnTo>
                  <a:pt x="1129285" y="812800"/>
                </a:lnTo>
                <a:lnTo>
                  <a:pt x="1090105" y="812800"/>
                </a:lnTo>
                <a:lnTo>
                  <a:pt x="1090105" y="803275"/>
                </a:lnTo>
                <a:lnTo>
                  <a:pt x="1050862" y="803275"/>
                </a:lnTo>
                <a:lnTo>
                  <a:pt x="1050862" y="812800"/>
                </a:lnTo>
                <a:lnTo>
                  <a:pt x="1011619" y="812800"/>
                </a:lnTo>
                <a:lnTo>
                  <a:pt x="1011619" y="803275"/>
                </a:lnTo>
                <a:lnTo>
                  <a:pt x="972376" y="803275"/>
                </a:lnTo>
                <a:lnTo>
                  <a:pt x="972376" y="812800"/>
                </a:lnTo>
                <a:lnTo>
                  <a:pt x="933133" y="812800"/>
                </a:lnTo>
                <a:lnTo>
                  <a:pt x="933133" y="803275"/>
                </a:lnTo>
                <a:lnTo>
                  <a:pt x="893890" y="803275"/>
                </a:lnTo>
                <a:lnTo>
                  <a:pt x="893890" y="812800"/>
                </a:lnTo>
                <a:lnTo>
                  <a:pt x="854711" y="812800"/>
                </a:lnTo>
                <a:lnTo>
                  <a:pt x="854711" y="803275"/>
                </a:lnTo>
                <a:lnTo>
                  <a:pt x="815467" y="803275"/>
                </a:lnTo>
                <a:lnTo>
                  <a:pt x="815467" y="812800"/>
                </a:lnTo>
                <a:lnTo>
                  <a:pt x="776225" y="812800"/>
                </a:lnTo>
                <a:lnTo>
                  <a:pt x="776225" y="803275"/>
                </a:lnTo>
                <a:lnTo>
                  <a:pt x="736981" y="803275"/>
                </a:lnTo>
                <a:lnTo>
                  <a:pt x="736981" y="812800"/>
                </a:lnTo>
                <a:lnTo>
                  <a:pt x="697738" y="812800"/>
                </a:lnTo>
                <a:lnTo>
                  <a:pt x="697738" y="803275"/>
                </a:lnTo>
                <a:lnTo>
                  <a:pt x="658495" y="803275"/>
                </a:lnTo>
                <a:lnTo>
                  <a:pt x="658495" y="812800"/>
                </a:lnTo>
                <a:lnTo>
                  <a:pt x="619252" y="812800"/>
                </a:lnTo>
                <a:lnTo>
                  <a:pt x="619252" y="803275"/>
                </a:lnTo>
                <a:lnTo>
                  <a:pt x="580073" y="803275"/>
                </a:lnTo>
                <a:lnTo>
                  <a:pt x="580073" y="812800"/>
                </a:lnTo>
                <a:lnTo>
                  <a:pt x="540830" y="812800"/>
                </a:lnTo>
                <a:lnTo>
                  <a:pt x="540830" y="803275"/>
                </a:lnTo>
                <a:lnTo>
                  <a:pt x="501587" y="803275"/>
                </a:lnTo>
                <a:lnTo>
                  <a:pt x="501587" y="812800"/>
                </a:lnTo>
                <a:lnTo>
                  <a:pt x="462344" y="812800"/>
                </a:lnTo>
                <a:lnTo>
                  <a:pt x="462344" y="803275"/>
                </a:lnTo>
                <a:lnTo>
                  <a:pt x="423101" y="803275"/>
                </a:lnTo>
                <a:lnTo>
                  <a:pt x="423101" y="812800"/>
                </a:lnTo>
                <a:lnTo>
                  <a:pt x="383858" y="812800"/>
                </a:lnTo>
                <a:lnTo>
                  <a:pt x="383858" y="803275"/>
                </a:lnTo>
                <a:lnTo>
                  <a:pt x="344615" y="803275"/>
                </a:lnTo>
                <a:lnTo>
                  <a:pt x="344615" y="812800"/>
                </a:lnTo>
                <a:lnTo>
                  <a:pt x="305436" y="812800"/>
                </a:lnTo>
                <a:lnTo>
                  <a:pt x="305436" y="803275"/>
                </a:lnTo>
                <a:lnTo>
                  <a:pt x="266192" y="803275"/>
                </a:lnTo>
                <a:lnTo>
                  <a:pt x="266192" y="812800"/>
                </a:lnTo>
                <a:lnTo>
                  <a:pt x="226950" y="812800"/>
                </a:lnTo>
                <a:lnTo>
                  <a:pt x="226950" y="803275"/>
                </a:lnTo>
                <a:lnTo>
                  <a:pt x="187706" y="803275"/>
                </a:lnTo>
                <a:lnTo>
                  <a:pt x="187706" y="812800"/>
                </a:lnTo>
                <a:lnTo>
                  <a:pt x="148463" y="812800"/>
                </a:lnTo>
                <a:lnTo>
                  <a:pt x="148463" y="803275"/>
                </a:lnTo>
                <a:lnTo>
                  <a:pt x="109220" y="803275"/>
                </a:lnTo>
                <a:lnTo>
                  <a:pt x="109220" y="812800"/>
                </a:lnTo>
                <a:lnTo>
                  <a:pt x="70041" y="812800"/>
                </a:lnTo>
                <a:lnTo>
                  <a:pt x="70041" y="803275"/>
                </a:lnTo>
                <a:lnTo>
                  <a:pt x="50419" y="803275"/>
                </a:lnTo>
                <a:cubicBezTo>
                  <a:pt x="43371" y="803275"/>
                  <a:pt x="36957" y="801586"/>
                  <a:pt x="31369" y="798678"/>
                </a:cubicBezTo>
                <a:lnTo>
                  <a:pt x="26988" y="807123"/>
                </a:lnTo>
                <a:cubicBezTo>
                  <a:pt x="12383" y="799522"/>
                  <a:pt x="2223" y="785095"/>
                  <a:pt x="0" y="768788"/>
                </a:cubicBezTo>
                <a:lnTo>
                  <a:pt x="9462" y="767506"/>
                </a:lnTo>
                <a:cubicBezTo>
                  <a:pt x="8573" y="761257"/>
                  <a:pt x="9208" y="754634"/>
                  <a:pt x="11557" y="748043"/>
                </a:cubicBezTo>
                <a:lnTo>
                  <a:pt x="18797" y="727964"/>
                </a:lnTo>
                <a:lnTo>
                  <a:pt x="9779" y="724745"/>
                </a:lnTo>
                <a:lnTo>
                  <a:pt x="24257" y="684587"/>
                </a:lnTo>
                <a:lnTo>
                  <a:pt x="33211" y="687806"/>
                </a:lnTo>
                <a:lnTo>
                  <a:pt x="47625" y="647655"/>
                </a:lnTo>
                <a:lnTo>
                  <a:pt x="38672" y="644430"/>
                </a:lnTo>
                <a:lnTo>
                  <a:pt x="53087" y="604279"/>
                </a:lnTo>
                <a:lnTo>
                  <a:pt x="62040" y="607498"/>
                </a:lnTo>
                <a:lnTo>
                  <a:pt x="76518" y="567341"/>
                </a:lnTo>
                <a:lnTo>
                  <a:pt x="67501" y="564121"/>
                </a:lnTo>
                <a:lnTo>
                  <a:pt x="81979" y="523970"/>
                </a:lnTo>
                <a:lnTo>
                  <a:pt x="90932" y="527190"/>
                </a:lnTo>
                <a:lnTo>
                  <a:pt x="105347" y="487032"/>
                </a:lnTo>
                <a:lnTo>
                  <a:pt x="96393" y="483813"/>
                </a:lnTo>
                <a:lnTo>
                  <a:pt x="110808" y="443655"/>
                </a:lnTo>
                <a:lnTo>
                  <a:pt x="119762" y="446881"/>
                </a:lnTo>
                <a:lnTo>
                  <a:pt x="127000" y="426803"/>
                </a:lnTo>
                <a:cubicBezTo>
                  <a:pt x="128207" y="423520"/>
                  <a:pt x="129032" y="420154"/>
                  <a:pt x="129667" y="416757"/>
                </a:cubicBezTo>
                <a:lnTo>
                  <a:pt x="120269" y="415118"/>
                </a:lnTo>
                <a:cubicBezTo>
                  <a:pt x="121286" y="409353"/>
                  <a:pt x="121286" y="403447"/>
                  <a:pt x="120269" y="397682"/>
                </a:cubicBezTo>
                <a:lnTo>
                  <a:pt x="129667" y="396043"/>
                </a:lnTo>
                <a:cubicBezTo>
                  <a:pt x="129032" y="392646"/>
                  <a:pt x="128207" y="389281"/>
                  <a:pt x="127000" y="385997"/>
                </a:cubicBezTo>
                <a:lnTo>
                  <a:pt x="119762" y="365919"/>
                </a:lnTo>
                <a:lnTo>
                  <a:pt x="110808" y="369145"/>
                </a:lnTo>
                <a:lnTo>
                  <a:pt x="96393" y="328987"/>
                </a:lnTo>
                <a:lnTo>
                  <a:pt x="105347" y="325768"/>
                </a:lnTo>
                <a:lnTo>
                  <a:pt x="90932" y="285610"/>
                </a:lnTo>
                <a:lnTo>
                  <a:pt x="81979" y="288830"/>
                </a:lnTo>
                <a:lnTo>
                  <a:pt x="67501" y="248679"/>
                </a:lnTo>
                <a:lnTo>
                  <a:pt x="76518" y="245459"/>
                </a:lnTo>
                <a:lnTo>
                  <a:pt x="62040" y="205302"/>
                </a:lnTo>
                <a:lnTo>
                  <a:pt x="53087" y="208521"/>
                </a:lnTo>
                <a:lnTo>
                  <a:pt x="38672" y="168370"/>
                </a:lnTo>
                <a:lnTo>
                  <a:pt x="47625" y="165145"/>
                </a:lnTo>
                <a:lnTo>
                  <a:pt x="33211" y="124994"/>
                </a:lnTo>
                <a:lnTo>
                  <a:pt x="24257" y="128213"/>
                </a:lnTo>
                <a:lnTo>
                  <a:pt x="9779" y="88055"/>
                </a:lnTo>
                <a:lnTo>
                  <a:pt x="18797" y="84836"/>
                </a:lnTo>
                <a:lnTo>
                  <a:pt x="11557" y="64757"/>
                </a:lnTo>
                <a:close/>
              </a:path>
            </a:pathLst>
          </a:custGeom>
          <a:solidFill>
            <a:schemeClr val="accent1">
              <a:lumMod val="40000"/>
              <a:lumOff val="60000"/>
              <a:alpha val="43000"/>
            </a:schemeClr>
          </a:solidFill>
          <a:ln w="1270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任意多边形: 形状 71">
            <a:extLst>
              <a:ext uri="{FF2B5EF4-FFF2-40B4-BE49-F238E27FC236}">
                <a16:creationId xmlns:a16="http://schemas.microsoft.com/office/drawing/2014/main" id="{2EE4DC3E-D774-5C8C-ABBB-27DF7F75A0F8}"/>
              </a:ext>
            </a:extLst>
          </p:cNvPr>
          <p:cNvSpPr/>
          <p:nvPr/>
        </p:nvSpPr>
        <p:spPr>
          <a:xfrm>
            <a:off x="9485248" y="3638550"/>
            <a:ext cx="1246251" cy="800100"/>
          </a:xfrm>
          <a:custGeom>
            <a:avLst/>
            <a:gdLst>
              <a:gd name="connsiteX0" fmla="*/ 12065 w 1246251"/>
              <a:gd name="connsiteY0" fmla="*/ 65761 h 800100"/>
              <a:gd name="connsiteX1" fmla="*/ 9461 w 1246251"/>
              <a:gd name="connsiteY1" fmla="*/ 46088 h 800100"/>
              <a:gd name="connsiteX2" fmla="*/ 0 w 1246251"/>
              <a:gd name="connsiteY2" fmla="*/ 44990 h 800100"/>
              <a:gd name="connsiteX3" fmla="*/ 26797 w 1246251"/>
              <a:gd name="connsiteY3" fmla="*/ 5823 h 800100"/>
              <a:gd name="connsiteX4" fmla="*/ 31242 w 1246251"/>
              <a:gd name="connsiteY4" fmla="*/ 14243 h 800100"/>
              <a:gd name="connsiteX5" fmla="*/ 50482 w 1246251"/>
              <a:gd name="connsiteY5" fmla="*/ 9525 h 800100"/>
              <a:gd name="connsiteX6" fmla="*/ 69596 w 1246251"/>
              <a:gd name="connsiteY6" fmla="*/ 9525 h 800100"/>
              <a:gd name="connsiteX7" fmla="*/ 69596 w 1246251"/>
              <a:gd name="connsiteY7" fmla="*/ 0 h 800100"/>
              <a:gd name="connsiteX8" fmla="*/ 107759 w 1246251"/>
              <a:gd name="connsiteY8" fmla="*/ 0 h 800100"/>
              <a:gd name="connsiteX9" fmla="*/ 107759 w 1246251"/>
              <a:gd name="connsiteY9" fmla="*/ 9525 h 800100"/>
              <a:gd name="connsiteX10" fmla="*/ 145923 w 1246251"/>
              <a:gd name="connsiteY10" fmla="*/ 9525 h 800100"/>
              <a:gd name="connsiteX11" fmla="*/ 145923 w 1246251"/>
              <a:gd name="connsiteY11" fmla="*/ 0 h 800100"/>
              <a:gd name="connsiteX12" fmla="*/ 184086 w 1246251"/>
              <a:gd name="connsiteY12" fmla="*/ 0 h 800100"/>
              <a:gd name="connsiteX13" fmla="*/ 184086 w 1246251"/>
              <a:gd name="connsiteY13" fmla="*/ 9525 h 800100"/>
              <a:gd name="connsiteX14" fmla="*/ 222250 w 1246251"/>
              <a:gd name="connsiteY14" fmla="*/ 9525 h 800100"/>
              <a:gd name="connsiteX15" fmla="*/ 222250 w 1246251"/>
              <a:gd name="connsiteY15" fmla="*/ 0 h 800100"/>
              <a:gd name="connsiteX16" fmla="*/ 260414 w 1246251"/>
              <a:gd name="connsiteY16" fmla="*/ 0 h 800100"/>
              <a:gd name="connsiteX17" fmla="*/ 260414 w 1246251"/>
              <a:gd name="connsiteY17" fmla="*/ 9525 h 800100"/>
              <a:gd name="connsiteX18" fmla="*/ 298577 w 1246251"/>
              <a:gd name="connsiteY18" fmla="*/ 9525 h 800100"/>
              <a:gd name="connsiteX19" fmla="*/ 298577 w 1246251"/>
              <a:gd name="connsiteY19" fmla="*/ 0 h 800100"/>
              <a:gd name="connsiteX20" fmla="*/ 336741 w 1246251"/>
              <a:gd name="connsiteY20" fmla="*/ 0 h 800100"/>
              <a:gd name="connsiteX21" fmla="*/ 336741 w 1246251"/>
              <a:gd name="connsiteY21" fmla="*/ 9525 h 800100"/>
              <a:gd name="connsiteX22" fmla="*/ 374904 w 1246251"/>
              <a:gd name="connsiteY22" fmla="*/ 9525 h 800100"/>
              <a:gd name="connsiteX23" fmla="*/ 374904 w 1246251"/>
              <a:gd name="connsiteY23" fmla="*/ 0 h 800100"/>
              <a:gd name="connsiteX24" fmla="*/ 413068 w 1246251"/>
              <a:gd name="connsiteY24" fmla="*/ 0 h 800100"/>
              <a:gd name="connsiteX25" fmla="*/ 413068 w 1246251"/>
              <a:gd name="connsiteY25" fmla="*/ 9525 h 800100"/>
              <a:gd name="connsiteX26" fmla="*/ 451231 w 1246251"/>
              <a:gd name="connsiteY26" fmla="*/ 9525 h 800100"/>
              <a:gd name="connsiteX27" fmla="*/ 451231 w 1246251"/>
              <a:gd name="connsiteY27" fmla="*/ 0 h 800100"/>
              <a:gd name="connsiteX28" fmla="*/ 489395 w 1246251"/>
              <a:gd name="connsiteY28" fmla="*/ 0 h 800100"/>
              <a:gd name="connsiteX29" fmla="*/ 489395 w 1246251"/>
              <a:gd name="connsiteY29" fmla="*/ 9525 h 800100"/>
              <a:gd name="connsiteX30" fmla="*/ 527558 w 1246251"/>
              <a:gd name="connsiteY30" fmla="*/ 9525 h 800100"/>
              <a:gd name="connsiteX31" fmla="*/ 527558 w 1246251"/>
              <a:gd name="connsiteY31" fmla="*/ 0 h 800100"/>
              <a:gd name="connsiteX32" fmla="*/ 565721 w 1246251"/>
              <a:gd name="connsiteY32" fmla="*/ 0 h 800100"/>
              <a:gd name="connsiteX33" fmla="*/ 565721 w 1246251"/>
              <a:gd name="connsiteY33" fmla="*/ 9525 h 800100"/>
              <a:gd name="connsiteX34" fmla="*/ 603885 w 1246251"/>
              <a:gd name="connsiteY34" fmla="*/ 9525 h 800100"/>
              <a:gd name="connsiteX35" fmla="*/ 603885 w 1246251"/>
              <a:gd name="connsiteY35" fmla="*/ 0 h 800100"/>
              <a:gd name="connsiteX36" fmla="*/ 642048 w 1246251"/>
              <a:gd name="connsiteY36" fmla="*/ 0 h 800100"/>
              <a:gd name="connsiteX37" fmla="*/ 642048 w 1246251"/>
              <a:gd name="connsiteY37" fmla="*/ 9525 h 800100"/>
              <a:gd name="connsiteX38" fmla="*/ 680212 w 1246251"/>
              <a:gd name="connsiteY38" fmla="*/ 9525 h 800100"/>
              <a:gd name="connsiteX39" fmla="*/ 680212 w 1246251"/>
              <a:gd name="connsiteY39" fmla="*/ 0 h 800100"/>
              <a:gd name="connsiteX40" fmla="*/ 718376 w 1246251"/>
              <a:gd name="connsiteY40" fmla="*/ 0 h 800100"/>
              <a:gd name="connsiteX41" fmla="*/ 718376 w 1246251"/>
              <a:gd name="connsiteY41" fmla="*/ 9525 h 800100"/>
              <a:gd name="connsiteX42" fmla="*/ 756539 w 1246251"/>
              <a:gd name="connsiteY42" fmla="*/ 9525 h 800100"/>
              <a:gd name="connsiteX43" fmla="*/ 756539 w 1246251"/>
              <a:gd name="connsiteY43" fmla="*/ 0 h 800100"/>
              <a:gd name="connsiteX44" fmla="*/ 794703 w 1246251"/>
              <a:gd name="connsiteY44" fmla="*/ 0 h 800100"/>
              <a:gd name="connsiteX45" fmla="*/ 794703 w 1246251"/>
              <a:gd name="connsiteY45" fmla="*/ 9525 h 800100"/>
              <a:gd name="connsiteX46" fmla="*/ 832866 w 1246251"/>
              <a:gd name="connsiteY46" fmla="*/ 9525 h 800100"/>
              <a:gd name="connsiteX47" fmla="*/ 832866 w 1246251"/>
              <a:gd name="connsiteY47" fmla="*/ 0 h 800100"/>
              <a:gd name="connsiteX48" fmla="*/ 871030 w 1246251"/>
              <a:gd name="connsiteY48" fmla="*/ 0 h 800100"/>
              <a:gd name="connsiteX49" fmla="*/ 871030 w 1246251"/>
              <a:gd name="connsiteY49" fmla="*/ 9525 h 800100"/>
              <a:gd name="connsiteX50" fmla="*/ 909193 w 1246251"/>
              <a:gd name="connsiteY50" fmla="*/ 9525 h 800100"/>
              <a:gd name="connsiteX51" fmla="*/ 909193 w 1246251"/>
              <a:gd name="connsiteY51" fmla="*/ 0 h 800100"/>
              <a:gd name="connsiteX52" fmla="*/ 947357 w 1246251"/>
              <a:gd name="connsiteY52" fmla="*/ 0 h 800100"/>
              <a:gd name="connsiteX53" fmla="*/ 947357 w 1246251"/>
              <a:gd name="connsiteY53" fmla="*/ 9525 h 800100"/>
              <a:gd name="connsiteX54" fmla="*/ 985520 w 1246251"/>
              <a:gd name="connsiteY54" fmla="*/ 9525 h 800100"/>
              <a:gd name="connsiteX55" fmla="*/ 985520 w 1246251"/>
              <a:gd name="connsiteY55" fmla="*/ 0 h 800100"/>
              <a:gd name="connsiteX56" fmla="*/ 1023683 w 1246251"/>
              <a:gd name="connsiteY56" fmla="*/ 0 h 800100"/>
              <a:gd name="connsiteX57" fmla="*/ 1023683 w 1246251"/>
              <a:gd name="connsiteY57" fmla="*/ 9525 h 800100"/>
              <a:gd name="connsiteX58" fmla="*/ 1061847 w 1246251"/>
              <a:gd name="connsiteY58" fmla="*/ 9525 h 800100"/>
              <a:gd name="connsiteX59" fmla="*/ 1061847 w 1246251"/>
              <a:gd name="connsiteY59" fmla="*/ 0 h 800100"/>
              <a:gd name="connsiteX60" fmla="*/ 1100010 w 1246251"/>
              <a:gd name="connsiteY60" fmla="*/ 0 h 800100"/>
              <a:gd name="connsiteX61" fmla="*/ 1100010 w 1246251"/>
              <a:gd name="connsiteY61" fmla="*/ 9525 h 800100"/>
              <a:gd name="connsiteX62" fmla="*/ 1138174 w 1246251"/>
              <a:gd name="connsiteY62" fmla="*/ 9525 h 800100"/>
              <a:gd name="connsiteX63" fmla="*/ 1138174 w 1246251"/>
              <a:gd name="connsiteY63" fmla="*/ 0 h 800100"/>
              <a:gd name="connsiteX64" fmla="*/ 1176338 w 1246251"/>
              <a:gd name="connsiteY64" fmla="*/ 0 h 800100"/>
              <a:gd name="connsiteX65" fmla="*/ 1176338 w 1246251"/>
              <a:gd name="connsiteY65" fmla="*/ 9525 h 800100"/>
              <a:gd name="connsiteX66" fmla="*/ 1195451 w 1246251"/>
              <a:gd name="connsiteY66" fmla="*/ 9525 h 800100"/>
              <a:gd name="connsiteX67" fmla="*/ 1211263 w 1246251"/>
              <a:gd name="connsiteY67" fmla="*/ 12655 h 800100"/>
              <a:gd name="connsiteX68" fmla="*/ 1214882 w 1246251"/>
              <a:gd name="connsiteY68" fmla="*/ 3854 h 800100"/>
              <a:gd name="connsiteX69" fmla="*/ 1242378 w 1246251"/>
              <a:gd name="connsiteY69" fmla="*/ 31356 h 800100"/>
              <a:gd name="connsiteX70" fmla="*/ 1233615 w 1246251"/>
              <a:gd name="connsiteY70" fmla="*/ 35001 h 800100"/>
              <a:gd name="connsiteX71" fmla="*/ 1236726 w 1246251"/>
              <a:gd name="connsiteY71" fmla="*/ 50800 h 800100"/>
              <a:gd name="connsiteX72" fmla="*/ 1236726 w 1246251"/>
              <a:gd name="connsiteY72" fmla="*/ 70206 h 800100"/>
              <a:gd name="connsiteX73" fmla="*/ 1246251 w 1246251"/>
              <a:gd name="connsiteY73" fmla="*/ 70206 h 800100"/>
              <a:gd name="connsiteX74" fmla="*/ 1246251 w 1246251"/>
              <a:gd name="connsiteY74" fmla="*/ 109010 h 800100"/>
              <a:gd name="connsiteX75" fmla="*/ 1236726 w 1246251"/>
              <a:gd name="connsiteY75" fmla="*/ 109010 h 800100"/>
              <a:gd name="connsiteX76" fmla="*/ 1236726 w 1246251"/>
              <a:gd name="connsiteY76" fmla="*/ 147815 h 800100"/>
              <a:gd name="connsiteX77" fmla="*/ 1246251 w 1246251"/>
              <a:gd name="connsiteY77" fmla="*/ 147815 h 800100"/>
              <a:gd name="connsiteX78" fmla="*/ 1246251 w 1246251"/>
              <a:gd name="connsiteY78" fmla="*/ 186620 h 800100"/>
              <a:gd name="connsiteX79" fmla="*/ 1236726 w 1246251"/>
              <a:gd name="connsiteY79" fmla="*/ 186620 h 800100"/>
              <a:gd name="connsiteX80" fmla="*/ 1236726 w 1246251"/>
              <a:gd name="connsiteY80" fmla="*/ 225425 h 800100"/>
              <a:gd name="connsiteX81" fmla="*/ 1246251 w 1246251"/>
              <a:gd name="connsiteY81" fmla="*/ 225425 h 800100"/>
              <a:gd name="connsiteX82" fmla="*/ 1246251 w 1246251"/>
              <a:gd name="connsiteY82" fmla="*/ 264230 h 800100"/>
              <a:gd name="connsiteX83" fmla="*/ 1236726 w 1246251"/>
              <a:gd name="connsiteY83" fmla="*/ 264230 h 800100"/>
              <a:gd name="connsiteX84" fmla="*/ 1236726 w 1246251"/>
              <a:gd name="connsiteY84" fmla="*/ 303035 h 800100"/>
              <a:gd name="connsiteX85" fmla="*/ 1246251 w 1246251"/>
              <a:gd name="connsiteY85" fmla="*/ 303035 h 800100"/>
              <a:gd name="connsiteX86" fmla="*/ 1246251 w 1246251"/>
              <a:gd name="connsiteY86" fmla="*/ 341840 h 800100"/>
              <a:gd name="connsiteX87" fmla="*/ 1236726 w 1246251"/>
              <a:gd name="connsiteY87" fmla="*/ 341840 h 800100"/>
              <a:gd name="connsiteX88" fmla="*/ 1236726 w 1246251"/>
              <a:gd name="connsiteY88" fmla="*/ 380644 h 800100"/>
              <a:gd name="connsiteX89" fmla="*/ 1246251 w 1246251"/>
              <a:gd name="connsiteY89" fmla="*/ 380644 h 800100"/>
              <a:gd name="connsiteX90" fmla="*/ 1246251 w 1246251"/>
              <a:gd name="connsiteY90" fmla="*/ 419456 h 800100"/>
              <a:gd name="connsiteX91" fmla="*/ 1236726 w 1246251"/>
              <a:gd name="connsiteY91" fmla="*/ 419456 h 800100"/>
              <a:gd name="connsiteX92" fmla="*/ 1236726 w 1246251"/>
              <a:gd name="connsiteY92" fmla="*/ 458260 h 800100"/>
              <a:gd name="connsiteX93" fmla="*/ 1246251 w 1246251"/>
              <a:gd name="connsiteY93" fmla="*/ 458260 h 800100"/>
              <a:gd name="connsiteX94" fmla="*/ 1246251 w 1246251"/>
              <a:gd name="connsiteY94" fmla="*/ 497065 h 800100"/>
              <a:gd name="connsiteX95" fmla="*/ 1236726 w 1246251"/>
              <a:gd name="connsiteY95" fmla="*/ 497065 h 800100"/>
              <a:gd name="connsiteX96" fmla="*/ 1236726 w 1246251"/>
              <a:gd name="connsiteY96" fmla="*/ 535870 h 800100"/>
              <a:gd name="connsiteX97" fmla="*/ 1246251 w 1246251"/>
              <a:gd name="connsiteY97" fmla="*/ 535870 h 800100"/>
              <a:gd name="connsiteX98" fmla="*/ 1246251 w 1246251"/>
              <a:gd name="connsiteY98" fmla="*/ 574675 h 800100"/>
              <a:gd name="connsiteX99" fmla="*/ 1236726 w 1246251"/>
              <a:gd name="connsiteY99" fmla="*/ 574675 h 800100"/>
              <a:gd name="connsiteX100" fmla="*/ 1236726 w 1246251"/>
              <a:gd name="connsiteY100" fmla="*/ 613480 h 800100"/>
              <a:gd name="connsiteX101" fmla="*/ 1246251 w 1246251"/>
              <a:gd name="connsiteY101" fmla="*/ 613480 h 800100"/>
              <a:gd name="connsiteX102" fmla="*/ 1246251 w 1246251"/>
              <a:gd name="connsiteY102" fmla="*/ 652285 h 800100"/>
              <a:gd name="connsiteX103" fmla="*/ 1236726 w 1246251"/>
              <a:gd name="connsiteY103" fmla="*/ 652285 h 800100"/>
              <a:gd name="connsiteX104" fmla="*/ 1236726 w 1246251"/>
              <a:gd name="connsiteY104" fmla="*/ 691090 h 800100"/>
              <a:gd name="connsiteX105" fmla="*/ 1246251 w 1246251"/>
              <a:gd name="connsiteY105" fmla="*/ 691090 h 800100"/>
              <a:gd name="connsiteX106" fmla="*/ 1246251 w 1246251"/>
              <a:gd name="connsiteY106" fmla="*/ 729894 h 800100"/>
              <a:gd name="connsiteX107" fmla="*/ 1236726 w 1246251"/>
              <a:gd name="connsiteY107" fmla="*/ 729894 h 800100"/>
              <a:gd name="connsiteX108" fmla="*/ 1236726 w 1246251"/>
              <a:gd name="connsiteY108" fmla="*/ 749300 h 800100"/>
              <a:gd name="connsiteX109" fmla="*/ 1233615 w 1246251"/>
              <a:gd name="connsiteY109" fmla="*/ 765099 h 800100"/>
              <a:gd name="connsiteX110" fmla="*/ 1242378 w 1246251"/>
              <a:gd name="connsiteY110" fmla="*/ 768744 h 800100"/>
              <a:gd name="connsiteX111" fmla="*/ 1214882 w 1246251"/>
              <a:gd name="connsiteY111" fmla="*/ 796246 h 800100"/>
              <a:gd name="connsiteX112" fmla="*/ 1211263 w 1246251"/>
              <a:gd name="connsiteY112" fmla="*/ 787445 h 800100"/>
              <a:gd name="connsiteX113" fmla="*/ 1195451 w 1246251"/>
              <a:gd name="connsiteY113" fmla="*/ 790575 h 800100"/>
              <a:gd name="connsiteX114" fmla="*/ 1176338 w 1246251"/>
              <a:gd name="connsiteY114" fmla="*/ 790575 h 800100"/>
              <a:gd name="connsiteX115" fmla="*/ 1176338 w 1246251"/>
              <a:gd name="connsiteY115" fmla="*/ 800100 h 800100"/>
              <a:gd name="connsiteX116" fmla="*/ 1138174 w 1246251"/>
              <a:gd name="connsiteY116" fmla="*/ 800100 h 800100"/>
              <a:gd name="connsiteX117" fmla="*/ 1138174 w 1246251"/>
              <a:gd name="connsiteY117" fmla="*/ 790575 h 800100"/>
              <a:gd name="connsiteX118" fmla="*/ 1100010 w 1246251"/>
              <a:gd name="connsiteY118" fmla="*/ 790575 h 800100"/>
              <a:gd name="connsiteX119" fmla="*/ 1100010 w 1246251"/>
              <a:gd name="connsiteY119" fmla="*/ 800100 h 800100"/>
              <a:gd name="connsiteX120" fmla="*/ 1061847 w 1246251"/>
              <a:gd name="connsiteY120" fmla="*/ 800100 h 800100"/>
              <a:gd name="connsiteX121" fmla="*/ 1061847 w 1246251"/>
              <a:gd name="connsiteY121" fmla="*/ 790575 h 800100"/>
              <a:gd name="connsiteX122" fmla="*/ 1023683 w 1246251"/>
              <a:gd name="connsiteY122" fmla="*/ 790575 h 800100"/>
              <a:gd name="connsiteX123" fmla="*/ 1023683 w 1246251"/>
              <a:gd name="connsiteY123" fmla="*/ 800100 h 800100"/>
              <a:gd name="connsiteX124" fmla="*/ 985520 w 1246251"/>
              <a:gd name="connsiteY124" fmla="*/ 800100 h 800100"/>
              <a:gd name="connsiteX125" fmla="*/ 985520 w 1246251"/>
              <a:gd name="connsiteY125" fmla="*/ 790575 h 800100"/>
              <a:gd name="connsiteX126" fmla="*/ 947357 w 1246251"/>
              <a:gd name="connsiteY126" fmla="*/ 790575 h 800100"/>
              <a:gd name="connsiteX127" fmla="*/ 947357 w 1246251"/>
              <a:gd name="connsiteY127" fmla="*/ 800100 h 800100"/>
              <a:gd name="connsiteX128" fmla="*/ 909193 w 1246251"/>
              <a:gd name="connsiteY128" fmla="*/ 800100 h 800100"/>
              <a:gd name="connsiteX129" fmla="*/ 909193 w 1246251"/>
              <a:gd name="connsiteY129" fmla="*/ 790575 h 800100"/>
              <a:gd name="connsiteX130" fmla="*/ 871030 w 1246251"/>
              <a:gd name="connsiteY130" fmla="*/ 790575 h 800100"/>
              <a:gd name="connsiteX131" fmla="*/ 871030 w 1246251"/>
              <a:gd name="connsiteY131" fmla="*/ 800100 h 800100"/>
              <a:gd name="connsiteX132" fmla="*/ 832866 w 1246251"/>
              <a:gd name="connsiteY132" fmla="*/ 800100 h 800100"/>
              <a:gd name="connsiteX133" fmla="*/ 832866 w 1246251"/>
              <a:gd name="connsiteY133" fmla="*/ 790575 h 800100"/>
              <a:gd name="connsiteX134" fmla="*/ 794703 w 1246251"/>
              <a:gd name="connsiteY134" fmla="*/ 790575 h 800100"/>
              <a:gd name="connsiteX135" fmla="*/ 794703 w 1246251"/>
              <a:gd name="connsiteY135" fmla="*/ 800100 h 800100"/>
              <a:gd name="connsiteX136" fmla="*/ 756539 w 1246251"/>
              <a:gd name="connsiteY136" fmla="*/ 800100 h 800100"/>
              <a:gd name="connsiteX137" fmla="*/ 756539 w 1246251"/>
              <a:gd name="connsiteY137" fmla="*/ 790575 h 800100"/>
              <a:gd name="connsiteX138" fmla="*/ 718376 w 1246251"/>
              <a:gd name="connsiteY138" fmla="*/ 790575 h 800100"/>
              <a:gd name="connsiteX139" fmla="*/ 718376 w 1246251"/>
              <a:gd name="connsiteY139" fmla="*/ 800100 h 800100"/>
              <a:gd name="connsiteX140" fmla="*/ 680212 w 1246251"/>
              <a:gd name="connsiteY140" fmla="*/ 800100 h 800100"/>
              <a:gd name="connsiteX141" fmla="*/ 680212 w 1246251"/>
              <a:gd name="connsiteY141" fmla="*/ 790575 h 800100"/>
              <a:gd name="connsiteX142" fmla="*/ 642048 w 1246251"/>
              <a:gd name="connsiteY142" fmla="*/ 790575 h 800100"/>
              <a:gd name="connsiteX143" fmla="*/ 642048 w 1246251"/>
              <a:gd name="connsiteY143" fmla="*/ 800100 h 800100"/>
              <a:gd name="connsiteX144" fmla="*/ 603885 w 1246251"/>
              <a:gd name="connsiteY144" fmla="*/ 800100 h 800100"/>
              <a:gd name="connsiteX145" fmla="*/ 603885 w 1246251"/>
              <a:gd name="connsiteY145" fmla="*/ 790575 h 800100"/>
              <a:gd name="connsiteX146" fmla="*/ 565721 w 1246251"/>
              <a:gd name="connsiteY146" fmla="*/ 790575 h 800100"/>
              <a:gd name="connsiteX147" fmla="*/ 565721 w 1246251"/>
              <a:gd name="connsiteY147" fmla="*/ 800100 h 800100"/>
              <a:gd name="connsiteX148" fmla="*/ 527558 w 1246251"/>
              <a:gd name="connsiteY148" fmla="*/ 800100 h 800100"/>
              <a:gd name="connsiteX149" fmla="*/ 527558 w 1246251"/>
              <a:gd name="connsiteY149" fmla="*/ 790575 h 800100"/>
              <a:gd name="connsiteX150" fmla="*/ 489395 w 1246251"/>
              <a:gd name="connsiteY150" fmla="*/ 790575 h 800100"/>
              <a:gd name="connsiteX151" fmla="*/ 489395 w 1246251"/>
              <a:gd name="connsiteY151" fmla="*/ 800100 h 800100"/>
              <a:gd name="connsiteX152" fmla="*/ 451231 w 1246251"/>
              <a:gd name="connsiteY152" fmla="*/ 800100 h 800100"/>
              <a:gd name="connsiteX153" fmla="*/ 451231 w 1246251"/>
              <a:gd name="connsiteY153" fmla="*/ 790575 h 800100"/>
              <a:gd name="connsiteX154" fmla="*/ 413068 w 1246251"/>
              <a:gd name="connsiteY154" fmla="*/ 790575 h 800100"/>
              <a:gd name="connsiteX155" fmla="*/ 413068 w 1246251"/>
              <a:gd name="connsiteY155" fmla="*/ 800100 h 800100"/>
              <a:gd name="connsiteX156" fmla="*/ 374904 w 1246251"/>
              <a:gd name="connsiteY156" fmla="*/ 800100 h 800100"/>
              <a:gd name="connsiteX157" fmla="*/ 374904 w 1246251"/>
              <a:gd name="connsiteY157" fmla="*/ 790575 h 800100"/>
              <a:gd name="connsiteX158" fmla="*/ 336741 w 1246251"/>
              <a:gd name="connsiteY158" fmla="*/ 790575 h 800100"/>
              <a:gd name="connsiteX159" fmla="*/ 336741 w 1246251"/>
              <a:gd name="connsiteY159" fmla="*/ 800100 h 800100"/>
              <a:gd name="connsiteX160" fmla="*/ 298577 w 1246251"/>
              <a:gd name="connsiteY160" fmla="*/ 800100 h 800100"/>
              <a:gd name="connsiteX161" fmla="*/ 298577 w 1246251"/>
              <a:gd name="connsiteY161" fmla="*/ 790575 h 800100"/>
              <a:gd name="connsiteX162" fmla="*/ 260414 w 1246251"/>
              <a:gd name="connsiteY162" fmla="*/ 790575 h 800100"/>
              <a:gd name="connsiteX163" fmla="*/ 260414 w 1246251"/>
              <a:gd name="connsiteY163" fmla="*/ 800100 h 800100"/>
              <a:gd name="connsiteX164" fmla="*/ 222250 w 1246251"/>
              <a:gd name="connsiteY164" fmla="*/ 800100 h 800100"/>
              <a:gd name="connsiteX165" fmla="*/ 222250 w 1246251"/>
              <a:gd name="connsiteY165" fmla="*/ 790575 h 800100"/>
              <a:gd name="connsiteX166" fmla="*/ 184086 w 1246251"/>
              <a:gd name="connsiteY166" fmla="*/ 790575 h 800100"/>
              <a:gd name="connsiteX167" fmla="*/ 184086 w 1246251"/>
              <a:gd name="connsiteY167" fmla="*/ 800100 h 800100"/>
              <a:gd name="connsiteX168" fmla="*/ 145923 w 1246251"/>
              <a:gd name="connsiteY168" fmla="*/ 800100 h 800100"/>
              <a:gd name="connsiteX169" fmla="*/ 145923 w 1246251"/>
              <a:gd name="connsiteY169" fmla="*/ 790575 h 800100"/>
              <a:gd name="connsiteX170" fmla="*/ 107759 w 1246251"/>
              <a:gd name="connsiteY170" fmla="*/ 790575 h 800100"/>
              <a:gd name="connsiteX171" fmla="*/ 107759 w 1246251"/>
              <a:gd name="connsiteY171" fmla="*/ 800100 h 800100"/>
              <a:gd name="connsiteX172" fmla="*/ 69596 w 1246251"/>
              <a:gd name="connsiteY172" fmla="*/ 800100 h 800100"/>
              <a:gd name="connsiteX173" fmla="*/ 69596 w 1246251"/>
              <a:gd name="connsiteY173" fmla="*/ 790575 h 800100"/>
              <a:gd name="connsiteX174" fmla="*/ 50482 w 1246251"/>
              <a:gd name="connsiteY174" fmla="*/ 790575 h 800100"/>
              <a:gd name="connsiteX175" fmla="*/ 31242 w 1246251"/>
              <a:gd name="connsiteY175" fmla="*/ 785857 h 800100"/>
              <a:gd name="connsiteX176" fmla="*/ 26797 w 1246251"/>
              <a:gd name="connsiteY176" fmla="*/ 794277 h 800100"/>
              <a:gd name="connsiteX177" fmla="*/ 0 w 1246251"/>
              <a:gd name="connsiteY177" fmla="*/ 755110 h 800100"/>
              <a:gd name="connsiteX178" fmla="*/ 9461 w 1246251"/>
              <a:gd name="connsiteY178" fmla="*/ 754012 h 800100"/>
              <a:gd name="connsiteX179" fmla="*/ 12065 w 1246251"/>
              <a:gd name="connsiteY179" fmla="*/ 734339 h 800100"/>
              <a:gd name="connsiteX180" fmla="*/ 19621 w 1246251"/>
              <a:gd name="connsiteY180" fmla="*/ 714813 h 800100"/>
              <a:gd name="connsiteX181" fmla="*/ 10732 w 1246251"/>
              <a:gd name="connsiteY181" fmla="*/ 711359 h 800100"/>
              <a:gd name="connsiteX182" fmla="*/ 25971 w 1246251"/>
              <a:gd name="connsiteY182" fmla="*/ 672306 h 800100"/>
              <a:gd name="connsiteX183" fmla="*/ 34798 w 1246251"/>
              <a:gd name="connsiteY183" fmla="*/ 675761 h 800100"/>
              <a:gd name="connsiteX184" fmla="*/ 50038 w 1246251"/>
              <a:gd name="connsiteY184" fmla="*/ 636708 h 800100"/>
              <a:gd name="connsiteX185" fmla="*/ 41148 w 1246251"/>
              <a:gd name="connsiteY185" fmla="*/ 633254 h 800100"/>
              <a:gd name="connsiteX186" fmla="*/ 56324 w 1246251"/>
              <a:gd name="connsiteY186" fmla="*/ 594201 h 800100"/>
              <a:gd name="connsiteX187" fmla="*/ 65215 w 1246251"/>
              <a:gd name="connsiteY187" fmla="*/ 597656 h 800100"/>
              <a:gd name="connsiteX188" fmla="*/ 80391 w 1246251"/>
              <a:gd name="connsiteY188" fmla="*/ 558603 h 800100"/>
              <a:gd name="connsiteX189" fmla="*/ 71501 w 1246251"/>
              <a:gd name="connsiteY189" fmla="*/ 555149 h 800100"/>
              <a:gd name="connsiteX190" fmla="*/ 86678 w 1246251"/>
              <a:gd name="connsiteY190" fmla="*/ 516096 h 800100"/>
              <a:gd name="connsiteX191" fmla="*/ 95568 w 1246251"/>
              <a:gd name="connsiteY191" fmla="*/ 519550 h 800100"/>
              <a:gd name="connsiteX192" fmla="*/ 110744 w 1246251"/>
              <a:gd name="connsiteY192" fmla="*/ 480492 h 800100"/>
              <a:gd name="connsiteX193" fmla="*/ 101854 w 1246251"/>
              <a:gd name="connsiteY193" fmla="*/ 477044 h 800100"/>
              <a:gd name="connsiteX194" fmla="*/ 117094 w 1246251"/>
              <a:gd name="connsiteY194" fmla="*/ 437991 h 800100"/>
              <a:gd name="connsiteX195" fmla="*/ 125920 w 1246251"/>
              <a:gd name="connsiteY195" fmla="*/ 441439 h 800100"/>
              <a:gd name="connsiteX196" fmla="*/ 133541 w 1246251"/>
              <a:gd name="connsiteY196" fmla="*/ 421913 h 800100"/>
              <a:gd name="connsiteX197" fmla="*/ 136589 w 1246251"/>
              <a:gd name="connsiteY197" fmla="*/ 411175 h 800100"/>
              <a:gd name="connsiteX198" fmla="*/ 127254 w 1246251"/>
              <a:gd name="connsiteY198" fmla="*/ 409416 h 800100"/>
              <a:gd name="connsiteX199" fmla="*/ 127254 w 1246251"/>
              <a:gd name="connsiteY199" fmla="*/ 390684 h 800100"/>
              <a:gd name="connsiteX200" fmla="*/ 136589 w 1246251"/>
              <a:gd name="connsiteY200" fmla="*/ 388925 h 800100"/>
              <a:gd name="connsiteX201" fmla="*/ 133541 w 1246251"/>
              <a:gd name="connsiteY201" fmla="*/ 378187 h 800100"/>
              <a:gd name="connsiteX202" fmla="*/ 125920 w 1246251"/>
              <a:gd name="connsiteY202" fmla="*/ 358661 h 800100"/>
              <a:gd name="connsiteX203" fmla="*/ 117094 w 1246251"/>
              <a:gd name="connsiteY203" fmla="*/ 362109 h 800100"/>
              <a:gd name="connsiteX204" fmla="*/ 101854 w 1246251"/>
              <a:gd name="connsiteY204" fmla="*/ 323056 h 800100"/>
              <a:gd name="connsiteX205" fmla="*/ 110744 w 1246251"/>
              <a:gd name="connsiteY205" fmla="*/ 319608 h 800100"/>
              <a:gd name="connsiteX206" fmla="*/ 95568 w 1246251"/>
              <a:gd name="connsiteY206" fmla="*/ 280550 h 800100"/>
              <a:gd name="connsiteX207" fmla="*/ 86678 w 1246251"/>
              <a:gd name="connsiteY207" fmla="*/ 284004 h 800100"/>
              <a:gd name="connsiteX208" fmla="*/ 71501 w 1246251"/>
              <a:gd name="connsiteY208" fmla="*/ 244951 h 800100"/>
              <a:gd name="connsiteX209" fmla="*/ 80391 w 1246251"/>
              <a:gd name="connsiteY209" fmla="*/ 241497 h 800100"/>
              <a:gd name="connsiteX210" fmla="*/ 65215 w 1246251"/>
              <a:gd name="connsiteY210" fmla="*/ 202444 h 800100"/>
              <a:gd name="connsiteX211" fmla="*/ 56324 w 1246251"/>
              <a:gd name="connsiteY211" fmla="*/ 205899 h 800100"/>
              <a:gd name="connsiteX212" fmla="*/ 41148 w 1246251"/>
              <a:gd name="connsiteY212" fmla="*/ 166846 h 800100"/>
              <a:gd name="connsiteX213" fmla="*/ 50038 w 1246251"/>
              <a:gd name="connsiteY213" fmla="*/ 163392 h 800100"/>
              <a:gd name="connsiteX214" fmla="*/ 34798 w 1246251"/>
              <a:gd name="connsiteY214" fmla="*/ 124339 h 800100"/>
              <a:gd name="connsiteX215" fmla="*/ 25971 w 1246251"/>
              <a:gd name="connsiteY215" fmla="*/ 127794 h 800100"/>
              <a:gd name="connsiteX216" fmla="*/ 10732 w 1246251"/>
              <a:gd name="connsiteY216" fmla="*/ 88741 h 800100"/>
              <a:gd name="connsiteX217" fmla="*/ 19621 w 1246251"/>
              <a:gd name="connsiteY217" fmla="*/ 85287 h 800100"/>
              <a:gd name="connsiteX218" fmla="*/ 12065 w 1246251"/>
              <a:gd name="connsiteY218" fmla="*/ 6576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1246251" h="800100">
                <a:moveTo>
                  <a:pt x="12065" y="65761"/>
                </a:moveTo>
                <a:cubicBezTo>
                  <a:pt x="9461" y="59125"/>
                  <a:pt x="8699" y="52432"/>
                  <a:pt x="9461" y="46088"/>
                </a:cubicBezTo>
                <a:lnTo>
                  <a:pt x="0" y="44990"/>
                </a:lnTo>
                <a:cubicBezTo>
                  <a:pt x="1905" y="28416"/>
                  <a:pt x="12065" y="13627"/>
                  <a:pt x="26797" y="5823"/>
                </a:cubicBezTo>
                <a:lnTo>
                  <a:pt x="31242" y="14243"/>
                </a:lnTo>
                <a:cubicBezTo>
                  <a:pt x="36894" y="11259"/>
                  <a:pt x="43370" y="9525"/>
                  <a:pt x="50482" y="9525"/>
                </a:cubicBezTo>
                <a:lnTo>
                  <a:pt x="69596" y="9525"/>
                </a:lnTo>
                <a:lnTo>
                  <a:pt x="69596" y="0"/>
                </a:lnTo>
                <a:lnTo>
                  <a:pt x="107759" y="0"/>
                </a:lnTo>
                <a:lnTo>
                  <a:pt x="107759" y="9525"/>
                </a:lnTo>
                <a:lnTo>
                  <a:pt x="145923" y="9525"/>
                </a:lnTo>
                <a:lnTo>
                  <a:pt x="145923" y="0"/>
                </a:lnTo>
                <a:lnTo>
                  <a:pt x="184086" y="0"/>
                </a:lnTo>
                <a:lnTo>
                  <a:pt x="184086" y="9525"/>
                </a:lnTo>
                <a:lnTo>
                  <a:pt x="222250" y="9525"/>
                </a:lnTo>
                <a:lnTo>
                  <a:pt x="222250" y="0"/>
                </a:lnTo>
                <a:lnTo>
                  <a:pt x="260414" y="0"/>
                </a:lnTo>
                <a:lnTo>
                  <a:pt x="260414" y="9525"/>
                </a:lnTo>
                <a:lnTo>
                  <a:pt x="298577" y="9525"/>
                </a:lnTo>
                <a:lnTo>
                  <a:pt x="298577" y="0"/>
                </a:lnTo>
                <a:lnTo>
                  <a:pt x="336741" y="0"/>
                </a:lnTo>
                <a:lnTo>
                  <a:pt x="336741" y="9525"/>
                </a:lnTo>
                <a:lnTo>
                  <a:pt x="374904" y="9525"/>
                </a:lnTo>
                <a:lnTo>
                  <a:pt x="374904" y="0"/>
                </a:lnTo>
                <a:lnTo>
                  <a:pt x="413068" y="0"/>
                </a:lnTo>
                <a:lnTo>
                  <a:pt x="413068" y="9525"/>
                </a:lnTo>
                <a:lnTo>
                  <a:pt x="451231" y="9525"/>
                </a:lnTo>
                <a:lnTo>
                  <a:pt x="451231" y="0"/>
                </a:lnTo>
                <a:lnTo>
                  <a:pt x="489395" y="0"/>
                </a:lnTo>
                <a:lnTo>
                  <a:pt x="489395" y="9525"/>
                </a:lnTo>
                <a:lnTo>
                  <a:pt x="527558" y="9525"/>
                </a:lnTo>
                <a:lnTo>
                  <a:pt x="527558" y="0"/>
                </a:lnTo>
                <a:lnTo>
                  <a:pt x="565721" y="0"/>
                </a:lnTo>
                <a:lnTo>
                  <a:pt x="565721" y="9525"/>
                </a:lnTo>
                <a:lnTo>
                  <a:pt x="603885" y="9525"/>
                </a:lnTo>
                <a:lnTo>
                  <a:pt x="603885" y="0"/>
                </a:lnTo>
                <a:lnTo>
                  <a:pt x="642048" y="0"/>
                </a:lnTo>
                <a:lnTo>
                  <a:pt x="642048" y="9525"/>
                </a:lnTo>
                <a:lnTo>
                  <a:pt x="680212" y="9525"/>
                </a:lnTo>
                <a:lnTo>
                  <a:pt x="680212" y="0"/>
                </a:lnTo>
                <a:lnTo>
                  <a:pt x="718376" y="0"/>
                </a:lnTo>
                <a:lnTo>
                  <a:pt x="718376" y="9525"/>
                </a:lnTo>
                <a:lnTo>
                  <a:pt x="756539" y="9525"/>
                </a:lnTo>
                <a:lnTo>
                  <a:pt x="756539" y="0"/>
                </a:lnTo>
                <a:lnTo>
                  <a:pt x="794703" y="0"/>
                </a:lnTo>
                <a:lnTo>
                  <a:pt x="794703" y="9525"/>
                </a:lnTo>
                <a:lnTo>
                  <a:pt x="832866" y="9525"/>
                </a:lnTo>
                <a:lnTo>
                  <a:pt x="832866" y="0"/>
                </a:lnTo>
                <a:lnTo>
                  <a:pt x="871030" y="0"/>
                </a:lnTo>
                <a:lnTo>
                  <a:pt x="871030" y="9525"/>
                </a:lnTo>
                <a:lnTo>
                  <a:pt x="909193" y="9525"/>
                </a:lnTo>
                <a:lnTo>
                  <a:pt x="909193" y="0"/>
                </a:lnTo>
                <a:lnTo>
                  <a:pt x="947357" y="0"/>
                </a:lnTo>
                <a:lnTo>
                  <a:pt x="947357" y="9525"/>
                </a:lnTo>
                <a:lnTo>
                  <a:pt x="985520" y="9525"/>
                </a:lnTo>
                <a:lnTo>
                  <a:pt x="985520" y="0"/>
                </a:lnTo>
                <a:lnTo>
                  <a:pt x="1023683" y="0"/>
                </a:lnTo>
                <a:lnTo>
                  <a:pt x="1023683" y="9525"/>
                </a:lnTo>
                <a:lnTo>
                  <a:pt x="1061847" y="9525"/>
                </a:lnTo>
                <a:lnTo>
                  <a:pt x="1061847" y="0"/>
                </a:lnTo>
                <a:lnTo>
                  <a:pt x="1100010" y="0"/>
                </a:lnTo>
                <a:lnTo>
                  <a:pt x="1100010" y="9525"/>
                </a:lnTo>
                <a:lnTo>
                  <a:pt x="1138174" y="9525"/>
                </a:lnTo>
                <a:lnTo>
                  <a:pt x="1138174" y="0"/>
                </a:lnTo>
                <a:lnTo>
                  <a:pt x="1176338" y="0"/>
                </a:lnTo>
                <a:lnTo>
                  <a:pt x="1176338" y="9525"/>
                </a:lnTo>
                <a:lnTo>
                  <a:pt x="1195451" y="9525"/>
                </a:lnTo>
                <a:cubicBezTo>
                  <a:pt x="1201039" y="9525"/>
                  <a:pt x="1206373" y="10643"/>
                  <a:pt x="1211263" y="12655"/>
                </a:cubicBezTo>
                <a:lnTo>
                  <a:pt x="1214882" y="3854"/>
                </a:lnTo>
                <a:cubicBezTo>
                  <a:pt x="1227328" y="9004"/>
                  <a:pt x="1237234" y="18936"/>
                  <a:pt x="1242378" y="31356"/>
                </a:cubicBezTo>
                <a:lnTo>
                  <a:pt x="1233615" y="35001"/>
                </a:lnTo>
                <a:cubicBezTo>
                  <a:pt x="1235583" y="39859"/>
                  <a:pt x="1236726" y="45187"/>
                  <a:pt x="1236726" y="50800"/>
                </a:cubicBezTo>
                <a:lnTo>
                  <a:pt x="1236726" y="70206"/>
                </a:lnTo>
                <a:lnTo>
                  <a:pt x="1246251" y="70206"/>
                </a:lnTo>
                <a:lnTo>
                  <a:pt x="1246251" y="109010"/>
                </a:lnTo>
                <a:lnTo>
                  <a:pt x="1236726" y="109010"/>
                </a:lnTo>
                <a:lnTo>
                  <a:pt x="1236726" y="147815"/>
                </a:lnTo>
                <a:lnTo>
                  <a:pt x="1246251" y="147815"/>
                </a:lnTo>
                <a:lnTo>
                  <a:pt x="1246251" y="186620"/>
                </a:lnTo>
                <a:lnTo>
                  <a:pt x="1236726" y="186620"/>
                </a:lnTo>
                <a:lnTo>
                  <a:pt x="1236726" y="225425"/>
                </a:lnTo>
                <a:lnTo>
                  <a:pt x="1246251" y="225425"/>
                </a:lnTo>
                <a:lnTo>
                  <a:pt x="1246251" y="264230"/>
                </a:lnTo>
                <a:lnTo>
                  <a:pt x="1236726" y="264230"/>
                </a:lnTo>
                <a:lnTo>
                  <a:pt x="1236726" y="303035"/>
                </a:lnTo>
                <a:lnTo>
                  <a:pt x="1246251" y="303035"/>
                </a:lnTo>
                <a:lnTo>
                  <a:pt x="1246251" y="341840"/>
                </a:lnTo>
                <a:lnTo>
                  <a:pt x="1236726" y="341840"/>
                </a:lnTo>
                <a:lnTo>
                  <a:pt x="1236726" y="380644"/>
                </a:lnTo>
                <a:lnTo>
                  <a:pt x="1246251" y="380644"/>
                </a:lnTo>
                <a:lnTo>
                  <a:pt x="1246251" y="419456"/>
                </a:lnTo>
                <a:lnTo>
                  <a:pt x="1236726" y="419456"/>
                </a:lnTo>
                <a:lnTo>
                  <a:pt x="1236726" y="458260"/>
                </a:lnTo>
                <a:lnTo>
                  <a:pt x="1246251" y="458260"/>
                </a:lnTo>
                <a:lnTo>
                  <a:pt x="1246251" y="497065"/>
                </a:lnTo>
                <a:lnTo>
                  <a:pt x="1236726" y="497065"/>
                </a:lnTo>
                <a:lnTo>
                  <a:pt x="1236726" y="535870"/>
                </a:lnTo>
                <a:lnTo>
                  <a:pt x="1246251" y="535870"/>
                </a:lnTo>
                <a:lnTo>
                  <a:pt x="1246251" y="574675"/>
                </a:lnTo>
                <a:lnTo>
                  <a:pt x="1236726" y="574675"/>
                </a:lnTo>
                <a:lnTo>
                  <a:pt x="1236726" y="613480"/>
                </a:lnTo>
                <a:lnTo>
                  <a:pt x="1246251" y="613480"/>
                </a:lnTo>
                <a:lnTo>
                  <a:pt x="1246251" y="652285"/>
                </a:lnTo>
                <a:lnTo>
                  <a:pt x="1236726" y="652285"/>
                </a:lnTo>
                <a:lnTo>
                  <a:pt x="1236726" y="691090"/>
                </a:lnTo>
                <a:lnTo>
                  <a:pt x="1246251" y="691090"/>
                </a:lnTo>
                <a:lnTo>
                  <a:pt x="1246251" y="729894"/>
                </a:lnTo>
                <a:lnTo>
                  <a:pt x="1236726" y="729894"/>
                </a:lnTo>
                <a:lnTo>
                  <a:pt x="1236726" y="749300"/>
                </a:lnTo>
                <a:cubicBezTo>
                  <a:pt x="1236726" y="754913"/>
                  <a:pt x="1235583" y="760241"/>
                  <a:pt x="1233615" y="765099"/>
                </a:cubicBezTo>
                <a:lnTo>
                  <a:pt x="1242378" y="768744"/>
                </a:lnTo>
                <a:cubicBezTo>
                  <a:pt x="1237234" y="781164"/>
                  <a:pt x="1227328" y="791096"/>
                  <a:pt x="1214882" y="796246"/>
                </a:cubicBezTo>
                <a:lnTo>
                  <a:pt x="1211263" y="787445"/>
                </a:lnTo>
                <a:cubicBezTo>
                  <a:pt x="1206373" y="789457"/>
                  <a:pt x="1201039" y="790575"/>
                  <a:pt x="1195451" y="790575"/>
                </a:cubicBezTo>
                <a:lnTo>
                  <a:pt x="1176338" y="790575"/>
                </a:lnTo>
                <a:lnTo>
                  <a:pt x="1176338" y="800100"/>
                </a:lnTo>
                <a:lnTo>
                  <a:pt x="1138174" y="800100"/>
                </a:lnTo>
                <a:lnTo>
                  <a:pt x="1138174" y="790575"/>
                </a:lnTo>
                <a:lnTo>
                  <a:pt x="1100010" y="790575"/>
                </a:lnTo>
                <a:lnTo>
                  <a:pt x="1100010" y="800100"/>
                </a:lnTo>
                <a:lnTo>
                  <a:pt x="1061847" y="800100"/>
                </a:lnTo>
                <a:lnTo>
                  <a:pt x="1061847" y="790575"/>
                </a:lnTo>
                <a:lnTo>
                  <a:pt x="1023683" y="790575"/>
                </a:lnTo>
                <a:lnTo>
                  <a:pt x="1023683" y="800100"/>
                </a:lnTo>
                <a:lnTo>
                  <a:pt x="985520" y="800100"/>
                </a:lnTo>
                <a:lnTo>
                  <a:pt x="985520" y="790575"/>
                </a:lnTo>
                <a:lnTo>
                  <a:pt x="947357" y="790575"/>
                </a:lnTo>
                <a:lnTo>
                  <a:pt x="947357" y="800100"/>
                </a:lnTo>
                <a:lnTo>
                  <a:pt x="909193" y="800100"/>
                </a:lnTo>
                <a:lnTo>
                  <a:pt x="909193" y="790575"/>
                </a:lnTo>
                <a:lnTo>
                  <a:pt x="871030" y="790575"/>
                </a:lnTo>
                <a:lnTo>
                  <a:pt x="871030" y="800100"/>
                </a:lnTo>
                <a:lnTo>
                  <a:pt x="832866" y="800100"/>
                </a:lnTo>
                <a:lnTo>
                  <a:pt x="832866" y="790575"/>
                </a:lnTo>
                <a:lnTo>
                  <a:pt x="794703" y="790575"/>
                </a:lnTo>
                <a:lnTo>
                  <a:pt x="794703" y="800100"/>
                </a:lnTo>
                <a:lnTo>
                  <a:pt x="756539" y="800100"/>
                </a:lnTo>
                <a:lnTo>
                  <a:pt x="756539" y="790575"/>
                </a:lnTo>
                <a:lnTo>
                  <a:pt x="718376" y="790575"/>
                </a:lnTo>
                <a:lnTo>
                  <a:pt x="718376" y="800100"/>
                </a:lnTo>
                <a:lnTo>
                  <a:pt x="680212" y="800100"/>
                </a:lnTo>
                <a:lnTo>
                  <a:pt x="680212" y="790575"/>
                </a:lnTo>
                <a:lnTo>
                  <a:pt x="642048" y="790575"/>
                </a:lnTo>
                <a:lnTo>
                  <a:pt x="642048" y="800100"/>
                </a:lnTo>
                <a:lnTo>
                  <a:pt x="603885" y="800100"/>
                </a:lnTo>
                <a:lnTo>
                  <a:pt x="603885" y="790575"/>
                </a:lnTo>
                <a:lnTo>
                  <a:pt x="565721" y="790575"/>
                </a:lnTo>
                <a:lnTo>
                  <a:pt x="565721" y="800100"/>
                </a:lnTo>
                <a:lnTo>
                  <a:pt x="527558" y="800100"/>
                </a:lnTo>
                <a:lnTo>
                  <a:pt x="527558" y="790575"/>
                </a:lnTo>
                <a:lnTo>
                  <a:pt x="489395" y="790575"/>
                </a:lnTo>
                <a:lnTo>
                  <a:pt x="489395" y="800100"/>
                </a:lnTo>
                <a:lnTo>
                  <a:pt x="451231" y="800100"/>
                </a:lnTo>
                <a:lnTo>
                  <a:pt x="451231" y="790575"/>
                </a:lnTo>
                <a:lnTo>
                  <a:pt x="413068" y="790575"/>
                </a:lnTo>
                <a:lnTo>
                  <a:pt x="413068" y="800100"/>
                </a:lnTo>
                <a:lnTo>
                  <a:pt x="374904" y="800100"/>
                </a:lnTo>
                <a:lnTo>
                  <a:pt x="374904" y="790575"/>
                </a:lnTo>
                <a:lnTo>
                  <a:pt x="336741" y="790575"/>
                </a:lnTo>
                <a:lnTo>
                  <a:pt x="336741" y="800100"/>
                </a:lnTo>
                <a:lnTo>
                  <a:pt x="298577" y="800100"/>
                </a:lnTo>
                <a:lnTo>
                  <a:pt x="298577" y="790575"/>
                </a:lnTo>
                <a:lnTo>
                  <a:pt x="260414" y="790575"/>
                </a:lnTo>
                <a:lnTo>
                  <a:pt x="260414" y="800100"/>
                </a:lnTo>
                <a:lnTo>
                  <a:pt x="222250" y="800100"/>
                </a:lnTo>
                <a:lnTo>
                  <a:pt x="222250" y="790575"/>
                </a:lnTo>
                <a:lnTo>
                  <a:pt x="184086" y="790575"/>
                </a:lnTo>
                <a:lnTo>
                  <a:pt x="184086" y="800100"/>
                </a:lnTo>
                <a:lnTo>
                  <a:pt x="145923" y="800100"/>
                </a:lnTo>
                <a:lnTo>
                  <a:pt x="145923" y="790575"/>
                </a:lnTo>
                <a:lnTo>
                  <a:pt x="107759" y="790575"/>
                </a:lnTo>
                <a:lnTo>
                  <a:pt x="107759" y="800100"/>
                </a:lnTo>
                <a:lnTo>
                  <a:pt x="69596" y="800100"/>
                </a:lnTo>
                <a:lnTo>
                  <a:pt x="69596" y="790575"/>
                </a:lnTo>
                <a:lnTo>
                  <a:pt x="50482" y="790575"/>
                </a:lnTo>
                <a:cubicBezTo>
                  <a:pt x="43370" y="790575"/>
                  <a:pt x="36894" y="788841"/>
                  <a:pt x="31242" y="785857"/>
                </a:cubicBezTo>
                <a:lnTo>
                  <a:pt x="26797" y="794277"/>
                </a:lnTo>
                <a:cubicBezTo>
                  <a:pt x="12065" y="786473"/>
                  <a:pt x="1905" y="771684"/>
                  <a:pt x="0" y="755110"/>
                </a:cubicBezTo>
                <a:lnTo>
                  <a:pt x="9461" y="754012"/>
                </a:lnTo>
                <a:cubicBezTo>
                  <a:pt x="8699" y="747668"/>
                  <a:pt x="9461" y="740975"/>
                  <a:pt x="12065" y="734339"/>
                </a:cubicBezTo>
                <a:lnTo>
                  <a:pt x="19621" y="714813"/>
                </a:lnTo>
                <a:lnTo>
                  <a:pt x="10732" y="711359"/>
                </a:lnTo>
                <a:lnTo>
                  <a:pt x="25971" y="672306"/>
                </a:lnTo>
                <a:lnTo>
                  <a:pt x="34798" y="675761"/>
                </a:lnTo>
                <a:lnTo>
                  <a:pt x="50038" y="636708"/>
                </a:lnTo>
                <a:lnTo>
                  <a:pt x="41148" y="633254"/>
                </a:lnTo>
                <a:lnTo>
                  <a:pt x="56324" y="594201"/>
                </a:lnTo>
                <a:lnTo>
                  <a:pt x="65215" y="597656"/>
                </a:lnTo>
                <a:lnTo>
                  <a:pt x="80391" y="558603"/>
                </a:lnTo>
                <a:lnTo>
                  <a:pt x="71501" y="555149"/>
                </a:lnTo>
                <a:lnTo>
                  <a:pt x="86678" y="516096"/>
                </a:lnTo>
                <a:lnTo>
                  <a:pt x="95568" y="519550"/>
                </a:lnTo>
                <a:lnTo>
                  <a:pt x="110744" y="480492"/>
                </a:lnTo>
                <a:lnTo>
                  <a:pt x="101854" y="477044"/>
                </a:lnTo>
                <a:lnTo>
                  <a:pt x="117094" y="437991"/>
                </a:lnTo>
                <a:lnTo>
                  <a:pt x="125920" y="441439"/>
                </a:lnTo>
                <a:lnTo>
                  <a:pt x="133541" y="421913"/>
                </a:lnTo>
                <a:cubicBezTo>
                  <a:pt x="134874" y="418414"/>
                  <a:pt x="135954" y="414820"/>
                  <a:pt x="136589" y="411175"/>
                </a:cubicBezTo>
                <a:lnTo>
                  <a:pt x="127254" y="409416"/>
                </a:lnTo>
                <a:cubicBezTo>
                  <a:pt x="128397" y="403225"/>
                  <a:pt x="128397" y="396875"/>
                  <a:pt x="127254" y="390684"/>
                </a:cubicBezTo>
                <a:lnTo>
                  <a:pt x="136589" y="388925"/>
                </a:lnTo>
                <a:cubicBezTo>
                  <a:pt x="135954" y="385280"/>
                  <a:pt x="134874" y="381686"/>
                  <a:pt x="133541" y="378187"/>
                </a:cubicBezTo>
                <a:lnTo>
                  <a:pt x="125920" y="358661"/>
                </a:lnTo>
                <a:lnTo>
                  <a:pt x="117094" y="362109"/>
                </a:lnTo>
                <a:lnTo>
                  <a:pt x="101854" y="323056"/>
                </a:lnTo>
                <a:lnTo>
                  <a:pt x="110744" y="319608"/>
                </a:lnTo>
                <a:lnTo>
                  <a:pt x="95568" y="280550"/>
                </a:lnTo>
                <a:lnTo>
                  <a:pt x="86678" y="284004"/>
                </a:lnTo>
                <a:lnTo>
                  <a:pt x="71501" y="244951"/>
                </a:lnTo>
                <a:lnTo>
                  <a:pt x="80391" y="241497"/>
                </a:lnTo>
                <a:lnTo>
                  <a:pt x="65215" y="202444"/>
                </a:lnTo>
                <a:lnTo>
                  <a:pt x="56324" y="205899"/>
                </a:lnTo>
                <a:lnTo>
                  <a:pt x="41148" y="166846"/>
                </a:lnTo>
                <a:lnTo>
                  <a:pt x="50038" y="163392"/>
                </a:lnTo>
                <a:lnTo>
                  <a:pt x="34798" y="124339"/>
                </a:lnTo>
                <a:lnTo>
                  <a:pt x="25971" y="127794"/>
                </a:lnTo>
                <a:lnTo>
                  <a:pt x="10732" y="88741"/>
                </a:lnTo>
                <a:lnTo>
                  <a:pt x="19621" y="85287"/>
                </a:lnTo>
                <a:lnTo>
                  <a:pt x="12065" y="65761"/>
                </a:lnTo>
                <a:close/>
              </a:path>
            </a:pathLst>
          </a:custGeom>
          <a:solidFill>
            <a:schemeClr val="accent1">
              <a:lumMod val="40000"/>
              <a:lumOff val="60000"/>
              <a:alpha val="43000"/>
            </a:schemeClr>
          </a:solidFill>
          <a:ln w="1270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矩形: 圆角 75">
            <a:extLst>
              <a:ext uri="{FF2B5EF4-FFF2-40B4-BE49-F238E27FC236}">
                <a16:creationId xmlns:a16="http://schemas.microsoft.com/office/drawing/2014/main" id="{20CB417A-AD35-7356-795C-4547B2AFD642}"/>
              </a:ext>
            </a:extLst>
          </p:cNvPr>
          <p:cNvSpPr/>
          <p:nvPr/>
        </p:nvSpPr>
        <p:spPr>
          <a:xfrm>
            <a:off x="3635375" y="3632200"/>
            <a:ext cx="1098550" cy="349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9" name="矩形: 圆角 78">
            <a:extLst>
              <a:ext uri="{FF2B5EF4-FFF2-40B4-BE49-F238E27FC236}">
                <a16:creationId xmlns:a16="http://schemas.microsoft.com/office/drawing/2014/main" id="{23CD9234-4600-17C9-C6C6-2EE63FA99BDA}"/>
              </a:ext>
            </a:extLst>
          </p:cNvPr>
          <p:cNvSpPr/>
          <p:nvPr/>
        </p:nvSpPr>
        <p:spPr>
          <a:xfrm>
            <a:off x="6492875" y="3632200"/>
            <a:ext cx="1098550" cy="3492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任意多边形: 形状 85">
            <a:extLst>
              <a:ext uri="{FF2B5EF4-FFF2-40B4-BE49-F238E27FC236}">
                <a16:creationId xmlns:a16="http://schemas.microsoft.com/office/drawing/2014/main" id="{98DCFD5C-5230-A7A1-66B8-17AC9FD95DD7}"/>
              </a:ext>
            </a:extLst>
          </p:cNvPr>
          <p:cNvSpPr/>
          <p:nvPr/>
        </p:nvSpPr>
        <p:spPr>
          <a:xfrm>
            <a:off x="297180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任意多边形: 形状 86">
            <a:extLst>
              <a:ext uri="{FF2B5EF4-FFF2-40B4-BE49-F238E27FC236}">
                <a16:creationId xmlns:a16="http://schemas.microsoft.com/office/drawing/2014/main" id="{2697CAA6-EEFB-D489-3963-57083803DED5}"/>
              </a:ext>
            </a:extLst>
          </p:cNvPr>
          <p:cNvSpPr/>
          <p:nvPr/>
        </p:nvSpPr>
        <p:spPr>
          <a:xfrm>
            <a:off x="3013075" y="2165350"/>
            <a:ext cx="6350" cy="838200"/>
          </a:xfrm>
          <a:custGeom>
            <a:avLst/>
            <a:gdLst>
              <a:gd name="connsiteX0" fmla="*/ 0 w 6350"/>
              <a:gd name="connsiteY0" fmla="*/ 838200 h 838200"/>
              <a:gd name="connsiteX1" fmla="*/ 0 w 6350"/>
              <a:gd name="connsiteY1" fmla="*/ 0 h 838200"/>
            </a:gdLst>
            <a:ahLst/>
            <a:cxnLst>
              <a:cxn ang="0">
                <a:pos x="connsiteX0" y="connsiteY0"/>
              </a:cxn>
              <a:cxn ang="0">
                <a:pos x="connsiteX1" y="connsiteY1"/>
              </a:cxn>
            </a:cxnLst>
            <a:rect l="l" t="t" r="r" b="b"/>
            <a:pathLst>
              <a:path w="6350" h="838200">
                <a:moveTo>
                  <a:pt x="0" y="838200"/>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任意多边形: 形状 87">
            <a:extLst>
              <a:ext uri="{FF2B5EF4-FFF2-40B4-BE49-F238E27FC236}">
                <a16:creationId xmlns:a16="http://schemas.microsoft.com/office/drawing/2014/main" id="{1B3E7EDE-CDDF-55CA-7F2A-39AFB7105ED4}"/>
              </a:ext>
            </a:extLst>
          </p:cNvPr>
          <p:cNvSpPr/>
          <p:nvPr/>
        </p:nvSpPr>
        <p:spPr>
          <a:xfrm rot="10800000">
            <a:off x="439420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任意多边形: 形状 88">
            <a:extLst>
              <a:ext uri="{FF2B5EF4-FFF2-40B4-BE49-F238E27FC236}">
                <a16:creationId xmlns:a16="http://schemas.microsoft.com/office/drawing/2014/main" id="{76417576-1136-6C53-22C2-6424EA852D26}"/>
              </a:ext>
            </a:extLst>
          </p:cNvPr>
          <p:cNvSpPr/>
          <p:nvPr/>
        </p:nvSpPr>
        <p:spPr>
          <a:xfrm>
            <a:off x="443547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任意多边形: 形状 89">
            <a:extLst>
              <a:ext uri="{FF2B5EF4-FFF2-40B4-BE49-F238E27FC236}">
                <a16:creationId xmlns:a16="http://schemas.microsoft.com/office/drawing/2014/main" id="{30DCBF3E-CD73-9750-EF91-02980B310A69}"/>
              </a:ext>
            </a:extLst>
          </p:cNvPr>
          <p:cNvSpPr/>
          <p:nvPr/>
        </p:nvSpPr>
        <p:spPr>
          <a:xfrm rot="10800000">
            <a:off x="581025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任意多边形: 形状 90">
            <a:extLst>
              <a:ext uri="{FF2B5EF4-FFF2-40B4-BE49-F238E27FC236}">
                <a16:creationId xmlns:a16="http://schemas.microsoft.com/office/drawing/2014/main" id="{EAFBCA30-F6F7-0BBD-5227-827053BAE738}"/>
              </a:ext>
            </a:extLst>
          </p:cNvPr>
          <p:cNvSpPr/>
          <p:nvPr/>
        </p:nvSpPr>
        <p:spPr>
          <a:xfrm>
            <a:off x="585152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任意多边形: 形状 91">
            <a:extLst>
              <a:ext uri="{FF2B5EF4-FFF2-40B4-BE49-F238E27FC236}">
                <a16:creationId xmlns:a16="http://schemas.microsoft.com/office/drawing/2014/main" id="{5FC44827-2D67-E9BF-B299-C5B4151D7A2E}"/>
              </a:ext>
            </a:extLst>
          </p:cNvPr>
          <p:cNvSpPr/>
          <p:nvPr/>
        </p:nvSpPr>
        <p:spPr>
          <a:xfrm rot="10800000">
            <a:off x="741680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任意多边形: 形状 92">
            <a:extLst>
              <a:ext uri="{FF2B5EF4-FFF2-40B4-BE49-F238E27FC236}">
                <a16:creationId xmlns:a16="http://schemas.microsoft.com/office/drawing/2014/main" id="{AB37CF1C-E436-8687-CA19-1BC0E1878A24}"/>
              </a:ext>
            </a:extLst>
          </p:cNvPr>
          <p:cNvSpPr/>
          <p:nvPr/>
        </p:nvSpPr>
        <p:spPr>
          <a:xfrm>
            <a:off x="745807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任意多边形: 形状 93">
            <a:extLst>
              <a:ext uri="{FF2B5EF4-FFF2-40B4-BE49-F238E27FC236}">
                <a16:creationId xmlns:a16="http://schemas.microsoft.com/office/drawing/2014/main" id="{62A56EF1-36DF-E1A8-D0A2-73228D0E65EB}"/>
              </a:ext>
            </a:extLst>
          </p:cNvPr>
          <p:cNvSpPr/>
          <p:nvPr/>
        </p:nvSpPr>
        <p:spPr>
          <a:xfrm rot="10800000">
            <a:off x="873760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任意多边形: 形状 94">
            <a:extLst>
              <a:ext uri="{FF2B5EF4-FFF2-40B4-BE49-F238E27FC236}">
                <a16:creationId xmlns:a16="http://schemas.microsoft.com/office/drawing/2014/main" id="{A564BB98-DAAD-69F0-2B4A-F209FC2AAC81}"/>
              </a:ext>
            </a:extLst>
          </p:cNvPr>
          <p:cNvSpPr/>
          <p:nvPr/>
        </p:nvSpPr>
        <p:spPr>
          <a:xfrm>
            <a:off x="877887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任意多边形: 形状 95">
            <a:extLst>
              <a:ext uri="{FF2B5EF4-FFF2-40B4-BE49-F238E27FC236}">
                <a16:creationId xmlns:a16="http://schemas.microsoft.com/office/drawing/2014/main" id="{EEE122D4-D24C-08EF-0C9E-C5B5B245221A}"/>
              </a:ext>
            </a:extLst>
          </p:cNvPr>
          <p:cNvSpPr/>
          <p:nvPr/>
        </p:nvSpPr>
        <p:spPr>
          <a:xfrm rot="10800000">
            <a:off x="9886950" y="5003799"/>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任意多边形: 形状 96">
            <a:extLst>
              <a:ext uri="{FF2B5EF4-FFF2-40B4-BE49-F238E27FC236}">
                <a16:creationId xmlns:a16="http://schemas.microsoft.com/office/drawing/2014/main" id="{170966EF-1215-0AD5-185F-63FDD9FDD800}"/>
              </a:ext>
            </a:extLst>
          </p:cNvPr>
          <p:cNvSpPr/>
          <p:nvPr/>
        </p:nvSpPr>
        <p:spPr>
          <a:xfrm>
            <a:off x="9928225" y="5070475"/>
            <a:ext cx="6350" cy="838200"/>
          </a:xfrm>
          <a:custGeom>
            <a:avLst/>
            <a:gdLst>
              <a:gd name="connsiteX0" fmla="*/ 0 w 6350"/>
              <a:gd name="connsiteY0" fmla="*/ 0 h 838200"/>
              <a:gd name="connsiteX1" fmla="*/ 0 w 6350"/>
              <a:gd name="connsiteY1" fmla="*/ 838200 h 838200"/>
            </a:gdLst>
            <a:ahLst/>
            <a:cxnLst>
              <a:cxn ang="0">
                <a:pos x="connsiteX0" y="connsiteY0"/>
              </a:cxn>
              <a:cxn ang="0">
                <a:pos x="connsiteX1" y="connsiteY1"/>
              </a:cxn>
            </a:cxnLst>
            <a:rect l="l" t="t" r="r" b="b"/>
            <a:pathLst>
              <a:path w="6350" h="838200">
                <a:moveTo>
                  <a:pt x="0" y="0"/>
                </a:moveTo>
                <a:lnTo>
                  <a:pt x="0" y="83820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任意多边形: 形状 97">
            <a:extLst>
              <a:ext uri="{FF2B5EF4-FFF2-40B4-BE49-F238E27FC236}">
                <a16:creationId xmlns:a16="http://schemas.microsoft.com/office/drawing/2014/main" id="{D6987F10-09FE-E15F-F545-4A9B09B03CD2}"/>
              </a:ext>
            </a:extLst>
          </p:cNvPr>
          <p:cNvSpPr/>
          <p:nvPr/>
        </p:nvSpPr>
        <p:spPr>
          <a:xfrm>
            <a:off x="453390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任意多边形: 形状 98">
            <a:extLst>
              <a:ext uri="{FF2B5EF4-FFF2-40B4-BE49-F238E27FC236}">
                <a16:creationId xmlns:a16="http://schemas.microsoft.com/office/drawing/2014/main" id="{E8DB0F73-BC23-5C24-FEB6-DA64D1012C0A}"/>
              </a:ext>
            </a:extLst>
          </p:cNvPr>
          <p:cNvSpPr/>
          <p:nvPr/>
        </p:nvSpPr>
        <p:spPr>
          <a:xfrm>
            <a:off x="457517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任意多边形: 形状 99">
            <a:extLst>
              <a:ext uri="{FF2B5EF4-FFF2-40B4-BE49-F238E27FC236}">
                <a16:creationId xmlns:a16="http://schemas.microsoft.com/office/drawing/2014/main" id="{89E614E3-9E79-B39E-47D9-F630C863E83E}"/>
              </a:ext>
            </a:extLst>
          </p:cNvPr>
          <p:cNvSpPr/>
          <p:nvPr/>
        </p:nvSpPr>
        <p:spPr>
          <a:xfrm>
            <a:off x="741045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任意多边形: 形状 100">
            <a:extLst>
              <a:ext uri="{FF2B5EF4-FFF2-40B4-BE49-F238E27FC236}">
                <a16:creationId xmlns:a16="http://schemas.microsoft.com/office/drawing/2014/main" id="{E1C6D019-5614-40FE-7DF9-0400350CC53F}"/>
              </a:ext>
            </a:extLst>
          </p:cNvPr>
          <p:cNvSpPr/>
          <p:nvPr/>
        </p:nvSpPr>
        <p:spPr>
          <a:xfrm>
            <a:off x="745172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任意多边形: 形状 101">
            <a:extLst>
              <a:ext uri="{FF2B5EF4-FFF2-40B4-BE49-F238E27FC236}">
                <a16:creationId xmlns:a16="http://schemas.microsoft.com/office/drawing/2014/main" id="{459ADC4F-7118-3593-D3F5-9DB9CAF4CB47}"/>
              </a:ext>
            </a:extLst>
          </p:cNvPr>
          <p:cNvSpPr/>
          <p:nvPr/>
        </p:nvSpPr>
        <p:spPr>
          <a:xfrm>
            <a:off x="875665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任意多边形: 形状 102">
            <a:extLst>
              <a:ext uri="{FF2B5EF4-FFF2-40B4-BE49-F238E27FC236}">
                <a16:creationId xmlns:a16="http://schemas.microsoft.com/office/drawing/2014/main" id="{B6BEABDF-78AB-4889-2BA9-1DA43A072D6D}"/>
              </a:ext>
            </a:extLst>
          </p:cNvPr>
          <p:cNvSpPr/>
          <p:nvPr/>
        </p:nvSpPr>
        <p:spPr>
          <a:xfrm>
            <a:off x="879792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任意多边形: 形状 103">
            <a:extLst>
              <a:ext uri="{FF2B5EF4-FFF2-40B4-BE49-F238E27FC236}">
                <a16:creationId xmlns:a16="http://schemas.microsoft.com/office/drawing/2014/main" id="{3155FB67-CD65-C1A6-3890-DBFFC897AA56}"/>
              </a:ext>
            </a:extLst>
          </p:cNvPr>
          <p:cNvSpPr/>
          <p:nvPr/>
        </p:nvSpPr>
        <p:spPr>
          <a:xfrm>
            <a:off x="9988550" y="2984500"/>
            <a:ext cx="82550" cy="82550"/>
          </a:xfrm>
          <a:custGeom>
            <a:avLst/>
            <a:gdLst>
              <a:gd name="connsiteX0" fmla="*/ 82550 w 82550"/>
              <a:gd name="connsiteY0" fmla="*/ 41275 h 82550"/>
              <a:gd name="connsiteX1" fmla="*/ 41275 w 82550"/>
              <a:gd name="connsiteY1" fmla="*/ 82550 h 82550"/>
              <a:gd name="connsiteX2" fmla="*/ 0 w 82550"/>
              <a:gd name="connsiteY2" fmla="*/ 41275 h 82550"/>
              <a:gd name="connsiteX3" fmla="*/ 41275 w 82550"/>
              <a:gd name="connsiteY3" fmla="*/ 0 h 82550"/>
              <a:gd name="connsiteX4" fmla="*/ 82550 w 82550"/>
              <a:gd name="connsiteY4" fmla="*/ 41275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50" h="82550">
                <a:moveTo>
                  <a:pt x="82550" y="41275"/>
                </a:moveTo>
                <a:cubicBezTo>
                  <a:pt x="82550" y="64071"/>
                  <a:pt x="64071" y="82550"/>
                  <a:pt x="41275" y="82550"/>
                </a:cubicBezTo>
                <a:cubicBezTo>
                  <a:pt x="18479" y="82550"/>
                  <a:pt x="0" y="64071"/>
                  <a:pt x="0" y="41275"/>
                </a:cubicBezTo>
                <a:cubicBezTo>
                  <a:pt x="0" y="18479"/>
                  <a:pt x="18479" y="0"/>
                  <a:pt x="41275" y="0"/>
                </a:cubicBezTo>
                <a:cubicBezTo>
                  <a:pt x="64071" y="0"/>
                  <a:pt x="82550" y="18479"/>
                  <a:pt x="82550" y="4127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任意多边形: 形状 104">
            <a:extLst>
              <a:ext uri="{FF2B5EF4-FFF2-40B4-BE49-F238E27FC236}">
                <a16:creationId xmlns:a16="http://schemas.microsoft.com/office/drawing/2014/main" id="{49CF286A-5000-4448-BC4E-AD34258140BD}"/>
              </a:ext>
            </a:extLst>
          </p:cNvPr>
          <p:cNvSpPr/>
          <p:nvPr/>
        </p:nvSpPr>
        <p:spPr>
          <a:xfrm>
            <a:off x="10029825" y="2171700"/>
            <a:ext cx="6350" cy="822325"/>
          </a:xfrm>
          <a:custGeom>
            <a:avLst/>
            <a:gdLst>
              <a:gd name="connsiteX0" fmla="*/ 0 w 6350"/>
              <a:gd name="connsiteY0" fmla="*/ 822325 h 822325"/>
              <a:gd name="connsiteX1" fmla="*/ 0 w 6350"/>
              <a:gd name="connsiteY1" fmla="*/ 0 h 822325"/>
            </a:gdLst>
            <a:ahLst/>
            <a:cxnLst>
              <a:cxn ang="0">
                <a:pos x="connsiteX0" y="connsiteY0"/>
              </a:cxn>
              <a:cxn ang="0">
                <a:pos x="connsiteX1" y="connsiteY1"/>
              </a:cxn>
            </a:cxnLst>
            <a:rect l="l" t="t" r="r" b="b"/>
            <a:pathLst>
              <a:path w="6350" h="822325">
                <a:moveTo>
                  <a:pt x="0" y="822325"/>
                </a:moveTo>
                <a:lnTo>
                  <a:pt x="0" y="0"/>
                </a:lnTo>
              </a:path>
            </a:pathLst>
          </a:custGeom>
          <a:noFill/>
          <a:ln w="6350" cap="flat">
            <a:solidFill>
              <a:srgbClr val="81838F"/>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任意多边形: 形状 105">
            <a:extLst>
              <a:ext uri="{FF2B5EF4-FFF2-40B4-BE49-F238E27FC236}">
                <a16:creationId xmlns:a16="http://schemas.microsoft.com/office/drawing/2014/main" id="{12D530BF-ABB3-ED1A-BF80-561AB29CEB45}"/>
              </a:ext>
            </a:extLst>
          </p:cNvPr>
          <p:cNvSpPr/>
          <p:nvPr/>
        </p:nvSpPr>
        <p:spPr>
          <a:xfrm>
            <a:off x="3467169" y="377825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任意多边形: 形状 106">
            <a:extLst>
              <a:ext uri="{FF2B5EF4-FFF2-40B4-BE49-F238E27FC236}">
                <a16:creationId xmlns:a16="http://schemas.microsoft.com/office/drawing/2014/main" id="{A44A9BD6-0875-DA5D-C9B7-E17C9475E3EC}"/>
              </a:ext>
            </a:extLst>
          </p:cNvPr>
          <p:cNvSpPr/>
          <p:nvPr/>
        </p:nvSpPr>
        <p:spPr>
          <a:xfrm>
            <a:off x="5581719" y="377825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任意多边形: 形状 107">
            <a:extLst>
              <a:ext uri="{FF2B5EF4-FFF2-40B4-BE49-F238E27FC236}">
                <a16:creationId xmlns:a16="http://schemas.microsoft.com/office/drawing/2014/main" id="{0B51C0C6-6C05-6215-5C38-560876228C85}"/>
              </a:ext>
            </a:extLst>
          </p:cNvPr>
          <p:cNvSpPr/>
          <p:nvPr/>
        </p:nvSpPr>
        <p:spPr>
          <a:xfrm>
            <a:off x="7689913" y="377825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任意多边形: 形状 108">
            <a:extLst>
              <a:ext uri="{FF2B5EF4-FFF2-40B4-BE49-F238E27FC236}">
                <a16:creationId xmlns:a16="http://schemas.microsoft.com/office/drawing/2014/main" id="{FEC755A7-07C6-BFC7-C277-03158B45F27E}"/>
              </a:ext>
            </a:extLst>
          </p:cNvPr>
          <p:cNvSpPr/>
          <p:nvPr/>
        </p:nvSpPr>
        <p:spPr>
          <a:xfrm>
            <a:off x="3467169" y="424180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任意多边形: 形状 123">
            <a:extLst>
              <a:ext uri="{FF2B5EF4-FFF2-40B4-BE49-F238E27FC236}">
                <a16:creationId xmlns:a16="http://schemas.microsoft.com/office/drawing/2014/main" id="{B4FC3494-731B-2FD2-3DED-E320B863D26E}"/>
              </a:ext>
            </a:extLst>
          </p:cNvPr>
          <p:cNvSpPr/>
          <p:nvPr/>
        </p:nvSpPr>
        <p:spPr>
          <a:xfrm>
            <a:off x="4165600" y="15176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任意多边形: 形状 124">
            <a:extLst>
              <a:ext uri="{FF2B5EF4-FFF2-40B4-BE49-F238E27FC236}">
                <a16:creationId xmlns:a16="http://schemas.microsoft.com/office/drawing/2014/main" id="{DF3D340E-BCE4-3711-127B-2A775CBEB284}"/>
              </a:ext>
            </a:extLst>
          </p:cNvPr>
          <p:cNvSpPr/>
          <p:nvPr/>
        </p:nvSpPr>
        <p:spPr>
          <a:xfrm>
            <a:off x="7018337" y="152400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任意多边形: 形状 125">
            <a:extLst>
              <a:ext uri="{FF2B5EF4-FFF2-40B4-BE49-F238E27FC236}">
                <a16:creationId xmlns:a16="http://schemas.microsoft.com/office/drawing/2014/main" id="{0463AD71-6B74-109B-8987-16EF5A6A14ED}"/>
              </a:ext>
            </a:extLst>
          </p:cNvPr>
          <p:cNvSpPr/>
          <p:nvPr/>
        </p:nvSpPr>
        <p:spPr>
          <a:xfrm>
            <a:off x="8388350" y="152400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任意多边形: 形状 126">
            <a:extLst>
              <a:ext uri="{FF2B5EF4-FFF2-40B4-BE49-F238E27FC236}">
                <a16:creationId xmlns:a16="http://schemas.microsoft.com/office/drawing/2014/main" id="{3572DE89-56E7-5403-E661-1D487ACAC62F}"/>
              </a:ext>
            </a:extLst>
          </p:cNvPr>
          <p:cNvSpPr/>
          <p:nvPr/>
        </p:nvSpPr>
        <p:spPr>
          <a:xfrm>
            <a:off x="4165600" y="18224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任意多边形: 形状 127">
            <a:extLst>
              <a:ext uri="{FF2B5EF4-FFF2-40B4-BE49-F238E27FC236}">
                <a16:creationId xmlns:a16="http://schemas.microsoft.com/office/drawing/2014/main" id="{B0B89BD4-BAB9-D9E1-5E07-1810125320A4}"/>
              </a:ext>
            </a:extLst>
          </p:cNvPr>
          <p:cNvSpPr/>
          <p:nvPr/>
        </p:nvSpPr>
        <p:spPr>
          <a:xfrm>
            <a:off x="7018337" y="18478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任意多边形: 形状 128">
            <a:extLst>
              <a:ext uri="{FF2B5EF4-FFF2-40B4-BE49-F238E27FC236}">
                <a16:creationId xmlns:a16="http://schemas.microsoft.com/office/drawing/2014/main" id="{A283F85C-764A-D970-32F0-038D134D23F3}"/>
              </a:ext>
            </a:extLst>
          </p:cNvPr>
          <p:cNvSpPr/>
          <p:nvPr/>
        </p:nvSpPr>
        <p:spPr>
          <a:xfrm>
            <a:off x="8388350" y="1831183"/>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2"/>
                  <a:pt x="24643" y="31750"/>
                  <a:pt x="15875" y="31750"/>
                </a:cubicBezTo>
                <a:cubicBezTo>
                  <a:pt x="7107" y="31750"/>
                  <a:pt x="0" y="24642"/>
                  <a:pt x="0" y="15875"/>
                </a:cubicBezTo>
                <a:cubicBezTo>
                  <a:pt x="0" y="7108"/>
                  <a:pt x="7107" y="0"/>
                  <a:pt x="15875" y="0"/>
                </a:cubicBezTo>
                <a:cubicBezTo>
                  <a:pt x="24643" y="0"/>
                  <a:pt x="31750" y="7108"/>
                  <a:pt x="31750" y="15875"/>
                </a:cubicBezTo>
                <a:close/>
              </a:path>
            </a:pathLst>
          </a:custGeom>
          <a:solidFill>
            <a:schemeClr val="accent1"/>
          </a:solidFill>
          <a:ln w="6350" cap="flat">
            <a:noFill/>
            <a:prstDash val="solid"/>
            <a:miter/>
          </a:ln>
        </p:spPr>
        <p:txBody>
          <a:bodyPr rtlCol="0" anchor="ctr"/>
          <a:lstStyle/>
          <a:p>
            <a:endParaRPr lang="en-US" sz="7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文本框 133">
            <a:extLst>
              <a:ext uri="{FF2B5EF4-FFF2-40B4-BE49-F238E27FC236}">
                <a16:creationId xmlns:a16="http://schemas.microsoft.com/office/drawing/2014/main" id="{A9F5B353-65E0-836F-342B-224CD3CB41DB}"/>
              </a:ext>
            </a:extLst>
          </p:cNvPr>
          <p:cNvSpPr txBox="1"/>
          <p:nvPr/>
        </p:nvSpPr>
        <p:spPr>
          <a:xfrm>
            <a:off x="2110667" y="2566343"/>
            <a:ext cx="877163"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上平台充充电</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文本框 134">
            <a:extLst>
              <a:ext uri="{FF2B5EF4-FFF2-40B4-BE49-F238E27FC236}">
                <a16:creationId xmlns:a16="http://schemas.microsoft.com/office/drawing/2014/main" id="{E924B0E9-1BBD-B94D-82CC-86AB5823E1CC}"/>
              </a:ext>
            </a:extLst>
          </p:cNvPr>
          <p:cNvSpPr txBox="1"/>
          <p:nvPr/>
        </p:nvSpPr>
        <p:spPr>
          <a:xfrm>
            <a:off x="3266643" y="2332141"/>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哇</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我发现平台居然有直播</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文本框 135">
            <a:extLst>
              <a:ext uri="{FF2B5EF4-FFF2-40B4-BE49-F238E27FC236}">
                <a16:creationId xmlns:a16="http://schemas.microsoft.com/office/drawing/2014/main" id="{10DE48F5-F0EA-D8E6-644F-22E70F41B3F3}"/>
              </a:ext>
            </a:extLst>
          </p:cNvPr>
          <p:cNvSpPr txBox="1"/>
          <p:nvPr/>
        </p:nvSpPr>
        <p:spPr>
          <a:xfrm>
            <a:off x="6153150" y="2332141"/>
            <a:ext cx="877163" cy="440890"/>
          </a:xfrm>
          <a:prstGeom prst="rect">
            <a:avLst/>
          </a:prstGeom>
          <a:noFill/>
        </p:spPr>
        <p:txBody>
          <a:bodyPr wrap="square" rtlCol="0">
            <a:spAutoFit/>
          </a:bodyPr>
          <a:lstStyle>
            <a:defPPr>
              <a:defRPr lang="en-US"/>
            </a:defPPr>
            <a:lvl1pPr>
              <a:lnSpc>
                <a:spcPct val="130000"/>
              </a:lnSpc>
              <a:defRPr sz="900">
                <a:latin typeface="OPPOSans R" panose="00020600040101010101" pitchFamily="18" charset="-122"/>
                <a:ea typeface="OPPOSans R" panose="00020600040101010101" pitchFamily="18" charset="-122"/>
                <a:cs typeface="OPPOSans R" panose="00020600040101010101" pitchFamily="18" charset="-122"/>
              </a:defRPr>
            </a:lvl1pPr>
          </a:lstStyle>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直播间大家都</a:t>
            </a:r>
            <a:endParaRPr lang="en-US" altLang="zh-CN"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讨论什么呢？</a:t>
            </a:r>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文本框 136">
            <a:extLst>
              <a:ext uri="{FF2B5EF4-FFF2-40B4-BE49-F238E27FC236}">
                <a16:creationId xmlns:a16="http://schemas.microsoft.com/office/drawing/2014/main" id="{15F8E2FF-4CED-3D87-BA14-7985FBB0451A}"/>
              </a:ext>
            </a:extLst>
          </p:cNvPr>
          <p:cNvSpPr txBox="1"/>
          <p:nvPr/>
        </p:nvSpPr>
        <p:spPr>
          <a:xfrm>
            <a:off x="7646556" y="2332141"/>
            <a:ext cx="877163" cy="440890"/>
          </a:xfrm>
          <a:prstGeom prst="rect">
            <a:avLst/>
          </a:prstGeom>
          <a:noFill/>
        </p:spPr>
        <p:txBody>
          <a:bodyPr wrap="square" rtlCol="0">
            <a:spAutoFit/>
          </a:bodyPr>
          <a:lstStyle>
            <a:defPPr>
              <a:defRPr lang="en-US"/>
            </a:defPPr>
            <a:lvl1pPr>
              <a:lnSpc>
                <a:spcPct val="130000"/>
              </a:lnSpc>
              <a:defRPr sz="900">
                <a:latin typeface="OPPOSans R" panose="00020600040101010101" pitchFamily="18" charset="-122"/>
                <a:ea typeface="OPPOSans R" panose="00020600040101010101" pitchFamily="18" charset="-122"/>
                <a:cs typeface="OPPOSans R" panose="00020600040101010101" pitchFamily="18" charset="-122"/>
              </a:defRPr>
            </a:lvl1pPr>
          </a:lstStyle>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主播看不到我</a:t>
            </a:r>
            <a:endParaRPr lang="en-US" altLang="zh-CN"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的提问</a:t>
            </a:r>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文本框 137">
            <a:extLst>
              <a:ext uri="{FF2B5EF4-FFF2-40B4-BE49-F238E27FC236}">
                <a16:creationId xmlns:a16="http://schemas.microsoft.com/office/drawing/2014/main" id="{34A765E7-2C0E-50BD-C14A-58AC4B3CD462}"/>
              </a:ext>
            </a:extLst>
          </p:cNvPr>
          <p:cNvSpPr txBox="1"/>
          <p:nvPr/>
        </p:nvSpPr>
        <p:spPr>
          <a:xfrm>
            <a:off x="8954656" y="2332141"/>
            <a:ext cx="877163" cy="440890"/>
          </a:xfrm>
          <a:prstGeom prst="rect">
            <a:avLst/>
          </a:prstGeom>
          <a:noFill/>
        </p:spPr>
        <p:txBody>
          <a:bodyPr wrap="square" rtlCol="0">
            <a:spAutoFit/>
          </a:bodyPr>
          <a:lstStyle>
            <a:defPPr>
              <a:defRPr lang="en-US"/>
            </a:defPPr>
            <a:lvl1pPr>
              <a:lnSpc>
                <a:spcPct val="130000"/>
              </a:lnSpc>
              <a:defRPr sz="900">
                <a:latin typeface="OPPOSans R" panose="00020600040101010101" pitchFamily="18" charset="-122"/>
                <a:ea typeface="OPPOSans R" panose="00020600040101010101" pitchFamily="18" charset="-122"/>
                <a:cs typeface="OPPOSans R" panose="00020600040101010101" pitchFamily="18" charset="-122"/>
              </a:defRPr>
            </a:lvl1pPr>
          </a:lstStyle>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有点累了，但</a:t>
            </a:r>
            <a:endParaRPr lang="en-US" altLang="zh-CN"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r>
              <a:rPr lang="zh-CN" alt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挺有意思</a:t>
            </a:r>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文本框 138">
            <a:extLst>
              <a:ext uri="{FF2B5EF4-FFF2-40B4-BE49-F238E27FC236}">
                <a16:creationId xmlns:a16="http://schemas.microsoft.com/office/drawing/2014/main" id="{816C6755-DADA-C0DC-61F8-69787C84F092}"/>
              </a:ext>
            </a:extLst>
          </p:cNvPr>
          <p:cNvSpPr txBox="1"/>
          <p:nvPr/>
        </p:nvSpPr>
        <p:spPr>
          <a:xfrm>
            <a:off x="2546351" y="1609858"/>
            <a:ext cx="914400"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平台直播与平台生态链接，让用户更容易发现平台直播</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文本框 139">
            <a:extLst>
              <a:ext uri="{FF2B5EF4-FFF2-40B4-BE49-F238E27FC236}">
                <a16:creationId xmlns:a16="http://schemas.microsoft.com/office/drawing/2014/main" id="{9C6B14FE-CB29-BBB5-5A75-B94DE91AEE6C}"/>
              </a:ext>
            </a:extLst>
          </p:cNvPr>
          <p:cNvSpPr txBox="1"/>
          <p:nvPr/>
        </p:nvSpPr>
        <p:spPr>
          <a:xfrm>
            <a:off x="4176055" y="1403170"/>
            <a:ext cx="85444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直播大厅的内容更直观，更清晰</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文本框 140">
            <a:extLst>
              <a:ext uri="{FF2B5EF4-FFF2-40B4-BE49-F238E27FC236}">
                <a16:creationId xmlns:a16="http://schemas.microsoft.com/office/drawing/2014/main" id="{914F3068-8DDF-CF08-49B7-5891CB8261FB}"/>
              </a:ext>
            </a:extLst>
          </p:cNvPr>
          <p:cNvSpPr txBox="1"/>
          <p:nvPr/>
        </p:nvSpPr>
        <p:spPr>
          <a:xfrm>
            <a:off x="4176055" y="1716245"/>
            <a:ext cx="85444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直播入口设计更直观，易理解</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文本框 141">
            <a:extLst>
              <a:ext uri="{FF2B5EF4-FFF2-40B4-BE49-F238E27FC236}">
                <a16:creationId xmlns:a16="http://schemas.microsoft.com/office/drawing/2014/main" id="{3308C40A-C32C-5B22-899E-0C7835D21B4C}"/>
              </a:ext>
            </a:extLst>
          </p:cNvPr>
          <p:cNvSpPr txBox="1"/>
          <p:nvPr/>
        </p:nvSpPr>
        <p:spPr>
          <a:xfrm>
            <a:off x="6978072" y="1413418"/>
            <a:ext cx="970205"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让用户快速知道直播的内容与进程</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文本框 142">
            <a:extLst>
              <a:ext uri="{FF2B5EF4-FFF2-40B4-BE49-F238E27FC236}">
                <a16:creationId xmlns:a16="http://schemas.microsoft.com/office/drawing/2014/main" id="{AC3723B7-D57E-8B7E-0F2D-A8FE4444B243}"/>
              </a:ext>
            </a:extLst>
          </p:cNvPr>
          <p:cNvSpPr txBox="1"/>
          <p:nvPr/>
        </p:nvSpPr>
        <p:spPr>
          <a:xfrm>
            <a:off x="6976898" y="1747271"/>
            <a:ext cx="971538"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直播见的信息过多时，也可以清晰直观</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文本框 143">
            <a:extLst>
              <a:ext uri="{FF2B5EF4-FFF2-40B4-BE49-F238E27FC236}">
                <a16:creationId xmlns:a16="http://schemas.microsoft.com/office/drawing/2014/main" id="{28F4B536-DFC0-8175-D407-2603D3F492AE}"/>
              </a:ext>
            </a:extLst>
          </p:cNvPr>
          <p:cNvSpPr txBox="1"/>
          <p:nvPr/>
        </p:nvSpPr>
        <p:spPr>
          <a:xfrm>
            <a:off x="8388350" y="1425575"/>
            <a:ext cx="89712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引导使用问答卡，优化问答卡的动效</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文本框 144">
            <a:extLst>
              <a:ext uri="{FF2B5EF4-FFF2-40B4-BE49-F238E27FC236}">
                <a16:creationId xmlns:a16="http://schemas.microsoft.com/office/drawing/2014/main" id="{A6D334DC-4342-5D33-2890-336D7D871871}"/>
              </a:ext>
            </a:extLst>
          </p:cNvPr>
          <p:cNvSpPr txBox="1"/>
          <p:nvPr/>
        </p:nvSpPr>
        <p:spPr>
          <a:xfrm>
            <a:off x="8388350" y="1725251"/>
            <a:ext cx="897120"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让互动更高效，更多元</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文本框 145">
            <a:extLst>
              <a:ext uri="{FF2B5EF4-FFF2-40B4-BE49-F238E27FC236}">
                <a16:creationId xmlns:a16="http://schemas.microsoft.com/office/drawing/2014/main" id="{1051E9F4-B5E4-A87B-1DAA-D97E730ED628}"/>
              </a:ext>
            </a:extLst>
          </p:cNvPr>
          <p:cNvSpPr txBox="1"/>
          <p:nvPr/>
        </p:nvSpPr>
        <p:spPr>
          <a:xfrm>
            <a:off x="9578975" y="1596050"/>
            <a:ext cx="914400"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关注主播后，可以收到相关直播与直播的信息</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文本框 146">
            <a:extLst>
              <a:ext uri="{FF2B5EF4-FFF2-40B4-BE49-F238E27FC236}">
                <a16:creationId xmlns:a16="http://schemas.microsoft.com/office/drawing/2014/main" id="{1D4090BE-AF1C-A437-C983-19A6C64DEAF1}"/>
              </a:ext>
            </a:extLst>
          </p:cNvPr>
          <p:cNvSpPr txBox="1"/>
          <p:nvPr/>
        </p:nvSpPr>
        <p:spPr>
          <a:xfrm>
            <a:off x="2110667" y="5295900"/>
            <a:ext cx="877163"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写写我的专栏</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文本框 147">
            <a:extLst>
              <a:ext uri="{FF2B5EF4-FFF2-40B4-BE49-F238E27FC236}">
                <a16:creationId xmlns:a16="http://schemas.microsoft.com/office/drawing/2014/main" id="{6EB5480E-C738-E777-990C-F1DB48536338}"/>
              </a:ext>
            </a:extLst>
          </p:cNvPr>
          <p:cNvSpPr txBox="1"/>
          <p:nvPr/>
        </p:nvSpPr>
        <p:spPr>
          <a:xfrm>
            <a:off x="3266643" y="5295900"/>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看看从哪里可以开启直播</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文本框 148">
            <a:extLst>
              <a:ext uri="{FF2B5EF4-FFF2-40B4-BE49-F238E27FC236}">
                <a16:creationId xmlns:a16="http://schemas.microsoft.com/office/drawing/2014/main" id="{E0B79A61-E915-4C20-F8FE-E2DB716CC596}"/>
              </a:ext>
            </a:extLst>
          </p:cNvPr>
          <p:cNvSpPr txBox="1"/>
          <p:nvPr/>
        </p:nvSpPr>
        <p:spPr>
          <a:xfrm>
            <a:off x="4658023" y="5295900"/>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我的真捅间都没几个人</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文本框 149">
            <a:extLst>
              <a:ext uri="{FF2B5EF4-FFF2-40B4-BE49-F238E27FC236}">
                <a16:creationId xmlns:a16="http://schemas.microsoft.com/office/drawing/2014/main" id="{2ACAA2EE-80E2-9D77-76F7-5FAE20447E45}"/>
              </a:ext>
            </a:extLst>
          </p:cNvPr>
          <p:cNvSpPr txBox="1"/>
          <p:nvPr/>
        </p:nvSpPr>
        <p:spPr>
          <a:xfrm>
            <a:off x="6168272" y="5295900"/>
            <a:ext cx="1067851"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不知道有多少人听到我说的干货</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文本框 150">
            <a:extLst>
              <a:ext uri="{FF2B5EF4-FFF2-40B4-BE49-F238E27FC236}">
                <a16:creationId xmlns:a16="http://schemas.microsoft.com/office/drawing/2014/main" id="{C73E2EAE-0C93-99AE-ABE0-612C58FC5B58}"/>
              </a:ext>
            </a:extLst>
          </p:cNvPr>
          <p:cNvSpPr txBox="1"/>
          <p:nvPr/>
        </p:nvSpPr>
        <p:spPr>
          <a:xfrm>
            <a:off x="7632998" y="5295900"/>
            <a:ext cx="977303" cy="440890"/>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人多互动时直猫问有点混乱</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文本框 151">
            <a:extLst>
              <a:ext uri="{FF2B5EF4-FFF2-40B4-BE49-F238E27FC236}">
                <a16:creationId xmlns:a16="http://schemas.microsoft.com/office/drawing/2014/main" id="{576F0447-0A84-A3EB-91E6-C6DAD2F3CDAC}"/>
              </a:ext>
            </a:extLst>
          </p:cNvPr>
          <p:cNvSpPr txBox="1"/>
          <p:nvPr/>
        </p:nvSpPr>
        <p:spPr>
          <a:xfrm>
            <a:off x="8912368" y="5295900"/>
            <a:ext cx="977303" cy="260841"/>
          </a:xfrm>
          <a:prstGeom prst="rect">
            <a:avLst/>
          </a:prstGeom>
          <a:noFill/>
        </p:spPr>
        <p:txBody>
          <a:bodyPr wrap="square" rtlCol="0">
            <a:spAutoFit/>
          </a:bodyPr>
          <a:lstStyle/>
          <a:p>
            <a:pPr>
              <a:lnSpc>
                <a:spcPct val="13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终于完成直额</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文本框 152">
            <a:extLst>
              <a:ext uri="{FF2B5EF4-FFF2-40B4-BE49-F238E27FC236}">
                <a16:creationId xmlns:a16="http://schemas.microsoft.com/office/drawing/2014/main" id="{5489D4C3-7610-AC67-1FE0-09F2A61F7B59}"/>
              </a:ext>
            </a:extLst>
          </p:cNvPr>
          <p:cNvSpPr txBox="1"/>
          <p:nvPr/>
        </p:nvSpPr>
        <p:spPr>
          <a:xfrm>
            <a:off x="3924299"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让想要开启直播的用户更容易了解相关知识直播</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文本框 153">
            <a:extLst>
              <a:ext uri="{FF2B5EF4-FFF2-40B4-BE49-F238E27FC236}">
                <a16:creationId xmlns:a16="http://schemas.microsoft.com/office/drawing/2014/main" id="{06AD4C5E-DA88-201B-1949-41BC466AA6BC}"/>
              </a:ext>
            </a:extLst>
          </p:cNvPr>
          <p:cNvSpPr txBox="1"/>
          <p:nvPr/>
        </p:nvSpPr>
        <p:spPr>
          <a:xfrm>
            <a:off x="5333999"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直播间人少无活跃度引导主播吸引人气化解尴尬</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文本框 154">
            <a:extLst>
              <a:ext uri="{FF2B5EF4-FFF2-40B4-BE49-F238E27FC236}">
                <a16:creationId xmlns:a16="http://schemas.microsoft.com/office/drawing/2014/main" id="{C460EAF6-2B37-E8DE-9548-6127B17135A5}"/>
              </a:ext>
            </a:extLst>
          </p:cNvPr>
          <p:cNvSpPr txBox="1"/>
          <p:nvPr/>
        </p:nvSpPr>
        <p:spPr>
          <a:xfrm>
            <a:off x="6934199"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保留下直播预约信息知识分享内容，并之后用于整理</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6" name="文本框 155">
            <a:extLst>
              <a:ext uri="{FF2B5EF4-FFF2-40B4-BE49-F238E27FC236}">
                <a16:creationId xmlns:a16="http://schemas.microsoft.com/office/drawing/2014/main" id="{FFB01C9F-A704-BA62-C6A2-0AEB4DD46495}"/>
              </a:ext>
            </a:extLst>
          </p:cNvPr>
          <p:cNvSpPr txBox="1"/>
          <p:nvPr/>
        </p:nvSpPr>
        <p:spPr>
          <a:xfrm>
            <a:off x="8254077" y="5973401"/>
            <a:ext cx="927102" cy="363561"/>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直播预览时，主要会错过很多信息</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文本框 156">
            <a:extLst>
              <a:ext uri="{FF2B5EF4-FFF2-40B4-BE49-F238E27FC236}">
                <a16:creationId xmlns:a16="http://schemas.microsoft.com/office/drawing/2014/main" id="{464145B4-326C-5D90-CAE5-45DDEA10786A}"/>
              </a:ext>
            </a:extLst>
          </p:cNvPr>
          <p:cNvSpPr txBox="1"/>
          <p:nvPr/>
        </p:nvSpPr>
        <p:spPr>
          <a:xfrm>
            <a:off x="9411622" y="5973401"/>
            <a:ext cx="927102" cy="503599"/>
          </a:xfrm>
          <a:prstGeom prst="rect">
            <a:avLst/>
          </a:prstGeom>
          <a:noFill/>
        </p:spPr>
        <p:txBody>
          <a:bodyPr wrap="square" rtlCol="0" anchor="ctr">
            <a:spAutoFit/>
          </a:bodyPr>
          <a:lstStyle/>
          <a:p>
            <a:pPr>
              <a:lnSpc>
                <a:spcPct val="130000"/>
              </a:lnSpc>
            </a:pPr>
            <a:r>
              <a:rPr lang="zh-CN" alt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直播过程中直播销售订单信息的可视化呈现</a:t>
            </a:r>
            <a:endParaRPr lang="en-US" sz="7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8" name="文本框 157">
            <a:extLst>
              <a:ext uri="{FF2B5EF4-FFF2-40B4-BE49-F238E27FC236}">
                <a16:creationId xmlns:a16="http://schemas.microsoft.com/office/drawing/2014/main" id="{BB08E6DB-5615-B8C7-7CA0-AD15AF635C6D}"/>
              </a:ext>
            </a:extLst>
          </p:cNvPr>
          <p:cNvSpPr txBox="1"/>
          <p:nvPr/>
        </p:nvSpPr>
        <p:spPr>
          <a:xfrm>
            <a:off x="2044787" y="3886273"/>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打开平台</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2" name="文本框 161">
            <a:extLst>
              <a:ext uri="{FF2B5EF4-FFF2-40B4-BE49-F238E27FC236}">
                <a16:creationId xmlns:a16="http://schemas.microsoft.com/office/drawing/2014/main" id="{6546D7B2-9EBB-4858-D1E5-F78915A623CD}"/>
              </a:ext>
            </a:extLst>
          </p:cNvPr>
          <p:cNvSpPr txBox="1"/>
          <p:nvPr/>
        </p:nvSpPr>
        <p:spPr>
          <a:xfrm>
            <a:off x="6622000" y="3660631"/>
            <a:ext cx="851515" cy="292388"/>
          </a:xfrm>
          <a:prstGeom prst="rect">
            <a:avLst/>
          </a:prstGeom>
          <a:noFill/>
        </p:spPr>
        <p:txBody>
          <a:bodyPr wrap="none" rtlCol="0">
            <a:spAutoFit/>
          </a:bodyPr>
          <a:lstStyle/>
          <a:p>
            <a:pPr algn="ctr"/>
            <a:r>
              <a:rPr lang="zh-CN" alt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观看直播</a:t>
            </a:r>
            <a:endParaRPr 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3" name="文本框 162">
            <a:extLst>
              <a:ext uri="{FF2B5EF4-FFF2-40B4-BE49-F238E27FC236}">
                <a16:creationId xmlns:a16="http://schemas.microsoft.com/office/drawing/2014/main" id="{A8CE737D-0E16-0A8B-DC7F-CD9D688CF4A8}"/>
              </a:ext>
            </a:extLst>
          </p:cNvPr>
          <p:cNvSpPr txBox="1"/>
          <p:nvPr/>
        </p:nvSpPr>
        <p:spPr>
          <a:xfrm>
            <a:off x="3771729" y="3660631"/>
            <a:ext cx="851515" cy="292388"/>
          </a:xfrm>
          <a:prstGeom prst="rect">
            <a:avLst/>
          </a:prstGeom>
          <a:noFill/>
        </p:spPr>
        <p:txBody>
          <a:bodyPr wrap="none" rtlCol="0">
            <a:spAutoFit/>
          </a:bodyPr>
          <a:lstStyle/>
          <a:p>
            <a:pPr algn="ctr"/>
            <a:r>
              <a:rPr lang="zh-CN" alt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寻找直播</a:t>
            </a:r>
            <a:endParaRPr lang="en-US" sz="13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4" name="文本框 163">
            <a:extLst>
              <a:ext uri="{FF2B5EF4-FFF2-40B4-BE49-F238E27FC236}">
                <a16:creationId xmlns:a16="http://schemas.microsoft.com/office/drawing/2014/main" id="{836C36A7-145A-27B7-4B7D-3F6212CD0EE7}"/>
              </a:ext>
            </a:extLst>
          </p:cNvPr>
          <p:cNvSpPr txBox="1"/>
          <p:nvPr/>
        </p:nvSpPr>
        <p:spPr>
          <a:xfrm>
            <a:off x="8228355" y="3886273"/>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直播互动</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5" name="文本框 164">
            <a:extLst>
              <a:ext uri="{FF2B5EF4-FFF2-40B4-BE49-F238E27FC236}">
                <a16:creationId xmlns:a16="http://schemas.microsoft.com/office/drawing/2014/main" id="{D5A7C2DD-321C-B95C-98F8-ADADF7111897}"/>
              </a:ext>
            </a:extLst>
          </p:cNvPr>
          <p:cNvSpPr txBox="1"/>
          <p:nvPr/>
        </p:nvSpPr>
        <p:spPr>
          <a:xfrm>
            <a:off x="9679412" y="3886273"/>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推出直播</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矩形: 圆角 76">
            <a:extLst>
              <a:ext uri="{FF2B5EF4-FFF2-40B4-BE49-F238E27FC236}">
                <a16:creationId xmlns:a16="http://schemas.microsoft.com/office/drawing/2014/main" id="{C647B2DA-EF8F-0C88-865F-E4CA956CB1BE}"/>
              </a:ext>
            </a:extLst>
          </p:cNvPr>
          <p:cNvSpPr/>
          <p:nvPr/>
        </p:nvSpPr>
        <p:spPr>
          <a:xfrm>
            <a:off x="3635375" y="4095750"/>
            <a:ext cx="1098550" cy="349250"/>
          </a:xfrm>
          <a:prstGeom prst="roundRect">
            <a:avLst>
              <a:gd name="adj" fmla="val 50000"/>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a:extLst>
              <a:ext uri="{FF2B5EF4-FFF2-40B4-BE49-F238E27FC236}">
                <a16:creationId xmlns:a16="http://schemas.microsoft.com/office/drawing/2014/main" id="{75682815-779D-C5DD-6F16-793FDCE8B66C}"/>
              </a:ext>
            </a:extLst>
          </p:cNvPr>
          <p:cNvSpPr/>
          <p:nvPr/>
        </p:nvSpPr>
        <p:spPr>
          <a:xfrm>
            <a:off x="5070475" y="4095750"/>
            <a:ext cx="1098550" cy="349250"/>
          </a:xfrm>
          <a:prstGeom prst="roundRect">
            <a:avLst>
              <a:gd name="adj" fmla="val 50000"/>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矩形: 圆角 79">
            <a:extLst>
              <a:ext uri="{FF2B5EF4-FFF2-40B4-BE49-F238E27FC236}">
                <a16:creationId xmlns:a16="http://schemas.microsoft.com/office/drawing/2014/main" id="{A4F5DAD2-8334-36A6-884B-75A9BBFC6180}"/>
              </a:ext>
            </a:extLst>
          </p:cNvPr>
          <p:cNvSpPr/>
          <p:nvPr/>
        </p:nvSpPr>
        <p:spPr>
          <a:xfrm>
            <a:off x="6492875" y="4095750"/>
            <a:ext cx="1098550" cy="349250"/>
          </a:xfrm>
          <a:prstGeom prst="roundRect">
            <a:avLst>
              <a:gd name="adj" fmla="val 50000"/>
            </a:avLst>
          </a:prstGeom>
          <a:solidFill>
            <a:schemeClr val="accent1">
              <a:lumMod val="20000"/>
              <a:lumOff val="80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任意多边形: 形状 109">
            <a:extLst>
              <a:ext uri="{FF2B5EF4-FFF2-40B4-BE49-F238E27FC236}">
                <a16:creationId xmlns:a16="http://schemas.microsoft.com/office/drawing/2014/main" id="{98CA5031-CDF0-9568-8112-33CE908AD9FB}"/>
              </a:ext>
            </a:extLst>
          </p:cNvPr>
          <p:cNvSpPr/>
          <p:nvPr/>
        </p:nvSpPr>
        <p:spPr>
          <a:xfrm>
            <a:off x="4864169" y="424180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任意多边形: 形状 110">
            <a:extLst>
              <a:ext uri="{FF2B5EF4-FFF2-40B4-BE49-F238E27FC236}">
                <a16:creationId xmlns:a16="http://schemas.microsoft.com/office/drawing/2014/main" id="{65CAB996-E4C9-C8F7-6E18-D18A10EDA408}"/>
              </a:ext>
            </a:extLst>
          </p:cNvPr>
          <p:cNvSpPr/>
          <p:nvPr/>
        </p:nvSpPr>
        <p:spPr>
          <a:xfrm>
            <a:off x="6299269" y="4241800"/>
            <a:ext cx="41332" cy="82683"/>
          </a:xfrm>
          <a:custGeom>
            <a:avLst/>
            <a:gdLst>
              <a:gd name="connsiteX0" fmla="*/ 0 w 41332"/>
              <a:gd name="connsiteY0" fmla="*/ 0 h 82683"/>
              <a:gd name="connsiteX1" fmla="*/ 41332 w 41332"/>
              <a:gd name="connsiteY1" fmla="*/ 41339 h 82683"/>
              <a:gd name="connsiteX2" fmla="*/ 0 w 41332"/>
              <a:gd name="connsiteY2" fmla="*/ 82683 h 82683"/>
            </a:gdLst>
            <a:ahLst/>
            <a:cxnLst>
              <a:cxn ang="0">
                <a:pos x="connsiteX0" y="connsiteY0"/>
              </a:cxn>
              <a:cxn ang="0">
                <a:pos x="connsiteX1" y="connsiteY1"/>
              </a:cxn>
              <a:cxn ang="0">
                <a:pos x="connsiteX2" y="connsiteY2"/>
              </a:cxn>
            </a:cxnLst>
            <a:rect l="l" t="t" r="r" b="b"/>
            <a:pathLst>
              <a:path w="41332" h="82683">
                <a:moveTo>
                  <a:pt x="0" y="0"/>
                </a:moveTo>
                <a:lnTo>
                  <a:pt x="41332"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任意多边形: 形状 111">
            <a:extLst>
              <a:ext uri="{FF2B5EF4-FFF2-40B4-BE49-F238E27FC236}">
                <a16:creationId xmlns:a16="http://schemas.microsoft.com/office/drawing/2014/main" id="{45A56F1F-9A54-D9E9-4EED-6E6AE8AC7067}"/>
              </a:ext>
            </a:extLst>
          </p:cNvPr>
          <p:cNvSpPr/>
          <p:nvPr/>
        </p:nvSpPr>
        <p:spPr>
          <a:xfrm>
            <a:off x="7689913" y="4241800"/>
            <a:ext cx="41338" cy="82683"/>
          </a:xfrm>
          <a:custGeom>
            <a:avLst/>
            <a:gdLst>
              <a:gd name="connsiteX0" fmla="*/ 0 w 41338"/>
              <a:gd name="connsiteY0" fmla="*/ 0 h 82683"/>
              <a:gd name="connsiteX1" fmla="*/ 41339 w 41338"/>
              <a:gd name="connsiteY1" fmla="*/ 41339 h 82683"/>
              <a:gd name="connsiteX2" fmla="*/ 0 w 41338"/>
              <a:gd name="connsiteY2" fmla="*/ 82683 h 82683"/>
            </a:gdLst>
            <a:ahLst/>
            <a:cxnLst>
              <a:cxn ang="0">
                <a:pos x="connsiteX0" y="connsiteY0"/>
              </a:cxn>
              <a:cxn ang="0">
                <a:pos x="connsiteX1" y="connsiteY1"/>
              </a:cxn>
              <a:cxn ang="0">
                <a:pos x="connsiteX2" y="connsiteY2"/>
              </a:cxn>
            </a:cxnLst>
            <a:rect l="l" t="t" r="r" b="b"/>
            <a:pathLst>
              <a:path w="41338" h="82683">
                <a:moveTo>
                  <a:pt x="0" y="0"/>
                </a:moveTo>
                <a:lnTo>
                  <a:pt x="41339" y="41339"/>
                </a:lnTo>
                <a:lnTo>
                  <a:pt x="0" y="82683"/>
                </a:lnTo>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9" name="文本框 158">
            <a:extLst>
              <a:ext uri="{FF2B5EF4-FFF2-40B4-BE49-F238E27FC236}">
                <a16:creationId xmlns:a16="http://schemas.microsoft.com/office/drawing/2014/main" id="{2C64E526-188D-8B2C-4B17-34784D2E4D1B}"/>
              </a:ext>
            </a:extLst>
          </p:cNvPr>
          <p:cNvSpPr txBox="1"/>
          <p:nvPr/>
        </p:nvSpPr>
        <p:spPr>
          <a:xfrm>
            <a:off x="3758893" y="4124181"/>
            <a:ext cx="851515" cy="292388"/>
          </a:xfrm>
          <a:prstGeom prst="rect">
            <a:avLst/>
          </a:prstGeom>
          <a:noFill/>
        </p:spPr>
        <p:txBody>
          <a:bodyPr wrap="none" rtlCol="0">
            <a:spAutoFit/>
          </a:bodyPr>
          <a:lstStyle/>
          <a:p>
            <a:pPr algn="ct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开启直播</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0" name="文本框 159">
            <a:extLst>
              <a:ext uri="{FF2B5EF4-FFF2-40B4-BE49-F238E27FC236}">
                <a16:creationId xmlns:a16="http://schemas.microsoft.com/office/drawing/2014/main" id="{9DE23B1E-6A79-C127-19FF-87BBD61BBD6C}"/>
              </a:ext>
            </a:extLst>
          </p:cNvPr>
          <p:cNvSpPr txBox="1"/>
          <p:nvPr/>
        </p:nvSpPr>
        <p:spPr>
          <a:xfrm>
            <a:off x="5193993" y="4124181"/>
            <a:ext cx="851515" cy="292388"/>
          </a:xfrm>
          <a:prstGeom prst="rect">
            <a:avLst/>
          </a:prstGeom>
          <a:noFill/>
        </p:spPr>
        <p:txBody>
          <a:bodyPr wrap="none" rtlCol="0">
            <a:spAutoFit/>
          </a:bodyPr>
          <a:lstStyle/>
          <a:p>
            <a:pPr algn="ct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等待观众</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1" name="文本框 160">
            <a:extLst>
              <a:ext uri="{FF2B5EF4-FFF2-40B4-BE49-F238E27FC236}">
                <a16:creationId xmlns:a16="http://schemas.microsoft.com/office/drawing/2014/main" id="{04564F17-64E7-CF77-8E22-FE22835118EC}"/>
              </a:ext>
            </a:extLst>
          </p:cNvPr>
          <p:cNvSpPr txBox="1"/>
          <p:nvPr/>
        </p:nvSpPr>
        <p:spPr>
          <a:xfrm>
            <a:off x="6616393" y="4124181"/>
            <a:ext cx="851515" cy="292388"/>
          </a:xfrm>
          <a:prstGeom prst="rect">
            <a:avLst/>
          </a:prstGeom>
          <a:noFill/>
        </p:spPr>
        <p:txBody>
          <a:bodyPr wrap="none" rtlCol="0">
            <a:spAutoFit/>
          </a:bodyPr>
          <a:lstStyle/>
          <a:p>
            <a:pPr algn="ct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知识分享</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椭圆 2">
            <a:extLst>
              <a:ext uri="{FF2B5EF4-FFF2-40B4-BE49-F238E27FC236}">
                <a16:creationId xmlns:a16="http://schemas.microsoft.com/office/drawing/2014/main" id="{7F5465E7-1BE1-68C1-781B-010391E66DD5}"/>
              </a:ext>
            </a:extLst>
          </p:cNvPr>
          <p:cNvSpPr/>
          <p:nvPr/>
        </p:nvSpPr>
        <p:spPr>
          <a:xfrm>
            <a:off x="1158875" y="2591799"/>
            <a:ext cx="810802" cy="8108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17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 name="图形 2">
            <a:extLst>
              <a:ext uri="{FF2B5EF4-FFF2-40B4-BE49-F238E27FC236}">
                <a16:creationId xmlns:a16="http://schemas.microsoft.com/office/drawing/2014/main" id="{1A68BBEA-D6E0-F61E-E5AE-386B96FBA59E}"/>
              </a:ext>
            </a:extLst>
          </p:cNvPr>
          <p:cNvGrpSpPr/>
          <p:nvPr/>
        </p:nvGrpSpPr>
        <p:grpSpPr>
          <a:xfrm>
            <a:off x="1411679" y="2790027"/>
            <a:ext cx="305194" cy="414346"/>
            <a:chOff x="3154072" y="343971"/>
            <a:chExt cx="740346" cy="1005125"/>
          </a:xfrm>
          <a:solidFill>
            <a:schemeClr val="bg1"/>
          </a:solidFill>
        </p:grpSpPr>
        <p:sp>
          <p:nvSpPr>
            <p:cNvPr id="5" name="任意多边形: 形状 4">
              <a:extLst>
                <a:ext uri="{FF2B5EF4-FFF2-40B4-BE49-F238E27FC236}">
                  <a16:creationId xmlns:a16="http://schemas.microsoft.com/office/drawing/2014/main" id="{E75DB43D-2990-C492-A604-A26E693983CD}"/>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6" name="任意多边形: 形状 5">
              <a:extLst>
                <a:ext uri="{FF2B5EF4-FFF2-40B4-BE49-F238E27FC236}">
                  <a16:creationId xmlns:a16="http://schemas.microsoft.com/office/drawing/2014/main" id="{4793B9CA-3236-FDDA-7231-E4D088253DB8}"/>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30" name="任意多边形: 形状 29">
              <a:extLst>
                <a:ext uri="{FF2B5EF4-FFF2-40B4-BE49-F238E27FC236}">
                  <a16:creationId xmlns:a16="http://schemas.microsoft.com/office/drawing/2014/main" id="{9C6F2306-3CA1-B372-AC96-A53B66466A1A}"/>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31" name="图形 2">
              <a:extLst>
                <a:ext uri="{FF2B5EF4-FFF2-40B4-BE49-F238E27FC236}">
                  <a16:creationId xmlns:a16="http://schemas.microsoft.com/office/drawing/2014/main" id="{0031BFE8-3E98-2824-2F1A-FA552BAD6D3B}"/>
                </a:ext>
              </a:extLst>
            </p:cNvPr>
            <p:cNvGrpSpPr/>
            <p:nvPr/>
          </p:nvGrpSpPr>
          <p:grpSpPr>
            <a:xfrm>
              <a:off x="3318475" y="356830"/>
              <a:ext cx="411548" cy="147447"/>
              <a:chOff x="3318475" y="356830"/>
              <a:chExt cx="411548" cy="147447"/>
            </a:xfrm>
            <a:grpFill/>
          </p:grpSpPr>
          <p:sp>
            <p:nvSpPr>
              <p:cNvPr id="32" name="任意多边形: 形状 31">
                <a:extLst>
                  <a:ext uri="{FF2B5EF4-FFF2-40B4-BE49-F238E27FC236}">
                    <a16:creationId xmlns:a16="http://schemas.microsoft.com/office/drawing/2014/main" id="{0253381B-2EFD-08A8-1AEC-E8CF16324273}"/>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33" name="任意多边形: 形状 32">
                <a:extLst>
                  <a:ext uri="{FF2B5EF4-FFF2-40B4-BE49-F238E27FC236}">
                    <a16:creationId xmlns:a16="http://schemas.microsoft.com/office/drawing/2014/main" id="{8D63D532-5926-51FE-BC85-A077A3B978B3}"/>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sp>
        <p:nvSpPr>
          <p:cNvPr id="46" name="椭圆 45">
            <a:extLst>
              <a:ext uri="{FF2B5EF4-FFF2-40B4-BE49-F238E27FC236}">
                <a16:creationId xmlns:a16="http://schemas.microsoft.com/office/drawing/2014/main" id="{19BDF09A-D95D-3251-8D17-043B0496990E}"/>
              </a:ext>
            </a:extLst>
          </p:cNvPr>
          <p:cNvSpPr/>
          <p:nvPr/>
        </p:nvSpPr>
        <p:spPr>
          <a:xfrm>
            <a:off x="1158875" y="4623516"/>
            <a:ext cx="810802" cy="810802"/>
          </a:xfrm>
          <a:prstGeom prst="ellipse">
            <a:avLst/>
          </a:prstGeom>
          <a:gradFill flip="none" rotWithShape="1">
            <a:gsLst>
              <a:gs pos="0">
                <a:schemeClr val="accent1">
                  <a:lumMod val="60000"/>
                  <a:lumOff val="40000"/>
                </a:schemeClr>
              </a:gs>
              <a:gs pos="84000">
                <a:schemeClr val="accent1">
                  <a:lumMod val="75000"/>
                </a:schemeClr>
              </a:gs>
            </a:gsLst>
            <a:lin ang="2700000" scaled="1"/>
            <a:tileRect/>
          </a:gradFill>
          <a:ln w="31750">
            <a:solidFill>
              <a:schemeClr val="accent1">
                <a:lumMod val="20000"/>
                <a:lumOff val="80000"/>
              </a:schemeClr>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7" name="图形 2">
            <a:extLst>
              <a:ext uri="{FF2B5EF4-FFF2-40B4-BE49-F238E27FC236}">
                <a16:creationId xmlns:a16="http://schemas.microsoft.com/office/drawing/2014/main" id="{7E1C470A-6523-D3A4-021C-50286680BEBE}"/>
              </a:ext>
            </a:extLst>
          </p:cNvPr>
          <p:cNvGrpSpPr/>
          <p:nvPr/>
        </p:nvGrpSpPr>
        <p:grpSpPr>
          <a:xfrm>
            <a:off x="1257277" y="4864165"/>
            <a:ext cx="613998" cy="342770"/>
            <a:chOff x="8040885" y="2227778"/>
            <a:chExt cx="1232296" cy="687943"/>
          </a:xfrm>
          <a:solidFill>
            <a:schemeClr val="bg1"/>
          </a:solidFill>
        </p:grpSpPr>
        <p:grpSp>
          <p:nvGrpSpPr>
            <p:cNvPr id="48" name="图形 2">
              <a:extLst>
                <a:ext uri="{FF2B5EF4-FFF2-40B4-BE49-F238E27FC236}">
                  <a16:creationId xmlns:a16="http://schemas.microsoft.com/office/drawing/2014/main" id="{904B2676-EBF6-0480-4F0D-A19EC2AAD9FC}"/>
                </a:ext>
              </a:extLst>
            </p:cNvPr>
            <p:cNvGrpSpPr/>
            <p:nvPr/>
          </p:nvGrpSpPr>
          <p:grpSpPr>
            <a:xfrm>
              <a:off x="8040885" y="2227778"/>
              <a:ext cx="850117" cy="687943"/>
              <a:chOff x="8040885" y="2227778"/>
              <a:chExt cx="850117" cy="687943"/>
            </a:xfrm>
            <a:grpFill/>
          </p:grpSpPr>
          <p:sp>
            <p:nvSpPr>
              <p:cNvPr id="50" name="任意多边形: 形状 49">
                <a:extLst>
                  <a:ext uri="{FF2B5EF4-FFF2-40B4-BE49-F238E27FC236}">
                    <a16:creationId xmlns:a16="http://schemas.microsoft.com/office/drawing/2014/main" id="{CFA9E06B-F11C-FE15-A813-3C2A26BA3976}"/>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51" name="图形 2">
                <a:extLst>
                  <a:ext uri="{FF2B5EF4-FFF2-40B4-BE49-F238E27FC236}">
                    <a16:creationId xmlns:a16="http://schemas.microsoft.com/office/drawing/2014/main" id="{CE33D236-8868-CFBD-0272-F4A7B3696931}"/>
                  </a:ext>
                </a:extLst>
              </p:cNvPr>
              <p:cNvGrpSpPr/>
              <p:nvPr/>
            </p:nvGrpSpPr>
            <p:grpSpPr>
              <a:xfrm>
                <a:off x="8058228" y="2720817"/>
                <a:ext cx="815424" cy="87465"/>
                <a:chOff x="8058228" y="2720817"/>
                <a:chExt cx="815424" cy="87465"/>
              </a:xfrm>
              <a:grpFill/>
            </p:grpSpPr>
            <p:sp>
              <p:nvSpPr>
                <p:cNvPr id="56" name="任意多边形: 形状 55">
                  <a:extLst>
                    <a:ext uri="{FF2B5EF4-FFF2-40B4-BE49-F238E27FC236}">
                      <a16:creationId xmlns:a16="http://schemas.microsoft.com/office/drawing/2014/main" id="{B462080C-7DB4-BBAA-9BD7-8BCF1391E891}"/>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7" name="任意多边形: 形状 56">
                  <a:extLst>
                    <a:ext uri="{FF2B5EF4-FFF2-40B4-BE49-F238E27FC236}">
                      <a16:creationId xmlns:a16="http://schemas.microsoft.com/office/drawing/2014/main" id="{96CEE372-A7BE-FFCA-86EF-806569A41D43}"/>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52" name="图形 2">
                <a:extLst>
                  <a:ext uri="{FF2B5EF4-FFF2-40B4-BE49-F238E27FC236}">
                    <a16:creationId xmlns:a16="http://schemas.microsoft.com/office/drawing/2014/main" id="{CFACA24A-5002-4C6A-0B62-589ADDB22EEA}"/>
                  </a:ext>
                </a:extLst>
              </p:cNvPr>
              <p:cNvGrpSpPr/>
              <p:nvPr/>
            </p:nvGrpSpPr>
            <p:grpSpPr>
              <a:xfrm>
                <a:off x="8375359" y="2800112"/>
                <a:ext cx="181153" cy="98266"/>
                <a:chOff x="8375359" y="2800112"/>
                <a:chExt cx="181153" cy="98266"/>
              </a:xfrm>
              <a:grpFill/>
            </p:grpSpPr>
            <p:sp>
              <p:nvSpPr>
                <p:cNvPr id="54" name="任意多边形: 形状 53">
                  <a:extLst>
                    <a:ext uri="{FF2B5EF4-FFF2-40B4-BE49-F238E27FC236}">
                      <a16:creationId xmlns:a16="http://schemas.microsoft.com/office/drawing/2014/main" id="{C167B9AD-848C-C208-C311-5420C757DA1D}"/>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5" name="任意多边形: 形状 54">
                  <a:extLst>
                    <a:ext uri="{FF2B5EF4-FFF2-40B4-BE49-F238E27FC236}">
                      <a16:creationId xmlns:a16="http://schemas.microsoft.com/office/drawing/2014/main" id="{99614A16-A6F2-4F42-9BF0-A610ACF88D5F}"/>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3" name="任意多边形: 形状 52">
                <a:extLst>
                  <a:ext uri="{FF2B5EF4-FFF2-40B4-BE49-F238E27FC236}">
                    <a16:creationId xmlns:a16="http://schemas.microsoft.com/office/drawing/2014/main" id="{B44369E6-82E1-3810-F10C-E40EDC575A63}"/>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9" name="任意多边形: 形状 48">
              <a:extLst>
                <a:ext uri="{FF2B5EF4-FFF2-40B4-BE49-F238E27FC236}">
                  <a16:creationId xmlns:a16="http://schemas.microsoft.com/office/drawing/2014/main" id="{3DB93C6A-47D7-13D4-A014-DA1C1B89B77A}"/>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
        <p:nvSpPr>
          <p:cNvPr id="2" name="文本框 1">
            <a:extLst>
              <a:ext uri="{FF2B5EF4-FFF2-40B4-BE49-F238E27FC236}">
                <a16:creationId xmlns:a16="http://schemas.microsoft.com/office/drawing/2014/main" id="{26D4D3F4-4C79-7777-6C9E-9840707B4E8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7" name="矩形 6">
            <a:extLst>
              <a:ext uri="{FF2B5EF4-FFF2-40B4-BE49-F238E27FC236}">
                <a16:creationId xmlns:a16="http://schemas.microsoft.com/office/drawing/2014/main" id="{65457039-5C35-E08C-E034-B34F582A294E}"/>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文本框 33">
            <a:extLst>
              <a:ext uri="{FF2B5EF4-FFF2-40B4-BE49-F238E27FC236}">
                <a16:creationId xmlns:a16="http://schemas.microsoft.com/office/drawing/2014/main" id="{4318B043-2EC2-9EA4-67AB-86BE05C2E32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49139545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任意多边形: 形状 11">
            <a:extLst>
              <a:ext uri="{FF2B5EF4-FFF2-40B4-BE49-F238E27FC236}">
                <a16:creationId xmlns:a16="http://schemas.microsoft.com/office/drawing/2014/main" id="{B30F87B5-E7D3-7BED-C0FC-9F165E040F40}"/>
              </a:ext>
            </a:extLst>
          </p:cNvPr>
          <p:cNvSpPr/>
          <p:nvPr/>
        </p:nvSpPr>
        <p:spPr>
          <a:xfrm>
            <a:off x="6650228" y="1257300"/>
            <a:ext cx="4832350" cy="4832350"/>
          </a:xfrm>
          <a:custGeom>
            <a:avLst/>
            <a:gdLst>
              <a:gd name="connsiteX0" fmla="*/ 4832350 w 4832350"/>
              <a:gd name="connsiteY0" fmla="*/ 2416175 h 4832350"/>
              <a:gd name="connsiteX1" fmla="*/ 2416175 w 4832350"/>
              <a:gd name="connsiteY1" fmla="*/ 4832350 h 4832350"/>
              <a:gd name="connsiteX2" fmla="*/ 0 w 4832350"/>
              <a:gd name="connsiteY2" fmla="*/ 2416175 h 4832350"/>
              <a:gd name="connsiteX3" fmla="*/ 2416175 w 4832350"/>
              <a:gd name="connsiteY3" fmla="*/ 0 h 4832350"/>
              <a:gd name="connsiteX4" fmla="*/ 4832350 w 4832350"/>
              <a:gd name="connsiteY4" fmla="*/ 2416175 h 483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2350" h="4832350">
                <a:moveTo>
                  <a:pt x="4832350" y="2416175"/>
                </a:moveTo>
                <a:cubicBezTo>
                  <a:pt x="4832350" y="3750592"/>
                  <a:pt x="3750592" y="4832350"/>
                  <a:pt x="2416175" y="4832350"/>
                </a:cubicBezTo>
                <a:cubicBezTo>
                  <a:pt x="1081759" y="4832350"/>
                  <a:pt x="0" y="3750592"/>
                  <a:pt x="0" y="2416175"/>
                </a:cubicBezTo>
                <a:cubicBezTo>
                  <a:pt x="0" y="1081758"/>
                  <a:pt x="1081759" y="0"/>
                  <a:pt x="2416175" y="0"/>
                </a:cubicBezTo>
                <a:cubicBezTo>
                  <a:pt x="3750592" y="0"/>
                  <a:pt x="4832350" y="1081758"/>
                  <a:pt x="4832350" y="2416175"/>
                </a:cubicBezTo>
                <a:close/>
              </a:path>
            </a:pathLst>
          </a:custGeom>
          <a:no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7C1BF2AD-04FA-6938-76CF-B7161A799295}"/>
              </a:ext>
            </a:extLst>
          </p:cNvPr>
          <p:cNvSpPr/>
          <p:nvPr/>
        </p:nvSpPr>
        <p:spPr>
          <a:xfrm>
            <a:off x="7355078" y="1962150"/>
            <a:ext cx="3422650" cy="3422650"/>
          </a:xfrm>
          <a:custGeom>
            <a:avLst/>
            <a:gdLst>
              <a:gd name="connsiteX0" fmla="*/ 3422650 w 3422650"/>
              <a:gd name="connsiteY0" fmla="*/ 1711325 h 3422650"/>
              <a:gd name="connsiteX1" fmla="*/ 1711325 w 3422650"/>
              <a:gd name="connsiteY1" fmla="*/ 3422650 h 3422650"/>
              <a:gd name="connsiteX2" fmla="*/ 0 w 3422650"/>
              <a:gd name="connsiteY2" fmla="*/ 1711325 h 3422650"/>
              <a:gd name="connsiteX3" fmla="*/ 1711325 w 3422650"/>
              <a:gd name="connsiteY3" fmla="*/ 0 h 3422650"/>
              <a:gd name="connsiteX4" fmla="*/ 3422650 w 3422650"/>
              <a:gd name="connsiteY4" fmla="*/ 1711325 h 3422650"/>
              <a:gd name="connsiteX5" fmla="*/ 436054 w 3422650"/>
              <a:gd name="connsiteY5" fmla="*/ 1711325 h 3422650"/>
              <a:gd name="connsiteX6" fmla="*/ 1711325 w 3422650"/>
              <a:gd name="connsiteY6" fmla="*/ 2986577 h 3422650"/>
              <a:gd name="connsiteX7" fmla="*/ 2986595 w 3422650"/>
              <a:gd name="connsiteY7" fmla="*/ 1711325 h 3422650"/>
              <a:gd name="connsiteX8" fmla="*/ 1711325 w 3422650"/>
              <a:gd name="connsiteY8" fmla="*/ 436074 h 3422650"/>
              <a:gd name="connsiteX9" fmla="*/ 436054 w 3422650"/>
              <a:gd name="connsiteY9" fmla="*/ 1711325 h 342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2650" h="3422650">
                <a:moveTo>
                  <a:pt x="3422650" y="1711325"/>
                </a:moveTo>
                <a:cubicBezTo>
                  <a:pt x="3422650" y="2656465"/>
                  <a:pt x="2656459" y="3422650"/>
                  <a:pt x="1711325" y="3422650"/>
                </a:cubicBezTo>
                <a:cubicBezTo>
                  <a:pt x="766190" y="3422650"/>
                  <a:pt x="0" y="2656465"/>
                  <a:pt x="0" y="1711325"/>
                </a:cubicBezTo>
                <a:cubicBezTo>
                  <a:pt x="0" y="766185"/>
                  <a:pt x="766190" y="0"/>
                  <a:pt x="1711325" y="0"/>
                </a:cubicBezTo>
                <a:cubicBezTo>
                  <a:pt x="2656459" y="0"/>
                  <a:pt x="3422650" y="766185"/>
                  <a:pt x="3422650" y="1711325"/>
                </a:cubicBezTo>
                <a:close/>
                <a:moveTo>
                  <a:pt x="436054" y="1711325"/>
                </a:moveTo>
                <a:cubicBezTo>
                  <a:pt x="436054" y="2415629"/>
                  <a:pt x="1007046" y="2986577"/>
                  <a:pt x="1711325" y="2986577"/>
                </a:cubicBezTo>
                <a:cubicBezTo>
                  <a:pt x="2415603" y="2986577"/>
                  <a:pt x="2986595" y="2415629"/>
                  <a:pt x="2986595" y="1711325"/>
                </a:cubicBezTo>
                <a:cubicBezTo>
                  <a:pt x="2986595" y="1007021"/>
                  <a:pt x="2415603" y="436074"/>
                  <a:pt x="1711325" y="436074"/>
                </a:cubicBezTo>
                <a:cubicBezTo>
                  <a:pt x="1007046" y="436074"/>
                  <a:pt x="436054" y="1007021"/>
                  <a:pt x="436054" y="1711325"/>
                </a:cubicBezTo>
                <a:close/>
              </a:path>
            </a:pathLst>
          </a:custGeom>
          <a:solidFill>
            <a:srgbClr val="000000">
              <a:alpha val="1000"/>
            </a:srgbClr>
          </a:solidFill>
          <a:ln w="38100" cap="flat">
            <a:solidFill>
              <a:srgbClr val="E7E7E7"/>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2F5AC417-4750-31D4-C1E6-4B9754B49E97}"/>
              </a:ext>
            </a:extLst>
          </p:cNvPr>
          <p:cNvSpPr/>
          <p:nvPr/>
        </p:nvSpPr>
        <p:spPr>
          <a:xfrm>
            <a:off x="8237728" y="2844800"/>
            <a:ext cx="1657350" cy="1657350"/>
          </a:xfrm>
          <a:custGeom>
            <a:avLst/>
            <a:gdLst>
              <a:gd name="connsiteX0" fmla="*/ 1657350 w 1657350"/>
              <a:gd name="connsiteY0" fmla="*/ 828675 h 1657350"/>
              <a:gd name="connsiteX1" fmla="*/ 828675 w 1657350"/>
              <a:gd name="connsiteY1" fmla="*/ 1657350 h 1657350"/>
              <a:gd name="connsiteX2" fmla="*/ 0 w 1657350"/>
              <a:gd name="connsiteY2" fmla="*/ 828675 h 1657350"/>
              <a:gd name="connsiteX3" fmla="*/ 828675 w 1657350"/>
              <a:gd name="connsiteY3" fmla="*/ 0 h 1657350"/>
              <a:gd name="connsiteX4" fmla="*/ 1657350 w 1657350"/>
              <a:gd name="connsiteY4" fmla="*/ 828675 h 1657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50" h="1657350">
                <a:moveTo>
                  <a:pt x="1657350" y="828675"/>
                </a:moveTo>
                <a:cubicBezTo>
                  <a:pt x="1657350" y="1286340"/>
                  <a:pt x="1286340" y="1657350"/>
                  <a:pt x="828675" y="1657350"/>
                </a:cubicBezTo>
                <a:cubicBezTo>
                  <a:pt x="371011" y="1657350"/>
                  <a:pt x="0" y="1286340"/>
                  <a:pt x="0" y="828675"/>
                </a:cubicBezTo>
                <a:cubicBezTo>
                  <a:pt x="0" y="371011"/>
                  <a:pt x="371011" y="0"/>
                  <a:pt x="828675" y="0"/>
                </a:cubicBezTo>
                <a:cubicBezTo>
                  <a:pt x="1286340" y="0"/>
                  <a:pt x="1657350" y="371011"/>
                  <a:pt x="1657350" y="828675"/>
                </a:cubicBezTo>
                <a:close/>
              </a:path>
            </a:pathLst>
          </a:custGeom>
          <a:noFill/>
          <a:ln w="1270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a:extLst>
              <a:ext uri="{FF2B5EF4-FFF2-40B4-BE49-F238E27FC236}">
                <a16:creationId xmlns:a16="http://schemas.microsoft.com/office/drawing/2014/main" id="{993B91B5-4873-9791-61F1-7982C8902F7D}"/>
              </a:ext>
            </a:extLst>
          </p:cNvPr>
          <p:cNvSpPr/>
          <p:nvPr/>
        </p:nvSpPr>
        <p:spPr>
          <a:xfrm>
            <a:off x="6840728" y="2876550"/>
            <a:ext cx="1066800" cy="1066800"/>
          </a:xfrm>
          <a:custGeom>
            <a:avLst/>
            <a:gdLst>
              <a:gd name="connsiteX0" fmla="*/ 1066800 w 1066800"/>
              <a:gd name="connsiteY0" fmla="*/ 533400 h 1066800"/>
              <a:gd name="connsiteX1" fmla="*/ 533400 w 1066800"/>
              <a:gd name="connsiteY1" fmla="*/ 1066800 h 1066800"/>
              <a:gd name="connsiteX2" fmla="*/ 0 w 1066800"/>
              <a:gd name="connsiteY2" fmla="*/ 533400 h 1066800"/>
              <a:gd name="connsiteX3" fmla="*/ 533400 w 1066800"/>
              <a:gd name="connsiteY3" fmla="*/ 0 h 1066800"/>
              <a:gd name="connsiteX4" fmla="*/ 1066800 w 1066800"/>
              <a:gd name="connsiteY4" fmla="*/ 533400 h 106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800" h="1066800">
                <a:moveTo>
                  <a:pt x="1066800" y="533400"/>
                </a:moveTo>
                <a:cubicBezTo>
                  <a:pt x="1066800" y="827989"/>
                  <a:pt x="827989" y="1066800"/>
                  <a:pt x="533400" y="1066800"/>
                </a:cubicBezTo>
                <a:cubicBezTo>
                  <a:pt x="238811" y="1066800"/>
                  <a:pt x="0" y="827989"/>
                  <a:pt x="0" y="533400"/>
                </a:cubicBezTo>
                <a:cubicBezTo>
                  <a:pt x="0" y="238811"/>
                  <a:pt x="238811" y="0"/>
                  <a:pt x="533400" y="0"/>
                </a:cubicBezTo>
                <a:cubicBezTo>
                  <a:pt x="827989" y="0"/>
                  <a:pt x="1066800" y="238811"/>
                  <a:pt x="1066800" y="53340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a:extLst>
              <a:ext uri="{FF2B5EF4-FFF2-40B4-BE49-F238E27FC236}">
                <a16:creationId xmlns:a16="http://schemas.microsoft.com/office/drawing/2014/main" id="{ED018308-7111-8AA0-3F44-EEA412963D4B}"/>
              </a:ext>
            </a:extLst>
          </p:cNvPr>
          <p:cNvSpPr/>
          <p:nvPr/>
        </p:nvSpPr>
        <p:spPr>
          <a:xfrm>
            <a:off x="8529828" y="3975100"/>
            <a:ext cx="1676400" cy="1676400"/>
          </a:xfrm>
          <a:custGeom>
            <a:avLst/>
            <a:gdLst>
              <a:gd name="connsiteX0" fmla="*/ 1676400 w 1676400"/>
              <a:gd name="connsiteY0" fmla="*/ 838200 h 1676400"/>
              <a:gd name="connsiteX1" fmla="*/ 838200 w 1676400"/>
              <a:gd name="connsiteY1" fmla="*/ 1676400 h 1676400"/>
              <a:gd name="connsiteX2" fmla="*/ 0 w 1676400"/>
              <a:gd name="connsiteY2" fmla="*/ 838200 h 1676400"/>
              <a:gd name="connsiteX3" fmla="*/ 838200 w 1676400"/>
              <a:gd name="connsiteY3" fmla="*/ 0 h 1676400"/>
              <a:gd name="connsiteX4" fmla="*/ 1676400 w 1676400"/>
              <a:gd name="connsiteY4" fmla="*/ 838200 h 1676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00" h="1676400">
                <a:moveTo>
                  <a:pt x="1676400" y="838200"/>
                </a:moveTo>
                <a:cubicBezTo>
                  <a:pt x="1676400" y="1301125"/>
                  <a:pt x="1301125" y="1676400"/>
                  <a:pt x="838200" y="1676400"/>
                </a:cubicBezTo>
                <a:cubicBezTo>
                  <a:pt x="375275" y="1676400"/>
                  <a:pt x="0" y="1301125"/>
                  <a:pt x="0" y="838200"/>
                </a:cubicBezTo>
                <a:cubicBezTo>
                  <a:pt x="0" y="375275"/>
                  <a:pt x="375275" y="0"/>
                  <a:pt x="838200" y="0"/>
                </a:cubicBezTo>
                <a:cubicBezTo>
                  <a:pt x="1301125" y="0"/>
                  <a:pt x="1676400" y="375275"/>
                  <a:pt x="1676400" y="83820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E6B9AE17-5116-E98D-6D24-7F5C7122EA17}"/>
              </a:ext>
            </a:extLst>
          </p:cNvPr>
          <p:cNvSpPr/>
          <p:nvPr/>
        </p:nvSpPr>
        <p:spPr>
          <a:xfrm rot="1675273">
            <a:off x="9364267" y="1454368"/>
            <a:ext cx="1722386" cy="2974059"/>
          </a:xfrm>
          <a:custGeom>
            <a:avLst/>
            <a:gdLst>
              <a:gd name="connsiteX0" fmla="*/ 1722386 w 1722386"/>
              <a:gd name="connsiteY0" fmla="*/ 1487030 h 2974059"/>
              <a:gd name="connsiteX1" fmla="*/ 861194 w 1722386"/>
              <a:gd name="connsiteY1" fmla="*/ 2974060 h 2974059"/>
              <a:gd name="connsiteX2" fmla="*/ 1 w 1722386"/>
              <a:gd name="connsiteY2" fmla="*/ 1487030 h 2974059"/>
              <a:gd name="connsiteX3" fmla="*/ 861194 w 1722386"/>
              <a:gd name="connsiteY3" fmla="*/ 0 h 2974059"/>
              <a:gd name="connsiteX4" fmla="*/ 1722386 w 1722386"/>
              <a:gd name="connsiteY4" fmla="*/ 1487030 h 2974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386" h="2974059">
                <a:moveTo>
                  <a:pt x="1722386" y="1487030"/>
                </a:moveTo>
                <a:cubicBezTo>
                  <a:pt x="1722386" y="2308294"/>
                  <a:pt x="1336817" y="2974060"/>
                  <a:pt x="861194" y="2974060"/>
                </a:cubicBezTo>
                <a:cubicBezTo>
                  <a:pt x="385570" y="2974060"/>
                  <a:pt x="1" y="2308294"/>
                  <a:pt x="1" y="1487030"/>
                </a:cubicBezTo>
                <a:cubicBezTo>
                  <a:pt x="1" y="665766"/>
                  <a:pt x="385570" y="0"/>
                  <a:pt x="861194" y="0"/>
                </a:cubicBezTo>
                <a:cubicBezTo>
                  <a:pt x="1336817" y="0"/>
                  <a:pt x="1722386" y="665766"/>
                  <a:pt x="1722386" y="148703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B2CB8F9D-3018-0E24-63FC-A41796FD3C95}"/>
              </a:ext>
            </a:extLst>
          </p:cNvPr>
          <p:cNvSpPr/>
          <p:nvPr/>
        </p:nvSpPr>
        <p:spPr>
          <a:xfrm>
            <a:off x="6828028" y="2908300"/>
            <a:ext cx="857250" cy="857250"/>
          </a:xfrm>
          <a:custGeom>
            <a:avLst/>
            <a:gdLst>
              <a:gd name="connsiteX0" fmla="*/ 857250 w 857250"/>
              <a:gd name="connsiteY0" fmla="*/ 428625 h 857250"/>
              <a:gd name="connsiteX1" fmla="*/ 428625 w 857250"/>
              <a:gd name="connsiteY1" fmla="*/ 857250 h 857250"/>
              <a:gd name="connsiteX2" fmla="*/ 0 w 857250"/>
              <a:gd name="connsiteY2" fmla="*/ 428625 h 857250"/>
              <a:gd name="connsiteX3" fmla="*/ 428625 w 857250"/>
              <a:gd name="connsiteY3" fmla="*/ 0 h 857250"/>
              <a:gd name="connsiteX4" fmla="*/ 857250 w 857250"/>
              <a:gd name="connsiteY4" fmla="*/ 428625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857250" y="428625"/>
                </a:moveTo>
                <a:cubicBezTo>
                  <a:pt x="857250" y="665348"/>
                  <a:pt x="665348" y="857250"/>
                  <a:pt x="428625" y="857250"/>
                </a:cubicBezTo>
                <a:cubicBezTo>
                  <a:pt x="191902" y="857250"/>
                  <a:pt x="0" y="665348"/>
                  <a:pt x="0" y="428625"/>
                </a:cubicBezTo>
                <a:cubicBezTo>
                  <a:pt x="0" y="191902"/>
                  <a:pt x="191902" y="0"/>
                  <a:pt x="428625" y="0"/>
                </a:cubicBezTo>
                <a:cubicBezTo>
                  <a:pt x="665348" y="0"/>
                  <a:pt x="857250" y="191902"/>
                  <a:pt x="857250" y="4286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a:extLst>
              <a:ext uri="{FF2B5EF4-FFF2-40B4-BE49-F238E27FC236}">
                <a16:creationId xmlns:a16="http://schemas.microsoft.com/office/drawing/2014/main" id="{CF1A304A-0904-EEB9-AD61-E414AFBE06EE}"/>
              </a:ext>
            </a:extLst>
          </p:cNvPr>
          <p:cNvSpPr/>
          <p:nvPr/>
        </p:nvSpPr>
        <p:spPr>
          <a:xfrm>
            <a:off x="8726678" y="5073650"/>
            <a:ext cx="857250" cy="857250"/>
          </a:xfrm>
          <a:custGeom>
            <a:avLst/>
            <a:gdLst>
              <a:gd name="connsiteX0" fmla="*/ 857250 w 857250"/>
              <a:gd name="connsiteY0" fmla="*/ 428625 h 857250"/>
              <a:gd name="connsiteX1" fmla="*/ 428625 w 857250"/>
              <a:gd name="connsiteY1" fmla="*/ 857250 h 857250"/>
              <a:gd name="connsiteX2" fmla="*/ 0 w 857250"/>
              <a:gd name="connsiteY2" fmla="*/ 428625 h 857250"/>
              <a:gd name="connsiteX3" fmla="*/ 428625 w 857250"/>
              <a:gd name="connsiteY3" fmla="*/ 0 h 857250"/>
              <a:gd name="connsiteX4" fmla="*/ 857250 w 857250"/>
              <a:gd name="connsiteY4" fmla="*/ 428625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857250" y="428625"/>
                </a:moveTo>
                <a:cubicBezTo>
                  <a:pt x="857250" y="665348"/>
                  <a:pt x="665348" y="857250"/>
                  <a:pt x="428625" y="857250"/>
                </a:cubicBezTo>
                <a:cubicBezTo>
                  <a:pt x="191902" y="857250"/>
                  <a:pt x="0" y="665348"/>
                  <a:pt x="0" y="428625"/>
                </a:cubicBezTo>
                <a:cubicBezTo>
                  <a:pt x="0" y="191902"/>
                  <a:pt x="191902" y="0"/>
                  <a:pt x="428625" y="0"/>
                </a:cubicBezTo>
                <a:cubicBezTo>
                  <a:pt x="665348" y="0"/>
                  <a:pt x="857250" y="191902"/>
                  <a:pt x="857250" y="4286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EAD70D3E-3813-74B1-7622-8BE9D1B73513}"/>
              </a:ext>
            </a:extLst>
          </p:cNvPr>
          <p:cNvSpPr/>
          <p:nvPr/>
        </p:nvSpPr>
        <p:spPr>
          <a:xfrm>
            <a:off x="10263378" y="1625600"/>
            <a:ext cx="857250" cy="857250"/>
          </a:xfrm>
          <a:custGeom>
            <a:avLst/>
            <a:gdLst>
              <a:gd name="connsiteX0" fmla="*/ 857250 w 857250"/>
              <a:gd name="connsiteY0" fmla="*/ 428625 h 857250"/>
              <a:gd name="connsiteX1" fmla="*/ 428625 w 857250"/>
              <a:gd name="connsiteY1" fmla="*/ 857250 h 857250"/>
              <a:gd name="connsiteX2" fmla="*/ 0 w 857250"/>
              <a:gd name="connsiteY2" fmla="*/ 428625 h 857250"/>
              <a:gd name="connsiteX3" fmla="*/ 428625 w 857250"/>
              <a:gd name="connsiteY3" fmla="*/ 0 h 857250"/>
              <a:gd name="connsiteX4" fmla="*/ 857250 w 857250"/>
              <a:gd name="connsiteY4" fmla="*/ 428625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857250" y="428625"/>
                </a:moveTo>
                <a:cubicBezTo>
                  <a:pt x="857250" y="665348"/>
                  <a:pt x="665348" y="857250"/>
                  <a:pt x="428625" y="857250"/>
                </a:cubicBezTo>
                <a:cubicBezTo>
                  <a:pt x="191902" y="857250"/>
                  <a:pt x="0" y="665348"/>
                  <a:pt x="0" y="428625"/>
                </a:cubicBezTo>
                <a:cubicBezTo>
                  <a:pt x="0" y="191902"/>
                  <a:pt x="191902" y="0"/>
                  <a:pt x="428625" y="0"/>
                </a:cubicBezTo>
                <a:cubicBezTo>
                  <a:pt x="665348" y="0"/>
                  <a:pt x="857250" y="191902"/>
                  <a:pt x="857250" y="42862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D70FA527-BEDB-6285-CFCB-CB655121330E}"/>
              </a:ext>
            </a:extLst>
          </p:cNvPr>
          <p:cNvSpPr/>
          <p:nvPr/>
        </p:nvSpPr>
        <p:spPr>
          <a:xfrm>
            <a:off x="9622028" y="2422525"/>
            <a:ext cx="1866900" cy="3159125"/>
          </a:xfrm>
          <a:custGeom>
            <a:avLst/>
            <a:gdLst>
              <a:gd name="connsiteX0" fmla="*/ 0 w 1866900"/>
              <a:gd name="connsiteY0" fmla="*/ 3159125 h 3159125"/>
              <a:gd name="connsiteX1" fmla="*/ 1478661 w 1866900"/>
              <a:gd name="connsiteY1" fmla="*/ 2432050 h 3159125"/>
              <a:gd name="connsiteX2" fmla="*/ 1347406 w 1866900"/>
              <a:gd name="connsiteY2" fmla="*/ 0 h 3159125"/>
              <a:gd name="connsiteX3" fmla="*/ 1866900 w 1866900"/>
              <a:gd name="connsiteY3" fmla="*/ 1292225 h 3159125"/>
              <a:gd name="connsiteX4" fmla="*/ 1847977 w 1866900"/>
              <a:gd name="connsiteY4" fmla="*/ 1558925 h 3159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6900" h="3159125">
                <a:moveTo>
                  <a:pt x="0" y="3159125"/>
                </a:moveTo>
                <a:cubicBezTo>
                  <a:pt x="601916" y="3159125"/>
                  <a:pt x="1137285" y="2874283"/>
                  <a:pt x="1478661" y="2432050"/>
                </a:cubicBezTo>
                <a:moveTo>
                  <a:pt x="1347406" y="0"/>
                </a:moveTo>
                <a:cubicBezTo>
                  <a:pt x="1669161" y="335413"/>
                  <a:pt x="1866900" y="790727"/>
                  <a:pt x="1866900" y="1292225"/>
                </a:cubicBezTo>
                <a:cubicBezTo>
                  <a:pt x="1866900" y="1382776"/>
                  <a:pt x="1860487" y="1471822"/>
                  <a:pt x="1847977" y="1558925"/>
                </a:cubicBezTo>
              </a:path>
            </a:pathLst>
          </a:custGeom>
          <a:noFill/>
          <a:ln w="1270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a:extLst>
              <a:ext uri="{FF2B5EF4-FFF2-40B4-BE49-F238E27FC236}">
                <a16:creationId xmlns:a16="http://schemas.microsoft.com/office/drawing/2014/main" id="{003507E3-091C-A2BA-4EDF-EFCE6749889E}"/>
              </a:ext>
            </a:extLst>
          </p:cNvPr>
          <p:cNvSpPr/>
          <p:nvPr/>
        </p:nvSpPr>
        <p:spPr>
          <a:xfrm>
            <a:off x="9364853" y="2517775"/>
            <a:ext cx="889000" cy="850900"/>
          </a:xfrm>
          <a:custGeom>
            <a:avLst/>
            <a:gdLst>
              <a:gd name="connsiteX0" fmla="*/ 889000 w 889000"/>
              <a:gd name="connsiteY0" fmla="*/ 0 h 850900"/>
              <a:gd name="connsiteX1" fmla="*/ 0 w 889000"/>
              <a:gd name="connsiteY1" fmla="*/ 850900 h 850900"/>
            </a:gdLst>
            <a:ahLst/>
            <a:cxnLst>
              <a:cxn ang="0">
                <a:pos x="connsiteX0" y="connsiteY0"/>
              </a:cxn>
              <a:cxn ang="0">
                <a:pos x="connsiteX1" y="connsiteY1"/>
              </a:cxn>
            </a:cxnLst>
            <a:rect l="l" t="t" r="r" b="b"/>
            <a:pathLst>
              <a:path w="889000" h="850900">
                <a:moveTo>
                  <a:pt x="889000" y="0"/>
                </a:moveTo>
                <a:lnTo>
                  <a:pt x="0" y="85090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EE2ABF8B-AD37-347E-F3E2-1FFF03723464}"/>
              </a:ext>
            </a:extLst>
          </p:cNvPr>
          <p:cNvSpPr/>
          <p:nvPr/>
        </p:nvSpPr>
        <p:spPr>
          <a:xfrm>
            <a:off x="7739253" y="3521075"/>
            <a:ext cx="714375" cy="133350"/>
          </a:xfrm>
          <a:custGeom>
            <a:avLst/>
            <a:gdLst>
              <a:gd name="connsiteX0" fmla="*/ 0 w 714375"/>
              <a:gd name="connsiteY0" fmla="*/ 0 h 133350"/>
              <a:gd name="connsiteX1" fmla="*/ 714375 w 714375"/>
              <a:gd name="connsiteY1" fmla="*/ 133350 h 133350"/>
            </a:gdLst>
            <a:ahLst/>
            <a:cxnLst>
              <a:cxn ang="0">
                <a:pos x="connsiteX0" y="connsiteY0"/>
              </a:cxn>
              <a:cxn ang="0">
                <a:pos x="connsiteX1" y="connsiteY1"/>
              </a:cxn>
            </a:cxnLst>
            <a:rect l="l" t="t" r="r" b="b"/>
            <a:pathLst>
              <a:path w="714375" h="133350">
                <a:moveTo>
                  <a:pt x="0" y="0"/>
                </a:moveTo>
                <a:lnTo>
                  <a:pt x="714375" y="13335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CB0ABDED-A655-7070-6E9F-87CAE73CA76F}"/>
              </a:ext>
            </a:extLst>
          </p:cNvPr>
          <p:cNvSpPr/>
          <p:nvPr/>
        </p:nvSpPr>
        <p:spPr>
          <a:xfrm>
            <a:off x="9069578" y="3984625"/>
            <a:ext cx="6350" cy="933450"/>
          </a:xfrm>
          <a:custGeom>
            <a:avLst/>
            <a:gdLst>
              <a:gd name="connsiteX0" fmla="*/ 0 w 6350"/>
              <a:gd name="connsiteY0" fmla="*/ 0 h 933450"/>
              <a:gd name="connsiteX1" fmla="*/ 0 w 6350"/>
              <a:gd name="connsiteY1" fmla="*/ 933450 h 933450"/>
            </a:gdLst>
            <a:ahLst/>
            <a:cxnLst>
              <a:cxn ang="0">
                <a:pos x="connsiteX0" y="connsiteY0"/>
              </a:cxn>
              <a:cxn ang="0">
                <a:pos x="connsiteX1" y="connsiteY1"/>
              </a:cxn>
            </a:cxnLst>
            <a:rect l="l" t="t" r="r" b="b"/>
            <a:pathLst>
              <a:path w="6350" h="933450">
                <a:moveTo>
                  <a:pt x="0" y="0"/>
                </a:moveTo>
                <a:lnTo>
                  <a:pt x="0" y="93345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a:extLst>
              <a:ext uri="{FF2B5EF4-FFF2-40B4-BE49-F238E27FC236}">
                <a16:creationId xmlns:a16="http://schemas.microsoft.com/office/drawing/2014/main" id="{F7B63E84-814A-FE8B-9DC1-BF21BDEBA609}"/>
              </a:ext>
            </a:extLst>
          </p:cNvPr>
          <p:cNvSpPr/>
          <p:nvPr/>
        </p:nvSpPr>
        <p:spPr>
          <a:xfrm>
            <a:off x="9202928" y="3987800"/>
            <a:ext cx="6350" cy="971550"/>
          </a:xfrm>
          <a:custGeom>
            <a:avLst/>
            <a:gdLst>
              <a:gd name="connsiteX0" fmla="*/ 0 w 6350"/>
              <a:gd name="connsiteY0" fmla="*/ 0 h 971550"/>
              <a:gd name="connsiteX1" fmla="*/ 0 w 6350"/>
              <a:gd name="connsiteY1" fmla="*/ 971550 h 971550"/>
            </a:gdLst>
            <a:ahLst/>
            <a:cxnLst>
              <a:cxn ang="0">
                <a:pos x="connsiteX0" y="connsiteY0"/>
              </a:cxn>
              <a:cxn ang="0">
                <a:pos x="connsiteX1" y="connsiteY1"/>
              </a:cxn>
            </a:cxnLst>
            <a:rect l="l" t="t" r="r" b="b"/>
            <a:pathLst>
              <a:path w="6350" h="971550">
                <a:moveTo>
                  <a:pt x="0" y="0"/>
                </a:moveTo>
                <a:lnTo>
                  <a:pt x="0" y="971550"/>
                </a:lnTo>
              </a:path>
            </a:pathLst>
          </a:custGeom>
          <a:noFill/>
          <a:ln w="6350" cap="flat">
            <a:solidFill>
              <a:srgbClr val="000000"/>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38">
            <a:extLst>
              <a:ext uri="{FF2B5EF4-FFF2-40B4-BE49-F238E27FC236}">
                <a16:creationId xmlns:a16="http://schemas.microsoft.com/office/drawing/2014/main" id="{DABC66EE-A655-B8AE-DDF5-34A60E921939}"/>
              </a:ext>
            </a:extLst>
          </p:cNvPr>
          <p:cNvSpPr/>
          <p:nvPr/>
        </p:nvSpPr>
        <p:spPr>
          <a:xfrm>
            <a:off x="8444865" y="3636778"/>
            <a:ext cx="32639" cy="33001"/>
          </a:xfrm>
          <a:custGeom>
            <a:avLst/>
            <a:gdLst>
              <a:gd name="connsiteX0" fmla="*/ 32639 w 32639"/>
              <a:gd name="connsiteY0" fmla="*/ 22574 h 33001"/>
              <a:gd name="connsiteX1" fmla="*/ 0 w 32639"/>
              <a:gd name="connsiteY1" fmla="*/ 33001 h 33001"/>
              <a:gd name="connsiteX2" fmla="*/ 6858 w 32639"/>
              <a:gd name="connsiteY2" fmla="*/ 0 h 33001"/>
              <a:gd name="connsiteX3" fmla="*/ 32639 w 32639"/>
              <a:gd name="connsiteY3" fmla="*/ 22574 h 33001"/>
            </a:gdLst>
            <a:ahLst/>
            <a:cxnLst>
              <a:cxn ang="0">
                <a:pos x="connsiteX0" y="connsiteY0"/>
              </a:cxn>
              <a:cxn ang="0">
                <a:pos x="connsiteX1" y="connsiteY1"/>
              </a:cxn>
              <a:cxn ang="0">
                <a:pos x="connsiteX2" y="connsiteY2"/>
              </a:cxn>
              <a:cxn ang="0">
                <a:pos x="connsiteX3" y="connsiteY3"/>
              </a:cxn>
            </a:cxnLst>
            <a:rect l="l" t="t" r="r" b="b"/>
            <a:pathLst>
              <a:path w="32639" h="33001">
                <a:moveTo>
                  <a:pt x="32639" y="22574"/>
                </a:moveTo>
                <a:lnTo>
                  <a:pt x="0" y="33001"/>
                </a:lnTo>
                <a:lnTo>
                  <a:pt x="6858" y="0"/>
                </a:lnTo>
                <a:lnTo>
                  <a:pt x="32639" y="22574"/>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任意多边形: 形状 39">
            <a:extLst>
              <a:ext uri="{FF2B5EF4-FFF2-40B4-BE49-F238E27FC236}">
                <a16:creationId xmlns:a16="http://schemas.microsoft.com/office/drawing/2014/main" id="{A6B97922-A594-FCDA-ED51-266555FA80DC}"/>
              </a:ext>
            </a:extLst>
          </p:cNvPr>
          <p:cNvSpPr/>
          <p:nvPr/>
        </p:nvSpPr>
        <p:spPr>
          <a:xfrm>
            <a:off x="7710741" y="3504228"/>
            <a:ext cx="32194" cy="33242"/>
          </a:xfrm>
          <a:custGeom>
            <a:avLst/>
            <a:gdLst>
              <a:gd name="connsiteX0" fmla="*/ 0 w 32194"/>
              <a:gd name="connsiteY0" fmla="*/ 11690 h 33242"/>
              <a:gd name="connsiteX1" fmla="*/ 26606 w 32194"/>
              <a:gd name="connsiteY1" fmla="*/ 33242 h 33242"/>
              <a:gd name="connsiteX2" fmla="*/ 32194 w 32194"/>
              <a:gd name="connsiteY2" fmla="*/ 0 h 33242"/>
              <a:gd name="connsiteX3" fmla="*/ 0 w 32194"/>
              <a:gd name="connsiteY3" fmla="*/ 11690 h 33242"/>
            </a:gdLst>
            <a:ahLst/>
            <a:cxnLst>
              <a:cxn ang="0">
                <a:pos x="connsiteX0" y="connsiteY0"/>
              </a:cxn>
              <a:cxn ang="0">
                <a:pos x="connsiteX1" y="connsiteY1"/>
              </a:cxn>
              <a:cxn ang="0">
                <a:pos x="connsiteX2" y="connsiteY2"/>
              </a:cxn>
              <a:cxn ang="0">
                <a:pos x="connsiteX3" y="connsiteY3"/>
              </a:cxn>
            </a:cxnLst>
            <a:rect l="l" t="t" r="r" b="b"/>
            <a:pathLst>
              <a:path w="32194" h="33242">
                <a:moveTo>
                  <a:pt x="0" y="11690"/>
                </a:moveTo>
                <a:lnTo>
                  <a:pt x="26606" y="33242"/>
                </a:lnTo>
                <a:lnTo>
                  <a:pt x="32194" y="0"/>
                </a:lnTo>
                <a:lnTo>
                  <a:pt x="0" y="11690"/>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a:extLst>
              <a:ext uri="{FF2B5EF4-FFF2-40B4-BE49-F238E27FC236}">
                <a16:creationId xmlns:a16="http://schemas.microsoft.com/office/drawing/2014/main" id="{7A571E83-6F8A-68E0-7AD8-0C96C5DDF3E5}"/>
              </a:ext>
            </a:extLst>
          </p:cNvPr>
          <p:cNvSpPr/>
          <p:nvPr/>
        </p:nvSpPr>
        <p:spPr>
          <a:xfrm>
            <a:off x="9186100" y="3964743"/>
            <a:ext cx="33655" cy="29819"/>
          </a:xfrm>
          <a:custGeom>
            <a:avLst/>
            <a:gdLst>
              <a:gd name="connsiteX0" fmla="*/ 16828 w 33655"/>
              <a:gd name="connsiteY0" fmla="*/ 0 h 29819"/>
              <a:gd name="connsiteX1" fmla="*/ 0 w 33655"/>
              <a:gd name="connsiteY1" fmla="*/ 29819 h 29819"/>
              <a:gd name="connsiteX2" fmla="*/ 33655 w 33655"/>
              <a:gd name="connsiteY2" fmla="*/ 29819 h 29819"/>
              <a:gd name="connsiteX3" fmla="*/ 16828 w 33655"/>
              <a:gd name="connsiteY3" fmla="*/ 0 h 29819"/>
            </a:gdLst>
            <a:ahLst/>
            <a:cxnLst>
              <a:cxn ang="0">
                <a:pos x="connsiteX0" y="connsiteY0"/>
              </a:cxn>
              <a:cxn ang="0">
                <a:pos x="connsiteX1" y="connsiteY1"/>
              </a:cxn>
              <a:cxn ang="0">
                <a:pos x="connsiteX2" y="connsiteY2"/>
              </a:cxn>
              <a:cxn ang="0">
                <a:pos x="connsiteX3" y="connsiteY3"/>
              </a:cxn>
            </a:cxnLst>
            <a:rect l="l" t="t" r="r" b="b"/>
            <a:pathLst>
              <a:path w="33655" h="29819">
                <a:moveTo>
                  <a:pt x="16828" y="0"/>
                </a:moveTo>
                <a:lnTo>
                  <a:pt x="0" y="29819"/>
                </a:lnTo>
                <a:lnTo>
                  <a:pt x="33655" y="29819"/>
                </a:lnTo>
                <a:lnTo>
                  <a:pt x="16828" y="0"/>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a:extLst>
              <a:ext uri="{FF2B5EF4-FFF2-40B4-BE49-F238E27FC236}">
                <a16:creationId xmlns:a16="http://schemas.microsoft.com/office/drawing/2014/main" id="{34B57201-CCED-0CC0-CEC2-413BE2023F60}"/>
              </a:ext>
            </a:extLst>
          </p:cNvPr>
          <p:cNvSpPr/>
          <p:nvPr/>
        </p:nvSpPr>
        <p:spPr>
          <a:xfrm>
            <a:off x="9052750" y="4914963"/>
            <a:ext cx="33655" cy="29819"/>
          </a:xfrm>
          <a:custGeom>
            <a:avLst/>
            <a:gdLst>
              <a:gd name="connsiteX0" fmla="*/ 16828 w 33655"/>
              <a:gd name="connsiteY0" fmla="*/ 29819 h 29819"/>
              <a:gd name="connsiteX1" fmla="*/ 0 w 33655"/>
              <a:gd name="connsiteY1" fmla="*/ 0 h 29819"/>
              <a:gd name="connsiteX2" fmla="*/ 33655 w 33655"/>
              <a:gd name="connsiteY2" fmla="*/ 0 h 29819"/>
              <a:gd name="connsiteX3" fmla="*/ 16828 w 33655"/>
              <a:gd name="connsiteY3" fmla="*/ 29819 h 29819"/>
            </a:gdLst>
            <a:ahLst/>
            <a:cxnLst>
              <a:cxn ang="0">
                <a:pos x="connsiteX0" y="connsiteY0"/>
              </a:cxn>
              <a:cxn ang="0">
                <a:pos x="connsiteX1" y="connsiteY1"/>
              </a:cxn>
              <a:cxn ang="0">
                <a:pos x="connsiteX2" y="connsiteY2"/>
              </a:cxn>
              <a:cxn ang="0">
                <a:pos x="connsiteX3" y="connsiteY3"/>
              </a:cxn>
            </a:cxnLst>
            <a:rect l="l" t="t" r="r" b="b"/>
            <a:pathLst>
              <a:path w="33655" h="29819">
                <a:moveTo>
                  <a:pt x="16828" y="29819"/>
                </a:moveTo>
                <a:lnTo>
                  <a:pt x="0" y="0"/>
                </a:lnTo>
                <a:lnTo>
                  <a:pt x="33655" y="0"/>
                </a:lnTo>
                <a:lnTo>
                  <a:pt x="16828" y="29819"/>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2D2CC90E-081D-4785-737C-5F16C9590060}"/>
              </a:ext>
            </a:extLst>
          </p:cNvPr>
          <p:cNvSpPr/>
          <p:nvPr/>
        </p:nvSpPr>
        <p:spPr>
          <a:xfrm>
            <a:off x="9343961" y="3355708"/>
            <a:ext cx="33337" cy="32626"/>
          </a:xfrm>
          <a:custGeom>
            <a:avLst/>
            <a:gdLst>
              <a:gd name="connsiteX0" fmla="*/ 0 w 33337"/>
              <a:gd name="connsiteY0" fmla="*/ 32626 h 32626"/>
              <a:gd name="connsiteX1" fmla="*/ 10414 w 33337"/>
              <a:gd name="connsiteY1" fmla="*/ 0 h 32626"/>
              <a:gd name="connsiteX2" fmla="*/ 33338 w 33337"/>
              <a:gd name="connsiteY2" fmla="*/ 24733 h 32626"/>
              <a:gd name="connsiteX3" fmla="*/ 0 w 33337"/>
              <a:gd name="connsiteY3" fmla="*/ 32626 h 32626"/>
            </a:gdLst>
            <a:ahLst/>
            <a:cxnLst>
              <a:cxn ang="0">
                <a:pos x="connsiteX0" y="connsiteY0"/>
              </a:cxn>
              <a:cxn ang="0">
                <a:pos x="connsiteX1" y="connsiteY1"/>
              </a:cxn>
              <a:cxn ang="0">
                <a:pos x="connsiteX2" y="connsiteY2"/>
              </a:cxn>
              <a:cxn ang="0">
                <a:pos x="connsiteX3" y="connsiteY3"/>
              </a:cxn>
            </a:cxnLst>
            <a:rect l="l" t="t" r="r" b="b"/>
            <a:pathLst>
              <a:path w="33337" h="32626">
                <a:moveTo>
                  <a:pt x="0" y="32626"/>
                </a:moveTo>
                <a:lnTo>
                  <a:pt x="10414" y="0"/>
                </a:lnTo>
                <a:lnTo>
                  <a:pt x="33338" y="24733"/>
                </a:lnTo>
                <a:lnTo>
                  <a:pt x="0" y="32626"/>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43">
            <a:extLst>
              <a:ext uri="{FF2B5EF4-FFF2-40B4-BE49-F238E27FC236}">
                <a16:creationId xmlns:a16="http://schemas.microsoft.com/office/drawing/2014/main" id="{23BA6170-2C56-EC2B-8FAE-707ED573C9AF}"/>
              </a:ext>
            </a:extLst>
          </p:cNvPr>
          <p:cNvSpPr/>
          <p:nvPr/>
        </p:nvSpPr>
        <p:spPr>
          <a:xfrm>
            <a:off x="10238930" y="2495975"/>
            <a:ext cx="32194" cy="33477"/>
          </a:xfrm>
          <a:custGeom>
            <a:avLst/>
            <a:gdLst>
              <a:gd name="connsiteX0" fmla="*/ 24955 w 32194"/>
              <a:gd name="connsiteY0" fmla="*/ 33477 h 33477"/>
              <a:gd name="connsiteX1" fmla="*/ 32194 w 32194"/>
              <a:gd name="connsiteY1" fmla="*/ 0 h 33477"/>
              <a:gd name="connsiteX2" fmla="*/ 0 w 32194"/>
              <a:gd name="connsiteY2" fmla="*/ 10014 h 33477"/>
              <a:gd name="connsiteX3" fmla="*/ 24955 w 32194"/>
              <a:gd name="connsiteY3" fmla="*/ 33477 h 33477"/>
            </a:gdLst>
            <a:ahLst/>
            <a:cxnLst>
              <a:cxn ang="0">
                <a:pos x="connsiteX0" y="connsiteY0"/>
              </a:cxn>
              <a:cxn ang="0">
                <a:pos x="connsiteX1" y="connsiteY1"/>
              </a:cxn>
              <a:cxn ang="0">
                <a:pos x="connsiteX2" y="connsiteY2"/>
              </a:cxn>
              <a:cxn ang="0">
                <a:pos x="connsiteX3" y="connsiteY3"/>
              </a:cxn>
            </a:cxnLst>
            <a:rect l="l" t="t" r="r" b="b"/>
            <a:pathLst>
              <a:path w="32194" h="33477">
                <a:moveTo>
                  <a:pt x="24955" y="33477"/>
                </a:moveTo>
                <a:lnTo>
                  <a:pt x="32194" y="0"/>
                </a:lnTo>
                <a:lnTo>
                  <a:pt x="0" y="10014"/>
                </a:lnTo>
                <a:lnTo>
                  <a:pt x="24955" y="33477"/>
                </a:lnTo>
                <a:close/>
              </a:path>
            </a:pathLst>
          </a:custGeom>
          <a:solidFill>
            <a:srgbClr val="000000"/>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a:extLst>
              <a:ext uri="{FF2B5EF4-FFF2-40B4-BE49-F238E27FC236}">
                <a16:creationId xmlns:a16="http://schemas.microsoft.com/office/drawing/2014/main" id="{63E749CE-E6DD-E899-CEF4-AA508C5C3D7B}"/>
              </a:ext>
            </a:extLst>
          </p:cNvPr>
          <p:cNvSpPr/>
          <p:nvPr/>
        </p:nvSpPr>
        <p:spPr>
          <a:xfrm>
            <a:off x="793750" y="3130550"/>
            <a:ext cx="74643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2571DF9D-2409-1BC8-D795-7D00FEBEB0A4}"/>
              </a:ext>
            </a:extLst>
          </p:cNvPr>
          <p:cNvSpPr/>
          <p:nvPr/>
        </p:nvSpPr>
        <p:spPr>
          <a:xfrm>
            <a:off x="3386289" y="3130550"/>
            <a:ext cx="74643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矩形: 圆角 53">
            <a:extLst>
              <a:ext uri="{FF2B5EF4-FFF2-40B4-BE49-F238E27FC236}">
                <a16:creationId xmlns:a16="http://schemas.microsoft.com/office/drawing/2014/main" id="{880A99F3-BF3D-6A07-3ABA-19FDC556788C}"/>
              </a:ext>
            </a:extLst>
          </p:cNvPr>
          <p:cNvSpPr/>
          <p:nvPr/>
        </p:nvSpPr>
        <p:spPr>
          <a:xfrm>
            <a:off x="3386289" y="4692650"/>
            <a:ext cx="86708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57">
            <a:extLst>
              <a:ext uri="{FF2B5EF4-FFF2-40B4-BE49-F238E27FC236}">
                <a16:creationId xmlns:a16="http://schemas.microsoft.com/office/drawing/2014/main" id="{1701CB30-6E05-776D-D105-98A5AE28E814}"/>
              </a:ext>
            </a:extLst>
          </p:cNvPr>
          <p:cNvSpPr/>
          <p:nvPr/>
        </p:nvSpPr>
        <p:spPr>
          <a:xfrm>
            <a:off x="793750" y="4692650"/>
            <a:ext cx="746436" cy="241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19EC8A1A-AFD9-5B7B-E239-A218EF89678D}"/>
              </a:ext>
            </a:extLst>
          </p:cNvPr>
          <p:cNvSpPr txBox="1"/>
          <p:nvPr/>
        </p:nvSpPr>
        <p:spPr>
          <a:xfrm>
            <a:off x="541462" y="1646333"/>
            <a:ext cx="6469891" cy="621773"/>
          </a:xfrm>
          <a:prstGeom prst="rect">
            <a:avLst/>
          </a:prstGeom>
          <a:noFill/>
        </p:spPr>
        <p:txBody>
          <a:bodyPr wrap="square" rtlCol="0">
            <a:spAutoFit/>
          </a:bodyPr>
          <a:lstStyle/>
          <a:p>
            <a:pPr>
              <a:lnSpc>
                <a:spcPct val="150000"/>
              </a:lnSpc>
            </a:pPr>
            <a:r>
              <a:rPr lang="zh-CN" altLang="en-US"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通过点而研究的数据调研分析。进行商业设险，通过调售智些分类价爆桶这样的硬件取利洞的同时计用户配合社用小白智的位圾分委</a:t>
            </a:r>
            <a:r>
              <a:rPr lang="en-US" altLang="zh-CN"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a:t>
            </a:r>
            <a:r>
              <a:rPr lang="zh-CN" altLang="en-US"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统分务位设，展示垃圾种头动货三。</a:t>
            </a:r>
            <a:endParaRPr lang="en-US" sz="12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a:extLst>
              <a:ext uri="{FF2B5EF4-FFF2-40B4-BE49-F238E27FC236}">
                <a16:creationId xmlns:a16="http://schemas.microsoft.com/office/drawing/2014/main" id="{145C351B-A400-A2C3-8B51-20859E031515}"/>
              </a:ext>
            </a:extLst>
          </p:cNvPr>
          <p:cNvSpPr txBox="1"/>
          <p:nvPr/>
        </p:nvSpPr>
        <p:spPr>
          <a:xfrm>
            <a:off x="816080" y="3133365"/>
            <a:ext cx="691215"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资深主播</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8" name="文本框 67">
            <a:extLst>
              <a:ext uri="{FF2B5EF4-FFF2-40B4-BE49-F238E27FC236}">
                <a16:creationId xmlns:a16="http://schemas.microsoft.com/office/drawing/2014/main" id="{69D314C7-C098-5C52-4977-88CBFBF4F8E7}"/>
              </a:ext>
            </a:extLst>
          </p:cNvPr>
          <p:cNvSpPr txBox="1"/>
          <p:nvPr/>
        </p:nvSpPr>
        <p:spPr>
          <a:xfrm>
            <a:off x="3417975" y="3133365"/>
            <a:ext cx="691215"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活跃用户</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9" name="文本框 68">
            <a:extLst>
              <a:ext uri="{FF2B5EF4-FFF2-40B4-BE49-F238E27FC236}">
                <a16:creationId xmlns:a16="http://schemas.microsoft.com/office/drawing/2014/main" id="{E4B99276-7C3C-7387-66BD-4287B1B2FC22}"/>
              </a:ext>
            </a:extLst>
          </p:cNvPr>
          <p:cNvSpPr txBox="1"/>
          <p:nvPr/>
        </p:nvSpPr>
        <p:spPr>
          <a:xfrm>
            <a:off x="821311" y="4694063"/>
            <a:ext cx="691215"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观望大佬</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0" name="文本框 69">
            <a:extLst>
              <a:ext uri="{FF2B5EF4-FFF2-40B4-BE49-F238E27FC236}">
                <a16:creationId xmlns:a16="http://schemas.microsoft.com/office/drawing/2014/main" id="{DA1FD4EF-2F80-1793-728D-892D0A2CBF2B}"/>
              </a:ext>
            </a:extLst>
          </p:cNvPr>
          <p:cNvSpPr txBox="1"/>
          <p:nvPr/>
        </p:nvSpPr>
        <p:spPr>
          <a:xfrm>
            <a:off x="3412364" y="4694063"/>
            <a:ext cx="817853" cy="246221"/>
          </a:xfrm>
          <a:prstGeom prst="rect">
            <a:avLst/>
          </a:prstGeom>
          <a:noFill/>
        </p:spPr>
        <p:txBody>
          <a:bodyPr wrap="none" rtlCol="0" anchor="ctr">
            <a:spAutoFit/>
          </a:bodyPr>
          <a:lstStyle/>
          <a:p>
            <a:pPr algn="ctr"/>
            <a:r>
              <a:rPr lang="zh-CN" alt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潜水小透明</a:t>
            </a:r>
            <a:endParaRPr lang="en-US" sz="10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5385A339-BDE5-A67C-3074-C0F3A4A44040}"/>
              </a:ext>
            </a:extLst>
          </p:cNvPr>
          <p:cNvSpPr txBox="1"/>
          <p:nvPr/>
        </p:nvSpPr>
        <p:spPr>
          <a:xfrm>
            <a:off x="703073" y="3471872"/>
            <a:ext cx="2138098" cy="679673"/>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热爱使用直播的方式与观众分享交流，就是目前平台观众层次不一，有时聊不起来</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a:extLst>
              <a:ext uri="{FF2B5EF4-FFF2-40B4-BE49-F238E27FC236}">
                <a16:creationId xmlns:a16="http://schemas.microsoft.com/office/drawing/2014/main" id="{ACEBB368-E4C4-2B02-4DF1-7906D5B60AB4}"/>
              </a:ext>
            </a:extLst>
          </p:cNvPr>
          <p:cNvSpPr txBox="1"/>
          <p:nvPr/>
        </p:nvSpPr>
        <p:spPr>
          <a:xfrm>
            <a:off x="3323765" y="3471872"/>
            <a:ext cx="2218008" cy="879728"/>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获得反馈经常在直播间评论，偶尔和主播消费内容连麦，感觉在平台直播能学到东给予反馈活跃观众西，也不像听课那样枯燥</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a:extLst>
              <a:ext uri="{FF2B5EF4-FFF2-40B4-BE49-F238E27FC236}">
                <a16:creationId xmlns:a16="http://schemas.microsoft.com/office/drawing/2014/main" id="{4886FBF1-5674-D2CF-4152-91296A6C46D6}"/>
              </a:ext>
            </a:extLst>
          </p:cNvPr>
          <p:cNvSpPr txBox="1"/>
          <p:nvPr/>
        </p:nvSpPr>
        <p:spPr>
          <a:xfrm>
            <a:off x="703073" y="5044874"/>
            <a:ext cx="2154746" cy="479618"/>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不知道平台还能直播呢</a:t>
            </a:r>
            <a:r>
              <a:rPr lang="en-US" altLang="zh-CN"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目前在平台已经输出了一些高质量回答</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a:extLst>
              <a:ext uri="{FF2B5EF4-FFF2-40B4-BE49-F238E27FC236}">
                <a16:creationId xmlns:a16="http://schemas.microsoft.com/office/drawing/2014/main" id="{69FDC86E-D4A3-9FE9-7F2C-0ADDF669F7C7}"/>
              </a:ext>
            </a:extLst>
          </p:cNvPr>
          <p:cNvSpPr txBox="1"/>
          <p:nvPr/>
        </p:nvSpPr>
        <p:spPr>
          <a:xfrm>
            <a:off x="3323765" y="5044874"/>
            <a:ext cx="2138098" cy="679673"/>
          </a:xfrm>
          <a:prstGeom prst="rect">
            <a:avLst/>
          </a:prstGeom>
          <a:noFill/>
        </p:spPr>
        <p:txBody>
          <a:bodyPr wrap="square" rtlCol="0">
            <a:spAutoFit/>
          </a:bodyPr>
          <a:lstStyle/>
          <a:p>
            <a:pPr algn="just">
              <a:lnSpc>
                <a:spcPct val="130000"/>
              </a:lnSpc>
            </a:pPr>
            <a:r>
              <a:rPr lang="zh-CN" alt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极少进行内容输出的潜水群众，偶尔看直播，但对直播不是很感兴趣</a:t>
            </a:r>
            <a:endParaRPr lang="en-US" sz="10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C9CADC75-697A-61D2-6E89-F647D0B5E194}"/>
              </a:ext>
            </a:extLst>
          </p:cNvPr>
          <p:cNvSpPr txBox="1"/>
          <p:nvPr/>
        </p:nvSpPr>
        <p:spPr>
          <a:xfrm>
            <a:off x="8383106" y="3511058"/>
            <a:ext cx="1406186" cy="400110"/>
          </a:xfrm>
          <a:prstGeom prst="rect">
            <a:avLst/>
          </a:prstGeom>
          <a:noFill/>
        </p:spPr>
        <p:txBody>
          <a:bodyPr wrap="square" rtlCol="0">
            <a:spAutoFit/>
          </a:bodyPr>
          <a:lstStyle/>
          <a:p>
            <a:pPr algn="ctr"/>
            <a:r>
              <a:rPr lang="zh-CN" altLang="en-US" sz="2000" spc="1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资深主播</a:t>
            </a:r>
            <a:endParaRPr lang="en-US" sz="2000" spc="100" dirty="0">
              <a:solidFill>
                <a:schemeClr val="accent1">
                  <a:lumMod val="75000"/>
                </a:schemeClr>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a:extLst>
              <a:ext uri="{FF2B5EF4-FFF2-40B4-BE49-F238E27FC236}">
                <a16:creationId xmlns:a16="http://schemas.microsoft.com/office/drawing/2014/main" id="{C3BF5679-AECE-F847-40F0-C31FA6BB2B5E}"/>
              </a:ext>
            </a:extLst>
          </p:cNvPr>
          <p:cNvSpPr txBox="1"/>
          <p:nvPr/>
        </p:nvSpPr>
        <p:spPr>
          <a:xfrm>
            <a:off x="6990900" y="3037792"/>
            <a:ext cx="543739" cy="634533"/>
          </a:xfrm>
          <a:prstGeom prst="rect">
            <a:avLst/>
          </a:prstGeom>
          <a:noFill/>
        </p:spPr>
        <p:txBody>
          <a:bodyPr wrap="none" rtlCol="0">
            <a:spAutoFit/>
          </a:bodyPr>
          <a:lstStyle/>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观望</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大佬</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715932D7-5BF4-802D-D2F8-7E8AE294EFBC}"/>
              </a:ext>
            </a:extLst>
          </p:cNvPr>
          <p:cNvSpPr txBox="1"/>
          <p:nvPr/>
        </p:nvSpPr>
        <p:spPr>
          <a:xfrm>
            <a:off x="10325193" y="1747873"/>
            <a:ext cx="723275" cy="634533"/>
          </a:xfrm>
          <a:prstGeom prst="rect">
            <a:avLst/>
          </a:prstGeom>
          <a:noFill/>
        </p:spPr>
        <p:txBody>
          <a:bodyPr wrap="none" rtlCol="0">
            <a:spAutoFit/>
          </a:bodyPr>
          <a:lstStyle/>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潜水</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小透明</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178A8209-FB1D-90B6-6A51-44A2BF1C3DD5}"/>
              </a:ext>
            </a:extLst>
          </p:cNvPr>
          <p:cNvSpPr txBox="1"/>
          <p:nvPr/>
        </p:nvSpPr>
        <p:spPr>
          <a:xfrm>
            <a:off x="8871471" y="5197241"/>
            <a:ext cx="543739" cy="634533"/>
          </a:xfrm>
          <a:prstGeom prst="rect">
            <a:avLst/>
          </a:prstGeom>
          <a:noFill/>
        </p:spPr>
        <p:txBody>
          <a:bodyPr wrap="none" rtlCol="0">
            <a:spAutoFit/>
          </a:bodyPr>
          <a:lstStyle/>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活跃</a:t>
            </a:r>
            <a:endPar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gn="ctr">
              <a:lnSpc>
                <a:spcPct val="130000"/>
              </a:lnSpc>
            </a:pP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观众</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C2069E70-D6C5-543C-4CEF-DE2CE0E66501}"/>
              </a:ext>
            </a:extLst>
          </p:cNvPr>
          <p:cNvSpPr txBox="1"/>
          <p:nvPr/>
        </p:nvSpPr>
        <p:spPr>
          <a:xfrm rot="18900000">
            <a:off x="9513716" y="2526891"/>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消费内容</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650B096F-F088-CA1F-5DD5-5288212A2AB9}"/>
              </a:ext>
            </a:extLst>
          </p:cNvPr>
          <p:cNvSpPr txBox="1"/>
          <p:nvPr/>
        </p:nvSpPr>
        <p:spPr>
          <a:xfrm rot="18900000">
            <a:off x="9400056" y="3071621"/>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生产内容</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E6F941C6-A432-52F0-1401-5A61B5135D75}"/>
              </a:ext>
            </a:extLst>
          </p:cNvPr>
          <p:cNvSpPr txBox="1"/>
          <p:nvPr/>
        </p:nvSpPr>
        <p:spPr>
          <a:xfrm rot="5400000">
            <a:off x="8989430" y="4406596"/>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获得反馈</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a:extLst>
              <a:ext uri="{FF2B5EF4-FFF2-40B4-BE49-F238E27FC236}">
                <a16:creationId xmlns:a16="http://schemas.microsoft.com/office/drawing/2014/main" id="{31433FBE-901A-24D5-A7FD-917DB67A3EAD}"/>
              </a:ext>
            </a:extLst>
          </p:cNvPr>
          <p:cNvSpPr txBox="1"/>
          <p:nvPr/>
        </p:nvSpPr>
        <p:spPr>
          <a:xfrm rot="5400000">
            <a:off x="8573505" y="4333103"/>
            <a:ext cx="769077" cy="242118"/>
          </a:xfrm>
          <a:prstGeom prst="rect">
            <a:avLst/>
          </a:prstGeom>
          <a:noFill/>
        </p:spPr>
        <p:txBody>
          <a:bodyPr wrap="square" rtlCol="0">
            <a:spAutoFit/>
          </a:bodyPr>
          <a:lstStyle/>
          <a:p>
            <a:pPr algn="ctr">
              <a:lnSpc>
                <a:spcPct val="130000"/>
              </a:lnSpc>
            </a:pPr>
            <a:r>
              <a:rPr lang="zh-CN" alt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给予反馈</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3738366C-7677-342A-6C50-D068D1F3972D}"/>
              </a:ext>
            </a:extLst>
          </p:cNvPr>
          <p:cNvSpPr txBox="1"/>
          <p:nvPr/>
        </p:nvSpPr>
        <p:spPr>
          <a:xfrm rot="18043797">
            <a:off x="10786150" y="4392621"/>
            <a:ext cx="769077" cy="289118"/>
          </a:xfrm>
          <a:prstGeom prst="rect">
            <a:avLst/>
          </a:prstGeom>
          <a:noFill/>
        </p:spPr>
        <p:txBody>
          <a:bodyPr wrap="square" rtlCol="0">
            <a:spAutoFit/>
          </a:bodyPr>
          <a:lstStyle/>
          <a:p>
            <a:pPr algn="ctr">
              <a:lnSpc>
                <a:spcPct val="130000"/>
              </a:lnSpc>
            </a:pPr>
            <a:r>
              <a:rPr lang="zh-CN" altLang="en-US" sz="1050" spc="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消费内容</a:t>
            </a:r>
            <a:endParaRPr lang="en-US" sz="1050" spc="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E6755252-A083-31CC-D446-024A3A7FA8E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AF5520D8-21C8-37E9-9275-1DE46F73287D}"/>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691B6D59-BA3C-7A83-5885-FF700BEB2F4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93597350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任意多边形: 形状 6">
            <a:extLst>
              <a:ext uri="{FF2B5EF4-FFF2-40B4-BE49-F238E27FC236}">
                <a16:creationId xmlns:a16="http://schemas.microsoft.com/office/drawing/2014/main" id="{AD25FB6D-3204-FDE4-202D-AE8D23704FAE}"/>
              </a:ext>
            </a:extLst>
          </p:cNvPr>
          <p:cNvSpPr/>
          <p:nvPr/>
        </p:nvSpPr>
        <p:spPr>
          <a:xfrm>
            <a:off x="7483812" y="0"/>
            <a:ext cx="4708188" cy="6858000"/>
          </a:xfrm>
          <a:custGeom>
            <a:avLst/>
            <a:gdLst>
              <a:gd name="connsiteX0" fmla="*/ 0 w 4708188"/>
              <a:gd name="connsiteY0" fmla="*/ 0 h 6858000"/>
              <a:gd name="connsiteX1" fmla="*/ 4708189 w 4708188"/>
              <a:gd name="connsiteY1" fmla="*/ 0 h 6858000"/>
              <a:gd name="connsiteX2" fmla="*/ 4708189 w 4708188"/>
              <a:gd name="connsiteY2" fmla="*/ 6858000 h 6858000"/>
              <a:gd name="connsiteX3" fmla="*/ 0 w 470818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708188" h="6858000">
                <a:moveTo>
                  <a:pt x="0" y="0"/>
                </a:moveTo>
                <a:lnTo>
                  <a:pt x="4708189" y="0"/>
                </a:lnTo>
                <a:lnTo>
                  <a:pt x="4708189" y="6858000"/>
                </a:lnTo>
                <a:lnTo>
                  <a:pt x="0" y="6858000"/>
                </a:lnTo>
                <a:close/>
              </a:path>
            </a:pathLst>
          </a:custGeom>
          <a:solidFill>
            <a:schemeClr val="accent1">
              <a:lumMod val="20000"/>
              <a:lumOff val="80000"/>
              <a:alpha val="5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7">
            <a:extLst>
              <a:ext uri="{FF2B5EF4-FFF2-40B4-BE49-F238E27FC236}">
                <a16:creationId xmlns:a16="http://schemas.microsoft.com/office/drawing/2014/main" id="{6C4CA90F-04E2-2120-514A-BD4E4ABC137B}"/>
              </a:ext>
            </a:extLst>
          </p:cNvPr>
          <p:cNvSpPr/>
          <p:nvPr/>
        </p:nvSpPr>
        <p:spPr>
          <a:xfrm>
            <a:off x="8214423" y="1078731"/>
            <a:ext cx="1417828" cy="349897"/>
          </a:xfrm>
          <a:custGeom>
            <a:avLst/>
            <a:gdLst>
              <a:gd name="connsiteX0" fmla="*/ 0 w 1417828"/>
              <a:gd name="connsiteY0" fmla="*/ 0 h 349897"/>
              <a:gd name="connsiteX1" fmla="*/ 1242885 w 1417828"/>
              <a:gd name="connsiteY1" fmla="*/ 0 h 349897"/>
              <a:gd name="connsiteX2" fmla="*/ 1417828 w 1417828"/>
              <a:gd name="connsiteY2" fmla="*/ 174949 h 349897"/>
              <a:gd name="connsiteX3" fmla="*/ 1242885 w 1417828"/>
              <a:gd name="connsiteY3" fmla="*/ 349898 h 349897"/>
              <a:gd name="connsiteX4" fmla="*/ 0 w 1417828"/>
              <a:gd name="connsiteY4" fmla="*/ 349898 h 349897"/>
              <a:gd name="connsiteX5" fmla="*/ 0 w 1417828"/>
              <a:gd name="connsiteY5" fmla="*/ 0 h 3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7828" h="349897">
                <a:moveTo>
                  <a:pt x="0" y="0"/>
                </a:moveTo>
                <a:lnTo>
                  <a:pt x="1242885" y="0"/>
                </a:lnTo>
                <a:cubicBezTo>
                  <a:pt x="1339533" y="0"/>
                  <a:pt x="1417828" y="78327"/>
                  <a:pt x="1417828" y="174949"/>
                </a:cubicBezTo>
                <a:cubicBezTo>
                  <a:pt x="1417828" y="271570"/>
                  <a:pt x="1339533" y="349898"/>
                  <a:pt x="1242885" y="349898"/>
                </a:cubicBezTo>
                <a:lnTo>
                  <a:pt x="0" y="349898"/>
                </a:lnTo>
                <a:lnTo>
                  <a:pt x="0"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0" name="任意多边形: 形状 9">
            <a:extLst>
              <a:ext uri="{FF2B5EF4-FFF2-40B4-BE49-F238E27FC236}">
                <a16:creationId xmlns:a16="http://schemas.microsoft.com/office/drawing/2014/main" id="{17E3FA21-64E2-A92A-7387-438EB03E2F25}"/>
              </a:ext>
            </a:extLst>
          </p:cNvPr>
          <p:cNvSpPr/>
          <p:nvPr/>
        </p:nvSpPr>
        <p:spPr>
          <a:xfrm>
            <a:off x="9566275" y="6127750"/>
            <a:ext cx="1990725" cy="95250"/>
          </a:xfrm>
          <a:custGeom>
            <a:avLst/>
            <a:gdLst>
              <a:gd name="connsiteX0" fmla="*/ 1990725 w 1990725"/>
              <a:gd name="connsiteY0" fmla="*/ 95250 h 95250"/>
              <a:gd name="connsiteX1" fmla="*/ 0 w 1990725"/>
              <a:gd name="connsiteY1" fmla="*/ 95250 h 95250"/>
              <a:gd name="connsiteX2" fmla="*/ 127000 w 1990725"/>
              <a:gd name="connsiteY2" fmla="*/ 0 h 95250"/>
            </a:gdLst>
            <a:ahLst/>
            <a:cxnLst>
              <a:cxn ang="0">
                <a:pos x="connsiteX0" y="connsiteY0"/>
              </a:cxn>
              <a:cxn ang="0">
                <a:pos x="connsiteX1" y="connsiteY1"/>
              </a:cxn>
              <a:cxn ang="0">
                <a:pos x="connsiteX2" y="connsiteY2"/>
              </a:cxn>
            </a:cxnLst>
            <a:rect l="l" t="t" r="r" b="b"/>
            <a:pathLst>
              <a:path w="1990725" h="95250">
                <a:moveTo>
                  <a:pt x="1990725" y="95250"/>
                </a:moveTo>
                <a:lnTo>
                  <a:pt x="0" y="95250"/>
                </a:lnTo>
                <a:lnTo>
                  <a:pt x="127000" y="0"/>
                </a:lnTo>
              </a:path>
            </a:pathLst>
          </a:custGeom>
          <a:noFill/>
          <a:ln w="1270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B97A7F07-67F1-B1F9-E312-B1F1355E8D38}"/>
              </a:ext>
            </a:extLst>
          </p:cNvPr>
          <p:cNvSpPr/>
          <p:nvPr/>
        </p:nvSpPr>
        <p:spPr>
          <a:xfrm>
            <a:off x="1174013" y="4841576"/>
            <a:ext cx="5038610" cy="1550015"/>
          </a:xfrm>
          <a:custGeom>
            <a:avLst/>
            <a:gdLst>
              <a:gd name="connsiteX0" fmla="*/ 5028051 w 5038610"/>
              <a:gd name="connsiteY0" fmla="*/ 699148 h 1550015"/>
              <a:gd name="connsiteX1" fmla="*/ 5038611 w 5038610"/>
              <a:gd name="connsiteY1" fmla="*/ 749345 h 1550015"/>
              <a:gd name="connsiteX2" fmla="*/ 5032299 w 5038610"/>
              <a:gd name="connsiteY2" fmla="*/ 750011 h 1550015"/>
              <a:gd name="connsiteX3" fmla="*/ 5033613 w 5038610"/>
              <a:gd name="connsiteY3" fmla="*/ 774992 h 1550015"/>
              <a:gd name="connsiteX4" fmla="*/ 5032299 w 5038610"/>
              <a:gd name="connsiteY4" fmla="*/ 799979 h 1550015"/>
              <a:gd name="connsiteX5" fmla="*/ 5038611 w 5038610"/>
              <a:gd name="connsiteY5" fmla="*/ 800646 h 1550015"/>
              <a:gd name="connsiteX6" fmla="*/ 5028051 w 5038610"/>
              <a:gd name="connsiteY6" fmla="*/ 850836 h 1550015"/>
              <a:gd name="connsiteX7" fmla="*/ 5021993 w 5038610"/>
              <a:gd name="connsiteY7" fmla="*/ 848925 h 1550015"/>
              <a:gd name="connsiteX8" fmla="*/ 5002689 w 5038610"/>
              <a:gd name="connsiteY8" fmla="*/ 895211 h 1550015"/>
              <a:gd name="connsiteX9" fmla="*/ 5008328 w 5038610"/>
              <a:gd name="connsiteY9" fmla="*/ 898138 h 1550015"/>
              <a:gd name="connsiteX10" fmla="*/ 4981493 w 5038610"/>
              <a:gd name="connsiteY10" fmla="*/ 941731 h 1550015"/>
              <a:gd name="connsiteX11" fmla="*/ 4976318 w 5038610"/>
              <a:gd name="connsiteY11" fmla="*/ 938047 h 1550015"/>
              <a:gd name="connsiteX12" fmla="*/ 4944618 w 5038610"/>
              <a:gd name="connsiteY12" fmla="*/ 977436 h 1550015"/>
              <a:gd name="connsiteX13" fmla="*/ 4949343 w 5038610"/>
              <a:gd name="connsiteY13" fmla="*/ 981678 h 1550015"/>
              <a:gd name="connsiteX14" fmla="*/ 4913319 w 5038610"/>
              <a:gd name="connsiteY14" fmla="*/ 1018242 h 1550015"/>
              <a:gd name="connsiteX15" fmla="*/ 4908988 w 5038610"/>
              <a:gd name="connsiteY15" fmla="*/ 1013600 h 1550015"/>
              <a:gd name="connsiteX16" fmla="*/ 4870444 w 5038610"/>
              <a:gd name="connsiteY16" fmla="*/ 1046874 h 1550015"/>
              <a:gd name="connsiteX17" fmla="*/ 4874419 w 5038610"/>
              <a:gd name="connsiteY17" fmla="*/ 1051820 h 1550015"/>
              <a:gd name="connsiteX18" fmla="*/ 4833328 w 5038610"/>
              <a:gd name="connsiteY18" fmla="*/ 1082815 h 1550015"/>
              <a:gd name="connsiteX19" fmla="*/ 4829651 w 5038610"/>
              <a:gd name="connsiteY19" fmla="*/ 1077639 h 1550015"/>
              <a:gd name="connsiteX20" fmla="*/ 4787075 w 5038610"/>
              <a:gd name="connsiteY20" fmla="*/ 1106234 h 1550015"/>
              <a:gd name="connsiteX21" fmla="*/ 4790485 w 5038610"/>
              <a:gd name="connsiteY21" fmla="*/ 1111593 h 1550015"/>
              <a:gd name="connsiteX22" fmla="*/ 4746797 w 5038610"/>
              <a:gd name="connsiteY22" fmla="*/ 1138091 h 1550015"/>
              <a:gd name="connsiteX23" fmla="*/ 4743622 w 5038610"/>
              <a:gd name="connsiteY23" fmla="*/ 1132593 h 1550015"/>
              <a:gd name="connsiteX24" fmla="*/ 4699045 w 5038610"/>
              <a:gd name="connsiteY24" fmla="*/ 1157288 h 1550015"/>
              <a:gd name="connsiteX25" fmla="*/ 4702023 w 5038610"/>
              <a:gd name="connsiteY25" fmla="*/ 1162895 h 1550015"/>
              <a:gd name="connsiteX26" fmla="*/ 4656201 w 5038610"/>
              <a:gd name="connsiteY26" fmla="*/ 1186263 h 1550015"/>
              <a:gd name="connsiteX27" fmla="*/ 4653407 w 5038610"/>
              <a:gd name="connsiteY27" fmla="*/ 1180560 h 1550015"/>
              <a:gd name="connsiteX28" fmla="*/ 4606760 w 5038610"/>
              <a:gd name="connsiteY28" fmla="*/ 1202582 h 1550015"/>
              <a:gd name="connsiteX29" fmla="*/ 4609389 w 5038610"/>
              <a:gd name="connsiteY29" fmla="*/ 1208367 h 1550015"/>
              <a:gd name="connsiteX30" fmla="*/ 4562754 w 5038610"/>
              <a:gd name="connsiteY30" fmla="*/ 1228865 h 1550015"/>
              <a:gd name="connsiteX31" fmla="*/ 4560272 w 5038610"/>
              <a:gd name="connsiteY31" fmla="*/ 1223023 h 1550015"/>
              <a:gd name="connsiteX32" fmla="*/ 4512894 w 5038610"/>
              <a:gd name="connsiteY32" fmla="*/ 1242504 h 1550015"/>
              <a:gd name="connsiteX33" fmla="*/ 4515244 w 5038610"/>
              <a:gd name="connsiteY33" fmla="*/ 1248404 h 1550015"/>
              <a:gd name="connsiteX34" fmla="*/ 4466997 w 5038610"/>
              <a:gd name="connsiteY34" fmla="*/ 1267009 h 1550015"/>
              <a:gd name="connsiteX35" fmla="*/ 4464774 w 5038610"/>
              <a:gd name="connsiteY35" fmla="*/ 1261059 h 1550015"/>
              <a:gd name="connsiteX36" fmla="*/ 4416965 w 5038610"/>
              <a:gd name="connsiteY36" fmla="*/ 1278407 h 1550015"/>
              <a:gd name="connsiteX37" fmla="*/ 4419073 w 5038610"/>
              <a:gd name="connsiteY37" fmla="*/ 1284395 h 1550015"/>
              <a:gd name="connsiteX38" fmla="*/ 4370312 w 5038610"/>
              <a:gd name="connsiteY38" fmla="*/ 1301090 h 1550015"/>
              <a:gd name="connsiteX39" fmla="*/ 4368305 w 5038610"/>
              <a:gd name="connsiteY39" fmla="*/ 1295064 h 1550015"/>
              <a:gd name="connsiteX40" fmla="*/ 4319581 w 5038610"/>
              <a:gd name="connsiteY40" fmla="*/ 1310812 h 1550015"/>
              <a:gd name="connsiteX41" fmla="*/ 4321486 w 5038610"/>
              <a:gd name="connsiteY41" fmla="*/ 1316869 h 1550015"/>
              <a:gd name="connsiteX42" fmla="*/ 4272439 w 5038610"/>
              <a:gd name="connsiteY42" fmla="*/ 1331875 h 1550015"/>
              <a:gd name="connsiteX43" fmla="*/ 4270629 w 5038610"/>
              <a:gd name="connsiteY43" fmla="*/ 1325791 h 1550015"/>
              <a:gd name="connsiteX44" fmla="*/ 4221156 w 5038610"/>
              <a:gd name="connsiteY44" fmla="*/ 1340123 h 1550015"/>
              <a:gd name="connsiteX45" fmla="*/ 4222877 w 5038610"/>
              <a:gd name="connsiteY45" fmla="*/ 1346238 h 1550015"/>
              <a:gd name="connsiteX46" fmla="*/ 4173608 w 5038610"/>
              <a:gd name="connsiteY46" fmla="*/ 1359776 h 1550015"/>
              <a:gd name="connsiteX47" fmla="*/ 4171969 w 5038610"/>
              <a:gd name="connsiteY47" fmla="*/ 1353642 h 1550015"/>
              <a:gd name="connsiteX48" fmla="*/ 4121956 w 5038610"/>
              <a:gd name="connsiteY48" fmla="*/ 1366685 h 1550015"/>
              <a:gd name="connsiteX49" fmla="*/ 4123519 w 5038610"/>
              <a:gd name="connsiteY49" fmla="*/ 1372838 h 1550015"/>
              <a:gd name="connsiteX50" fmla="*/ 4074046 w 5038610"/>
              <a:gd name="connsiteY50" fmla="*/ 1385088 h 1550015"/>
              <a:gd name="connsiteX51" fmla="*/ 4072554 w 5038610"/>
              <a:gd name="connsiteY51" fmla="*/ 1378915 h 1550015"/>
              <a:gd name="connsiteX52" fmla="*/ 4022287 w 5038610"/>
              <a:gd name="connsiteY52" fmla="*/ 1390733 h 1550015"/>
              <a:gd name="connsiteX53" fmla="*/ 4023703 w 5038610"/>
              <a:gd name="connsiteY53" fmla="*/ 1396918 h 1550015"/>
              <a:gd name="connsiteX54" fmla="*/ 3973900 w 5038610"/>
              <a:gd name="connsiteY54" fmla="*/ 1408043 h 1550015"/>
              <a:gd name="connsiteX55" fmla="*/ 3972547 w 5038610"/>
              <a:gd name="connsiteY55" fmla="*/ 1401839 h 1550015"/>
              <a:gd name="connsiteX56" fmla="*/ 3922065 w 5038610"/>
              <a:gd name="connsiteY56" fmla="*/ 1412545 h 1550015"/>
              <a:gd name="connsiteX57" fmla="*/ 3923348 w 5038610"/>
              <a:gd name="connsiteY57" fmla="*/ 1418762 h 1550015"/>
              <a:gd name="connsiteX58" fmla="*/ 3873291 w 5038610"/>
              <a:gd name="connsiteY58" fmla="*/ 1428839 h 1550015"/>
              <a:gd name="connsiteX59" fmla="*/ 3872071 w 5038610"/>
              <a:gd name="connsiteY59" fmla="*/ 1422610 h 1550015"/>
              <a:gd name="connsiteX60" fmla="*/ 3821367 w 5038610"/>
              <a:gd name="connsiteY60" fmla="*/ 1432300 h 1550015"/>
              <a:gd name="connsiteX61" fmla="*/ 3822529 w 5038610"/>
              <a:gd name="connsiteY61" fmla="*/ 1438542 h 1550015"/>
              <a:gd name="connsiteX62" fmla="*/ 3772294 w 5038610"/>
              <a:gd name="connsiteY62" fmla="*/ 1447648 h 1550015"/>
              <a:gd name="connsiteX63" fmla="*/ 3771189 w 5038610"/>
              <a:gd name="connsiteY63" fmla="*/ 1441393 h 1550015"/>
              <a:gd name="connsiteX64" fmla="*/ 3720275 w 5038610"/>
              <a:gd name="connsiteY64" fmla="*/ 1450137 h 1550015"/>
              <a:gd name="connsiteX65" fmla="*/ 3721322 w 5038610"/>
              <a:gd name="connsiteY65" fmla="*/ 1456404 h 1550015"/>
              <a:gd name="connsiteX66" fmla="*/ 3670960 w 5038610"/>
              <a:gd name="connsiteY66" fmla="*/ 1464596 h 1550015"/>
              <a:gd name="connsiteX67" fmla="*/ 3669970 w 5038610"/>
              <a:gd name="connsiteY67" fmla="*/ 1458322 h 1550015"/>
              <a:gd name="connsiteX68" fmla="*/ 3619005 w 5038610"/>
              <a:gd name="connsiteY68" fmla="*/ 1466158 h 1550015"/>
              <a:gd name="connsiteX69" fmla="*/ 3619944 w 5038610"/>
              <a:gd name="connsiteY69" fmla="*/ 1472438 h 1550015"/>
              <a:gd name="connsiteX70" fmla="*/ 3569335 w 5038610"/>
              <a:gd name="connsiteY70" fmla="*/ 1479792 h 1550015"/>
              <a:gd name="connsiteX71" fmla="*/ 3568452 w 5038610"/>
              <a:gd name="connsiteY71" fmla="*/ 1473505 h 1550015"/>
              <a:gd name="connsiteX72" fmla="*/ 3517475 w 5038610"/>
              <a:gd name="connsiteY72" fmla="*/ 1480483 h 1550015"/>
              <a:gd name="connsiteX73" fmla="*/ 3518313 w 5038610"/>
              <a:gd name="connsiteY73" fmla="*/ 1486776 h 1550015"/>
              <a:gd name="connsiteX74" fmla="*/ 3467456 w 5038610"/>
              <a:gd name="connsiteY74" fmla="*/ 1493329 h 1550015"/>
              <a:gd name="connsiteX75" fmla="*/ 3466668 w 5038610"/>
              <a:gd name="connsiteY75" fmla="*/ 1487030 h 1550015"/>
              <a:gd name="connsiteX76" fmla="*/ 3415710 w 5038610"/>
              <a:gd name="connsiteY76" fmla="*/ 1493196 h 1550015"/>
              <a:gd name="connsiteX77" fmla="*/ 3416453 w 5038610"/>
              <a:gd name="connsiteY77" fmla="*/ 1499502 h 1550015"/>
              <a:gd name="connsiteX78" fmla="*/ 3365348 w 5038610"/>
              <a:gd name="connsiteY78" fmla="*/ 1505293 h 1550015"/>
              <a:gd name="connsiteX79" fmla="*/ 3364655 w 5038610"/>
              <a:gd name="connsiteY79" fmla="*/ 1498981 h 1550015"/>
              <a:gd name="connsiteX80" fmla="*/ 3313735 w 5038610"/>
              <a:gd name="connsiteY80" fmla="*/ 1504372 h 1550015"/>
              <a:gd name="connsiteX81" fmla="*/ 3314376 w 5038610"/>
              <a:gd name="connsiteY81" fmla="*/ 1510709 h 1550015"/>
              <a:gd name="connsiteX82" fmla="*/ 3263036 w 5038610"/>
              <a:gd name="connsiteY82" fmla="*/ 1515726 h 1550015"/>
              <a:gd name="connsiteX83" fmla="*/ 3262440 w 5038610"/>
              <a:gd name="connsiteY83" fmla="*/ 1509439 h 1550015"/>
              <a:gd name="connsiteX84" fmla="*/ 3211557 w 5038610"/>
              <a:gd name="connsiteY84" fmla="*/ 1514075 h 1550015"/>
              <a:gd name="connsiteX85" fmla="*/ 3212116 w 5038610"/>
              <a:gd name="connsiteY85" fmla="*/ 1520362 h 1550015"/>
              <a:gd name="connsiteX86" fmla="*/ 3160751 w 5038610"/>
              <a:gd name="connsiteY86" fmla="*/ 1524743 h 1550015"/>
              <a:gd name="connsiteX87" fmla="*/ 3160236 w 5038610"/>
              <a:gd name="connsiteY87" fmla="*/ 1518393 h 1550015"/>
              <a:gd name="connsiteX88" fmla="*/ 3109208 w 5038610"/>
              <a:gd name="connsiteY88" fmla="*/ 1522330 h 1550015"/>
              <a:gd name="connsiteX89" fmla="*/ 3109678 w 5038610"/>
              <a:gd name="connsiteY89" fmla="*/ 1528680 h 1550015"/>
              <a:gd name="connsiteX90" fmla="*/ 3058408 w 5038610"/>
              <a:gd name="connsiteY90" fmla="*/ 1532236 h 1550015"/>
              <a:gd name="connsiteX91" fmla="*/ 3057982 w 5038610"/>
              <a:gd name="connsiteY91" fmla="*/ 1525950 h 1550015"/>
              <a:gd name="connsiteX92" fmla="*/ 3006706 w 5038610"/>
              <a:gd name="connsiteY92" fmla="*/ 1529188 h 1550015"/>
              <a:gd name="connsiteX93" fmla="*/ 3007087 w 5038610"/>
              <a:gd name="connsiteY93" fmla="*/ 1535538 h 1550015"/>
              <a:gd name="connsiteX94" fmla="*/ 2955919 w 5038610"/>
              <a:gd name="connsiteY94" fmla="*/ 1538459 h 1550015"/>
              <a:gd name="connsiteX95" fmla="*/ 2955576 w 5038610"/>
              <a:gd name="connsiteY95" fmla="*/ 1532109 h 1550015"/>
              <a:gd name="connsiteX96" fmla="*/ 2904090 w 5038610"/>
              <a:gd name="connsiteY96" fmla="*/ 1534713 h 1550015"/>
              <a:gd name="connsiteX97" fmla="*/ 2904389 w 5038610"/>
              <a:gd name="connsiteY97" fmla="*/ 1541063 h 1550015"/>
              <a:gd name="connsiteX98" fmla="*/ 2853290 w 5038610"/>
              <a:gd name="connsiteY98" fmla="*/ 1543285 h 1550015"/>
              <a:gd name="connsiteX99" fmla="*/ 2853030 w 5038610"/>
              <a:gd name="connsiteY99" fmla="*/ 1536935 h 1550015"/>
              <a:gd name="connsiteX100" fmla="*/ 2801665 w 5038610"/>
              <a:gd name="connsiteY100" fmla="*/ 1538840 h 1550015"/>
              <a:gd name="connsiteX101" fmla="*/ 2801887 w 5038610"/>
              <a:gd name="connsiteY101" fmla="*/ 1545190 h 1550015"/>
              <a:gd name="connsiteX102" fmla="*/ 2750547 w 5038610"/>
              <a:gd name="connsiteY102" fmla="*/ 1546841 h 1550015"/>
              <a:gd name="connsiteX103" fmla="*/ 2750369 w 5038610"/>
              <a:gd name="connsiteY103" fmla="*/ 1540491 h 1550015"/>
              <a:gd name="connsiteX104" fmla="*/ 2699125 w 5038610"/>
              <a:gd name="connsiteY104" fmla="*/ 1541761 h 1550015"/>
              <a:gd name="connsiteX105" fmla="*/ 2699265 w 5038610"/>
              <a:gd name="connsiteY105" fmla="*/ 1548111 h 1550015"/>
              <a:gd name="connsiteX106" fmla="*/ 2647715 w 5038610"/>
              <a:gd name="connsiteY106" fmla="*/ 1549064 h 1550015"/>
              <a:gd name="connsiteX107" fmla="*/ 2647614 w 5038610"/>
              <a:gd name="connsiteY107" fmla="*/ 1542714 h 1550015"/>
              <a:gd name="connsiteX108" fmla="*/ 2596483 w 5038610"/>
              <a:gd name="connsiteY108" fmla="*/ 1543348 h 1550015"/>
              <a:gd name="connsiteX109" fmla="*/ 2596541 w 5038610"/>
              <a:gd name="connsiteY109" fmla="*/ 1549698 h 1550015"/>
              <a:gd name="connsiteX110" fmla="*/ 2545112 w 5038610"/>
              <a:gd name="connsiteY110" fmla="*/ 1550016 h 1550015"/>
              <a:gd name="connsiteX111" fmla="*/ 2545093 w 5038610"/>
              <a:gd name="connsiteY111" fmla="*/ 1543666 h 1550015"/>
              <a:gd name="connsiteX112" fmla="*/ 2519305 w 5038610"/>
              <a:gd name="connsiteY112" fmla="*/ 1543666 h 1550015"/>
              <a:gd name="connsiteX113" fmla="*/ 2493518 w 5038610"/>
              <a:gd name="connsiteY113" fmla="*/ 1543666 h 1550015"/>
              <a:gd name="connsiteX114" fmla="*/ 2493499 w 5038610"/>
              <a:gd name="connsiteY114" fmla="*/ 1550016 h 1550015"/>
              <a:gd name="connsiteX115" fmla="*/ 2442070 w 5038610"/>
              <a:gd name="connsiteY115" fmla="*/ 1549698 h 1550015"/>
              <a:gd name="connsiteX116" fmla="*/ 2442128 w 5038610"/>
              <a:gd name="connsiteY116" fmla="*/ 1543348 h 1550015"/>
              <a:gd name="connsiteX117" fmla="*/ 2390997 w 5038610"/>
              <a:gd name="connsiteY117" fmla="*/ 1542714 h 1550015"/>
              <a:gd name="connsiteX118" fmla="*/ 2390902 w 5038610"/>
              <a:gd name="connsiteY118" fmla="*/ 1549064 h 1550015"/>
              <a:gd name="connsiteX119" fmla="*/ 2339346 w 5038610"/>
              <a:gd name="connsiteY119" fmla="*/ 1548111 h 1550015"/>
              <a:gd name="connsiteX120" fmla="*/ 2339486 w 5038610"/>
              <a:gd name="connsiteY120" fmla="*/ 1541761 h 1550015"/>
              <a:gd name="connsiteX121" fmla="*/ 2288242 w 5038610"/>
              <a:gd name="connsiteY121" fmla="*/ 1540491 h 1550015"/>
              <a:gd name="connsiteX122" fmla="*/ 2288064 w 5038610"/>
              <a:gd name="connsiteY122" fmla="*/ 1546841 h 1550015"/>
              <a:gd name="connsiteX123" fmla="*/ 2236730 w 5038610"/>
              <a:gd name="connsiteY123" fmla="*/ 1545190 h 1550015"/>
              <a:gd name="connsiteX124" fmla="*/ 2236946 w 5038610"/>
              <a:gd name="connsiteY124" fmla="*/ 1538840 h 1550015"/>
              <a:gd name="connsiteX125" fmla="*/ 2185581 w 5038610"/>
              <a:gd name="connsiteY125" fmla="*/ 1536935 h 1550015"/>
              <a:gd name="connsiteX126" fmla="*/ 2185327 w 5038610"/>
              <a:gd name="connsiteY126" fmla="*/ 1543285 h 1550015"/>
              <a:gd name="connsiteX127" fmla="*/ 2134229 w 5038610"/>
              <a:gd name="connsiteY127" fmla="*/ 1541063 h 1550015"/>
              <a:gd name="connsiteX128" fmla="*/ 2134527 w 5038610"/>
              <a:gd name="connsiteY128" fmla="*/ 1534713 h 1550015"/>
              <a:gd name="connsiteX129" fmla="*/ 2083035 w 5038610"/>
              <a:gd name="connsiteY129" fmla="*/ 1532109 h 1550015"/>
              <a:gd name="connsiteX130" fmla="*/ 2082698 w 5038610"/>
              <a:gd name="connsiteY130" fmla="*/ 1538459 h 1550015"/>
              <a:gd name="connsiteX131" fmla="*/ 2031524 w 5038610"/>
              <a:gd name="connsiteY131" fmla="*/ 1535538 h 1550015"/>
              <a:gd name="connsiteX132" fmla="*/ 2031905 w 5038610"/>
              <a:gd name="connsiteY132" fmla="*/ 1529188 h 1550015"/>
              <a:gd name="connsiteX133" fmla="*/ 1980629 w 5038610"/>
              <a:gd name="connsiteY133" fmla="*/ 1525950 h 1550015"/>
              <a:gd name="connsiteX134" fmla="*/ 1980203 w 5038610"/>
              <a:gd name="connsiteY134" fmla="*/ 1532236 h 1550015"/>
              <a:gd name="connsiteX135" fmla="*/ 1928933 w 5038610"/>
              <a:gd name="connsiteY135" fmla="*/ 1528680 h 1550015"/>
              <a:gd name="connsiteX136" fmla="*/ 1929403 w 5038610"/>
              <a:gd name="connsiteY136" fmla="*/ 1522330 h 1550015"/>
              <a:gd name="connsiteX137" fmla="*/ 1878375 w 5038610"/>
              <a:gd name="connsiteY137" fmla="*/ 1518393 h 1550015"/>
              <a:gd name="connsiteX138" fmla="*/ 1877860 w 5038610"/>
              <a:gd name="connsiteY138" fmla="*/ 1524743 h 1550015"/>
              <a:gd name="connsiteX139" fmla="*/ 1826501 w 5038610"/>
              <a:gd name="connsiteY139" fmla="*/ 1520362 h 1550015"/>
              <a:gd name="connsiteX140" fmla="*/ 1827054 w 5038610"/>
              <a:gd name="connsiteY140" fmla="*/ 1514075 h 1550015"/>
              <a:gd name="connsiteX141" fmla="*/ 1776177 w 5038610"/>
              <a:gd name="connsiteY141" fmla="*/ 1509439 h 1550015"/>
              <a:gd name="connsiteX142" fmla="*/ 1775574 w 5038610"/>
              <a:gd name="connsiteY142" fmla="*/ 1515726 h 1550015"/>
              <a:gd name="connsiteX143" fmla="*/ 1724235 w 5038610"/>
              <a:gd name="connsiteY143" fmla="*/ 1510709 h 1550015"/>
              <a:gd name="connsiteX144" fmla="*/ 1724882 w 5038610"/>
              <a:gd name="connsiteY144" fmla="*/ 1504372 h 1550015"/>
              <a:gd name="connsiteX145" fmla="*/ 1673955 w 5038610"/>
              <a:gd name="connsiteY145" fmla="*/ 1498981 h 1550015"/>
              <a:gd name="connsiteX146" fmla="*/ 1673263 w 5038610"/>
              <a:gd name="connsiteY146" fmla="*/ 1505293 h 1550015"/>
              <a:gd name="connsiteX147" fmla="*/ 1622165 w 5038610"/>
              <a:gd name="connsiteY147" fmla="*/ 1499502 h 1550015"/>
              <a:gd name="connsiteX148" fmla="*/ 1622901 w 5038610"/>
              <a:gd name="connsiteY148" fmla="*/ 1493196 h 1550015"/>
              <a:gd name="connsiteX149" fmla="*/ 1571942 w 5038610"/>
              <a:gd name="connsiteY149" fmla="*/ 1487030 h 1550015"/>
              <a:gd name="connsiteX150" fmla="*/ 1571155 w 5038610"/>
              <a:gd name="connsiteY150" fmla="*/ 1493329 h 1550015"/>
              <a:gd name="connsiteX151" fmla="*/ 1520298 w 5038610"/>
              <a:gd name="connsiteY151" fmla="*/ 1486776 h 1550015"/>
              <a:gd name="connsiteX152" fmla="*/ 1521136 w 5038610"/>
              <a:gd name="connsiteY152" fmla="*/ 1480483 h 1550015"/>
              <a:gd name="connsiteX153" fmla="*/ 1470165 w 5038610"/>
              <a:gd name="connsiteY153" fmla="*/ 1473505 h 1550015"/>
              <a:gd name="connsiteX154" fmla="*/ 1469276 w 5038610"/>
              <a:gd name="connsiteY154" fmla="*/ 1479792 h 1550015"/>
              <a:gd name="connsiteX155" fmla="*/ 1418666 w 5038610"/>
              <a:gd name="connsiteY155" fmla="*/ 1472438 h 1550015"/>
              <a:gd name="connsiteX156" fmla="*/ 1419606 w 5038610"/>
              <a:gd name="connsiteY156" fmla="*/ 1466158 h 1550015"/>
              <a:gd name="connsiteX157" fmla="*/ 1368647 w 5038610"/>
              <a:gd name="connsiteY157" fmla="*/ 1458322 h 1550015"/>
              <a:gd name="connsiteX158" fmla="*/ 1367650 w 5038610"/>
              <a:gd name="connsiteY158" fmla="*/ 1464596 h 1550015"/>
              <a:gd name="connsiteX159" fmla="*/ 1317288 w 5038610"/>
              <a:gd name="connsiteY159" fmla="*/ 1456404 h 1550015"/>
              <a:gd name="connsiteX160" fmla="*/ 1318336 w 5038610"/>
              <a:gd name="connsiteY160" fmla="*/ 1450137 h 1550015"/>
              <a:gd name="connsiteX161" fmla="*/ 1267422 w 5038610"/>
              <a:gd name="connsiteY161" fmla="*/ 1441393 h 1550015"/>
              <a:gd name="connsiteX162" fmla="*/ 1266323 w 5038610"/>
              <a:gd name="connsiteY162" fmla="*/ 1447648 h 1550015"/>
              <a:gd name="connsiteX163" fmla="*/ 1216089 w 5038610"/>
              <a:gd name="connsiteY163" fmla="*/ 1438542 h 1550015"/>
              <a:gd name="connsiteX164" fmla="*/ 1217251 w 5038610"/>
              <a:gd name="connsiteY164" fmla="*/ 1432300 h 1550015"/>
              <a:gd name="connsiteX165" fmla="*/ 1166546 w 5038610"/>
              <a:gd name="connsiteY165" fmla="*/ 1422610 h 1550015"/>
              <a:gd name="connsiteX166" fmla="*/ 1165320 w 5038610"/>
              <a:gd name="connsiteY166" fmla="*/ 1428839 h 1550015"/>
              <a:gd name="connsiteX167" fmla="*/ 1115263 w 5038610"/>
              <a:gd name="connsiteY167" fmla="*/ 1418762 h 1550015"/>
              <a:gd name="connsiteX168" fmla="*/ 1116546 w 5038610"/>
              <a:gd name="connsiteY168" fmla="*/ 1412545 h 1550015"/>
              <a:gd name="connsiteX169" fmla="*/ 1066063 w 5038610"/>
              <a:gd name="connsiteY169" fmla="*/ 1401839 h 1550015"/>
              <a:gd name="connsiteX170" fmla="*/ 1064711 w 5038610"/>
              <a:gd name="connsiteY170" fmla="*/ 1408043 h 1550015"/>
              <a:gd name="connsiteX171" fmla="*/ 1014908 w 5038610"/>
              <a:gd name="connsiteY171" fmla="*/ 1396918 h 1550015"/>
              <a:gd name="connsiteX172" fmla="*/ 1016324 w 5038610"/>
              <a:gd name="connsiteY172" fmla="*/ 1390733 h 1550015"/>
              <a:gd name="connsiteX173" fmla="*/ 966057 w 5038610"/>
              <a:gd name="connsiteY173" fmla="*/ 1378915 h 1550015"/>
              <a:gd name="connsiteX174" fmla="*/ 964571 w 5038610"/>
              <a:gd name="connsiteY174" fmla="*/ 1385088 h 1550015"/>
              <a:gd name="connsiteX175" fmla="*/ 915092 w 5038610"/>
              <a:gd name="connsiteY175" fmla="*/ 1372838 h 1550015"/>
              <a:gd name="connsiteX176" fmla="*/ 916654 w 5038610"/>
              <a:gd name="connsiteY176" fmla="*/ 1366685 h 1550015"/>
              <a:gd name="connsiteX177" fmla="*/ 866648 w 5038610"/>
              <a:gd name="connsiteY177" fmla="*/ 1353642 h 1550015"/>
              <a:gd name="connsiteX178" fmla="*/ 865003 w 5038610"/>
              <a:gd name="connsiteY178" fmla="*/ 1359776 h 1550015"/>
              <a:gd name="connsiteX179" fmla="*/ 815734 w 5038610"/>
              <a:gd name="connsiteY179" fmla="*/ 1346238 h 1550015"/>
              <a:gd name="connsiteX180" fmla="*/ 817455 w 5038610"/>
              <a:gd name="connsiteY180" fmla="*/ 1340123 h 1550015"/>
              <a:gd name="connsiteX181" fmla="*/ 767982 w 5038610"/>
              <a:gd name="connsiteY181" fmla="*/ 1325791 h 1550015"/>
              <a:gd name="connsiteX182" fmla="*/ 766172 w 5038610"/>
              <a:gd name="connsiteY182" fmla="*/ 1331875 h 1550015"/>
              <a:gd name="connsiteX183" fmla="*/ 717124 w 5038610"/>
              <a:gd name="connsiteY183" fmla="*/ 1316869 h 1550015"/>
              <a:gd name="connsiteX184" fmla="*/ 719030 w 5038610"/>
              <a:gd name="connsiteY184" fmla="*/ 1310812 h 1550015"/>
              <a:gd name="connsiteX185" fmla="*/ 670306 w 5038610"/>
              <a:gd name="connsiteY185" fmla="*/ 1295064 h 1550015"/>
              <a:gd name="connsiteX186" fmla="*/ 668306 w 5038610"/>
              <a:gd name="connsiteY186" fmla="*/ 1301090 h 1550015"/>
              <a:gd name="connsiteX187" fmla="*/ 619538 w 5038610"/>
              <a:gd name="connsiteY187" fmla="*/ 1284402 h 1550015"/>
              <a:gd name="connsiteX188" fmla="*/ 621646 w 5038610"/>
              <a:gd name="connsiteY188" fmla="*/ 1278407 h 1550015"/>
              <a:gd name="connsiteX189" fmla="*/ 573843 w 5038610"/>
              <a:gd name="connsiteY189" fmla="*/ 1261066 h 1550015"/>
              <a:gd name="connsiteX190" fmla="*/ 571621 w 5038610"/>
              <a:gd name="connsiteY190" fmla="*/ 1267009 h 1550015"/>
              <a:gd name="connsiteX191" fmla="*/ 523367 w 5038610"/>
              <a:gd name="connsiteY191" fmla="*/ 1248404 h 1550015"/>
              <a:gd name="connsiteX192" fmla="*/ 525717 w 5038610"/>
              <a:gd name="connsiteY192" fmla="*/ 1242504 h 1550015"/>
              <a:gd name="connsiteX193" fmla="*/ 478339 w 5038610"/>
              <a:gd name="connsiteY193" fmla="*/ 1223023 h 1550015"/>
              <a:gd name="connsiteX194" fmla="*/ 475856 w 5038610"/>
              <a:gd name="connsiteY194" fmla="*/ 1228865 h 1550015"/>
              <a:gd name="connsiteX195" fmla="*/ 429222 w 5038610"/>
              <a:gd name="connsiteY195" fmla="*/ 1208367 h 1550015"/>
              <a:gd name="connsiteX196" fmla="*/ 431851 w 5038610"/>
              <a:gd name="connsiteY196" fmla="*/ 1202582 h 1550015"/>
              <a:gd name="connsiteX197" fmla="*/ 385210 w 5038610"/>
              <a:gd name="connsiteY197" fmla="*/ 1180560 h 1550015"/>
              <a:gd name="connsiteX198" fmla="*/ 382416 w 5038610"/>
              <a:gd name="connsiteY198" fmla="*/ 1186263 h 1550015"/>
              <a:gd name="connsiteX199" fmla="*/ 336588 w 5038610"/>
              <a:gd name="connsiteY199" fmla="*/ 1162895 h 1550015"/>
              <a:gd name="connsiteX200" fmla="*/ 339566 w 5038610"/>
              <a:gd name="connsiteY200" fmla="*/ 1157288 h 1550015"/>
              <a:gd name="connsiteX201" fmla="*/ 294996 w 5038610"/>
              <a:gd name="connsiteY201" fmla="*/ 1132593 h 1550015"/>
              <a:gd name="connsiteX202" fmla="*/ 291814 w 5038610"/>
              <a:gd name="connsiteY202" fmla="*/ 1138091 h 1550015"/>
              <a:gd name="connsiteX203" fmla="*/ 248133 w 5038610"/>
              <a:gd name="connsiteY203" fmla="*/ 1111593 h 1550015"/>
              <a:gd name="connsiteX204" fmla="*/ 251543 w 5038610"/>
              <a:gd name="connsiteY204" fmla="*/ 1106234 h 1550015"/>
              <a:gd name="connsiteX205" fmla="*/ 208959 w 5038610"/>
              <a:gd name="connsiteY205" fmla="*/ 1077639 h 1550015"/>
              <a:gd name="connsiteX206" fmla="*/ 205283 w 5038610"/>
              <a:gd name="connsiteY206" fmla="*/ 1082815 h 1550015"/>
              <a:gd name="connsiteX207" fmla="*/ 164192 w 5038610"/>
              <a:gd name="connsiteY207" fmla="*/ 1051820 h 1550015"/>
              <a:gd name="connsiteX208" fmla="*/ 168173 w 5038610"/>
              <a:gd name="connsiteY208" fmla="*/ 1046874 h 1550015"/>
              <a:gd name="connsiteX209" fmla="*/ 129623 w 5038610"/>
              <a:gd name="connsiteY209" fmla="*/ 1013600 h 1550015"/>
              <a:gd name="connsiteX210" fmla="*/ 125298 w 5038610"/>
              <a:gd name="connsiteY210" fmla="*/ 1018248 h 1550015"/>
              <a:gd name="connsiteX211" fmla="*/ 89268 w 5038610"/>
              <a:gd name="connsiteY211" fmla="*/ 981678 h 1550015"/>
              <a:gd name="connsiteX212" fmla="*/ 93993 w 5038610"/>
              <a:gd name="connsiteY212" fmla="*/ 977436 h 1550015"/>
              <a:gd name="connsiteX213" fmla="*/ 62293 w 5038610"/>
              <a:gd name="connsiteY213" fmla="*/ 938047 h 1550015"/>
              <a:gd name="connsiteX214" fmla="*/ 57125 w 5038610"/>
              <a:gd name="connsiteY214" fmla="*/ 941731 h 1550015"/>
              <a:gd name="connsiteX215" fmla="*/ 30290 w 5038610"/>
              <a:gd name="connsiteY215" fmla="*/ 898138 h 1550015"/>
              <a:gd name="connsiteX216" fmla="*/ 35922 w 5038610"/>
              <a:gd name="connsiteY216" fmla="*/ 895211 h 1550015"/>
              <a:gd name="connsiteX217" fmla="*/ 16618 w 5038610"/>
              <a:gd name="connsiteY217" fmla="*/ 848925 h 1550015"/>
              <a:gd name="connsiteX218" fmla="*/ 10560 w 5038610"/>
              <a:gd name="connsiteY218" fmla="*/ 850843 h 1550015"/>
              <a:gd name="connsiteX219" fmla="*/ 0 w 5038610"/>
              <a:gd name="connsiteY219" fmla="*/ 800646 h 1550015"/>
              <a:gd name="connsiteX220" fmla="*/ 6318 w 5038610"/>
              <a:gd name="connsiteY220" fmla="*/ 799979 h 1550015"/>
              <a:gd name="connsiteX221" fmla="*/ 4997 w 5038610"/>
              <a:gd name="connsiteY221" fmla="*/ 774992 h 1550015"/>
              <a:gd name="connsiteX222" fmla="*/ 6318 w 5038610"/>
              <a:gd name="connsiteY222" fmla="*/ 750011 h 1550015"/>
              <a:gd name="connsiteX223" fmla="*/ 0 w 5038610"/>
              <a:gd name="connsiteY223" fmla="*/ 749345 h 1550015"/>
              <a:gd name="connsiteX224" fmla="*/ 10560 w 5038610"/>
              <a:gd name="connsiteY224" fmla="*/ 699148 h 1550015"/>
              <a:gd name="connsiteX225" fmla="*/ 16618 w 5038610"/>
              <a:gd name="connsiteY225" fmla="*/ 701059 h 1550015"/>
              <a:gd name="connsiteX226" fmla="*/ 35922 w 5038610"/>
              <a:gd name="connsiteY226" fmla="*/ 654780 h 1550015"/>
              <a:gd name="connsiteX227" fmla="*/ 30290 w 5038610"/>
              <a:gd name="connsiteY227" fmla="*/ 651853 h 1550015"/>
              <a:gd name="connsiteX228" fmla="*/ 57125 w 5038610"/>
              <a:gd name="connsiteY228" fmla="*/ 608254 h 1550015"/>
              <a:gd name="connsiteX229" fmla="*/ 62293 w 5038610"/>
              <a:gd name="connsiteY229" fmla="*/ 611943 h 1550015"/>
              <a:gd name="connsiteX230" fmla="*/ 93993 w 5038610"/>
              <a:gd name="connsiteY230" fmla="*/ 572554 h 1550015"/>
              <a:gd name="connsiteX231" fmla="*/ 89268 w 5038610"/>
              <a:gd name="connsiteY231" fmla="*/ 568312 h 1550015"/>
              <a:gd name="connsiteX232" fmla="*/ 125292 w 5038610"/>
              <a:gd name="connsiteY232" fmla="*/ 531743 h 1550015"/>
              <a:gd name="connsiteX233" fmla="*/ 129623 w 5038610"/>
              <a:gd name="connsiteY233" fmla="*/ 536391 h 1550015"/>
              <a:gd name="connsiteX234" fmla="*/ 168167 w 5038610"/>
              <a:gd name="connsiteY234" fmla="*/ 503117 h 1550015"/>
              <a:gd name="connsiteX235" fmla="*/ 164192 w 5038610"/>
              <a:gd name="connsiteY235" fmla="*/ 498170 h 1550015"/>
              <a:gd name="connsiteX236" fmla="*/ 205283 w 5038610"/>
              <a:gd name="connsiteY236" fmla="*/ 467176 h 1550015"/>
              <a:gd name="connsiteX237" fmla="*/ 208959 w 5038610"/>
              <a:gd name="connsiteY237" fmla="*/ 472351 h 1550015"/>
              <a:gd name="connsiteX238" fmla="*/ 251543 w 5038610"/>
              <a:gd name="connsiteY238" fmla="*/ 443757 h 1550015"/>
              <a:gd name="connsiteX239" fmla="*/ 248126 w 5038610"/>
              <a:gd name="connsiteY239" fmla="*/ 438398 h 1550015"/>
              <a:gd name="connsiteX240" fmla="*/ 291814 w 5038610"/>
              <a:gd name="connsiteY240" fmla="*/ 411899 h 1550015"/>
              <a:gd name="connsiteX241" fmla="*/ 294996 w 5038610"/>
              <a:gd name="connsiteY241" fmla="*/ 417392 h 1550015"/>
              <a:gd name="connsiteX242" fmla="*/ 339566 w 5038610"/>
              <a:gd name="connsiteY242" fmla="*/ 392703 h 1550015"/>
              <a:gd name="connsiteX243" fmla="*/ 336588 w 5038610"/>
              <a:gd name="connsiteY243" fmla="*/ 387096 h 1550015"/>
              <a:gd name="connsiteX244" fmla="*/ 382410 w 5038610"/>
              <a:gd name="connsiteY244" fmla="*/ 363728 h 1550015"/>
              <a:gd name="connsiteX245" fmla="*/ 385210 w 5038610"/>
              <a:gd name="connsiteY245" fmla="*/ 369430 h 1550015"/>
              <a:gd name="connsiteX246" fmla="*/ 431851 w 5038610"/>
              <a:gd name="connsiteY246" fmla="*/ 347402 h 1550015"/>
              <a:gd name="connsiteX247" fmla="*/ 429222 w 5038610"/>
              <a:gd name="connsiteY247" fmla="*/ 341624 h 1550015"/>
              <a:gd name="connsiteX248" fmla="*/ 475856 w 5038610"/>
              <a:gd name="connsiteY248" fmla="*/ 321120 h 1550015"/>
              <a:gd name="connsiteX249" fmla="*/ 478339 w 5038610"/>
              <a:gd name="connsiteY249" fmla="*/ 326968 h 1550015"/>
              <a:gd name="connsiteX250" fmla="*/ 525717 w 5038610"/>
              <a:gd name="connsiteY250" fmla="*/ 307486 h 1550015"/>
              <a:gd name="connsiteX251" fmla="*/ 523367 w 5038610"/>
              <a:gd name="connsiteY251" fmla="*/ 301587 h 1550015"/>
              <a:gd name="connsiteX252" fmla="*/ 571621 w 5038610"/>
              <a:gd name="connsiteY252" fmla="*/ 282982 h 1550015"/>
              <a:gd name="connsiteX253" fmla="*/ 573843 w 5038610"/>
              <a:gd name="connsiteY253" fmla="*/ 288925 h 1550015"/>
              <a:gd name="connsiteX254" fmla="*/ 621646 w 5038610"/>
              <a:gd name="connsiteY254" fmla="*/ 271577 h 1550015"/>
              <a:gd name="connsiteX255" fmla="*/ 619538 w 5038610"/>
              <a:gd name="connsiteY255" fmla="*/ 265589 h 1550015"/>
              <a:gd name="connsiteX256" fmla="*/ 668306 w 5038610"/>
              <a:gd name="connsiteY256" fmla="*/ 248901 h 1550015"/>
              <a:gd name="connsiteX257" fmla="*/ 670306 w 5038610"/>
              <a:gd name="connsiteY257" fmla="*/ 254927 h 1550015"/>
              <a:gd name="connsiteX258" fmla="*/ 719030 w 5038610"/>
              <a:gd name="connsiteY258" fmla="*/ 239173 h 1550015"/>
              <a:gd name="connsiteX259" fmla="*/ 717124 w 5038610"/>
              <a:gd name="connsiteY259" fmla="*/ 233121 h 1550015"/>
              <a:gd name="connsiteX260" fmla="*/ 766172 w 5038610"/>
              <a:gd name="connsiteY260" fmla="*/ 218116 h 1550015"/>
              <a:gd name="connsiteX261" fmla="*/ 767982 w 5038610"/>
              <a:gd name="connsiteY261" fmla="*/ 224200 h 1550015"/>
              <a:gd name="connsiteX262" fmla="*/ 817455 w 5038610"/>
              <a:gd name="connsiteY262" fmla="*/ 209861 h 1550015"/>
              <a:gd name="connsiteX263" fmla="*/ 815734 w 5038610"/>
              <a:gd name="connsiteY263" fmla="*/ 203752 h 1550015"/>
              <a:gd name="connsiteX264" fmla="*/ 865003 w 5038610"/>
              <a:gd name="connsiteY264" fmla="*/ 190214 h 1550015"/>
              <a:gd name="connsiteX265" fmla="*/ 866648 w 5038610"/>
              <a:gd name="connsiteY265" fmla="*/ 196348 h 1550015"/>
              <a:gd name="connsiteX266" fmla="*/ 916654 w 5038610"/>
              <a:gd name="connsiteY266" fmla="*/ 183305 h 1550015"/>
              <a:gd name="connsiteX267" fmla="*/ 915092 w 5038610"/>
              <a:gd name="connsiteY267" fmla="*/ 177152 h 1550015"/>
              <a:gd name="connsiteX268" fmla="*/ 964571 w 5038610"/>
              <a:gd name="connsiteY268" fmla="*/ 164903 h 1550015"/>
              <a:gd name="connsiteX269" fmla="*/ 966057 w 5038610"/>
              <a:gd name="connsiteY269" fmla="*/ 171075 h 1550015"/>
              <a:gd name="connsiteX270" fmla="*/ 1016324 w 5038610"/>
              <a:gd name="connsiteY270" fmla="*/ 159258 h 1550015"/>
              <a:gd name="connsiteX271" fmla="*/ 1014908 w 5038610"/>
              <a:gd name="connsiteY271" fmla="*/ 153067 h 1550015"/>
              <a:gd name="connsiteX272" fmla="*/ 1064711 w 5038610"/>
              <a:gd name="connsiteY272" fmla="*/ 141948 h 1550015"/>
              <a:gd name="connsiteX273" fmla="*/ 1066063 w 5038610"/>
              <a:gd name="connsiteY273" fmla="*/ 148152 h 1550015"/>
              <a:gd name="connsiteX274" fmla="*/ 1116546 w 5038610"/>
              <a:gd name="connsiteY274" fmla="*/ 137446 h 1550015"/>
              <a:gd name="connsiteX275" fmla="*/ 1115263 w 5038610"/>
              <a:gd name="connsiteY275" fmla="*/ 131229 h 1550015"/>
              <a:gd name="connsiteX276" fmla="*/ 1165320 w 5038610"/>
              <a:gd name="connsiteY276" fmla="*/ 121145 h 1550015"/>
              <a:gd name="connsiteX277" fmla="*/ 1166546 w 5038610"/>
              <a:gd name="connsiteY277" fmla="*/ 127381 h 1550015"/>
              <a:gd name="connsiteX278" fmla="*/ 1217251 w 5038610"/>
              <a:gd name="connsiteY278" fmla="*/ 117691 h 1550015"/>
              <a:gd name="connsiteX279" fmla="*/ 1216089 w 5038610"/>
              <a:gd name="connsiteY279" fmla="*/ 111449 h 1550015"/>
              <a:gd name="connsiteX280" fmla="*/ 1266323 w 5038610"/>
              <a:gd name="connsiteY280" fmla="*/ 102343 h 1550015"/>
              <a:gd name="connsiteX281" fmla="*/ 1267422 w 5038610"/>
              <a:gd name="connsiteY281" fmla="*/ 108598 h 1550015"/>
              <a:gd name="connsiteX282" fmla="*/ 1318336 w 5038610"/>
              <a:gd name="connsiteY282" fmla="*/ 99847 h 1550015"/>
              <a:gd name="connsiteX283" fmla="*/ 1317288 w 5038610"/>
              <a:gd name="connsiteY283" fmla="*/ 93586 h 1550015"/>
              <a:gd name="connsiteX284" fmla="*/ 1367650 w 5038610"/>
              <a:gd name="connsiteY284" fmla="*/ 85395 h 1550015"/>
              <a:gd name="connsiteX285" fmla="*/ 1368647 w 5038610"/>
              <a:gd name="connsiteY285" fmla="*/ 91668 h 1550015"/>
              <a:gd name="connsiteX286" fmla="*/ 1419606 w 5038610"/>
              <a:gd name="connsiteY286" fmla="*/ 83833 h 1550015"/>
              <a:gd name="connsiteX287" fmla="*/ 1418666 w 5038610"/>
              <a:gd name="connsiteY287" fmla="*/ 77553 h 1550015"/>
              <a:gd name="connsiteX288" fmla="*/ 1469276 w 5038610"/>
              <a:gd name="connsiteY288" fmla="*/ 70199 h 1550015"/>
              <a:gd name="connsiteX289" fmla="*/ 1470165 w 5038610"/>
              <a:gd name="connsiteY289" fmla="*/ 76486 h 1550015"/>
              <a:gd name="connsiteX290" fmla="*/ 1521136 w 5038610"/>
              <a:gd name="connsiteY290" fmla="*/ 69507 h 1550015"/>
              <a:gd name="connsiteX291" fmla="*/ 1520298 w 5038610"/>
              <a:gd name="connsiteY291" fmla="*/ 63208 h 1550015"/>
              <a:gd name="connsiteX292" fmla="*/ 1571155 w 5038610"/>
              <a:gd name="connsiteY292" fmla="*/ 56655 h 1550015"/>
              <a:gd name="connsiteX293" fmla="*/ 1571942 w 5038610"/>
              <a:gd name="connsiteY293" fmla="*/ 62960 h 1550015"/>
              <a:gd name="connsiteX294" fmla="*/ 1622901 w 5038610"/>
              <a:gd name="connsiteY294" fmla="*/ 56794 h 1550015"/>
              <a:gd name="connsiteX295" fmla="*/ 1622165 w 5038610"/>
              <a:gd name="connsiteY295" fmla="*/ 50483 h 1550015"/>
              <a:gd name="connsiteX296" fmla="*/ 1673263 w 5038610"/>
              <a:gd name="connsiteY296" fmla="*/ 44691 h 1550015"/>
              <a:gd name="connsiteX297" fmla="*/ 1673955 w 5038610"/>
              <a:gd name="connsiteY297" fmla="*/ 51003 h 1550015"/>
              <a:gd name="connsiteX298" fmla="*/ 1724882 w 5038610"/>
              <a:gd name="connsiteY298" fmla="*/ 45619 h 1550015"/>
              <a:gd name="connsiteX299" fmla="*/ 1724235 w 5038610"/>
              <a:gd name="connsiteY299" fmla="*/ 39300 h 1550015"/>
              <a:gd name="connsiteX300" fmla="*/ 1775574 w 5038610"/>
              <a:gd name="connsiteY300" fmla="*/ 34246 h 1550015"/>
              <a:gd name="connsiteX301" fmla="*/ 1776177 w 5038610"/>
              <a:gd name="connsiteY301" fmla="*/ 40570 h 1550015"/>
              <a:gd name="connsiteX302" fmla="*/ 1827054 w 5038610"/>
              <a:gd name="connsiteY302" fmla="*/ 35922 h 1550015"/>
              <a:gd name="connsiteX303" fmla="*/ 1826495 w 5038610"/>
              <a:gd name="connsiteY303" fmla="*/ 29597 h 1550015"/>
              <a:gd name="connsiteX304" fmla="*/ 1877860 w 5038610"/>
              <a:gd name="connsiteY304" fmla="*/ 25273 h 1550015"/>
              <a:gd name="connsiteX305" fmla="*/ 1878375 w 5038610"/>
              <a:gd name="connsiteY305" fmla="*/ 31604 h 1550015"/>
              <a:gd name="connsiteX306" fmla="*/ 1929403 w 5038610"/>
              <a:gd name="connsiteY306" fmla="*/ 27667 h 1550015"/>
              <a:gd name="connsiteX307" fmla="*/ 1928933 w 5038610"/>
              <a:gd name="connsiteY307" fmla="*/ 21330 h 1550015"/>
              <a:gd name="connsiteX308" fmla="*/ 1980203 w 5038610"/>
              <a:gd name="connsiteY308" fmla="*/ 17723 h 1550015"/>
              <a:gd name="connsiteX309" fmla="*/ 1980629 w 5038610"/>
              <a:gd name="connsiteY309" fmla="*/ 24060 h 1550015"/>
              <a:gd name="connsiteX310" fmla="*/ 2031905 w 5038610"/>
              <a:gd name="connsiteY310" fmla="*/ 20796 h 1550015"/>
              <a:gd name="connsiteX311" fmla="*/ 2031524 w 5038610"/>
              <a:gd name="connsiteY311" fmla="*/ 14459 h 1550015"/>
              <a:gd name="connsiteX312" fmla="*/ 2082698 w 5038610"/>
              <a:gd name="connsiteY312" fmla="*/ 11544 h 1550015"/>
              <a:gd name="connsiteX313" fmla="*/ 2083035 w 5038610"/>
              <a:gd name="connsiteY313" fmla="*/ 17881 h 1550015"/>
              <a:gd name="connsiteX314" fmla="*/ 2134527 w 5038610"/>
              <a:gd name="connsiteY314" fmla="*/ 15284 h 1550015"/>
              <a:gd name="connsiteX315" fmla="*/ 2134229 w 5038610"/>
              <a:gd name="connsiteY315" fmla="*/ 8947 h 1550015"/>
              <a:gd name="connsiteX316" fmla="*/ 2185321 w 5038610"/>
              <a:gd name="connsiteY316" fmla="*/ 6699 h 1550015"/>
              <a:gd name="connsiteX317" fmla="*/ 2185581 w 5038610"/>
              <a:gd name="connsiteY317" fmla="*/ 13043 h 1550015"/>
              <a:gd name="connsiteX318" fmla="*/ 2236946 w 5038610"/>
              <a:gd name="connsiteY318" fmla="*/ 11119 h 1550015"/>
              <a:gd name="connsiteX319" fmla="*/ 2236724 w 5038610"/>
              <a:gd name="connsiteY319" fmla="*/ 4775 h 1550015"/>
              <a:gd name="connsiteX320" fmla="*/ 2288064 w 5038610"/>
              <a:gd name="connsiteY320" fmla="*/ 3175 h 1550015"/>
              <a:gd name="connsiteX321" fmla="*/ 2288242 w 5038610"/>
              <a:gd name="connsiteY321" fmla="*/ 9525 h 1550015"/>
              <a:gd name="connsiteX322" fmla="*/ 2339486 w 5038610"/>
              <a:gd name="connsiteY322" fmla="*/ 8249 h 1550015"/>
              <a:gd name="connsiteX323" fmla="*/ 2339346 w 5038610"/>
              <a:gd name="connsiteY323" fmla="*/ 1905 h 1550015"/>
              <a:gd name="connsiteX324" fmla="*/ 2390902 w 5038610"/>
              <a:gd name="connsiteY324" fmla="*/ 946 h 1550015"/>
              <a:gd name="connsiteX325" fmla="*/ 2390997 w 5038610"/>
              <a:gd name="connsiteY325" fmla="*/ 7296 h 1550015"/>
              <a:gd name="connsiteX326" fmla="*/ 2442128 w 5038610"/>
              <a:gd name="connsiteY326" fmla="*/ 6661 h 1550015"/>
              <a:gd name="connsiteX327" fmla="*/ 2442070 w 5038610"/>
              <a:gd name="connsiteY327" fmla="*/ 311 h 1550015"/>
              <a:gd name="connsiteX328" fmla="*/ 2493499 w 5038610"/>
              <a:gd name="connsiteY328" fmla="*/ 0 h 1550015"/>
              <a:gd name="connsiteX329" fmla="*/ 2493518 w 5038610"/>
              <a:gd name="connsiteY329" fmla="*/ 6350 h 1550015"/>
              <a:gd name="connsiteX330" fmla="*/ 2519305 w 5038610"/>
              <a:gd name="connsiteY330" fmla="*/ 6305 h 1550015"/>
              <a:gd name="connsiteX331" fmla="*/ 2545093 w 5038610"/>
              <a:gd name="connsiteY331" fmla="*/ 6350 h 1550015"/>
              <a:gd name="connsiteX332" fmla="*/ 2545112 w 5038610"/>
              <a:gd name="connsiteY332" fmla="*/ 0 h 1550015"/>
              <a:gd name="connsiteX333" fmla="*/ 2596541 w 5038610"/>
              <a:gd name="connsiteY333" fmla="*/ 311 h 1550015"/>
              <a:gd name="connsiteX334" fmla="*/ 2596483 w 5038610"/>
              <a:gd name="connsiteY334" fmla="*/ 6661 h 1550015"/>
              <a:gd name="connsiteX335" fmla="*/ 2647614 w 5038610"/>
              <a:gd name="connsiteY335" fmla="*/ 7296 h 1550015"/>
              <a:gd name="connsiteX336" fmla="*/ 2647715 w 5038610"/>
              <a:gd name="connsiteY336" fmla="*/ 946 h 1550015"/>
              <a:gd name="connsiteX337" fmla="*/ 2699265 w 5038610"/>
              <a:gd name="connsiteY337" fmla="*/ 1905 h 1550015"/>
              <a:gd name="connsiteX338" fmla="*/ 2699125 w 5038610"/>
              <a:gd name="connsiteY338" fmla="*/ 8249 h 1550015"/>
              <a:gd name="connsiteX339" fmla="*/ 2750369 w 5038610"/>
              <a:gd name="connsiteY339" fmla="*/ 9525 h 1550015"/>
              <a:gd name="connsiteX340" fmla="*/ 2750547 w 5038610"/>
              <a:gd name="connsiteY340" fmla="*/ 3175 h 1550015"/>
              <a:gd name="connsiteX341" fmla="*/ 2801887 w 5038610"/>
              <a:gd name="connsiteY341" fmla="*/ 4775 h 1550015"/>
              <a:gd name="connsiteX342" fmla="*/ 2801665 w 5038610"/>
              <a:gd name="connsiteY342" fmla="*/ 11119 h 1550015"/>
              <a:gd name="connsiteX343" fmla="*/ 2853030 w 5038610"/>
              <a:gd name="connsiteY343" fmla="*/ 13043 h 1550015"/>
              <a:gd name="connsiteX344" fmla="*/ 2853290 w 5038610"/>
              <a:gd name="connsiteY344" fmla="*/ 6699 h 1550015"/>
              <a:gd name="connsiteX345" fmla="*/ 2904389 w 5038610"/>
              <a:gd name="connsiteY345" fmla="*/ 8947 h 1550015"/>
              <a:gd name="connsiteX346" fmla="*/ 2904090 w 5038610"/>
              <a:gd name="connsiteY346" fmla="*/ 15284 h 1550015"/>
              <a:gd name="connsiteX347" fmla="*/ 2955576 w 5038610"/>
              <a:gd name="connsiteY347" fmla="*/ 17881 h 1550015"/>
              <a:gd name="connsiteX348" fmla="*/ 2955919 w 5038610"/>
              <a:gd name="connsiteY348" fmla="*/ 11544 h 1550015"/>
              <a:gd name="connsiteX349" fmla="*/ 3007087 w 5038610"/>
              <a:gd name="connsiteY349" fmla="*/ 14459 h 1550015"/>
              <a:gd name="connsiteX350" fmla="*/ 3006706 w 5038610"/>
              <a:gd name="connsiteY350" fmla="*/ 20796 h 1550015"/>
              <a:gd name="connsiteX351" fmla="*/ 3057982 w 5038610"/>
              <a:gd name="connsiteY351" fmla="*/ 24060 h 1550015"/>
              <a:gd name="connsiteX352" fmla="*/ 3058408 w 5038610"/>
              <a:gd name="connsiteY352" fmla="*/ 17723 h 1550015"/>
              <a:gd name="connsiteX353" fmla="*/ 3109678 w 5038610"/>
              <a:gd name="connsiteY353" fmla="*/ 21330 h 1550015"/>
              <a:gd name="connsiteX354" fmla="*/ 3109208 w 5038610"/>
              <a:gd name="connsiteY354" fmla="*/ 27667 h 1550015"/>
              <a:gd name="connsiteX355" fmla="*/ 3160236 w 5038610"/>
              <a:gd name="connsiteY355" fmla="*/ 31604 h 1550015"/>
              <a:gd name="connsiteX356" fmla="*/ 3160751 w 5038610"/>
              <a:gd name="connsiteY356" fmla="*/ 25273 h 1550015"/>
              <a:gd name="connsiteX357" fmla="*/ 3212116 w 5038610"/>
              <a:gd name="connsiteY357" fmla="*/ 29597 h 1550015"/>
              <a:gd name="connsiteX358" fmla="*/ 3211557 w 5038610"/>
              <a:gd name="connsiteY358" fmla="*/ 35922 h 1550015"/>
              <a:gd name="connsiteX359" fmla="*/ 3262440 w 5038610"/>
              <a:gd name="connsiteY359" fmla="*/ 40570 h 1550015"/>
              <a:gd name="connsiteX360" fmla="*/ 3263036 w 5038610"/>
              <a:gd name="connsiteY360" fmla="*/ 34246 h 1550015"/>
              <a:gd name="connsiteX361" fmla="*/ 3314376 w 5038610"/>
              <a:gd name="connsiteY361" fmla="*/ 39300 h 1550015"/>
              <a:gd name="connsiteX362" fmla="*/ 3313735 w 5038610"/>
              <a:gd name="connsiteY362" fmla="*/ 45619 h 1550015"/>
              <a:gd name="connsiteX363" fmla="*/ 3364655 w 5038610"/>
              <a:gd name="connsiteY363" fmla="*/ 51003 h 1550015"/>
              <a:gd name="connsiteX364" fmla="*/ 3365348 w 5038610"/>
              <a:gd name="connsiteY364" fmla="*/ 44691 h 1550015"/>
              <a:gd name="connsiteX365" fmla="*/ 3416453 w 5038610"/>
              <a:gd name="connsiteY365" fmla="*/ 50483 h 1550015"/>
              <a:gd name="connsiteX366" fmla="*/ 3415710 w 5038610"/>
              <a:gd name="connsiteY366" fmla="*/ 56794 h 1550015"/>
              <a:gd name="connsiteX367" fmla="*/ 3466668 w 5038610"/>
              <a:gd name="connsiteY367" fmla="*/ 62960 h 1550015"/>
              <a:gd name="connsiteX368" fmla="*/ 3467456 w 5038610"/>
              <a:gd name="connsiteY368" fmla="*/ 56655 h 1550015"/>
              <a:gd name="connsiteX369" fmla="*/ 3518313 w 5038610"/>
              <a:gd name="connsiteY369" fmla="*/ 63208 h 1550015"/>
              <a:gd name="connsiteX370" fmla="*/ 3517475 w 5038610"/>
              <a:gd name="connsiteY370" fmla="*/ 69507 h 1550015"/>
              <a:gd name="connsiteX371" fmla="*/ 3568452 w 5038610"/>
              <a:gd name="connsiteY371" fmla="*/ 76486 h 1550015"/>
              <a:gd name="connsiteX372" fmla="*/ 3569335 w 5038610"/>
              <a:gd name="connsiteY372" fmla="*/ 70199 h 1550015"/>
              <a:gd name="connsiteX373" fmla="*/ 3619944 w 5038610"/>
              <a:gd name="connsiteY373" fmla="*/ 77546 h 1550015"/>
              <a:gd name="connsiteX374" fmla="*/ 3619005 w 5038610"/>
              <a:gd name="connsiteY374" fmla="*/ 83833 h 1550015"/>
              <a:gd name="connsiteX375" fmla="*/ 3669964 w 5038610"/>
              <a:gd name="connsiteY375" fmla="*/ 91668 h 1550015"/>
              <a:gd name="connsiteX376" fmla="*/ 3670960 w 5038610"/>
              <a:gd name="connsiteY376" fmla="*/ 85395 h 1550015"/>
              <a:gd name="connsiteX377" fmla="*/ 3721322 w 5038610"/>
              <a:gd name="connsiteY377" fmla="*/ 93586 h 1550015"/>
              <a:gd name="connsiteX378" fmla="*/ 3720275 w 5038610"/>
              <a:gd name="connsiteY378" fmla="*/ 99847 h 1550015"/>
              <a:gd name="connsiteX379" fmla="*/ 3771189 w 5038610"/>
              <a:gd name="connsiteY379" fmla="*/ 108598 h 1550015"/>
              <a:gd name="connsiteX380" fmla="*/ 3772294 w 5038610"/>
              <a:gd name="connsiteY380" fmla="*/ 102343 h 1550015"/>
              <a:gd name="connsiteX381" fmla="*/ 3822522 w 5038610"/>
              <a:gd name="connsiteY381" fmla="*/ 111449 h 1550015"/>
              <a:gd name="connsiteX382" fmla="*/ 3821360 w 5038610"/>
              <a:gd name="connsiteY382" fmla="*/ 117691 h 1550015"/>
              <a:gd name="connsiteX383" fmla="*/ 3872065 w 5038610"/>
              <a:gd name="connsiteY383" fmla="*/ 127381 h 1550015"/>
              <a:gd name="connsiteX384" fmla="*/ 3873291 w 5038610"/>
              <a:gd name="connsiteY384" fmla="*/ 121145 h 1550015"/>
              <a:gd name="connsiteX385" fmla="*/ 3923348 w 5038610"/>
              <a:gd name="connsiteY385" fmla="*/ 131229 h 1550015"/>
              <a:gd name="connsiteX386" fmla="*/ 3922065 w 5038610"/>
              <a:gd name="connsiteY386" fmla="*/ 137446 h 1550015"/>
              <a:gd name="connsiteX387" fmla="*/ 3972547 w 5038610"/>
              <a:gd name="connsiteY387" fmla="*/ 148152 h 1550015"/>
              <a:gd name="connsiteX388" fmla="*/ 3973900 w 5038610"/>
              <a:gd name="connsiteY388" fmla="*/ 141948 h 1550015"/>
              <a:gd name="connsiteX389" fmla="*/ 4023703 w 5038610"/>
              <a:gd name="connsiteY389" fmla="*/ 153067 h 1550015"/>
              <a:gd name="connsiteX390" fmla="*/ 4022287 w 5038610"/>
              <a:gd name="connsiteY390" fmla="*/ 159258 h 1550015"/>
              <a:gd name="connsiteX391" fmla="*/ 4072554 w 5038610"/>
              <a:gd name="connsiteY391" fmla="*/ 171075 h 1550015"/>
              <a:gd name="connsiteX392" fmla="*/ 4074040 w 5038610"/>
              <a:gd name="connsiteY392" fmla="*/ 164903 h 1550015"/>
              <a:gd name="connsiteX393" fmla="*/ 4123519 w 5038610"/>
              <a:gd name="connsiteY393" fmla="*/ 177152 h 1550015"/>
              <a:gd name="connsiteX394" fmla="*/ 4121956 w 5038610"/>
              <a:gd name="connsiteY394" fmla="*/ 183305 h 1550015"/>
              <a:gd name="connsiteX395" fmla="*/ 4171963 w 5038610"/>
              <a:gd name="connsiteY395" fmla="*/ 196348 h 1550015"/>
              <a:gd name="connsiteX396" fmla="*/ 4173608 w 5038610"/>
              <a:gd name="connsiteY396" fmla="*/ 190214 h 1550015"/>
              <a:gd name="connsiteX397" fmla="*/ 4222877 w 5038610"/>
              <a:gd name="connsiteY397" fmla="*/ 203752 h 1550015"/>
              <a:gd name="connsiteX398" fmla="*/ 4221156 w 5038610"/>
              <a:gd name="connsiteY398" fmla="*/ 209861 h 1550015"/>
              <a:gd name="connsiteX399" fmla="*/ 4270629 w 5038610"/>
              <a:gd name="connsiteY399" fmla="*/ 224200 h 1550015"/>
              <a:gd name="connsiteX400" fmla="*/ 4272439 w 5038610"/>
              <a:gd name="connsiteY400" fmla="*/ 218116 h 1550015"/>
              <a:gd name="connsiteX401" fmla="*/ 4321486 w 5038610"/>
              <a:gd name="connsiteY401" fmla="*/ 233115 h 1550015"/>
              <a:gd name="connsiteX402" fmla="*/ 4319581 w 5038610"/>
              <a:gd name="connsiteY402" fmla="*/ 239173 h 1550015"/>
              <a:gd name="connsiteX403" fmla="*/ 4368305 w 5038610"/>
              <a:gd name="connsiteY403" fmla="*/ 254927 h 1550015"/>
              <a:gd name="connsiteX404" fmla="*/ 4370305 w 5038610"/>
              <a:gd name="connsiteY404" fmla="*/ 248901 h 1550015"/>
              <a:gd name="connsiteX405" fmla="*/ 4419073 w 5038610"/>
              <a:gd name="connsiteY405" fmla="*/ 265589 h 1550015"/>
              <a:gd name="connsiteX406" fmla="*/ 4416965 w 5038610"/>
              <a:gd name="connsiteY406" fmla="*/ 271577 h 1550015"/>
              <a:gd name="connsiteX407" fmla="*/ 4464768 w 5038610"/>
              <a:gd name="connsiteY407" fmla="*/ 288925 h 1550015"/>
              <a:gd name="connsiteX408" fmla="*/ 4466997 w 5038610"/>
              <a:gd name="connsiteY408" fmla="*/ 282982 h 1550015"/>
              <a:gd name="connsiteX409" fmla="*/ 4515244 w 5038610"/>
              <a:gd name="connsiteY409" fmla="*/ 301587 h 1550015"/>
              <a:gd name="connsiteX410" fmla="*/ 4512894 w 5038610"/>
              <a:gd name="connsiteY410" fmla="*/ 307486 h 1550015"/>
              <a:gd name="connsiteX411" fmla="*/ 4560272 w 5038610"/>
              <a:gd name="connsiteY411" fmla="*/ 326968 h 1550015"/>
              <a:gd name="connsiteX412" fmla="*/ 4562754 w 5038610"/>
              <a:gd name="connsiteY412" fmla="*/ 321120 h 1550015"/>
              <a:gd name="connsiteX413" fmla="*/ 4609389 w 5038610"/>
              <a:gd name="connsiteY413" fmla="*/ 341624 h 1550015"/>
              <a:gd name="connsiteX414" fmla="*/ 4606760 w 5038610"/>
              <a:gd name="connsiteY414" fmla="*/ 347402 h 1550015"/>
              <a:gd name="connsiteX415" fmla="*/ 4653401 w 5038610"/>
              <a:gd name="connsiteY415" fmla="*/ 369430 h 1550015"/>
              <a:gd name="connsiteX416" fmla="*/ 4656201 w 5038610"/>
              <a:gd name="connsiteY416" fmla="*/ 363728 h 1550015"/>
              <a:gd name="connsiteX417" fmla="*/ 4702023 w 5038610"/>
              <a:gd name="connsiteY417" fmla="*/ 387090 h 1550015"/>
              <a:gd name="connsiteX418" fmla="*/ 4699045 w 5038610"/>
              <a:gd name="connsiteY418" fmla="*/ 392703 h 1550015"/>
              <a:gd name="connsiteX419" fmla="*/ 4743615 w 5038610"/>
              <a:gd name="connsiteY419" fmla="*/ 417392 h 1550015"/>
              <a:gd name="connsiteX420" fmla="*/ 4746797 w 5038610"/>
              <a:gd name="connsiteY420" fmla="*/ 411899 h 1550015"/>
              <a:gd name="connsiteX421" fmla="*/ 4790485 w 5038610"/>
              <a:gd name="connsiteY421" fmla="*/ 438398 h 1550015"/>
              <a:gd name="connsiteX422" fmla="*/ 4787075 w 5038610"/>
              <a:gd name="connsiteY422" fmla="*/ 443757 h 1550015"/>
              <a:gd name="connsiteX423" fmla="*/ 4829651 w 5038610"/>
              <a:gd name="connsiteY423" fmla="*/ 472351 h 1550015"/>
              <a:gd name="connsiteX424" fmla="*/ 4833328 w 5038610"/>
              <a:gd name="connsiteY424" fmla="*/ 467176 h 1550015"/>
              <a:gd name="connsiteX425" fmla="*/ 4874419 w 5038610"/>
              <a:gd name="connsiteY425" fmla="*/ 498164 h 1550015"/>
              <a:gd name="connsiteX426" fmla="*/ 4870444 w 5038610"/>
              <a:gd name="connsiteY426" fmla="*/ 503117 h 1550015"/>
              <a:gd name="connsiteX427" fmla="*/ 4908988 w 5038610"/>
              <a:gd name="connsiteY427" fmla="*/ 536391 h 1550015"/>
              <a:gd name="connsiteX428" fmla="*/ 4913319 w 5038610"/>
              <a:gd name="connsiteY428" fmla="*/ 531743 h 1550015"/>
              <a:gd name="connsiteX429" fmla="*/ 4949343 w 5038610"/>
              <a:gd name="connsiteY429" fmla="*/ 568306 h 1550015"/>
              <a:gd name="connsiteX430" fmla="*/ 4944618 w 5038610"/>
              <a:gd name="connsiteY430" fmla="*/ 572554 h 1550015"/>
              <a:gd name="connsiteX431" fmla="*/ 4976318 w 5038610"/>
              <a:gd name="connsiteY431" fmla="*/ 611943 h 1550015"/>
              <a:gd name="connsiteX432" fmla="*/ 4981486 w 5038610"/>
              <a:gd name="connsiteY432" fmla="*/ 608254 h 1550015"/>
              <a:gd name="connsiteX433" fmla="*/ 5008321 w 5038610"/>
              <a:gd name="connsiteY433" fmla="*/ 651853 h 1550015"/>
              <a:gd name="connsiteX434" fmla="*/ 5002689 w 5038610"/>
              <a:gd name="connsiteY434" fmla="*/ 654780 h 1550015"/>
              <a:gd name="connsiteX435" fmla="*/ 5021993 w 5038610"/>
              <a:gd name="connsiteY435" fmla="*/ 701059 h 1550015"/>
              <a:gd name="connsiteX436" fmla="*/ 5028051 w 5038610"/>
              <a:gd name="connsiteY436" fmla="*/ 699148 h 155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5038610" h="1550015">
                <a:moveTo>
                  <a:pt x="5028051" y="699148"/>
                </a:moveTo>
                <a:cubicBezTo>
                  <a:pt x="5033290" y="715734"/>
                  <a:pt x="5036827" y="732472"/>
                  <a:pt x="5038611" y="749345"/>
                </a:cubicBezTo>
                <a:lnTo>
                  <a:pt x="5032299" y="750011"/>
                </a:lnTo>
                <a:cubicBezTo>
                  <a:pt x="5033175" y="758304"/>
                  <a:pt x="5033613" y="766635"/>
                  <a:pt x="5033613" y="774992"/>
                </a:cubicBezTo>
                <a:cubicBezTo>
                  <a:pt x="5033613" y="783355"/>
                  <a:pt x="5033175" y="791680"/>
                  <a:pt x="5032299" y="799979"/>
                </a:cubicBezTo>
                <a:lnTo>
                  <a:pt x="5038611" y="800646"/>
                </a:lnTo>
                <a:cubicBezTo>
                  <a:pt x="5036827" y="817518"/>
                  <a:pt x="5033290" y="834256"/>
                  <a:pt x="5028051" y="850836"/>
                </a:cubicBezTo>
                <a:lnTo>
                  <a:pt x="5021993" y="848925"/>
                </a:lnTo>
                <a:cubicBezTo>
                  <a:pt x="5017085" y="864464"/>
                  <a:pt x="5010639" y="879901"/>
                  <a:pt x="5002689" y="895211"/>
                </a:cubicBezTo>
                <a:lnTo>
                  <a:pt x="5008328" y="898138"/>
                </a:lnTo>
                <a:cubicBezTo>
                  <a:pt x="5000708" y="912813"/>
                  <a:pt x="4991748" y="927348"/>
                  <a:pt x="4981493" y="941731"/>
                </a:cubicBezTo>
                <a:lnTo>
                  <a:pt x="4976318" y="938047"/>
                </a:lnTo>
                <a:cubicBezTo>
                  <a:pt x="4966875" y="951287"/>
                  <a:pt x="4956302" y="964419"/>
                  <a:pt x="4944618" y="977436"/>
                </a:cubicBezTo>
                <a:lnTo>
                  <a:pt x="4949343" y="981678"/>
                </a:lnTo>
                <a:cubicBezTo>
                  <a:pt x="4938287" y="993991"/>
                  <a:pt x="4926273" y="1006183"/>
                  <a:pt x="4913319" y="1018242"/>
                </a:cubicBezTo>
                <a:lnTo>
                  <a:pt x="4908988" y="1013600"/>
                </a:lnTo>
                <a:cubicBezTo>
                  <a:pt x="4896962" y="1024795"/>
                  <a:pt x="4884109" y="1035888"/>
                  <a:pt x="4870444" y="1046874"/>
                </a:cubicBezTo>
                <a:lnTo>
                  <a:pt x="4874419" y="1051820"/>
                </a:lnTo>
                <a:cubicBezTo>
                  <a:pt x="4861433" y="1062266"/>
                  <a:pt x="4847730" y="1072598"/>
                  <a:pt x="4833328" y="1082815"/>
                </a:cubicBezTo>
                <a:lnTo>
                  <a:pt x="4829651" y="1077639"/>
                </a:lnTo>
                <a:cubicBezTo>
                  <a:pt x="4816082" y="1087266"/>
                  <a:pt x="4801883" y="1096804"/>
                  <a:pt x="4787075" y="1106234"/>
                </a:cubicBezTo>
                <a:lnTo>
                  <a:pt x="4790485" y="1111593"/>
                </a:lnTo>
                <a:cubicBezTo>
                  <a:pt x="4776457" y="1120521"/>
                  <a:pt x="4761891" y="1129354"/>
                  <a:pt x="4746797" y="1138091"/>
                </a:cubicBezTo>
                <a:lnTo>
                  <a:pt x="4743622" y="1132593"/>
                </a:lnTo>
                <a:cubicBezTo>
                  <a:pt x="4729245" y="1140917"/>
                  <a:pt x="4714386" y="1149147"/>
                  <a:pt x="4699045" y="1157288"/>
                </a:cubicBezTo>
                <a:lnTo>
                  <a:pt x="4702023" y="1162895"/>
                </a:lnTo>
                <a:cubicBezTo>
                  <a:pt x="4687183" y="1170775"/>
                  <a:pt x="4671905" y="1178566"/>
                  <a:pt x="4656201" y="1186263"/>
                </a:cubicBezTo>
                <a:lnTo>
                  <a:pt x="4653407" y="1180560"/>
                </a:lnTo>
                <a:cubicBezTo>
                  <a:pt x="4638256" y="1187983"/>
                  <a:pt x="4622705" y="1195330"/>
                  <a:pt x="4606760" y="1202582"/>
                </a:cubicBezTo>
                <a:lnTo>
                  <a:pt x="4609389" y="1208367"/>
                </a:lnTo>
                <a:cubicBezTo>
                  <a:pt x="4594200" y="1215276"/>
                  <a:pt x="4578649" y="1222115"/>
                  <a:pt x="4562754" y="1228865"/>
                </a:cubicBezTo>
                <a:lnTo>
                  <a:pt x="4560272" y="1223023"/>
                </a:lnTo>
                <a:cubicBezTo>
                  <a:pt x="4544809" y="1229595"/>
                  <a:pt x="4529011" y="1236085"/>
                  <a:pt x="4512894" y="1242504"/>
                </a:cubicBezTo>
                <a:lnTo>
                  <a:pt x="4515244" y="1248404"/>
                </a:lnTo>
                <a:cubicBezTo>
                  <a:pt x="4499464" y="1254684"/>
                  <a:pt x="4483379" y="1260888"/>
                  <a:pt x="4466997" y="1267009"/>
                </a:cubicBezTo>
                <a:lnTo>
                  <a:pt x="4464774" y="1261059"/>
                </a:lnTo>
                <a:cubicBezTo>
                  <a:pt x="4449109" y="1266914"/>
                  <a:pt x="4433170" y="1272699"/>
                  <a:pt x="4416965" y="1278407"/>
                </a:cubicBezTo>
                <a:lnTo>
                  <a:pt x="4419073" y="1284395"/>
                </a:lnTo>
                <a:cubicBezTo>
                  <a:pt x="4403077" y="1290034"/>
                  <a:pt x="4386821" y="1295597"/>
                  <a:pt x="4370312" y="1301090"/>
                </a:cubicBezTo>
                <a:lnTo>
                  <a:pt x="4368305" y="1295064"/>
                </a:lnTo>
                <a:cubicBezTo>
                  <a:pt x="4352303" y="1300378"/>
                  <a:pt x="4336060" y="1305630"/>
                  <a:pt x="4319581" y="1310812"/>
                </a:cubicBezTo>
                <a:lnTo>
                  <a:pt x="4321486" y="1316869"/>
                </a:lnTo>
                <a:cubicBezTo>
                  <a:pt x="4305364" y="1321943"/>
                  <a:pt x="4289012" y="1326940"/>
                  <a:pt x="4272439" y="1331875"/>
                </a:cubicBezTo>
                <a:lnTo>
                  <a:pt x="4270629" y="1325791"/>
                </a:lnTo>
                <a:cubicBezTo>
                  <a:pt x="4254348" y="1330636"/>
                  <a:pt x="4237857" y="1335418"/>
                  <a:pt x="4221156" y="1340123"/>
                </a:cubicBezTo>
                <a:lnTo>
                  <a:pt x="4222877" y="1346238"/>
                </a:lnTo>
                <a:cubicBezTo>
                  <a:pt x="4206653" y="1350816"/>
                  <a:pt x="4190226" y="1355331"/>
                  <a:pt x="4173608" y="1359776"/>
                </a:cubicBezTo>
                <a:lnTo>
                  <a:pt x="4171969" y="1353642"/>
                </a:lnTo>
                <a:cubicBezTo>
                  <a:pt x="4155485" y="1358056"/>
                  <a:pt x="4138816" y="1362399"/>
                  <a:pt x="4121956" y="1366685"/>
                </a:cubicBezTo>
                <a:lnTo>
                  <a:pt x="4123519" y="1372838"/>
                </a:lnTo>
                <a:cubicBezTo>
                  <a:pt x="4107199" y="1376985"/>
                  <a:pt x="4090702" y="1381068"/>
                  <a:pt x="4074046" y="1385088"/>
                </a:cubicBezTo>
                <a:lnTo>
                  <a:pt x="4072554" y="1378915"/>
                </a:lnTo>
                <a:cubicBezTo>
                  <a:pt x="4055967" y="1382916"/>
                  <a:pt x="4039210" y="1386853"/>
                  <a:pt x="4022287" y="1390733"/>
                </a:cubicBezTo>
                <a:lnTo>
                  <a:pt x="4023703" y="1396918"/>
                </a:lnTo>
                <a:cubicBezTo>
                  <a:pt x="4007256" y="1400689"/>
                  <a:pt x="3990651" y="1404398"/>
                  <a:pt x="3973900" y="1408043"/>
                </a:cubicBezTo>
                <a:lnTo>
                  <a:pt x="3972547" y="1401839"/>
                </a:lnTo>
                <a:cubicBezTo>
                  <a:pt x="3955872" y="1405465"/>
                  <a:pt x="3939039" y="1409033"/>
                  <a:pt x="3922065" y="1412545"/>
                </a:cubicBezTo>
                <a:lnTo>
                  <a:pt x="3923348" y="1418762"/>
                </a:lnTo>
                <a:cubicBezTo>
                  <a:pt x="3906799" y="1422178"/>
                  <a:pt x="3890112" y="1425543"/>
                  <a:pt x="3873291" y="1428839"/>
                </a:cubicBezTo>
                <a:lnTo>
                  <a:pt x="3872071" y="1422610"/>
                </a:lnTo>
                <a:cubicBezTo>
                  <a:pt x="3855301" y="1425899"/>
                  <a:pt x="3838397" y="1429131"/>
                  <a:pt x="3821367" y="1432300"/>
                </a:cubicBezTo>
                <a:lnTo>
                  <a:pt x="3822529" y="1438542"/>
                </a:lnTo>
                <a:cubicBezTo>
                  <a:pt x="3805904" y="1441634"/>
                  <a:pt x="3789159" y="1444670"/>
                  <a:pt x="3772294" y="1447648"/>
                </a:cubicBezTo>
                <a:lnTo>
                  <a:pt x="3771189" y="1441393"/>
                </a:lnTo>
                <a:cubicBezTo>
                  <a:pt x="3754342" y="1444365"/>
                  <a:pt x="3737369" y="1447279"/>
                  <a:pt x="3720275" y="1450137"/>
                </a:cubicBezTo>
                <a:lnTo>
                  <a:pt x="3721322" y="1456404"/>
                </a:lnTo>
                <a:cubicBezTo>
                  <a:pt x="3704647" y="1459185"/>
                  <a:pt x="3687858" y="1461916"/>
                  <a:pt x="3670960" y="1464596"/>
                </a:cubicBezTo>
                <a:lnTo>
                  <a:pt x="3669970" y="1458322"/>
                </a:lnTo>
                <a:cubicBezTo>
                  <a:pt x="3653092" y="1460989"/>
                  <a:pt x="3636106" y="1463605"/>
                  <a:pt x="3619005" y="1466158"/>
                </a:cubicBezTo>
                <a:lnTo>
                  <a:pt x="3619944" y="1472438"/>
                </a:lnTo>
                <a:cubicBezTo>
                  <a:pt x="3603181" y="1474946"/>
                  <a:pt x="3586309" y="1477397"/>
                  <a:pt x="3569335" y="1479792"/>
                </a:cubicBezTo>
                <a:lnTo>
                  <a:pt x="3568452" y="1473505"/>
                </a:lnTo>
                <a:cubicBezTo>
                  <a:pt x="3551561" y="1475886"/>
                  <a:pt x="3534569" y="1478210"/>
                  <a:pt x="3517475" y="1480483"/>
                </a:cubicBezTo>
                <a:lnTo>
                  <a:pt x="3518313" y="1486776"/>
                </a:lnTo>
                <a:cubicBezTo>
                  <a:pt x="3501454" y="1489018"/>
                  <a:pt x="3484505" y="1491202"/>
                  <a:pt x="3467456" y="1493329"/>
                </a:cubicBezTo>
                <a:lnTo>
                  <a:pt x="3466668" y="1487030"/>
                </a:lnTo>
                <a:cubicBezTo>
                  <a:pt x="3449777" y="1489139"/>
                  <a:pt x="3432791" y="1491196"/>
                  <a:pt x="3415710" y="1493196"/>
                </a:cubicBezTo>
                <a:lnTo>
                  <a:pt x="3416453" y="1499502"/>
                </a:lnTo>
                <a:cubicBezTo>
                  <a:pt x="3399504" y="1501489"/>
                  <a:pt x="3382468" y="1503420"/>
                  <a:pt x="3365348" y="1505293"/>
                </a:cubicBezTo>
                <a:lnTo>
                  <a:pt x="3364655" y="1498981"/>
                </a:lnTo>
                <a:cubicBezTo>
                  <a:pt x="3347765" y="1500835"/>
                  <a:pt x="3330791" y="1502632"/>
                  <a:pt x="3313735" y="1504372"/>
                </a:cubicBezTo>
                <a:lnTo>
                  <a:pt x="3314376" y="1510709"/>
                </a:lnTo>
                <a:cubicBezTo>
                  <a:pt x="3297346" y="1512424"/>
                  <a:pt x="3280232" y="1514139"/>
                  <a:pt x="3263036" y="1515726"/>
                </a:cubicBezTo>
                <a:lnTo>
                  <a:pt x="3262440" y="1509439"/>
                </a:lnTo>
                <a:cubicBezTo>
                  <a:pt x="3245555" y="1511027"/>
                  <a:pt x="3228594" y="1512551"/>
                  <a:pt x="3211557" y="1514075"/>
                </a:cubicBezTo>
                <a:lnTo>
                  <a:pt x="3212116" y="1520362"/>
                </a:lnTo>
                <a:cubicBezTo>
                  <a:pt x="3195066" y="1521885"/>
                  <a:pt x="3177947" y="1523346"/>
                  <a:pt x="3160751" y="1524743"/>
                </a:cubicBezTo>
                <a:lnTo>
                  <a:pt x="3160236" y="1518393"/>
                </a:lnTo>
                <a:cubicBezTo>
                  <a:pt x="3143301" y="1519727"/>
                  <a:pt x="3126289" y="1521060"/>
                  <a:pt x="3109208" y="1522330"/>
                </a:cubicBezTo>
                <a:lnTo>
                  <a:pt x="3109678" y="1528680"/>
                </a:lnTo>
                <a:cubicBezTo>
                  <a:pt x="3092653" y="1529887"/>
                  <a:pt x="3075565" y="1531093"/>
                  <a:pt x="3058408" y="1532236"/>
                </a:cubicBezTo>
                <a:lnTo>
                  <a:pt x="3057982" y="1525950"/>
                </a:lnTo>
                <a:cubicBezTo>
                  <a:pt x="3040958" y="1527093"/>
                  <a:pt x="3023864" y="1528172"/>
                  <a:pt x="3006706" y="1529188"/>
                </a:cubicBezTo>
                <a:lnTo>
                  <a:pt x="3007087" y="1535538"/>
                </a:lnTo>
                <a:cubicBezTo>
                  <a:pt x="2990095" y="1536554"/>
                  <a:pt x="2973032" y="1537507"/>
                  <a:pt x="2955919" y="1538459"/>
                </a:cubicBezTo>
                <a:lnTo>
                  <a:pt x="2955576" y="1532109"/>
                </a:lnTo>
                <a:cubicBezTo>
                  <a:pt x="2938469" y="1532998"/>
                  <a:pt x="2921311" y="1533887"/>
                  <a:pt x="2904090" y="1534713"/>
                </a:cubicBezTo>
                <a:lnTo>
                  <a:pt x="2904389" y="1541063"/>
                </a:lnTo>
                <a:cubicBezTo>
                  <a:pt x="2887409" y="1541825"/>
                  <a:pt x="2870378" y="1542587"/>
                  <a:pt x="2853290" y="1543285"/>
                </a:cubicBezTo>
                <a:lnTo>
                  <a:pt x="2853030" y="1536935"/>
                </a:lnTo>
                <a:cubicBezTo>
                  <a:pt x="2835961" y="1537633"/>
                  <a:pt x="2818841" y="1538269"/>
                  <a:pt x="2801665" y="1538840"/>
                </a:cubicBezTo>
                <a:lnTo>
                  <a:pt x="2801887" y="1545190"/>
                </a:lnTo>
                <a:cubicBezTo>
                  <a:pt x="2784825" y="1545825"/>
                  <a:pt x="2767711" y="1546333"/>
                  <a:pt x="2750547" y="1546841"/>
                </a:cubicBezTo>
                <a:lnTo>
                  <a:pt x="2750369" y="1540491"/>
                </a:lnTo>
                <a:cubicBezTo>
                  <a:pt x="2733339" y="1540935"/>
                  <a:pt x="2716257" y="1541380"/>
                  <a:pt x="2699125" y="1541761"/>
                </a:cubicBezTo>
                <a:lnTo>
                  <a:pt x="2699265" y="1548111"/>
                </a:lnTo>
                <a:cubicBezTo>
                  <a:pt x="2682126" y="1548428"/>
                  <a:pt x="2664943" y="1548746"/>
                  <a:pt x="2647715" y="1549064"/>
                </a:cubicBezTo>
                <a:lnTo>
                  <a:pt x="2647614" y="1542714"/>
                </a:lnTo>
                <a:cubicBezTo>
                  <a:pt x="2630615" y="1542968"/>
                  <a:pt x="2613571" y="1543158"/>
                  <a:pt x="2596483" y="1543348"/>
                </a:cubicBezTo>
                <a:lnTo>
                  <a:pt x="2596541" y="1549698"/>
                </a:lnTo>
                <a:cubicBezTo>
                  <a:pt x="2579440" y="1549826"/>
                  <a:pt x="2562295" y="1549952"/>
                  <a:pt x="2545112" y="1550016"/>
                </a:cubicBezTo>
                <a:lnTo>
                  <a:pt x="2545093" y="1543666"/>
                </a:lnTo>
                <a:cubicBezTo>
                  <a:pt x="2536508" y="1543666"/>
                  <a:pt x="2527910" y="1543666"/>
                  <a:pt x="2519305" y="1543666"/>
                </a:cubicBezTo>
                <a:cubicBezTo>
                  <a:pt x="2510701" y="1543666"/>
                  <a:pt x="2502103" y="1543666"/>
                  <a:pt x="2493518" y="1543666"/>
                </a:cubicBezTo>
                <a:lnTo>
                  <a:pt x="2493499" y="1550016"/>
                </a:lnTo>
                <a:cubicBezTo>
                  <a:pt x="2476316" y="1549952"/>
                  <a:pt x="2459171" y="1549826"/>
                  <a:pt x="2442070" y="1549698"/>
                </a:cubicBezTo>
                <a:lnTo>
                  <a:pt x="2442128" y="1543348"/>
                </a:lnTo>
                <a:cubicBezTo>
                  <a:pt x="2425040" y="1543158"/>
                  <a:pt x="2407996" y="1542968"/>
                  <a:pt x="2390997" y="1542714"/>
                </a:cubicBezTo>
                <a:lnTo>
                  <a:pt x="2390902" y="1549064"/>
                </a:lnTo>
                <a:cubicBezTo>
                  <a:pt x="2373668" y="1548746"/>
                  <a:pt x="2356485" y="1548428"/>
                  <a:pt x="2339346" y="1548111"/>
                </a:cubicBezTo>
                <a:lnTo>
                  <a:pt x="2339486" y="1541761"/>
                </a:lnTo>
                <a:cubicBezTo>
                  <a:pt x="2322360" y="1541380"/>
                  <a:pt x="2305279" y="1540935"/>
                  <a:pt x="2288242" y="1540491"/>
                </a:cubicBezTo>
                <a:lnTo>
                  <a:pt x="2288064" y="1546841"/>
                </a:lnTo>
                <a:cubicBezTo>
                  <a:pt x="2270900" y="1546333"/>
                  <a:pt x="2253786" y="1545825"/>
                  <a:pt x="2236730" y="1545190"/>
                </a:cubicBezTo>
                <a:lnTo>
                  <a:pt x="2236946" y="1538840"/>
                </a:lnTo>
                <a:cubicBezTo>
                  <a:pt x="2219769" y="1538269"/>
                  <a:pt x="2202650" y="1537633"/>
                  <a:pt x="2185581" y="1536935"/>
                </a:cubicBezTo>
                <a:lnTo>
                  <a:pt x="2185327" y="1543285"/>
                </a:lnTo>
                <a:cubicBezTo>
                  <a:pt x="2168239" y="1542587"/>
                  <a:pt x="2151202" y="1541825"/>
                  <a:pt x="2134229" y="1541063"/>
                </a:cubicBezTo>
                <a:lnTo>
                  <a:pt x="2134527" y="1534713"/>
                </a:lnTo>
                <a:cubicBezTo>
                  <a:pt x="2117306" y="1533887"/>
                  <a:pt x="2100142" y="1532998"/>
                  <a:pt x="2083035" y="1532109"/>
                </a:cubicBezTo>
                <a:lnTo>
                  <a:pt x="2082698" y="1538459"/>
                </a:lnTo>
                <a:cubicBezTo>
                  <a:pt x="2065579" y="1537507"/>
                  <a:pt x="2048523" y="1536554"/>
                  <a:pt x="2031524" y="1535538"/>
                </a:cubicBezTo>
                <a:lnTo>
                  <a:pt x="2031905" y="1529188"/>
                </a:lnTo>
                <a:cubicBezTo>
                  <a:pt x="2014747" y="1528172"/>
                  <a:pt x="1997659" y="1527093"/>
                  <a:pt x="1980629" y="1525950"/>
                </a:cubicBezTo>
                <a:lnTo>
                  <a:pt x="1980203" y="1532236"/>
                </a:lnTo>
                <a:cubicBezTo>
                  <a:pt x="1963045" y="1531093"/>
                  <a:pt x="1945958" y="1529887"/>
                  <a:pt x="1928933" y="1528680"/>
                </a:cubicBezTo>
                <a:lnTo>
                  <a:pt x="1929403" y="1522330"/>
                </a:lnTo>
                <a:cubicBezTo>
                  <a:pt x="1912322" y="1521060"/>
                  <a:pt x="1895316" y="1519727"/>
                  <a:pt x="1878375" y="1518393"/>
                </a:cubicBezTo>
                <a:lnTo>
                  <a:pt x="1877860" y="1524743"/>
                </a:lnTo>
                <a:cubicBezTo>
                  <a:pt x="1860671" y="1523346"/>
                  <a:pt x="1843545" y="1521885"/>
                  <a:pt x="1826501" y="1520362"/>
                </a:cubicBezTo>
                <a:lnTo>
                  <a:pt x="1827054" y="1514075"/>
                </a:lnTo>
                <a:cubicBezTo>
                  <a:pt x="1810017" y="1512551"/>
                  <a:pt x="1793062" y="1511027"/>
                  <a:pt x="1776177" y="1509439"/>
                </a:cubicBezTo>
                <a:lnTo>
                  <a:pt x="1775574" y="1515726"/>
                </a:lnTo>
                <a:cubicBezTo>
                  <a:pt x="1758385" y="1514139"/>
                  <a:pt x="1741272" y="1512424"/>
                  <a:pt x="1724235" y="1510709"/>
                </a:cubicBezTo>
                <a:lnTo>
                  <a:pt x="1724882" y="1504372"/>
                </a:lnTo>
                <a:cubicBezTo>
                  <a:pt x="1707826" y="1502632"/>
                  <a:pt x="1690846" y="1500835"/>
                  <a:pt x="1673955" y="1498981"/>
                </a:cubicBezTo>
                <a:lnTo>
                  <a:pt x="1673263" y="1505293"/>
                </a:lnTo>
                <a:cubicBezTo>
                  <a:pt x="1656144" y="1503420"/>
                  <a:pt x="1639106" y="1501489"/>
                  <a:pt x="1622165" y="1499502"/>
                </a:cubicBezTo>
                <a:lnTo>
                  <a:pt x="1622901" y="1493196"/>
                </a:lnTo>
                <a:cubicBezTo>
                  <a:pt x="1605826" y="1491196"/>
                  <a:pt x="1588840" y="1489145"/>
                  <a:pt x="1571942" y="1487030"/>
                </a:cubicBezTo>
                <a:lnTo>
                  <a:pt x="1571155" y="1493329"/>
                </a:lnTo>
                <a:cubicBezTo>
                  <a:pt x="1554112" y="1491202"/>
                  <a:pt x="1537157" y="1489018"/>
                  <a:pt x="1520298" y="1486776"/>
                </a:cubicBezTo>
                <a:lnTo>
                  <a:pt x="1521136" y="1480483"/>
                </a:lnTo>
                <a:cubicBezTo>
                  <a:pt x="1504048" y="1478210"/>
                  <a:pt x="1487056" y="1475886"/>
                  <a:pt x="1470165" y="1473505"/>
                </a:cubicBezTo>
                <a:lnTo>
                  <a:pt x="1469276" y="1479792"/>
                </a:lnTo>
                <a:cubicBezTo>
                  <a:pt x="1452302" y="1477397"/>
                  <a:pt x="1435437" y="1474946"/>
                  <a:pt x="1418666" y="1472438"/>
                </a:cubicBezTo>
                <a:lnTo>
                  <a:pt x="1419606" y="1466158"/>
                </a:lnTo>
                <a:cubicBezTo>
                  <a:pt x="1402512" y="1463605"/>
                  <a:pt x="1385526" y="1460989"/>
                  <a:pt x="1368647" y="1458322"/>
                </a:cubicBezTo>
                <a:lnTo>
                  <a:pt x="1367650" y="1464596"/>
                </a:lnTo>
                <a:cubicBezTo>
                  <a:pt x="1350753" y="1461916"/>
                  <a:pt x="1333964" y="1459185"/>
                  <a:pt x="1317288" y="1456404"/>
                </a:cubicBezTo>
                <a:lnTo>
                  <a:pt x="1318336" y="1450137"/>
                </a:lnTo>
                <a:cubicBezTo>
                  <a:pt x="1301248" y="1447279"/>
                  <a:pt x="1284275" y="1444365"/>
                  <a:pt x="1267422" y="1441393"/>
                </a:cubicBezTo>
                <a:lnTo>
                  <a:pt x="1266323" y="1447648"/>
                </a:lnTo>
                <a:cubicBezTo>
                  <a:pt x="1249452" y="1444670"/>
                  <a:pt x="1232706" y="1441634"/>
                  <a:pt x="1216089" y="1438542"/>
                </a:cubicBezTo>
                <a:lnTo>
                  <a:pt x="1217251" y="1432300"/>
                </a:lnTo>
                <a:cubicBezTo>
                  <a:pt x="1200214" y="1429131"/>
                  <a:pt x="1183310" y="1425899"/>
                  <a:pt x="1166546" y="1422610"/>
                </a:cubicBezTo>
                <a:lnTo>
                  <a:pt x="1165320" y="1428839"/>
                </a:lnTo>
                <a:cubicBezTo>
                  <a:pt x="1148499" y="1425543"/>
                  <a:pt x="1131811" y="1422178"/>
                  <a:pt x="1115263" y="1418762"/>
                </a:cubicBezTo>
                <a:lnTo>
                  <a:pt x="1116546" y="1412545"/>
                </a:lnTo>
                <a:cubicBezTo>
                  <a:pt x="1099572" y="1409033"/>
                  <a:pt x="1082745" y="1405465"/>
                  <a:pt x="1066063" y="1401839"/>
                </a:cubicBezTo>
                <a:lnTo>
                  <a:pt x="1064711" y="1408043"/>
                </a:lnTo>
                <a:cubicBezTo>
                  <a:pt x="1047960" y="1404398"/>
                  <a:pt x="1031354" y="1400689"/>
                  <a:pt x="1014908" y="1396918"/>
                </a:cubicBezTo>
                <a:lnTo>
                  <a:pt x="1016324" y="1390733"/>
                </a:lnTo>
                <a:cubicBezTo>
                  <a:pt x="999407" y="1386853"/>
                  <a:pt x="982650" y="1382916"/>
                  <a:pt x="966057" y="1378915"/>
                </a:cubicBezTo>
                <a:lnTo>
                  <a:pt x="964571" y="1385088"/>
                </a:lnTo>
                <a:cubicBezTo>
                  <a:pt x="947909" y="1381068"/>
                  <a:pt x="931418" y="1376985"/>
                  <a:pt x="915092" y="1372838"/>
                </a:cubicBezTo>
                <a:lnTo>
                  <a:pt x="916654" y="1366685"/>
                </a:lnTo>
                <a:cubicBezTo>
                  <a:pt x="899801" y="1362405"/>
                  <a:pt x="883126" y="1358056"/>
                  <a:pt x="866648" y="1353642"/>
                </a:cubicBezTo>
                <a:lnTo>
                  <a:pt x="865003" y="1359776"/>
                </a:lnTo>
                <a:cubicBezTo>
                  <a:pt x="848385" y="1355331"/>
                  <a:pt x="831964" y="1350816"/>
                  <a:pt x="815734" y="1346238"/>
                </a:cubicBezTo>
                <a:lnTo>
                  <a:pt x="817455" y="1340123"/>
                </a:lnTo>
                <a:cubicBezTo>
                  <a:pt x="800754" y="1335418"/>
                  <a:pt x="784263" y="1330636"/>
                  <a:pt x="767982" y="1325791"/>
                </a:cubicBezTo>
                <a:lnTo>
                  <a:pt x="766172" y="1331875"/>
                </a:lnTo>
                <a:cubicBezTo>
                  <a:pt x="749605" y="1326940"/>
                  <a:pt x="733254" y="1321943"/>
                  <a:pt x="717124" y="1316869"/>
                </a:cubicBezTo>
                <a:lnTo>
                  <a:pt x="719030" y="1310812"/>
                </a:lnTo>
                <a:cubicBezTo>
                  <a:pt x="702551" y="1305630"/>
                  <a:pt x="686308" y="1300385"/>
                  <a:pt x="670306" y="1295064"/>
                </a:cubicBezTo>
                <a:lnTo>
                  <a:pt x="668306" y="1301090"/>
                </a:lnTo>
                <a:cubicBezTo>
                  <a:pt x="651790" y="1295597"/>
                  <a:pt x="635533" y="1290034"/>
                  <a:pt x="619538" y="1284402"/>
                </a:cubicBezTo>
                <a:lnTo>
                  <a:pt x="621646" y="1278407"/>
                </a:lnTo>
                <a:cubicBezTo>
                  <a:pt x="605441" y="1272699"/>
                  <a:pt x="589502" y="1266914"/>
                  <a:pt x="573843" y="1261066"/>
                </a:cubicBezTo>
                <a:lnTo>
                  <a:pt x="571621" y="1267009"/>
                </a:lnTo>
                <a:cubicBezTo>
                  <a:pt x="555231" y="1260888"/>
                  <a:pt x="539147" y="1254684"/>
                  <a:pt x="523367" y="1248404"/>
                </a:cubicBezTo>
                <a:lnTo>
                  <a:pt x="525717" y="1242504"/>
                </a:lnTo>
                <a:cubicBezTo>
                  <a:pt x="509600" y="1236085"/>
                  <a:pt x="493808" y="1229595"/>
                  <a:pt x="478339" y="1223023"/>
                </a:cubicBezTo>
                <a:lnTo>
                  <a:pt x="475856" y="1228865"/>
                </a:lnTo>
                <a:cubicBezTo>
                  <a:pt x="459962" y="1222115"/>
                  <a:pt x="444417" y="1215276"/>
                  <a:pt x="429222" y="1208367"/>
                </a:cubicBezTo>
                <a:lnTo>
                  <a:pt x="431851" y="1202582"/>
                </a:lnTo>
                <a:cubicBezTo>
                  <a:pt x="415906" y="1195330"/>
                  <a:pt x="400355" y="1187990"/>
                  <a:pt x="385210" y="1180560"/>
                </a:cubicBezTo>
                <a:lnTo>
                  <a:pt x="382416" y="1186263"/>
                </a:lnTo>
                <a:cubicBezTo>
                  <a:pt x="366706" y="1178566"/>
                  <a:pt x="351428" y="1170775"/>
                  <a:pt x="336588" y="1162895"/>
                </a:cubicBezTo>
                <a:lnTo>
                  <a:pt x="339566" y="1157288"/>
                </a:lnTo>
                <a:cubicBezTo>
                  <a:pt x="324231" y="1149147"/>
                  <a:pt x="309372" y="1140917"/>
                  <a:pt x="294996" y="1132593"/>
                </a:cubicBezTo>
                <a:lnTo>
                  <a:pt x="291814" y="1138091"/>
                </a:lnTo>
                <a:cubicBezTo>
                  <a:pt x="276720" y="1129354"/>
                  <a:pt x="262153" y="1120521"/>
                  <a:pt x="248133" y="1111593"/>
                </a:cubicBezTo>
                <a:lnTo>
                  <a:pt x="251543" y="1106234"/>
                </a:lnTo>
                <a:cubicBezTo>
                  <a:pt x="236728" y="1096804"/>
                  <a:pt x="222529" y="1087266"/>
                  <a:pt x="208959" y="1077639"/>
                </a:cubicBezTo>
                <a:lnTo>
                  <a:pt x="205283" y="1082815"/>
                </a:lnTo>
                <a:cubicBezTo>
                  <a:pt x="190887" y="1072598"/>
                  <a:pt x="177184" y="1062266"/>
                  <a:pt x="164192" y="1051820"/>
                </a:cubicBezTo>
                <a:lnTo>
                  <a:pt x="168173" y="1046874"/>
                </a:lnTo>
                <a:cubicBezTo>
                  <a:pt x="154508" y="1035888"/>
                  <a:pt x="141649" y="1024795"/>
                  <a:pt x="129623" y="1013600"/>
                </a:cubicBezTo>
                <a:lnTo>
                  <a:pt x="125298" y="1018248"/>
                </a:lnTo>
                <a:cubicBezTo>
                  <a:pt x="112338" y="1006183"/>
                  <a:pt x="100324" y="993991"/>
                  <a:pt x="89268" y="981678"/>
                </a:cubicBezTo>
                <a:lnTo>
                  <a:pt x="93993" y="977436"/>
                </a:lnTo>
                <a:cubicBezTo>
                  <a:pt x="82309" y="964419"/>
                  <a:pt x="71736" y="951287"/>
                  <a:pt x="62293" y="938047"/>
                </a:cubicBezTo>
                <a:lnTo>
                  <a:pt x="57125" y="941731"/>
                </a:lnTo>
                <a:cubicBezTo>
                  <a:pt x="46863" y="927348"/>
                  <a:pt x="37910" y="912813"/>
                  <a:pt x="30290" y="898138"/>
                </a:cubicBezTo>
                <a:lnTo>
                  <a:pt x="35922" y="895211"/>
                </a:lnTo>
                <a:cubicBezTo>
                  <a:pt x="27972" y="879901"/>
                  <a:pt x="21526" y="864470"/>
                  <a:pt x="16618" y="848925"/>
                </a:cubicBezTo>
                <a:lnTo>
                  <a:pt x="10560" y="850843"/>
                </a:lnTo>
                <a:cubicBezTo>
                  <a:pt x="5328" y="834256"/>
                  <a:pt x="1784" y="817518"/>
                  <a:pt x="0" y="800646"/>
                </a:cubicBezTo>
                <a:lnTo>
                  <a:pt x="6318" y="799979"/>
                </a:lnTo>
                <a:cubicBezTo>
                  <a:pt x="5442" y="791680"/>
                  <a:pt x="4997" y="783355"/>
                  <a:pt x="4997" y="774992"/>
                </a:cubicBezTo>
                <a:cubicBezTo>
                  <a:pt x="4997" y="766635"/>
                  <a:pt x="5436" y="758304"/>
                  <a:pt x="6318" y="750011"/>
                </a:cubicBezTo>
                <a:lnTo>
                  <a:pt x="0" y="749345"/>
                </a:lnTo>
                <a:cubicBezTo>
                  <a:pt x="1784" y="732472"/>
                  <a:pt x="5321" y="715734"/>
                  <a:pt x="10560" y="699148"/>
                </a:cubicBezTo>
                <a:lnTo>
                  <a:pt x="16618" y="701059"/>
                </a:lnTo>
                <a:cubicBezTo>
                  <a:pt x="21526" y="685521"/>
                  <a:pt x="27972" y="670090"/>
                  <a:pt x="35922" y="654780"/>
                </a:cubicBezTo>
                <a:lnTo>
                  <a:pt x="30290" y="651853"/>
                </a:lnTo>
                <a:cubicBezTo>
                  <a:pt x="37910" y="637178"/>
                  <a:pt x="46863" y="622643"/>
                  <a:pt x="57125" y="608254"/>
                </a:cubicBezTo>
                <a:lnTo>
                  <a:pt x="62293" y="611943"/>
                </a:lnTo>
                <a:cubicBezTo>
                  <a:pt x="71736" y="598703"/>
                  <a:pt x="82309" y="585565"/>
                  <a:pt x="93993" y="572554"/>
                </a:cubicBezTo>
                <a:lnTo>
                  <a:pt x="89268" y="568312"/>
                </a:lnTo>
                <a:cubicBezTo>
                  <a:pt x="100324" y="555993"/>
                  <a:pt x="112338" y="543801"/>
                  <a:pt x="125292" y="531743"/>
                </a:cubicBezTo>
                <a:lnTo>
                  <a:pt x="129623" y="536391"/>
                </a:lnTo>
                <a:cubicBezTo>
                  <a:pt x="141649" y="525196"/>
                  <a:pt x="154508" y="514102"/>
                  <a:pt x="168167" y="503117"/>
                </a:cubicBezTo>
                <a:lnTo>
                  <a:pt x="164192" y="498170"/>
                </a:lnTo>
                <a:cubicBezTo>
                  <a:pt x="177184" y="487725"/>
                  <a:pt x="190887" y="477393"/>
                  <a:pt x="205283" y="467176"/>
                </a:cubicBezTo>
                <a:lnTo>
                  <a:pt x="208959" y="472351"/>
                </a:lnTo>
                <a:cubicBezTo>
                  <a:pt x="222529" y="462718"/>
                  <a:pt x="236728" y="453187"/>
                  <a:pt x="251543" y="443757"/>
                </a:cubicBezTo>
                <a:lnTo>
                  <a:pt x="248126" y="438398"/>
                </a:lnTo>
                <a:cubicBezTo>
                  <a:pt x="262153" y="429470"/>
                  <a:pt x="276720" y="420637"/>
                  <a:pt x="291814" y="411899"/>
                </a:cubicBezTo>
                <a:lnTo>
                  <a:pt x="294996" y="417392"/>
                </a:lnTo>
                <a:cubicBezTo>
                  <a:pt x="309372" y="409073"/>
                  <a:pt x="324231" y="400844"/>
                  <a:pt x="339566" y="392703"/>
                </a:cubicBezTo>
                <a:lnTo>
                  <a:pt x="336588" y="387096"/>
                </a:lnTo>
                <a:cubicBezTo>
                  <a:pt x="351428" y="379216"/>
                  <a:pt x="366706" y="371424"/>
                  <a:pt x="382410" y="363728"/>
                </a:cubicBezTo>
                <a:lnTo>
                  <a:pt x="385210" y="369430"/>
                </a:lnTo>
                <a:cubicBezTo>
                  <a:pt x="400355" y="362001"/>
                  <a:pt x="415906" y="354660"/>
                  <a:pt x="431851" y="347402"/>
                </a:cubicBezTo>
                <a:lnTo>
                  <a:pt x="429222" y="341624"/>
                </a:lnTo>
                <a:cubicBezTo>
                  <a:pt x="444417" y="334709"/>
                  <a:pt x="459962" y="327876"/>
                  <a:pt x="475856" y="321120"/>
                </a:cubicBezTo>
                <a:lnTo>
                  <a:pt x="478339" y="326968"/>
                </a:lnTo>
                <a:cubicBezTo>
                  <a:pt x="493801" y="320396"/>
                  <a:pt x="509600" y="313899"/>
                  <a:pt x="525717" y="307486"/>
                </a:cubicBezTo>
                <a:lnTo>
                  <a:pt x="523367" y="301587"/>
                </a:lnTo>
                <a:cubicBezTo>
                  <a:pt x="539147" y="295307"/>
                  <a:pt x="555231" y="289103"/>
                  <a:pt x="571621" y="282982"/>
                </a:cubicBezTo>
                <a:lnTo>
                  <a:pt x="573843" y="288925"/>
                </a:lnTo>
                <a:cubicBezTo>
                  <a:pt x="589502" y="283070"/>
                  <a:pt x="605441" y="277292"/>
                  <a:pt x="621646" y="271577"/>
                </a:cubicBezTo>
                <a:lnTo>
                  <a:pt x="619538" y="265589"/>
                </a:lnTo>
                <a:cubicBezTo>
                  <a:pt x="635533" y="259956"/>
                  <a:pt x="651790" y="254394"/>
                  <a:pt x="668306" y="248901"/>
                </a:cubicBezTo>
                <a:lnTo>
                  <a:pt x="670306" y="254927"/>
                </a:lnTo>
                <a:cubicBezTo>
                  <a:pt x="686308" y="249606"/>
                  <a:pt x="702551" y="244354"/>
                  <a:pt x="719030" y="239173"/>
                </a:cubicBezTo>
                <a:lnTo>
                  <a:pt x="717124" y="233121"/>
                </a:lnTo>
                <a:cubicBezTo>
                  <a:pt x="733254" y="228048"/>
                  <a:pt x="749605" y="223044"/>
                  <a:pt x="766172" y="218116"/>
                </a:cubicBezTo>
                <a:lnTo>
                  <a:pt x="767982" y="224200"/>
                </a:lnTo>
                <a:cubicBezTo>
                  <a:pt x="784263" y="219354"/>
                  <a:pt x="800754" y="214573"/>
                  <a:pt x="817455" y="209861"/>
                </a:cubicBezTo>
                <a:lnTo>
                  <a:pt x="815734" y="203752"/>
                </a:lnTo>
                <a:cubicBezTo>
                  <a:pt x="831964" y="199174"/>
                  <a:pt x="848385" y="194659"/>
                  <a:pt x="865003" y="190214"/>
                </a:cubicBezTo>
                <a:lnTo>
                  <a:pt x="866648" y="196348"/>
                </a:lnTo>
                <a:cubicBezTo>
                  <a:pt x="883126" y="191935"/>
                  <a:pt x="899801" y="187585"/>
                  <a:pt x="916654" y="183305"/>
                </a:cubicBezTo>
                <a:lnTo>
                  <a:pt x="915092" y="177152"/>
                </a:lnTo>
                <a:cubicBezTo>
                  <a:pt x="931412" y="173006"/>
                  <a:pt x="947909" y="168923"/>
                  <a:pt x="964571" y="164903"/>
                </a:cubicBezTo>
                <a:lnTo>
                  <a:pt x="966057" y="171075"/>
                </a:lnTo>
                <a:cubicBezTo>
                  <a:pt x="982650" y="167075"/>
                  <a:pt x="999401" y="163132"/>
                  <a:pt x="1016324" y="159258"/>
                </a:cubicBezTo>
                <a:lnTo>
                  <a:pt x="1014908" y="153067"/>
                </a:lnTo>
                <a:cubicBezTo>
                  <a:pt x="1031354" y="149301"/>
                  <a:pt x="1047960" y="145593"/>
                  <a:pt x="1064711" y="141948"/>
                </a:cubicBezTo>
                <a:lnTo>
                  <a:pt x="1066063" y="148152"/>
                </a:lnTo>
                <a:cubicBezTo>
                  <a:pt x="1082745" y="144519"/>
                  <a:pt x="1099572" y="140951"/>
                  <a:pt x="1116546" y="137446"/>
                </a:cubicBezTo>
                <a:lnTo>
                  <a:pt x="1115263" y="131229"/>
                </a:lnTo>
                <a:cubicBezTo>
                  <a:pt x="1131811" y="127807"/>
                  <a:pt x="1148499" y="124447"/>
                  <a:pt x="1165320" y="121145"/>
                </a:cubicBezTo>
                <a:lnTo>
                  <a:pt x="1166546" y="127381"/>
                </a:lnTo>
                <a:cubicBezTo>
                  <a:pt x="1183310" y="124092"/>
                  <a:pt x="1200214" y="120860"/>
                  <a:pt x="1217251" y="117691"/>
                </a:cubicBezTo>
                <a:lnTo>
                  <a:pt x="1216089" y="111449"/>
                </a:lnTo>
                <a:cubicBezTo>
                  <a:pt x="1232706" y="108357"/>
                  <a:pt x="1249452" y="105321"/>
                  <a:pt x="1266323" y="102343"/>
                </a:cubicBezTo>
                <a:lnTo>
                  <a:pt x="1267422" y="108598"/>
                </a:lnTo>
                <a:cubicBezTo>
                  <a:pt x="1284275" y="105620"/>
                  <a:pt x="1301242" y="102705"/>
                  <a:pt x="1318336" y="99847"/>
                </a:cubicBezTo>
                <a:lnTo>
                  <a:pt x="1317288" y="93586"/>
                </a:lnTo>
                <a:cubicBezTo>
                  <a:pt x="1333964" y="90799"/>
                  <a:pt x="1350753" y="88068"/>
                  <a:pt x="1367650" y="85395"/>
                </a:cubicBezTo>
                <a:lnTo>
                  <a:pt x="1368647" y="91668"/>
                </a:lnTo>
                <a:cubicBezTo>
                  <a:pt x="1385519" y="88995"/>
                  <a:pt x="1402512" y="86385"/>
                  <a:pt x="1419606" y="83833"/>
                </a:cubicBezTo>
                <a:lnTo>
                  <a:pt x="1418666" y="77553"/>
                </a:lnTo>
                <a:cubicBezTo>
                  <a:pt x="1435437" y="75044"/>
                  <a:pt x="1452302" y="72593"/>
                  <a:pt x="1469276" y="70199"/>
                </a:cubicBezTo>
                <a:lnTo>
                  <a:pt x="1470165" y="76486"/>
                </a:lnTo>
                <a:cubicBezTo>
                  <a:pt x="1487056" y="74104"/>
                  <a:pt x="1504048" y="71774"/>
                  <a:pt x="1521136" y="69507"/>
                </a:cubicBezTo>
                <a:lnTo>
                  <a:pt x="1520298" y="63208"/>
                </a:lnTo>
                <a:cubicBezTo>
                  <a:pt x="1537157" y="60973"/>
                  <a:pt x="1554112" y="58788"/>
                  <a:pt x="1571155" y="56655"/>
                </a:cubicBezTo>
                <a:lnTo>
                  <a:pt x="1571942" y="62960"/>
                </a:lnTo>
                <a:cubicBezTo>
                  <a:pt x="1588840" y="60846"/>
                  <a:pt x="1605826" y="58794"/>
                  <a:pt x="1622901" y="56794"/>
                </a:cubicBezTo>
                <a:lnTo>
                  <a:pt x="1622165" y="50483"/>
                </a:lnTo>
                <a:cubicBezTo>
                  <a:pt x="1639106" y="48501"/>
                  <a:pt x="1656144" y="46571"/>
                  <a:pt x="1673263" y="44691"/>
                </a:cubicBezTo>
                <a:lnTo>
                  <a:pt x="1673955" y="51003"/>
                </a:lnTo>
                <a:cubicBezTo>
                  <a:pt x="1690846" y="49155"/>
                  <a:pt x="1707820" y="47358"/>
                  <a:pt x="1724882" y="45619"/>
                </a:cubicBezTo>
                <a:lnTo>
                  <a:pt x="1724235" y="39300"/>
                </a:lnTo>
                <a:cubicBezTo>
                  <a:pt x="1741265" y="37560"/>
                  <a:pt x="1758385" y="35878"/>
                  <a:pt x="1775574" y="34246"/>
                </a:cubicBezTo>
                <a:lnTo>
                  <a:pt x="1776177" y="40570"/>
                </a:lnTo>
                <a:cubicBezTo>
                  <a:pt x="1793062" y="38964"/>
                  <a:pt x="1810017" y="37421"/>
                  <a:pt x="1827054" y="35922"/>
                </a:cubicBezTo>
                <a:lnTo>
                  <a:pt x="1826495" y="29597"/>
                </a:lnTo>
                <a:cubicBezTo>
                  <a:pt x="1843545" y="28105"/>
                  <a:pt x="1860671" y="26663"/>
                  <a:pt x="1877860" y="25273"/>
                </a:cubicBezTo>
                <a:lnTo>
                  <a:pt x="1878375" y="31604"/>
                </a:lnTo>
                <a:cubicBezTo>
                  <a:pt x="1895316" y="30239"/>
                  <a:pt x="1912322" y="28924"/>
                  <a:pt x="1929403" y="27667"/>
                </a:cubicBezTo>
                <a:lnTo>
                  <a:pt x="1928933" y="21330"/>
                </a:lnTo>
                <a:cubicBezTo>
                  <a:pt x="1945958" y="20079"/>
                  <a:pt x="1963045" y="18872"/>
                  <a:pt x="1980203" y="17723"/>
                </a:cubicBezTo>
                <a:lnTo>
                  <a:pt x="1980629" y="24060"/>
                </a:lnTo>
                <a:cubicBezTo>
                  <a:pt x="1997659" y="22917"/>
                  <a:pt x="2014747" y="21831"/>
                  <a:pt x="2031905" y="20796"/>
                </a:cubicBezTo>
                <a:lnTo>
                  <a:pt x="2031524" y="14459"/>
                </a:lnTo>
                <a:cubicBezTo>
                  <a:pt x="2048523" y="13430"/>
                  <a:pt x="2065579" y="12459"/>
                  <a:pt x="2082698" y="11544"/>
                </a:cubicBezTo>
                <a:lnTo>
                  <a:pt x="2083035" y="17881"/>
                </a:lnTo>
                <a:cubicBezTo>
                  <a:pt x="2100142" y="16967"/>
                  <a:pt x="2117306" y="16097"/>
                  <a:pt x="2134527" y="15284"/>
                </a:cubicBezTo>
                <a:lnTo>
                  <a:pt x="2134229" y="8947"/>
                </a:lnTo>
                <a:cubicBezTo>
                  <a:pt x="2151202" y="8147"/>
                  <a:pt x="2168239" y="7398"/>
                  <a:pt x="2185321" y="6699"/>
                </a:cubicBezTo>
                <a:lnTo>
                  <a:pt x="2185581" y="13043"/>
                </a:lnTo>
                <a:cubicBezTo>
                  <a:pt x="2202650" y="12351"/>
                  <a:pt x="2219769" y="11709"/>
                  <a:pt x="2236946" y="11119"/>
                </a:cubicBezTo>
                <a:lnTo>
                  <a:pt x="2236724" y="4775"/>
                </a:lnTo>
                <a:cubicBezTo>
                  <a:pt x="2253786" y="4191"/>
                  <a:pt x="2270900" y="3658"/>
                  <a:pt x="2288064" y="3175"/>
                </a:cubicBezTo>
                <a:lnTo>
                  <a:pt x="2288242" y="9525"/>
                </a:lnTo>
                <a:cubicBezTo>
                  <a:pt x="2305279" y="9049"/>
                  <a:pt x="2322360" y="8623"/>
                  <a:pt x="2339486" y="8249"/>
                </a:cubicBezTo>
                <a:lnTo>
                  <a:pt x="2339346" y="1905"/>
                </a:lnTo>
                <a:cubicBezTo>
                  <a:pt x="2356485" y="1530"/>
                  <a:pt x="2373668" y="1213"/>
                  <a:pt x="2390902" y="946"/>
                </a:cubicBezTo>
                <a:lnTo>
                  <a:pt x="2390997" y="7296"/>
                </a:lnTo>
                <a:cubicBezTo>
                  <a:pt x="2407996" y="7029"/>
                  <a:pt x="2425040" y="6820"/>
                  <a:pt x="2442128" y="6661"/>
                </a:cubicBezTo>
                <a:lnTo>
                  <a:pt x="2442070" y="311"/>
                </a:lnTo>
                <a:cubicBezTo>
                  <a:pt x="2459171" y="159"/>
                  <a:pt x="2476316" y="51"/>
                  <a:pt x="2493499" y="0"/>
                </a:cubicBezTo>
                <a:lnTo>
                  <a:pt x="2493518" y="6350"/>
                </a:lnTo>
                <a:cubicBezTo>
                  <a:pt x="2502103" y="6318"/>
                  <a:pt x="2510701" y="6305"/>
                  <a:pt x="2519305" y="6305"/>
                </a:cubicBezTo>
                <a:cubicBezTo>
                  <a:pt x="2527910" y="6305"/>
                  <a:pt x="2536508" y="6318"/>
                  <a:pt x="2545093" y="6350"/>
                </a:cubicBezTo>
                <a:lnTo>
                  <a:pt x="2545112" y="0"/>
                </a:lnTo>
                <a:cubicBezTo>
                  <a:pt x="2562295" y="51"/>
                  <a:pt x="2579440" y="159"/>
                  <a:pt x="2596541" y="311"/>
                </a:cubicBezTo>
                <a:lnTo>
                  <a:pt x="2596483" y="6661"/>
                </a:lnTo>
                <a:cubicBezTo>
                  <a:pt x="2613571" y="6820"/>
                  <a:pt x="2630615" y="7029"/>
                  <a:pt x="2647614" y="7296"/>
                </a:cubicBezTo>
                <a:lnTo>
                  <a:pt x="2647715" y="946"/>
                </a:lnTo>
                <a:cubicBezTo>
                  <a:pt x="2664943" y="1213"/>
                  <a:pt x="2682126" y="1530"/>
                  <a:pt x="2699265" y="1905"/>
                </a:cubicBezTo>
                <a:lnTo>
                  <a:pt x="2699125" y="8249"/>
                </a:lnTo>
                <a:cubicBezTo>
                  <a:pt x="2716257" y="8623"/>
                  <a:pt x="2733339" y="9049"/>
                  <a:pt x="2750369" y="9525"/>
                </a:cubicBezTo>
                <a:lnTo>
                  <a:pt x="2750547" y="3175"/>
                </a:lnTo>
                <a:cubicBezTo>
                  <a:pt x="2767711" y="3658"/>
                  <a:pt x="2784825" y="4191"/>
                  <a:pt x="2801887" y="4775"/>
                </a:cubicBezTo>
                <a:lnTo>
                  <a:pt x="2801665" y="11119"/>
                </a:lnTo>
                <a:cubicBezTo>
                  <a:pt x="2818841" y="11709"/>
                  <a:pt x="2835961" y="12351"/>
                  <a:pt x="2853030" y="13043"/>
                </a:cubicBezTo>
                <a:lnTo>
                  <a:pt x="2853290" y="6699"/>
                </a:lnTo>
                <a:cubicBezTo>
                  <a:pt x="2870378" y="7398"/>
                  <a:pt x="2887409" y="8147"/>
                  <a:pt x="2904389" y="8947"/>
                </a:cubicBezTo>
                <a:lnTo>
                  <a:pt x="2904090" y="15284"/>
                </a:lnTo>
                <a:cubicBezTo>
                  <a:pt x="2921305" y="16097"/>
                  <a:pt x="2938469" y="16967"/>
                  <a:pt x="2955576" y="17881"/>
                </a:cubicBezTo>
                <a:lnTo>
                  <a:pt x="2955919" y="11544"/>
                </a:lnTo>
                <a:cubicBezTo>
                  <a:pt x="2973032" y="12459"/>
                  <a:pt x="2990095" y="13430"/>
                  <a:pt x="3007087" y="14459"/>
                </a:cubicBezTo>
                <a:lnTo>
                  <a:pt x="3006706" y="20796"/>
                </a:lnTo>
                <a:cubicBezTo>
                  <a:pt x="3023864" y="21831"/>
                  <a:pt x="3040958" y="22917"/>
                  <a:pt x="3057982" y="24060"/>
                </a:cubicBezTo>
                <a:lnTo>
                  <a:pt x="3058408" y="17723"/>
                </a:lnTo>
                <a:cubicBezTo>
                  <a:pt x="3075565" y="18872"/>
                  <a:pt x="3092653" y="20079"/>
                  <a:pt x="3109678" y="21330"/>
                </a:cubicBezTo>
                <a:lnTo>
                  <a:pt x="3109208" y="27667"/>
                </a:lnTo>
                <a:cubicBezTo>
                  <a:pt x="3126289" y="28924"/>
                  <a:pt x="3143301" y="30239"/>
                  <a:pt x="3160236" y="31604"/>
                </a:cubicBezTo>
                <a:lnTo>
                  <a:pt x="3160751" y="25273"/>
                </a:lnTo>
                <a:cubicBezTo>
                  <a:pt x="3177940" y="26663"/>
                  <a:pt x="3195066" y="28105"/>
                  <a:pt x="3212116" y="29597"/>
                </a:cubicBezTo>
                <a:lnTo>
                  <a:pt x="3211557" y="35922"/>
                </a:lnTo>
                <a:cubicBezTo>
                  <a:pt x="3228594" y="37421"/>
                  <a:pt x="3245555" y="38964"/>
                  <a:pt x="3262440" y="40570"/>
                </a:cubicBezTo>
                <a:lnTo>
                  <a:pt x="3263036" y="34246"/>
                </a:lnTo>
                <a:cubicBezTo>
                  <a:pt x="3280232" y="35878"/>
                  <a:pt x="3297346" y="37560"/>
                  <a:pt x="3314376" y="39300"/>
                </a:cubicBezTo>
                <a:lnTo>
                  <a:pt x="3313735" y="45619"/>
                </a:lnTo>
                <a:cubicBezTo>
                  <a:pt x="3330791" y="47358"/>
                  <a:pt x="3347765" y="49155"/>
                  <a:pt x="3364655" y="51003"/>
                </a:cubicBezTo>
                <a:lnTo>
                  <a:pt x="3365348" y="44691"/>
                </a:lnTo>
                <a:cubicBezTo>
                  <a:pt x="3382468" y="46571"/>
                  <a:pt x="3399504" y="48501"/>
                  <a:pt x="3416453" y="50483"/>
                </a:cubicBezTo>
                <a:lnTo>
                  <a:pt x="3415710" y="56794"/>
                </a:lnTo>
                <a:cubicBezTo>
                  <a:pt x="3432785" y="58794"/>
                  <a:pt x="3449777" y="60846"/>
                  <a:pt x="3466668" y="62960"/>
                </a:cubicBezTo>
                <a:lnTo>
                  <a:pt x="3467456" y="56655"/>
                </a:lnTo>
                <a:cubicBezTo>
                  <a:pt x="3484499" y="58788"/>
                  <a:pt x="3501454" y="60973"/>
                  <a:pt x="3518313" y="63208"/>
                </a:cubicBezTo>
                <a:lnTo>
                  <a:pt x="3517475" y="69507"/>
                </a:lnTo>
                <a:cubicBezTo>
                  <a:pt x="3534569" y="71774"/>
                  <a:pt x="3551561" y="74104"/>
                  <a:pt x="3568452" y="76486"/>
                </a:cubicBezTo>
                <a:lnTo>
                  <a:pt x="3569335" y="70199"/>
                </a:lnTo>
                <a:cubicBezTo>
                  <a:pt x="3586309" y="72593"/>
                  <a:pt x="3603181" y="75044"/>
                  <a:pt x="3619944" y="77546"/>
                </a:cubicBezTo>
                <a:lnTo>
                  <a:pt x="3619005" y="83833"/>
                </a:lnTo>
                <a:cubicBezTo>
                  <a:pt x="3636099" y="86385"/>
                  <a:pt x="3653092" y="88995"/>
                  <a:pt x="3669964" y="91668"/>
                </a:cubicBezTo>
                <a:lnTo>
                  <a:pt x="3670960" y="85395"/>
                </a:lnTo>
                <a:cubicBezTo>
                  <a:pt x="3687858" y="88068"/>
                  <a:pt x="3704647" y="90799"/>
                  <a:pt x="3721322" y="93586"/>
                </a:cubicBezTo>
                <a:lnTo>
                  <a:pt x="3720275" y="99847"/>
                </a:lnTo>
                <a:cubicBezTo>
                  <a:pt x="3737369" y="102705"/>
                  <a:pt x="3754336" y="105620"/>
                  <a:pt x="3771189" y="108598"/>
                </a:cubicBezTo>
                <a:lnTo>
                  <a:pt x="3772294" y="102343"/>
                </a:lnTo>
                <a:cubicBezTo>
                  <a:pt x="3789159" y="105321"/>
                  <a:pt x="3805904" y="108357"/>
                  <a:pt x="3822522" y="111449"/>
                </a:cubicBezTo>
                <a:lnTo>
                  <a:pt x="3821360" y="117691"/>
                </a:lnTo>
                <a:cubicBezTo>
                  <a:pt x="3838397" y="120860"/>
                  <a:pt x="3855301" y="124092"/>
                  <a:pt x="3872065" y="127381"/>
                </a:cubicBezTo>
                <a:lnTo>
                  <a:pt x="3873291" y="121145"/>
                </a:lnTo>
                <a:cubicBezTo>
                  <a:pt x="3890112" y="124447"/>
                  <a:pt x="3906799" y="127807"/>
                  <a:pt x="3923348" y="131229"/>
                </a:cubicBezTo>
                <a:lnTo>
                  <a:pt x="3922065" y="137446"/>
                </a:lnTo>
                <a:cubicBezTo>
                  <a:pt x="3939039" y="140951"/>
                  <a:pt x="3955872" y="144519"/>
                  <a:pt x="3972547" y="148152"/>
                </a:cubicBezTo>
                <a:lnTo>
                  <a:pt x="3973900" y="141948"/>
                </a:lnTo>
                <a:cubicBezTo>
                  <a:pt x="3990651" y="145593"/>
                  <a:pt x="4007256" y="149301"/>
                  <a:pt x="4023703" y="153067"/>
                </a:cubicBezTo>
                <a:lnTo>
                  <a:pt x="4022287" y="159258"/>
                </a:lnTo>
                <a:cubicBezTo>
                  <a:pt x="4039210" y="163132"/>
                  <a:pt x="4055961" y="167075"/>
                  <a:pt x="4072554" y="171075"/>
                </a:cubicBezTo>
                <a:lnTo>
                  <a:pt x="4074040" y="164903"/>
                </a:lnTo>
                <a:cubicBezTo>
                  <a:pt x="4090702" y="168923"/>
                  <a:pt x="4107199" y="173006"/>
                  <a:pt x="4123519" y="177152"/>
                </a:cubicBezTo>
                <a:lnTo>
                  <a:pt x="4121956" y="183305"/>
                </a:lnTo>
                <a:cubicBezTo>
                  <a:pt x="4138809" y="187585"/>
                  <a:pt x="4155485" y="191935"/>
                  <a:pt x="4171963" y="196348"/>
                </a:cubicBezTo>
                <a:lnTo>
                  <a:pt x="4173608" y="190214"/>
                </a:lnTo>
                <a:cubicBezTo>
                  <a:pt x="4190226" y="194659"/>
                  <a:pt x="4206647" y="199174"/>
                  <a:pt x="4222877" y="203752"/>
                </a:cubicBezTo>
                <a:lnTo>
                  <a:pt x="4221156" y="209861"/>
                </a:lnTo>
                <a:cubicBezTo>
                  <a:pt x="4237857" y="214573"/>
                  <a:pt x="4254348" y="219354"/>
                  <a:pt x="4270629" y="224200"/>
                </a:cubicBezTo>
                <a:lnTo>
                  <a:pt x="4272439" y="218116"/>
                </a:lnTo>
                <a:cubicBezTo>
                  <a:pt x="4289012" y="223044"/>
                  <a:pt x="4305357" y="228048"/>
                  <a:pt x="4321486" y="233115"/>
                </a:cubicBezTo>
                <a:lnTo>
                  <a:pt x="4319581" y="239173"/>
                </a:lnTo>
                <a:cubicBezTo>
                  <a:pt x="4336060" y="244354"/>
                  <a:pt x="4352303" y="249606"/>
                  <a:pt x="4368305" y="254927"/>
                </a:cubicBezTo>
                <a:lnTo>
                  <a:pt x="4370305" y="248901"/>
                </a:lnTo>
                <a:cubicBezTo>
                  <a:pt x="4386821" y="254394"/>
                  <a:pt x="4403077" y="259956"/>
                  <a:pt x="4419073" y="265589"/>
                </a:cubicBezTo>
                <a:lnTo>
                  <a:pt x="4416965" y="271577"/>
                </a:lnTo>
                <a:cubicBezTo>
                  <a:pt x="4433170" y="277292"/>
                  <a:pt x="4449109" y="283070"/>
                  <a:pt x="4464768" y="288925"/>
                </a:cubicBezTo>
                <a:lnTo>
                  <a:pt x="4466997" y="282982"/>
                </a:lnTo>
                <a:cubicBezTo>
                  <a:pt x="4483379" y="289103"/>
                  <a:pt x="4499464" y="295307"/>
                  <a:pt x="4515244" y="301587"/>
                </a:cubicBezTo>
                <a:lnTo>
                  <a:pt x="4512894" y="307486"/>
                </a:lnTo>
                <a:cubicBezTo>
                  <a:pt x="4529011" y="313899"/>
                  <a:pt x="4544809" y="320396"/>
                  <a:pt x="4560272" y="326968"/>
                </a:cubicBezTo>
                <a:lnTo>
                  <a:pt x="4562754" y="321120"/>
                </a:lnTo>
                <a:cubicBezTo>
                  <a:pt x="4578649" y="327876"/>
                  <a:pt x="4594194" y="334709"/>
                  <a:pt x="4609389" y="341624"/>
                </a:cubicBezTo>
                <a:lnTo>
                  <a:pt x="4606760" y="347402"/>
                </a:lnTo>
                <a:cubicBezTo>
                  <a:pt x="4622705" y="354660"/>
                  <a:pt x="4638256" y="362001"/>
                  <a:pt x="4653401" y="369430"/>
                </a:cubicBezTo>
                <a:lnTo>
                  <a:pt x="4656201" y="363728"/>
                </a:lnTo>
                <a:cubicBezTo>
                  <a:pt x="4671905" y="371424"/>
                  <a:pt x="4687183" y="379216"/>
                  <a:pt x="4702023" y="387090"/>
                </a:cubicBezTo>
                <a:lnTo>
                  <a:pt x="4699045" y="392703"/>
                </a:lnTo>
                <a:cubicBezTo>
                  <a:pt x="4714380" y="400844"/>
                  <a:pt x="4729245" y="409073"/>
                  <a:pt x="4743615" y="417392"/>
                </a:cubicBezTo>
                <a:lnTo>
                  <a:pt x="4746797" y="411899"/>
                </a:lnTo>
                <a:cubicBezTo>
                  <a:pt x="4761891" y="420630"/>
                  <a:pt x="4776457" y="429470"/>
                  <a:pt x="4790485" y="438398"/>
                </a:cubicBezTo>
                <a:lnTo>
                  <a:pt x="4787075" y="443757"/>
                </a:lnTo>
                <a:cubicBezTo>
                  <a:pt x="4801883" y="453187"/>
                  <a:pt x="4816082" y="462718"/>
                  <a:pt x="4829651" y="472351"/>
                </a:cubicBezTo>
                <a:lnTo>
                  <a:pt x="4833328" y="467176"/>
                </a:lnTo>
                <a:cubicBezTo>
                  <a:pt x="4847724" y="477393"/>
                  <a:pt x="4861433" y="487725"/>
                  <a:pt x="4874419" y="498164"/>
                </a:cubicBezTo>
                <a:lnTo>
                  <a:pt x="4870444" y="503117"/>
                </a:lnTo>
                <a:cubicBezTo>
                  <a:pt x="4884103" y="514102"/>
                  <a:pt x="4896962" y="525196"/>
                  <a:pt x="4908988" y="536391"/>
                </a:cubicBezTo>
                <a:lnTo>
                  <a:pt x="4913319" y="531743"/>
                </a:lnTo>
                <a:cubicBezTo>
                  <a:pt x="4926273" y="543801"/>
                  <a:pt x="4938287" y="555993"/>
                  <a:pt x="4949343" y="568306"/>
                </a:cubicBezTo>
                <a:lnTo>
                  <a:pt x="4944618" y="572554"/>
                </a:lnTo>
                <a:cubicBezTo>
                  <a:pt x="4956302" y="585565"/>
                  <a:pt x="4966875" y="598703"/>
                  <a:pt x="4976318" y="611943"/>
                </a:cubicBezTo>
                <a:lnTo>
                  <a:pt x="4981486" y="608254"/>
                </a:lnTo>
                <a:cubicBezTo>
                  <a:pt x="4991748" y="622643"/>
                  <a:pt x="5000708" y="637178"/>
                  <a:pt x="5008321" y="651853"/>
                </a:cubicBezTo>
                <a:lnTo>
                  <a:pt x="5002689" y="654780"/>
                </a:lnTo>
                <a:cubicBezTo>
                  <a:pt x="5010639" y="670090"/>
                  <a:pt x="5017085" y="685521"/>
                  <a:pt x="5021993" y="701059"/>
                </a:cubicBezTo>
                <a:lnTo>
                  <a:pt x="5028051" y="699148"/>
                </a:lnTo>
                <a:close/>
              </a:path>
            </a:pathLst>
          </a:custGeom>
          <a:no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a:extLst>
              <a:ext uri="{FF2B5EF4-FFF2-40B4-BE49-F238E27FC236}">
                <a16:creationId xmlns:a16="http://schemas.microsoft.com/office/drawing/2014/main" id="{D911DAC7-4028-A65B-E167-067974DA30B5}"/>
              </a:ext>
            </a:extLst>
          </p:cNvPr>
          <p:cNvSpPr/>
          <p:nvPr/>
        </p:nvSpPr>
        <p:spPr>
          <a:xfrm>
            <a:off x="1984514" y="5083441"/>
            <a:ext cx="3440950" cy="1038059"/>
          </a:xfrm>
          <a:custGeom>
            <a:avLst/>
            <a:gdLst>
              <a:gd name="connsiteX0" fmla="*/ 3426403 w 3440950"/>
              <a:gd name="connsiteY0" fmla="*/ 446932 h 1038059"/>
              <a:gd name="connsiteX1" fmla="*/ 3440951 w 3440950"/>
              <a:gd name="connsiteY1" fmla="*/ 494240 h 1038059"/>
              <a:gd name="connsiteX2" fmla="*/ 3434677 w 3440950"/>
              <a:gd name="connsiteY2" fmla="*/ 495217 h 1038059"/>
              <a:gd name="connsiteX3" fmla="*/ 3436531 w 3440950"/>
              <a:gd name="connsiteY3" fmla="*/ 519030 h 1038059"/>
              <a:gd name="connsiteX4" fmla="*/ 3434677 w 3440950"/>
              <a:gd name="connsiteY4" fmla="*/ 542842 h 1038059"/>
              <a:gd name="connsiteX5" fmla="*/ 3440951 w 3440950"/>
              <a:gd name="connsiteY5" fmla="*/ 543820 h 1038059"/>
              <a:gd name="connsiteX6" fmla="*/ 3426403 w 3440950"/>
              <a:gd name="connsiteY6" fmla="*/ 591128 h 1038059"/>
              <a:gd name="connsiteX7" fmla="*/ 3420631 w 3440950"/>
              <a:gd name="connsiteY7" fmla="*/ 588474 h 1038059"/>
              <a:gd name="connsiteX8" fmla="*/ 3395726 w 3440950"/>
              <a:gd name="connsiteY8" fmla="*/ 629768 h 1038059"/>
              <a:gd name="connsiteX9" fmla="*/ 3400813 w 3440950"/>
              <a:gd name="connsiteY9" fmla="*/ 633571 h 1038059"/>
              <a:gd name="connsiteX10" fmla="*/ 3367888 w 3440950"/>
              <a:gd name="connsiteY10" fmla="*/ 671004 h 1038059"/>
              <a:gd name="connsiteX11" fmla="*/ 3363430 w 3440950"/>
              <a:gd name="connsiteY11" fmla="*/ 666477 h 1038059"/>
              <a:gd name="connsiteX12" fmla="*/ 3326714 w 3440950"/>
              <a:gd name="connsiteY12" fmla="*/ 698754 h 1038059"/>
              <a:gd name="connsiteX13" fmla="*/ 3330657 w 3440950"/>
              <a:gd name="connsiteY13" fmla="*/ 703733 h 1038059"/>
              <a:gd name="connsiteX14" fmla="*/ 3290443 w 3440950"/>
              <a:gd name="connsiteY14" fmla="*/ 732847 h 1038059"/>
              <a:gd name="connsiteX15" fmla="*/ 3286925 w 3440950"/>
              <a:gd name="connsiteY15" fmla="*/ 727558 h 1038059"/>
              <a:gd name="connsiteX16" fmla="*/ 3244952 w 3440950"/>
              <a:gd name="connsiteY16" fmla="*/ 753529 h 1038059"/>
              <a:gd name="connsiteX17" fmla="*/ 3248127 w 3440950"/>
              <a:gd name="connsiteY17" fmla="*/ 759028 h 1038059"/>
              <a:gd name="connsiteX18" fmla="*/ 3204362 w 3440950"/>
              <a:gd name="connsiteY18" fmla="*/ 782746 h 1038059"/>
              <a:gd name="connsiteX19" fmla="*/ 3201480 w 3440950"/>
              <a:gd name="connsiteY19" fmla="*/ 777088 h 1038059"/>
              <a:gd name="connsiteX20" fmla="*/ 3156915 w 3440950"/>
              <a:gd name="connsiteY20" fmla="*/ 798589 h 1038059"/>
              <a:gd name="connsiteX21" fmla="*/ 3159557 w 3440950"/>
              <a:gd name="connsiteY21" fmla="*/ 804361 h 1038059"/>
              <a:gd name="connsiteX22" fmla="*/ 3113970 w 3440950"/>
              <a:gd name="connsiteY22" fmla="*/ 824186 h 1038059"/>
              <a:gd name="connsiteX23" fmla="*/ 3111538 w 3440950"/>
              <a:gd name="connsiteY23" fmla="*/ 818318 h 1038059"/>
              <a:gd name="connsiteX24" fmla="*/ 3065507 w 3440950"/>
              <a:gd name="connsiteY24" fmla="*/ 836524 h 1038059"/>
              <a:gd name="connsiteX25" fmla="*/ 3067755 w 3440950"/>
              <a:gd name="connsiteY25" fmla="*/ 842461 h 1038059"/>
              <a:gd name="connsiteX26" fmla="*/ 3021006 w 3440950"/>
              <a:gd name="connsiteY26" fmla="*/ 859377 h 1038059"/>
              <a:gd name="connsiteX27" fmla="*/ 3018930 w 3440950"/>
              <a:gd name="connsiteY27" fmla="*/ 853383 h 1038059"/>
              <a:gd name="connsiteX28" fmla="*/ 2971863 w 3440950"/>
              <a:gd name="connsiteY28" fmla="*/ 869049 h 1038059"/>
              <a:gd name="connsiteX29" fmla="*/ 2973800 w 3440950"/>
              <a:gd name="connsiteY29" fmla="*/ 875094 h 1038059"/>
              <a:gd name="connsiteX30" fmla="*/ 2926169 w 3440950"/>
              <a:gd name="connsiteY30" fmla="*/ 889730 h 1038059"/>
              <a:gd name="connsiteX31" fmla="*/ 2924372 w 3440950"/>
              <a:gd name="connsiteY31" fmla="*/ 883641 h 1038059"/>
              <a:gd name="connsiteX32" fmla="*/ 2876474 w 3440950"/>
              <a:gd name="connsiteY32" fmla="*/ 897262 h 1038059"/>
              <a:gd name="connsiteX33" fmla="*/ 2878150 w 3440950"/>
              <a:gd name="connsiteY33" fmla="*/ 903383 h 1038059"/>
              <a:gd name="connsiteX34" fmla="*/ 2830252 w 3440950"/>
              <a:gd name="connsiteY34" fmla="*/ 916019 h 1038059"/>
              <a:gd name="connsiteX35" fmla="*/ 2828684 w 3440950"/>
              <a:gd name="connsiteY35" fmla="*/ 909866 h 1038059"/>
              <a:gd name="connsiteX36" fmla="*/ 2780564 w 3440950"/>
              <a:gd name="connsiteY36" fmla="*/ 921658 h 1038059"/>
              <a:gd name="connsiteX37" fmla="*/ 2782024 w 3440950"/>
              <a:gd name="connsiteY37" fmla="*/ 927837 h 1038059"/>
              <a:gd name="connsiteX38" fmla="*/ 2733466 w 3440950"/>
              <a:gd name="connsiteY38" fmla="*/ 938899 h 1038059"/>
              <a:gd name="connsiteX39" fmla="*/ 2732100 w 3440950"/>
              <a:gd name="connsiteY39" fmla="*/ 932694 h 1038059"/>
              <a:gd name="connsiteX40" fmla="*/ 2683351 w 3440950"/>
              <a:gd name="connsiteY40" fmla="*/ 943013 h 1038059"/>
              <a:gd name="connsiteX41" fmla="*/ 2684621 w 3440950"/>
              <a:gd name="connsiteY41" fmla="*/ 949236 h 1038059"/>
              <a:gd name="connsiteX42" fmla="*/ 2636025 w 3440950"/>
              <a:gd name="connsiteY42" fmla="*/ 958793 h 1038059"/>
              <a:gd name="connsiteX43" fmla="*/ 2634844 w 3440950"/>
              <a:gd name="connsiteY43" fmla="*/ 952551 h 1038059"/>
              <a:gd name="connsiteX44" fmla="*/ 2586006 w 3440950"/>
              <a:gd name="connsiteY44" fmla="*/ 961466 h 1038059"/>
              <a:gd name="connsiteX45" fmla="*/ 2587111 w 3440950"/>
              <a:gd name="connsiteY45" fmla="*/ 967721 h 1038059"/>
              <a:gd name="connsiteX46" fmla="*/ 2537886 w 3440950"/>
              <a:gd name="connsiteY46" fmla="*/ 976052 h 1038059"/>
              <a:gd name="connsiteX47" fmla="*/ 2536870 w 3440950"/>
              <a:gd name="connsiteY47" fmla="*/ 969785 h 1038059"/>
              <a:gd name="connsiteX48" fmla="*/ 2487955 w 3440950"/>
              <a:gd name="connsiteY48" fmla="*/ 977443 h 1038059"/>
              <a:gd name="connsiteX49" fmla="*/ 2488901 w 3440950"/>
              <a:gd name="connsiteY49" fmla="*/ 983723 h 1038059"/>
              <a:gd name="connsiteX50" fmla="*/ 2439696 w 3440950"/>
              <a:gd name="connsiteY50" fmla="*/ 990835 h 1038059"/>
              <a:gd name="connsiteX51" fmla="*/ 2438825 w 3440950"/>
              <a:gd name="connsiteY51" fmla="*/ 984542 h 1038059"/>
              <a:gd name="connsiteX52" fmla="*/ 2389397 w 3440950"/>
              <a:gd name="connsiteY52" fmla="*/ 991114 h 1038059"/>
              <a:gd name="connsiteX53" fmla="*/ 2390197 w 3440950"/>
              <a:gd name="connsiteY53" fmla="*/ 997414 h 1038059"/>
              <a:gd name="connsiteX54" fmla="*/ 2341016 w 3440950"/>
              <a:gd name="connsiteY54" fmla="*/ 1003408 h 1038059"/>
              <a:gd name="connsiteX55" fmla="*/ 2340286 w 3440950"/>
              <a:gd name="connsiteY55" fmla="*/ 997102 h 1038059"/>
              <a:gd name="connsiteX56" fmla="*/ 2290883 w 3440950"/>
              <a:gd name="connsiteY56" fmla="*/ 1002589 h 1038059"/>
              <a:gd name="connsiteX57" fmla="*/ 2291550 w 3440950"/>
              <a:gd name="connsiteY57" fmla="*/ 1008901 h 1038059"/>
              <a:gd name="connsiteX58" fmla="*/ 2241994 w 3440950"/>
              <a:gd name="connsiteY58" fmla="*/ 1013898 h 1038059"/>
              <a:gd name="connsiteX59" fmla="*/ 2241391 w 3440950"/>
              <a:gd name="connsiteY59" fmla="*/ 1007574 h 1038059"/>
              <a:gd name="connsiteX60" fmla="*/ 2192033 w 3440950"/>
              <a:gd name="connsiteY60" fmla="*/ 1012050 h 1038059"/>
              <a:gd name="connsiteX61" fmla="*/ 2192573 w 3440950"/>
              <a:gd name="connsiteY61" fmla="*/ 1018375 h 1038059"/>
              <a:gd name="connsiteX62" fmla="*/ 2142877 w 3440950"/>
              <a:gd name="connsiteY62" fmla="*/ 1022395 h 1038059"/>
              <a:gd name="connsiteX63" fmla="*/ 2142395 w 3440950"/>
              <a:gd name="connsiteY63" fmla="*/ 1016064 h 1038059"/>
              <a:gd name="connsiteX64" fmla="*/ 2092935 w 3440950"/>
              <a:gd name="connsiteY64" fmla="*/ 1019582 h 1038059"/>
              <a:gd name="connsiteX65" fmla="*/ 2093360 w 3440950"/>
              <a:gd name="connsiteY65" fmla="*/ 1025919 h 1038059"/>
              <a:gd name="connsiteX66" fmla="*/ 2043703 w 3440950"/>
              <a:gd name="connsiteY66" fmla="*/ 1028992 h 1038059"/>
              <a:gd name="connsiteX67" fmla="*/ 2043341 w 3440950"/>
              <a:gd name="connsiteY67" fmla="*/ 1022648 h 1038059"/>
              <a:gd name="connsiteX68" fmla="*/ 1993672 w 3440950"/>
              <a:gd name="connsiteY68" fmla="*/ 1025265 h 1038059"/>
              <a:gd name="connsiteX69" fmla="*/ 1993976 w 3440950"/>
              <a:gd name="connsiteY69" fmla="*/ 1031608 h 1038059"/>
              <a:gd name="connsiteX70" fmla="*/ 1944377 w 3440950"/>
              <a:gd name="connsiteY70" fmla="*/ 1033768 h 1038059"/>
              <a:gd name="connsiteX71" fmla="*/ 1944122 w 3440950"/>
              <a:gd name="connsiteY71" fmla="*/ 1027424 h 1038059"/>
              <a:gd name="connsiteX72" fmla="*/ 1894332 w 3440950"/>
              <a:gd name="connsiteY72" fmla="*/ 1029151 h 1038059"/>
              <a:gd name="connsiteX73" fmla="*/ 1894529 w 3440950"/>
              <a:gd name="connsiteY73" fmla="*/ 1035501 h 1038059"/>
              <a:gd name="connsiteX74" fmla="*/ 1844942 w 3440950"/>
              <a:gd name="connsiteY74" fmla="*/ 1036784 h 1038059"/>
              <a:gd name="connsiteX75" fmla="*/ 1844802 w 3440950"/>
              <a:gd name="connsiteY75" fmla="*/ 1030434 h 1038059"/>
              <a:gd name="connsiteX76" fmla="*/ 1795062 w 3440950"/>
              <a:gd name="connsiteY76" fmla="*/ 1031284 h 1038059"/>
              <a:gd name="connsiteX77" fmla="*/ 1795145 w 3440950"/>
              <a:gd name="connsiteY77" fmla="*/ 1037634 h 1038059"/>
              <a:gd name="connsiteX78" fmla="*/ 1745450 w 3440950"/>
              <a:gd name="connsiteY78" fmla="*/ 1038060 h 1038059"/>
              <a:gd name="connsiteX79" fmla="*/ 1745425 w 3440950"/>
              <a:gd name="connsiteY79" fmla="*/ 1031710 h 1038059"/>
              <a:gd name="connsiteX80" fmla="*/ 1720475 w 3440950"/>
              <a:gd name="connsiteY80" fmla="*/ 1031767 h 1038059"/>
              <a:gd name="connsiteX81" fmla="*/ 1695526 w 3440950"/>
              <a:gd name="connsiteY81" fmla="*/ 1031710 h 1038059"/>
              <a:gd name="connsiteX82" fmla="*/ 1695494 w 3440950"/>
              <a:gd name="connsiteY82" fmla="*/ 1038060 h 1038059"/>
              <a:gd name="connsiteX83" fmla="*/ 1645806 w 3440950"/>
              <a:gd name="connsiteY83" fmla="*/ 1037634 h 1038059"/>
              <a:gd name="connsiteX84" fmla="*/ 1645882 w 3440950"/>
              <a:gd name="connsiteY84" fmla="*/ 1031284 h 1038059"/>
              <a:gd name="connsiteX85" fmla="*/ 1596142 w 3440950"/>
              <a:gd name="connsiteY85" fmla="*/ 1030434 h 1038059"/>
              <a:gd name="connsiteX86" fmla="*/ 1596009 w 3440950"/>
              <a:gd name="connsiteY86" fmla="*/ 1036784 h 1038059"/>
              <a:gd name="connsiteX87" fmla="*/ 1546422 w 3440950"/>
              <a:gd name="connsiteY87" fmla="*/ 1035501 h 1038059"/>
              <a:gd name="connsiteX88" fmla="*/ 1546612 w 3440950"/>
              <a:gd name="connsiteY88" fmla="*/ 1029151 h 1038059"/>
              <a:gd name="connsiteX89" fmla="*/ 1496822 w 3440950"/>
              <a:gd name="connsiteY89" fmla="*/ 1027424 h 1038059"/>
              <a:gd name="connsiteX90" fmla="*/ 1496574 w 3440950"/>
              <a:gd name="connsiteY90" fmla="*/ 1033768 h 1038059"/>
              <a:gd name="connsiteX91" fmla="*/ 1446968 w 3440950"/>
              <a:gd name="connsiteY91" fmla="*/ 1031608 h 1038059"/>
              <a:gd name="connsiteX92" fmla="*/ 1447273 w 3440950"/>
              <a:gd name="connsiteY92" fmla="*/ 1025265 h 1038059"/>
              <a:gd name="connsiteX93" fmla="*/ 1397610 w 3440950"/>
              <a:gd name="connsiteY93" fmla="*/ 1022648 h 1038059"/>
              <a:gd name="connsiteX94" fmla="*/ 1397248 w 3440950"/>
              <a:gd name="connsiteY94" fmla="*/ 1028992 h 1038059"/>
              <a:gd name="connsiteX95" fmla="*/ 1347591 w 3440950"/>
              <a:gd name="connsiteY95" fmla="*/ 1025919 h 1038059"/>
              <a:gd name="connsiteX96" fmla="*/ 1348016 w 3440950"/>
              <a:gd name="connsiteY96" fmla="*/ 1019582 h 1038059"/>
              <a:gd name="connsiteX97" fmla="*/ 1298556 w 3440950"/>
              <a:gd name="connsiteY97" fmla="*/ 1016064 h 1038059"/>
              <a:gd name="connsiteX98" fmla="*/ 1298073 w 3440950"/>
              <a:gd name="connsiteY98" fmla="*/ 1022395 h 1038059"/>
              <a:gd name="connsiteX99" fmla="*/ 1248378 w 3440950"/>
              <a:gd name="connsiteY99" fmla="*/ 1018375 h 1038059"/>
              <a:gd name="connsiteX100" fmla="*/ 1248918 w 3440950"/>
              <a:gd name="connsiteY100" fmla="*/ 1012050 h 1038059"/>
              <a:gd name="connsiteX101" fmla="*/ 1199559 w 3440950"/>
              <a:gd name="connsiteY101" fmla="*/ 1007574 h 1038059"/>
              <a:gd name="connsiteX102" fmla="*/ 1198956 w 3440950"/>
              <a:gd name="connsiteY102" fmla="*/ 1013898 h 1038059"/>
              <a:gd name="connsiteX103" fmla="*/ 1149394 w 3440950"/>
              <a:gd name="connsiteY103" fmla="*/ 1008901 h 1038059"/>
              <a:gd name="connsiteX104" fmla="*/ 1150068 w 3440950"/>
              <a:gd name="connsiteY104" fmla="*/ 1002589 h 1038059"/>
              <a:gd name="connsiteX105" fmla="*/ 1100665 w 3440950"/>
              <a:gd name="connsiteY105" fmla="*/ 997102 h 1038059"/>
              <a:gd name="connsiteX106" fmla="*/ 1099928 w 3440950"/>
              <a:gd name="connsiteY106" fmla="*/ 1003408 h 1038059"/>
              <a:gd name="connsiteX107" fmla="*/ 1050754 w 3440950"/>
              <a:gd name="connsiteY107" fmla="*/ 997414 h 1038059"/>
              <a:gd name="connsiteX108" fmla="*/ 1051554 w 3440950"/>
              <a:gd name="connsiteY108" fmla="*/ 991114 h 1038059"/>
              <a:gd name="connsiteX109" fmla="*/ 1002125 w 3440950"/>
              <a:gd name="connsiteY109" fmla="*/ 984542 h 1038059"/>
              <a:gd name="connsiteX110" fmla="*/ 1001255 w 3440950"/>
              <a:gd name="connsiteY110" fmla="*/ 990835 h 1038059"/>
              <a:gd name="connsiteX111" fmla="*/ 952049 w 3440950"/>
              <a:gd name="connsiteY111" fmla="*/ 983723 h 1038059"/>
              <a:gd name="connsiteX112" fmla="*/ 952989 w 3440950"/>
              <a:gd name="connsiteY112" fmla="*/ 977443 h 1038059"/>
              <a:gd name="connsiteX113" fmla="*/ 904081 w 3440950"/>
              <a:gd name="connsiteY113" fmla="*/ 969785 h 1038059"/>
              <a:gd name="connsiteX114" fmla="*/ 903059 w 3440950"/>
              <a:gd name="connsiteY114" fmla="*/ 976052 h 1038059"/>
              <a:gd name="connsiteX115" fmla="*/ 853840 w 3440950"/>
              <a:gd name="connsiteY115" fmla="*/ 967721 h 1038059"/>
              <a:gd name="connsiteX116" fmla="*/ 854939 w 3440950"/>
              <a:gd name="connsiteY116" fmla="*/ 961466 h 1038059"/>
              <a:gd name="connsiteX117" fmla="*/ 806107 w 3440950"/>
              <a:gd name="connsiteY117" fmla="*/ 952551 h 1038059"/>
              <a:gd name="connsiteX118" fmla="*/ 804926 w 3440950"/>
              <a:gd name="connsiteY118" fmla="*/ 958793 h 1038059"/>
              <a:gd name="connsiteX119" fmla="*/ 756329 w 3440950"/>
              <a:gd name="connsiteY119" fmla="*/ 949236 h 1038059"/>
              <a:gd name="connsiteX120" fmla="*/ 757600 w 3440950"/>
              <a:gd name="connsiteY120" fmla="*/ 943013 h 1038059"/>
              <a:gd name="connsiteX121" fmla="*/ 708851 w 3440950"/>
              <a:gd name="connsiteY121" fmla="*/ 932694 h 1038059"/>
              <a:gd name="connsiteX122" fmla="*/ 707485 w 3440950"/>
              <a:gd name="connsiteY122" fmla="*/ 938899 h 1038059"/>
              <a:gd name="connsiteX123" fmla="*/ 658927 w 3440950"/>
              <a:gd name="connsiteY123" fmla="*/ 927837 h 1038059"/>
              <a:gd name="connsiteX124" fmla="*/ 660387 w 3440950"/>
              <a:gd name="connsiteY124" fmla="*/ 921658 h 1038059"/>
              <a:gd name="connsiteX125" fmla="*/ 612267 w 3440950"/>
              <a:gd name="connsiteY125" fmla="*/ 909866 h 1038059"/>
              <a:gd name="connsiteX126" fmla="*/ 610699 w 3440950"/>
              <a:gd name="connsiteY126" fmla="*/ 916019 h 1038059"/>
              <a:gd name="connsiteX127" fmla="*/ 562801 w 3440950"/>
              <a:gd name="connsiteY127" fmla="*/ 903383 h 1038059"/>
              <a:gd name="connsiteX128" fmla="*/ 564477 w 3440950"/>
              <a:gd name="connsiteY128" fmla="*/ 897262 h 1038059"/>
              <a:gd name="connsiteX129" fmla="*/ 516579 w 3440950"/>
              <a:gd name="connsiteY129" fmla="*/ 883641 h 1038059"/>
              <a:gd name="connsiteX130" fmla="*/ 514782 w 3440950"/>
              <a:gd name="connsiteY130" fmla="*/ 889730 h 1038059"/>
              <a:gd name="connsiteX131" fmla="*/ 467150 w 3440950"/>
              <a:gd name="connsiteY131" fmla="*/ 875094 h 1038059"/>
              <a:gd name="connsiteX132" fmla="*/ 469087 w 3440950"/>
              <a:gd name="connsiteY132" fmla="*/ 869049 h 1038059"/>
              <a:gd name="connsiteX133" fmla="*/ 422021 w 3440950"/>
              <a:gd name="connsiteY133" fmla="*/ 853383 h 1038059"/>
              <a:gd name="connsiteX134" fmla="*/ 419945 w 3440950"/>
              <a:gd name="connsiteY134" fmla="*/ 859377 h 1038059"/>
              <a:gd name="connsiteX135" fmla="*/ 373196 w 3440950"/>
              <a:gd name="connsiteY135" fmla="*/ 842461 h 1038059"/>
              <a:gd name="connsiteX136" fmla="*/ 375444 w 3440950"/>
              <a:gd name="connsiteY136" fmla="*/ 836524 h 1038059"/>
              <a:gd name="connsiteX137" fmla="*/ 329413 w 3440950"/>
              <a:gd name="connsiteY137" fmla="*/ 818325 h 1038059"/>
              <a:gd name="connsiteX138" fmla="*/ 326981 w 3440950"/>
              <a:gd name="connsiteY138" fmla="*/ 824186 h 1038059"/>
              <a:gd name="connsiteX139" fmla="*/ 281394 w 3440950"/>
              <a:gd name="connsiteY139" fmla="*/ 804361 h 1038059"/>
              <a:gd name="connsiteX140" fmla="*/ 284029 w 3440950"/>
              <a:gd name="connsiteY140" fmla="*/ 798589 h 1038059"/>
              <a:gd name="connsiteX141" fmla="*/ 239471 w 3440950"/>
              <a:gd name="connsiteY141" fmla="*/ 777088 h 1038059"/>
              <a:gd name="connsiteX142" fmla="*/ 236588 w 3440950"/>
              <a:gd name="connsiteY142" fmla="*/ 782746 h 1038059"/>
              <a:gd name="connsiteX143" fmla="*/ 192824 w 3440950"/>
              <a:gd name="connsiteY143" fmla="*/ 759028 h 1038059"/>
              <a:gd name="connsiteX144" fmla="*/ 195999 w 3440950"/>
              <a:gd name="connsiteY144" fmla="*/ 753529 h 1038059"/>
              <a:gd name="connsiteX145" fmla="*/ 154026 w 3440950"/>
              <a:gd name="connsiteY145" fmla="*/ 727558 h 1038059"/>
              <a:gd name="connsiteX146" fmla="*/ 150508 w 3440950"/>
              <a:gd name="connsiteY146" fmla="*/ 732847 h 1038059"/>
              <a:gd name="connsiteX147" fmla="*/ 110293 w 3440950"/>
              <a:gd name="connsiteY147" fmla="*/ 703733 h 1038059"/>
              <a:gd name="connsiteX148" fmla="*/ 114236 w 3440950"/>
              <a:gd name="connsiteY148" fmla="*/ 698754 h 1038059"/>
              <a:gd name="connsiteX149" fmla="*/ 77514 w 3440950"/>
              <a:gd name="connsiteY149" fmla="*/ 666477 h 1038059"/>
              <a:gd name="connsiteX150" fmla="*/ 73057 w 3440950"/>
              <a:gd name="connsiteY150" fmla="*/ 671004 h 1038059"/>
              <a:gd name="connsiteX151" fmla="*/ 40138 w 3440950"/>
              <a:gd name="connsiteY151" fmla="*/ 633571 h 1038059"/>
              <a:gd name="connsiteX152" fmla="*/ 45225 w 3440950"/>
              <a:gd name="connsiteY152" fmla="*/ 629768 h 1038059"/>
              <a:gd name="connsiteX153" fmla="*/ 20314 w 3440950"/>
              <a:gd name="connsiteY153" fmla="*/ 588474 h 1038059"/>
              <a:gd name="connsiteX154" fmla="*/ 14548 w 3440950"/>
              <a:gd name="connsiteY154" fmla="*/ 591128 h 1038059"/>
              <a:gd name="connsiteX155" fmla="*/ 0 w 3440950"/>
              <a:gd name="connsiteY155" fmla="*/ 543820 h 1038059"/>
              <a:gd name="connsiteX156" fmla="*/ 6274 w 3440950"/>
              <a:gd name="connsiteY156" fmla="*/ 542842 h 1038059"/>
              <a:gd name="connsiteX157" fmla="*/ 4419 w 3440950"/>
              <a:gd name="connsiteY157" fmla="*/ 519030 h 1038059"/>
              <a:gd name="connsiteX158" fmla="*/ 6274 w 3440950"/>
              <a:gd name="connsiteY158" fmla="*/ 495217 h 1038059"/>
              <a:gd name="connsiteX159" fmla="*/ 0 w 3440950"/>
              <a:gd name="connsiteY159" fmla="*/ 494240 h 1038059"/>
              <a:gd name="connsiteX160" fmla="*/ 14548 w 3440950"/>
              <a:gd name="connsiteY160" fmla="*/ 446932 h 1038059"/>
              <a:gd name="connsiteX161" fmla="*/ 20314 w 3440950"/>
              <a:gd name="connsiteY161" fmla="*/ 449593 h 1038059"/>
              <a:gd name="connsiteX162" fmla="*/ 45225 w 3440950"/>
              <a:gd name="connsiteY162" fmla="*/ 408293 h 1038059"/>
              <a:gd name="connsiteX163" fmla="*/ 40138 w 3440950"/>
              <a:gd name="connsiteY163" fmla="*/ 404495 h 1038059"/>
              <a:gd name="connsiteX164" fmla="*/ 73057 w 3440950"/>
              <a:gd name="connsiteY164" fmla="*/ 367062 h 1038059"/>
              <a:gd name="connsiteX165" fmla="*/ 77514 w 3440950"/>
              <a:gd name="connsiteY165" fmla="*/ 371583 h 1038059"/>
              <a:gd name="connsiteX166" fmla="*/ 114236 w 3440950"/>
              <a:gd name="connsiteY166" fmla="*/ 339312 h 1038059"/>
              <a:gd name="connsiteX167" fmla="*/ 110293 w 3440950"/>
              <a:gd name="connsiteY167" fmla="*/ 334334 h 1038059"/>
              <a:gd name="connsiteX168" fmla="*/ 150508 w 3440950"/>
              <a:gd name="connsiteY168" fmla="*/ 305219 h 1038059"/>
              <a:gd name="connsiteX169" fmla="*/ 154026 w 3440950"/>
              <a:gd name="connsiteY169" fmla="*/ 310502 h 1038059"/>
              <a:gd name="connsiteX170" fmla="*/ 195993 w 3440950"/>
              <a:gd name="connsiteY170" fmla="*/ 284531 h 1038059"/>
              <a:gd name="connsiteX171" fmla="*/ 192824 w 3440950"/>
              <a:gd name="connsiteY171" fmla="*/ 279032 h 1038059"/>
              <a:gd name="connsiteX172" fmla="*/ 236588 w 3440950"/>
              <a:gd name="connsiteY172" fmla="*/ 255321 h 1038059"/>
              <a:gd name="connsiteX173" fmla="*/ 239471 w 3440950"/>
              <a:gd name="connsiteY173" fmla="*/ 260979 h 1038059"/>
              <a:gd name="connsiteX174" fmla="*/ 284029 w 3440950"/>
              <a:gd name="connsiteY174" fmla="*/ 239478 h 1038059"/>
              <a:gd name="connsiteX175" fmla="*/ 281394 w 3440950"/>
              <a:gd name="connsiteY175" fmla="*/ 233699 h 1038059"/>
              <a:gd name="connsiteX176" fmla="*/ 326981 w 3440950"/>
              <a:gd name="connsiteY176" fmla="*/ 213875 h 1038059"/>
              <a:gd name="connsiteX177" fmla="*/ 329413 w 3440950"/>
              <a:gd name="connsiteY177" fmla="*/ 219742 h 1038059"/>
              <a:gd name="connsiteX178" fmla="*/ 375444 w 3440950"/>
              <a:gd name="connsiteY178" fmla="*/ 201543 h 1038059"/>
              <a:gd name="connsiteX179" fmla="*/ 373196 w 3440950"/>
              <a:gd name="connsiteY179" fmla="*/ 195599 h 1038059"/>
              <a:gd name="connsiteX180" fmla="*/ 419945 w 3440950"/>
              <a:gd name="connsiteY180" fmla="*/ 178683 h 1038059"/>
              <a:gd name="connsiteX181" fmla="*/ 422021 w 3440950"/>
              <a:gd name="connsiteY181" fmla="*/ 184683 h 1038059"/>
              <a:gd name="connsiteX182" fmla="*/ 469081 w 3440950"/>
              <a:gd name="connsiteY182" fmla="*/ 169018 h 1038059"/>
              <a:gd name="connsiteX183" fmla="*/ 467150 w 3440950"/>
              <a:gd name="connsiteY183" fmla="*/ 162966 h 1038059"/>
              <a:gd name="connsiteX184" fmla="*/ 514782 w 3440950"/>
              <a:gd name="connsiteY184" fmla="*/ 148336 h 1038059"/>
              <a:gd name="connsiteX185" fmla="*/ 516579 w 3440950"/>
              <a:gd name="connsiteY185" fmla="*/ 154426 h 1038059"/>
              <a:gd name="connsiteX186" fmla="*/ 564477 w 3440950"/>
              <a:gd name="connsiteY186" fmla="*/ 140805 h 1038059"/>
              <a:gd name="connsiteX187" fmla="*/ 562801 w 3440950"/>
              <a:gd name="connsiteY187" fmla="*/ 134677 h 1038059"/>
              <a:gd name="connsiteX188" fmla="*/ 610699 w 3440950"/>
              <a:gd name="connsiteY188" fmla="*/ 122041 h 1038059"/>
              <a:gd name="connsiteX189" fmla="*/ 612267 w 3440950"/>
              <a:gd name="connsiteY189" fmla="*/ 128194 h 1038059"/>
              <a:gd name="connsiteX190" fmla="*/ 660387 w 3440950"/>
              <a:gd name="connsiteY190" fmla="*/ 116402 h 1038059"/>
              <a:gd name="connsiteX191" fmla="*/ 658927 w 3440950"/>
              <a:gd name="connsiteY191" fmla="*/ 110224 h 1038059"/>
              <a:gd name="connsiteX192" fmla="*/ 707485 w 3440950"/>
              <a:gd name="connsiteY192" fmla="*/ 99168 h 1038059"/>
              <a:gd name="connsiteX193" fmla="*/ 708851 w 3440950"/>
              <a:gd name="connsiteY193" fmla="*/ 105366 h 1038059"/>
              <a:gd name="connsiteX194" fmla="*/ 757600 w 3440950"/>
              <a:gd name="connsiteY194" fmla="*/ 95053 h 1038059"/>
              <a:gd name="connsiteX195" fmla="*/ 756329 w 3440950"/>
              <a:gd name="connsiteY195" fmla="*/ 88830 h 1038059"/>
              <a:gd name="connsiteX196" fmla="*/ 804926 w 3440950"/>
              <a:gd name="connsiteY196" fmla="*/ 79273 h 1038059"/>
              <a:gd name="connsiteX197" fmla="*/ 806107 w 3440950"/>
              <a:gd name="connsiteY197" fmla="*/ 85509 h 1038059"/>
              <a:gd name="connsiteX198" fmla="*/ 854939 w 3440950"/>
              <a:gd name="connsiteY198" fmla="*/ 76594 h 1038059"/>
              <a:gd name="connsiteX199" fmla="*/ 853840 w 3440950"/>
              <a:gd name="connsiteY199" fmla="*/ 70345 h 1038059"/>
              <a:gd name="connsiteX200" fmla="*/ 903059 w 3440950"/>
              <a:gd name="connsiteY200" fmla="*/ 62014 h 1038059"/>
              <a:gd name="connsiteX201" fmla="*/ 904081 w 3440950"/>
              <a:gd name="connsiteY201" fmla="*/ 68281 h 1038059"/>
              <a:gd name="connsiteX202" fmla="*/ 952989 w 3440950"/>
              <a:gd name="connsiteY202" fmla="*/ 60623 h 1038059"/>
              <a:gd name="connsiteX203" fmla="*/ 952049 w 3440950"/>
              <a:gd name="connsiteY203" fmla="*/ 54343 h 1038059"/>
              <a:gd name="connsiteX204" fmla="*/ 1001255 w 3440950"/>
              <a:gd name="connsiteY204" fmla="*/ 47231 h 1038059"/>
              <a:gd name="connsiteX205" fmla="*/ 1002125 w 3440950"/>
              <a:gd name="connsiteY205" fmla="*/ 53518 h 1038059"/>
              <a:gd name="connsiteX206" fmla="*/ 1051554 w 3440950"/>
              <a:gd name="connsiteY206" fmla="*/ 46946 h 1038059"/>
              <a:gd name="connsiteX207" fmla="*/ 1050754 w 3440950"/>
              <a:gd name="connsiteY207" fmla="*/ 40646 h 1038059"/>
              <a:gd name="connsiteX208" fmla="*/ 1099934 w 3440950"/>
              <a:gd name="connsiteY208" fmla="*/ 34658 h 1038059"/>
              <a:gd name="connsiteX209" fmla="*/ 1100665 w 3440950"/>
              <a:gd name="connsiteY209" fmla="*/ 40964 h 1038059"/>
              <a:gd name="connsiteX210" fmla="*/ 1150068 w 3440950"/>
              <a:gd name="connsiteY210" fmla="*/ 35471 h 1038059"/>
              <a:gd name="connsiteX211" fmla="*/ 1149394 w 3440950"/>
              <a:gd name="connsiteY211" fmla="*/ 29159 h 1038059"/>
              <a:gd name="connsiteX212" fmla="*/ 1198956 w 3440950"/>
              <a:gd name="connsiteY212" fmla="*/ 24168 h 1038059"/>
              <a:gd name="connsiteX213" fmla="*/ 1199559 w 3440950"/>
              <a:gd name="connsiteY213" fmla="*/ 30487 h 1038059"/>
              <a:gd name="connsiteX214" fmla="*/ 1248918 w 3440950"/>
              <a:gd name="connsiteY214" fmla="*/ 26016 h 1038059"/>
              <a:gd name="connsiteX215" fmla="*/ 1248378 w 3440950"/>
              <a:gd name="connsiteY215" fmla="*/ 19685 h 1038059"/>
              <a:gd name="connsiteX216" fmla="*/ 1298073 w 3440950"/>
              <a:gd name="connsiteY216" fmla="*/ 15672 h 1038059"/>
              <a:gd name="connsiteX217" fmla="*/ 1298556 w 3440950"/>
              <a:gd name="connsiteY217" fmla="*/ 22003 h 1038059"/>
              <a:gd name="connsiteX218" fmla="*/ 1348016 w 3440950"/>
              <a:gd name="connsiteY218" fmla="*/ 18479 h 1038059"/>
              <a:gd name="connsiteX219" fmla="*/ 1347591 w 3440950"/>
              <a:gd name="connsiteY219" fmla="*/ 12141 h 1038059"/>
              <a:gd name="connsiteX220" fmla="*/ 1397248 w 3440950"/>
              <a:gd name="connsiteY220" fmla="*/ 9074 h 1038059"/>
              <a:gd name="connsiteX221" fmla="*/ 1397610 w 3440950"/>
              <a:gd name="connsiteY221" fmla="*/ 15411 h 1038059"/>
              <a:gd name="connsiteX222" fmla="*/ 1447273 w 3440950"/>
              <a:gd name="connsiteY222" fmla="*/ 12795 h 1038059"/>
              <a:gd name="connsiteX223" fmla="*/ 1446968 w 3440950"/>
              <a:gd name="connsiteY223" fmla="*/ 6458 h 1038059"/>
              <a:gd name="connsiteX224" fmla="*/ 1496574 w 3440950"/>
              <a:gd name="connsiteY224" fmla="*/ 4293 h 1038059"/>
              <a:gd name="connsiteX225" fmla="*/ 1496822 w 3440950"/>
              <a:gd name="connsiteY225" fmla="*/ 10636 h 1038059"/>
              <a:gd name="connsiteX226" fmla="*/ 1546612 w 3440950"/>
              <a:gd name="connsiteY226" fmla="*/ 8909 h 1038059"/>
              <a:gd name="connsiteX227" fmla="*/ 1546422 w 3440950"/>
              <a:gd name="connsiteY227" fmla="*/ 2565 h 1038059"/>
              <a:gd name="connsiteX228" fmla="*/ 1596009 w 3440950"/>
              <a:gd name="connsiteY228" fmla="*/ 1283 h 1038059"/>
              <a:gd name="connsiteX229" fmla="*/ 1596149 w 3440950"/>
              <a:gd name="connsiteY229" fmla="*/ 7633 h 1038059"/>
              <a:gd name="connsiteX230" fmla="*/ 1645888 w 3440950"/>
              <a:gd name="connsiteY230" fmla="*/ 6776 h 1038059"/>
              <a:gd name="connsiteX231" fmla="*/ 1645806 w 3440950"/>
              <a:gd name="connsiteY231" fmla="*/ 426 h 1038059"/>
              <a:gd name="connsiteX232" fmla="*/ 1695501 w 3440950"/>
              <a:gd name="connsiteY232" fmla="*/ 0 h 1038059"/>
              <a:gd name="connsiteX233" fmla="*/ 1695526 w 3440950"/>
              <a:gd name="connsiteY233" fmla="*/ 6350 h 1038059"/>
              <a:gd name="connsiteX234" fmla="*/ 1720475 w 3440950"/>
              <a:gd name="connsiteY234" fmla="*/ 6299 h 1038059"/>
              <a:gd name="connsiteX235" fmla="*/ 1745425 w 3440950"/>
              <a:gd name="connsiteY235" fmla="*/ 6350 h 1038059"/>
              <a:gd name="connsiteX236" fmla="*/ 1745450 w 3440950"/>
              <a:gd name="connsiteY236" fmla="*/ 0 h 1038059"/>
              <a:gd name="connsiteX237" fmla="*/ 1795145 w 3440950"/>
              <a:gd name="connsiteY237" fmla="*/ 426 h 1038059"/>
              <a:gd name="connsiteX238" fmla="*/ 1795062 w 3440950"/>
              <a:gd name="connsiteY238" fmla="*/ 6776 h 1038059"/>
              <a:gd name="connsiteX239" fmla="*/ 1844802 w 3440950"/>
              <a:gd name="connsiteY239" fmla="*/ 7633 h 1038059"/>
              <a:gd name="connsiteX240" fmla="*/ 1844942 w 3440950"/>
              <a:gd name="connsiteY240" fmla="*/ 1283 h 1038059"/>
              <a:gd name="connsiteX241" fmla="*/ 1894529 w 3440950"/>
              <a:gd name="connsiteY241" fmla="*/ 2565 h 1038059"/>
              <a:gd name="connsiteX242" fmla="*/ 1894339 w 3440950"/>
              <a:gd name="connsiteY242" fmla="*/ 8909 h 1038059"/>
              <a:gd name="connsiteX243" fmla="*/ 1944129 w 3440950"/>
              <a:gd name="connsiteY243" fmla="*/ 10636 h 1038059"/>
              <a:gd name="connsiteX244" fmla="*/ 1944377 w 3440950"/>
              <a:gd name="connsiteY244" fmla="*/ 4293 h 1038059"/>
              <a:gd name="connsiteX245" fmla="*/ 1993976 w 3440950"/>
              <a:gd name="connsiteY245" fmla="*/ 6458 h 1038059"/>
              <a:gd name="connsiteX246" fmla="*/ 1993672 w 3440950"/>
              <a:gd name="connsiteY246" fmla="*/ 12795 h 1038059"/>
              <a:gd name="connsiteX247" fmla="*/ 2043341 w 3440950"/>
              <a:gd name="connsiteY247" fmla="*/ 15411 h 1038059"/>
              <a:gd name="connsiteX248" fmla="*/ 2043703 w 3440950"/>
              <a:gd name="connsiteY248" fmla="*/ 9074 h 1038059"/>
              <a:gd name="connsiteX249" fmla="*/ 2093360 w 3440950"/>
              <a:gd name="connsiteY249" fmla="*/ 12141 h 1038059"/>
              <a:gd name="connsiteX250" fmla="*/ 2092935 w 3440950"/>
              <a:gd name="connsiteY250" fmla="*/ 18479 h 1038059"/>
              <a:gd name="connsiteX251" fmla="*/ 2142395 w 3440950"/>
              <a:gd name="connsiteY251" fmla="*/ 22003 h 1038059"/>
              <a:gd name="connsiteX252" fmla="*/ 2142877 w 3440950"/>
              <a:gd name="connsiteY252" fmla="*/ 15672 h 1038059"/>
              <a:gd name="connsiteX253" fmla="*/ 2192573 w 3440950"/>
              <a:gd name="connsiteY253" fmla="*/ 19685 h 1038059"/>
              <a:gd name="connsiteX254" fmla="*/ 2192033 w 3440950"/>
              <a:gd name="connsiteY254" fmla="*/ 26016 h 1038059"/>
              <a:gd name="connsiteX255" fmla="*/ 2241391 w 3440950"/>
              <a:gd name="connsiteY255" fmla="*/ 30487 h 1038059"/>
              <a:gd name="connsiteX256" fmla="*/ 2241994 w 3440950"/>
              <a:gd name="connsiteY256" fmla="*/ 24168 h 1038059"/>
              <a:gd name="connsiteX257" fmla="*/ 2291550 w 3440950"/>
              <a:gd name="connsiteY257" fmla="*/ 29159 h 1038059"/>
              <a:gd name="connsiteX258" fmla="*/ 2290883 w 3440950"/>
              <a:gd name="connsiteY258" fmla="*/ 35471 h 1038059"/>
              <a:gd name="connsiteX259" fmla="*/ 2340286 w 3440950"/>
              <a:gd name="connsiteY259" fmla="*/ 40964 h 1038059"/>
              <a:gd name="connsiteX260" fmla="*/ 2341016 w 3440950"/>
              <a:gd name="connsiteY260" fmla="*/ 34658 h 1038059"/>
              <a:gd name="connsiteX261" fmla="*/ 2390197 w 3440950"/>
              <a:gd name="connsiteY261" fmla="*/ 40646 h 1038059"/>
              <a:gd name="connsiteX262" fmla="*/ 2389397 w 3440950"/>
              <a:gd name="connsiteY262" fmla="*/ 46946 h 1038059"/>
              <a:gd name="connsiteX263" fmla="*/ 2438825 w 3440950"/>
              <a:gd name="connsiteY263" fmla="*/ 53518 h 1038059"/>
              <a:gd name="connsiteX264" fmla="*/ 2439696 w 3440950"/>
              <a:gd name="connsiteY264" fmla="*/ 47231 h 1038059"/>
              <a:gd name="connsiteX265" fmla="*/ 2488901 w 3440950"/>
              <a:gd name="connsiteY265" fmla="*/ 54343 h 1038059"/>
              <a:gd name="connsiteX266" fmla="*/ 2487955 w 3440950"/>
              <a:gd name="connsiteY266" fmla="*/ 60623 h 1038059"/>
              <a:gd name="connsiteX267" fmla="*/ 2536870 w 3440950"/>
              <a:gd name="connsiteY267" fmla="*/ 68281 h 1038059"/>
              <a:gd name="connsiteX268" fmla="*/ 2537886 w 3440950"/>
              <a:gd name="connsiteY268" fmla="*/ 62014 h 1038059"/>
              <a:gd name="connsiteX269" fmla="*/ 2587111 w 3440950"/>
              <a:gd name="connsiteY269" fmla="*/ 70345 h 1038059"/>
              <a:gd name="connsiteX270" fmla="*/ 2586012 w 3440950"/>
              <a:gd name="connsiteY270" fmla="*/ 76594 h 1038059"/>
              <a:gd name="connsiteX271" fmla="*/ 2634844 w 3440950"/>
              <a:gd name="connsiteY271" fmla="*/ 85509 h 1038059"/>
              <a:gd name="connsiteX272" fmla="*/ 2636025 w 3440950"/>
              <a:gd name="connsiteY272" fmla="*/ 79273 h 1038059"/>
              <a:gd name="connsiteX273" fmla="*/ 2684621 w 3440950"/>
              <a:gd name="connsiteY273" fmla="*/ 88830 h 1038059"/>
              <a:gd name="connsiteX274" fmla="*/ 2683351 w 3440950"/>
              <a:gd name="connsiteY274" fmla="*/ 95053 h 1038059"/>
              <a:gd name="connsiteX275" fmla="*/ 2732100 w 3440950"/>
              <a:gd name="connsiteY275" fmla="*/ 105366 h 1038059"/>
              <a:gd name="connsiteX276" fmla="*/ 2733466 w 3440950"/>
              <a:gd name="connsiteY276" fmla="*/ 99168 h 1038059"/>
              <a:gd name="connsiteX277" fmla="*/ 2782024 w 3440950"/>
              <a:gd name="connsiteY277" fmla="*/ 110224 h 1038059"/>
              <a:gd name="connsiteX278" fmla="*/ 2780564 w 3440950"/>
              <a:gd name="connsiteY278" fmla="*/ 116402 h 1038059"/>
              <a:gd name="connsiteX279" fmla="*/ 2828684 w 3440950"/>
              <a:gd name="connsiteY279" fmla="*/ 128194 h 1038059"/>
              <a:gd name="connsiteX280" fmla="*/ 2830246 w 3440950"/>
              <a:gd name="connsiteY280" fmla="*/ 122041 h 1038059"/>
              <a:gd name="connsiteX281" fmla="*/ 2878150 w 3440950"/>
              <a:gd name="connsiteY281" fmla="*/ 134677 h 1038059"/>
              <a:gd name="connsiteX282" fmla="*/ 2876474 w 3440950"/>
              <a:gd name="connsiteY282" fmla="*/ 140805 h 1038059"/>
              <a:gd name="connsiteX283" fmla="*/ 2924372 w 3440950"/>
              <a:gd name="connsiteY283" fmla="*/ 154426 h 1038059"/>
              <a:gd name="connsiteX284" fmla="*/ 2926169 w 3440950"/>
              <a:gd name="connsiteY284" fmla="*/ 148336 h 1038059"/>
              <a:gd name="connsiteX285" fmla="*/ 2973800 w 3440950"/>
              <a:gd name="connsiteY285" fmla="*/ 162966 h 1038059"/>
              <a:gd name="connsiteX286" fmla="*/ 2971863 w 3440950"/>
              <a:gd name="connsiteY286" fmla="*/ 169018 h 1038059"/>
              <a:gd name="connsiteX287" fmla="*/ 3018923 w 3440950"/>
              <a:gd name="connsiteY287" fmla="*/ 184683 h 1038059"/>
              <a:gd name="connsiteX288" fmla="*/ 3021006 w 3440950"/>
              <a:gd name="connsiteY288" fmla="*/ 178683 h 1038059"/>
              <a:gd name="connsiteX289" fmla="*/ 3067749 w 3440950"/>
              <a:gd name="connsiteY289" fmla="*/ 195599 h 1038059"/>
              <a:gd name="connsiteX290" fmla="*/ 3065507 w 3440950"/>
              <a:gd name="connsiteY290" fmla="*/ 201543 h 1038059"/>
              <a:gd name="connsiteX291" fmla="*/ 3111538 w 3440950"/>
              <a:gd name="connsiteY291" fmla="*/ 219742 h 1038059"/>
              <a:gd name="connsiteX292" fmla="*/ 3113970 w 3440950"/>
              <a:gd name="connsiteY292" fmla="*/ 213875 h 1038059"/>
              <a:gd name="connsiteX293" fmla="*/ 3159557 w 3440950"/>
              <a:gd name="connsiteY293" fmla="*/ 233699 h 1038059"/>
              <a:gd name="connsiteX294" fmla="*/ 3156915 w 3440950"/>
              <a:gd name="connsiteY294" fmla="*/ 239478 h 1038059"/>
              <a:gd name="connsiteX295" fmla="*/ 3201480 w 3440950"/>
              <a:gd name="connsiteY295" fmla="*/ 260972 h 1038059"/>
              <a:gd name="connsiteX296" fmla="*/ 3204362 w 3440950"/>
              <a:gd name="connsiteY296" fmla="*/ 255321 h 1038059"/>
              <a:gd name="connsiteX297" fmla="*/ 3248127 w 3440950"/>
              <a:gd name="connsiteY297" fmla="*/ 279032 h 1038059"/>
              <a:gd name="connsiteX298" fmla="*/ 3244952 w 3440950"/>
              <a:gd name="connsiteY298" fmla="*/ 284531 h 1038059"/>
              <a:gd name="connsiteX299" fmla="*/ 3286925 w 3440950"/>
              <a:gd name="connsiteY299" fmla="*/ 310502 h 1038059"/>
              <a:gd name="connsiteX300" fmla="*/ 3290443 w 3440950"/>
              <a:gd name="connsiteY300" fmla="*/ 305219 h 1038059"/>
              <a:gd name="connsiteX301" fmla="*/ 3330657 w 3440950"/>
              <a:gd name="connsiteY301" fmla="*/ 334334 h 1038059"/>
              <a:gd name="connsiteX302" fmla="*/ 3326714 w 3440950"/>
              <a:gd name="connsiteY302" fmla="*/ 339312 h 1038059"/>
              <a:gd name="connsiteX303" fmla="*/ 3363430 w 3440950"/>
              <a:gd name="connsiteY303" fmla="*/ 371583 h 1038059"/>
              <a:gd name="connsiteX304" fmla="*/ 3367888 w 3440950"/>
              <a:gd name="connsiteY304" fmla="*/ 367062 h 1038059"/>
              <a:gd name="connsiteX305" fmla="*/ 3400813 w 3440950"/>
              <a:gd name="connsiteY305" fmla="*/ 404495 h 1038059"/>
              <a:gd name="connsiteX306" fmla="*/ 3395726 w 3440950"/>
              <a:gd name="connsiteY306" fmla="*/ 408293 h 1038059"/>
              <a:gd name="connsiteX307" fmla="*/ 3420631 w 3440950"/>
              <a:gd name="connsiteY307" fmla="*/ 449593 h 1038059"/>
              <a:gd name="connsiteX308" fmla="*/ 3426403 w 3440950"/>
              <a:gd name="connsiteY308" fmla="*/ 446932 h 103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3440950" h="1038059">
                <a:moveTo>
                  <a:pt x="3426403" y="446932"/>
                </a:moveTo>
                <a:cubicBezTo>
                  <a:pt x="3433572" y="462490"/>
                  <a:pt x="3438462" y="478269"/>
                  <a:pt x="3440951" y="494240"/>
                </a:cubicBezTo>
                <a:lnTo>
                  <a:pt x="3434677" y="495217"/>
                </a:lnTo>
                <a:cubicBezTo>
                  <a:pt x="3435909" y="503117"/>
                  <a:pt x="3436531" y="511054"/>
                  <a:pt x="3436531" y="519030"/>
                </a:cubicBezTo>
                <a:cubicBezTo>
                  <a:pt x="3436531" y="527012"/>
                  <a:pt x="3435909" y="534950"/>
                  <a:pt x="3434677" y="542842"/>
                </a:cubicBezTo>
                <a:lnTo>
                  <a:pt x="3440951" y="543820"/>
                </a:lnTo>
                <a:cubicBezTo>
                  <a:pt x="3438462" y="559791"/>
                  <a:pt x="3433572" y="575570"/>
                  <a:pt x="3426403" y="591128"/>
                </a:cubicBezTo>
                <a:lnTo>
                  <a:pt x="3420631" y="588474"/>
                </a:lnTo>
                <a:cubicBezTo>
                  <a:pt x="3414230" y="602368"/>
                  <a:pt x="3405911" y="616141"/>
                  <a:pt x="3395726" y="629768"/>
                </a:cubicBezTo>
                <a:lnTo>
                  <a:pt x="3400813" y="633571"/>
                </a:lnTo>
                <a:cubicBezTo>
                  <a:pt x="3391351" y="646227"/>
                  <a:pt x="3380359" y="658711"/>
                  <a:pt x="3367888" y="671004"/>
                </a:cubicBezTo>
                <a:lnTo>
                  <a:pt x="3363430" y="666477"/>
                </a:lnTo>
                <a:cubicBezTo>
                  <a:pt x="3352381" y="677374"/>
                  <a:pt x="3340132" y="688137"/>
                  <a:pt x="3326714" y="698754"/>
                </a:cubicBezTo>
                <a:lnTo>
                  <a:pt x="3330657" y="703733"/>
                </a:lnTo>
                <a:cubicBezTo>
                  <a:pt x="3318205" y="713581"/>
                  <a:pt x="3304794" y="723290"/>
                  <a:pt x="3290443" y="732847"/>
                </a:cubicBezTo>
                <a:lnTo>
                  <a:pt x="3286925" y="727558"/>
                </a:lnTo>
                <a:cubicBezTo>
                  <a:pt x="3273736" y="736340"/>
                  <a:pt x="3259735" y="745001"/>
                  <a:pt x="3244952" y="753529"/>
                </a:cubicBezTo>
                <a:lnTo>
                  <a:pt x="3248127" y="759028"/>
                </a:lnTo>
                <a:cubicBezTo>
                  <a:pt x="3234208" y="767061"/>
                  <a:pt x="3219609" y="774967"/>
                  <a:pt x="3204362" y="782746"/>
                </a:cubicBezTo>
                <a:lnTo>
                  <a:pt x="3201480" y="777088"/>
                </a:lnTo>
                <a:cubicBezTo>
                  <a:pt x="3187205" y="784365"/>
                  <a:pt x="3172340" y="791534"/>
                  <a:pt x="3156915" y="798589"/>
                </a:cubicBezTo>
                <a:lnTo>
                  <a:pt x="3159557" y="804361"/>
                </a:lnTo>
                <a:cubicBezTo>
                  <a:pt x="3144863" y="811079"/>
                  <a:pt x="3129661" y="817690"/>
                  <a:pt x="3113970" y="824186"/>
                </a:cubicBezTo>
                <a:lnTo>
                  <a:pt x="3111538" y="818318"/>
                </a:lnTo>
                <a:cubicBezTo>
                  <a:pt x="3096635" y="824490"/>
                  <a:pt x="3081287" y="830561"/>
                  <a:pt x="3065507" y="836524"/>
                </a:cubicBezTo>
                <a:lnTo>
                  <a:pt x="3067755" y="842461"/>
                </a:lnTo>
                <a:cubicBezTo>
                  <a:pt x="3052559" y="848201"/>
                  <a:pt x="3036977" y="853840"/>
                  <a:pt x="3021006" y="859377"/>
                </a:cubicBezTo>
                <a:lnTo>
                  <a:pt x="3018930" y="853383"/>
                </a:lnTo>
                <a:cubicBezTo>
                  <a:pt x="3003595" y="858698"/>
                  <a:pt x="2987904" y="863917"/>
                  <a:pt x="2971863" y="869049"/>
                </a:cubicBezTo>
                <a:lnTo>
                  <a:pt x="2973800" y="875094"/>
                </a:lnTo>
                <a:cubicBezTo>
                  <a:pt x="2958243" y="880066"/>
                  <a:pt x="2942361" y="884943"/>
                  <a:pt x="2926169" y="889730"/>
                </a:cubicBezTo>
                <a:lnTo>
                  <a:pt x="2924372" y="883641"/>
                </a:lnTo>
                <a:cubicBezTo>
                  <a:pt x="2908700" y="888270"/>
                  <a:pt x="2892730" y="892810"/>
                  <a:pt x="2876474" y="897262"/>
                </a:cubicBezTo>
                <a:lnTo>
                  <a:pt x="2878150" y="903383"/>
                </a:lnTo>
                <a:cubicBezTo>
                  <a:pt x="2862447" y="907682"/>
                  <a:pt x="2846477" y="911898"/>
                  <a:pt x="2830252" y="916019"/>
                </a:cubicBezTo>
                <a:lnTo>
                  <a:pt x="2828684" y="909866"/>
                </a:lnTo>
                <a:cubicBezTo>
                  <a:pt x="2812885" y="913880"/>
                  <a:pt x="2796845" y="917816"/>
                  <a:pt x="2780564" y="921658"/>
                </a:cubicBezTo>
                <a:lnTo>
                  <a:pt x="2782024" y="927837"/>
                </a:lnTo>
                <a:cubicBezTo>
                  <a:pt x="2766060" y="931609"/>
                  <a:pt x="2749874" y="935298"/>
                  <a:pt x="2733466" y="938899"/>
                </a:cubicBezTo>
                <a:lnTo>
                  <a:pt x="2732100" y="932694"/>
                </a:lnTo>
                <a:cubicBezTo>
                  <a:pt x="2716060" y="936219"/>
                  <a:pt x="2699811" y="939654"/>
                  <a:pt x="2683351" y="943013"/>
                </a:cubicBezTo>
                <a:lnTo>
                  <a:pt x="2684621" y="949236"/>
                </a:lnTo>
                <a:cubicBezTo>
                  <a:pt x="2668613" y="952500"/>
                  <a:pt x="2652408" y="955688"/>
                  <a:pt x="2636025" y="958793"/>
                </a:cubicBezTo>
                <a:lnTo>
                  <a:pt x="2634844" y="952551"/>
                </a:lnTo>
                <a:cubicBezTo>
                  <a:pt x="2618740" y="955599"/>
                  <a:pt x="2602465" y="958577"/>
                  <a:pt x="2586006" y="961466"/>
                </a:cubicBezTo>
                <a:lnTo>
                  <a:pt x="2587111" y="967721"/>
                </a:lnTo>
                <a:cubicBezTo>
                  <a:pt x="2570867" y="970578"/>
                  <a:pt x="2554459" y="973353"/>
                  <a:pt x="2537886" y="976052"/>
                </a:cubicBezTo>
                <a:lnTo>
                  <a:pt x="2536870" y="969785"/>
                </a:lnTo>
                <a:cubicBezTo>
                  <a:pt x="2520722" y="972414"/>
                  <a:pt x="2504415" y="974966"/>
                  <a:pt x="2487955" y="977443"/>
                </a:cubicBezTo>
                <a:lnTo>
                  <a:pt x="2488901" y="983723"/>
                </a:lnTo>
                <a:cubicBezTo>
                  <a:pt x="2472646" y="986168"/>
                  <a:pt x="2456243" y="988536"/>
                  <a:pt x="2439696" y="990835"/>
                </a:cubicBezTo>
                <a:lnTo>
                  <a:pt x="2438825" y="984542"/>
                </a:lnTo>
                <a:cubicBezTo>
                  <a:pt x="2422487" y="986809"/>
                  <a:pt x="2406009" y="989000"/>
                  <a:pt x="2389397" y="991114"/>
                </a:cubicBezTo>
                <a:lnTo>
                  <a:pt x="2390197" y="997414"/>
                </a:lnTo>
                <a:cubicBezTo>
                  <a:pt x="2373929" y="999484"/>
                  <a:pt x="2357533" y="1001484"/>
                  <a:pt x="2341016" y="1003408"/>
                </a:cubicBezTo>
                <a:lnTo>
                  <a:pt x="2340286" y="997102"/>
                </a:lnTo>
                <a:cubicBezTo>
                  <a:pt x="2323935" y="999001"/>
                  <a:pt x="2307470" y="1000836"/>
                  <a:pt x="2290883" y="1002589"/>
                </a:cubicBezTo>
                <a:lnTo>
                  <a:pt x="2291550" y="1008901"/>
                </a:lnTo>
                <a:cubicBezTo>
                  <a:pt x="2275148" y="1010641"/>
                  <a:pt x="2258625" y="1012305"/>
                  <a:pt x="2241994" y="1013898"/>
                </a:cubicBezTo>
                <a:lnTo>
                  <a:pt x="2241391" y="1007574"/>
                </a:lnTo>
                <a:cubicBezTo>
                  <a:pt x="2225040" y="1009136"/>
                  <a:pt x="2208587" y="1010628"/>
                  <a:pt x="2192033" y="1012050"/>
                </a:cubicBezTo>
                <a:lnTo>
                  <a:pt x="2192573" y="1018375"/>
                </a:lnTo>
                <a:cubicBezTo>
                  <a:pt x="2176107" y="1019785"/>
                  <a:pt x="2159540" y="1021125"/>
                  <a:pt x="2142877" y="1022395"/>
                </a:cubicBezTo>
                <a:lnTo>
                  <a:pt x="2142395" y="1016064"/>
                </a:lnTo>
                <a:cubicBezTo>
                  <a:pt x="2125999" y="1017308"/>
                  <a:pt x="2109515" y="1018483"/>
                  <a:pt x="2092935" y="1019582"/>
                </a:cubicBezTo>
                <a:lnTo>
                  <a:pt x="2093360" y="1025919"/>
                </a:lnTo>
                <a:cubicBezTo>
                  <a:pt x="2076894" y="1027017"/>
                  <a:pt x="2060340" y="1028040"/>
                  <a:pt x="2043703" y="1028992"/>
                </a:cubicBezTo>
                <a:lnTo>
                  <a:pt x="2043341" y="1022648"/>
                </a:lnTo>
                <a:cubicBezTo>
                  <a:pt x="2026869" y="1023595"/>
                  <a:pt x="2010309" y="1024465"/>
                  <a:pt x="1993672" y="1025265"/>
                </a:cubicBezTo>
                <a:lnTo>
                  <a:pt x="1993976" y="1031608"/>
                </a:lnTo>
                <a:cubicBezTo>
                  <a:pt x="1977517" y="1032402"/>
                  <a:pt x="1960982" y="1033120"/>
                  <a:pt x="1944377" y="1033768"/>
                </a:cubicBezTo>
                <a:lnTo>
                  <a:pt x="1944122" y="1027424"/>
                </a:lnTo>
                <a:cubicBezTo>
                  <a:pt x="1927600" y="1028071"/>
                  <a:pt x="1911001" y="1028649"/>
                  <a:pt x="1894332" y="1029151"/>
                </a:cubicBezTo>
                <a:lnTo>
                  <a:pt x="1894529" y="1035501"/>
                </a:lnTo>
                <a:cubicBezTo>
                  <a:pt x="1878064" y="1035996"/>
                  <a:pt x="1861534" y="1036422"/>
                  <a:pt x="1844942" y="1036784"/>
                </a:cubicBezTo>
                <a:lnTo>
                  <a:pt x="1844802" y="1030434"/>
                </a:lnTo>
                <a:cubicBezTo>
                  <a:pt x="1828286" y="1030789"/>
                  <a:pt x="1811706" y="1031075"/>
                  <a:pt x="1795062" y="1031284"/>
                </a:cubicBezTo>
                <a:lnTo>
                  <a:pt x="1795145" y="1037634"/>
                </a:lnTo>
                <a:cubicBezTo>
                  <a:pt x="1778641" y="1037850"/>
                  <a:pt x="1762074" y="1037990"/>
                  <a:pt x="1745450" y="1038060"/>
                </a:cubicBezTo>
                <a:lnTo>
                  <a:pt x="1745425" y="1031710"/>
                </a:lnTo>
                <a:cubicBezTo>
                  <a:pt x="1737119" y="1031748"/>
                  <a:pt x="1728807" y="1031767"/>
                  <a:pt x="1720475" y="1031767"/>
                </a:cubicBezTo>
                <a:cubicBezTo>
                  <a:pt x="1712144" y="1031767"/>
                  <a:pt x="1703826" y="1031748"/>
                  <a:pt x="1695526" y="1031710"/>
                </a:cubicBezTo>
                <a:lnTo>
                  <a:pt x="1695494" y="1038060"/>
                </a:lnTo>
                <a:cubicBezTo>
                  <a:pt x="1678876" y="1037990"/>
                  <a:pt x="1662309" y="1037850"/>
                  <a:pt x="1645806" y="1037634"/>
                </a:cubicBezTo>
                <a:lnTo>
                  <a:pt x="1645882" y="1031284"/>
                </a:lnTo>
                <a:cubicBezTo>
                  <a:pt x="1629245" y="1031075"/>
                  <a:pt x="1612659" y="1030789"/>
                  <a:pt x="1596142" y="1030434"/>
                </a:cubicBezTo>
                <a:lnTo>
                  <a:pt x="1596009" y="1036784"/>
                </a:lnTo>
                <a:cubicBezTo>
                  <a:pt x="1579417" y="1036422"/>
                  <a:pt x="1562881" y="1035996"/>
                  <a:pt x="1546422" y="1035501"/>
                </a:cubicBezTo>
                <a:lnTo>
                  <a:pt x="1546612" y="1029151"/>
                </a:lnTo>
                <a:cubicBezTo>
                  <a:pt x="1529944" y="1028649"/>
                  <a:pt x="1513345" y="1028071"/>
                  <a:pt x="1496822" y="1027424"/>
                </a:cubicBezTo>
                <a:lnTo>
                  <a:pt x="1496574" y="1033768"/>
                </a:lnTo>
                <a:cubicBezTo>
                  <a:pt x="1479963" y="1033120"/>
                  <a:pt x="1463427" y="1032402"/>
                  <a:pt x="1446968" y="1031608"/>
                </a:cubicBezTo>
                <a:lnTo>
                  <a:pt x="1447273" y="1025265"/>
                </a:lnTo>
                <a:cubicBezTo>
                  <a:pt x="1430636" y="1024465"/>
                  <a:pt x="1414081" y="1023595"/>
                  <a:pt x="1397610" y="1022648"/>
                </a:cubicBezTo>
                <a:lnTo>
                  <a:pt x="1397248" y="1028992"/>
                </a:lnTo>
                <a:cubicBezTo>
                  <a:pt x="1380611" y="1028040"/>
                  <a:pt x="1364056" y="1027017"/>
                  <a:pt x="1347591" y="1025919"/>
                </a:cubicBezTo>
                <a:lnTo>
                  <a:pt x="1348016" y="1019582"/>
                </a:lnTo>
                <a:cubicBezTo>
                  <a:pt x="1331436" y="1018483"/>
                  <a:pt x="1314952" y="1017308"/>
                  <a:pt x="1298556" y="1016064"/>
                </a:cubicBezTo>
                <a:lnTo>
                  <a:pt x="1298073" y="1022395"/>
                </a:lnTo>
                <a:cubicBezTo>
                  <a:pt x="1281411" y="1021125"/>
                  <a:pt x="1264844" y="1019785"/>
                  <a:pt x="1248378" y="1018375"/>
                </a:cubicBezTo>
                <a:lnTo>
                  <a:pt x="1248918" y="1012050"/>
                </a:lnTo>
                <a:cubicBezTo>
                  <a:pt x="1232364" y="1010628"/>
                  <a:pt x="1215911" y="1009136"/>
                  <a:pt x="1199559" y="1007574"/>
                </a:cubicBezTo>
                <a:lnTo>
                  <a:pt x="1198956" y="1013898"/>
                </a:lnTo>
                <a:cubicBezTo>
                  <a:pt x="1182326" y="1012305"/>
                  <a:pt x="1165803" y="1010641"/>
                  <a:pt x="1149394" y="1008901"/>
                </a:cubicBezTo>
                <a:lnTo>
                  <a:pt x="1150068" y="1002589"/>
                </a:lnTo>
                <a:cubicBezTo>
                  <a:pt x="1133481" y="1000836"/>
                  <a:pt x="1117009" y="999001"/>
                  <a:pt x="1100665" y="997102"/>
                </a:cubicBezTo>
                <a:lnTo>
                  <a:pt x="1099928" y="1003408"/>
                </a:lnTo>
                <a:cubicBezTo>
                  <a:pt x="1083412" y="1001484"/>
                  <a:pt x="1067016" y="999484"/>
                  <a:pt x="1050754" y="997414"/>
                </a:cubicBezTo>
                <a:lnTo>
                  <a:pt x="1051554" y="991114"/>
                </a:lnTo>
                <a:cubicBezTo>
                  <a:pt x="1034942" y="989000"/>
                  <a:pt x="1018464" y="986809"/>
                  <a:pt x="1002125" y="984542"/>
                </a:cubicBezTo>
                <a:lnTo>
                  <a:pt x="1001255" y="990835"/>
                </a:lnTo>
                <a:cubicBezTo>
                  <a:pt x="984707" y="988536"/>
                  <a:pt x="968305" y="986168"/>
                  <a:pt x="952049" y="983723"/>
                </a:cubicBezTo>
                <a:lnTo>
                  <a:pt x="952989" y="977443"/>
                </a:lnTo>
                <a:cubicBezTo>
                  <a:pt x="936536" y="974966"/>
                  <a:pt x="920229" y="972414"/>
                  <a:pt x="904081" y="969785"/>
                </a:cubicBezTo>
                <a:lnTo>
                  <a:pt x="903059" y="976052"/>
                </a:lnTo>
                <a:cubicBezTo>
                  <a:pt x="886492" y="973353"/>
                  <a:pt x="870083" y="970578"/>
                  <a:pt x="853840" y="967721"/>
                </a:cubicBezTo>
                <a:lnTo>
                  <a:pt x="854939" y="961466"/>
                </a:lnTo>
                <a:cubicBezTo>
                  <a:pt x="838486" y="958577"/>
                  <a:pt x="822204" y="955599"/>
                  <a:pt x="806107" y="952551"/>
                </a:cubicBezTo>
                <a:lnTo>
                  <a:pt x="804926" y="958793"/>
                </a:lnTo>
                <a:cubicBezTo>
                  <a:pt x="788537" y="955688"/>
                  <a:pt x="772338" y="952500"/>
                  <a:pt x="756329" y="949236"/>
                </a:cubicBezTo>
                <a:lnTo>
                  <a:pt x="757600" y="943013"/>
                </a:lnTo>
                <a:cubicBezTo>
                  <a:pt x="741140" y="939654"/>
                  <a:pt x="724891" y="936219"/>
                  <a:pt x="708851" y="932694"/>
                </a:cubicBezTo>
                <a:lnTo>
                  <a:pt x="707485" y="938899"/>
                </a:lnTo>
                <a:cubicBezTo>
                  <a:pt x="691077" y="935298"/>
                  <a:pt x="674891" y="931609"/>
                  <a:pt x="658927" y="927837"/>
                </a:cubicBezTo>
                <a:lnTo>
                  <a:pt x="660387" y="921658"/>
                </a:lnTo>
                <a:cubicBezTo>
                  <a:pt x="644106" y="917816"/>
                  <a:pt x="628066" y="913880"/>
                  <a:pt x="612267" y="909866"/>
                </a:cubicBezTo>
                <a:lnTo>
                  <a:pt x="610699" y="916019"/>
                </a:lnTo>
                <a:cubicBezTo>
                  <a:pt x="594474" y="911898"/>
                  <a:pt x="578504" y="907682"/>
                  <a:pt x="562801" y="903383"/>
                </a:cubicBezTo>
                <a:lnTo>
                  <a:pt x="564477" y="897262"/>
                </a:lnTo>
                <a:cubicBezTo>
                  <a:pt x="548221" y="892810"/>
                  <a:pt x="532251" y="888270"/>
                  <a:pt x="516579" y="883641"/>
                </a:cubicBezTo>
                <a:lnTo>
                  <a:pt x="514782" y="889730"/>
                </a:lnTo>
                <a:cubicBezTo>
                  <a:pt x="498589" y="884943"/>
                  <a:pt x="482708" y="880066"/>
                  <a:pt x="467150" y="875094"/>
                </a:cubicBezTo>
                <a:lnTo>
                  <a:pt x="469087" y="869049"/>
                </a:lnTo>
                <a:cubicBezTo>
                  <a:pt x="453047" y="863917"/>
                  <a:pt x="437356" y="858698"/>
                  <a:pt x="422021" y="853383"/>
                </a:cubicBezTo>
                <a:lnTo>
                  <a:pt x="419945" y="859377"/>
                </a:lnTo>
                <a:cubicBezTo>
                  <a:pt x="403974" y="853840"/>
                  <a:pt x="388385" y="848201"/>
                  <a:pt x="373196" y="842461"/>
                </a:cubicBezTo>
                <a:lnTo>
                  <a:pt x="375444" y="836524"/>
                </a:lnTo>
                <a:cubicBezTo>
                  <a:pt x="359664" y="830561"/>
                  <a:pt x="344310" y="824490"/>
                  <a:pt x="329413" y="818325"/>
                </a:cubicBezTo>
                <a:lnTo>
                  <a:pt x="326981" y="824186"/>
                </a:lnTo>
                <a:cubicBezTo>
                  <a:pt x="311290" y="817690"/>
                  <a:pt x="296088" y="811079"/>
                  <a:pt x="281394" y="804361"/>
                </a:cubicBezTo>
                <a:lnTo>
                  <a:pt x="284029" y="798589"/>
                </a:lnTo>
                <a:cubicBezTo>
                  <a:pt x="268605" y="791534"/>
                  <a:pt x="253746" y="784371"/>
                  <a:pt x="239471" y="777088"/>
                </a:cubicBezTo>
                <a:lnTo>
                  <a:pt x="236588" y="782746"/>
                </a:lnTo>
                <a:cubicBezTo>
                  <a:pt x="221336" y="774967"/>
                  <a:pt x="206743" y="767061"/>
                  <a:pt x="192824" y="759028"/>
                </a:cubicBezTo>
                <a:lnTo>
                  <a:pt x="195999" y="753529"/>
                </a:lnTo>
                <a:cubicBezTo>
                  <a:pt x="181216" y="745001"/>
                  <a:pt x="167215" y="736340"/>
                  <a:pt x="154026" y="727558"/>
                </a:cubicBezTo>
                <a:lnTo>
                  <a:pt x="150508" y="732847"/>
                </a:lnTo>
                <a:cubicBezTo>
                  <a:pt x="136157" y="723290"/>
                  <a:pt x="122745" y="713581"/>
                  <a:pt x="110293" y="703733"/>
                </a:cubicBezTo>
                <a:lnTo>
                  <a:pt x="114236" y="698754"/>
                </a:lnTo>
                <a:cubicBezTo>
                  <a:pt x="100819" y="688137"/>
                  <a:pt x="88570" y="677374"/>
                  <a:pt x="77514" y="666477"/>
                </a:cubicBezTo>
                <a:lnTo>
                  <a:pt x="73057" y="671004"/>
                </a:lnTo>
                <a:cubicBezTo>
                  <a:pt x="60592" y="658711"/>
                  <a:pt x="49600" y="646227"/>
                  <a:pt x="40138" y="633571"/>
                </a:cubicBezTo>
                <a:lnTo>
                  <a:pt x="45225" y="629768"/>
                </a:lnTo>
                <a:cubicBezTo>
                  <a:pt x="35039" y="616141"/>
                  <a:pt x="26721" y="602368"/>
                  <a:pt x="20314" y="588474"/>
                </a:cubicBezTo>
                <a:lnTo>
                  <a:pt x="14548" y="591128"/>
                </a:lnTo>
                <a:cubicBezTo>
                  <a:pt x="7372" y="575570"/>
                  <a:pt x="2489" y="559791"/>
                  <a:pt x="0" y="543820"/>
                </a:cubicBezTo>
                <a:lnTo>
                  <a:pt x="6274" y="542842"/>
                </a:lnTo>
                <a:cubicBezTo>
                  <a:pt x="5042" y="534950"/>
                  <a:pt x="4419" y="527012"/>
                  <a:pt x="4419" y="519030"/>
                </a:cubicBezTo>
                <a:cubicBezTo>
                  <a:pt x="4419" y="511054"/>
                  <a:pt x="5042" y="503117"/>
                  <a:pt x="6274" y="495217"/>
                </a:cubicBezTo>
                <a:lnTo>
                  <a:pt x="0" y="494240"/>
                </a:lnTo>
                <a:cubicBezTo>
                  <a:pt x="2489" y="478276"/>
                  <a:pt x="7372" y="462490"/>
                  <a:pt x="14548" y="446932"/>
                </a:cubicBezTo>
                <a:lnTo>
                  <a:pt x="20314" y="449593"/>
                </a:lnTo>
                <a:cubicBezTo>
                  <a:pt x="26721" y="435699"/>
                  <a:pt x="35039" y="421926"/>
                  <a:pt x="45225" y="408293"/>
                </a:cubicBezTo>
                <a:lnTo>
                  <a:pt x="40138" y="404495"/>
                </a:lnTo>
                <a:cubicBezTo>
                  <a:pt x="49600" y="391833"/>
                  <a:pt x="60592" y="379349"/>
                  <a:pt x="73057" y="367062"/>
                </a:cubicBezTo>
                <a:lnTo>
                  <a:pt x="77514" y="371583"/>
                </a:lnTo>
                <a:cubicBezTo>
                  <a:pt x="88570" y="360693"/>
                  <a:pt x="100819" y="349929"/>
                  <a:pt x="114236" y="339312"/>
                </a:cubicBezTo>
                <a:lnTo>
                  <a:pt x="110293" y="334334"/>
                </a:lnTo>
                <a:cubicBezTo>
                  <a:pt x="122739" y="324479"/>
                  <a:pt x="136157" y="314770"/>
                  <a:pt x="150508" y="305219"/>
                </a:cubicBezTo>
                <a:lnTo>
                  <a:pt x="154026" y="310502"/>
                </a:lnTo>
                <a:cubicBezTo>
                  <a:pt x="167215" y="301720"/>
                  <a:pt x="181216" y="293059"/>
                  <a:pt x="195993" y="284531"/>
                </a:cubicBezTo>
                <a:lnTo>
                  <a:pt x="192824" y="279032"/>
                </a:lnTo>
                <a:cubicBezTo>
                  <a:pt x="206743" y="271005"/>
                  <a:pt x="221336" y="263093"/>
                  <a:pt x="236588" y="255321"/>
                </a:cubicBezTo>
                <a:lnTo>
                  <a:pt x="239471" y="260979"/>
                </a:lnTo>
                <a:cubicBezTo>
                  <a:pt x="253746" y="253695"/>
                  <a:pt x="268605" y="246526"/>
                  <a:pt x="284029" y="239478"/>
                </a:cubicBezTo>
                <a:lnTo>
                  <a:pt x="281394" y="233699"/>
                </a:lnTo>
                <a:cubicBezTo>
                  <a:pt x="296088" y="226981"/>
                  <a:pt x="311290" y="220370"/>
                  <a:pt x="326981" y="213875"/>
                </a:cubicBezTo>
                <a:lnTo>
                  <a:pt x="329413" y="219742"/>
                </a:lnTo>
                <a:cubicBezTo>
                  <a:pt x="344310" y="213570"/>
                  <a:pt x="359658" y="207505"/>
                  <a:pt x="375444" y="201543"/>
                </a:cubicBezTo>
                <a:lnTo>
                  <a:pt x="373196" y="195599"/>
                </a:lnTo>
                <a:cubicBezTo>
                  <a:pt x="388385" y="189859"/>
                  <a:pt x="403974" y="184220"/>
                  <a:pt x="419945" y="178683"/>
                </a:cubicBezTo>
                <a:lnTo>
                  <a:pt x="422021" y="184683"/>
                </a:lnTo>
                <a:cubicBezTo>
                  <a:pt x="437356" y="179369"/>
                  <a:pt x="453047" y="174142"/>
                  <a:pt x="469081" y="169018"/>
                </a:cubicBezTo>
                <a:lnTo>
                  <a:pt x="467150" y="162966"/>
                </a:lnTo>
                <a:cubicBezTo>
                  <a:pt x="482708" y="157994"/>
                  <a:pt x="498589" y="153118"/>
                  <a:pt x="514782" y="148336"/>
                </a:cubicBezTo>
                <a:lnTo>
                  <a:pt x="516579" y="154426"/>
                </a:lnTo>
                <a:cubicBezTo>
                  <a:pt x="532251" y="149790"/>
                  <a:pt x="548221" y="145250"/>
                  <a:pt x="564477" y="140805"/>
                </a:cubicBezTo>
                <a:lnTo>
                  <a:pt x="562801" y="134677"/>
                </a:lnTo>
                <a:cubicBezTo>
                  <a:pt x="578504" y="130378"/>
                  <a:pt x="594474" y="126168"/>
                  <a:pt x="610699" y="122041"/>
                </a:cubicBezTo>
                <a:lnTo>
                  <a:pt x="612267" y="128194"/>
                </a:lnTo>
                <a:cubicBezTo>
                  <a:pt x="628066" y="124181"/>
                  <a:pt x="644106" y="120250"/>
                  <a:pt x="660387" y="116402"/>
                </a:cubicBezTo>
                <a:lnTo>
                  <a:pt x="658927" y="110224"/>
                </a:lnTo>
                <a:cubicBezTo>
                  <a:pt x="674891" y="106458"/>
                  <a:pt x="691077" y="102769"/>
                  <a:pt x="707485" y="99168"/>
                </a:cubicBezTo>
                <a:lnTo>
                  <a:pt x="708851" y="105366"/>
                </a:lnTo>
                <a:cubicBezTo>
                  <a:pt x="724891" y="101848"/>
                  <a:pt x="741140" y="98406"/>
                  <a:pt x="757600" y="95053"/>
                </a:cubicBezTo>
                <a:lnTo>
                  <a:pt x="756329" y="88830"/>
                </a:lnTo>
                <a:cubicBezTo>
                  <a:pt x="772338" y="85566"/>
                  <a:pt x="788537" y="82379"/>
                  <a:pt x="804926" y="79273"/>
                </a:cubicBezTo>
                <a:lnTo>
                  <a:pt x="806107" y="85509"/>
                </a:lnTo>
                <a:cubicBezTo>
                  <a:pt x="822204" y="82461"/>
                  <a:pt x="838486" y="79489"/>
                  <a:pt x="854939" y="76594"/>
                </a:cubicBezTo>
                <a:lnTo>
                  <a:pt x="853840" y="70345"/>
                </a:lnTo>
                <a:cubicBezTo>
                  <a:pt x="870083" y="67488"/>
                  <a:pt x="886492" y="64713"/>
                  <a:pt x="903059" y="62014"/>
                </a:cubicBezTo>
                <a:lnTo>
                  <a:pt x="904081" y="68281"/>
                </a:lnTo>
                <a:cubicBezTo>
                  <a:pt x="920229" y="65653"/>
                  <a:pt x="936536" y="63100"/>
                  <a:pt x="952989" y="60623"/>
                </a:cubicBezTo>
                <a:lnTo>
                  <a:pt x="952049" y="54343"/>
                </a:lnTo>
                <a:cubicBezTo>
                  <a:pt x="968305" y="51892"/>
                  <a:pt x="984707" y="49524"/>
                  <a:pt x="1001255" y="47231"/>
                </a:cubicBezTo>
                <a:lnTo>
                  <a:pt x="1002125" y="53518"/>
                </a:lnTo>
                <a:cubicBezTo>
                  <a:pt x="1018464" y="51251"/>
                  <a:pt x="1034942" y="49060"/>
                  <a:pt x="1051554" y="46946"/>
                </a:cubicBezTo>
                <a:lnTo>
                  <a:pt x="1050754" y="40646"/>
                </a:lnTo>
                <a:cubicBezTo>
                  <a:pt x="1067016" y="38576"/>
                  <a:pt x="1083412" y="36582"/>
                  <a:pt x="1099934" y="34658"/>
                </a:cubicBezTo>
                <a:lnTo>
                  <a:pt x="1100665" y="40964"/>
                </a:lnTo>
                <a:cubicBezTo>
                  <a:pt x="1117016" y="39059"/>
                  <a:pt x="1133481" y="37230"/>
                  <a:pt x="1150068" y="35471"/>
                </a:cubicBezTo>
                <a:lnTo>
                  <a:pt x="1149394" y="29159"/>
                </a:lnTo>
                <a:cubicBezTo>
                  <a:pt x="1165803" y="27419"/>
                  <a:pt x="1182326" y="25756"/>
                  <a:pt x="1198956" y="24168"/>
                </a:cubicBezTo>
                <a:lnTo>
                  <a:pt x="1199559" y="30487"/>
                </a:lnTo>
                <a:cubicBezTo>
                  <a:pt x="1215911" y="28924"/>
                  <a:pt x="1232364" y="27432"/>
                  <a:pt x="1248918" y="26016"/>
                </a:cubicBezTo>
                <a:lnTo>
                  <a:pt x="1248378" y="19685"/>
                </a:lnTo>
                <a:cubicBezTo>
                  <a:pt x="1264844" y="18275"/>
                  <a:pt x="1281411" y="16935"/>
                  <a:pt x="1298073" y="15672"/>
                </a:cubicBezTo>
                <a:lnTo>
                  <a:pt x="1298556" y="22003"/>
                </a:lnTo>
                <a:cubicBezTo>
                  <a:pt x="1314952" y="20758"/>
                  <a:pt x="1331436" y="19583"/>
                  <a:pt x="1348016" y="18479"/>
                </a:cubicBezTo>
                <a:lnTo>
                  <a:pt x="1347591" y="12141"/>
                </a:lnTo>
                <a:cubicBezTo>
                  <a:pt x="1364056" y="11049"/>
                  <a:pt x="1380611" y="10027"/>
                  <a:pt x="1397248" y="9074"/>
                </a:cubicBezTo>
                <a:lnTo>
                  <a:pt x="1397610" y="15411"/>
                </a:lnTo>
                <a:cubicBezTo>
                  <a:pt x="1414081" y="14472"/>
                  <a:pt x="1430636" y="13595"/>
                  <a:pt x="1447273" y="12795"/>
                </a:cubicBezTo>
                <a:lnTo>
                  <a:pt x="1446968" y="6458"/>
                </a:lnTo>
                <a:cubicBezTo>
                  <a:pt x="1463427" y="5664"/>
                  <a:pt x="1479963" y="4940"/>
                  <a:pt x="1496574" y="4293"/>
                </a:cubicBezTo>
                <a:lnTo>
                  <a:pt x="1496822" y="10636"/>
                </a:lnTo>
                <a:cubicBezTo>
                  <a:pt x="1513351" y="9989"/>
                  <a:pt x="1529944" y="9417"/>
                  <a:pt x="1546612" y="8909"/>
                </a:cubicBezTo>
                <a:lnTo>
                  <a:pt x="1546422" y="2565"/>
                </a:lnTo>
                <a:cubicBezTo>
                  <a:pt x="1562881" y="2064"/>
                  <a:pt x="1579417" y="1638"/>
                  <a:pt x="1596009" y="1283"/>
                </a:cubicBezTo>
                <a:lnTo>
                  <a:pt x="1596149" y="7633"/>
                </a:lnTo>
                <a:cubicBezTo>
                  <a:pt x="1612665" y="7277"/>
                  <a:pt x="1629245" y="6991"/>
                  <a:pt x="1645888" y="6776"/>
                </a:cubicBezTo>
                <a:lnTo>
                  <a:pt x="1645806" y="426"/>
                </a:lnTo>
                <a:cubicBezTo>
                  <a:pt x="1662309" y="216"/>
                  <a:pt x="1678876" y="70"/>
                  <a:pt x="1695501" y="0"/>
                </a:cubicBezTo>
                <a:lnTo>
                  <a:pt x="1695526" y="6350"/>
                </a:lnTo>
                <a:cubicBezTo>
                  <a:pt x="1703826" y="6318"/>
                  <a:pt x="1712144" y="6299"/>
                  <a:pt x="1720475" y="6299"/>
                </a:cubicBezTo>
                <a:cubicBezTo>
                  <a:pt x="1728807" y="6299"/>
                  <a:pt x="1737125" y="6318"/>
                  <a:pt x="1745425" y="6350"/>
                </a:cubicBezTo>
                <a:lnTo>
                  <a:pt x="1745450" y="0"/>
                </a:lnTo>
                <a:cubicBezTo>
                  <a:pt x="1762074" y="70"/>
                  <a:pt x="1778641" y="216"/>
                  <a:pt x="1795145" y="426"/>
                </a:cubicBezTo>
                <a:lnTo>
                  <a:pt x="1795062" y="6776"/>
                </a:lnTo>
                <a:cubicBezTo>
                  <a:pt x="1811706" y="6991"/>
                  <a:pt x="1828286" y="7277"/>
                  <a:pt x="1844802" y="7633"/>
                </a:cubicBezTo>
                <a:lnTo>
                  <a:pt x="1844942" y="1283"/>
                </a:lnTo>
                <a:cubicBezTo>
                  <a:pt x="1861534" y="1638"/>
                  <a:pt x="1878064" y="2064"/>
                  <a:pt x="1894529" y="2565"/>
                </a:cubicBezTo>
                <a:lnTo>
                  <a:pt x="1894339" y="8909"/>
                </a:lnTo>
                <a:cubicBezTo>
                  <a:pt x="1911001" y="9417"/>
                  <a:pt x="1927600" y="9989"/>
                  <a:pt x="1944129" y="10636"/>
                </a:cubicBezTo>
                <a:lnTo>
                  <a:pt x="1944377" y="4293"/>
                </a:lnTo>
                <a:cubicBezTo>
                  <a:pt x="1960982" y="4940"/>
                  <a:pt x="1977523" y="5664"/>
                  <a:pt x="1993976" y="6458"/>
                </a:cubicBezTo>
                <a:lnTo>
                  <a:pt x="1993672" y="12795"/>
                </a:lnTo>
                <a:cubicBezTo>
                  <a:pt x="2010309" y="13595"/>
                  <a:pt x="2026869" y="14472"/>
                  <a:pt x="2043341" y="15411"/>
                </a:cubicBezTo>
                <a:lnTo>
                  <a:pt x="2043703" y="9074"/>
                </a:lnTo>
                <a:cubicBezTo>
                  <a:pt x="2060340" y="10027"/>
                  <a:pt x="2076894" y="11049"/>
                  <a:pt x="2093360" y="12141"/>
                </a:cubicBezTo>
                <a:lnTo>
                  <a:pt x="2092935" y="18479"/>
                </a:lnTo>
                <a:cubicBezTo>
                  <a:pt x="2109515" y="19583"/>
                  <a:pt x="2125999" y="20758"/>
                  <a:pt x="2142395" y="22003"/>
                </a:cubicBezTo>
                <a:lnTo>
                  <a:pt x="2142877" y="15672"/>
                </a:lnTo>
                <a:cubicBezTo>
                  <a:pt x="2159540" y="16935"/>
                  <a:pt x="2176107" y="18275"/>
                  <a:pt x="2192573" y="19685"/>
                </a:cubicBezTo>
                <a:lnTo>
                  <a:pt x="2192033" y="26016"/>
                </a:lnTo>
                <a:cubicBezTo>
                  <a:pt x="2208587" y="27432"/>
                  <a:pt x="2225040" y="28924"/>
                  <a:pt x="2241391" y="30487"/>
                </a:cubicBezTo>
                <a:lnTo>
                  <a:pt x="2241994" y="24168"/>
                </a:lnTo>
                <a:cubicBezTo>
                  <a:pt x="2258625" y="25756"/>
                  <a:pt x="2275148" y="27419"/>
                  <a:pt x="2291550" y="29159"/>
                </a:cubicBezTo>
                <a:lnTo>
                  <a:pt x="2290883" y="35471"/>
                </a:lnTo>
                <a:cubicBezTo>
                  <a:pt x="2307470" y="37230"/>
                  <a:pt x="2323935" y="39059"/>
                  <a:pt x="2340286" y="40964"/>
                </a:cubicBezTo>
                <a:lnTo>
                  <a:pt x="2341016" y="34658"/>
                </a:lnTo>
                <a:cubicBezTo>
                  <a:pt x="2357539" y="36582"/>
                  <a:pt x="2373929" y="38576"/>
                  <a:pt x="2390197" y="40646"/>
                </a:cubicBezTo>
                <a:lnTo>
                  <a:pt x="2389397" y="46946"/>
                </a:lnTo>
                <a:cubicBezTo>
                  <a:pt x="2406009" y="49060"/>
                  <a:pt x="2422487" y="51251"/>
                  <a:pt x="2438825" y="53518"/>
                </a:cubicBezTo>
                <a:lnTo>
                  <a:pt x="2439696" y="47231"/>
                </a:lnTo>
                <a:cubicBezTo>
                  <a:pt x="2456243" y="49524"/>
                  <a:pt x="2472646" y="51892"/>
                  <a:pt x="2488901" y="54343"/>
                </a:cubicBezTo>
                <a:lnTo>
                  <a:pt x="2487955" y="60623"/>
                </a:lnTo>
                <a:cubicBezTo>
                  <a:pt x="2504415" y="63100"/>
                  <a:pt x="2520722" y="65653"/>
                  <a:pt x="2536870" y="68281"/>
                </a:cubicBezTo>
                <a:lnTo>
                  <a:pt x="2537886" y="62014"/>
                </a:lnTo>
                <a:cubicBezTo>
                  <a:pt x="2554459" y="64713"/>
                  <a:pt x="2570867" y="67488"/>
                  <a:pt x="2587111" y="70345"/>
                </a:cubicBezTo>
                <a:lnTo>
                  <a:pt x="2586012" y="76594"/>
                </a:lnTo>
                <a:cubicBezTo>
                  <a:pt x="2602465" y="79489"/>
                  <a:pt x="2618740" y="82461"/>
                  <a:pt x="2634844" y="85509"/>
                </a:cubicBezTo>
                <a:lnTo>
                  <a:pt x="2636025" y="79273"/>
                </a:lnTo>
                <a:cubicBezTo>
                  <a:pt x="2652408" y="82379"/>
                  <a:pt x="2668613" y="85566"/>
                  <a:pt x="2684621" y="88830"/>
                </a:cubicBezTo>
                <a:lnTo>
                  <a:pt x="2683351" y="95053"/>
                </a:lnTo>
                <a:cubicBezTo>
                  <a:pt x="2699811" y="98406"/>
                  <a:pt x="2716060" y="101848"/>
                  <a:pt x="2732100" y="105366"/>
                </a:cubicBezTo>
                <a:lnTo>
                  <a:pt x="2733466" y="99168"/>
                </a:lnTo>
                <a:cubicBezTo>
                  <a:pt x="2749874" y="102769"/>
                  <a:pt x="2766060" y="106452"/>
                  <a:pt x="2782024" y="110224"/>
                </a:cubicBezTo>
                <a:lnTo>
                  <a:pt x="2780564" y="116402"/>
                </a:lnTo>
                <a:cubicBezTo>
                  <a:pt x="2796845" y="120250"/>
                  <a:pt x="2812885" y="124181"/>
                  <a:pt x="2828684" y="128194"/>
                </a:cubicBezTo>
                <a:lnTo>
                  <a:pt x="2830246" y="122041"/>
                </a:lnTo>
                <a:cubicBezTo>
                  <a:pt x="2846477" y="126168"/>
                  <a:pt x="2862447" y="130378"/>
                  <a:pt x="2878150" y="134677"/>
                </a:cubicBezTo>
                <a:lnTo>
                  <a:pt x="2876474" y="140805"/>
                </a:lnTo>
                <a:cubicBezTo>
                  <a:pt x="2892730" y="145250"/>
                  <a:pt x="2908700" y="149790"/>
                  <a:pt x="2924372" y="154426"/>
                </a:cubicBezTo>
                <a:lnTo>
                  <a:pt x="2926169" y="148336"/>
                </a:lnTo>
                <a:cubicBezTo>
                  <a:pt x="2942361" y="153118"/>
                  <a:pt x="2958243" y="157994"/>
                  <a:pt x="2973800" y="162966"/>
                </a:cubicBezTo>
                <a:lnTo>
                  <a:pt x="2971863" y="169018"/>
                </a:lnTo>
                <a:cubicBezTo>
                  <a:pt x="2987904" y="174142"/>
                  <a:pt x="3003595" y="179369"/>
                  <a:pt x="3018923" y="184683"/>
                </a:cubicBezTo>
                <a:lnTo>
                  <a:pt x="3021006" y="178683"/>
                </a:lnTo>
                <a:cubicBezTo>
                  <a:pt x="3036977" y="184220"/>
                  <a:pt x="3052559" y="189859"/>
                  <a:pt x="3067749" y="195599"/>
                </a:cubicBezTo>
                <a:lnTo>
                  <a:pt x="3065507" y="201543"/>
                </a:lnTo>
                <a:cubicBezTo>
                  <a:pt x="3081287" y="207505"/>
                  <a:pt x="3096635" y="213570"/>
                  <a:pt x="3111538" y="219742"/>
                </a:cubicBezTo>
                <a:lnTo>
                  <a:pt x="3113970" y="213875"/>
                </a:lnTo>
                <a:cubicBezTo>
                  <a:pt x="3129661" y="220370"/>
                  <a:pt x="3144863" y="226981"/>
                  <a:pt x="3159557" y="233699"/>
                </a:cubicBezTo>
                <a:lnTo>
                  <a:pt x="3156915" y="239478"/>
                </a:lnTo>
                <a:cubicBezTo>
                  <a:pt x="3172340" y="246526"/>
                  <a:pt x="3187198" y="253695"/>
                  <a:pt x="3201480" y="260972"/>
                </a:cubicBezTo>
                <a:lnTo>
                  <a:pt x="3204362" y="255321"/>
                </a:lnTo>
                <a:cubicBezTo>
                  <a:pt x="3219609" y="263093"/>
                  <a:pt x="3234208" y="271005"/>
                  <a:pt x="3248127" y="279032"/>
                </a:cubicBezTo>
                <a:lnTo>
                  <a:pt x="3244952" y="284531"/>
                </a:lnTo>
                <a:cubicBezTo>
                  <a:pt x="3259735" y="293059"/>
                  <a:pt x="3273730" y="301720"/>
                  <a:pt x="3286925" y="310502"/>
                </a:cubicBezTo>
                <a:lnTo>
                  <a:pt x="3290443" y="305219"/>
                </a:lnTo>
                <a:cubicBezTo>
                  <a:pt x="3304788" y="314770"/>
                  <a:pt x="3318205" y="324479"/>
                  <a:pt x="3330657" y="334334"/>
                </a:cubicBezTo>
                <a:lnTo>
                  <a:pt x="3326714" y="339312"/>
                </a:lnTo>
                <a:cubicBezTo>
                  <a:pt x="3340132" y="349929"/>
                  <a:pt x="3352381" y="360693"/>
                  <a:pt x="3363430" y="371583"/>
                </a:cubicBezTo>
                <a:lnTo>
                  <a:pt x="3367888" y="367062"/>
                </a:lnTo>
                <a:cubicBezTo>
                  <a:pt x="3380359" y="379349"/>
                  <a:pt x="3391351" y="391833"/>
                  <a:pt x="3400813" y="404495"/>
                </a:cubicBezTo>
                <a:lnTo>
                  <a:pt x="3395726" y="408293"/>
                </a:lnTo>
                <a:cubicBezTo>
                  <a:pt x="3405911" y="421926"/>
                  <a:pt x="3414230" y="435699"/>
                  <a:pt x="3420631" y="449593"/>
                </a:cubicBezTo>
                <a:lnTo>
                  <a:pt x="3426403" y="446932"/>
                </a:lnTo>
                <a:close/>
              </a:path>
            </a:pathLst>
          </a:custGeom>
          <a:solidFill>
            <a:schemeClr val="accent1">
              <a:alpha val="7000"/>
            </a:schemeClr>
          </a:solid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2E1530D8-9F2D-C5DB-1E08-F93484AF8990}"/>
              </a:ext>
            </a:extLst>
          </p:cNvPr>
          <p:cNvSpPr/>
          <p:nvPr/>
        </p:nvSpPr>
        <p:spPr>
          <a:xfrm>
            <a:off x="3000368" y="5383802"/>
            <a:ext cx="1409242" cy="437337"/>
          </a:xfrm>
          <a:custGeom>
            <a:avLst/>
            <a:gdLst>
              <a:gd name="connsiteX0" fmla="*/ 1400347 w 1409242"/>
              <a:gd name="connsiteY0" fmla="*/ 181604 h 437337"/>
              <a:gd name="connsiteX1" fmla="*/ 1409243 w 1409242"/>
              <a:gd name="connsiteY1" fmla="*/ 205791 h 437337"/>
              <a:gd name="connsiteX2" fmla="*/ 1406119 w 1409242"/>
              <a:gd name="connsiteY2" fmla="*/ 206375 h 437337"/>
              <a:gd name="connsiteX3" fmla="*/ 1407268 w 1409242"/>
              <a:gd name="connsiteY3" fmla="*/ 218668 h 437337"/>
              <a:gd name="connsiteX4" fmla="*/ 1406119 w 1409242"/>
              <a:gd name="connsiteY4" fmla="*/ 230968 h 437337"/>
              <a:gd name="connsiteX5" fmla="*/ 1409243 w 1409242"/>
              <a:gd name="connsiteY5" fmla="*/ 231553 h 437337"/>
              <a:gd name="connsiteX6" fmla="*/ 1400347 w 1409242"/>
              <a:gd name="connsiteY6" fmla="*/ 255734 h 437337"/>
              <a:gd name="connsiteX7" fmla="*/ 1397565 w 1409242"/>
              <a:gd name="connsiteY7" fmla="*/ 254203 h 437337"/>
              <a:gd name="connsiteX8" fmla="*/ 1382910 w 1409242"/>
              <a:gd name="connsiteY8" fmla="*/ 274644 h 437337"/>
              <a:gd name="connsiteX9" fmla="*/ 1385284 w 1409242"/>
              <a:gd name="connsiteY9" fmla="*/ 276746 h 437337"/>
              <a:gd name="connsiteX10" fmla="*/ 1366577 w 1409242"/>
              <a:gd name="connsiteY10" fmla="*/ 294742 h 437337"/>
              <a:gd name="connsiteX11" fmla="*/ 1364539 w 1409242"/>
              <a:gd name="connsiteY11" fmla="*/ 292303 h 437337"/>
              <a:gd name="connsiteX12" fmla="*/ 1344098 w 1409242"/>
              <a:gd name="connsiteY12" fmla="*/ 307549 h 437337"/>
              <a:gd name="connsiteX13" fmla="*/ 1345870 w 1409242"/>
              <a:gd name="connsiteY13" fmla="*/ 310185 h 437337"/>
              <a:gd name="connsiteX14" fmla="*/ 1323728 w 1409242"/>
              <a:gd name="connsiteY14" fmla="*/ 323786 h 437337"/>
              <a:gd name="connsiteX15" fmla="*/ 1322165 w 1409242"/>
              <a:gd name="connsiteY15" fmla="*/ 321018 h 437337"/>
              <a:gd name="connsiteX16" fmla="*/ 1299452 w 1409242"/>
              <a:gd name="connsiteY16" fmla="*/ 332918 h 437337"/>
              <a:gd name="connsiteX17" fmla="*/ 1300848 w 1409242"/>
              <a:gd name="connsiteY17" fmla="*/ 335775 h 437337"/>
              <a:gd name="connsiteX18" fmla="*/ 1277271 w 1409242"/>
              <a:gd name="connsiteY18" fmla="*/ 346551 h 437337"/>
              <a:gd name="connsiteX19" fmla="*/ 1276020 w 1409242"/>
              <a:gd name="connsiteY19" fmla="*/ 343636 h 437337"/>
              <a:gd name="connsiteX20" fmla="*/ 1252074 w 1409242"/>
              <a:gd name="connsiteY20" fmla="*/ 353327 h 437337"/>
              <a:gd name="connsiteX21" fmla="*/ 1253211 w 1409242"/>
              <a:gd name="connsiteY21" fmla="*/ 356292 h 437337"/>
              <a:gd name="connsiteX22" fmla="*/ 1228801 w 1409242"/>
              <a:gd name="connsiteY22" fmla="*/ 365131 h 437337"/>
              <a:gd name="connsiteX23" fmla="*/ 1227773 w 1409242"/>
              <a:gd name="connsiteY23" fmla="*/ 362134 h 437337"/>
              <a:gd name="connsiteX24" fmla="*/ 1203198 w 1409242"/>
              <a:gd name="connsiteY24" fmla="*/ 370154 h 437337"/>
              <a:gd name="connsiteX25" fmla="*/ 1204138 w 1409242"/>
              <a:gd name="connsiteY25" fmla="*/ 373183 h 437337"/>
              <a:gd name="connsiteX26" fmla="*/ 1179277 w 1409242"/>
              <a:gd name="connsiteY26" fmla="*/ 380536 h 437337"/>
              <a:gd name="connsiteX27" fmla="*/ 1178421 w 1409242"/>
              <a:gd name="connsiteY27" fmla="*/ 377482 h 437337"/>
              <a:gd name="connsiteX28" fmla="*/ 1153471 w 1409242"/>
              <a:gd name="connsiteY28" fmla="*/ 384188 h 437337"/>
              <a:gd name="connsiteX29" fmla="*/ 1154258 w 1409242"/>
              <a:gd name="connsiteY29" fmla="*/ 387261 h 437337"/>
              <a:gd name="connsiteX30" fmla="*/ 1129113 w 1409242"/>
              <a:gd name="connsiteY30" fmla="*/ 393414 h 437337"/>
              <a:gd name="connsiteX31" fmla="*/ 1128389 w 1409242"/>
              <a:gd name="connsiteY31" fmla="*/ 390328 h 437337"/>
              <a:gd name="connsiteX32" fmla="*/ 1103179 w 1409242"/>
              <a:gd name="connsiteY32" fmla="*/ 395948 h 437337"/>
              <a:gd name="connsiteX33" fmla="*/ 1103839 w 1409242"/>
              <a:gd name="connsiteY33" fmla="*/ 399053 h 437337"/>
              <a:gd name="connsiteX34" fmla="*/ 1078465 w 1409242"/>
              <a:gd name="connsiteY34" fmla="*/ 404209 h 437337"/>
              <a:gd name="connsiteX35" fmla="*/ 1077862 w 1409242"/>
              <a:gd name="connsiteY35" fmla="*/ 401091 h 437337"/>
              <a:gd name="connsiteX36" fmla="*/ 1052443 w 1409242"/>
              <a:gd name="connsiteY36" fmla="*/ 405797 h 437337"/>
              <a:gd name="connsiteX37" fmla="*/ 1052995 w 1409242"/>
              <a:gd name="connsiteY37" fmla="*/ 408921 h 437337"/>
              <a:gd name="connsiteX38" fmla="*/ 1027436 w 1409242"/>
              <a:gd name="connsiteY38" fmla="*/ 413207 h 437337"/>
              <a:gd name="connsiteX39" fmla="*/ 1026935 w 1409242"/>
              <a:gd name="connsiteY39" fmla="*/ 410077 h 437337"/>
              <a:gd name="connsiteX40" fmla="*/ 1001344 w 1409242"/>
              <a:gd name="connsiteY40" fmla="*/ 413957 h 437337"/>
              <a:gd name="connsiteX41" fmla="*/ 1001795 w 1409242"/>
              <a:gd name="connsiteY41" fmla="*/ 417100 h 437337"/>
              <a:gd name="connsiteX42" fmla="*/ 976071 w 1409242"/>
              <a:gd name="connsiteY42" fmla="*/ 420611 h 437337"/>
              <a:gd name="connsiteX43" fmla="*/ 975665 w 1409242"/>
              <a:gd name="connsiteY43" fmla="*/ 417468 h 437337"/>
              <a:gd name="connsiteX44" fmla="*/ 949986 w 1409242"/>
              <a:gd name="connsiteY44" fmla="*/ 420598 h 437337"/>
              <a:gd name="connsiteX45" fmla="*/ 950347 w 1409242"/>
              <a:gd name="connsiteY45" fmla="*/ 423754 h 437337"/>
              <a:gd name="connsiteX46" fmla="*/ 924624 w 1409242"/>
              <a:gd name="connsiteY46" fmla="*/ 426542 h 437337"/>
              <a:gd name="connsiteX47" fmla="*/ 924300 w 1409242"/>
              <a:gd name="connsiteY47" fmla="*/ 423380 h 437337"/>
              <a:gd name="connsiteX48" fmla="*/ 898550 w 1409242"/>
              <a:gd name="connsiteY48" fmla="*/ 425824 h 437337"/>
              <a:gd name="connsiteX49" fmla="*/ 898830 w 1409242"/>
              <a:gd name="connsiteY49" fmla="*/ 428993 h 437337"/>
              <a:gd name="connsiteX50" fmla="*/ 872973 w 1409242"/>
              <a:gd name="connsiteY50" fmla="*/ 431114 h 437337"/>
              <a:gd name="connsiteX51" fmla="*/ 872738 w 1409242"/>
              <a:gd name="connsiteY51" fmla="*/ 427946 h 437337"/>
              <a:gd name="connsiteX52" fmla="*/ 846868 w 1409242"/>
              <a:gd name="connsiteY52" fmla="*/ 429749 h 437337"/>
              <a:gd name="connsiteX53" fmla="*/ 847071 w 1409242"/>
              <a:gd name="connsiteY53" fmla="*/ 432917 h 437337"/>
              <a:gd name="connsiteX54" fmla="*/ 821245 w 1409242"/>
              <a:gd name="connsiteY54" fmla="*/ 434403 h 437337"/>
              <a:gd name="connsiteX55" fmla="*/ 821087 w 1409242"/>
              <a:gd name="connsiteY55" fmla="*/ 431228 h 437337"/>
              <a:gd name="connsiteX56" fmla="*/ 795242 w 1409242"/>
              <a:gd name="connsiteY56" fmla="*/ 432410 h 437337"/>
              <a:gd name="connsiteX57" fmla="*/ 795370 w 1409242"/>
              <a:gd name="connsiteY57" fmla="*/ 435585 h 437337"/>
              <a:gd name="connsiteX58" fmla="*/ 769442 w 1409242"/>
              <a:gd name="connsiteY58" fmla="*/ 436461 h 437337"/>
              <a:gd name="connsiteX59" fmla="*/ 769353 w 1409242"/>
              <a:gd name="connsiteY59" fmla="*/ 433292 h 437337"/>
              <a:gd name="connsiteX60" fmla="*/ 743458 w 1409242"/>
              <a:gd name="connsiteY60" fmla="*/ 433870 h 437337"/>
              <a:gd name="connsiteX61" fmla="*/ 743509 w 1409242"/>
              <a:gd name="connsiteY61" fmla="*/ 437045 h 437337"/>
              <a:gd name="connsiteX62" fmla="*/ 717633 w 1409242"/>
              <a:gd name="connsiteY62" fmla="*/ 437337 h 437337"/>
              <a:gd name="connsiteX63" fmla="*/ 717613 w 1409242"/>
              <a:gd name="connsiteY63" fmla="*/ 434162 h 437337"/>
              <a:gd name="connsiteX64" fmla="*/ 704622 w 1409242"/>
              <a:gd name="connsiteY64" fmla="*/ 434200 h 437337"/>
              <a:gd name="connsiteX65" fmla="*/ 691629 w 1409242"/>
              <a:gd name="connsiteY65" fmla="*/ 434162 h 437337"/>
              <a:gd name="connsiteX66" fmla="*/ 691610 w 1409242"/>
              <a:gd name="connsiteY66" fmla="*/ 437337 h 437337"/>
              <a:gd name="connsiteX67" fmla="*/ 665734 w 1409242"/>
              <a:gd name="connsiteY67" fmla="*/ 437045 h 437337"/>
              <a:gd name="connsiteX68" fmla="*/ 665785 w 1409242"/>
              <a:gd name="connsiteY68" fmla="*/ 433870 h 437337"/>
              <a:gd name="connsiteX69" fmla="*/ 639889 w 1409242"/>
              <a:gd name="connsiteY69" fmla="*/ 433292 h 437337"/>
              <a:gd name="connsiteX70" fmla="*/ 639801 w 1409242"/>
              <a:gd name="connsiteY70" fmla="*/ 436461 h 437337"/>
              <a:gd name="connsiteX71" fmla="*/ 613874 w 1409242"/>
              <a:gd name="connsiteY71" fmla="*/ 435585 h 437337"/>
              <a:gd name="connsiteX72" fmla="*/ 614001 w 1409242"/>
              <a:gd name="connsiteY72" fmla="*/ 432410 h 437337"/>
              <a:gd name="connsiteX73" fmla="*/ 588156 w 1409242"/>
              <a:gd name="connsiteY73" fmla="*/ 431228 h 437337"/>
              <a:gd name="connsiteX74" fmla="*/ 587997 w 1409242"/>
              <a:gd name="connsiteY74" fmla="*/ 434403 h 437337"/>
              <a:gd name="connsiteX75" fmla="*/ 562172 w 1409242"/>
              <a:gd name="connsiteY75" fmla="*/ 432917 h 437337"/>
              <a:gd name="connsiteX76" fmla="*/ 562375 w 1409242"/>
              <a:gd name="connsiteY76" fmla="*/ 429749 h 437337"/>
              <a:gd name="connsiteX77" fmla="*/ 536505 w 1409242"/>
              <a:gd name="connsiteY77" fmla="*/ 427946 h 437337"/>
              <a:gd name="connsiteX78" fmla="*/ 536270 w 1409242"/>
              <a:gd name="connsiteY78" fmla="*/ 431114 h 437337"/>
              <a:gd name="connsiteX79" fmla="*/ 510413 w 1409242"/>
              <a:gd name="connsiteY79" fmla="*/ 428993 h 437337"/>
              <a:gd name="connsiteX80" fmla="*/ 510692 w 1409242"/>
              <a:gd name="connsiteY80" fmla="*/ 425824 h 437337"/>
              <a:gd name="connsiteX81" fmla="*/ 484943 w 1409242"/>
              <a:gd name="connsiteY81" fmla="*/ 423380 h 437337"/>
              <a:gd name="connsiteX82" fmla="*/ 484619 w 1409242"/>
              <a:gd name="connsiteY82" fmla="*/ 426542 h 437337"/>
              <a:gd name="connsiteX83" fmla="*/ 458895 w 1409242"/>
              <a:gd name="connsiteY83" fmla="*/ 423754 h 437337"/>
              <a:gd name="connsiteX84" fmla="*/ 459257 w 1409242"/>
              <a:gd name="connsiteY84" fmla="*/ 420598 h 437337"/>
              <a:gd name="connsiteX85" fmla="*/ 433578 w 1409242"/>
              <a:gd name="connsiteY85" fmla="*/ 417468 h 437337"/>
              <a:gd name="connsiteX86" fmla="*/ 433165 w 1409242"/>
              <a:gd name="connsiteY86" fmla="*/ 420611 h 437337"/>
              <a:gd name="connsiteX87" fmla="*/ 407448 w 1409242"/>
              <a:gd name="connsiteY87" fmla="*/ 417100 h 437337"/>
              <a:gd name="connsiteX88" fmla="*/ 407899 w 1409242"/>
              <a:gd name="connsiteY88" fmla="*/ 413957 h 437337"/>
              <a:gd name="connsiteX89" fmla="*/ 382308 w 1409242"/>
              <a:gd name="connsiteY89" fmla="*/ 410077 h 437337"/>
              <a:gd name="connsiteX90" fmla="*/ 381806 w 1409242"/>
              <a:gd name="connsiteY90" fmla="*/ 413207 h 437337"/>
              <a:gd name="connsiteX91" fmla="*/ 356248 w 1409242"/>
              <a:gd name="connsiteY91" fmla="*/ 408921 h 437337"/>
              <a:gd name="connsiteX92" fmla="*/ 356794 w 1409242"/>
              <a:gd name="connsiteY92" fmla="*/ 405797 h 437337"/>
              <a:gd name="connsiteX93" fmla="*/ 331381 w 1409242"/>
              <a:gd name="connsiteY93" fmla="*/ 401091 h 437337"/>
              <a:gd name="connsiteX94" fmla="*/ 330778 w 1409242"/>
              <a:gd name="connsiteY94" fmla="*/ 404209 h 437337"/>
              <a:gd name="connsiteX95" fmla="*/ 305403 w 1409242"/>
              <a:gd name="connsiteY95" fmla="*/ 399053 h 437337"/>
              <a:gd name="connsiteX96" fmla="*/ 306064 w 1409242"/>
              <a:gd name="connsiteY96" fmla="*/ 395948 h 437337"/>
              <a:gd name="connsiteX97" fmla="*/ 280854 w 1409242"/>
              <a:gd name="connsiteY97" fmla="*/ 390328 h 437337"/>
              <a:gd name="connsiteX98" fmla="*/ 280130 w 1409242"/>
              <a:gd name="connsiteY98" fmla="*/ 393414 h 437337"/>
              <a:gd name="connsiteX99" fmla="*/ 254978 w 1409242"/>
              <a:gd name="connsiteY99" fmla="*/ 387261 h 437337"/>
              <a:gd name="connsiteX100" fmla="*/ 255765 w 1409242"/>
              <a:gd name="connsiteY100" fmla="*/ 384188 h 437337"/>
              <a:gd name="connsiteX101" fmla="*/ 230823 w 1409242"/>
              <a:gd name="connsiteY101" fmla="*/ 377482 h 437337"/>
              <a:gd name="connsiteX102" fmla="*/ 229959 w 1409242"/>
              <a:gd name="connsiteY102" fmla="*/ 380536 h 437337"/>
              <a:gd name="connsiteX103" fmla="*/ 205105 w 1409242"/>
              <a:gd name="connsiteY103" fmla="*/ 373183 h 437337"/>
              <a:gd name="connsiteX104" fmla="*/ 206045 w 1409242"/>
              <a:gd name="connsiteY104" fmla="*/ 370154 h 437337"/>
              <a:gd name="connsiteX105" fmla="*/ 181470 w 1409242"/>
              <a:gd name="connsiteY105" fmla="*/ 362134 h 437337"/>
              <a:gd name="connsiteX106" fmla="*/ 180442 w 1409242"/>
              <a:gd name="connsiteY106" fmla="*/ 365131 h 437337"/>
              <a:gd name="connsiteX107" fmla="*/ 156032 w 1409242"/>
              <a:gd name="connsiteY107" fmla="*/ 356292 h 437337"/>
              <a:gd name="connsiteX108" fmla="*/ 157169 w 1409242"/>
              <a:gd name="connsiteY108" fmla="*/ 353327 h 437337"/>
              <a:gd name="connsiteX109" fmla="*/ 133223 w 1409242"/>
              <a:gd name="connsiteY109" fmla="*/ 343636 h 437337"/>
              <a:gd name="connsiteX110" fmla="*/ 131972 w 1409242"/>
              <a:gd name="connsiteY110" fmla="*/ 346551 h 437337"/>
              <a:gd name="connsiteX111" fmla="*/ 108395 w 1409242"/>
              <a:gd name="connsiteY111" fmla="*/ 335775 h 437337"/>
              <a:gd name="connsiteX112" fmla="*/ 109785 w 1409242"/>
              <a:gd name="connsiteY112" fmla="*/ 332918 h 437337"/>
              <a:gd name="connsiteX113" fmla="*/ 87078 w 1409242"/>
              <a:gd name="connsiteY113" fmla="*/ 321018 h 437337"/>
              <a:gd name="connsiteX114" fmla="*/ 85516 w 1409242"/>
              <a:gd name="connsiteY114" fmla="*/ 323786 h 437337"/>
              <a:gd name="connsiteX115" fmla="*/ 63373 w 1409242"/>
              <a:gd name="connsiteY115" fmla="*/ 310185 h 437337"/>
              <a:gd name="connsiteX116" fmla="*/ 65145 w 1409242"/>
              <a:gd name="connsiteY116" fmla="*/ 307549 h 437337"/>
              <a:gd name="connsiteX117" fmla="*/ 44704 w 1409242"/>
              <a:gd name="connsiteY117" fmla="*/ 292303 h 437337"/>
              <a:gd name="connsiteX118" fmla="*/ 42666 w 1409242"/>
              <a:gd name="connsiteY118" fmla="*/ 294742 h 437337"/>
              <a:gd name="connsiteX119" fmla="*/ 23952 w 1409242"/>
              <a:gd name="connsiteY119" fmla="*/ 276746 h 437337"/>
              <a:gd name="connsiteX120" fmla="*/ 26327 w 1409242"/>
              <a:gd name="connsiteY120" fmla="*/ 274644 h 437337"/>
              <a:gd name="connsiteX121" fmla="*/ 11671 w 1409242"/>
              <a:gd name="connsiteY121" fmla="*/ 254203 h 437337"/>
              <a:gd name="connsiteX122" fmla="*/ 8890 w 1409242"/>
              <a:gd name="connsiteY122" fmla="*/ 255734 h 437337"/>
              <a:gd name="connsiteX123" fmla="*/ 0 w 1409242"/>
              <a:gd name="connsiteY123" fmla="*/ 231553 h 437337"/>
              <a:gd name="connsiteX124" fmla="*/ 3124 w 1409242"/>
              <a:gd name="connsiteY124" fmla="*/ 230968 h 437337"/>
              <a:gd name="connsiteX125" fmla="*/ 1975 w 1409242"/>
              <a:gd name="connsiteY125" fmla="*/ 218668 h 437337"/>
              <a:gd name="connsiteX126" fmla="*/ 3124 w 1409242"/>
              <a:gd name="connsiteY126" fmla="*/ 206375 h 437337"/>
              <a:gd name="connsiteX127" fmla="*/ 0 w 1409242"/>
              <a:gd name="connsiteY127" fmla="*/ 205791 h 437337"/>
              <a:gd name="connsiteX128" fmla="*/ 8890 w 1409242"/>
              <a:gd name="connsiteY128" fmla="*/ 181604 h 437337"/>
              <a:gd name="connsiteX129" fmla="*/ 11671 w 1409242"/>
              <a:gd name="connsiteY129" fmla="*/ 183134 h 437337"/>
              <a:gd name="connsiteX130" fmla="*/ 26327 w 1409242"/>
              <a:gd name="connsiteY130" fmla="*/ 162700 h 437337"/>
              <a:gd name="connsiteX131" fmla="*/ 23952 w 1409242"/>
              <a:gd name="connsiteY131" fmla="*/ 160591 h 437337"/>
              <a:gd name="connsiteX132" fmla="*/ 42666 w 1409242"/>
              <a:gd name="connsiteY132" fmla="*/ 142596 h 437337"/>
              <a:gd name="connsiteX133" fmla="*/ 44704 w 1409242"/>
              <a:gd name="connsiteY133" fmla="*/ 145034 h 437337"/>
              <a:gd name="connsiteX134" fmla="*/ 65145 w 1409242"/>
              <a:gd name="connsiteY134" fmla="*/ 129794 h 437337"/>
              <a:gd name="connsiteX135" fmla="*/ 63373 w 1409242"/>
              <a:gd name="connsiteY135" fmla="*/ 127159 h 437337"/>
              <a:gd name="connsiteX136" fmla="*/ 85516 w 1409242"/>
              <a:gd name="connsiteY136" fmla="*/ 113557 h 437337"/>
              <a:gd name="connsiteX137" fmla="*/ 87078 w 1409242"/>
              <a:gd name="connsiteY137" fmla="*/ 116319 h 437337"/>
              <a:gd name="connsiteX138" fmla="*/ 109785 w 1409242"/>
              <a:gd name="connsiteY138" fmla="*/ 104419 h 437337"/>
              <a:gd name="connsiteX139" fmla="*/ 108395 w 1409242"/>
              <a:gd name="connsiteY139" fmla="*/ 101568 h 437337"/>
              <a:gd name="connsiteX140" fmla="*/ 131972 w 1409242"/>
              <a:gd name="connsiteY140" fmla="*/ 90786 h 437337"/>
              <a:gd name="connsiteX141" fmla="*/ 133223 w 1409242"/>
              <a:gd name="connsiteY141" fmla="*/ 93707 h 437337"/>
              <a:gd name="connsiteX142" fmla="*/ 157169 w 1409242"/>
              <a:gd name="connsiteY142" fmla="*/ 84010 h 437337"/>
              <a:gd name="connsiteX143" fmla="*/ 156032 w 1409242"/>
              <a:gd name="connsiteY143" fmla="*/ 81045 h 437337"/>
              <a:gd name="connsiteX144" fmla="*/ 180442 w 1409242"/>
              <a:gd name="connsiteY144" fmla="*/ 72206 h 437337"/>
              <a:gd name="connsiteX145" fmla="*/ 181470 w 1409242"/>
              <a:gd name="connsiteY145" fmla="*/ 75209 h 437337"/>
              <a:gd name="connsiteX146" fmla="*/ 206045 w 1409242"/>
              <a:gd name="connsiteY146" fmla="*/ 67189 h 437337"/>
              <a:gd name="connsiteX147" fmla="*/ 205105 w 1409242"/>
              <a:gd name="connsiteY147" fmla="*/ 64154 h 437337"/>
              <a:gd name="connsiteX148" fmla="*/ 229965 w 1409242"/>
              <a:gd name="connsiteY148" fmla="*/ 56807 h 437337"/>
              <a:gd name="connsiteX149" fmla="*/ 230823 w 1409242"/>
              <a:gd name="connsiteY149" fmla="*/ 59861 h 437337"/>
              <a:gd name="connsiteX150" fmla="*/ 255772 w 1409242"/>
              <a:gd name="connsiteY150" fmla="*/ 53156 h 437337"/>
              <a:gd name="connsiteX151" fmla="*/ 254978 w 1409242"/>
              <a:gd name="connsiteY151" fmla="*/ 50082 h 437337"/>
              <a:gd name="connsiteX152" fmla="*/ 280130 w 1409242"/>
              <a:gd name="connsiteY152" fmla="*/ 43923 h 437337"/>
              <a:gd name="connsiteX153" fmla="*/ 280854 w 1409242"/>
              <a:gd name="connsiteY153" fmla="*/ 47015 h 437337"/>
              <a:gd name="connsiteX154" fmla="*/ 306064 w 1409242"/>
              <a:gd name="connsiteY154" fmla="*/ 41389 h 437337"/>
              <a:gd name="connsiteX155" fmla="*/ 305403 w 1409242"/>
              <a:gd name="connsiteY155" fmla="*/ 38284 h 437337"/>
              <a:gd name="connsiteX156" fmla="*/ 330778 w 1409242"/>
              <a:gd name="connsiteY156" fmla="*/ 33128 h 437337"/>
              <a:gd name="connsiteX157" fmla="*/ 331381 w 1409242"/>
              <a:gd name="connsiteY157" fmla="*/ 36246 h 437337"/>
              <a:gd name="connsiteX158" fmla="*/ 356794 w 1409242"/>
              <a:gd name="connsiteY158" fmla="*/ 31547 h 437337"/>
              <a:gd name="connsiteX159" fmla="*/ 356248 w 1409242"/>
              <a:gd name="connsiteY159" fmla="*/ 28416 h 437337"/>
              <a:gd name="connsiteX160" fmla="*/ 381806 w 1409242"/>
              <a:gd name="connsiteY160" fmla="*/ 24130 h 437337"/>
              <a:gd name="connsiteX161" fmla="*/ 382308 w 1409242"/>
              <a:gd name="connsiteY161" fmla="*/ 27267 h 437337"/>
              <a:gd name="connsiteX162" fmla="*/ 407899 w 1409242"/>
              <a:gd name="connsiteY162" fmla="*/ 23381 h 437337"/>
              <a:gd name="connsiteX163" fmla="*/ 407448 w 1409242"/>
              <a:gd name="connsiteY163" fmla="*/ 20238 h 437337"/>
              <a:gd name="connsiteX164" fmla="*/ 433165 w 1409242"/>
              <a:gd name="connsiteY164" fmla="*/ 16726 h 437337"/>
              <a:gd name="connsiteX165" fmla="*/ 433578 w 1409242"/>
              <a:gd name="connsiteY165" fmla="*/ 19876 h 437337"/>
              <a:gd name="connsiteX166" fmla="*/ 459257 w 1409242"/>
              <a:gd name="connsiteY166" fmla="*/ 16739 h 437337"/>
              <a:gd name="connsiteX167" fmla="*/ 458895 w 1409242"/>
              <a:gd name="connsiteY167" fmla="*/ 13583 h 437337"/>
              <a:gd name="connsiteX168" fmla="*/ 484619 w 1409242"/>
              <a:gd name="connsiteY168" fmla="*/ 10801 h 437337"/>
              <a:gd name="connsiteX169" fmla="*/ 484943 w 1409242"/>
              <a:gd name="connsiteY169" fmla="*/ 13957 h 437337"/>
              <a:gd name="connsiteX170" fmla="*/ 510692 w 1409242"/>
              <a:gd name="connsiteY170" fmla="*/ 11512 h 437337"/>
              <a:gd name="connsiteX171" fmla="*/ 510413 w 1409242"/>
              <a:gd name="connsiteY171" fmla="*/ 8350 h 437337"/>
              <a:gd name="connsiteX172" fmla="*/ 536270 w 1409242"/>
              <a:gd name="connsiteY172" fmla="*/ 6229 h 437337"/>
              <a:gd name="connsiteX173" fmla="*/ 536505 w 1409242"/>
              <a:gd name="connsiteY173" fmla="*/ 9392 h 437337"/>
              <a:gd name="connsiteX174" fmla="*/ 562375 w 1409242"/>
              <a:gd name="connsiteY174" fmla="*/ 7588 h 437337"/>
              <a:gd name="connsiteX175" fmla="*/ 562172 w 1409242"/>
              <a:gd name="connsiteY175" fmla="*/ 4419 h 437337"/>
              <a:gd name="connsiteX176" fmla="*/ 587997 w 1409242"/>
              <a:gd name="connsiteY176" fmla="*/ 2940 h 437337"/>
              <a:gd name="connsiteX177" fmla="*/ 588156 w 1409242"/>
              <a:gd name="connsiteY177" fmla="*/ 6109 h 437337"/>
              <a:gd name="connsiteX178" fmla="*/ 614001 w 1409242"/>
              <a:gd name="connsiteY178" fmla="*/ 4928 h 437337"/>
              <a:gd name="connsiteX179" fmla="*/ 613874 w 1409242"/>
              <a:gd name="connsiteY179" fmla="*/ 1759 h 437337"/>
              <a:gd name="connsiteX180" fmla="*/ 639801 w 1409242"/>
              <a:gd name="connsiteY180" fmla="*/ 876 h 437337"/>
              <a:gd name="connsiteX181" fmla="*/ 639889 w 1409242"/>
              <a:gd name="connsiteY181" fmla="*/ 4051 h 437337"/>
              <a:gd name="connsiteX182" fmla="*/ 665785 w 1409242"/>
              <a:gd name="connsiteY182" fmla="*/ 3467 h 437337"/>
              <a:gd name="connsiteX183" fmla="*/ 665734 w 1409242"/>
              <a:gd name="connsiteY183" fmla="*/ 292 h 437337"/>
              <a:gd name="connsiteX184" fmla="*/ 691610 w 1409242"/>
              <a:gd name="connsiteY184" fmla="*/ 0 h 437337"/>
              <a:gd name="connsiteX185" fmla="*/ 691629 w 1409242"/>
              <a:gd name="connsiteY185" fmla="*/ 3175 h 437337"/>
              <a:gd name="connsiteX186" fmla="*/ 704622 w 1409242"/>
              <a:gd name="connsiteY186" fmla="*/ 3143 h 437337"/>
              <a:gd name="connsiteX187" fmla="*/ 717613 w 1409242"/>
              <a:gd name="connsiteY187" fmla="*/ 3175 h 437337"/>
              <a:gd name="connsiteX188" fmla="*/ 717633 w 1409242"/>
              <a:gd name="connsiteY188" fmla="*/ 0 h 437337"/>
              <a:gd name="connsiteX189" fmla="*/ 743509 w 1409242"/>
              <a:gd name="connsiteY189" fmla="*/ 292 h 437337"/>
              <a:gd name="connsiteX190" fmla="*/ 743458 w 1409242"/>
              <a:gd name="connsiteY190" fmla="*/ 3467 h 437337"/>
              <a:gd name="connsiteX191" fmla="*/ 769353 w 1409242"/>
              <a:gd name="connsiteY191" fmla="*/ 4051 h 437337"/>
              <a:gd name="connsiteX192" fmla="*/ 769442 w 1409242"/>
              <a:gd name="connsiteY192" fmla="*/ 876 h 437337"/>
              <a:gd name="connsiteX193" fmla="*/ 795370 w 1409242"/>
              <a:gd name="connsiteY193" fmla="*/ 1759 h 437337"/>
              <a:gd name="connsiteX194" fmla="*/ 795242 w 1409242"/>
              <a:gd name="connsiteY194" fmla="*/ 4928 h 437337"/>
              <a:gd name="connsiteX195" fmla="*/ 821087 w 1409242"/>
              <a:gd name="connsiteY195" fmla="*/ 6109 h 437337"/>
              <a:gd name="connsiteX196" fmla="*/ 821245 w 1409242"/>
              <a:gd name="connsiteY196" fmla="*/ 2940 h 437337"/>
              <a:gd name="connsiteX197" fmla="*/ 847071 w 1409242"/>
              <a:gd name="connsiteY197" fmla="*/ 4419 h 437337"/>
              <a:gd name="connsiteX198" fmla="*/ 846868 w 1409242"/>
              <a:gd name="connsiteY198" fmla="*/ 7588 h 437337"/>
              <a:gd name="connsiteX199" fmla="*/ 872738 w 1409242"/>
              <a:gd name="connsiteY199" fmla="*/ 9392 h 437337"/>
              <a:gd name="connsiteX200" fmla="*/ 872973 w 1409242"/>
              <a:gd name="connsiteY200" fmla="*/ 6229 h 437337"/>
              <a:gd name="connsiteX201" fmla="*/ 898830 w 1409242"/>
              <a:gd name="connsiteY201" fmla="*/ 8350 h 437337"/>
              <a:gd name="connsiteX202" fmla="*/ 898550 w 1409242"/>
              <a:gd name="connsiteY202" fmla="*/ 11512 h 437337"/>
              <a:gd name="connsiteX203" fmla="*/ 924300 w 1409242"/>
              <a:gd name="connsiteY203" fmla="*/ 13957 h 437337"/>
              <a:gd name="connsiteX204" fmla="*/ 924617 w 1409242"/>
              <a:gd name="connsiteY204" fmla="*/ 10801 h 437337"/>
              <a:gd name="connsiteX205" fmla="*/ 950347 w 1409242"/>
              <a:gd name="connsiteY205" fmla="*/ 13583 h 437337"/>
              <a:gd name="connsiteX206" fmla="*/ 949986 w 1409242"/>
              <a:gd name="connsiteY206" fmla="*/ 16739 h 437337"/>
              <a:gd name="connsiteX207" fmla="*/ 975665 w 1409242"/>
              <a:gd name="connsiteY207" fmla="*/ 19876 h 437337"/>
              <a:gd name="connsiteX208" fmla="*/ 976071 w 1409242"/>
              <a:gd name="connsiteY208" fmla="*/ 16726 h 437337"/>
              <a:gd name="connsiteX209" fmla="*/ 1001795 w 1409242"/>
              <a:gd name="connsiteY209" fmla="*/ 20238 h 437337"/>
              <a:gd name="connsiteX210" fmla="*/ 1001344 w 1409242"/>
              <a:gd name="connsiteY210" fmla="*/ 23381 h 437337"/>
              <a:gd name="connsiteX211" fmla="*/ 1026935 w 1409242"/>
              <a:gd name="connsiteY211" fmla="*/ 27267 h 437337"/>
              <a:gd name="connsiteX212" fmla="*/ 1027436 w 1409242"/>
              <a:gd name="connsiteY212" fmla="*/ 24130 h 437337"/>
              <a:gd name="connsiteX213" fmla="*/ 1052995 w 1409242"/>
              <a:gd name="connsiteY213" fmla="*/ 28416 h 437337"/>
              <a:gd name="connsiteX214" fmla="*/ 1052443 w 1409242"/>
              <a:gd name="connsiteY214" fmla="*/ 31547 h 437337"/>
              <a:gd name="connsiteX215" fmla="*/ 1077862 w 1409242"/>
              <a:gd name="connsiteY215" fmla="*/ 36246 h 437337"/>
              <a:gd name="connsiteX216" fmla="*/ 1078465 w 1409242"/>
              <a:gd name="connsiteY216" fmla="*/ 33128 h 437337"/>
              <a:gd name="connsiteX217" fmla="*/ 1103839 w 1409242"/>
              <a:gd name="connsiteY217" fmla="*/ 38284 h 437337"/>
              <a:gd name="connsiteX218" fmla="*/ 1103179 w 1409242"/>
              <a:gd name="connsiteY218" fmla="*/ 41389 h 437337"/>
              <a:gd name="connsiteX219" fmla="*/ 1128389 w 1409242"/>
              <a:gd name="connsiteY219" fmla="*/ 47015 h 437337"/>
              <a:gd name="connsiteX220" fmla="*/ 1129113 w 1409242"/>
              <a:gd name="connsiteY220" fmla="*/ 43923 h 437337"/>
              <a:gd name="connsiteX221" fmla="*/ 1154258 w 1409242"/>
              <a:gd name="connsiteY221" fmla="*/ 50082 h 437337"/>
              <a:gd name="connsiteX222" fmla="*/ 1153471 w 1409242"/>
              <a:gd name="connsiteY222" fmla="*/ 53156 h 437337"/>
              <a:gd name="connsiteX223" fmla="*/ 1178421 w 1409242"/>
              <a:gd name="connsiteY223" fmla="*/ 59861 h 437337"/>
              <a:gd name="connsiteX224" fmla="*/ 1179277 w 1409242"/>
              <a:gd name="connsiteY224" fmla="*/ 56807 h 437337"/>
              <a:gd name="connsiteX225" fmla="*/ 1204138 w 1409242"/>
              <a:gd name="connsiteY225" fmla="*/ 64154 h 437337"/>
              <a:gd name="connsiteX226" fmla="*/ 1203198 w 1409242"/>
              <a:gd name="connsiteY226" fmla="*/ 67189 h 437337"/>
              <a:gd name="connsiteX227" fmla="*/ 1227773 w 1409242"/>
              <a:gd name="connsiteY227" fmla="*/ 75209 h 437337"/>
              <a:gd name="connsiteX228" fmla="*/ 1228801 w 1409242"/>
              <a:gd name="connsiteY228" fmla="*/ 72206 h 437337"/>
              <a:gd name="connsiteX229" fmla="*/ 1253211 w 1409242"/>
              <a:gd name="connsiteY229" fmla="*/ 81045 h 437337"/>
              <a:gd name="connsiteX230" fmla="*/ 1252074 w 1409242"/>
              <a:gd name="connsiteY230" fmla="*/ 84010 h 437337"/>
              <a:gd name="connsiteX231" fmla="*/ 1276020 w 1409242"/>
              <a:gd name="connsiteY231" fmla="*/ 93707 h 437337"/>
              <a:gd name="connsiteX232" fmla="*/ 1277271 w 1409242"/>
              <a:gd name="connsiteY232" fmla="*/ 90786 h 437337"/>
              <a:gd name="connsiteX233" fmla="*/ 1300848 w 1409242"/>
              <a:gd name="connsiteY233" fmla="*/ 101568 h 437337"/>
              <a:gd name="connsiteX234" fmla="*/ 1299458 w 1409242"/>
              <a:gd name="connsiteY234" fmla="*/ 104419 h 437337"/>
              <a:gd name="connsiteX235" fmla="*/ 1322165 w 1409242"/>
              <a:gd name="connsiteY235" fmla="*/ 116319 h 437337"/>
              <a:gd name="connsiteX236" fmla="*/ 1323728 w 1409242"/>
              <a:gd name="connsiteY236" fmla="*/ 113557 h 437337"/>
              <a:gd name="connsiteX237" fmla="*/ 1345870 w 1409242"/>
              <a:gd name="connsiteY237" fmla="*/ 127159 h 437337"/>
              <a:gd name="connsiteX238" fmla="*/ 1344098 w 1409242"/>
              <a:gd name="connsiteY238" fmla="*/ 129794 h 437337"/>
              <a:gd name="connsiteX239" fmla="*/ 1364539 w 1409242"/>
              <a:gd name="connsiteY239" fmla="*/ 145034 h 437337"/>
              <a:gd name="connsiteX240" fmla="*/ 1366577 w 1409242"/>
              <a:gd name="connsiteY240" fmla="*/ 142596 h 437337"/>
              <a:gd name="connsiteX241" fmla="*/ 1385284 w 1409242"/>
              <a:gd name="connsiteY241" fmla="*/ 160591 h 437337"/>
              <a:gd name="connsiteX242" fmla="*/ 1382910 w 1409242"/>
              <a:gd name="connsiteY242" fmla="*/ 162700 h 437337"/>
              <a:gd name="connsiteX243" fmla="*/ 1397565 w 1409242"/>
              <a:gd name="connsiteY243" fmla="*/ 183134 h 437337"/>
              <a:gd name="connsiteX244" fmla="*/ 1400347 w 1409242"/>
              <a:gd name="connsiteY244" fmla="*/ 181604 h 437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09242" h="437337">
                <a:moveTo>
                  <a:pt x="1400347" y="181604"/>
                </a:moveTo>
                <a:cubicBezTo>
                  <a:pt x="1404715" y="189528"/>
                  <a:pt x="1407706" y="197599"/>
                  <a:pt x="1409243" y="205791"/>
                </a:cubicBezTo>
                <a:lnTo>
                  <a:pt x="1406119" y="206375"/>
                </a:lnTo>
                <a:cubicBezTo>
                  <a:pt x="1406881" y="210445"/>
                  <a:pt x="1407268" y="214547"/>
                  <a:pt x="1407268" y="218668"/>
                </a:cubicBezTo>
                <a:cubicBezTo>
                  <a:pt x="1407268" y="222796"/>
                  <a:pt x="1406881" y="226892"/>
                  <a:pt x="1406119" y="230968"/>
                </a:cubicBezTo>
                <a:lnTo>
                  <a:pt x="1409243" y="231553"/>
                </a:lnTo>
                <a:cubicBezTo>
                  <a:pt x="1407706" y="239744"/>
                  <a:pt x="1404715" y="247815"/>
                  <a:pt x="1400347" y="255734"/>
                </a:cubicBezTo>
                <a:lnTo>
                  <a:pt x="1397565" y="254203"/>
                </a:lnTo>
                <a:cubicBezTo>
                  <a:pt x="1393768" y="261099"/>
                  <a:pt x="1388872" y="267919"/>
                  <a:pt x="1382910" y="274644"/>
                </a:cubicBezTo>
                <a:lnTo>
                  <a:pt x="1385284" y="276746"/>
                </a:lnTo>
                <a:cubicBezTo>
                  <a:pt x="1379868" y="282854"/>
                  <a:pt x="1373620" y="288861"/>
                  <a:pt x="1366577" y="294742"/>
                </a:cubicBezTo>
                <a:lnTo>
                  <a:pt x="1364539" y="292303"/>
                </a:lnTo>
                <a:cubicBezTo>
                  <a:pt x="1358354" y="297472"/>
                  <a:pt x="1351534" y="302558"/>
                  <a:pt x="1344098" y="307549"/>
                </a:cubicBezTo>
                <a:lnTo>
                  <a:pt x="1345870" y="310185"/>
                </a:lnTo>
                <a:cubicBezTo>
                  <a:pt x="1338986" y="314808"/>
                  <a:pt x="1331595" y="319341"/>
                  <a:pt x="1323728" y="323786"/>
                </a:cubicBezTo>
                <a:lnTo>
                  <a:pt x="1322165" y="321018"/>
                </a:lnTo>
                <a:cubicBezTo>
                  <a:pt x="1315003" y="325063"/>
                  <a:pt x="1307427" y="329031"/>
                  <a:pt x="1299452" y="332918"/>
                </a:cubicBezTo>
                <a:lnTo>
                  <a:pt x="1300848" y="335775"/>
                </a:lnTo>
                <a:cubicBezTo>
                  <a:pt x="1293324" y="339439"/>
                  <a:pt x="1285462" y="343033"/>
                  <a:pt x="1277271" y="346551"/>
                </a:cubicBezTo>
                <a:lnTo>
                  <a:pt x="1276020" y="343636"/>
                </a:lnTo>
                <a:cubicBezTo>
                  <a:pt x="1268330" y="346932"/>
                  <a:pt x="1260342" y="350164"/>
                  <a:pt x="1252074" y="353327"/>
                </a:cubicBezTo>
                <a:lnTo>
                  <a:pt x="1253211" y="356292"/>
                </a:lnTo>
                <a:cubicBezTo>
                  <a:pt x="1245324" y="359308"/>
                  <a:pt x="1237183" y="362255"/>
                  <a:pt x="1228801" y="365131"/>
                </a:cubicBezTo>
                <a:lnTo>
                  <a:pt x="1227773" y="362134"/>
                </a:lnTo>
                <a:cubicBezTo>
                  <a:pt x="1219797" y="364871"/>
                  <a:pt x="1211605" y="367544"/>
                  <a:pt x="1203198" y="370154"/>
                </a:cubicBezTo>
                <a:lnTo>
                  <a:pt x="1204138" y="373183"/>
                </a:lnTo>
                <a:cubicBezTo>
                  <a:pt x="1196048" y="375698"/>
                  <a:pt x="1187755" y="378149"/>
                  <a:pt x="1179277" y="380536"/>
                </a:cubicBezTo>
                <a:lnTo>
                  <a:pt x="1178421" y="377482"/>
                </a:lnTo>
                <a:cubicBezTo>
                  <a:pt x="1170280" y="379775"/>
                  <a:pt x="1161961" y="382010"/>
                  <a:pt x="1153471" y="384188"/>
                </a:cubicBezTo>
                <a:lnTo>
                  <a:pt x="1154258" y="387261"/>
                </a:lnTo>
                <a:cubicBezTo>
                  <a:pt x="1146035" y="389369"/>
                  <a:pt x="1137647" y="391420"/>
                  <a:pt x="1129113" y="393414"/>
                </a:cubicBezTo>
                <a:lnTo>
                  <a:pt x="1128389" y="390328"/>
                </a:lnTo>
                <a:cubicBezTo>
                  <a:pt x="1120127" y="392252"/>
                  <a:pt x="1111720" y="394132"/>
                  <a:pt x="1103179" y="395948"/>
                </a:cubicBezTo>
                <a:lnTo>
                  <a:pt x="1103839" y="399053"/>
                </a:lnTo>
                <a:cubicBezTo>
                  <a:pt x="1095509" y="400825"/>
                  <a:pt x="1087050" y="402546"/>
                  <a:pt x="1078465" y="404209"/>
                </a:cubicBezTo>
                <a:lnTo>
                  <a:pt x="1077862" y="401091"/>
                </a:lnTo>
                <a:cubicBezTo>
                  <a:pt x="1069505" y="402717"/>
                  <a:pt x="1061034" y="404279"/>
                  <a:pt x="1052443" y="405797"/>
                </a:cubicBezTo>
                <a:lnTo>
                  <a:pt x="1052995" y="408921"/>
                </a:lnTo>
                <a:cubicBezTo>
                  <a:pt x="1044581" y="410401"/>
                  <a:pt x="1036060" y="411836"/>
                  <a:pt x="1027436" y="413207"/>
                </a:cubicBezTo>
                <a:lnTo>
                  <a:pt x="1026935" y="410077"/>
                </a:lnTo>
                <a:cubicBezTo>
                  <a:pt x="1018502" y="411423"/>
                  <a:pt x="1009968" y="412718"/>
                  <a:pt x="1001344" y="413957"/>
                </a:cubicBezTo>
                <a:lnTo>
                  <a:pt x="1001795" y="417100"/>
                </a:lnTo>
                <a:cubicBezTo>
                  <a:pt x="993312" y="418325"/>
                  <a:pt x="984733" y="419494"/>
                  <a:pt x="976071" y="420611"/>
                </a:cubicBezTo>
                <a:lnTo>
                  <a:pt x="975665" y="417468"/>
                </a:lnTo>
                <a:cubicBezTo>
                  <a:pt x="967188" y="418560"/>
                  <a:pt x="958628" y="419608"/>
                  <a:pt x="949986" y="420598"/>
                </a:cubicBezTo>
                <a:lnTo>
                  <a:pt x="950347" y="423754"/>
                </a:lnTo>
                <a:cubicBezTo>
                  <a:pt x="941845" y="424732"/>
                  <a:pt x="933272" y="425659"/>
                  <a:pt x="924624" y="426542"/>
                </a:cubicBezTo>
                <a:lnTo>
                  <a:pt x="924300" y="423380"/>
                </a:lnTo>
                <a:cubicBezTo>
                  <a:pt x="915784" y="424244"/>
                  <a:pt x="907199" y="425062"/>
                  <a:pt x="898550" y="425824"/>
                </a:cubicBezTo>
                <a:lnTo>
                  <a:pt x="898830" y="428993"/>
                </a:lnTo>
                <a:cubicBezTo>
                  <a:pt x="890277" y="429749"/>
                  <a:pt x="881660" y="430454"/>
                  <a:pt x="872973" y="431114"/>
                </a:cubicBezTo>
                <a:lnTo>
                  <a:pt x="872738" y="427946"/>
                </a:lnTo>
                <a:cubicBezTo>
                  <a:pt x="864172" y="428599"/>
                  <a:pt x="855548" y="429196"/>
                  <a:pt x="846868" y="429749"/>
                </a:cubicBezTo>
                <a:lnTo>
                  <a:pt x="847071" y="432917"/>
                </a:lnTo>
                <a:cubicBezTo>
                  <a:pt x="838518" y="433457"/>
                  <a:pt x="829907" y="433953"/>
                  <a:pt x="821245" y="434403"/>
                </a:cubicBezTo>
                <a:lnTo>
                  <a:pt x="821087" y="431228"/>
                </a:lnTo>
                <a:cubicBezTo>
                  <a:pt x="812521" y="431673"/>
                  <a:pt x="803910" y="432067"/>
                  <a:pt x="795242" y="432410"/>
                </a:cubicBezTo>
                <a:lnTo>
                  <a:pt x="795370" y="435585"/>
                </a:lnTo>
                <a:cubicBezTo>
                  <a:pt x="786778" y="435921"/>
                  <a:pt x="778129" y="436220"/>
                  <a:pt x="769442" y="436461"/>
                </a:cubicBezTo>
                <a:lnTo>
                  <a:pt x="769353" y="433292"/>
                </a:lnTo>
                <a:cubicBezTo>
                  <a:pt x="760762" y="433534"/>
                  <a:pt x="752132" y="433724"/>
                  <a:pt x="743458" y="433870"/>
                </a:cubicBezTo>
                <a:lnTo>
                  <a:pt x="743509" y="437045"/>
                </a:lnTo>
                <a:cubicBezTo>
                  <a:pt x="734924" y="437191"/>
                  <a:pt x="726294" y="437287"/>
                  <a:pt x="717633" y="437337"/>
                </a:cubicBezTo>
                <a:lnTo>
                  <a:pt x="717613" y="434162"/>
                </a:lnTo>
                <a:cubicBezTo>
                  <a:pt x="713289" y="434187"/>
                  <a:pt x="708959" y="434200"/>
                  <a:pt x="704622" y="434200"/>
                </a:cubicBezTo>
                <a:cubicBezTo>
                  <a:pt x="700278" y="434200"/>
                  <a:pt x="695947" y="434187"/>
                  <a:pt x="691629" y="434162"/>
                </a:cubicBezTo>
                <a:lnTo>
                  <a:pt x="691610" y="437337"/>
                </a:lnTo>
                <a:cubicBezTo>
                  <a:pt x="682949" y="437287"/>
                  <a:pt x="674319" y="437191"/>
                  <a:pt x="665734" y="437045"/>
                </a:cubicBezTo>
                <a:lnTo>
                  <a:pt x="665785" y="433870"/>
                </a:lnTo>
                <a:cubicBezTo>
                  <a:pt x="657111" y="433724"/>
                  <a:pt x="648475" y="433534"/>
                  <a:pt x="639889" y="433292"/>
                </a:cubicBezTo>
                <a:lnTo>
                  <a:pt x="639801" y="436461"/>
                </a:lnTo>
                <a:cubicBezTo>
                  <a:pt x="631107" y="436220"/>
                  <a:pt x="622465" y="435921"/>
                  <a:pt x="613874" y="435585"/>
                </a:cubicBezTo>
                <a:lnTo>
                  <a:pt x="614001" y="432410"/>
                </a:lnTo>
                <a:cubicBezTo>
                  <a:pt x="605333" y="432067"/>
                  <a:pt x="596722" y="431673"/>
                  <a:pt x="588156" y="431228"/>
                </a:cubicBezTo>
                <a:lnTo>
                  <a:pt x="587997" y="434403"/>
                </a:lnTo>
                <a:cubicBezTo>
                  <a:pt x="579336" y="433953"/>
                  <a:pt x="570725" y="433457"/>
                  <a:pt x="562172" y="432917"/>
                </a:cubicBezTo>
                <a:lnTo>
                  <a:pt x="562375" y="429749"/>
                </a:lnTo>
                <a:cubicBezTo>
                  <a:pt x="553695" y="429196"/>
                  <a:pt x="545071" y="428599"/>
                  <a:pt x="536505" y="427946"/>
                </a:cubicBezTo>
                <a:lnTo>
                  <a:pt x="536270" y="431114"/>
                </a:lnTo>
                <a:cubicBezTo>
                  <a:pt x="527584" y="430454"/>
                  <a:pt x="518967" y="429749"/>
                  <a:pt x="510413" y="428993"/>
                </a:cubicBezTo>
                <a:lnTo>
                  <a:pt x="510692" y="425824"/>
                </a:lnTo>
                <a:cubicBezTo>
                  <a:pt x="502037" y="425062"/>
                  <a:pt x="493452" y="424244"/>
                  <a:pt x="484943" y="423380"/>
                </a:cubicBezTo>
                <a:lnTo>
                  <a:pt x="484619" y="426542"/>
                </a:lnTo>
                <a:cubicBezTo>
                  <a:pt x="475971" y="425659"/>
                  <a:pt x="467398" y="424732"/>
                  <a:pt x="458895" y="423754"/>
                </a:cubicBezTo>
                <a:lnTo>
                  <a:pt x="459257" y="420598"/>
                </a:lnTo>
                <a:cubicBezTo>
                  <a:pt x="450615" y="419608"/>
                  <a:pt x="442055" y="418560"/>
                  <a:pt x="433578" y="417468"/>
                </a:cubicBezTo>
                <a:lnTo>
                  <a:pt x="433165" y="420611"/>
                </a:lnTo>
                <a:cubicBezTo>
                  <a:pt x="424504" y="419494"/>
                  <a:pt x="415931" y="418325"/>
                  <a:pt x="407448" y="417100"/>
                </a:cubicBezTo>
                <a:lnTo>
                  <a:pt x="407899" y="413957"/>
                </a:lnTo>
                <a:cubicBezTo>
                  <a:pt x="399275" y="412718"/>
                  <a:pt x="390741" y="411423"/>
                  <a:pt x="382308" y="410077"/>
                </a:cubicBezTo>
                <a:lnTo>
                  <a:pt x="381806" y="413207"/>
                </a:lnTo>
                <a:cubicBezTo>
                  <a:pt x="373183" y="411836"/>
                  <a:pt x="364662" y="410401"/>
                  <a:pt x="356248" y="408921"/>
                </a:cubicBezTo>
                <a:lnTo>
                  <a:pt x="356794" y="405797"/>
                </a:lnTo>
                <a:cubicBezTo>
                  <a:pt x="348209" y="404279"/>
                  <a:pt x="339738" y="402717"/>
                  <a:pt x="331381" y="401091"/>
                </a:cubicBezTo>
                <a:lnTo>
                  <a:pt x="330778" y="404209"/>
                </a:lnTo>
                <a:cubicBezTo>
                  <a:pt x="322193" y="402546"/>
                  <a:pt x="313735" y="400825"/>
                  <a:pt x="305403" y="399053"/>
                </a:cubicBezTo>
                <a:lnTo>
                  <a:pt x="306064" y="395948"/>
                </a:lnTo>
                <a:cubicBezTo>
                  <a:pt x="297523" y="394132"/>
                  <a:pt x="289116" y="392252"/>
                  <a:pt x="280854" y="390328"/>
                </a:cubicBezTo>
                <a:lnTo>
                  <a:pt x="280130" y="393414"/>
                </a:lnTo>
                <a:cubicBezTo>
                  <a:pt x="271596" y="391420"/>
                  <a:pt x="263207" y="389369"/>
                  <a:pt x="254978" y="387261"/>
                </a:cubicBezTo>
                <a:lnTo>
                  <a:pt x="255765" y="384188"/>
                </a:lnTo>
                <a:cubicBezTo>
                  <a:pt x="247282" y="382010"/>
                  <a:pt x="238963" y="379775"/>
                  <a:pt x="230823" y="377482"/>
                </a:cubicBezTo>
                <a:lnTo>
                  <a:pt x="229959" y="380536"/>
                </a:lnTo>
                <a:cubicBezTo>
                  <a:pt x="221482" y="378149"/>
                  <a:pt x="213195" y="375698"/>
                  <a:pt x="205105" y="373183"/>
                </a:cubicBezTo>
                <a:lnTo>
                  <a:pt x="206045" y="370154"/>
                </a:lnTo>
                <a:cubicBezTo>
                  <a:pt x="197637" y="367544"/>
                  <a:pt x="189440" y="364871"/>
                  <a:pt x="181470" y="362134"/>
                </a:cubicBezTo>
                <a:lnTo>
                  <a:pt x="180442" y="365131"/>
                </a:lnTo>
                <a:cubicBezTo>
                  <a:pt x="172060" y="362255"/>
                  <a:pt x="163919" y="359308"/>
                  <a:pt x="156032" y="356292"/>
                </a:cubicBezTo>
                <a:lnTo>
                  <a:pt x="157169" y="353327"/>
                </a:lnTo>
                <a:cubicBezTo>
                  <a:pt x="148901" y="350164"/>
                  <a:pt x="140913" y="346932"/>
                  <a:pt x="133223" y="343636"/>
                </a:cubicBezTo>
                <a:lnTo>
                  <a:pt x="131972" y="346551"/>
                </a:lnTo>
                <a:cubicBezTo>
                  <a:pt x="123781" y="343033"/>
                  <a:pt x="115913" y="339439"/>
                  <a:pt x="108395" y="335775"/>
                </a:cubicBezTo>
                <a:lnTo>
                  <a:pt x="109785" y="332918"/>
                </a:lnTo>
                <a:cubicBezTo>
                  <a:pt x="101816" y="329031"/>
                  <a:pt x="94240" y="325063"/>
                  <a:pt x="87078" y="321018"/>
                </a:cubicBezTo>
                <a:lnTo>
                  <a:pt x="85516" y="323786"/>
                </a:lnTo>
                <a:cubicBezTo>
                  <a:pt x="77642" y="319341"/>
                  <a:pt x="70256" y="314808"/>
                  <a:pt x="63373" y="310185"/>
                </a:cubicBezTo>
                <a:lnTo>
                  <a:pt x="65145" y="307549"/>
                </a:lnTo>
                <a:cubicBezTo>
                  <a:pt x="57709" y="302558"/>
                  <a:pt x="50889" y="297472"/>
                  <a:pt x="44704" y="292303"/>
                </a:cubicBezTo>
                <a:lnTo>
                  <a:pt x="42666" y="294742"/>
                </a:lnTo>
                <a:cubicBezTo>
                  <a:pt x="35624" y="288861"/>
                  <a:pt x="29369" y="282854"/>
                  <a:pt x="23952" y="276746"/>
                </a:cubicBezTo>
                <a:lnTo>
                  <a:pt x="26327" y="274644"/>
                </a:lnTo>
                <a:cubicBezTo>
                  <a:pt x="20371" y="267919"/>
                  <a:pt x="15469" y="261099"/>
                  <a:pt x="11671" y="254203"/>
                </a:cubicBezTo>
                <a:lnTo>
                  <a:pt x="8890" y="255734"/>
                </a:lnTo>
                <a:cubicBezTo>
                  <a:pt x="4528" y="247815"/>
                  <a:pt x="1537" y="239744"/>
                  <a:pt x="0" y="231553"/>
                </a:cubicBezTo>
                <a:lnTo>
                  <a:pt x="3124" y="230968"/>
                </a:lnTo>
                <a:cubicBezTo>
                  <a:pt x="2356" y="226892"/>
                  <a:pt x="1975" y="222796"/>
                  <a:pt x="1975" y="218668"/>
                </a:cubicBezTo>
                <a:cubicBezTo>
                  <a:pt x="1975" y="214547"/>
                  <a:pt x="2356" y="210445"/>
                  <a:pt x="3124" y="206375"/>
                </a:cubicBezTo>
                <a:lnTo>
                  <a:pt x="0" y="205791"/>
                </a:lnTo>
                <a:cubicBezTo>
                  <a:pt x="1537" y="197599"/>
                  <a:pt x="4528" y="189528"/>
                  <a:pt x="8890" y="181604"/>
                </a:cubicBezTo>
                <a:lnTo>
                  <a:pt x="11671" y="183134"/>
                </a:lnTo>
                <a:cubicBezTo>
                  <a:pt x="15469" y="176244"/>
                  <a:pt x="20371" y="169424"/>
                  <a:pt x="26327" y="162700"/>
                </a:cubicBezTo>
                <a:lnTo>
                  <a:pt x="23952" y="160591"/>
                </a:lnTo>
                <a:cubicBezTo>
                  <a:pt x="29369" y="154483"/>
                  <a:pt x="35624" y="148482"/>
                  <a:pt x="42666" y="142596"/>
                </a:cubicBezTo>
                <a:lnTo>
                  <a:pt x="44704" y="145034"/>
                </a:lnTo>
                <a:cubicBezTo>
                  <a:pt x="50889" y="139871"/>
                  <a:pt x="57709" y="134785"/>
                  <a:pt x="65145" y="129794"/>
                </a:cubicBezTo>
                <a:lnTo>
                  <a:pt x="63373" y="127159"/>
                </a:lnTo>
                <a:cubicBezTo>
                  <a:pt x="70256" y="122536"/>
                  <a:pt x="77642" y="117996"/>
                  <a:pt x="85516" y="113557"/>
                </a:cubicBezTo>
                <a:lnTo>
                  <a:pt x="87078" y="116319"/>
                </a:lnTo>
                <a:cubicBezTo>
                  <a:pt x="94240" y="112274"/>
                  <a:pt x="101816" y="108305"/>
                  <a:pt x="109785" y="104419"/>
                </a:cubicBezTo>
                <a:lnTo>
                  <a:pt x="108395" y="101568"/>
                </a:lnTo>
                <a:cubicBezTo>
                  <a:pt x="115913" y="97898"/>
                  <a:pt x="123781" y="94304"/>
                  <a:pt x="131972" y="90786"/>
                </a:cubicBezTo>
                <a:lnTo>
                  <a:pt x="133223" y="93707"/>
                </a:lnTo>
                <a:cubicBezTo>
                  <a:pt x="140913" y="90405"/>
                  <a:pt x="148901" y="87173"/>
                  <a:pt x="157169" y="84010"/>
                </a:cubicBezTo>
                <a:lnTo>
                  <a:pt x="156032" y="81045"/>
                </a:lnTo>
                <a:cubicBezTo>
                  <a:pt x="163919" y="78035"/>
                  <a:pt x="172060" y="75082"/>
                  <a:pt x="180442" y="72206"/>
                </a:cubicBezTo>
                <a:lnTo>
                  <a:pt x="181470" y="75209"/>
                </a:lnTo>
                <a:cubicBezTo>
                  <a:pt x="189446" y="72472"/>
                  <a:pt x="197637" y="69799"/>
                  <a:pt x="206045" y="67189"/>
                </a:cubicBezTo>
                <a:lnTo>
                  <a:pt x="205105" y="64154"/>
                </a:lnTo>
                <a:cubicBezTo>
                  <a:pt x="213195" y="61646"/>
                  <a:pt x="221488" y="59194"/>
                  <a:pt x="229965" y="56807"/>
                </a:cubicBezTo>
                <a:lnTo>
                  <a:pt x="230823" y="59861"/>
                </a:lnTo>
                <a:cubicBezTo>
                  <a:pt x="238963" y="57569"/>
                  <a:pt x="247282" y="55334"/>
                  <a:pt x="255772" y="53156"/>
                </a:cubicBezTo>
                <a:lnTo>
                  <a:pt x="254978" y="50082"/>
                </a:lnTo>
                <a:cubicBezTo>
                  <a:pt x="263207" y="47968"/>
                  <a:pt x="271596" y="45917"/>
                  <a:pt x="280130" y="43923"/>
                </a:cubicBezTo>
                <a:lnTo>
                  <a:pt x="280854" y="47015"/>
                </a:lnTo>
                <a:cubicBezTo>
                  <a:pt x="289116" y="45085"/>
                  <a:pt x="297523" y="43212"/>
                  <a:pt x="306064" y="41389"/>
                </a:cubicBezTo>
                <a:lnTo>
                  <a:pt x="305403" y="38284"/>
                </a:lnTo>
                <a:cubicBezTo>
                  <a:pt x="313735" y="36513"/>
                  <a:pt x="322193" y="34792"/>
                  <a:pt x="330778" y="33128"/>
                </a:cubicBezTo>
                <a:lnTo>
                  <a:pt x="331381" y="36246"/>
                </a:lnTo>
                <a:cubicBezTo>
                  <a:pt x="339738" y="34627"/>
                  <a:pt x="348209" y="33058"/>
                  <a:pt x="356794" y="31547"/>
                </a:cubicBezTo>
                <a:lnTo>
                  <a:pt x="356248" y="28416"/>
                </a:lnTo>
                <a:cubicBezTo>
                  <a:pt x="364662" y="26937"/>
                  <a:pt x="373183" y="25508"/>
                  <a:pt x="381806" y="24130"/>
                </a:cubicBezTo>
                <a:lnTo>
                  <a:pt x="382308" y="27267"/>
                </a:lnTo>
                <a:cubicBezTo>
                  <a:pt x="390741" y="25921"/>
                  <a:pt x="399275" y="24625"/>
                  <a:pt x="407899" y="23381"/>
                </a:cubicBezTo>
                <a:lnTo>
                  <a:pt x="407448" y="20238"/>
                </a:lnTo>
                <a:cubicBezTo>
                  <a:pt x="415931" y="19018"/>
                  <a:pt x="424504" y="17843"/>
                  <a:pt x="433165" y="16726"/>
                </a:cubicBezTo>
                <a:lnTo>
                  <a:pt x="433578" y="19876"/>
                </a:lnTo>
                <a:cubicBezTo>
                  <a:pt x="442055" y="18777"/>
                  <a:pt x="450615" y="17735"/>
                  <a:pt x="459257" y="16739"/>
                </a:cubicBezTo>
                <a:lnTo>
                  <a:pt x="458895" y="13583"/>
                </a:lnTo>
                <a:cubicBezTo>
                  <a:pt x="467398" y="12605"/>
                  <a:pt x="475971" y="11678"/>
                  <a:pt x="484619" y="10801"/>
                </a:cubicBezTo>
                <a:lnTo>
                  <a:pt x="484943" y="13957"/>
                </a:lnTo>
                <a:cubicBezTo>
                  <a:pt x="493452" y="13094"/>
                  <a:pt x="502037" y="12281"/>
                  <a:pt x="510692" y="11512"/>
                </a:cubicBezTo>
                <a:lnTo>
                  <a:pt x="510413" y="8350"/>
                </a:lnTo>
                <a:cubicBezTo>
                  <a:pt x="518967" y="7594"/>
                  <a:pt x="527584" y="6883"/>
                  <a:pt x="536270" y="6229"/>
                </a:cubicBezTo>
                <a:lnTo>
                  <a:pt x="536505" y="9392"/>
                </a:lnTo>
                <a:cubicBezTo>
                  <a:pt x="545071" y="8744"/>
                  <a:pt x="553695" y="8141"/>
                  <a:pt x="562375" y="7588"/>
                </a:cubicBezTo>
                <a:lnTo>
                  <a:pt x="562172" y="4419"/>
                </a:lnTo>
                <a:cubicBezTo>
                  <a:pt x="570725" y="3880"/>
                  <a:pt x="579336" y="3384"/>
                  <a:pt x="587997" y="2940"/>
                </a:cubicBezTo>
                <a:lnTo>
                  <a:pt x="588156" y="6109"/>
                </a:lnTo>
                <a:cubicBezTo>
                  <a:pt x="596722" y="5671"/>
                  <a:pt x="605333" y="5277"/>
                  <a:pt x="614001" y="4928"/>
                </a:cubicBezTo>
                <a:lnTo>
                  <a:pt x="613874" y="1759"/>
                </a:lnTo>
                <a:cubicBezTo>
                  <a:pt x="622465" y="1416"/>
                  <a:pt x="631107" y="1124"/>
                  <a:pt x="639801" y="876"/>
                </a:cubicBezTo>
                <a:lnTo>
                  <a:pt x="639889" y="4051"/>
                </a:lnTo>
                <a:cubicBezTo>
                  <a:pt x="648475" y="3810"/>
                  <a:pt x="657111" y="3613"/>
                  <a:pt x="665785" y="3467"/>
                </a:cubicBezTo>
                <a:lnTo>
                  <a:pt x="665734" y="292"/>
                </a:lnTo>
                <a:cubicBezTo>
                  <a:pt x="674319" y="146"/>
                  <a:pt x="682949" y="51"/>
                  <a:pt x="691610" y="0"/>
                </a:cubicBezTo>
                <a:lnTo>
                  <a:pt x="691629" y="3175"/>
                </a:lnTo>
                <a:cubicBezTo>
                  <a:pt x="695947" y="3156"/>
                  <a:pt x="700278" y="3143"/>
                  <a:pt x="704622" y="3143"/>
                </a:cubicBezTo>
                <a:cubicBezTo>
                  <a:pt x="708959" y="3143"/>
                  <a:pt x="713289" y="3156"/>
                  <a:pt x="717613" y="3175"/>
                </a:cubicBezTo>
                <a:lnTo>
                  <a:pt x="717633" y="0"/>
                </a:lnTo>
                <a:cubicBezTo>
                  <a:pt x="726294" y="51"/>
                  <a:pt x="734924" y="146"/>
                  <a:pt x="743509" y="292"/>
                </a:cubicBezTo>
                <a:lnTo>
                  <a:pt x="743458" y="3467"/>
                </a:lnTo>
                <a:cubicBezTo>
                  <a:pt x="752132" y="3613"/>
                  <a:pt x="760762" y="3810"/>
                  <a:pt x="769353" y="4051"/>
                </a:cubicBezTo>
                <a:lnTo>
                  <a:pt x="769442" y="876"/>
                </a:lnTo>
                <a:cubicBezTo>
                  <a:pt x="778129" y="1124"/>
                  <a:pt x="786778" y="1416"/>
                  <a:pt x="795370" y="1759"/>
                </a:cubicBezTo>
                <a:lnTo>
                  <a:pt x="795242" y="4928"/>
                </a:lnTo>
                <a:cubicBezTo>
                  <a:pt x="803910" y="5277"/>
                  <a:pt x="812521" y="5671"/>
                  <a:pt x="821087" y="6109"/>
                </a:cubicBezTo>
                <a:lnTo>
                  <a:pt x="821245" y="2940"/>
                </a:lnTo>
                <a:cubicBezTo>
                  <a:pt x="829907" y="3384"/>
                  <a:pt x="838518" y="3880"/>
                  <a:pt x="847071" y="4419"/>
                </a:cubicBezTo>
                <a:lnTo>
                  <a:pt x="846868" y="7588"/>
                </a:lnTo>
                <a:cubicBezTo>
                  <a:pt x="855548" y="8141"/>
                  <a:pt x="864172" y="8744"/>
                  <a:pt x="872738" y="9392"/>
                </a:cubicBezTo>
                <a:lnTo>
                  <a:pt x="872973" y="6229"/>
                </a:lnTo>
                <a:cubicBezTo>
                  <a:pt x="881660" y="6883"/>
                  <a:pt x="890277" y="7594"/>
                  <a:pt x="898830" y="8350"/>
                </a:cubicBezTo>
                <a:lnTo>
                  <a:pt x="898550" y="11512"/>
                </a:lnTo>
                <a:cubicBezTo>
                  <a:pt x="907199" y="12281"/>
                  <a:pt x="915784" y="13094"/>
                  <a:pt x="924300" y="13957"/>
                </a:cubicBezTo>
                <a:lnTo>
                  <a:pt x="924617" y="10801"/>
                </a:lnTo>
                <a:cubicBezTo>
                  <a:pt x="933272" y="11678"/>
                  <a:pt x="941845" y="12605"/>
                  <a:pt x="950347" y="13583"/>
                </a:cubicBezTo>
                <a:lnTo>
                  <a:pt x="949986" y="16739"/>
                </a:lnTo>
                <a:cubicBezTo>
                  <a:pt x="958628" y="17735"/>
                  <a:pt x="967188" y="18777"/>
                  <a:pt x="975665" y="19876"/>
                </a:cubicBezTo>
                <a:lnTo>
                  <a:pt x="976071" y="16726"/>
                </a:lnTo>
                <a:cubicBezTo>
                  <a:pt x="984733" y="17843"/>
                  <a:pt x="993312" y="19018"/>
                  <a:pt x="1001795" y="20238"/>
                </a:cubicBezTo>
                <a:lnTo>
                  <a:pt x="1001344" y="23381"/>
                </a:lnTo>
                <a:cubicBezTo>
                  <a:pt x="1009968" y="24625"/>
                  <a:pt x="1018502" y="25921"/>
                  <a:pt x="1026935" y="27267"/>
                </a:cubicBezTo>
                <a:lnTo>
                  <a:pt x="1027436" y="24130"/>
                </a:lnTo>
                <a:cubicBezTo>
                  <a:pt x="1036060" y="25508"/>
                  <a:pt x="1044581" y="26937"/>
                  <a:pt x="1052995" y="28416"/>
                </a:cubicBezTo>
                <a:lnTo>
                  <a:pt x="1052443" y="31547"/>
                </a:lnTo>
                <a:cubicBezTo>
                  <a:pt x="1061034" y="33058"/>
                  <a:pt x="1069505" y="34627"/>
                  <a:pt x="1077862" y="36246"/>
                </a:cubicBezTo>
                <a:lnTo>
                  <a:pt x="1078465" y="33128"/>
                </a:lnTo>
                <a:cubicBezTo>
                  <a:pt x="1087050" y="34792"/>
                  <a:pt x="1095509" y="36513"/>
                  <a:pt x="1103839" y="38284"/>
                </a:cubicBezTo>
                <a:lnTo>
                  <a:pt x="1103179" y="41389"/>
                </a:lnTo>
                <a:cubicBezTo>
                  <a:pt x="1111720" y="43212"/>
                  <a:pt x="1120127" y="45085"/>
                  <a:pt x="1128389" y="47015"/>
                </a:cubicBezTo>
                <a:lnTo>
                  <a:pt x="1129113" y="43923"/>
                </a:lnTo>
                <a:cubicBezTo>
                  <a:pt x="1137647" y="45917"/>
                  <a:pt x="1146035" y="47968"/>
                  <a:pt x="1154258" y="50082"/>
                </a:cubicBezTo>
                <a:lnTo>
                  <a:pt x="1153471" y="53156"/>
                </a:lnTo>
                <a:cubicBezTo>
                  <a:pt x="1161961" y="55334"/>
                  <a:pt x="1170280" y="57569"/>
                  <a:pt x="1178421" y="59861"/>
                </a:cubicBezTo>
                <a:lnTo>
                  <a:pt x="1179277" y="56807"/>
                </a:lnTo>
                <a:cubicBezTo>
                  <a:pt x="1187755" y="59194"/>
                  <a:pt x="1196048" y="61646"/>
                  <a:pt x="1204138" y="64154"/>
                </a:cubicBezTo>
                <a:lnTo>
                  <a:pt x="1203198" y="67189"/>
                </a:lnTo>
                <a:cubicBezTo>
                  <a:pt x="1211605" y="69799"/>
                  <a:pt x="1219797" y="72472"/>
                  <a:pt x="1227773" y="75209"/>
                </a:cubicBezTo>
                <a:lnTo>
                  <a:pt x="1228801" y="72206"/>
                </a:lnTo>
                <a:cubicBezTo>
                  <a:pt x="1237183" y="75082"/>
                  <a:pt x="1245324" y="78035"/>
                  <a:pt x="1253211" y="81045"/>
                </a:cubicBezTo>
                <a:lnTo>
                  <a:pt x="1252074" y="84010"/>
                </a:lnTo>
                <a:cubicBezTo>
                  <a:pt x="1260342" y="87173"/>
                  <a:pt x="1268330" y="90405"/>
                  <a:pt x="1276020" y="93707"/>
                </a:cubicBezTo>
                <a:lnTo>
                  <a:pt x="1277271" y="90786"/>
                </a:lnTo>
                <a:cubicBezTo>
                  <a:pt x="1285462" y="94304"/>
                  <a:pt x="1293324" y="97898"/>
                  <a:pt x="1300848" y="101568"/>
                </a:cubicBezTo>
                <a:lnTo>
                  <a:pt x="1299458" y="104419"/>
                </a:lnTo>
                <a:cubicBezTo>
                  <a:pt x="1307427" y="108305"/>
                  <a:pt x="1315003" y="112274"/>
                  <a:pt x="1322165" y="116319"/>
                </a:cubicBezTo>
                <a:lnTo>
                  <a:pt x="1323728" y="113557"/>
                </a:lnTo>
                <a:cubicBezTo>
                  <a:pt x="1331595" y="117996"/>
                  <a:pt x="1338986" y="122536"/>
                  <a:pt x="1345870" y="127159"/>
                </a:cubicBezTo>
                <a:lnTo>
                  <a:pt x="1344098" y="129794"/>
                </a:lnTo>
                <a:cubicBezTo>
                  <a:pt x="1351534" y="134785"/>
                  <a:pt x="1358354" y="139871"/>
                  <a:pt x="1364539" y="145034"/>
                </a:cubicBezTo>
                <a:lnTo>
                  <a:pt x="1366577" y="142596"/>
                </a:lnTo>
                <a:cubicBezTo>
                  <a:pt x="1373620" y="148482"/>
                  <a:pt x="1379868" y="154483"/>
                  <a:pt x="1385284" y="160591"/>
                </a:cubicBezTo>
                <a:lnTo>
                  <a:pt x="1382910" y="162700"/>
                </a:lnTo>
                <a:cubicBezTo>
                  <a:pt x="1388872" y="169424"/>
                  <a:pt x="1393768" y="176244"/>
                  <a:pt x="1397565" y="183134"/>
                </a:cubicBezTo>
                <a:lnTo>
                  <a:pt x="1400347" y="181604"/>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B34F6C84-780E-28D5-DC5C-C2F57F60340E}"/>
              </a:ext>
            </a:extLst>
          </p:cNvPr>
          <p:cNvSpPr/>
          <p:nvPr/>
        </p:nvSpPr>
        <p:spPr>
          <a:xfrm>
            <a:off x="3957694" y="5328735"/>
            <a:ext cx="1860118" cy="547471"/>
          </a:xfrm>
          <a:custGeom>
            <a:avLst/>
            <a:gdLst>
              <a:gd name="connsiteX0" fmla="*/ 1834293 w 1860118"/>
              <a:gd name="connsiteY0" fmla="*/ 204959 h 547471"/>
              <a:gd name="connsiteX1" fmla="*/ 1860118 w 1860118"/>
              <a:gd name="connsiteY1" fmla="*/ 248615 h 547471"/>
              <a:gd name="connsiteX2" fmla="*/ 1854054 w 1860118"/>
              <a:gd name="connsiteY2" fmla="*/ 250495 h 547471"/>
              <a:gd name="connsiteX3" fmla="*/ 1857648 w 1860118"/>
              <a:gd name="connsiteY3" fmla="*/ 273736 h 547471"/>
              <a:gd name="connsiteX4" fmla="*/ 1854054 w 1860118"/>
              <a:gd name="connsiteY4" fmla="*/ 296977 h 547471"/>
              <a:gd name="connsiteX5" fmla="*/ 1860118 w 1860118"/>
              <a:gd name="connsiteY5" fmla="*/ 298857 h 547471"/>
              <a:gd name="connsiteX6" fmla="*/ 1834293 w 1860118"/>
              <a:gd name="connsiteY6" fmla="*/ 342513 h 547471"/>
              <a:gd name="connsiteX7" fmla="*/ 1829531 w 1860118"/>
              <a:gd name="connsiteY7" fmla="*/ 338315 h 547471"/>
              <a:gd name="connsiteX8" fmla="*/ 1792586 w 1860118"/>
              <a:gd name="connsiteY8" fmla="*/ 371139 h 547471"/>
              <a:gd name="connsiteX9" fmla="*/ 1796314 w 1860118"/>
              <a:gd name="connsiteY9" fmla="*/ 376275 h 547471"/>
              <a:gd name="connsiteX10" fmla="*/ 1752956 w 1860118"/>
              <a:gd name="connsiteY10" fmla="*/ 403352 h 547471"/>
              <a:gd name="connsiteX11" fmla="*/ 1749920 w 1860118"/>
              <a:gd name="connsiteY11" fmla="*/ 397777 h 547471"/>
              <a:gd name="connsiteX12" fmla="*/ 1704543 w 1860118"/>
              <a:gd name="connsiteY12" fmla="*/ 419894 h 547471"/>
              <a:gd name="connsiteX13" fmla="*/ 1707096 w 1860118"/>
              <a:gd name="connsiteY13" fmla="*/ 425710 h 547471"/>
              <a:gd name="connsiteX14" fmla="*/ 1659795 w 1860118"/>
              <a:gd name="connsiteY14" fmla="*/ 444652 h 547471"/>
              <a:gd name="connsiteX15" fmla="*/ 1657611 w 1860118"/>
              <a:gd name="connsiteY15" fmla="*/ 438690 h 547471"/>
              <a:gd name="connsiteX16" fmla="*/ 1609548 w 1860118"/>
              <a:gd name="connsiteY16" fmla="*/ 454952 h 547471"/>
              <a:gd name="connsiteX17" fmla="*/ 1611440 w 1860118"/>
              <a:gd name="connsiteY17" fmla="*/ 461016 h 547471"/>
              <a:gd name="connsiteX18" fmla="*/ 1562354 w 1860118"/>
              <a:gd name="connsiteY18" fmla="*/ 475272 h 547471"/>
              <a:gd name="connsiteX19" fmla="*/ 1560703 w 1860118"/>
              <a:gd name="connsiteY19" fmla="*/ 469144 h 547471"/>
              <a:gd name="connsiteX20" fmla="*/ 1511465 w 1860118"/>
              <a:gd name="connsiteY20" fmla="*/ 481533 h 547471"/>
              <a:gd name="connsiteX21" fmla="*/ 1512913 w 1860118"/>
              <a:gd name="connsiteY21" fmla="*/ 487718 h 547471"/>
              <a:gd name="connsiteX22" fmla="*/ 1463040 w 1860118"/>
              <a:gd name="connsiteY22" fmla="*/ 498634 h 547471"/>
              <a:gd name="connsiteX23" fmla="*/ 1461770 w 1860118"/>
              <a:gd name="connsiteY23" fmla="*/ 492411 h 547471"/>
              <a:gd name="connsiteX24" fmla="*/ 1411688 w 1860118"/>
              <a:gd name="connsiteY24" fmla="*/ 501955 h 547471"/>
              <a:gd name="connsiteX25" fmla="*/ 1412799 w 1860118"/>
              <a:gd name="connsiteY25" fmla="*/ 508203 h 547471"/>
              <a:gd name="connsiteX26" fmla="*/ 1362526 w 1860118"/>
              <a:gd name="connsiteY26" fmla="*/ 516509 h 547471"/>
              <a:gd name="connsiteX27" fmla="*/ 1361567 w 1860118"/>
              <a:gd name="connsiteY27" fmla="*/ 510235 h 547471"/>
              <a:gd name="connsiteX28" fmla="*/ 1311174 w 1860118"/>
              <a:gd name="connsiteY28" fmla="*/ 517404 h 547471"/>
              <a:gd name="connsiteX29" fmla="*/ 1311999 w 1860118"/>
              <a:gd name="connsiteY29" fmla="*/ 523704 h 547471"/>
              <a:gd name="connsiteX30" fmla="*/ 1261294 w 1860118"/>
              <a:gd name="connsiteY30" fmla="*/ 529850 h 547471"/>
              <a:gd name="connsiteX31" fmla="*/ 1260589 w 1860118"/>
              <a:gd name="connsiteY31" fmla="*/ 523545 h 547471"/>
              <a:gd name="connsiteX32" fmla="*/ 1209866 w 1860118"/>
              <a:gd name="connsiteY32" fmla="*/ 528695 h 547471"/>
              <a:gd name="connsiteX33" fmla="*/ 1210450 w 1860118"/>
              <a:gd name="connsiteY33" fmla="*/ 535019 h 547471"/>
              <a:gd name="connsiteX34" fmla="*/ 1159586 w 1860118"/>
              <a:gd name="connsiteY34" fmla="*/ 539242 h 547471"/>
              <a:gd name="connsiteX35" fmla="*/ 1159117 w 1860118"/>
              <a:gd name="connsiteY35" fmla="*/ 532911 h 547471"/>
              <a:gd name="connsiteX36" fmla="*/ 1108323 w 1860118"/>
              <a:gd name="connsiteY36" fmla="*/ 536232 h 547471"/>
              <a:gd name="connsiteX37" fmla="*/ 1108685 w 1860118"/>
              <a:gd name="connsiteY37" fmla="*/ 542570 h 547471"/>
              <a:gd name="connsiteX38" fmla="*/ 1057713 w 1860118"/>
              <a:gd name="connsiteY38" fmla="*/ 545040 h 547471"/>
              <a:gd name="connsiteX39" fmla="*/ 1057460 w 1860118"/>
              <a:gd name="connsiteY39" fmla="*/ 538696 h 547471"/>
              <a:gd name="connsiteX40" fmla="*/ 1006545 w 1860118"/>
              <a:gd name="connsiteY40" fmla="*/ 540322 h 547471"/>
              <a:gd name="connsiteX41" fmla="*/ 1006697 w 1860118"/>
              <a:gd name="connsiteY41" fmla="*/ 546665 h 547471"/>
              <a:gd name="connsiteX42" fmla="*/ 955656 w 1860118"/>
              <a:gd name="connsiteY42" fmla="*/ 547472 h 547471"/>
              <a:gd name="connsiteX43" fmla="*/ 955605 w 1860118"/>
              <a:gd name="connsiteY43" fmla="*/ 541122 h 547471"/>
              <a:gd name="connsiteX44" fmla="*/ 930059 w 1860118"/>
              <a:gd name="connsiteY44" fmla="*/ 541223 h 547471"/>
              <a:gd name="connsiteX45" fmla="*/ 904513 w 1860118"/>
              <a:gd name="connsiteY45" fmla="*/ 541122 h 547471"/>
              <a:gd name="connsiteX46" fmla="*/ 904462 w 1860118"/>
              <a:gd name="connsiteY46" fmla="*/ 547472 h 547471"/>
              <a:gd name="connsiteX47" fmla="*/ 853421 w 1860118"/>
              <a:gd name="connsiteY47" fmla="*/ 546665 h 547471"/>
              <a:gd name="connsiteX48" fmla="*/ 853574 w 1860118"/>
              <a:gd name="connsiteY48" fmla="*/ 540322 h 547471"/>
              <a:gd name="connsiteX49" fmla="*/ 802659 w 1860118"/>
              <a:gd name="connsiteY49" fmla="*/ 538696 h 547471"/>
              <a:gd name="connsiteX50" fmla="*/ 802405 w 1860118"/>
              <a:gd name="connsiteY50" fmla="*/ 545040 h 547471"/>
              <a:gd name="connsiteX51" fmla="*/ 751434 w 1860118"/>
              <a:gd name="connsiteY51" fmla="*/ 542570 h 547471"/>
              <a:gd name="connsiteX52" fmla="*/ 751796 w 1860118"/>
              <a:gd name="connsiteY52" fmla="*/ 536232 h 547471"/>
              <a:gd name="connsiteX53" fmla="*/ 701002 w 1860118"/>
              <a:gd name="connsiteY53" fmla="*/ 532911 h 547471"/>
              <a:gd name="connsiteX54" fmla="*/ 700532 w 1860118"/>
              <a:gd name="connsiteY54" fmla="*/ 539242 h 547471"/>
              <a:gd name="connsiteX55" fmla="*/ 649669 w 1860118"/>
              <a:gd name="connsiteY55" fmla="*/ 535019 h 547471"/>
              <a:gd name="connsiteX56" fmla="*/ 650253 w 1860118"/>
              <a:gd name="connsiteY56" fmla="*/ 528695 h 547471"/>
              <a:gd name="connsiteX57" fmla="*/ 599529 w 1860118"/>
              <a:gd name="connsiteY57" fmla="*/ 523545 h 547471"/>
              <a:gd name="connsiteX58" fmla="*/ 598824 w 1860118"/>
              <a:gd name="connsiteY58" fmla="*/ 529850 h 547471"/>
              <a:gd name="connsiteX59" fmla="*/ 548120 w 1860118"/>
              <a:gd name="connsiteY59" fmla="*/ 523704 h 547471"/>
              <a:gd name="connsiteX60" fmla="*/ 548945 w 1860118"/>
              <a:gd name="connsiteY60" fmla="*/ 517404 h 547471"/>
              <a:gd name="connsiteX61" fmla="*/ 498551 w 1860118"/>
              <a:gd name="connsiteY61" fmla="*/ 510235 h 547471"/>
              <a:gd name="connsiteX62" fmla="*/ 497593 w 1860118"/>
              <a:gd name="connsiteY62" fmla="*/ 516509 h 547471"/>
              <a:gd name="connsiteX63" fmla="*/ 447320 w 1860118"/>
              <a:gd name="connsiteY63" fmla="*/ 508203 h 547471"/>
              <a:gd name="connsiteX64" fmla="*/ 448431 w 1860118"/>
              <a:gd name="connsiteY64" fmla="*/ 501955 h 547471"/>
              <a:gd name="connsiteX65" fmla="*/ 398349 w 1860118"/>
              <a:gd name="connsiteY65" fmla="*/ 492411 h 547471"/>
              <a:gd name="connsiteX66" fmla="*/ 397078 w 1860118"/>
              <a:gd name="connsiteY66" fmla="*/ 498634 h 547471"/>
              <a:gd name="connsiteX67" fmla="*/ 347206 w 1860118"/>
              <a:gd name="connsiteY67" fmla="*/ 487718 h 547471"/>
              <a:gd name="connsiteX68" fmla="*/ 348653 w 1860118"/>
              <a:gd name="connsiteY68" fmla="*/ 481533 h 547471"/>
              <a:gd name="connsiteX69" fmla="*/ 299415 w 1860118"/>
              <a:gd name="connsiteY69" fmla="*/ 469144 h 547471"/>
              <a:gd name="connsiteX70" fmla="*/ 297764 w 1860118"/>
              <a:gd name="connsiteY70" fmla="*/ 475272 h 547471"/>
              <a:gd name="connsiteX71" fmla="*/ 248679 w 1860118"/>
              <a:gd name="connsiteY71" fmla="*/ 461016 h 547471"/>
              <a:gd name="connsiteX72" fmla="*/ 250571 w 1860118"/>
              <a:gd name="connsiteY72" fmla="*/ 454952 h 547471"/>
              <a:gd name="connsiteX73" fmla="*/ 202508 w 1860118"/>
              <a:gd name="connsiteY73" fmla="*/ 438690 h 547471"/>
              <a:gd name="connsiteX74" fmla="*/ 200324 w 1860118"/>
              <a:gd name="connsiteY74" fmla="*/ 444652 h 547471"/>
              <a:gd name="connsiteX75" fmla="*/ 153022 w 1860118"/>
              <a:gd name="connsiteY75" fmla="*/ 425710 h 547471"/>
              <a:gd name="connsiteX76" fmla="*/ 155575 w 1860118"/>
              <a:gd name="connsiteY76" fmla="*/ 419894 h 547471"/>
              <a:gd name="connsiteX77" fmla="*/ 110198 w 1860118"/>
              <a:gd name="connsiteY77" fmla="*/ 397777 h 547471"/>
              <a:gd name="connsiteX78" fmla="*/ 107163 w 1860118"/>
              <a:gd name="connsiteY78" fmla="*/ 403352 h 547471"/>
              <a:gd name="connsiteX79" fmla="*/ 63805 w 1860118"/>
              <a:gd name="connsiteY79" fmla="*/ 376275 h 547471"/>
              <a:gd name="connsiteX80" fmla="*/ 67532 w 1860118"/>
              <a:gd name="connsiteY80" fmla="*/ 371139 h 547471"/>
              <a:gd name="connsiteX81" fmla="*/ 30588 w 1860118"/>
              <a:gd name="connsiteY81" fmla="*/ 338315 h 547471"/>
              <a:gd name="connsiteX82" fmla="*/ 25826 w 1860118"/>
              <a:gd name="connsiteY82" fmla="*/ 342513 h 547471"/>
              <a:gd name="connsiteX83" fmla="*/ 0 w 1860118"/>
              <a:gd name="connsiteY83" fmla="*/ 298857 h 547471"/>
              <a:gd name="connsiteX84" fmla="*/ 6064 w 1860118"/>
              <a:gd name="connsiteY84" fmla="*/ 296977 h 547471"/>
              <a:gd name="connsiteX85" fmla="*/ 2470 w 1860118"/>
              <a:gd name="connsiteY85" fmla="*/ 273736 h 547471"/>
              <a:gd name="connsiteX86" fmla="*/ 6064 w 1860118"/>
              <a:gd name="connsiteY86" fmla="*/ 250495 h 547471"/>
              <a:gd name="connsiteX87" fmla="*/ 0 w 1860118"/>
              <a:gd name="connsiteY87" fmla="*/ 248615 h 547471"/>
              <a:gd name="connsiteX88" fmla="*/ 25826 w 1860118"/>
              <a:gd name="connsiteY88" fmla="*/ 204959 h 547471"/>
              <a:gd name="connsiteX89" fmla="*/ 30588 w 1860118"/>
              <a:gd name="connsiteY89" fmla="*/ 209163 h 547471"/>
              <a:gd name="connsiteX90" fmla="*/ 67532 w 1860118"/>
              <a:gd name="connsiteY90" fmla="*/ 176340 h 547471"/>
              <a:gd name="connsiteX91" fmla="*/ 63805 w 1860118"/>
              <a:gd name="connsiteY91" fmla="*/ 171196 h 547471"/>
              <a:gd name="connsiteX92" fmla="*/ 107163 w 1860118"/>
              <a:gd name="connsiteY92" fmla="*/ 144120 h 547471"/>
              <a:gd name="connsiteX93" fmla="*/ 110198 w 1860118"/>
              <a:gd name="connsiteY93" fmla="*/ 149695 h 547471"/>
              <a:gd name="connsiteX94" fmla="*/ 155575 w 1860118"/>
              <a:gd name="connsiteY94" fmla="*/ 127578 h 547471"/>
              <a:gd name="connsiteX95" fmla="*/ 153022 w 1860118"/>
              <a:gd name="connsiteY95" fmla="*/ 121768 h 547471"/>
              <a:gd name="connsiteX96" fmla="*/ 200324 w 1860118"/>
              <a:gd name="connsiteY96" fmla="*/ 102819 h 547471"/>
              <a:gd name="connsiteX97" fmla="*/ 202508 w 1860118"/>
              <a:gd name="connsiteY97" fmla="*/ 108782 h 547471"/>
              <a:gd name="connsiteX98" fmla="*/ 250571 w 1860118"/>
              <a:gd name="connsiteY98" fmla="*/ 92520 h 547471"/>
              <a:gd name="connsiteX99" fmla="*/ 248679 w 1860118"/>
              <a:gd name="connsiteY99" fmla="*/ 86455 h 547471"/>
              <a:gd name="connsiteX100" fmla="*/ 297764 w 1860118"/>
              <a:gd name="connsiteY100" fmla="*/ 72199 h 547471"/>
              <a:gd name="connsiteX101" fmla="*/ 299415 w 1860118"/>
              <a:gd name="connsiteY101" fmla="*/ 78327 h 547471"/>
              <a:gd name="connsiteX102" fmla="*/ 348653 w 1860118"/>
              <a:gd name="connsiteY102" fmla="*/ 65939 h 547471"/>
              <a:gd name="connsiteX103" fmla="*/ 347206 w 1860118"/>
              <a:gd name="connsiteY103" fmla="*/ 59754 h 547471"/>
              <a:gd name="connsiteX104" fmla="*/ 397078 w 1860118"/>
              <a:gd name="connsiteY104" fmla="*/ 48838 h 547471"/>
              <a:gd name="connsiteX105" fmla="*/ 398349 w 1860118"/>
              <a:gd name="connsiteY105" fmla="*/ 55061 h 547471"/>
              <a:gd name="connsiteX106" fmla="*/ 448431 w 1860118"/>
              <a:gd name="connsiteY106" fmla="*/ 45517 h 547471"/>
              <a:gd name="connsiteX107" fmla="*/ 447320 w 1860118"/>
              <a:gd name="connsiteY107" fmla="*/ 39269 h 547471"/>
              <a:gd name="connsiteX108" fmla="*/ 497593 w 1860118"/>
              <a:gd name="connsiteY108" fmla="*/ 30962 h 547471"/>
              <a:gd name="connsiteX109" fmla="*/ 498558 w 1860118"/>
              <a:gd name="connsiteY109" fmla="*/ 37236 h 547471"/>
              <a:gd name="connsiteX110" fmla="*/ 548945 w 1860118"/>
              <a:gd name="connsiteY110" fmla="*/ 30067 h 547471"/>
              <a:gd name="connsiteX111" fmla="*/ 548120 w 1860118"/>
              <a:gd name="connsiteY111" fmla="*/ 23768 h 547471"/>
              <a:gd name="connsiteX112" fmla="*/ 598824 w 1860118"/>
              <a:gd name="connsiteY112" fmla="*/ 17621 h 547471"/>
              <a:gd name="connsiteX113" fmla="*/ 599529 w 1860118"/>
              <a:gd name="connsiteY113" fmla="*/ 23927 h 547471"/>
              <a:gd name="connsiteX114" fmla="*/ 650253 w 1860118"/>
              <a:gd name="connsiteY114" fmla="*/ 18777 h 547471"/>
              <a:gd name="connsiteX115" fmla="*/ 649669 w 1860118"/>
              <a:gd name="connsiteY115" fmla="*/ 12452 h 547471"/>
              <a:gd name="connsiteX116" fmla="*/ 700532 w 1860118"/>
              <a:gd name="connsiteY116" fmla="*/ 8230 h 547471"/>
              <a:gd name="connsiteX117" fmla="*/ 701002 w 1860118"/>
              <a:gd name="connsiteY117" fmla="*/ 14561 h 547471"/>
              <a:gd name="connsiteX118" fmla="*/ 751796 w 1860118"/>
              <a:gd name="connsiteY118" fmla="*/ 11240 h 547471"/>
              <a:gd name="connsiteX119" fmla="*/ 751434 w 1860118"/>
              <a:gd name="connsiteY119" fmla="*/ 4902 h 547471"/>
              <a:gd name="connsiteX120" fmla="*/ 802405 w 1860118"/>
              <a:gd name="connsiteY120" fmla="*/ 2432 h 547471"/>
              <a:gd name="connsiteX121" fmla="*/ 802659 w 1860118"/>
              <a:gd name="connsiteY121" fmla="*/ 8776 h 547471"/>
              <a:gd name="connsiteX122" fmla="*/ 853574 w 1860118"/>
              <a:gd name="connsiteY122" fmla="*/ 7157 h 547471"/>
              <a:gd name="connsiteX123" fmla="*/ 853421 w 1860118"/>
              <a:gd name="connsiteY123" fmla="*/ 807 h 547471"/>
              <a:gd name="connsiteX124" fmla="*/ 904462 w 1860118"/>
              <a:gd name="connsiteY124" fmla="*/ 0 h 547471"/>
              <a:gd name="connsiteX125" fmla="*/ 904513 w 1860118"/>
              <a:gd name="connsiteY125" fmla="*/ 6350 h 547471"/>
              <a:gd name="connsiteX126" fmla="*/ 930059 w 1860118"/>
              <a:gd name="connsiteY126" fmla="*/ 6248 h 547471"/>
              <a:gd name="connsiteX127" fmla="*/ 955605 w 1860118"/>
              <a:gd name="connsiteY127" fmla="*/ 6350 h 547471"/>
              <a:gd name="connsiteX128" fmla="*/ 955656 w 1860118"/>
              <a:gd name="connsiteY128" fmla="*/ 0 h 547471"/>
              <a:gd name="connsiteX129" fmla="*/ 1006697 w 1860118"/>
              <a:gd name="connsiteY129" fmla="*/ 807 h 547471"/>
              <a:gd name="connsiteX130" fmla="*/ 1006545 w 1860118"/>
              <a:gd name="connsiteY130" fmla="*/ 7157 h 547471"/>
              <a:gd name="connsiteX131" fmla="*/ 1057460 w 1860118"/>
              <a:gd name="connsiteY131" fmla="*/ 8776 h 547471"/>
              <a:gd name="connsiteX132" fmla="*/ 1057713 w 1860118"/>
              <a:gd name="connsiteY132" fmla="*/ 2432 h 547471"/>
              <a:gd name="connsiteX133" fmla="*/ 1108685 w 1860118"/>
              <a:gd name="connsiteY133" fmla="*/ 4902 h 547471"/>
              <a:gd name="connsiteX134" fmla="*/ 1108323 w 1860118"/>
              <a:gd name="connsiteY134" fmla="*/ 11240 h 547471"/>
              <a:gd name="connsiteX135" fmla="*/ 1159117 w 1860118"/>
              <a:gd name="connsiteY135" fmla="*/ 14561 h 547471"/>
              <a:gd name="connsiteX136" fmla="*/ 1159586 w 1860118"/>
              <a:gd name="connsiteY136" fmla="*/ 8230 h 547471"/>
              <a:gd name="connsiteX137" fmla="*/ 1210450 w 1860118"/>
              <a:gd name="connsiteY137" fmla="*/ 12452 h 547471"/>
              <a:gd name="connsiteX138" fmla="*/ 1209866 w 1860118"/>
              <a:gd name="connsiteY138" fmla="*/ 18777 h 547471"/>
              <a:gd name="connsiteX139" fmla="*/ 1260589 w 1860118"/>
              <a:gd name="connsiteY139" fmla="*/ 23927 h 547471"/>
              <a:gd name="connsiteX140" fmla="*/ 1261294 w 1860118"/>
              <a:gd name="connsiteY140" fmla="*/ 17621 h 547471"/>
              <a:gd name="connsiteX141" fmla="*/ 1311999 w 1860118"/>
              <a:gd name="connsiteY141" fmla="*/ 23768 h 547471"/>
              <a:gd name="connsiteX142" fmla="*/ 1311174 w 1860118"/>
              <a:gd name="connsiteY142" fmla="*/ 30067 h 547471"/>
              <a:gd name="connsiteX143" fmla="*/ 1361567 w 1860118"/>
              <a:gd name="connsiteY143" fmla="*/ 37236 h 547471"/>
              <a:gd name="connsiteX144" fmla="*/ 1362526 w 1860118"/>
              <a:gd name="connsiteY144" fmla="*/ 30962 h 547471"/>
              <a:gd name="connsiteX145" fmla="*/ 1412799 w 1860118"/>
              <a:gd name="connsiteY145" fmla="*/ 39269 h 547471"/>
              <a:gd name="connsiteX146" fmla="*/ 1411688 w 1860118"/>
              <a:gd name="connsiteY146" fmla="*/ 45517 h 547471"/>
              <a:gd name="connsiteX147" fmla="*/ 1461770 w 1860118"/>
              <a:gd name="connsiteY147" fmla="*/ 55061 h 547471"/>
              <a:gd name="connsiteX148" fmla="*/ 1463040 w 1860118"/>
              <a:gd name="connsiteY148" fmla="*/ 48838 h 547471"/>
              <a:gd name="connsiteX149" fmla="*/ 1512913 w 1860118"/>
              <a:gd name="connsiteY149" fmla="*/ 59754 h 547471"/>
              <a:gd name="connsiteX150" fmla="*/ 1511465 w 1860118"/>
              <a:gd name="connsiteY150" fmla="*/ 65939 h 547471"/>
              <a:gd name="connsiteX151" fmla="*/ 1560703 w 1860118"/>
              <a:gd name="connsiteY151" fmla="*/ 78327 h 547471"/>
              <a:gd name="connsiteX152" fmla="*/ 1562354 w 1860118"/>
              <a:gd name="connsiteY152" fmla="*/ 72199 h 547471"/>
              <a:gd name="connsiteX153" fmla="*/ 1611440 w 1860118"/>
              <a:gd name="connsiteY153" fmla="*/ 86455 h 547471"/>
              <a:gd name="connsiteX154" fmla="*/ 1609548 w 1860118"/>
              <a:gd name="connsiteY154" fmla="*/ 92520 h 547471"/>
              <a:gd name="connsiteX155" fmla="*/ 1657611 w 1860118"/>
              <a:gd name="connsiteY155" fmla="*/ 108782 h 547471"/>
              <a:gd name="connsiteX156" fmla="*/ 1659795 w 1860118"/>
              <a:gd name="connsiteY156" fmla="*/ 102819 h 547471"/>
              <a:gd name="connsiteX157" fmla="*/ 1707096 w 1860118"/>
              <a:gd name="connsiteY157" fmla="*/ 121768 h 547471"/>
              <a:gd name="connsiteX158" fmla="*/ 1704543 w 1860118"/>
              <a:gd name="connsiteY158" fmla="*/ 127578 h 547471"/>
              <a:gd name="connsiteX159" fmla="*/ 1749920 w 1860118"/>
              <a:gd name="connsiteY159" fmla="*/ 149695 h 547471"/>
              <a:gd name="connsiteX160" fmla="*/ 1752956 w 1860118"/>
              <a:gd name="connsiteY160" fmla="*/ 144120 h 547471"/>
              <a:gd name="connsiteX161" fmla="*/ 1796314 w 1860118"/>
              <a:gd name="connsiteY161" fmla="*/ 171196 h 547471"/>
              <a:gd name="connsiteX162" fmla="*/ 1792586 w 1860118"/>
              <a:gd name="connsiteY162" fmla="*/ 176340 h 547471"/>
              <a:gd name="connsiteX163" fmla="*/ 1829531 w 1860118"/>
              <a:gd name="connsiteY163" fmla="*/ 209163 h 547471"/>
              <a:gd name="connsiteX164" fmla="*/ 1834293 w 1860118"/>
              <a:gd name="connsiteY164" fmla="*/ 204959 h 54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860118" h="547471">
                <a:moveTo>
                  <a:pt x="1834293" y="204959"/>
                </a:moveTo>
                <a:cubicBezTo>
                  <a:pt x="1846771" y="219101"/>
                  <a:pt x="1855489" y="233687"/>
                  <a:pt x="1860118" y="248615"/>
                </a:cubicBezTo>
                <a:lnTo>
                  <a:pt x="1854054" y="250495"/>
                </a:lnTo>
                <a:cubicBezTo>
                  <a:pt x="1856442" y="258185"/>
                  <a:pt x="1857648" y="265932"/>
                  <a:pt x="1857648" y="273736"/>
                </a:cubicBezTo>
                <a:cubicBezTo>
                  <a:pt x="1857648" y="281540"/>
                  <a:pt x="1856442" y="289287"/>
                  <a:pt x="1854054" y="296977"/>
                </a:cubicBezTo>
                <a:lnTo>
                  <a:pt x="1860118" y="298857"/>
                </a:lnTo>
                <a:cubicBezTo>
                  <a:pt x="1855489" y="313785"/>
                  <a:pt x="1846771" y="328371"/>
                  <a:pt x="1834293" y="342513"/>
                </a:cubicBezTo>
                <a:lnTo>
                  <a:pt x="1829531" y="338315"/>
                </a:lnTo>
                <a:cubicBezTo>
                  <a:pt x="1819694" y="349460"/>
                  <a:pt x="1807344" y="360426"/>
                  <a:pt x="1792586" y="371139"/>
                </a:cubicBezTo>
                <a:lnTo>
                  <a:pt x="1796314" y="376275"/>
                </a:lnTo>
                <a:cubicBezTo>
                  <a:pt x="1783512" y="385566"/>
                  <a:pt x="1769021" y="394602"/>
                  <a:pt x="1752956" y="403352"/>
                </a:cubicBezTo>
                <a:lnTo>
                  <a:pt x="1749920" y="397777"/>
                </a:lnTo>
                <a:cubicBezTo>
                  <a:pt x="1735995" y="405359"/>
                  <a:pt x="1720850" y="412737"/>
                  <a:pt x="1704543" y="419894"/>
                </a:cubicBezTo>
                <a:lnTo>
                  <a:pt x="1707096" y="425710"/>
                </a:lnTo>
                <a:cubicBezTo>
                  <a:pt x="1692237" y="432226"/>
                  <a:pt x="1676451" y="438544"/>
                  <a:pt x="1659795" y="444652"/>
                </a:cubicBezTo>
                <a:lnTo>
                  <a:pt x="1657611" y="438690"/>
                </a:lnTo>
                <a:cubicBezTo>
                  <a:pt x="1642326" y="444290"/>
                  <a:pt x="1626292" y="449720"/>
                  <a:pt x="1609548" y="454952"/>
                </a:cubicBezTo>
                <a:lnTo>
                  <a:pt x="1611440" y="461016"/>
                </a:lnTo>
                <a:cubicBezTo>
                  <a:pt x="1595685" y="465944"/>
                  <a:pt x="1579309" y="470700"/>
                  <a:pt x="1562354" y="475272"/>
                </a:cubicBezTo>
                <a:lnTo>
                  <a:pt x="1560703" y="469144"/>
                </a:lnTo>
                <a:cubicBezTo>
                  <a:pt x="1544796" y="473437"/>
                  <a:pt x="1528375" y="477571"/>
                  <a:pt x="1511465" y="481533"/>
                </a:cubicBezTo>
                <a:lnTo>
                  <a:pt x="1512913" y="487718"/>
                </a:lnTo>
                <a:cubicBezTo>
                  <a:pt x="1496721" y="491515"/>
                  <a:pt x="1480084" y="495154"/>
                  <a:pt x="1463040" y="498634"/>
                </a:cubicBezTo>
                <a:lnTo>
                  <a:pt x="1461770" y="492411"/>
                </a:lnTo>
                <a:cubicBezTo>
                  <a:pt x="1445451" y="495745"/>
                  <a:pt x="1428750" y="498926"/>
                  <a:pt x="1411688" y="501955"/>
                </a:cubicBezTo>
                <a:lnTo>
                  <a:pt x="1412799" y="508203"/>
                </a:lnTo>
                <a:cubicBezTo>
                  <a:pt x="1396365" y="511118"/>
                  <a:pt x="1379601" y="513893"/>
                  <a:pt x="1362526" y="516509"/>
                </a:cubicBezTo>
                <a:lnTo>
                  <a:pt x="1361567" y="510235"/>
                </a:lnTo>
                <a:cubicBezTo>
                  <a:pt x="1345057" y="512769"/>
                  <a:pt x="1328249" y="515163"/>
                  <a:pt x="1311174" y="517404"/>
                </a:cubicBezTo>
                <a:lnTo>
                  <a:pt x="1311999" y="523704"/>
                </a:lnTo>
                <a:cubicBezTo>
                  <a:pt x="1295349" y="525894"/>
                  <a:pt x="1278446" y="527945"/>
                  <a:pt x="1261294" y="529850"/>
                </a:cubicBezTo>
                <a:lnTo>
                  <a:pt x="1260589" y="523545"/>
                </a:lnTo>
                <a:cubicBezTo>
                  <a:pt x="1243908" y="525399"/>
                  <a:pt x="1226998" y="527120"/>
                  <a:pt x="1209866" y="528695"/>
                </a:cubicBezTo>
                <a:lnTo>
                  <a:pt x="1210450" y="535019"/>
                </a:lnTo>
                <a:cubicBezTo>
                  <a:pt x="1193699" y="536562"/>
                  <a:pt x="1176738" y="537972"/>
                  <a:pt x="1159586" y="539242"/>
                </a:cubicBezTo>
                <a:lnTo>
                  <a:pt x="1159117" y="532911"/>
                </a:lnTo>
                <a:cubicBezTo>
                  <a:pt x="1142365" y="534156"/>
                  <a:pt x="1125430" y="535261"/>
                  <a:pt x="1108323" y="536232"/>
                </a:cubicBezTo>
                <a:lnTo>
                  <a:pt x="1108685" y="542570"/>
                </a:lnTo>
                <a:cubicBezTo>
                  <a:pt x="1091851" y="543528"/>
                  <a:pt x="1074858" y="544354"/>
                  <a:pt x="1057713" y="545040"/>
                </a:cubicBezTo>
                <a:lnTo>
                  <a:pt x="1057460" y="538696"/>
                </a:lnTo>
                <a:cubicBezTo>
                  <a:pt x="1040626" y="539369"/>
                  <a:pt x="1023652" y="539909"/>
                  <a:pt x="1006545" y="540322"/>
                </a:cubicBezTo>
                <a:lnTo>
                  <a:pt x="1006697" y="546665"/>
                </a:lnTo>
                <a:cubicBezTo>
                  <a:pt x="989806" y="547072"/>
                  <a:pt x="972788" y="547338"/>
                  <a:pt x="955656" y="547472"/>
                </a:cubicBezTo>
                <a:lnTo>
                  <a:pt x="955605" y="541122"/>
                </a:lnTo>
                <a:cubicBezTo>
                  <a:pt x="947115" y="541191"/>
                  <a:pt x="938600" y="541223"/>
                  <a:pt x="930059" y="541223"/>
                </a:cubicBezTo>
                <a:cubicBezTo>
                  <a:pt x="921519" y="541223"/>
                  <a:pt x="913003" y="541191"/>
                  <a:pt x="904513" y="541122"/>
                </a:cubicBezTo>
                <a:lnTo>
                  <a:pt x="904462" y="547472"/>
                </a:lnTo>
                <a:cubicBezTo>
                  <a:pt x="887330" y="547338"/>
                  <a:pt x="870312" y="547072"/>
                  <a:pt x="853421" y="546665"/>
                </a:cubicBezTo>
                <a:lnTo>
                  <a:pt x="853574" y="540322"/>
                </a:lnTo>
                <a:cubicBezTo>
                  <a:pt x="836467" y="539909"/>
                  <a:pt x="819493" y="539369"/>
                  <a:pt x="802659" y="538696"/>
                </a:cubicBezTo>
                <a:lnTo>
                  <a:pt x="802405" y="545040"/>
                </a:lnTo>
                <a:cubicBezTo>
                  <a:pt x="785266" y="544354"/>
                  <a:pt x="768267" y="543528"/>
                  <a:pt x="751434" y="542570"/>
                </a:cubicBezTo>
                <a:lnTo>
                  <a:pt x="751796" y="536232"/>
                </a:lnTo>
                <a:cubicBezTo>
                  <a:pt x="734689" y="535261"/>
                  <a:pt x="717754" y="534156"/>
                  <a:pt x="701002" y="532911"/>
                </a:cubicBezTo>
                <a:lnTo>
                  <a:pt x="700532" y="539242"/>
                </a:lnTo>
                <a:cubicBezTo>
                  <a:pt x="683381" y="537972"/>
                  <a:pt x="666420" y="536562"/>
                  <a:pt x="649669" y="535019"/>
                </a:cubicBezTo>
                <a:lnTo>
                  <a:pt x="650253" y="528695"/>
                </a:lnTo>
                <a:cubicBezTo>
                  <a:pt x="633121" y="527120"/>
                  <a:pt x="616210" y="525399"/>
                  <a:pt x="599529" y="523545"/>
                </a:cubicBezTo>
                <a:lnTo>
                  <a:pt x="598824" y="529850"/>
                </a:lnTo>
                <a:cubicBezTo>
                  <a:pt x="581673" y="527945"/>
                  <a:pt x="564769" y="525894"/>
                  <a:pt x="548120" y="523704"/>
                </a:cubicBezTo>
                <a:lnTo>
                  <a:pt x="548945" y="517404"/>
                </a:lnTo>
                <a:cubicBezTo>
                  <a:pt x="531870" y="515163"/>
                  <a:pt x="515061" y="512769"/>
                  <a:pt x="498551" y="510235"/>
                </a:cubicBezTo>
                <a:lnTo>
                  <a:pt x="497593" y="516509"/>
                </a:lnTo>
                <a:cubicBezTo>
                  <a:pt x="480518" y="513893"/>
                  <a:pt x="463753" y="511118"/>
                  <a:pt x="447320" y="508203"/>
                </a:cubicBezTo>
                <a:lnTo>
                  <a:pt x="448431" y="501955"/>
                </a:lnTo>
                <a:cubicBezTo>
                  <a:pt x="431368" y="498926"/>
                  <a:pt x="414668" y="495745"/>
                  <a:pt x="398349" y="492411"/>
                </a:cubicBezTo>
                <a:lnTo>
                  <a:pt x="397078" y="498634"/>
                </a:lnTo>
                <a:cubicBezTo>
                  <a:pt x="380035" y="495154"/>
                  <a:pt x="363398" y="491515"/>
                  <a:pt x="347206" y="487718"/>
                </a:cubicBezTo>
                <a:lnTo>
                  <a:pt x="348653" y="481533"/>
                </a:lnTo>
                <a:cubicBezTo>
                  <a:pt x="331743" y="477571"/>
                  <a:pt x="315322" y="473437"/>
                  <a:pt x="299415" y="469144"/>
                </a:cubicBezTo>
                <a:lnTo>
                  <a:pt x="297764" y="475272"/>
                </a:lnTo>
                <a:cubicBezTo>
                  <a:pt x="280810" y="470700"/>
                  <a:pt x="264440" y="465944"/>
                  <a:pt x="248679" y="461016"/>
                </a:cubicBezTo>
                <a:lnTo>
                  <a:pt x="250571" y="454952"/>
                </a:lnTo>
                <a:cubicBezTo>
                  <a:pt x="233826" y="449720"/>
                  <a:pt x="217793" y="444290"/>
                  <a:pt x="202508" y="438690"/>
                </a:cubicBezTo>
                <a:lnTo>
                  <a:pt x="200324" y="444652"/>
                </a:lnTo>
                <a:cubicBezTo>
                  <a:pt x="183667" y="438544"/>
                  <a:pt x="167882" y="432226"/>
                  <a:pt x="153022" y="425710"/>
                </a:cubicBezTo>
                <a:lnTo>
                  <a:pt x="155575" y="419894"/>
                </a:lnTo>
                <a:cubicBezTo>
                  <a:pt x="139268" y="412737"/>
                  <a:pt x="124124" y="405359"/>
                  <a:pt x="110198" y="397777"/>
                </a:cubicBezTo>
                <a:lnTo>
                  <a:pt x="107163" y="403352"/>
                </a:lnTo>
                <a:cubicBezTo>
                  <a:pt x="91097" y="394602"/>
                  <a:pt x="76607" y="385566"/>
                  <a:pt x="63805" y="376275"/>
                </a:cubicBezTo>
                <a:lnTo>
                  <a:pt x="67532" y="371139"/>
                </a:lnTo>
                <a:cubicBezTo>
                  <a:pt x="52775" y="360426"/>
                  <a:pt x="40424" y="349460"/>
                  <a:pt x="30588" y="338315"/>
                </a:cubicBezTo>
                <a:lnTo>
                  <a:pt x="25826" y="342513"/>
                </a:lnTo>
                <a:cubicBezTo>
                  <a:pt x="13348" y="328371"/>
                  <a:pt x="4629" y="313785"/>
                  <a:pt x="0" y="298857"/>
                </a:cubicBezTo>
                <a:lnTo>
                  <a:pt x="6064" y="296977"/>
                </a:lnTo>
                <a:cubicBezTo>
                  <a:pt x="3677" y="289287"/>
                  <a:pt x="2470" y="281540"/>
                  <a:pt x="2470" y="273736"/>
                </a:cubicBezTo>
                <a:cubicBezTo>
                  <a:pt x="2470" y="265932"/>
                  <a:pt x="3677" y="258185"/>
                  <a:pt x="6064" y="250495"/>
                </a:cubicBezTo>
                <a:lnTo>
                  <a:pt x="0" y="248615"/>
                </a:lnTo>
                <a:cubicBezTo>
                  <a:pt x="4629" y="233687"/>
                  <a:pt x="13348" y="219101"/>
                  <a:pt x="25826" y="204959"/>
                </a:cubicBezTo>
                <a:lnTo>
                  <a:pt x="30588" y="209163"/>
                </a:lnTo>
                <a:cubicBezTo>
                  <a:pt x="40424" y="198012"/>
                  <a:pt x="52775" y="187046"/>
                  <a:pt x="67532" y="176340"/>
                </a:cubicBezTo>
                <a:lnTo>
                  <a:pt x="63805" y="171196"/>
                </a:lnTo>
                <a:cubicBezTo>
                  <a:pt x="76607" y="161906"/>
                  <a:pt x="91097" y="152870"/>
                  <a:pt x="107163" y="144120"/>
                </a:cubicBezTo>
                <a:lnTo>
                  <a:pt x="110198" y="149695"/>
                </a:lnTo>
                <a:cubicBezTo>
                  <a:pt x="124124" y="142113"/>
                  <a:pt x="139268" y="134734"/>
                  <a:pt x="155575" y="127578"/>
                </a:cubicBezTo>
                <a:lnTo>
                  <a:pt x="153022" y="121768"/>
                </a:lnTo>
                <a:cubicBezTo>
                  <a:pt x="167882" y="115246"/>
                  <a:pt x="183667" y="108928"/>
                  <a:pt x="200324" y="102819"/>
                </a:cubicBezTo>
                <a:lnTo>
                  <a:pt x="202508" y="108782"/>
                </a:lnTo>
                <a:cubicBezTo>
                  <a:pt x="217793" y="103181"/>
                  <a:pt x="233826" y="97752"/>
                  <a:pt x="250571" y="92520"/>
                </a:cubicBezTo>
                <a:lnTo>
                  <a:pt x="248679" y="86455"/>
                </a:lnTo>
                <a:cubicBezTo>
                  <a:pt x="264440" y="81528"/>
                  <a:pt x="280810" y="76772"/>
                  <a:pt x="297764" y="72199"/>
                </a:cubicBezTo>
                <a:lnTo>
                  <a:pt x="299415" y="78327"/>
                </a:lnTo>
                <a:cubicBezTo>
                  <a:pt x="315322" y="74035"/>
                  <a:pt x="331743" y="69901"/>
                  <a:pt x="348653" y="65939"/>
                </a:cubicBezTo>
                <a:lnTo>
                  <a:pt x="347206" y="59754"/>
                </a:lnTo>
                <a:cubicBezTo>
                  <a:pt x="363398" y="55962"/>
                  <a:pt x="380035" y="52318"/>
                  <a:pt x="397078" y="48838"/>
                </a:cubicBezTo>
                <a:lnTo>
                  <a:pt x="398349" y="55061"/>
                </a:lnTo>
                <a:cubicBezTo>
                  <a:pt x="414668" y="51727"/>
                  <a:pt x="431368" y="48546"/>
                  <a:pt x="448431" y="45517"/>
                </a:cubicBezTo>
                <a:lnTo>
                  <a:pt x="447320" y="39269"/>
                </a:lnTo>
                <a:cubicBezTo>
                  <a:pt x="463753" y="36354"/>
                  <a:pt x="480518" y="33585"/>
                  <a:pt x="497593" y="30962"/>
                </a:cubicBezTo>
                <a:lnTo>
                  <a:pt x="498558" y="37236"/>
                </a:lnTo>
                <a:cubicBezTo>
                  <a:pt x="515068" y="34703"/>
                  <a:pt x="531870" y="32309"/>
                  <a:pt x="548945" y="30067"/>
                </a:cubicBezTo>
                <a:lnTo>
                  <a:pt x="548120" y="23768"/>
                </a:lnTo>
                <a:cubicBezTo>
                  <a:pt x="564769" y="21577"/>
                  <a:pt x="581679" y="19526"/>
                  <a:pt x="598824" y="17621"/>
                </a:cubicBezTo>
                <a:lnTo>
                  <a:pt x="599529" y="23927"/>
                </a:lnTo>
                <a:cubicBezTo>
                  <a:pt x="616210" y="22073"/>
                  <a:pt x="633121" y="20352"/>
                  <a:pt x="650253" y="18777"/>
                </a:cubicBezTo>
                <a:lnTo>
                  <a:pt x="649669" y="12452"/>
                </a:lnTo>
                <a:cubicBezTo>
                  <a:pt x="666426" y="10909"/>
                  <a:pt x="683381" y="9500"/>
                  <a:pt x="700532" y="8230"/>
                </a:cubicBezTo>
                <a:lnTo>
                  <a:pt x="701002" y="14561"/>
                </a:lnTo>
                <a:cubicBezTo>
                  <a:pt x="717754" y="13322"/>
                  <a:pt x="734689" y="12211"/>
                  <a:pt x="751796" y="11240"/>
                </a:cubicBezTo>
                <a:lnTo>
                  <a:pt x="751434" y="4902"/>
                </a:lnTo>
                <a:cubicBezTo>
                  <a:pt x="768267" y="3944"/>
                  <a:pt x="785266" y="3118"/>
                  <a:pt x="802405" y="2432"/>
                </a:cubicBezTo>
                <a:lnTo>
                  <a:pt x="802659" y="8776"/>
                </a:lnTo>
                <a:cubicBezTo>
                  <a:pt x="819493" y="8103"/>
                  <a:pt x="836467" y="7563"/>
                  <a:pt x="853574" y="7157"/>
                </a:cubicBezTo>
                <a:lnTo>
                  <a:pt x="853421" y="807"/>
                </a:lnTo>
                <a:cubicBezTo>
                  <a:pt x="870312" y="407"/>
                  <a:pt x="887330" y="133"/>
                  <a:pt x="904462" y="0"/>
                </a:cubicBezTo>
                <a:lnTo>
                  <a:pt x="904513" y="6350"/>
                </a:lnTo>
                <a:cubicBezTo>
                  <a:pt x="913003" y="6280"/>
                  <a:pt x="921519" y="6248"/>
                  <a:pt x="930059" y="6248"/>
                </a:cubicBezTo>
                <a:cubicBezTo>
                  <a:pt x="938600" y="6248"/>
                  <a:pt x="947115" y="6280"/>
                  <a:pt x="955605" y="6350"/>
                </a:cubicBezTo>
                <a:lnTo>
                  <a:pt x="955656" y="0"/>
                </a:lnTo>
                <a:cubicBezTo>
                  <a:pt x="972788" y="133"/>
                  <a:pt x="989806" y="407"/>
                  <a:pt x="1006697" y="807"/>
                </a:cubicBezTo>
                <a:lnTo>
                  <a:pt x="1006545" y="7157"/>
                </a:lnTo>
                <a:cubicBezTo>
                  <a:pt x="1023652" y="7563"/>
                  <a:pt x="1040626" y="8103"/>
                  <a:pt x="1057460" y="8776"/>
                </a:cubicBezTo>
                <a:lnTo>
                  <a:pt x="1057713" y="2432"/>
                </a:lnTo>
                <a:cubicBezTo>
                  <a:pt x="1074858" y="3118"/>
                  <a:pt x="1091851" y="3944"/>
                  <a:pt x="1108685" y="4902"/>
                </a:cubicBezTo>
                <a:lnTo>
                  <a:pt x="1108323" y="11240"/>
                </a:lnTo>
                <a:cubicBezTo>
                  <a:pt x="1125430" y="12211"/>
                  <a:pt x="1142365" y="13322"/>
                  <a:pt x="1159117" y="14561"/>
                </a:cubicBezTo>
                <a:lnTo>
                  <a:pt x="1159586" y="8230"/>
                </a:lnTo>
                <a:cubicBezTo>
                  <a:pt x="1176738" y="9500"/>
                  <a:pt x="1193699" y="10909"/>
                  <a:pt x="1210450" y="12452"/>
                </a:cubicBezTo>
                <a:lnTo>
                  <a:pt x="1209866" y="18777"/>
                </a:lnTo>
                <a:cubicBezTo>
                  <a:pt x="1226998" y="20352"/>
                  <a:pt x="1243908" y="22073"/>
                  <a:pt x="1260589" y="23927"/>
                </a:cubicBezTo>
                <a:lnTo>
                  <a:pt x="1261294" y="17621"/>
                </a:lnTo>
                <a:cubicBezTo>
                  <a:pt x="1278446" y="19526"/>
                  <a:pt x="1295349" y="21577"/>
                  <a:pt x="1311999" y="23768"/>
                </a:cubicBezTo>
                <a:lnTo>
                  <a:pt x="1311174" y="30067"/>
                </a:lnTo>
                <a:cubicBezTo>
                  <a:pt x="1328249" y="32309"/>
                  <a:pt x="1345057" y="34703"/>
                  <a:pt x="1361567" y="37236"/>
                </a:cubicBezTo>
                <a:lnTo>
                  <a:pt x="1362526" y="30962"/>
                </a:lnTo>
                <a:cubicBezTo>
                  <a:pt x="1379601" y="33585"/>
                  <a:pt x="1396365" y="36354"/>
                  <a:pt x="1412799" y="39269"/>
                </a:cubicBezTo>
                <a:lnTo>
                  <a:pt x="1411688" y="45517"/>
                </a:lnTo>
                <a:cubicBezTo>
                  <a:pt x="1428750" y="48546"/>
                  <a:pt x="1445451" y="51727"/>
                  <a:pt x="1461770" y="55061"/>
                </a:cubicBezTo>
                <a:lnTo>
                  <a:pt x="1463040" y="48838"/>
                </a:lnTo>
                <a:cubicBezTo>
                  <a:pt x="1480084" y="52318"/>
                  <a:pt x="1496721" y="55962"/>
                  <a:pt x="1512913" y="59754"/>
                </a:cubicBezTo>
                <a:lnTo>
                  <a:pt x="1511465" y="65939"/>
                </a:lnTo>
                <a:cubicBezTo>
                  <a:pt x="1528375" y="69901"/>
                  <a:pt x="1544796" y="74035"/>
                  <a:pt x="1560703" y="78327"/>
                </a:cubicBezTo>
                <a:lnTo>
                  <a:pt x="1562354" y="72199"/>
                </a:lnTo>
                <a:cubicBezTo>
                  <a:pt x="1579309" y="76772"/>
                  <a:pt x="1595685" y="81528"/>
                  <a:pt x="1611440" y="86455"/>
                </a:cubicBezTo>
                <a:lnTo>
                  <a:pt x="1609548" y="92520"/>
                </a:lnTo>
                <a:cubicBezTo>
                  <a:pt x="1626292" y="97752"/>
                  <a:pt x="1642326" y="103181"/>
                  <a:pt x="1657611" y="108782"/>
                </a:cubicBezTo>
                <a:lnTo>
                  <a:pt x="1659795" y="102819"/>
                </a:lnTo>
                <a:cubicBezTo>
                  <a:pt x="1676451" y="108928"/>
                  <a:pt x="1692237" y="115246"/>
                  <a:pt x="1707096" y="121768"/>
                </a:cubicBezTo>
                <a:lnTo>
                  <a:pt x="1704543" y="127578"/>
                </a:lnTo>
                <a:cubicBezTo>
                  <a:pt x="1720850" y="134734"/>
                  <a:pt x="1735995" y="142113"/>
                  <a:pt x="1749920" y="149695"/>
                </a:cubicBezTo>
                <a:lnTo>
                  <a:pt x="1752956" y="144120"/>
                </a:lnTo>
                <a:cubicBezTo>
                  <a:pt x="1769021" y="152870"/>
                  <a:pt x="1783512" y="161906"/>
                  <a:pt x="1796314" y="171196"/>
                </a:cubicBezTo>
                <a:lnTo>
                  <a:pt x="1792586" y="176340"/>
                </a:lnTo>
                <a:cubicBezTo>
                  <a:pt x="1807344" y="187046"/>
                  <a:pt x="1819694" y="198012"/>
                  <a:pt x="1829531" y="209163"/>
                </a:cubicBezTo>
                <a:lnTo>
                  <a:pt x="1834293" y="204959"/>
                </a:lnTo>
                <a:close/>
              </a:path>
            </a:pathLst>
          </a:custGeom>
          <a:solidFill>
            <a:srgbClr val="FFFFFF">
              <a:alpha val="70000"/>
            </a:srgbClr>
          </a:solidFill>
          <a:ln w="12700" cap="flat">
            <a:solidFill>
              <a:srgbClr val="ADADAF">
                <a:alpha val="70000"/>
              </a:srgbClr>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5A14A515-9676-5013-C06F-05DA13C0041F}"/>
              </a:ext>
            </a:extLst>
          </p:cNvPr>
          <p:cNvSpPr/>
          <p:nvPr/>
        </p:nvSpPr>
        <p:spPr>
          <a:xfrm>
            <a:off x="1130300" y="5480416"/>
            <a:ext cx="852277" cy="244109"/>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0" name="任意多边形: 形状 29">
            <a:extLst>
              <a:ext uri="{FF2B5EF4-FFF2-40B4-BE49-F238E27FC236}">
                <a16:creationId xmlns:a16="http://schemas.microsoft.com/office/drawing/2014/main" id="{CD996FBE-D9A6-8520-5638-75C6AD1E7403}"/>
              </a:ext>
            </a:extLst>
          </p:cNvPr>
          <p:cNvSpPr/>
          <p:nvPr/>
        </p:nvSpPr>
        <p:spPr>
          <a:xfrm>
            <a:off x="2536970" y="5194692"/>
            <a:ext cx="50886" cy="50886"/>
          </a:xfrm>
          <a:custGeom>
            <a:avLst/>
            <a:gdLst>
              <a:gd name="connsiteX0" fmla="*/ 50887 w 50886"/>
              <a:gd name="connsiteY0" fmla="*/ 25443 h 50886"/>
              <a:gd name="connsiteX1" fmla="*/ 25444 w 50886"/>
              <a:gd name="connsiteY1" fmla="*/ 50887 h 50886"/>
              <a:gd name="connsiteX2" fmla="*/ 0 w 50886"/>
              <a:gd name="connsiteY2" fmla="*/ 25443 h 50886"/>
              <a:gd name="connsiteX3" fmla="*/ 25444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6" y="50887"/>
                  <a:pt x="25444" y="50887"/>
                </a:cubicBezTo>
                <a:cubicBezTo>
                  <a:pt x="11392" y="50887"/>
                  <a:pt x="0" y="39495"/>
                  <a:pt x="0" y="25443"/>
                </a:cubicBezTo>
                <a:cubicBezTo>
                  <a:pt x="0" y="11391"/>
                  <a:pt x="11392" y="0"/>
                  <a:pt x="25444" y="0"/>
                </a:cubicBezTo>
                <a:cubicBezTo>
                  <a:pt x="39496" y="0"/>
                  <a:pt x="50887" y="11391"/>
                  <a:pt x="50887" y="25443"/>
                </a:cubicBezTo>
                <a:close/>
              </a:path>
            </a:pathLst>
          </a:custGeom>
          <a:solidFill>
            <a:schemeClr val="accent1"/>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a:extLst>
              <a:ext uri="{FF2B5EF4-FFF2-40B4-BE49-F238E27FC236}">
                <a16:creationId xmlns:a16="http://schemas.microsoft.com/office/drawing/2014/main" id="{53A76B45-CDF8-B407-2C8F-0D7CB761A8EE}"/>
              </a:ext>
            </a:extLst>
          </p:cNvPr>
          <p:cNvSpPr/>
          <p:nvPr/>
        </p:nvSpPr>
        <p:spPr>
          <a:xfrm>
            <a:off x="3709352" y="4461719"/>
            <a:ext cx="6350" cy="883754"/>
          </a:xfrm>
          <a:custGeom>
            <a:avLst/>
            <a:gdLst>
              <a:gd name="connsiteX0" fmla="*/ 0 w 6350"/>
              <a:gd name="connsiteY0" fmla="*/ 883755 h 883754"/>
              <a:gd name="connsiteX1" fmla="*/ 0 w 6350"/>
              <a:gd name="connsiteY1" fmla="*/ 0 h 883754"/>
            </a:gdLst>
            <a:ahLst/>
            <a:cxnLst>
              <a:cxn ang="0">
                <a:pos x="connsiteX0" y="connsiteY0"/>
              </a:cxn>
              <a:cxn ang="0">
                <a:pos x="connsiteX1" y="connsiteY1"/>
              </a:cxn>
            </a:cxnLst>
            <a:rect l="l" t="t" r="r" b="b"/>
            <a:pathLst>
              <a:path w="6350" h="883754">
                <a:moveTo>
                  <a:pt x="0" y="883755"/>
                </a:moveTo>
                <a:lnTo>
                  <a:pt x="0" y="0"/>
                </a:lnTo>
              </a:path>
            </a:pathLst>
          </a:cu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6" name="图形 2">
            <a:extLst>
              <a:ext uri="{FF2B5EF4-FFF2-40B4-BE49-F238E27FC236}">
                <a16:creationId xmlns:a16="http://schemas.microsoft.com/office/drawing/2014/main" id="{2AD7E876-8AB5-04F8-B1FB-12348188312E}"/>
              </a:ext>
            </a:extLst>
          </p:cNvPr>
          <p:cNvGrpSpPr/>
          <p:nvPr/>
        </p:nvGrpSpPr>
        <p:grpSpPr>
          <a:xfrm>
            <a:off x="1862393" y="4151845"/>
            <a:ext cx="240374" cy="290163"/>
            <a:chOff x="1862393" y="4151845"/>
            <a:chExt cx="240374" cy="290163"/>
          </a:xfrm>
        </p:grpSpPr>
        <p:sp>
          <p:nvSpPr>
            <p:cNvPr id="37" name="任意多边形: 形状 36">
              <a:extLst>
                <a:ext uri="{FF2B5EF4-FFF2-40B4-BE49-F238E27FC236}">
                  <a16:creationId xmlns:a16="http://schemas.microsoft.com/office/drawing/2014/main" id="{330CDA80-438C-06CF-62A3-5A539C28447E}"/>
                </a:ext>
              </a:extLst>
            </p:cNvPr>
            <p:cNvSpPr/>
            <p:nvPr/>
          </p:nvSpPr>
          <p:spPr>
            <a:xfrm>
              <a:off x="1862393" y="4151845"/>
              <a:ext cx="240374" cy="290163"/>
            </a:xfrm>
            <a:custGeom>
              <a:avLst/>
              <a:gdLst>
                <a:gd name="connsiteX0" fmla="*/ 120191 w 240374"/>
                <a:gd name="connsiteY0" fmla="*/ 290163 h 290163"/>
                <a:gd name="connsiteX1" fmla="*/ 205173 w 240374"/>
                <a:gd name="connsiteY1" fmla="*/ 205175 h 290163"/>
                <a:gd name="connsiteX2" fmla="*/ 238066 w 240374"/>
                <a:gd name="connsiteY2" fmla="*/ 143637 h 290163"/>
                <a:gd name="connsiteX3" fmla="*/ 231227 w 240374"/>
                <a:gd name="connsiteY3" fmla="*/ 74200 h 290163"/>
                <a:gd name="connsiteX4" fmla="*/ 186961 w 240374"/>
                <a:gd name="connsiteY4" fmla="*/ 20257 h 290163"/>
                <a:gd name="connsiteX5" fmla="*/ 120191 w 240374"/>
                <a:gd name="connsiteY5" fmla="*/ 0 h 290163"/>
                <a:gd name="connsiteX6" fmla="*/ 53414 w 240374"/>
                <a:gd name="connsiteY6" fmla="*/ 20257 h 290163"/>
                <a:gd name="connsiteX7" fmla="*/ 9148 w 240374"/>
                <a:gd name="connsiteY7" fmla="*/ 74200 h 290163"/>
                <a:gd name="connsiteX8" fmla="*/ 2309 w 240374"/>
                <a:gd name="connsiteY8" fmla="*/ 143637 h 290163"/>
                <a:gd name="connsiteX9" fmla="*/ 35202 w 240374"/>
                <a:gd name="connsiteY9" fmla="*/ 205175 h 290163"/>
                <a:gd name="connsiteX10" fmla="*/ 120191 w 240374"/>
                <a:gd name="connsiteY10" fmla="*/ 290163 h 29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74" h="290163">
                  <a:moveTo>
                    <a:pt x="120191" y="290163"/>
                  </a:moveTo>
                  <a:lnTo>
                    <a:pt x="205173" y="205175"/>
                  </a:lnTo>
                  <a:cubicBezTo>
                    <a:pt x="221981" y="188366"/>
                    <a:pt x="233430" y="166954"/>
                    <a:pt x="238066" y="143637"/>
                  </a:cubicBezTo>
                  <a:cubicBezTo>
                    <a:pt x="242701" y="120326"/>
                    <a:pt x="240326" y="96158"/>
                    <a:pt x="231227" y="74200"/>
                  </a:cubicBezTo>
                  <a:cubicBezTo>
                    <a:pt x="222127" y="52235"/>
                    <a:pt x="206722" y="33465"/>
                    <a:pt x="186961" y="20257"/>
                  </a:cubicBezTo>
                  <a:cubicBezTo>
                    <a:pt x="167193" y="7055"/>
                    <a:pt x="143959" y="0"/>
                    <a:pt x="120191" y="0"/>
                  </a:cubicBezTo>
                  <a:cubicBezTo>
                    <a:pt x="96416" y="0"/>
                    <a:pt x="73182" y="7055"/>
                    <a:pt x="53414" y="20257"/>
                  </a:cubicBezTo>
                  <a:cubicBezTo>
                    <a:pt x="33653" y="33465"/>
                    <a:pt x="18248" y="52235"/>
                    <a:pt x="9148" y="74200"/>
                  </a:cubicBezTo>
                  <a:cubicBezTo>
                    <a:pt x="49" y="96158"/>
                    <a:pt x="-2326" y="120326"/>
                    <a:pt x="2309" y="143637"/>
                  </a:cubicBezTo>
                  <a:cubicBezTo>
                    <a:pt x="6945" y="166954"/>
                    <a:pt x="18394" y="188366"/>
                    <a:pt x="35202" y="205175"/>
                  </a:cubicBezTo>
                  <a:lnTo>
                    <a:pt x="120191" y="29016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38" name="任意多边形: 形状 37">
              <a:extLst>
                <a:ext uri="{FF2B5EF4-FFF2-40B4-BE49-F238E27FC236}">
                  <a16:creationId xmlns:a16="http://schemas.microsoft.com/office/drawing/2014/main" id="{0898FD5B-B098-E223-45DD-E9DA1D7C7C01}"/>
                </a:ext>
              </a:extLst>
            </p:cNvPr>
            <p:cNvSpPr/>
            <p:nvPr/>
          </p:nvSpPr>
          <p:spPr>
            <a:xfrm>
              <a:off x="1868743" y="4158195"/>
              <a:ext cx="227675" cy="274834"/>
            </a:xfrm>
            <a:custGeom>
              <a:avLst/>
              <a:gdLst>
                <a:gd name="connsiteX0" fmla="*/ 194333 w 227675"/>
                <a:gd name="connsiteY0" fmla="*/ 194335 h 274834"/>
                <a:gd name="connsiteX1" fmla="*/ 113841 w 227675"/>
                <a:gd name="connsiteY1" fmla="*/ 274834 h 274834"/>
                <a:gd name="connsiteX2" fmla="*/ 33342 w 227675"/>
                <a:gd name="connsiteY2" fmla="*/ 194335 h 274834"/>
                <a:gd name="connsiteX3" fmla="*/ 2189 w 227675"/>
                <a:gd name="connsiteY3" fmla="*/ 136049 h 274834"/>
                <a:gd name="connsiteX4" fmla="*/ 8666 w 227675"/>
                <a:gd name="connsiteY4" fmla="*/ 70276 h 274834"/>
                <a:gd name="connsiteX5" fmla="*/ 50595 w 227675"/>
                <a:gd name="connsiteY5" fmla="*/ 19190 h 274834"/>
                <a:gd name="connsiteX6" fmla="*/ 113841 w 227675"/>
                <a:gd name="connsiteY6" fmla="*/ 0 h 274834"/>
                <a:gd name="connsiteX7" fmla="*/ 177080 w 227675"/>
                <a:gd name="connsiteY7" fmla="*/ 19190 h 274834"/>
                <a:gd name="connsiteX8" fmla="*/ 219009 w 227675"/>
                <a:gd name="connsiteY8" fmla="*/ 70276 h 274834"/>
                <a:gd name="connsiteX9" fmla="*/ 225486 w 227675"/>
                <a:gd name="connsiteY9" fmla="*/ 136049 h 274834"/>
                <a:gd name="connsiteX10" fmla="*/ 194333 w 227675"/>
                <a:gd name="connsiteY10" fmla="*/ 194335 h 27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75" h="274834">
                  <a:moveTo>
                    <a:pt x="194333" y="194335"/>
                  </a:moveTo>
                  <a:lnTo>
                    <a:pt x="113841" y="274834"/>
                  </a:lnTo>
                  <a:lnTo>
                    <a:pt x="33342" y="194335"/>
                  </a:lnTo>
                  <a:cubicBezTo>
                    <a:pt x="17422" y="178416"/>
                    <a:pt x="6576" y="158134"/>
                    <a:pt x="2189" y="136049"/>
                  </a:cubicBezTo>
                  <a:cubicBezTo>
                    <a:pt x="-2206" y="113970"/>
                    <a:pt x="49" y="91078"/>
                    <a:pt x="8666" y="70276"/>
                  </a:cubicBezTo>
                  <a:cubicBezTo>
                    <a:pt x="17283" y="49473"/>
                    <a:pt x="31875" y="31699"/>
                    <a:pt x="50595" y="19190"/>
                  </a:cubicBezTo>
                  <a:cubicBezTo>
                    <a:pt x="69314" y="6680"/>
                    <a:pt x="91324" y="0"/>
                    <a:pt x="113841" y="0"/>
                  </a:cubicBezTo>
                  <a:cubicBezTo>
                    <a:pt x="136351" y="0"/>
                    <a:pt x="158361" y="6680"/>
                    <a:pt x="177080" y="19190"/>
                  </a:cubicBezTo>
                  <a:cubicBezTo>
                    <a:pt x="195800" y="31699"/>
                    <a:pt x="210392" y="49473"/>
                    <a:pt x="219009" y="70276"/>
                  </a:cubicBezTo>
                  <a:cubicBezTo>
                    <a:pt x="227626" y="91078"/>
                    <a:pt x="229881" y="113970"/>
                    <a:pt x="225486" y="136049"/>
                  </a:cubicBezTo>
                  <a:cubicBezTo>
                    <a:pt x="221099" y="158134"/>
                    <a:pt x="210253" y="178416"/>
                    <a:pt x="194333" y="19433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sp>
        <p:nvSpPr>
          <p:cNvPr id="40" name="任意多边形: 形状 39">
            <a:extLst>
              <a:ext uri="{FF2B5EF4-FFF2-40B4-BE49-F238E27FC236}">
                <a16:creationId xmlns:a16="http://schemas.microsoft.com/office/drawing/2014/main" id="{80F76F1B-4695-AB7F-8C45-107EE9071DFA}"/>
              </a:ext>
            </a:extLst>
          </p:cNvPr>
          <p:cNvSpPr/>
          <p:nvPr/>
        </p:nvSpPr>
        <p:spPr>
          <a:xfrm>
            <a:off x="1862390" y="4453315"/>
            <a:ext cx="240375" cy="51922"/>
          </a:xfrm>
          <a:custGeom>
            <a:avLst/>
            <a:gdLst>
              <a:gd name="connsiteX0" fmla="*/ 240375 w 240375"/>
              <a:gd name="connsiteY0" fmla="*/ 25962 h 51922"/>
              <a:gd name="connsiteX1" fmla="*/ 120188 w 240375"/>
              <a:gd name="connsiteY1" fmla="*/ 51923 h 51922"/>
              <a:gd name="connsiteX2" fmla="*/ 0 w 240375"/>
              <a:gd name="connsiteY2" fmla="*/ 25962 h 51922"/>
              <a:gd name="connsiteX3" fmla="*/ 120188 w 240375"/>
              <a:gd name="connsiteY3" fmla="*/ 0 h 51922"/>
              <a:gd name="connsiteX4" fmla="*/ 240375 w 240375"/>
              <a:gd name="connsiteY4" fmla="*/ 25962 h 51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75" h="51922">
                <a:moveTo>
                  <a:pt x="240375" y="25962"/>
                </a:moveTo>
                <a:cubicBezTo>
                  <a:pt x="240375" y="40300"/>
                  <a:pt x="186566" y="51923"/>
                  <a:pt x="120188" y="51923"/>
                </a:cubicBezTo>
                <a:cubicBezTo>
                  <a:pt x="53810" y="51923"/>
                  <a:pt x="0" y="40300"/>
                  <a:pt x="0" y="25962"/>
                </a:cubicBezTo>
                <a:cubicBezTo>
                  <a:pt x="0" y="11623"/>
                  <a:pt x="53810" y="0"/>
                  <a:pt x="120188" y="0"/>
                </a:cubicBezTo>
                <a:cubicBezTo>
                  <a:pt x="186566" y="0"/>
                  <a:pt x="240375" y="11623"/>
                  <a:pt x="240375" y="25962"/>
                </a:cubicBezTo>
                <a:close/>
              </a:path>
            </a:pathLst>
          </a:custGeom>
          <a:gradFill flip="none" rotWithShape="1">
            <a:gsLst>
              <a:gs pos="0">
                <a:schemeClr val="accent1">
                  <a:lumMod val="60000"/>
                  <a:lumOff val="40000"/>
                  <a:alpha val="70000"/>
                </a:schemeClr>
              </a:gs>
              <a:gs pos="100000">
                <a:schemeClr val="accent1">
                  <a:lumMod val="75000"/>
                  <a:alpha val="0"/>
                </a:schemeClr>
              </a:gs>
            </a:gsLst>
            <a:lin ang="2700000" scaled="1"/>
            <a:tileRect/>
          </a:gradFill>
          <a:ln>
            <a:solidFill>
              <a:schemeClr val="accent1"/>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1" name="图形 2">
            <a:extLst>
              <a:ext uri="{FF2B5EF4-FFF2-40B4-BE49-F238E27FC236}">
                <a16:creationId xmlns:a16="http://schemas.microsoft.com/office/drawing/2014/main" id="{83F370CA-5758-0723-EA16-E70EC26DD2CD}"/>
              </a:ext>
            </a:extLst>
          </p:cNvPr>
          <p:cNvGrpSpPr/>
          <p:nvPr/>
        </p:nvGrpSpPr>
        <p:grpSpPr>
          <a:xfrm>
            <a:off x="3609032" y="3902602"/>
            <a:ext cx="240378" cy="290163"/>
            <a:chOff x="3609032" y="3902602"/>
            <a:chExt cx="240378" cy="290163"/>
          </a:xfrm>
        </p:grpSpPr>
        <p:sp>
          <p:nvSpPr>
            <p:cNvPr id="42" name="任意多边形: 形状 41">
              <a:extLst>
                <a:ext uri="{FF2B5EF4-FFF2-40B4-BE49-F238E27FC236}">
                  <a16:creationId xmlns:a16="http://schemas.microsoft.com/office/drawing/2014/main" id="{BC5D8194-5FBF-F3EC-7A84-7BE3D744D7DA}"/>
                </a:ext>
              </a:extLst>
            </p:cNvPr>
            <p:cNvSpPr/>
            <p:nvPr/>
          </p:nvSpPr>
          <p:spPr>
            <a:xfrm>
              <a:off x="3609032" y="3902602"/>
              <a:ext cx="240378" cy="290163"/>
            </a:xfrm>
            <a:custGeom>
              <a:avLst/>
              <a:gdLst>
                <a:gd name="connsiteX0" fmla="*/ 120189 w 240378"/>
                <a:gd name="connsiteY0" fmla="*/ 290163 h 290163"/>
                <a:gd name="connsiteX1" fmla="*/ 205178 w 240378"/>
                <a:gd name="connsiteY1" fmla="*/ 205175 h 290163"/>
                <a:gd name="connsiteX2" fmla="*/ 238071 w 240378"/>
                <a:gd name="connsiteY2" fmla="*/ 143637 h 290163"/>
                <a:gd name="connsiteX3" fmla="*/ 231231 w 240378"/>
                <a:gd name="connsiteY3" fmla="*/ 74200 h 290163"/>
                <a:gd name="connsiteX4" fmla="*/ 186959 w 240378"/>
                <a:gd name="connsiteY4" fmla="*/ 20257 h 290163"/>
                <a:gd name="connsiteX5" fmla="*/ 120189 w 240378"/>
                <a:gd name="connsiteY5" fmla="*/ 0 h 290163"/>
                <a:gd name="connsiteX6" fmla="*/ 53419 w 240378"/>
                <a:gd name="connsiteY6" fmla="*/ 20257 h 290163"/>
                <a:gd name="connsiteX7" fmla="*/ 9153 w 240378"/>
                <a:gd name="connsiteY7" fmla="*/ 74200 h 290163"/>
                <a:gd name="connsiteX8" fmla="*/ 2308 w 240378"/>
                <a:gd name="connsiteY8" fmla="*/ 143637 h 290163"/>
                <a:gd name="connsiteX9" fmla="*/ 35201 w 240378"/>
                <a:gd name="connsiteY9" fmla="*/ 205175 h 290163"/>
                <a:gd name="connsiteX10" fmla="*/ 120189 w 240378"/>
                <a:gd name="connsiteY10" fmla="*/ 290163 h 29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78" h="290163">
                  <a:moveTo>
                    <a:pt x="120189" y="290163"/>
                  </a:moveTo>
                  <a:lnTo>
                    <a:pt x="205178" y="205175"/>
                  </a:lnTo>
                  <a:cubicBezTo>
                    <a:pt x="221986" y="188366"/>
                    <a:pt x="233429" y="166954"/>
                    <a:pt x="238071" y="143637"/>
                  </a:cubicBezTo>
                  <a:cubicBezTo>
                    <a:pt x="242706" y="120326"/>
                    <a:pt x="240325" y="96158"/>
                    <a:pt x="231231" y="74200"/>
                  </a:cubicBezTo>
                  <a:cubicBezTo>
                    <a:pt x="222132" y="52235"/>
                    <a:pt x="206727" y="33465"/>
                    <a:pt x="186959" y="20257"/>
                  </a:cubicBezTo>
                  <a:cubicBezTo>
                    <a:pt x="167198" y="7055"/>
                    <a:pt x="143964" y="0"/>
                    <a:pt x="120189" y="0"/>
                  </a:cubicBezTo>
                  <a:cubicBezTo>
                    <a:pt x="96421" y="0"/>
                    <a:pt x="73180" y="7055"/>
                    <a:pt x="53419" y="20257"/>
                  </a:cubicBezTo>
                  <a:cubicBezTo>
                    <a:pt x="33651" y="33465"/>
                    <a:pt x="18246" y="52235"/>
                    <a:pt x="9153" y="74200"/>
                  </a:cubicBezTo>
                  <a:cubicBezTo>
                    <a:pt x="53" y="96158"/>
                    <a:pt x="-2328" y="120326"/>
                    <a:pt x="2308" y="143637"/>
                  </a:cubicBezTo>
                  <a:cubicBezTo>
                    <a:pt x="6949" y="166954"/>
                    <a:pt x="18392" y="188366"/>
                    <a:pt x="35201" y="205175"/>
                  </a:cubicBezTo>
                  <a:lnTo>
                    <a:pt x="120189" y="29016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01D127B0-76BC-848F-D4A4-476478CAA79B}"/>
                </a:ext>
              </a:extLst>
            </p:cNvPr>
            <p:cNvSpPr/>
            <p:nvPr/>
          </p:nvSpPr>
          <p:spPr>
            <a:xfrm>
              <a:off x="3615385" y="3908952"/>
              <a:ext cx="227677" cy="274834"/>
            </a:xfrm>
            <a:custGeom>
              <a:avLst/>
              <a:gdLst>
                <a:gd name="connsiteX0" fmla="*/ 194335 w 227677"/>
                <a:gd name="connsiteY0" fmla="*/ 194335 h 274834"/>
                <a:gd name="connsiteX1" fmla="*/ 113836 w 227677"/>
                <a:gd name="connsiteY1" fmla="*/ 274834 h 274834"/>
                <a:gd name="connsiteX2" fmla="*/ 33344 w 227677"/>
                <a:gd name="connsiteY2" fmla="*/ 194335 h 274834"/>
                <a:gd name="connsiteX3" fmla="*/ 2184 w 227677"/>
                <a:gd name="connsiteY3" fmla="*/ 136049 h 274834"/>
                <a:gd name="connsiteX4" fmla="*/ 8661 w 227677"/>
                <a:gd name="connsiteY4" fmla="*/ 70276 h 274834"/>
                <a:gd name="connsiteX5" fmla="*/ 50590 w 227677"/>
                <a:gd name="connsiteY5" fmla="*/ 19190 h 274834"/>
                <a:gd name="connsiteX6" fmla="*/ 113836 w 227677"/>
                <a:gd name="connsiteY6" fmla="*/ 0 h 274834"/>
                <a:gd name="connsiteX7" fmla="*/ 177083 w 227677"/>
                <a:gd name="connsiteY7" fmla="*/ 19190 h 274834"/>
                <a:gd name="connsiteX8" fmla="*/ 219011 w 227677"/>
                <a:gd name="connsiteY8" fmla="*/ 70276 h 274834"/>
                <a:gd name="connsiteX9" fmla="*/ 225489 w 227677"/>
                <a:gd name="connsiteY9" fmla="*/ 136049 h 274834"/>
                <a:gd name="connsiteX10" fmla="*/ 194335 w 227677"/>
                <a:gd name="connsiteY10" fmla="*/ 194335 h 27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77" h="274834">
                  <a:moveTo>
                    <a:pt x="194335" y="194335"/>
                  </a:moveTo>
                  <a:lnTo>
                    <a:pt x="113836" y="274834"/>
                  </a:lnTo>
                  <a:lnTo>
                    <a:pt x="33344" y="194335"/>
                  </a:lnTo>
                  <a:cubicBezTo>
                    <a:pt x="17418" y="178416"/>
                    <a:pt x="6579" y="158134"/>
                    <a:pt x="2184" y="136049"/>
                  </a:cubicBezTo>
                  <a:cubicBezTo>
                    <a:pt x="-2203" y="113970"/>
                    <a:pt x="51" y="91078"/>
                    <a:pt x="8661" y="70276"/>
                  </a:cubicBezTo>
                  <a:cubicBezTo>
                    <a:pt x="17278" y="49473"/>
                    <a:pt x="31871" y="31699"/>
                    <a:pt x="50590" y="19190"/>
                  </a:cubicBezTo>
                  <a:cubicBezTo>
                    <a:pt x="69310" y="6680"/>
                    <a:pt x="91319" y="0"/>
                    <a:pt x="113836" y="0"/>
                  </a:cubicBezTo>
                  <a:cubicBezTo>
                    <a:pt x="136354" y="0"/>
                    <a:pt x="158363" y="6680"/>
                    <a:pt x="177083" y="19190"/>
                  </a:cubicBezTo>
                  <a:cubicBezTo>
                    <a:pt x="195802" y="31699"/>
                    <a:pt x="210395" y="49473"/>
                    <a:pt x="219011" y="70276"/>
                  </a:cubicBezTo>
                  <a:cubicBezTo>
                    <a:pt x="227628" y="91078"/>
                    <a:pt x="229883" y="113970"/>
                    <a:pt x="225489" y="136049"/>
                  </a:cubicBezTo>
                  <a:cubicBezTo>
                    <a:pt x="221094" y="158134"/>
                    <a:pt x="210255" y="178416"/>
                    <a:pt x="194335" y="19433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sp>
        <p:nvSpPr>
          <p:cNvPr id="45" name="任意多边形: 形状 44">
            <a:extLst>
              <a:ext uri="{FF2B5EF4-FFF2-40B4-BE49-F238E27FC236}">
                <a16:creationId xmlns:a16="http://schemas.microsoft.com/office/drawing/2014/main" id="{48061219-6717-C839-79E2-A36C5C7D3DFE}"/>
              </a:ext>
            </a:extLst>
          </p:cNvPr>
          <p:cNvSpPr/>
          <p:nvPr/>
        </p:nvSpPr>
        <p:spPr>
          <a:xfrm>
            <a:off x="3609033" y="4204071"/>
            <a:ext cx="240375" cy="51922"/>
          </a:xfrm>
          <a:custGeom>
            <a:avLst/>
            <a:gdLst>
              <a:gd name="connsiteX0" fmla="*/ 240375 w 240375"/>
              <a:gd name="connsiteY0" fmla="*/ 25961 h 51922"/>
              <a:gd name="connsiteX1" fmla="*/ 120188 w 240375"/>
              <a:gd name="connsiteY1" fmla="*/ 51923 h 51922"/>
              <a:gd name="connsiteX2" fmla="*/ 0 w 240375"/>
              <a:gd name="connsiteY2" fmla="*/ 25961 h 51922"/>
              <a:gd name="connsiteX3" fmla="*/ 120188 w 240375"/>
              <a:gd name="connsiteY3" fmla="*/ 0 h 51922"/>
              <a:gd name="connsiteX4" fmla="*/ 240375 w 240375"/>
              <a:gd name="connsiteY4" fmla="*/ 25961 h 51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75" h="51922">
                <a:moveTo>
                  <a:pt x="240375" y="25961"/>
                </a:moveTo>
                <a:cubicBezTo>
                  <a:pt x="240375" y="40300"/>
                  <a:pt x="186565" y="51923"/>
                  <a:pt x="120188" y="51923"/>
                </a:cubicBezTo>
                <a:cubicBezTo>
                  <a:pt x="53810" y="51923"/>
                  <a:pt x="0" y="40300"/>
                  <a:pt x="0" y="25961"/>
                </a:cubicBezTo>
                <a:cubicBezTo>
                  <a:pt x="0" y="11623"/>
                  <a:pt x="53810" y="0"/>
                  <a:pt x="120188" y="0"/>
                </a:cubicBezTo>
                <a:cubicBezTo>
                  <a:pt x="186565" y="0"/>
                  <a:pt x="240375" y="11623"/>
                  <a:pt x="240375" y="25961"/>
                </a:cubicBezTo>
                <a:close/>
              </a:path>
            </a:pathLst>
          </a:custGeom>
          <a:gradFill flip="none" rotWithShape="1">
            <a:gsLst>
              <a:gs pos="0">
                <a:schemeClr val="accent1">
                  <a:lumMod val="60000"/>
                  <a:lumOff val="40000"/>
                  <a:alpha val="70000"/>
                </a:schemeClr>
              </a:gs>
              <a:gs pos="100000">
                <a:schemeClr val="accent1">
                  <a:lumMod val="75000"/>
                  <a:alpha val="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46" name="图形 2">
            <a:extLst>
              <a:ext uri="{FF2B5EF4-FFF2-40B4-BE49-F238E27FC236}">
                <a16:creationId xmlns:a16="http://schemas.microsoft.com/office/drawing/2014/main" id="{463BEF2F-BEAB-7BBF-9AE4-EA3B2F9687DD}"/>
              </a:ext>
            </a:extLst>
          </p:cNvPr>
          <p:cNvGrpSpPr/>
          <p:nvPr/>
        </p:nvGrpSpPr>
        <p:grpSpPr>
          <a:xfrm>
            <a:off x="5164661" y="4143927"/>
            <a:ext cx="240378" cy="290157"/>
            <a:chOff x="5164661" y="4143927"/>
            <a:chExt cx="240378" cy="290157"/>
          </a:xfrm>
        </p:grpSpPr>
        <p:sp>
          <p:nvSpPr>
            <p:cNvPr id="47" name="任意多边形: 形状 46">
              <a:extLst>
                <a:ext uri="{FF2B5EF4-FFF2-40B4-BE49-F238E27FC236}">
                  <a16:creationId xmlns:a16="http://schemas.microsoft.com/office/drawing/2014/main" id="{BCF770BF-FA12-5AEC-C9B7-693311D86E1A}"/>
                </a:ext>
              </a:extLst>
            </p:cNvPr>
            <p:cNvSpPr/>
            <p:nvPr/>
          </p:nvSpPr>
          <p:spPr>
            <a:xfrm>
              <a:off x="5164661" y="4143927"/>
              <a:ext cx="240378" cy="290157"/>
            </a:xfrm>
            <a:custGeom>
              <a:avLst/>
              <a:gdLst>
                <a:gd name="connsiteX0" fmla="*/ 120189 w 240378"/>
                <a:gd name="connsiteY0" fmla="*/ 290157 h 290157"/>
                <a:gd name="connsiteX1" fmla="*/ 205177 w 240378"/>
                <a:gd name="connsiteY1" fmla="*/ 205175 h 290157"/>
                <a:gd name="connsiteX2" fmla="*/ 238070 w 240378"/>
                <a:gd name="connsiteY2" fmla="*/ 143637 h 290157"/>
                <a:gd name="connsiteX3" fmla="*/ 231225 w 240378"/>
                <a:gd name="connsiteY3" fmla="*/ 74194 h 290157"/>
                <a:gd name="connsiteX4" fmla="*/ 186959 w 240378"/>
                <a:gd name="connsiteY4" fmla="*/ 20257 h 290157"/>
                <a:gd name="connsiteX5" fmla="*/ 120189 w 240378"/>
                <a:gd name="connsiteY5" fmla="*/ 0 h 290157"/>
                <a:gd name="connsiteX6" fmla="*/ 53419 w 240378"/>
                <a:gd name="connsiteY6" fmla="*/ 20257 h 290157"/>
                <a:gd name="connsiteX7" fmla="*/ 9153 w 240378"/>
                <a:gd name="connsiteY7" fmla="*/ 74194 h 290157"/>
                <a:gd name="connsiteX8" fmla="*/ 2308 w 240378"/>
                <a:gd name="connsiteY8" fmla="*/ 143637 h 290157"/>
                <a:gd name="connsiteX9" fmla="*/ 35201 w 240378"/>
                <a:gd name="connsiteY9" fmla="*/ 205175 h 290157"/>
                <a:gd name="connsiteX10" fmla="*/ 120189 w 240378"/>
                <a:gd name="connsiteY10" fmla="*/ 290157 h 29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78" h="290157">
                  <a:moveTo>
                    <a:pt x="120189" y="290157"/>
                  </a:moveTo>
                  <a:lnTo>
                    <a:pt x="205177" y="205175"/>
                  </a:lnTo>
                  <a:cubicBezTo>
                    <a:pt x="221986" y="188366"/>
                    <a:pt x="233429" y="166948"/>
                    <a:pt x="238070" y="143637"/>
                  </a:cubicBezTo>
                  <a:cubicBezTo>
                    <a:pt x="242706" y="120320"/>
                    <a:pt x="240325" y="96152"/>
                    <a:pt x="231225" y="74194"/>
                  </a:cubicBezTo>
                  <a:cubicBezTo>
                    <a:pt x="222132" y="52229"/>
                    <a:pt x="206727" y="33458"/>
                    <a:pt x="186959" y="20257"/>
                  </a:cubicBezTo>
                  <a:cubicBezTo>
                    <a:pt x="167198" y="7049"/>
                    <a:pt x="143957" y="0"/>
                    <a:pt x="120189" y="0"/>
                  </a:cubicBezTo>
                  <a:cubicBezTo>
                    <a:pt x="96421" y="0"/>
                    <a:pt x="73180" y="7049"/>
                    <a:pt x="53419" y="20257"/>
                  </a:cubicBezTo>
                  <a:cubicBezTo>
                    <a:pt x="33651" y="33458"/>
                    <a:pt x="18246" y="52229"/>
                    <a:pt x="9153" y="74194"/>
                  </a:cubicBezTo>
                  <a:cubicBezTo>
                    <a:pt x="53" y="96152"/>
                    <a:pt x="-2328" y="120320"/>
                    <a:pt x="2308" y="143637"/>
                  </a:cubicBezTo>
                  <a:cubicBezTo>
                    <a:pt x="6950" y="166948"/>
                    <a:pt x="18392" y="188366"/>
                    <a:pt x="35201" y="205175"/>
                  </a:cubicBezTo>
                  <a:lnTo>
                    <a:pt x="120189" y="290157"/>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任意多边形: 形状 47">
              <a:extLst>
                <a:ext uri="{FF2B5EF4-FFF2-40B4-BE49-F238E27FC236}">
                  <a16:creationId xmlns:a16="http://schemas.microsoft.com/office/drawing/2014/main" id="{7DBC4CFC-70BB-1985-A712-B4E48921B612}"/>
                </a:ext>
              </a:extLst>
            </p:cNvPr>
            <p:cNvSpPr/>
            <p:nvPr/>
          </p:nvSpPr>
          <p:spPr>
            <a:xfrm>
              <a:off x="5171014" y="4150277"/>
              <a:ext cx="227675" cy="274828"/>
            </a:xfrm>
            <a:custGeom>
              <a:avLst/>
              <a:gdLst>
                <a:gd name="connsiteX0" fmla="*/ 194335 w 227675"/>
                <a:gd name="connsiteY0" fmla="*/ 194335 h 274828"/>
                <a:gd name="connsiteX1" fmla="*/ 113836 w 227675"/>
                <a:gd name="connsiteY1" fmla="*/ 274828 h 274828"/>
                <a:gd name="connsiteX2" fmla="*/ 33337 w 227675"/>
                <a:gd name="connsiteY2" fmla="*/ 194335 h 274828"/>
                <a:gd name="connsiteX3" fmla="*/ 2184 w 227675"/>
                <a:gd name="connsiteY3" fmla="*/ 136049 h 274828"/>
                <a:gd name="connsiteX4" fmla="*/ 8661 w 227675"/>
                <a:gd name="connsiteY4" fmla="*/ 70276 h 274828"/>
                <a:gd name="connsiteX5" fmla="*/ 50590 w 227675"/>
                <a:gd name="connsiteY5" fmla="*/ 19183 h 274828"/>
                <a:gd name="connsiteX6" fmla="*/ 113836 w 227675"/>
                <a:gd name="connsiteY6" fmla="*/ 0 h 274828"/>
                <a:gd name="connsiteX7" fmla="*/ 177082 w 227675"/>
                <a:gd name="connsiteY7" fmla="*/ 19183 h 274828"/>
                <a:gd name="connsiteX8" fmla="*/ 219011 w 227675"/>
                <a:gd name="connsiteY8" fmla="*/ 70276 h 274828"/>
                <a:gd name="connsiteX9" fmla="*/ 225489 w 227675"/>
                <a:gd name="connsiteY9" fmla="*/ 136049 h 274828"/>
                <a:gd name="connsiteX10" fmla="*/ 194335 w 227675"/>
                <a:gd name="connsiteY10" fmla="*/ 194335 h 27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75" h="274828">
                  <a:moveTo>
                    <a:pt x="194335" y="194335"/>
                  </a:moveTo>
                  <a:lnTo>
                    <a:pt x="113836" y="274828"/>
                  </a:lnTo>
                  <a:lnTo>
                    <a:pt x="33337" y="194335"/>
                  </a:lnTo>
                  <a:cubicBezTo>
                    <a:pt x="17418" y="178410"/>
                    <a:pt x="6579" y="158128"/>
                    <a:pt x="2184" y="136049"/>
                  </a:cubicBezTo>
                  <a:cubicBezTo>
                    <a:pt x="-2203" y="113964"/>
                    <a:pt x="51" y="91072"/>
                    <a:pt x="8661" y="70276"/>
                  </a:cubicBezTo>
                  <a:cubicBezTo>
                    <a:pt x="17278" y="49473"/>
                    <a:pt x="31871" y="31693"/>
                    <a:pt x="50590" y="19183"/>
                  </a:cubicBezTo>
                  <a:cubicBezTo>
                    <a:pt x="69310" y="6674"/>
                    <a:pt x="91319" y="0"/>
                    <a:pt x="113836" y="0"/>
                  </a:cubicBezTo>
                  <a:cubicBezTo>
                    <a:pt x="136354" y="0"/>
                    <a:pt x="158362" y="6674"/>
                    <a:pt x="177082" y="19183"/>
                  </a:cubicBezTo>
                  <a:cubicBezTo>
                    <a:pt x="195802" y="31693"/>
                    <a:pt x="210395" y="49473"/>
                    <a:pt x="219011" y="70276"/>
                  </a:cubicBezTo>
                  <a:cubicBezTo>
                    <a:pt x="227622" y="91072"/>
                    <a:pt x="229882" y="113964"/>
                    <a:pt x="225489" y="136049"/>
                  </a:cubicBezTo>
                  <a:cubicBezTo>
                    <a:pt x="221094" y="158128"/>
                    <a:pt x="210255" y="178410"/>
                    <a:pt x="194335" y="19433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sp>
        <p:nvSpPr>
          <p:cNvPr id="50" name="任意多边形: 形状 49">
            <a:extLst>
              <a:ext uri="{FF2B5EF4-FFF2-40B4-BE49-F238E27FC236}">
                <a16:creationId xmlns:a16="http://schemas.microsoft.com/office/drawing/2014/main" id="{FF5A03E0-A240-3D86-7BD9-7900AF049734}"/>
              </a:ext>
            </a:extLst>
          </p:cNvPr>
          <p:cNvSpPr/>
          <p:nvPr/>
        </p:nvSpPr>
        <p:spPr>
          <a:xfrm>
            <a:off x="5164663" y="4445391"/>
            <a:ext cx="240375" cy="51922"/>
          </a:xfrm>
          <a:custGeom>
            <a:avLst/>
            <a:gdLst>
              <a:gd name="connsiteX0" fmla="*/ 240375 w 240375"/>
              <a:gd name="connsiteY0" fmla="*/ 25962 h 51922"/>
              <a:gd name="connsiteX1" fmla="*/ 120188 w 240375"/>
              <a:gd name="connsiteY1" fmla="*/ 51923 h 51922"/>
              <a:gd name="connsiteX2" fmla="*/ 0 w 240375"/>
              <a:gd name="connsiteY2" fmla="*/ 25962 h 51922"/>
              <a:gd name="connsiteX3" fmla="*/ 120188 w 240375"/>
              <a:gd name="connsiteY3" fmla="*/ 0 h 51922"/>
              <a:gd name="connsiteX4" fmla="*/ 240375 w 240375"/>
              <a:gd name="connsiteY4" fmla="*/ 25962 h 51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75" h="51922">
                <a:moveTo>
                  <a:pt x="240375" y="25962"/>
                </a:moveTo>
                <a:cubicBezTo>
                  <a:pt x="240375" y="40300"/>
                  <a:pt x="186566" y="51923"/>
                  <a:pt x="120188" y="51923"/>
                </a:cubicBezTo>
                <a:cubicBezTo>
                  <a:pt x="53810" y="51923"/>
                  <a:pt x="0" y="40300"/>
                  <a:pt x="0" y="25962"/>
                </a:cubicBezTo>
                <a:cubicBezTo>
                  <a:pt x="0" y="11623"/>
                  <a:pt x="53810" y="0"/>
                  <a:pt x="120188" y="0"/>
                </a:cubicBezTo>
                <a:cubicBezTo>
                  <a:pt x="186566" y="0"/>
                  <a:pt x="240375" y="11623"/>
                  <a:pt x="240375" y="25962"/>
                </a:cubicBezTo>
                <a:close/>
              </a:path>
            </a:pathLst>
          </a:custGeom>
          <a:gradFill flip="none" rotWithShape="1">
            <a:gsLst>
              <a:gs pos="0">
                <a:schemeClr val="accent1">
                  <a:lumMod val="60000"/>
                  <a:lumOff val="40000"/>
                  <a:alpha val="70000"/>
                </a:schemeClr>
              </a:gs>
              <a:gs pos="100000">
                <a:schemeClr val="accent1">
                  <a:lumMod val="75000"/>
                  <a:alpha val="0"/>
                </a:schemeClr>
              </a:gs>
            </a:gsLst>
            <a:lin ang="2700000" scaled="1"/>
            <a:tileRect/>
          </a:gradFill>
          <a:ln>
            <a:solidFill>
              <a:schemeClr val="accent1"/>
            </a:solid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grpSp>
        <p:nvGrpSpPr>
          <p:cNvPr id="59" name="图形 2">
            <a:extLst>
              <a:ext uri="{FF2B5EF4-FFF2-40B4-BE49-F238E27FC236}">
                <a16:creationId xmlns:a16="http://schemas.microsoft.com/office/drawing/2014/main" id="{E56606FF-922C-180E-534B-73CF590767C6}"/>
              </a:ext>
            </a:extLst>
          </p:cNvPr>
          <p:cNvGrpSpPr/>
          <p:nvPr/>
        </p:nvGrpSpPr>
        <p:grpSpPr>
          <a:xfrm>
            <a:off x="2089474" y="4684745"/>
            <a:ext cx="50886" cy="50886"/>
            <a:chOff x="2089474" y="4684745"/>
            <a:chExt cx="50886" cy="50886"/>
          </a:xfrm>
        </p:grpSpPr>
        <p:sp>
          <p:nvSpPr>
            <p:cNvPr id="60" name="任意多边形: 形状 59">
              <a:extLst>
                <a:ext uri="{FF2B5EF4-FFF2-40B4-BE49-F238E27FC236}">
                  <a16:creationId xmlns:a16="http://schemas.microsoft.com/office/drawing/2014/main" id="{8C357701-6502-67DB-C931-BD0C425B7842}"/>
                </a:ext>
              </a:extLst>
            </p:cNvPr>
            <p:cNvSpPr/>
            <p:nvPr/>
          </p:nvSpPr>
          <p:spPr>
            <a:xfrm>
              <a:off x="2089474" y="4684745"/>
              <a:ext cx="50886" cy="50886"/>
            </a:xfrm>
            <a:custGeom>
              <a:avLst/>
              <a:gdLst>
                <a:gd name="connsiteX0" fmla="*/ 50887 w 50886"/>
                <a:gd name="connsiteY0" fmla="*/ 25444 h 50886"/>
                <a:gd name="connsiteX1" fmla="*/ 25444 w 50886"/>
                <a:gd name="connsiteY1" fmla="*/ 50887 h 50886"/>
                <a:gd name="connsiteX2" fmla="*/ 0 w 50886"/>
                <a:gd name="connsiteY2" fmla="*/ 25444 h 50886"/>
                <a:gd name="connsiteX3" fmla="*/ 25444 w 50886"/>
                <a:gd name="connsiteY3" fmla="*/ 0 h 50886"/>
                <a:gd name="connsiteX4" fmla="*/ 50887 w 50886"/>
                <a:gd name="connsiteY4" fmla="*/ 25444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4"/>
                  </a:moveTo>
                  <a:cubicBezTo>
                    <a:pt x="50887" y="39496"/>
                    <a:pt x="39496" y="50887"/>
                    <a:pt x="25444" y="50887"/>
                  </a:cubicBezTo>
                  <a:cubicBezTo>
                    <a:pt x="11392" y="50887"/>
                    <a:pt x="0" y="39496"/>
                    <a:pt x="0" y="25444"/>
                  </a:cubicBezTo>
                  <a:cubicBezTo>
                    <a:pt x="0" y="11391"/>
                    <a:pt x="11392" y="0"/>
                    <a:pt x="25444" y="0"/>
                  </a:cubicBezTo>
                  <a:cubicBezTo>
                    <a:pt x="39496" y="0"/>
                    <a:pt x="50887" y="11392"/>
                    <a:pt x="50887" y="25444"/>
                  </a:cubicBezTo>
                  <a:close/>
                </a:path>
              </a:pathLst>
            </a:custGeom>
            <a:solidFill>
              <a:srgbClr val="FFFFFF"/>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a:extLst>
                <a:ext uri="{FF2B5EF4-FFF2-40B4-BE49-F238E27FC236}">
                  <a16:creationId xmlns:a16="http://schemas.microsoft.com/office/drawing/2014/main" id="{4BCA9098-C1EF-9721-097D-0E1C070810FF}"/>
                </a:ext>
              </a:extLst>
            </p:cNvPr>
            <p:cNvSpPr/>
            <p:nvPr/>
          </p:nvSpPr>
          <p:spPr>
            <a:xfrm>
              <a:off x="2092649" y="4687920"/>
              <a:ext cx="44536" cy="44536"/>
            </a:xfrm>
            <a:custGeom>
              <a:avLst/>
              <a:gdLst>
                <a:gd name="connsiteX0" fmla="*/ 44537 w 44536"/>
                <a:gd name="connsiteY0" fmla="*/ 22269 h 44536"/>
                <a:gd name="connsiteX1" fmla="*/ 22269 w 44536"/>
                <a:gd name="connsiteY1" fmla="*/ 44537 h 44536"/>
                <a:gd name="connsiteX2" fmla="*/ 0 w 44536"/>
                <a:gd name="connsiteY2" fmla="*/ 22269 h 44536"/>
                <a:gd name="connsiteX3" fmla="*/ 22269 w 44536"/>
                <a:gd name="connsiteY3" fmla="*/ 0 h 44536"/>
                <a:gd name="connsiteX4" fmla="*/ 44537 w 44536"/>
                <a:gd name="connsiteY4" fmla="*/ 22269 h 4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6" h="44536">
                  <a:moveTo>
                    <a:pt x="44537" y="22269"/>
                  </a:moveTo>
                  <a:cubicBezTo>
                    <a:pt x="44537" y="34567"/>
                    <a:pt x="34567" y="44537"/>
                    <a:pt x="22269" y="44537"/>
                  </a:cubicBezTo>
                  <a:cubicBezTo>
                    <a:pt x="9970" y="44537"/>
                    <a:pt x="0" y="34567"/>
                    <a:pt x="0" y="22269"/>
                  </a:cubicBezTo>
                  <a:cubicBezTo>
                    <a:pt x="0" y="9970"/>
                    <a:pt x="9970" y="0"/>
                    <a:pt x="22269" y="0"/>
                  </a:cubicBezTo>
                  <a:cubicBezTo>
                    <a:pt x="34567" y="0"/>
                    <a:pt x="44537" y="9970"/>
                    <a:pt x="44537" y="22269"/>
                  </a:cubicBezTo>
                  <a:close/>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62" name="图形 2">
            <a:extLst>
              <a:ext uri="{FF2B5EF4-FFF2-40B4-BE49-F238E27FC236}">
                <a16:creationId xmlns:a16="http://schemas.microsoft.com/office/drawing/2014/main" id="{61527535-4D4F-C721-950E-9941CDE09D60}"/>
              </a:ext>
            </a:extLst>
          </p:cNvPr>
          <p:cNvGrpSpPr/>
          <p:nvPr/>
        </p:nvGrpSpPr>
        <p:grpSpPr>
          <a:xfrm>
            <a:off x="3683909" y="4436276"/>
            <a:ext cx="50886" cy="50886"/>
            <a:chOff x="3683909" y="4436276"/>
            <a:chExt cx="50886" cy="50886"/>
          </a:xfrm>
        </p:grpSpPr>
        <p:sp>
          <p:nvSpPr>
            <p:cNvPr id="63" name="任意多边形: 形状 62">
              <a:extLst>
                <a:ext uri="{FF2B5EF4-FFF2-40B4-BE49-F238E27FC236}">
                  <a16:creationId xmlns:a16="http://schemas.microsoft.com/office/drawing/2014/main" id="{B2287D27-E5E3-FF7E-9A4D-0C2756BB214E}"/>
                </a:ext>
              </a:extLst>
            </p:cNvPr>
            <p:cNvSpPr/>
            <p:nvPr/>
          </p:nvSpPr>
          <p:spPr>
            <a:xfrm>
              <a:off x="3683909" y="4436276"/>
              <a:ext cx="50886" cy="50886"/>
            </a:xfrm>
            <a:custGeom>
              <a:avLst/>
              <a:gdLst>
                <a:gd name="connsiteX0" fmla="*/ 50887 w 50886"/>
                <a:gd name="connsiteY0" fmla="*/ 25443 h 50886"/>
                <a:gd name="connsiteX1" fmla="*/ 25444 w 50886"/>
                <a:gd name="connsiteY1" fmla="*/ 50887 h 50886"/>
                <a:gd name="connsiteX2" fmla="*/ 0 w 50886"/>
                <a:gd name="connsiteY2" fmla="*/ 25443 h 50886"/>
                <a:gd name="connsiteX3" fmla="*/ 25444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6" y="50887"/>
                    <a:pt x="25444" y="50887"/>
                  </a:cubicBezTo>
                  <a:cubicBezTo>
                    <a:pt x="11391" y="50887"/>
                    <a:pt x="0" y="39495"/>
                    <a:pt x="0" y="25443"/>
                  </a:cubicBezTo>
                  <a:cubicBezTo>
                    <a:pt x="0" y="11391"/>
                    <a:pt x="11392" y="0"/>
                    <a:pt x="25444" y="0"/>
                  </a:cubicBezTo>
                  <a:cubicBezTo>
                    <a:pt x="39496" y="0"/>
                    <a:pt x="50887" y="11392"/>
                    <a:pt x="50887" y="25443"/>
                  </a:cubicBezTo>
                  <a:close/>
                </a:path>
              </a:pathLst>
            </a:custGeom>
            <a:solidFill>
              <a:srgbClr val="FFFFFF"/>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a:extLst>
                <a:ext uri="{FF2B5EF4-FFF2-40B4-BE49-F238E27FC236}">
                  <a16:creationId xmlns:a16="http://schemas.microsoft.com/office/drawing/2014/main" id="{186F608F-F7FC-C3FA-41E7-B43F3A6D6A1F}"/>
                </a:ext>
              </a:extLst>
            </p:cNvPr>
            <p:cNvSpPr/>
            <p:nvPr/>
          </p:nvSpPr>
          <p:spPr>
            <a:xfrm>
              <a:off x="3687084" y="4439451"/>
              <a:ext cx="44536" cy="44536"/>
            </a:xfrm>
            <a:custGeom>
              <a:avLst/>
              <a:gdLst>
                <a:gd name="connsiteX0" fmla="*/ 44537 w 44536"/>
                <a:gd name="connsiteY0" fmla="*/ 22268 h 44536"/>
                <a:gd name="connsiteX1" fmla="*/ 22269 w 44536"/>
                <a:gd name="connsiteY1" fmla="*/ 44537 h 44536"/>
                <a:gd name="connsiteX2" fmla="*/ 0 w 44536"/>
                <a:gd name="connsiteY2" fmla="*/ 22268 h 44536"/>
                <a:gd name="connsiteX3" fmla="*/ 22269 w 44536"/>
                <a:gd name="connsiteY3" fmla="*/ 0 h 44536"/>
                <a:gd name="connsiteX4" fmla="*/ 44537 w 44536"/>
                <a:gd name="connsiteY4" fmla="*/ 22268 h 4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6" h="44536">
                  <a:moveTo>
                    <a:pt x="44537" y="22268"/>
                  </a:moveTo>
                  <a:cubicBezTo>
                    <a:pt x="44537" y="34567"/>
                    <a:pt x="34567" y="44537"/>
                    <a:pt x="22269" y="44537"/>
                  </a:cubicBezTo>
                  <a:cubicBezTo>
                    <a:pt x="9970" y="44537"/>
                    <a:pt x="0" y="34567"/>
                    <a:pt x="0" y="22268"/>
                  </a:cubicBezTo>
                  <a:cubicBezTo>
                    <a:pt x="0" y="9970"/>
                    <a:pt x="9970" y="0"/>
                    <a:pt x="22269" y="0"/>
                  </a:cubicBezTo>
                  <a:cubicBezTo>
                    <a:pt x="34567" y="0"/>
                    <a:pt x="44537" y="9970"/>
                    <a:pt x="44537" y="22268"/>
                  </a:cubicBezTo>
                  <a:close/>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grpSp>
        <p:nvGrpSpPr>
          <p:cNvPr id="65" name="图形 2">
            <a:extLst>
              <a:ext uri="{FF2B5EF4-FFF2-40B4-BE49-F238E27FC236}">
                <a16:creationId xmlns:a16="http://schemas.microsoft.com/office/drawing/2014/main" id="{BF9376DF-F8C5-E77B-626D-D715BC286DE4}"/>
              </a:ext>
            </a:extLst>
          </p:cNvPr>
          <p:cNvGrpSpPr/>
          <p:nvPr/>
        </p:nvGrpSpPr>
        <p:grpSpPr>
          <a:xfrm>
            <a:off x="5241468" y="4710189"/>
            <a:ext cx="50886" cy="50886"/>
            <a:chOff x="5241468" y="4710189"/>
            <a:chExt cx="50886" cy="50886"/>
          </a:xfrm>
        </p:grpSpPr>
        <p:sp>
          <p:nvSpPr>
            <p:cNvPr id="66" name="任意多边形: 形状 65">
              <a:extLst>
                <a:ext uri="{FF2B5EF4-FFF2-40B4-BE49-F238E27FC236}">
                  <a16:creationId xmlns:a16="http://schemas.microsoft.com/office/drawing/2014/main" id="{097D80A9-3DBC-6CB0-F95F-28E55D88BA79}"/>
                </a:ext>
              </a:extLst>
            </p:cNvPr>
            <p:cNvSpPr/>
            <p:nvPr/>
          </p:nvSpPr>
          <p:spPr>
            <a:xfrm>
              <a:off x="5241468" y="4710189"/>
              <a:ext cx="50886" cy="50886"/>
            </a:xfrm>
            <a:custGeom>
              <a:avLst/>
              <a:gdLst>
                <a:gd name="connsiteX0" fmla="*/ 50887 w 50886"/>
                <a:gd name="connsiteY0" fmla="*/ 25443 h 50886"/>
                <a:gd name="connsiteX1" fmla="*/ 25443 w 50886"/>
                <a:gd name="connsiteY1" fmla="*/ 50887 h 50886"/>
                <a:gd name="connsiteX2" fmla="*/ 0 w 50886"/>
                <a:gd name="connsiteY2" fmla="*/ 25443 h 50886"/>
                <a:gd name="connsiteX3" fmla="*/ 25443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5" y="50887"/>
                    <a:pt x="25443" y="50887"/>
                  </a:cubicBezTo>
                  <a:cubicBezTo>
                    <a:pt x="11391" y="50887"/>
                    <a:pt x="0" y="39495"/>
                    <a:pt x="0" y="25443"/>
                  </a:cubicBezTo>
                  <a:cubicBezTo>
                    <a:pt x="0" y="11391"/>
                    <a:pt x="11392" y="0"/>
                    <a:pt x="25443" y="0"/>
                  </a:cubicBezTo>
                  <a:cubicBezTo>
                    <a:pt x="39496" y="0"/>
                    <a:pt x="50887" y="11392"/>
                    <a:pt x="50887" y="25443"/>
                  </a:cubicBezTo>
                  <a:close/>
                </a:path>
              </a:pathLst>
            </a:custGeom>
            <a:solidFill>
              <a:srgbClr val="FFFFFF"/>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a:extLst>
                <a:ext uri="{FF2B5EF4-FFF2-40B4-BE49-F238E27FC236}">
                  <a16:creationId xmlns:a16="http://schemas.microsoft.com/office/drawing/2014/main" id="{9B66D410-E9BD-AE2F-4674-60E9D65B3F17}"/>
                </a:ext>
              </a:extLst>
            </p:cNvPr>
            <p:cNvSpPr/>
            <p:nvPr/>
          </p:nvSpPr>
          <p:spPr>
            <a:xfrm>
              <a:off x="5244643" y="4713364"/>
              <a:ext cx="44536" cy="44536"/>
            </a:xfrm>
            <a:custGeom>
              <a:avLst/>
              <a:gdLst>
                <a:gd name="connsiteX0" fmla="*/ 44537 w 44536"/>
                <a:gd name="connsiteY0" fmla="*/ 22268 h 44536"/>
                <a:gd name="connsiteX1" fmla="*/ 22268 w 44536"/>
                <a:gd name="connsiteY1" fmla="*/ 44537 h 44536"/>
                <a:gd name="connsiteX2" fmla="*/ 0 w 44536"/>
                <a:gd name="connsiteY2" fmla="*/ 22268 h 44536"/>
                <a:gd name="connsiteX3" fmla="*/ 22268 w 44536"/>
                <a:gd name="connsiteY3" fmla="*/ 0 h 44536"/>
                <a:gd name="connsiteX4" fmla="*/ 44537 w 44536"/>
                <a:gd name="connsiteY4" fmla="*/ 22268 h 4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6" h="44536">
                  <a:moveTo>
                    <a:pt x="44537" y="22268"/>
                  </a:moveTo>
                  <a:cubicBezTo>
                    <a:pt x="44537" y="34567"/>
                    <a:pt x="34567" y="44537"/>
                    <a:pt x="22268" y="44537"/>
                  </a:cubicBezTo>
                  <a:cubicBezTo>
                    <a:pt x="9970" y="44537"/>
                    <a:pt x="0" y="34567"/>
                    <a:pt x="0" y="22268"/>
                  </a:cubicBezTo>
                  <a:cubicBezTo>
                    <a:pt x="0" y="9970"/>
                    <a:pt x="9970" y="0"/>
                    <a:pt x="22268" y="0"/>
                  </a:cubicBezTo>
                  <a:cubicBezTo>
                    <a:pt x="34567" y="0"/>
                    <a:pt x="44537" y="9970"/>
                    <a:pt x="44537" y="22268"/>
                  </a:cubicBezTo>
                  <a:close/>
                </a:path>
              </a:pathLst>
            </a:custGeom>
            <a:no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72" name="文本框 71">
            <a:extLst>
              <a:ext uri="{FF2B5EF4-FFF2-40B4-BE49-F238E27FC236}">
                <a16:creationId xmlns:a16="http://schemas.microsoft.com/office/drawing/2014/main" id="{C6857165-2B2C-D209-EA73-A5AD8E0144BF}"/>
              </a:ext>
            </a:extLst>
          </p:cNvPr>
          <p:cNvSpPr txBox="1"/>
          <p:nvPr/>
        </p:nvSpPr>
        <p:spPr>
          <a:xfrm>
            <a:off x="541462" y="2047089"/>
            <a:ext cx="3262432" cy="853760"/>
          </a:xfrm>
          <a:prstGeom prst="rect">
            <a:avLst/>
          </a:prstGeom>
          <a:noFill/>
        </p:spPr>
        <p:txBody>
          <a:bodyPr wrap="none" rtlCol="0">
            <a:spAutoFit/>
          </a:bodyPr>
          <a:lstStyle/>
          <a:p>
            <a:pPr>
              <a:lnSpc>
                <a:spcPct val="130000"/>
              </a:lnSpc>
            </a:pPr>
            <a:r>
              <a:rPr lang="zh-CN" altLang="en-US"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用户选取</a:t>
            </a:r>
            <a:endParaRPr lang="en-US" altLang="zh-CN"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a:p>
            <a:pPr>
              <a:lnSpc>
                <a:spcPct val="130000"/>
              </a:lnSpc>
            </a:pPr>
            <a:r>
              <a:rPr lang="zh-CN" altLang="en-US"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rPr>
              <a:t>平台主播资深主播其他直播</a:t>
            </a:r>
            <a:endParaRPr lang="en-US" sz="2000" dirty="0">
              <a:solidFill>
                <a:srgbClr val="141A34"/>
              </a:solidFill>
              <a:latin typeface="思源宋体 CN Heavy" panose="02020900000000000000" pitchFamily="18" charset="-122"/>
              <a:ea typeface="思源宋体 CN Heavy" panose="02020900000000000000" pitchFamily="18" charset="-122"/>
              <a:cs typeface="阿里巴巴普惠体" panose="00020600040101010101" pitchFamily="18" charset="-122"/>
              <a:sym typeface="阿里巴巴普惠体 2 45 Light" panose="00020600040101010101" pitchFamily="18" charset="-122"/>
            </a:endParaRPr>
          </a:p>
        </p:txBody>
      </p:sp>
      <p:sp>
        <p:nvSpPr>
          <p:cNvPr id="73" name="文本框 72">
            <a:extLst>
              <a:ext uri="{FF2B5EF4-FFF2-40B4-BE49-F238E27FC236}">
                <a16:creationId xmlns:a16="http://schemas.microsoft.com/office/drawing/2014/main" id="{9F64173D-425E-1FF1-09EA-2A3201ECF614}"/>
              </a:ext>
            </a:extLst>
          </p:cNvPr>
          <p:cNvSpPr txBox="1"/>
          <p:nvPr/>
        </p:nvSpPr>
        <p:spPr>
          <a:xfrm>
            <a:off x="541462" y="2945990"/>
            <a:ext cx="5103079" cy="489365"/>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之前的课程详情页有非常严重的流程缺失</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本质就是心智模型的缺失，所以我们在课程详情页中加入了往期试听和能力测试模块。</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a:extLst>
              <a:ext uri="{FF2B5EF4-FFF2-40B4-BE49-F238E27FC236}">
                <a16:creationId xmlns:a16="http://schemas.microsoft.com/office/drawing/2014/main" id="{B17E15B4-E359-A38B-1057-B977E0623B9D}"/>
              </a:ext>
            </a:extLst>
          </p:cNvPr>
          <p:cNvSpPr txBox="1"/>
          <p:nvPr/>
        </p:nvSpPr>
        <p:spPr>
          <a:xfrm>
            <a:off x="2097985" y="4094516"/>
            <a:ext cx="1338928" cy="452688"/>
          </a:xfrm>
          <a:prstGeom prst="rect">
            <a:avLst/>
          </a:prstGeom>
          <a:noFill/>
        </p:spPr>
        <p:txBody>
          <a:bodyPr wrap="square" rtlCol="0">
            <a:spAutoFit/>
          </a:bodyPr>
          <a:lstStyle/>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平台观众</a:t>
            </a:r>
            <a:endPar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有平台直播使用习惯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3D1DA15E-5E42-3BE3-029C-71AE20F8D395}"/>
              </a:ext>
            </a:extLst>
          </p:cNvPr>
          <p:cNvSpPr txBox="1"/>
          <p:nvPr/>
        </p:nvSpPr>
        <p:spPr>
          <a:xfrm>
            <a:off x="1819409" y="4168384"/>
            <a:ext cx="322524" cy="230832"/>
          </a:xfrm>
          <a:prstGeom prst="rect">
            <a:avLst/>
          </a:prstGeom>
          <a:noFill/>
        </p:spPr>
        <p:txBody>
          <a:bodyPr wrap="none" rtlCol="0">
            <a:spAutoFit/>
          </a:bodyPr>
          <a:lstStyle/>
          <a:p>
            <a:pPr algn="ct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a:extLst>
              <a:ext uri="{FF2B5EF4-FFF2-40B4-BE49-F238E27FC236}">
                <a16:creationId xmlns:a16="http://schemas.microsoft.com/office/drawing/2014/main" id="{BB64D247-A1AE-8570-5365-BB29307B18F6}"/>
              </a:ext>
            </a:extLst>
          </p:cNvPr>
          <p:cNvSpPr txBox="1"/>
          <p:nvPr/>
        </p:nvSpPr>
        <p:spPr>
          <a:xfrm>
            <a:off x="3843982" y="3843698"/>
            <a:ext cx="1338928" cy="452688"/>
          </a:xfrm>
          <a:prstGeom prst="rect">
            <a:avLst/>
          </a:prstGeom>
          <a:noFill/>
        </p:spPr>
        <p:txBody>
          <a:bodyPr wrap="square" rtlCol="0">
            <a:spAutoFit/>
          </a:bodyPr>
          <a:lstStyle/>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平台主播</a:t>
            </a:r>
            <a:endPar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有直播使用习惯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20E2022A-90DA-B849-6559-A5DC9C1F6F0F}"/>
              </a:ext>
            </a:extLst>
          </p:cNvPr>
          <p:cNvSpPr txBox="1"/>
          <p:nvPr/>
        </p:nvSpPr>
        <p:spPr>
          <a:xfrm>
            <a:off x="3565406" y="3917566"/>
            <a:ext cx="312906" cy="230832"/>
          </a:xfrm>
          <a:prstGeom prst="rect">
            <a:avLst/>
          </a:prstGeom>
          <a:noFill/>
        </p:spPr>
        <p:txBody>
          <a:bodyPr wrap="none" rtlCol="0">
            <a:spAutoFit/>
          </a:bodyPr>
          <a:lstStyle/>
          <a:p>
            <a:pPr algn="ct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88671A9A-3106-F13F-6212-4076B611D0EF}"/>
              </a:ext>
            </a:extLst>
          </p:cNvPr>
          <p:cNvSpPr txBox="1"/>
          <p:nvPr/>
        </p:nvSpPr>
        <p:spPr>
          <a:xfrm>
            <a:off x="5402008" y="4075830"/>
            <a:ext cx="1338928" cy="452688"/>
          </a:xfrm>
          <a:prstGeom prst="rect">
            <a:avLst/>
          </a:prstGeom>
          <a:noFill/>
        </p:spPr>
        <p:txBody>
          <a:bodyPr wrap="square" rtlCol="0">
            <a:spAutoFit/>
          </a:bodyPr>
          <a:lstStyle/>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平台主播</a:t>
            </a:r>
            <a:endPar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有直播使用习惯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B7818369-B36E-1718-65A2-A09F3478FCEF}"/>
              </a:ext>
            </a:extLst>
          </p:cNvPr>
          <p:cNvSpPr txBox="1"/>
          <p:nvPr/>
        </p:nvSpPr>
        <p:spPr>
          <a:xfrm>
            <a:off x="5123432" y="4149698"/>
            <a:ext cx="312906" cy="230832"/>
          </a:xfrm>
          <a:prstGeom prst="rect">
            <a:avLst/>
          </a:prstGeom>
          <a:noFill/>
        </p:spPr>
        <p:txBody>
          <a:bodyPr wrap="none" rtlCol="0">
            <a:spAutoFit/>
          </a:bodyPr>
          <a:lstStyle/>
          <a:p>
            <a:pPr algn="ct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EB00E900-AB1D-4DFB-57E4-E9E1F65EC183}"/>
              </a:ext>
            </a:extLst>
          </p:cNvPr>
          <p:cNvSpPr txBox="1"/>
          <p:nvPr/>
        </p:nvSpPr>
        <p:spPr>
          <a:xfrm>
            <a:off x="2179715" y="5487054"/>
            <a:ext cx="675450" cy="230832"/>
          </a:xfrm>
          <a:prstGeom prst="rect">
            <a:avLst/>
          </a:prstGeom>
          <a:noFill/>
        </p:spPr>
        <p:txBody>
          <a:bodyPr wrap="squar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平台用户</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352FB0C4-4CE7-3E0B-4466-4CF292923802}"/>
              </a:ext>
            </a:extLst>
          </p:cNvPr>
          <p:cNvSpPr txBox="1"/>
          <p:nvPr/>
        </p:nvSpPr>
        <p:spPr>
          <a:xfrm>
            <a:off x="4757815" y="5487054"/>
            <a:ext cx="675450" cy="230832"/>
          </a:xfrm>
          <a:prstGeom prst="rect">
            <a:avLst/>
          </a:prstGeom>
          <a:noFill/>
        </p:spPr>
        <p:txBody>
          <a:bodyPr wrap="squar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其他直播</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a:extLst>
              <a:ext uri="{FF2B5EF4-FFF2-40B4-BE49-F238E27FC236}">
                <a16:creationId xmlns:a16="http://schemas.microsoft.com/office/drawing/2014/main" id="{F414D216-049F-1BA8-E17D-4077AE1F7978}"/>
              </a:ext>
            </a:extLst>
          </p:cNvPr>
          <p:cNvSpPr txBox="1"/>
          <p:nvPr/>
        </p:nvSpPr>
        <p:spPr>
          <a:xfrm>
            <a:off x="1189884" y="5475512"/>
            <a:ext cx="733108" cy="253916"/>
          </a:xfrm>
          <a:prstGeom prst="rect">
            <a:avLst/>
          </a:prstGeom>
          <a:noFill/>
        </p:spPr>
        <p:txBody>
          <a:bodyPr wrap="square" rtlCol="0">
            <a:spAutoFit/>
          </a:bodyPr>
          <a:lstStyle/>
          <a:p>
            <a:pPr algn="ctr"/>
            <a:r>
              <a:rPr lang="zh-CN" altLang="en-US" sz="105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用户圈层</a:t>
            </a:r>
            <a:endParaRPr lang="en-US" sz="105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C1CF9720-4533-58CB-BFFA-1D4F7D9ABD12}"/>
              </a:ext>
            </a:extLst>
          </p:cNvPr>
          <p:cNvSpPr txBox="1"/>
          <p:nvPr/>
        </p:nvSpPr>
        <p:spPr>
          <a:xfrm>
            <a:off x="3341821" y="5487054"/>
            <a:ext cx="675450" cy="230832"/>
          </a:xfrm>
          <a:prstGeom prst="rect">
            <a:avLst/>
          </a:prstGeom>
          <a:noFill/>
        </p:spPr>
        <p:txBody>
          <a:bodyPr wrap="squar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平台直播</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203D3A90-A941-1C82-25CC-90E3C6FA6418}"/>
              </a:ext>
            </a:extLst>
          </p:cNvPr>
          <p:cNvSpPr txBox="1"/>
          <p:nvPr/>
        </p:nvSpPr>
        <p:spPr>
          <a:xfrm>
            <a:off x="8236457" y="1086401"/>
            <a:ext cx="1326004" cy="338554"/>
          </a:xfrm>
          <a:prstGeom prst="rect">
            <a:avLst/>
          </a:prstGeom>
          <a:noFill/>
        </p:spPr>
        <p:txBody>
          <a:bodyPr wrap="none" rtlCol="0">
            <a:spAutoFit/>
          </a:bodyPr>
          <a:lstStyle/>
          <a:p>
            <a:r>
              <a:rPr lang="en-US" altLang="zh-CN"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01.</a:t>
            </a: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研究目标</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a:extLst>
              <a:ext uri="{FF2B5EF4-FFF2-40B4-BE49-F238E27FC236}">
                <a16:creationId xmlns:a16="http://schemas.microsoft.com/office/drawing/2014/main" id="{D5F1D37C-82E8-ED6E-F142-DA6D06A30FBE}"/>
              </a:ext>
            </a:extLst>
          </p:cNvPr>
          <p:cNvSpPr txBox="1"/>
          <p:nvPr/>
        </p:nvSpPr>
        <p:spPr>
          <a:xfrm>
            <a:off x="8214423" y="2047089"/>
            <a:ext cx="902811" cy="354456"/>
          </a:xfrm>
          <a:prstGeom prst="rect">
            <a:avLst/>
          </a:prstGeom>
          <a:noFill/>
        </p:spPr>
        <p:txBody>
          <a:bodyPr wrap="none" rtlCol="0">
            <a:spAutoFit/>
          </a:bodyPr>
          <a:lstStyle/>
          <a:p>
            <a:pPr>
              <a:lnSpc>
                <a:spcPct val="130000"/>
              </a:lnSpc>
            </a:pPr>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访谈目标</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6" name="文本框 85">
            <a:extLst>
              <a:ext uri="{FF2B5EF4-FFF2-40B4-BE49-F238E27FC236}">
                <a16:creationId xmlns:a16="http://schemas.microsoft.com/office/drawing/2014/main" id="{7E7260A7-65F2-B368-946B-7AC308ECE2BD}"/>
              </a:ext>
            </a:extLst>
          </p:cNvPr>
          <p:cNvSpPr txBox="1"/>
          <p:nvPr/>
        </p:nvSpPr>
        <p:spPr>
          <a:xfrm>
            <a:off x="8214423" y="2424693"/>
            <a:ext cx="3210864" cy="697114"/>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通过调研用户在特定场景下使用直播产品互动前、中、后的行为、目标、动机和痛点，挖掘特定用户圈层下细分群体的不同需求</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a:extLst>
              <a:ext uri="{FF2B5EF4-FFF2-40B4-BE49-F238E27FC236}">
                <a16:creationId xmlns:a16="http://schemas.microsoft.com/office/drawing/2014/main" id="{1ED667B6-D4E6-F77F-E1D8-DD70560C63B3}"/>
              </a:ext>
            </a:extLst>
          </p:cNvPr>
          <p:cNvSpPr txBox="1"/>
          <p:nvPr/>
        </p:nvSpPr>
        <p:spPr>
          <a:xfrm>
            <a:off x="8214423" y="3406319"/>
            <a:ext cx="543739" cy="354456"/>
          </a:xfrm>
          <a:prstGeom prst="rect">
            <a:avLst/>
          </a:prstGeom>
          <a:noFill/>
        </p:spPr>
        <p:txBody>
          <a:bodyPr wrap="none" rtlCol="0">
            <a:spAutoFit/>
          </a:bodyPr>
          <a:lstStyle/>
          <a:p>
            <a:pPr>
              <a:lnSpc>
                <a:spcPct val="130000"/>
              </a:lnSpc>
            </a:pPr>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行为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88" name="文本框 87">
            <a:extLst>
              <a:ext uri="{FF2B5EF4-FFF2-40B4-BE49-F238E27FC236}">
                <a16:creationId xmlns:a16="http://schemas.microsoft.com/office/drawing/2014/main" id="{9EDF358C-2578-1A8B-1ACA-ECBBC1F6048E}"/>
              </a:ext>
            </a:extLst>
          </p:cNvPr>
          <p:cNvSpPr txBox="1"/>
          <p:nvPr/>
        </p:nvSpPr>
        <p:spPr>
          <a:xfrm>
            <a:off x="8214423" y="3783923"/>
            <a:ext cx="3210864" cy="489365"/>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研究用户在平台和其他直播平台的行为习惯，观察用户在进入直播前、中、后的行为模式</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a:extLst>
              <a:ext uri="{FF2B5EF4-FFF2-40B4-BE49-F238E27FC236}">
                <a16:creationId xmlns:a16="http://schemas.microsoft.com/office/drawing/2014/main" id="{4518AED1-E173-9FF5-BFA4-52C6BB243093}"/>
              </a:ext>
            </a:extLst>
          </p:cNvPr>
          <p:cNvSpPr txBox="1"/>
          <p:nvPr/>
        </p:nvSpPr>
        <p:spPr>
          <a:xfrm>
            <a:off x="8214423" y="4766807"/>
            <a:ext cx="902811" cy="354456"/>
          </a:xfrm>
          <a:prstGeom prst="rect">
            <a:avLst/>
          </a:prstGeom>
          <a:noFill/>
        </p:spPr>
        <p:txBody>
          <a:bodyPr wrap="none" rtlCol="0">
            <a:spAutoFit/>
          </a:bodyPr>
          <a:lstStyle/>
          <a:p>
            <a:pPr>
              <a:lnSpc>
                <a:spcPct val="130000"/>
              </a:lnSpc>
            </a:pPr>
            <a:r>
              <a:rPr lang="zh-CN" alt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背后动机</a:t>
            </a:r>
            <a:endParaRPr lang="en-US" sz="14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文本框 89">
            <a:extLst>
              <a:ext uri="{FF2B5EF4-FFF2-40B4-BE49-F238E27FC236}">
                <a16:creationId xmlns:a16="http://schemas.microsoft.com/office/drawing/2014/main" id="{79173649-C394-9B71-0F60-A272FB2AE892}"/>
              </a:ext>
            </a:extLst>
          </p:cNvPr>
          <p:cNvSpPr txBox="1"/>
          <p:nvPr/>
        </p:nvSpPr>
        <p:spPr>
          <a:xfrm>
            <a:off x="8214423" y="5144411"/>
            <a:ext cx="3210864" cy="489365"/>
          </a:xfrm>
          <a:prstGeom prst="rect">
            <a:avLst/>
          </a:prstGeom>
          <a:noFill/>
        </p:spPr>
        <p:txBody>
          <a:bodyPr wrap="square" rtlCol="0">
            <a:spAutoFit/>
          </a:bodyPr>
          <a:lstStyle/>
          <a:p>
            <a:pPr>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研究用户会出于什么原因使用直播产品，会出于什么原因产生互动，产生付费行为的原因是什么</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a:extLst>
              <a:ext uri="{FF2B5EF4-FFF2-40B4-BE49-F238E27FC236}">
                <a16:creationId xmlns:a16="http://schemas.microsoft.com/office/drawing/2014/main" id="{9B6FF5E9-97B6-70A9-39FA-86F4BA30FE55}"/>
              </a:ext>
            </a:extLst>
          </p:cNvPr>
          <p:cNvSpPr/>
          <p:nvPr/>
        </p:nvSpPr>
        <p:spPr>
          <a:xfrm>
            <a:off x="2114918" y="4710188"/>
            <a:ext cx="441686" cy="500417"/>
          </a:xfrm>
          <a:custGeom>
            <a:avLst/>
            <a:gdLst>
              <a:gd name="connsiteX0" fmla="*/ 441687 w 441686"/>
              <a:gd name="connsiteY0" fmla="*/ 500418 h 500417"/>
              <a:gd name="connsiteX1" fmla="*/ 0 w 441686"/>
              <a:gd name="connsiteY1" fmla="*/ 0 h 500417"/>
            </a:gdLst>
            <a:ahLst/>
            <a:cxnLst>
              <a:cxn ang="0">
                <a:pos x="connsiteX0" y="connsiteY0"/>
              </a:cxn>
              <a:cxn ang="0">
                <a:pos x="connsiteX1" y="connsiteY1"/>
              </a:cxn>
            </a:cxnLst>
            <a:rect l="l" t="t" r="r" b="b"/>
            <a:pathLst>
              <a:path w="441686" h="500417">
                <a:moveTo>
                  <a:pt x="441687" y="500418"/>
                </a:moveTo>
                <a:lnTo>
                  <a:pt x="0" y="0"/>
                </a:lnTo>
              </a:path>
            </a:pathLst>
          </a:cu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a:extLst>
              <a:ext uri="{FF2B5EF4-FFF2-40B4-BE49-F238E27FC236}">
                <a16:creationId xmlns:a16="http://schemas.microsoft.com/office/drawing/2014/main" id="{AE7FDCD1-B121-614E-84B8-921299EC37B5}"/>
              </a:ext>
            </a:extLst>
          </p:cNvPr>
          <p:cNvSpPr/>
          <p:nvPr/>
        </p:nvSpPr>
        <p:spPr>
          <a:xfrm>
            <a:off x="5103548" y="5337489"/>
            <a:ext cx="50886" cy="50886"/>
          </a:xfrm>
          <a:custGeom>
            <a:avLst/>
            <a:gdLst>
              <a:gd name="connsiteX0" fmla="*/ 50887 w 50886"/>
              <a:gd name="connsiteY0" fmla="*/ 25443 h 50886"/>
              <a:gd name="connsiteX1" fmla="*/ 25443 w 50886"/>
              <a:gd name="connsiteY1" fmla="*/ 50887 h 50886"/>
              <a:gd name="connsiteX2" fmla="*/ 0 w 50886"/>
              <a:gd name="connsiteY2" fmla="*/ 25443 h 50886"/>
              <a:gd name="connsiteX3" fmla="*/ 25443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5" y="50887"/>
                  <a:pt x="25443" y="50887"/>
                </a:cubicBezTo>
                <a:cubicBezTo>
                  <a:pt x="11391" y="50887"/>
                  <a:pt x="0" y="39495"/>
                  <a:pt x="0" y="25443"/>
                </a:cubicBezTo>
                <a:cubicBezTo>
                  <a:pt x="0" y="11391"/>
                  <a:pt x="11392" y="0"/>
                  <a:pt x="25443" y="0"/>
                </a:cubicBezTo>
                <a:cubicBezTo>
                  <a:pt x="39496" y="0"/>
                  <a:pt x="50887" y="11392"/>
                  <a:pt x="50887" y="25443"/>
                </a:cubicBezTo>
                <a:close/>
              </a:path>
            </a:pathLst>
          </a:custGeom>
          <a:solidFill>
            <a:schemeClr val="accent1"/>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a:extLst>
              <a:ext uri="{FF2B5EF4-FFF2-40B4-BE49-F238E27FC236}">
                <a16:creationId xmlns:a16="http://schemas.microsoft.com/office/drawing/2014/main" id="{B15B5970-6310-3F95-7250-1889C4C3A2BA}"/>
              </a:ext>
            </a:extLst>
          </p:cNvPr>
          <p:cNvSpPr/>
          <p:nvPr/>
        </p:nvSpPr>
        <p:spPr>
          <a:xfrm>
            <a:off x="3686664" y="5362932"/>
            <a:ext cx="50886" cy="50886"/>
          </a:xfrm>
          <a:custGeom>
            <a:avLst/>
            <a:gdLst>
              <a:gd name="connsiteX0" fmla="*/ 50887 w 50886"/>
              <a:gd name="connsiteY0" fmla="*/ 25443 h 50886"/>
              <a:gd name="connsiteX1" fmla="*/ 25444 w 50886"/>
              <a:gd name="connsiteY1" fmla="*/ 50887 h 50886"/>
              <a:gd name="connsiteX2" fmla="*/ 0 w 50886"/>
              <a:gd name="connsiteY2" fmla="*/ 25443 h 50886"/>
              <a:gd name="connsiteX3" fmla="*/ 25444 w 50886"/>
              <a:gd name="connsiteY3" fmla="*/ 0 h 50886"/>
              <a:gd name="connsiteX4" fmla="*/ 50887 w 50886"/>
              <a:gd name="connsiteY4" fmla="*/ 25443 h 5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86" h="50886">
                <a:moveTo>
                  <a:pt x="50887" y="25443"/>
                </a:moveTo>
                <a:cubicBezTo>
                  <a:pt x="50887" y="39496"/>
                  <a:pt x="39495" y="50887"/>
                  <a:pt x="25444" y="50887"/>
                </a:cubicBezTo>
                <a:cubicBezTo>
                  <a:pt x="11391" y="50887"/>
                  <a:pt x="0" y="39495"/>
                  <a:pt x="0" y="25443"/>
                </a:cubicBezTo>
                <a:cubicBezTo>
                  <a:pt x="0" y="11391"/>
                  <a:pt x="11392" y="0"/>
                  <a:pt x="25444" y="0"/>
                </a:cubicBezTo>
                <a:cubicBezTo>
                  <a:pt x="39496" y="0"/>
                  <a:pt x="50887" y="11392"/>
                  <a:pt x="50887" y="25443"/>
                </a:cubicBezTo>
                <a:close/>
              </a:path>
            </a:pathLst>
          </a:custGeom>
          <a:solidFill>
            <a:schemeClr val="accent1"/>
          </a:solidFill>
          <a:ln w="635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任意多边形: 形状 34">
            <a:extLst>
              <a:ext uri="{FF2B5EF4-FFF2-40B4-BE49-F238E27FC236}">
                <a16:creationId xmlns:a16="http://schemas.microsoft.com/office/drawing/2014/main" id="{7DB50537-0D7B-42A7-1D37-FA7E22F14E82}"/>
              </a:ext>
            </a:extLst>
          </p:cNvPr>
          <p:cNvSpPr/>
          <p:nvPr/>
        </p:nvSpPr>
        <p:spPr>
          <a:xfrm>
            <a:off x="5134336" y="4738909"/>
            <a:ext cx="132575" cy="605294"/>
          </a:xfrm>
          <a:custGeom>
            <a:avLst/>
            <a:gdLst>
              <a:gd name="connsiteX0" fmla="*/ 0 w 132575"/>
              <a:gd name="connsiteY0" fmla="*/ 605295 h 605294"/>
              <a:gd name="connsiteX1" fmla="*/ 132575 w 132575"/>
              <a:gd name="connsiteY1" fmla="*/ 0 h 605294"/>
            </a:gdLst>
            <a:ahLst/>
            <a:cxnLst>
              <a:cxn ang="0">
                <a:pos x="connsiteX0" y="connsiteY0"/>
              </a:cxn>
              <a:cxn ang="0">
                <a:pos x="connsiteX1" y="connsiteY1"/>
              </a:cxn>
            </a:cxnLst>
            <a:rect l="l" t="t" r="r" b="b"/>
            <a:pathLst>
              <a:path w="132575" h="605294">
                <a:moveTo>
                  <a:pt x="0" y="605295"/>
                </a:moveTo>
                <a:lnTo>
                  <a:pt x="132575" y="0"/>
                </a:lnTo>
              </a:path>
            </a:pathLst>
          </a:cu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A9D57CFF-4366-027E-16A7-3C673C2AE704}"/>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3AB4A84C-071D-8875-F550-5DE717102478}"/>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690BBF9-2F22-D876-C56F-E97A82A3569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3590998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文本框 50">
            <a:extLst>
              <a:ext uri="{FF2B5EF4-FFF2-40B4-BE49-F238E27FC236}">
                <a16:creationId xmlns:a16="http://schemas.microsoft.com/office/drawing/2014/main" id="{BCC5FEB0-40E0-F304-45E5-484B05561BF7}"/>
              </a:ext>
            </a:extLst>
          </p:cNvPr>
          <p:cNvSpPr txBox="1"/>
          <p:nvPr/>
        </p:nvSpPr>
        <p:spPr>
          <a:xfrm>
            <a:off x="1691496" y="1964397"/>
            <a:ext cx="8809009" cy="634789"/>
          </a:xfrm>
          <a:prstGeom prst="rect">
            <a:avLst/>
          </a:prstGeom>
          <a:noFill/>
        </p:spPr>
        <p:txBody>
          <a:bodyPr wrap="square" rtlCol="0">
            <a:spAutoFit/>
          </a:bodyPr>
          <a:lstStyle/>
          <a:p>
            <a:pPr algn="ctr">
              <a:lnSpc>
                <a:spcPct val="130000"/>
              </a:lnSpc>
            </a:pP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目前用户主要场景需求是“搜素</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购买</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。我们以用户目标的强弱 特征去规划首页内容</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首页不同板块对应着不同的用户</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通过分析首页用户的特征对首页区域作针对性的规划</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符合用户心智</a:t>
            </a:r>
            <a:r>
              <a:rPr lang="en-US" altLang="zh-CN"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促进首页转化</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92E2C055-F9C0-DCC2-BAC5-C5C24E2E99D9}"/>
              </a:ext>
            </a:extLst>
          </p:cNvPr>
          <p:cNvSpPr/>
          <p:nvPr/>
        </p:nvSpPr>
        <p:spPr>
          <a:xfrm>
            <a:off x="768076"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5" y="2480120"/>
                  <a:pt x="0" y="2480120"/>
                  <a:pt x="0" y="2480120"/>
                </a:cubicBezTo>
                <a:lnTo>
                  <a:pt x="0" y="0"/>
                </a:lnTo>
                <a:cubicBezTo>
                  <a:pt x="0" y="0"/>
                  <a:pt x="14215"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a:extLst>
              <a:ext uri="{FF2B5EF4-FFF2-40B4-BE49-F238E27FC236}">
                <a16:creationId xmlns:a16="http://schemas.microsoft.com/office/drawing/2014/main" id="{3807FCAC-B08E-05D1-F48A-312E7925BBA2}"/>
              </a:ext>
            </a:extLst>
          </p:cNvPr>
          <p:cNvSpPr/>
          <p:nvPr/>
        </p:nvSpPr>
        <p:spPr>
          <a:xfrm>
            <a:off x="3493685"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5" y="2480120"/>
                  <a:pt x="0" y="2480120"/>
                  <a:pt x="0" y="2480120"/>
                </a:cubicBezTo>
                <a:lnTo>
                  <a:pt x="0" y="0"/>
                </a:lnTo>
                <a:cubicBezTo>
                  <a:pt x="0" y="0"/>
                  <a:pt x="14215"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a:extLst>
              <a:ext uri="{FF2B5EF4-FFF2-40B4-BE49-F238E27FC236}">
                <a16:creationId xmlns:a16="http://schemas.microsoft.com/office/drawing/2014/main" id="{3145B0F7-F6D4-DD47-D583-0DDE0B7A1907}"/>
              </a:ext>
            </a:extLst>
          </p:cNvPr>
          <p:cNvSpPr/>
          <p:nvPr/>
        </p:nvSpPr>
        <p:spPr>
          <a:xfrm>
            <a:off x="6219294"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6" y="2480120"/>
                  <a:pt x="0" y="2480120"/>
                  <a:pt x="0" y="2480120"/>
                </a:cubicBezTo>
                <a:lnTo>
                  <a:pt x="0" y="0"/>
                </a:lnTo>
                <a:cubicBezTo>
                  <a:pt x="0" y="0"/>
                  <a:pt x="14216"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A0718DE0-759B-2421-0668-161A75181796}"/>
              </a:ext>
            </a:extLst>
          </p:cNvPr>
          <p:cNvSpPr/>
          <p:nvPr/>
        </p:nvSpPr>
        <p:spPr>
          <a:xfrm>
            <a:off x="8944902" y="3143299"/>
            <a:ext cx="2459475" cy="2480119"/>
          </a:xfrm>
          <a:custGeom>
            <a:avLst/>
            <a:gdLst>
              <a:gd name="connsiteX0" fmla="*/ 2427726 w 2459475"/>
              <a:gd name="connsiteY0" fmla="*/ 0 h 2480119"/>
              <a:gd name="connsiteX1" fmla="*/ 2459476 w 2459475"/>
              <a:gd name="connsiteY1" fmla="*/ 0 h 2480119"/>
              <a:gd name="connsiteX2" fmla="*/ 2459476 w 2459475"/>
              <a:gd name="connsiteY2" fmla="*/ 2480120 h 2480119"/>
              <a:gd name="connsiteX3" fmla="*/ 2427726 w 2459475"/>
              <a:gd name="connsiteY3" fmla="*/ 2480120 h 2480119"/>
              <a:gd name="connsiteX4" fmla="*/ 31750 w 2459475"/>
              <a:gd name="connsiteY4" fmla="*/ 2480120 h 2480119"/>
              <a:gd name="connsiteX5" fmla="*/ 0 w 2459475"/>
              <a:gd name="connsiteY5" fmla="*/ 2480120 h 2480119"/>
              <a:gd name="connsiteX6" fmla="*/ 0 w 2459475"/>
              <a:gd name="connsiteY6" fmla="*/ 0 h 2480119"/>
              <a:gd name="connsiteX7" fmla="*/ 31750 w 2459475"/>
              <a:gd name="connsiteY7" fmla="*/ 0 h 24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9475" h="2480119">
                <a:moveTo>
                  <a:pt x="2427726" y="0"/>
                </a:moveTo>
                <a:cubicBezTo>
                  <a:pt x="2445261" y="0"/>
                  <a:pt x="2459476" y="0"/>
                  <a:pt x="2459476" y="0"/>
                </a:cubicBezTo>
                <a:lnTo>
                  <a:pt x="2459476" y="2480120"/>
                </a:lnTo>
                <a:cubicBezTo>
                  <a:pt x="2459476" y="2480120"/>
                  <a:pt x="2445261" y="2480120"/>
                  <a:pt x="2427726" y="2480120"/>
                </a:cubicBezTo>
                <a:lnTo>
                  <a:pt x="31750" y="2480120"/>
                </a:lnTo>
                <a:cubicBezTo>
                  <a:pt x="14215" y="2480120"/>
                  <a:pt x="0" y="2480120"/>
                  <a:pt x="0" y="2480120"/>
                </a:cubicBezTo>
                <a:lnTo>
                  <a:pt x="0" y="0"/>
                </a:lnTo>
                <a:cubicBezTo>
                  <a:pt x="0" y="0"/>
                  <a:pt x="14215" y="0"/>
                  <a:pt x="31750" y="0"/>
                </a:cubicBezTo>
                <a:close/>
              </a:path>
            </a:pathLst>
          </a:custGeom>
          <a:solidFill>
            <a:srgbClr val="FFFFFF"/>
          </a:solidFill>
          <a:ln w="6350" cap="flat">
            <a:noFill/>
            <a:prstDash val="solid"/>
            <a:miter/>
          </a:ln>
          <a:effectLst>
            <a:outerShdw blurRad="457200" dist="38100" dir="5400000" algn="t" rotWithShape="0">
              <a:prstClr val="black">
                <a:alpha val="20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D366FE2E-56FA-4C84-4EA3-D3C32BD5CF0D}"/>
              </a:ext>
            </a:extLst>
          </p:cNvPr>
          <p:cNvSpPr/>
          <p:nvPr/>
        </p:nvSpPr>
        <p:spPr>
          <a:xfrm>
            <a:off x="768076"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9" name="任意多边形: 形状 18">
            <a:extLst>
              <a:ext uri="{FF2B5EF4-FFF2-40B4-BE49-F238E27FC236}">
                <a16:creationId xmlns:a16="http://schemas.microsoft.com/office/drawing/2014/main" id="{D13FDFFF-439A-8920-8A23-6F9A85EA14AF}"/>
              </a:ext>
            </a:extLst>
          </p:cNvPr>
          <p:cNvSpPr/>
          <p:nvPr/>
        </p:nvSpPr>
        <p:spPr>
          <a:xfrm>
            <a:off x="3493685"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1D8C4C69-DE1B-4366-EBC8-38E600301FFB}"/>
              </a:ext>
            </a:extLst>
          </p:cNvPr>
          <p:cNvSpPr/>
          <p:nvPr/>
        </p:nvSpPr>
        <p:spPr>
          <a:xfrm>
            <a:off x="6219294"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E128D16C-9AE7-C9B5-F44B-E8C180F705C8}"/>
              </a:ext>
            </a:extLst>
          </p:cNvPr>
          <p:cNvSpPr/>
          <p:nvPr/>
        </p:nvSpPr>
        <p:spPr>
          <a:xfrm>
            <a:off x="8944902" y="3143299"/>
            <a:ext cx="2459475" cy="76857"/>
          </a:xfrm>
          <a:custGeom>
            <a:avLst/>
            <a:gdLst>
              <a:gd name="connsiteX0" fmla="*/ 0 w 2459475"/>
              <a:gd name="connsiteY0" fmla="*/ 0 h 76857"/>
              <a:gd name="connsiteX1" fmla="*/ 2459476 w 2459475"/>
              <a:gd name="connsiteY1" fmla="*/ 0 h 76857"/>
              <a:gd name="connsiteX2" fmla="*/ 2459476 w 2459475"/>
              <a:gd name="connsiteY2" fmla="*/ 76858 h 76857"/>
              <a:gd name="connsiteX3" fmla="*/ 0 w 2459475"/>
              <a:gd name="connsiteY3" fmla="*/ 76858 h 76857"/>
            </a:gdLst>
            <a:ahLst/>
            <a:cxnLst>
              <a:cxn ang="0">
                <a:pos x="connsiteX0" y="connsiteY0"/>
              </a:cxn>
              <a:cxn ang="0">
                <a:pos x="connsiteX1" y="connsiteY1"/>
              </a:cxn>
              <a:cxn ang="0">
                <a:pos x="connsiteX2" y="connsiteY2"/>
              </a:cxn>
              <a:cxn ang="0">
                <a:pos x="connsiteX3" y="connsiteY3"/>
              </a:cxn>
            </a:cxnLst>
            <a:rect l="l" t="t" r="r" b="b"/>
            <a:pathLst>
              <a:path w="2459475" h="76857">
                <a:moveTo>
                  <a:pt x="0" y="0"/>
                </a:moveTo>
                <a:lnTo>
                  <a:pt x="2459476" y="0"/>
                </a:lnTo>
                <a:lnTo>
                  <a:pt x="2459476" y="76858"/>
                </a:lnTo>
                <a:lnTo>
                  <a:pt x="0" y="76858"/>
                </a:lnTo>
                <a:close/>
              </a:path>
            </a:pathLst>
          </a:custGeom>
          <a:gradFill flip="none" rotWithShape="1">
            <a:gsLst>
              <a:gs pos="0">
                <a:schemeClr val="accent1">
                  <a:lumMod val="60000"/>
                  <a:lumOff val="4000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2" name="文本框 51">
            <a:extLst>
              <a:ext uri="{FF2B5EF4-FFF2-40B4-BE49-F238E27FC236}">
                <a16:creationId xmlns:a16="http://schemas.microsoft.com/office/drawing/2014/main" id="{5F5358AA-DAC4-2410-2F7B-2D1BAF06634F}"/>
              </a:ext>
            </a:extLst>
          </p:cNvPr>
          <p:cNvSpPr txBox="1"/>
          <p:nvPr/>
        </p:nvSpPr>
        <p:spPr>
          <a:xfrm>
            <a:off x="830014" y="3404727"/>
            <a:ext cx="1415772"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信息层级混乱</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3" name="文本框 52">
            <a:extLst>
              <a:ext uri="{FF2B5EF4-FFF2-40B4-BE49-F238E27FC236}">
                <a16:creationId xmlns:a16="http://schemas.microsoft.com/office/drawing/2014/main" id="{77BC1A2A-B957-DDAB-8FB2-9F1BDBF23C8F}"/>
              </a:ext>
            </a:extLst>
          </p:cNvPr>
          <p:cNvSpPr txBox="1"/>
          <p:nvPr/>
        </p:nvSpPr>
        <p:spPr>
          <a:xfrm>
            <a:off x="830013" y="3892749"/>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信息杂乱，内容拥挤。色彩繁多，过于花哨。</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4" name="文本框 53">
            <a:extLst>
              <a:ext uri="{FF2B5EF4-FFF2-40B4-BE49-F238E27FC236}">
                <a16:creationId xmlns:a16="http://schemas.microsoft.com/office/drawing/2014/main" id="{E1077B47-1900-82A7-FC02-2B339DD1F31A}"/>
              </a:ext>
            </a:extLst>
          </p:cNvPr>
          <p:cNvSpPr txBox="1"/>
          <p:nvPr/>
        </p:nvSpPr>
        <p:spPr>
          <a:xfrm>
            <a:off x="830013" y="4372367"/>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过多信息展示难以让用户在短时间内发现重点</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a:extLst>
              <a:ext uri="{FF2B5EF4-FFF2-40B4-BE49-F238E27FC236}">
                <a16:creationId xmlns:a16="http://schemas.microsoft.com/office/drawing/2014/main" id="{ACBF5E7A-42C5-F11D-049F-425DEB43800B}"/>
              </a:ext>
            </a:extLst>
          </p:cNvPr>
          <p:cNvSpPr txBox="1"/>
          <p:nvPr/>
        </p:nvSpPr>
        <p:spPr>
          <a:xfrm>
            <a:off x="3531497" y="3404727"/>
            <a:ext cx="1415772"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体验参差不齐</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a:extLst>
              <a:ext uri="{FF2B5EF4-FFF2-40B4-BE49-F238E27FC236}">
                <a16:creationId xmlns:a16="http://schemas.microsoft.com/office/drawing/2014/main" id="{272821BC-32AE-791B-B625-012753102EF5}"/>
              </a:ext>
            </a:extLst>
          </p:cNvPr>
          <p:cNvSpPr txBox="1"/>
          <p:nvPr/>
        </p:nvSpPr>
        <p:spPr>
          <a:xfrm>
            <a:off x="3531496" y="3892749"/>
            <a:ext cx="2367629" cy="679673"/>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产品风格陈旧，操作方式、视觉表达不一，导致用户操作路径不一，体验舒适度参差不弃</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a:extLst>
              <a:ext uri="{FF2B5EF4-FFF2-40B4-BE49-F238E27FC236}">
                <a16:creationId xmlns:a16="http://schemas.microsoft.com/office/drawing/2014/main" id="{C08D47FD-8877-507D-1AEA-1F52929087B7}"/>
              </a:ext>
            </a:extLst>
          </p:cNvPr>
          <p:cNvSpPr txBox="1"/>
          <p:nvPr/>
        </p:nvSpPr>
        <p:spPr>
          <a:xfrm>
            <a:off x="6282897" y="3404727"/>
            <a:ext cx="1210588"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品牌感较弱</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a:extLst>
              <a:ext uri="{FF2B5EF4-FFF2-40B4-BE49-F238E27FC236}">
                <a16:creationId xmlns:a16="http://schemas.microsoft.com/office/drawing/2014/main" id="{920675EA-FDFC-2183-9F4A-6DD2FE43E35A}"/>
              </a:ext>
            </a:extLst>
          </p:cNvPr>
          <p:cNvSpPr txBox="1"/>
          <p:nvPr/>
        </p:nvSpPr>
        <p:spPr>
          <a:xfrm>
            <a:off x="6282896" y="3892749"/>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产品一直没有设计规范文件，品牌对外输出弱。</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a:extLst>
              <a:ext uri="{FF2B5EF4-FFF2-40B4-BE49-F238E27FC236}">
                <a16:creationId xmlns:a16="http://schemas.microsoft.com/office/drawing/2014/main" id="{268F2F89-2ED3-56EC-EB5B-EF8589FABFDA}"/>
              </a:ext>
            </a:extLst>
          </p:cNvPr>
          <p:cNvSpPr txBox="1"/>
          <p:nvPr/>
        </p:nvSpPr>
        <p:spPr>
          <a:xfrm>
            <a:off x="6282896" y="4372367"/>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产品不能很好的潜入用户心智，和竞品区隔，没有建立良好的品牌感知</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a:extLst>
              <a:ext uri="{FF2B5EF4-FFF2-40B4-BE49-F238E27FC236}">
                <a16:creationId xmlns:a16="http://schemas.microsoft.com/office/drawing/2014/main" id="{C46B9324-BC23-E561-6D71-B77C46988173}"/>
              </a:ext>
            </a:extLst>
          </p:cNvPr>
          <p:cNvSpPr txBox="1"/>
          <p:nvPr/>
        </p:nvSpPr>
        <p:spPr>
          <a:xfrm>
            <a:off x="9011062" y="3404727"/>
            <a:ext cx="1210588" cy="338554"/>
          </a:xfrm>
          <a:prstGeom prst="rect">
            <a:avLst/>
          </a:prstGeom>
          <a:noFill/>
        </p:spPr>
        <p:txBody>
          <a:bodyPr wrap="none" rtlCol="0">
            <a:spAutoFit/>
          </a:bodyPr>
          <a:lstStyle/>
          <a:p>
            <a:r>
              <a:rPr lang="zh-CN" alt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使用效率低</a:t>
            </a:r>
            <a:endParaRPr lang="en-US" sz="16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a:extLst>
              <a:ext uri="{FF2B5EF4-FFF2-40B4-BE49-F238E27FC236}">
                <a16:creationId xmlns:a16="http://schemas.microsoft.com/office/drawing/2014/main" id="{3D63E0FA-09AD-D41C-F60D-42DACBFA6C84}"/>
              </a:ext>
            </a:extLst>
          </p:cNvPr>
          <p:cNvSpPr txBox="1"/>
          <p:nvPr/>
        </p:nvSpPr>
        <p:spPr>
          <a:xfrm>
            <a:off x="9011061" y="3892749"/>
            <a:ext cx="2367629" cy="679673"/>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多人协作设计过程中容易产生误差导致不一致和细节错误，新人设计师介入成本较高</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a:extLst>
              <a:ext uri="{FF2B5EF4-FFF2-40B4-BE49-F238E27FC236}">
                <a16:creationId xmlns:a16="http://schemas.microsoft.com/office/drawing/2014/main" id="{A801EC1A-9646-12A5-3283-0E7460AEA945}"/>
              </a:ext>
            </a:extLst>
          </p:cNvPr>
          <p:cNvSpPr txBox="1"/>
          <p:nvPr/>
        </p:nvSpPr>
        <p:spPr>
          <a:xfrm>
            <a:off x="9011061" y="4561258"/>
            <a:ext cx="2367629" cy="479618"/>
          </a:xfrm>
          <a:prstGeom prst="rect">
            <a:avLst/>
          </a:prstGeom>
          <a:noFill/>
        </p:spPr>
        <p:txBody>
          <a:bodyPr wrap="square" rtlCol="0">
            <a:spAutoFit/>
          </a:bodyPr>
          <a:lstStyle/>
          <a:p>
            <a:pPr>
              <a:lnSpc>
                <a:spcPct val="130000"/>
              </a:lnSpc>
            </a:pPr>
            <a:r>
              <a:rPr lang="zh-CN" alt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资源复用率低，设计研发资源投入产出比较低</a:t>
            </a:r>
            <a:endParaRPr lang="en-US" sz="10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a:extLst>
              <a:ext uri="{FF2B5EF4-FFF2-40B4-BE49-F238E27FC236}">
                <a16:creationId xmlns:a16="http://schemas.microsoft.com/office/drawing/2014/main" id="{8634A1FF-D71D-71E5-65D8-1190ABDE5D3B}"/>
              </a:ext>
            </a:extLst>
          </p:cNvPr>
          <p:cNvSpPr txBox="1"/>
          <p:nvPr/>
        </p:nvSpPr>
        <p:spPr>
          <a:xfrm>
            <a:off x="2400628"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01</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5" name="文本框 64">
            <a:extLst>
              <a:ext uri="{FF2B5EF4-FFF2-40B4-BE49-F238E27FC236}">
                <a16:creationId xmlns:a16="http://schemas.microsoft.com/office/drawing/2014/main" id="{3B651C82-F593-B29E-0273-A1E71BA2DC5F}"/>
              </a:ext>
            </a:extLst>
          </p:cNvPr>
          <p:cNvSpPr txBox="1"/>
          <p:nvPr/>
        </p:nvSpPr>
        <p:spPr>
          <a:xfrm>
            <a:off x="5126237"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02</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F0831C74-96DF-E095-971D-BEC85E95F80A}"/>
              </a:ext>
            </a:extLst>
          </p:cNvPr>
          <p:cNvSpPr txBox="1"/>
          <p:nvPr/>
        </p:nvSpPr>
        <p:spPr>
          <a:xfrm>
            <a:off x="7821938"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03</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67" name="文本框 66">
            <a:extLst>
              <a:ext uri="{FF2B5EF4-FFF2-40B4-BE49-F238E27FC236}">
                <a16:creationId xmlns:a16="http://schemas.microsoft.com/office/drawing/2014/main" id="{174A3A87-B12F-990B-1011-C37A3D4501B8}"/>
              </a:ext>
            </a:extLst>
          </p:cNvPr>
          <p:cNvSpPr txBox="1"/>
          <p:nvPr/>
        </p:nvSpPr>
        <p:spPr>
          <a:xfrm>
            <a:off x="10572408" y="4946262"/>
            <a:ext cx="851516" cy="769441"/>
          </a:xfrm>
          <a:prstGeom prst="rect">
            <a:avLst/>
          </a:prstGeom>
          <a:noFill/>
        </p:spPr>
        <p:txBody>
          <a:bodyPr wrap="none" rtlCol="0">
            <a:spAutoFit/>
          </a:bodyPr>
          <a:lstStyle>
            <a:defPPr>
              <a:defRPr lang="en-US"/>
            </a:defPPr>
            <a:lvl1pPr>
              <a:defRPr sz="2800">
                <a:solidFill>
                  <a:srgbClr val="2F3237"/>
                </a:solidFill>
                <a:latin typeface="Montserrat ExtraBold" panose="00000900000000000000" pitchFamily="2" charset="0"/>
                <a:ea typeface="OPPOSans R" panose="00020600040101010101" pitchFamily="18" charset="-122"/>
                <a:cs typeface="OPPOSans R" panose="00020600040101010101" pitchFamily="18" charset="-122"/>
              </a:defRPr>
            </a:lvl1pPr>
          </a:lstStyle>
          <a:p>
            <a:pPr algn="ctr"/>
            <a:r>
              <a:rPr lang="en-US" altLang="zh-CN"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04</a:t>
            </a:r>
            <a:endParaRPr lang="en-US" sz="4400" dirty="0">
              <a:solidFill>
                <a:schemeClr val="bg2"/>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CAA0EAF6-49BC-94AE-CD94-B8914FAC15E7}"/>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2306709A-F5AB-9ED9-1097-8A7E3E05C1BE}"/>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2894CC1F-B8A5-FCAF-E3DD-B36C92682E8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24305406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形状 5">
            <a:extLst>
              <a:ext uri="{FF2B5EF4-FFF2-40B4-BE49-F238E27FC236}">
                <a16:creationId xmlns:a16="http://schemas.microsoft.com/office/drawing/2014/main" id="{1BD441D1-284F-CDCD-B164-A05E9C84B130}"/>
              </a:ext>
            </a:extLst>
          </p:cNvPr>
          <p:cNvSpPr/>
          <p:nvPr/>
        </p:nvSpPr>
        <p:spPr>
          <a:xfrm>
            <a:off x="712082" y="3524173"/>
            <a:ext cx="891495" cy="2332215"/>
          </a:xfrm>
          <a:custGeom>
            <a:avLst/>
            <a:gdLst>
              <a:gd name="connsiteX0" fmla="*/ 843737 w 891495"/>
              <a:gd name="connsiteY0" fmla="*/ 0 h 2332215"/>
              <a:gd name="connsiteX1" fmla="*/ 891496 w 891495"/>
              <a:gd name="connsiteY1" fmla="*/ 0 h 2332215"/>
              <a:gd name="connsiteX2" fmla="*/ 891496 w 891495"/>
              <a:gd name="connsiteY2" fmla="*/ 2332215 h 2332215"/>
              <a:gd name="connsiteX3" fmla="*/ 843737 w 891495"/>
              <a:gd name="connsiteY3" fmla="*/ 2332215 h 2332215"/>
              <a:gd name="connsiteX4" fmla="*/ 47759 w 891495"/>
              <a:gd name="connsiteY4" fmla="*/ 2332215 h 2332215"/>
              <a:gd name="connsiteX5" fmla="*/ 0 w 891495"/>
              <a:gd name="connsiteY5" fmla="*/ 2332215 h 2332215"/>
              <a:gd name="connsiteX6" fmla="*/ 0 w 891495"/>
              <a:gd name="connsiteY6" fmla="*/ 0 h 2332215"/>
              <a:gd name="connsiteX7" fmla="*/ 47759 w 891495"/>
              <a:gd name="connsiteY7" fmla="*/ 0 h 233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495" h="2332215">
                <a:moveTo>
                  <a:pt x="843737" y="0"/>
                </a:moveTo>
                <a:cubicBezTo>
                  <a:pt x="870113" y="0"/>
                  <a:pt x="891496" y="0"/>
                  <a:pt x="891496" y="0"/>
                </a:cubicBezTo>
                <a:lnTo>
                  <a:pt x="891496" y="2332215"/>
                </a:lnTo>
                <a:cubicBezTo>
                  <a:pt x="891496" y="2332215"/>
                  <a:pt x="870113" y="2332215"/>
                  <a:pt x="843737" y="2332215"/>
                </a:cubicBezTo>
                <a:lnTo>
                  <a:pt x="47759" y="2332215"/>
                </a:lnTo>
                <a:cubicBezTo>
                  <a:pt x="21382" y="2332215"/>
                  <a:pt x="0" y="2332215"/>
                  <a:pt x="0" y="2332215"/>
                </a:cubicBezTo>
                <a:lnTo>
                  <a:pt x="0" y="0"/>
                </a:lnTo>
                <a:cubicBezTo>
                  <a:pt x="0" y="0"/>
                  <a:pt x="21382" y="0"/>
                  <a:pt x="47759" y="0"/>
                </a:cubicBezTo>
                <a:close/>
              </a:path>
            </a:pathLst>
          </a:custGeom>
          <a:solidFill>
            <a:schemeClr val="accent1">
              <a:alpha val="1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a:extLst>
              <a:ext uri="{FF2B5EF4-FFF2-40B4-BE49-F238E27FC236}">
                <a16:creationId xmlns:a16="http://schemas.microsoft.com/office/drawing/2014/main" id="{E468A1EC-5334-733B-AB7D-551E74BBFAF0}"/>
              </a:ext>
            </a:extLst>
          </p:cNvPr>
          <p:cNvSpPr/>
          <p:nvPr/>
        </p:nvSpPr>
        <p:spPr>
          <a:xfrm>
            <a:off x="903116" y="3197821"/>
            <a:ext cx="891495" cy="2984912"/>
          </a:xfrm>
          <a:custGeom>
            <a:avLst/>
            <a:gdLst>
              <a:gd name="connsiteX0" fmla="*/ 843737 w 891495"/>
              <a:gd name="connsiteY0" fmla="*/ 0 h 2984912"/>
              <a:gd name="connsiteX1" fmla="*/ 891496 w 891495"/>
              <a:gd name="connsiteY1" fmla="*/ 0 h 2984912"/>
              <a:gd name="connsiteX2" fmla="*/ 891496 w 891495"/>
              <a:gd name="connsiteY2" fmla="*/ 2984913 h 2984912"/>
              <a:gd name="connsiteX3" fmla="*/ 843737 w 891495"/>
              <a:gd name="connsiteY3" fmla="*/ 2984913 h 2984912"/>
              <a:gd name="connsiteX4" fmla="*/ 47759 w 891495"/>
              <a:gd name="connsiteY4" fmla="*/ 2984913 h 2984912"/>
              <a:gd name="connsiteX5" fmla="*/ 0 w 891495"/>
              <a:gd name="connsiteY5" fmla="*/ 2984913 h 2984912"/>
              <a:gd name="connsiteX6" fmla="*/ 0 w 891495"/>
              <a:gd name="connsiteY6" fmla="*/ 0 h 2984912"/>
              <a:gd name="connsiteX7" fmla="*/ 47759 w 891495"/>
              <a:gd name="connsiteY7" fmla="*/ 0 h 298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495" h="2984912">
                <a:moveTo>
                  <a:pt x="843737" y="0"/>
                </a:moveTo>
                <a:cubicBezTo>
                  <a:pt x="870113" y="0"/>
                  <a:pt x="891496" y="0"/>
                  <a:pt x="891496" y="0"/>
                </a:cubicBezTo>
                <a:lnTo>
                  <a:pt x="891496" y="2984913"/>
                </a:lnTo>
                <a:cubicBezTo>
                  <a:pt x="891496" y="2984913"/>
                  <a:pt x="870113" y="2984913"/>
                  <a:pt x="843737" y="2984913"/>
                </a:cubicBezTo>
                <a:lnTo>
                  <a:pt x="47759" y="2984913"/>
                </a:lnTo>
                <a:cubicBezTo>
                  <a:pt x="21382" y="2984913"/>
                  <a:pt x="0" y="2984913"/>
                  <a:pt x="0" y="2984913"/>
                </a:cubicBezTo>
                <a:lnTo>
                  <a:pt x="0" y="0"/>
                </a:lnTo>
                <a:cubicBezTo>
                  <a:pt x="0" y="0"/>
                  <a:pt x="21382" y="0"/>
                  <a:pt x="47759" y="0"/>
                </a:cubicBezTo>
                <a:close/>
              </a:path>
            </a:pathLst>
          </a:custGeom>
          <a:solidFill>
            <a:schemeClr val="accent1">
              <a:alpha val="3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矩形: 圆角 2">
            <a:extLst>
              <a:ext uri="{FF2B5EF4-FFF2-40B4-BE49-F238E27FC236}">
                <a16:creationId xmlns:a16="http://schemas.microsoft.com/office/drawing/2014/main" id="{E383E8A5-891D-A7D1-592D-26C21B10E622}"/>
              </a:ext>
            </a:extLst>
          </p:cNvPr>
          <p:cNvSpPr/>
          <p:nvPr/>
        </p:nvSpPr>
        <p:spPr>
          <a:xfrm>
            <a:off x="1153302" y="3094767"/>
            <a:ext cx="2876892" cy="3189674"/>
          </a:xfrm>
          <a:prstGeom prst="roundRect">
            <a:avLst>
              <a:gd name="adj" fmla="val 2541"/>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 name="任意多边形: 形状 7">
            <a:extLst>
              <a:ext uri="{FF2B5EF4-FFF2-40B4-BE49-F238E27FC236}">
                <a16:creationId xmlns:a16="http://schemas.microsoft.com/office/drawing/2014/main" id="{CA945932-B0BB-9D23-483B-C766F1C39DCD}"/>
              </a:ext>
            </a:extLst>
          </p:cNvPr>
          <p:cNvSpPr/>
          <p:nvPr/>
        </p:nvSpPr>
        <p:spPr>
          <a:xfrm>
            <a:off x="903116" y="3030670"/>
            <a:ext cx="3161576" cy="3668845"/>
          </a:xfrm>
          <a:custGeom>
            <a:avLst/>
            <a:gdLst>
              <a:gd name="connsiteX0" fmla="*/ 0 w 3161576"/>
              <a:gd name="connsiteY0" fmla="*/ 0 h 3668845"/>
              <a:gd name="connsiteX1" fmla="*/ 3161576 w 3161576"/>
              <a:gd name="connsiteY1" fmla="*/ 0 h 3668845"/>
              <a:gd name="connsiteX2" fmla="*/ 3161576 w 3161576"/>
              <a:gd name="connsiteY2" fmla="*/ 3668846 h 3668845"/>
              <a:gd name="connsiteX3" fmla="*/ 0 w 3161576"/>
              <a:gd name="connsiteY3" fmla="*/ 3668846 h 3668845"/>
            </a:gdLst>
            <a:ahLst/>
            <a:cxnLst>
              <a:cxn ang="0">
                <a:pos x="connsiteX0" y="connsiteY0"/>
              </a:cxn>
              <a:cxn ang="0">
                <a:pos x="connsiteX1" y="connsiteY1"/>
              </a:cxn>
              <a:cxn ang="0">
                <a:pos x="connsiteX2" y="connsiteY2"/>
              </a:cxn>
              <a:cxn ang="0">
                <a:pos x="connsiteX3" y="connsiteY3"/>
              </a:cxn>
            </a:cxnLst>
            <a:rect l="l" t="t" r="r" b="b"/>
            <a:pathLst>
              <a:path w="3161576" h="3668845">
                <a:moveTo>
                  <a:pt x="0" y="0"/>
                </a:moveTo>
                <a:lnTo>
                  <a:pt x="3161576" y="0"/>
                </a:lnTo>
                <a:lnTo>
                  <a:pt x="3161576" y="3668846"/>
                </a:lnTo>
                <a:lnTo>
                  <a:pt x="0" y="3668846"/>
                </a:lnTo>
                <a:close/>
              </a:path>
            </a:pathLst>
          </a:custGeom>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矩形: 圆角 19">
            <a:extLst>
              <a:ext uri="{FF2B5EF4-FFF2-40B4-BE49-F238E27FC236}">
                <a16:creationId xmlns:a16="http://schemas.microsoft.com/office/drawing/2014/main" id="{7BF2337C-6435-CF68-ABEA-F784B5BC7612}"/>
              </a:ext>
            </a:extLst>
          </p:cNvPr>
          <p:cNvSpPr/>
          <p:nvPr/>
        </p:nvSpPr>
        <p:spPr>
          <a:xfrm>
            <a:off x="4293120" y="3094767"/>
            <a:ext cx="2876892" cy="3189674"/>
          </a:xfrm>
          <a:prstGeom prst="roundRect">
            <a:avLst>
              <a:gd name="adj" fmla="val 254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a:extLst>
              <a:ext uri="{FF2B5EF4-FFF2-40B4-BE49-F238E27FC236}">
                <a16:creationId xmlns:a16="http://schemas.microsoft.com/office/drawing/2014/main" id="{A5EAF062-B8F8-5EC9-329D-EF8FEAA81938}"/>
              </a:ext>
            </a:extLst>
          </p:cNvPr>
          <p:cNvSpPr/>
          <p:nvPr/>
        </p:nvSpPr>
        <p:spPr>
          <a:xfrm>
            <a:off x="8010271" y="3094767"/>
            <a:ext cx="2876550" cy="3189674"/>
          </a:xfrm>
          <a:prstGeom prst="roundRect">
            <a:avLst>
              <a:gd name="adj" fmla="val 312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a:extLst>
              <a:ext uri="{FF2B5EF4-FFF2-40B4-BE49-F238E27FC236}">
                <a16:creationId xmlns:a16="http://schemas.microsoft.com/office/drawing/2014/main" id="{C9482046-5654-E935-CF61-BA4F40890FE3}"/>
              </a:ext>
            </a:extLst>
          </p:cNvPr>
          <p:cNvSpPr/>
          <p:nvPr/>
        </p:nvSpPr>
        <p:spPr>
          <a:xfrm>
            <a:off x="7091362" y="3160731"/>
            <a:ext cx="78634" cy="607281"/>
          </a:xfrm>
          <a:custGeom>
            <a:avLst/>
            <a:gdLst>
              <a:gd name="connsiteX0" fmla="*/ 0 w 78634"/>
              <a:gd name="connsiteY0" fmla="*/ 0 h 607281"/>
              <a:gd name="connsiteX1" fmla="*/ 78635 w 78634"/>
              <a:gd name="connsiteY1" fmla="*/ 0 h 607281"/>
              <a:gd name="connsiteX2" fmla="*/ 78635 w 78634"/>
              <a:gd name="connsiteY2" fmla="*/ 607282 h 607281"/>
              <a:gd name="connsiteX3" fmla="*/ 0 w 78634"/>
              <a:gd name="connsiteY3" fmla="*/ 607282 h 607281"/>
            </a:gdLst>
            <a:ahLst/>
            <a:cxnLst>
              <a:cxn ang="0">
                <a:pos x="connsiteX0" y="connsiteY0"/>
              </a:cxn>
              <a:cxn ang="0">
                <a:pos x="connsiteX1" y="connsiteY1"/>
              </a:cxn>
              <a:cxn ang="0">
                <a:pos x="connsiteX2" y="connsiteY2"/>
              </a:cxn>
              <a:cxn ang="0">
                <a:pos x="connsiteX3" y="connsiteY3"/>
              </a:cxn>
            </a:cxnLst>
            <a:rect l="l" t="t" r="r" b="b"/>
            <a:pathLst>
              <a:path w="78634" h="607281">
                <a:moveTo>
                  <a:pt x="0" y="0"/>
                </a:moveTo>
                <a:lnTo>
                  <a:pt x="78635" y="0"/>
                </a:lnTo>
                <a:lnTo>
                  <a:pt x="78635" y="607282"/>
                </a:lnTo>
                <a:lnTo>
                  <a:pt x="0" y="607282"/>
                </a:lnTo>
                <a:close/>
              </a:path>
            </a:pathLst>
          </a:cu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2AA4E7D1-2CBC-1C88-4E4F-2C77B673BBFA}"/>
              </a:ext>
            </a:extLst>
          </p:cNvPr>
          <p:cNvSpPr/>
          <p:nvPr/>
        </p:nvSpPr>
        <p:spPr>
          <a:xfrm>
            <a:off x="10808208" y="3160731"/>
            <a:ext cx="78634" cy="607281"/>
          </a:xfrm>
          <a:custGeom>
            <a:avLst/>
            <a:gdLst>
              <a:gd name="connsiteX0" fmla="*/ 0 w 78634"/>
              <a:gd name="connsiteY0" fmla="*/ 0 h 607281"/>
              <a:gd name="connsiteX1" fmla="*/ 78634 w 78634"/>
              <a:gd name="connsiteY1" fmla="*/ 0 h 607281"/>
              <a:gd name="connsiteX2" fmla="*/ 78634 w 78634"/>
              <a:gd name="connsiteY2" fmla="*/ 607282 h 607281"/>
              <a:gd name="connsiteX3" fmla="*/ 0 w 78634"/>
              <a:gd name="connsiteY3" fmla="*/ 607282 h 607281"/>
            </a:gdLst>
            <a:ahLst/>
            <a:cxnLst>
              <a:cxn ang="0">
                <a:pos x="connsiteX0" y="connsiteY0"/>
              </a:cxn>
              <a:cxn ang="0">
                <a:pos x="connsiteX1" y="connsiteY1"/>
              </a:cxn>
              <a:cxn ang="0">
                <a:pos x="connsiteX2" y="connsiteY2"/>
              </a:cxn>
              <a:cxn ang="0">
                <a:pos x="connsiteX3" y="connsiteY3"/>
              </a:cxn>
            </a:cxnLst>
            <a:rect l="l" t="t" r="r" b="b"/>
            <a:pathLst>
              <a:path w="78634" h="607281">
                <a:moveTo>
                  <a:pt x="0" y="0"/>
                </a:moveTo>
                <a:lnTo>
                  <a:pt x="78634" y="0"/>
                </a:lnTo>
                <a:lnTo>
                  <a:pt x="78634" y="607282"/>
                </a:lnTo>
                <a:lnTo>
                  <a:pt x="0" y="607282"/>
                </a:lnTo>
                <a:close/>
              </a:path>
            </a:pathLst>
          </a:custGeom>
          <a:gradFill flip="none" rotWithShape="1">
            <a:gsLst>
              <a:gs pos="0">
                <a:schemeClr val="accent1">
                  <a:lumMod val="60000"/>
                  <a:lumOff val="40000"/>
                </a:schemeClr>
              </a:gs>
              <a:gs pos="84000">
                <a:schemeClr val="accent1">
                  <a:lumMod val="75000"/>
                </a:schemeClr>
              </a:gs>
            </a:gsLst>
            <a:lin ang="54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文本框 40">
            <a:extLst>
              <a:ext uri="{FF2B5EF4-FFF2-40B4-BE49-F238E27FC236}">
                <a16:creationId xmlns:a16="http://schemas.microsoft.com/office/drawing/2014/main" id="{7A378B00-69C2-76C9-B0E2-98654E2E1433}"/>
              </a:ext>
            </a:extLst>
          </p:cNvPr>
          <p:cNvSpPr txBox="1"/>
          <p:nvPr/>
        </p:nvSpPr>
        <p:spPr>
          <a:xfrm>
            <a:off x="554730" y="1574805"/>
            <a:ext cx="10536603" cy="577787"/>
          </a:xfrm>
          <a:prstGeom prst="rect">
            <a:avLst/>
          </a:prstGeom>
          <a:noFill/>
        </p:spPr>
        <p:txBody>
          <a:bodyPr wrap="square" rtlCol="0">
            <a:spAutoFit/>
          </a:bodyPr>
          <a:lstStyle/>
          <a:p>
            <a:pPr>
              <a:lnSpc>
                <a:spcPct val="150000"/>
              </a:lnSpc>
            </a:pPr>
            <a:r>
              <a:rPr lang="zh-CN" altLang="en-US" sz="11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吉祥物作为有形的拟人化形象，能够更直观地为品牌代言，表现出产品的性格和气质。在应用过程中需要注意的是吉祥物的画风和性格要始终保持一致，是萌是丑还是贱。要像管理你自己的人设一样经营你的吉祥物形象。</a:t>
            </a:r>
            <a:endParaRPr lang="en-US" sz="1100" dirty="0">
              <a:solidFill>
                <a:srgbClr val="141A34"/>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文本框 41">
            <a:extLst>
              <a:ext uri="{FF2B5EF4-FFF2-40B4-BE49-F238E27FC236}">
                <a16:creationId xmlns:a16="http://schemas.microsoft.com/office/drawing/2014/main" id="{BAE5B37B-8096-7F5B-5C20-6D9AD4917982}"/>
              </a:ext>
            </a:extLst>
          </p:cNvPr>
          <p:cNvSpPr txBox="1"/>
          <p:nvPr/>
        </p:nvSpPr>
        <p:spPr>
          <a:xfrm>
            <a:off x="554730" y="2399692"/>
            <a:ext cx="5554726" cy="353943"/>
          </a:xfrm>
          <a:prstGeom prst="rect">
            <a:avLst/>
          </a:prstGeom>
          <a:noFill/>
        </p:spPr>
        <p:txBody>
          <a:bodyPr wrap="none" rtlCol="0">
            <a:spAutoFit/>
          </a:bodyPr>
          <a:lstStyle/>
          <a:p>
            <a:r>
              <a:rPr lang="zh-CN" alt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打造</a:t>
            </a:r>
            <a:r>
              <a:rPr lang="zh-CN" altLang="en-US" sz="17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「平台特色」</a:t>
            </a:r>
            <a:r>
              <a:rPr lang="zh-CN" alt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直播，以提高直播的</a:t>
            </a:r>
            <a:r>
              <a:rPr lang="zh-CN" altLang="en-US" sz="17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「互动率」</a:t>
            </a:r>
            <a:r>
              <a:rPr lang="zh-CN" alt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为指标</a:t>
            </a:r>
            <a:endParaRPr lang="en-US" sz="1700" dirty="0">
              <a:solidFill>
                <a:srgbClr val="141A34"/>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文本框 46">
            <a:extLst>
              <a:ext uri="{FF2B5EF4-FFF2-40B4-BE49-F238E27FC236}">
                <a16:creationId xmlns:a16="http://schemas.microsoft.com/office/drawing/2014/main" id="{15120550-729D-BB44-8D2F-494AE78E4F5A}"/>
              </a:ext>
            </a:extLst>
          </p:cNvPr>
          <p:cNvSpPr txBox="1"/>
          <p:nvPr/>
        </p:nvSpPr>
        <p:spPr>
          <a:xfrm>
            <a:off x="4570110" y="3365932"/>
            <a:ext cx="1441420" cy="307777"/>
          </a:xfrm>
          <a:prstGeom prst="rect">
            <a:avLst/>
          </a:prstGeom>
          <a:noFill/>
        </p:spPr>
        <p:txBody>
          <a:bodyPr wrap="none" rtlCol="0">
            <a:spAutoFit/>
          </a:bodyPr>
          <a:lstStyle/>
          <a:p>
            <a:r>
              <a:rPr lang="zh-CN" alt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如何提高互动率</a:t>
            </a:r>
            <a:endParaRPr 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8" name="文本框 47">
            <a:extLst>
              <a:ext uri="{FF2B5EF4-FFF2-40B4-BE49-F238E27FC236}">
                <a16:creationId xmlns:a16="http://schemas.microsoft.com/office/drawing/2014/main" id="{43134BFC-2CCF-2E3D-C5B3-CCDDE258B8E8}"/>
              </a:ext>
            </a:extLst>
          </p:cNvPr>
          <p:cNvSpPr txBox="1"/>
          <p:nvPr/>
        </p:nvSpPr>
        <p:spPr>
          <a:xfrm>
            <a:off x="4570110" y="3841820"/>
            <a:ext cx="2344334" cy="904863"/>
          </a:xfrm>
          <a:prstGeom prst="rect">
            <a:avLst/>
          </a:prstGeom>
          <a:noFill/>
        </p:spPr>
        <p:txBody>
          <a:bodyPr wrap="square" rtlCol="0">
            <a:spAutoFit/>
          </a:bodyPr>
          <a:lstStyle/>
          <a:p>
            <a:pPr algn="just">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平台直播现有的互动功能</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内容互动</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分发与展示机制</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投票、评论、主题展示</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观众与主播互 动</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送礼物、视频</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语音对谈、关注、提问、查看提问</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观众与观众</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点赞</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文本框 48">
            <a:extLst>
              <a:ext uri="{FF2B5EF4-FFF2-40B4-BE49-F238E27FC236}">
                <a16:creationId xmlns:a16="http://schemas.microsoft.com/office/drawing/2014/main" id="{FF38E484-34C4-FFF8-39A4-BBC3077797FE}"/>
              </a:ext>
            </a:extLst>
          </p:cNvPr>
          <p:cNvSpPr txBox="1"/>
          <p:nvPr/>
        </p:nvSpPr>
        <p:spPr>
          <a:xfrm>
            <a:off x="4570110" y="4790557"/>
            <a:ext cx="2344334" cy="904863"/>
          </a:xfrm>
          <a:prstGeom prst="rect">
            <a:avLst/>
          </a:prstGeom>
          <a:noFill/>
        </p:spPr>
        <p:txBody>
          <a:bodyPr wrap="square" rtlCol="0">
            <a:spAutoFit/>
          </a:bodyPr>
          <a:lstStyle/>
          <a:p>
            <a:pPr algn="just">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提高互动率的方向</a:t>
            </a:r>
            <a:r>
              <a:rPr lang="en-US" altLang="zh-CN"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提升直播产品易用性、增加新的互动玩法、完善激励机制、提高互动反馈 机制、提高互动反馈机制、整合场景化功能布局</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文本框 49">
            <a:extLst>
              <a:ext uri="{FF2B5EF4-FFF2-40B4-BE49-F238E27FC236}">
                <a16:creationId xmlns:a16="http://schemas.microsoft.com/office/drawing/2014/main" id="{1219F086-5AEE-A77F-6E8F-6B6BF0801E9C}"/>
              </a:ext>
            </a:extLst>
          </p:cNvPr>
          <p:cNvSpPr txBox="1"/>
          <p:nvPr/>
        </p:nvSpPr>
        <p:spPr>
          <a:xfrm>
            <a:off x="8237073" y="3365932"/>
            <a:ext cx="1082348" cy="307777"/>
          </a:xfrm>
          <a:prstGeom prst="rect">
            <a:avLst/>
          </a:prstGeom>
          <a:noFill/>
        </p:spPr>
        <p:txBody>
          <a:bodyPr wrap="none" rtlCol="0">
            <a:spAutoFit/>
          </a:bodyPr>
          <a:lstStyle/>
          <a:p>
            <a:r>
              <a:rPr lang="zh-CN" alt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互动的价值</a:t>
            </a:r>
            <a:endParaRPr lang="en-US" sz="14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51" name="文本框 50">
            <a:extLst>
              <a:ext uri="{FF2B5EF4-FFF2-40B4-BE49-F238E27FC236}">
                <a16:creationId xmlns:a16="http://schemas.microsoft.com/office/drawing/2014/main" id="{67343AE4-BF59-3564-8DD8-BBB07D649D43}"/>
              </a:ext>
            </a:extLst>
          </p:cNvPr>
          <p:cNvSpPr txBox="1"/>
          <p:nvPr/>
        </p:nvSpPr>
        <p:spPr>
          <a:xfrm>
            <a:off x="8237073" y="3841820"/>
            <a:ext cx="2344334" cy="1528111"/>
          </a:xfrm>
          <a:prstGeom prst="rect">
            <a:avLst/>
          </a:prstGeom>
          <a:noFill/>
        </p:spPr>
        <p:txBody>
          <a:bodyPr wrap="square" rtlCol="0">
            <a:spAutoFit/>
          </a:bodyPr>
          <a:lstStyle/>
          <a:p>
            <a:pPr algn="just">
              <a:lnSpc>
                <a:spcPct val="150000"/>
              </a:lnSpc>
            </a:pP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观众通过观看直播获取增加、提升个人能力观众通过和主播互动更有针对性地、实时解决自己的问题观众通过互动结实志同道合者观众通过互动拉近和主播的距离主播通过直播成为意见领袖主播通过直播互动增加原有的粉丝粘性主播通过直播增加新粉丝主播通过直播拓展人脉</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文本框 42">
            <a:extLst>
              <a:ext uri="{FF2B5EF4-FFF2-40B4-BE49-F238E27FC236}">
                <a16:creationId xmlns:a16="http://schemas.microsoft.com/office/drawing/2014/main" id="{6D48256D-17EE-D84F-7E54-8727BC5F3FA6}"/>
              </a:ext>
            </a:extLst>
          </p:cNvPr>
          <p:cNvSpPr txBox="1"/>
          <p:nvPr/>
        </p:nvSpPr>
        <p:spPr>
          <a:xfrm>
            <a:off x="1408534" y="3365932"/>
            <a:ext cx="889987" cy="307777"/>
          </a:xfrm>
          <a:prstGeom prst="rect">
            <a:avLst/>
          </a:prstGeom>
          <a:noFill/>
        </p:spPr>
        <p:txBody>
          <a:bodyPr wrap="none" rtlCol="0">
            <a:spAutoFit/>
          </a:bodyPr>
          <a:lstStyle/>
          <a:p>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平台特色</a:t>
            </a:r>
            <a:endParaRPr 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文本框 43">
            <a:extLst>
              <a:ext uri="{FF2B5EF4-FFF2-40B4-BE49-F238E27FC236}">
                <a16:creationId xmlns:a16="http://schemas.microsoft.com/office/drawing/2014/main" id="{E1E25617-1881-BD83-4F35-014AC3742B0A}"/>
              </a:ext>
            </a:extLst>
          </p:cNvPr>
          <p:cNvSpPr txBox="1"/>
          <p:nvPr/>
        </p:nvSpPr>
        <p:spPr>
          <a:xfrm>
            <a:off x="1408534" y="3896823"/>
            <a:ext cx="2168209" cy="230832"/>
          </a:xfrm>
          <a:prstGeom prst="rect">
            <a:avLst/>
          </a:prstGeom>
          <a:noFill/>
        </p:spPr>
        <p:txBody>
          <a:bodyPr wrap="square" rtlCol="0">
            <a:spAutoFit/>
          </a:bodyPr>
          <a:lstStyle/>
          <a:p>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寻找答案</a:t>
            </a: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高效、针对性</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文本框 44">
            <a:extLst>
              <a:ext uri="{FF2B5EF4-FFF2-40B4-BE49-F238E27FC236}">
                <a16:creationId xmlns:a16="http://schemas.microsoft.com/office/drawing/2014/main" id="{AC00BB15-D803-581D-D829-4999FB847480}"/>
              </a:ext>
            </a:extLst>
          </p:cNvPr>
          <p:cNvSpPr txBox="1"/>
          <p:nvPr/>
        </p:nvSpPr>
        <p:spPr>
          <a:xfrm>
            <a:off x="1408534" y="4182624"/>
            <a:ext cx="2168209" cy="230832"/>
          </a:xfrm>
          <a:prstGeom prst="rect">
            <a:avLst/>
          </a:prstGeom>
          <a:noFill/>
        </p:spPr>
        <p:txBody>
          <a:bodyPr wrap="square" rtlCol="0">
            <a:spAutoFit/>
          </a:bodyPr>
          <a:lstStyle/>
          <a:p>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获取知识</a:t>
            </a: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生动、有趣</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文本框 45">
            <a:extLst>
              <a:ext uri="{FF2B5EF4-FFF2-40B4-BE49-F238E27FC236}">
                <a16:creationId xmlns:a16="http://schemas.microsoft.com/office/drawing/2014/main" id="{BF3F4FE1-0024-54C2-DD27-3946AF373802}"/>
              </a:ext>
            </a:extLst>
          </p:cNvPr>
          <p:cNvSpPr txBox="1"/>
          <p:nvPr/>
        </p:nvSpPr>
        <p:spPr>
          <a:xfrm>
            <a:off x="1408534" y="4468426"/>
            <a:ext cx="2168209" cy="230832"/>
          </a:xfrm>
          <a:prstGeom prst="rect">
            <a:avLst/>
          </a:prstGeom>
          <a:noFill/>
        </p:spPr>
        <p:txBody>
          <a:bodyPr wrap="square" rtlCol="0">
            <a:spAutoFit/>
          </a:bodyPr>
          <a:lstStyle/>
          <a:p>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开放讨论</a:t>
            </a:r>
            <a:r>
              <a:rPr lang="en-US" altLang="zh-CN"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 </a:t>
            </a: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实时、真实感</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02948F8E-C78F-4C03-1259-872B71432CB3}"/>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ED9FAD38-6471-8D74-47C3-732A34DB016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08EA07A1-9CF8-0AC1-5E12-6ED394EE372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306105728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圆角 5">
            <a:extLst>
              <a:ext uri="{FF2B5EF4-FFF2-40B4-BE49-F238E27FC236}">
                <a16:creationId xmlns:a16="http://schemas.microsoft.com/office/drawing/2014/main" id="{F0D9DE6D-7656-5B37-FC49-D60B35FEFB68}"/>
              </a:ext>
            </a:extLst>
          </p:cNvPr>
          <p:cNvSpPr/>
          <p:nvPr/>
        </p:nvSpPr>
        <p:spPr>
          <a:xfrm>
            <a:off x="1136650" y="2471553"/>
            <a:ext cx="9385300" cy="1854200"/>
          </a:xfrm>
          <a:prstGeom prst="roundRect">
            <a:avLst>
              <a:gd name="adj" fmla="val 4338"/>
            </a:avLst>
          </a:prstGeom>
          <a:solidFill>
            <a:srgbClr val="FFFFFF"/>
          </a:solidFill>
          <a:ln w="6350" cap="flat">
            <a:noFill/>
            <a:prstDash val="solid"/>
            <a:miter/>
          </a:ln>
          <a:effectLst>
            <a:outerShdw blurRad="558800" dist="38100" dir="5400000" algn="t" rotWithShape="0">
              <a:prstClr val="black">
                <a:alpha val="13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矩形: 圆角 6">
            <a:extLst>
              <a:ext uri="{FF2B5EF4-FFF2-40B4-BE49-F238E27FC236}">
                <a16:creationId xmlns:a16="http://schemas.microsoft.com/office/drawing/2014/main" id="{F30B6C54-B1F8-E97F-3877-410C144132BD}"/>
              </a:ext>
            </a:extLst>
          </p:cNvPr>
          <p:cNvSpPr/>
          <p:nvPr/>
        </p:nvSpPr>
        <p:spPr>
          <a:xfrm>
            <a:off x="1136650" y="4459103"/>
            <a:ext cx="9385300" cy="1854200"/>
          </a:xfrm>
          <a:prstGeom prst="roundRect">
            <a:avLst>
              <a:gd name="adj" fmla="val 3729"/>
            </a:avLst>
          </a:prstGeom>
          <a:solidFill>
            <a:srgbClr val="FFFFFF"/>
          </a:solidFill>
          <a:ln w="6350" cap="flat">
            <a:noFill/>
            <a:prstDash val="solid"/>
            <a:miter/>
          </a:ln>
          <a:effectLst>
            <a:outerShdw blurRad="558800" dist="38100" dir="5400000" algn="t" rotWithShape="0">
              <a:prstClr val="black">
                <a:alpha val="13000"/>
              </a:prst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0E7C0837-97D7-E366-89D0-D8933F591B6F}"/>
              </a:ext>
            </a:extLst>
          </p:cNvPr>
          <p:cNvSpPr/>
          <p:nvPr/>
        </p:nvSpPr>
        <p:spPr>
          <a:xfrm>
            <a:off x="1174750" y="2141353"/>
            <a:ext cx="9232900" cy="6350"/>
          </a:xfrm>
          <a:custGeom>
            <a:avLst/>
            <a:gdLst>
              <a:gd name="connsiteX0" fmla="*/ 0 w 9232900"/>
              <a:gd name="connsiteY0" fmla="*/ 0 h 6350"/>
              <a:gd name="connsiteX1" fmla="*/ 9232900 w 9232900"/>
              <a:gd name="connsiteY1" fmla="*/ 0 h 6350"/>
            </a:gdLst>
            <a:ahLst/>
            <a:cxnLst>
              <a:cxn ang="0">
                <a:pos x="connsiteX0" y="connsiteY0"/>
              </a:cxn>
              <a:cxn ang="0">
                <a:pos x="connsiteX1" y="connsiteY1"/>
              </a:cxn>
            </a:cxnLst>
            <a:rect l="l" t="t" r="r" b="b"/>
            <a:pathLst>
              <a:path w="9232900" h="6350">
                <a:moveTo>
                  <a:pt x="0" y="0"/>
                </a:moveTo>
                <a:lnTo>
                  <a:pt x="9232900" y="0"/>
                </a:lnTo>
              </a:path>
            </a:pathLst>
          </a:custGeom>
          <a:noFill/>
          <a:ln w="12700" cap="flat">
            <a:solidFill>
              <a:srgbClr val="ADADAF"/>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7426670F-03E7-0F16-4EE7-F16AAD7A3C61}"/>
              </a:ext>
            </a:extLst>
          </p:cNvPr>
          <p:cNvSpPr/>
          <p:nvPr/>
        </p:nvSpPr>
        <p:spPr>
          <a:xfrm>
            <a:off x="10393362" y="2074932"/>
            <a:ext cx="109537" cy="126485"/>
          </a:xfrm>
          <a:custGeom>
            <a:avLst/>
            <a:gdLst>
              <a:gd name="connsiteX0" fmla="*/ 109538 w 109537"/>
              <a:gd name="connsiteY0" fmla="*/ 63246 h 126485"/>
              <a:gd name="connsiteX1" fmla="*/ 0 w 109537"/>
              <a:gd name="connsiteY1" fmla="*/ 126486 h 126485"/>
              <a:gd name="connsiteX2" fmla="*/ 0 w 109537"/>
              <a:gd name="connsiteY2" fmla="*/ 0 h 126485"/>
              <a:gd name="connsiteX3" fmla="*/ 109538 w 109537"/>
              <a:gd name="connsiteY3" fmla="*/ 63246 h 126485"/>
            </a:gdLst>
            <a:ahLst/>
            <a:cxnLst>
              <a:cxn ang="0">
                <a:pos x="connsiteX0" y="connsiteY0"/>
              </a:cxn>
              <a:cxn ang="0">
                <a:pos x="connsiteX1" y="connsiteY1"/>
              </a:cxn>
              <a:cxn ang="0">
                <a:pos x="connsiteX2" y="connsiteY2"/>
              </a:cxn>
              <a:cxn ang="0">
                <a:pos x="connsiteX3" y="connsiteY3"/>
              </a:cxn>
            </a:cxnLst>
            <a:rect l="l" t="t" r="r" b="b"/>
            <a:pathLst>
              <a:path w="109537" h="126485">
                <a:moveTo>
                  <a:pt x="109538" y="63246"/>
                </a:moveTo>
                <a:lnTo>
                  <a:pt x="0" y="126486"/>
                </a:lnTo>
                <a:lnTo>
                  <a:pt x="0" y="0"/>
                </a:lnTo>
                <a:lnTo>
                  <a:pt x="109538" y="63246"/>
                </a:ln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圆角 14">
            <a:extLst>
              <a:ext uri="{FF2B5EF4-FFF2-40B4-BE49-F238E27FC236}">
                <a16:creationId xmlns:a16="http://schemas.microsoft.com/office/drawing/2014/main" id="{F8F751C8-7798-F1B7-AA79-5E312C9E32B5}"/>
              </a:ext>
            </a:extLst>
          </p:cNvPr>
          <p:cNvSpPr/>
          <p:nvPr/>
        </p:nvSpPr>
        <p:spPr>
          <a:xfrm>
            <a:off x="9112250" y="1493653"/>
            <a:ext cx="317500" cy="1079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矩形: 圆角 15">
            <a:extLst>
              <a:ext uri="{FF2B5EF4-FFF2-40B4-BE49-F238E27FC236}">
                <a16:creationId xmlns:a16="http://schemas.microsoft.com/office/drawing/2014/main" id="{4CCA134A-8D83-01F0-3F0B-C506420DC141}"/>
              </a:ext>
            </a:extLst>
          </p:cNvPr>
          <p:cNvSpPr/>
          <p:nvPr/>
        </p:nvSpPr>
        <p:spPr>
          <a:xfrm>
            <a:off x="9112250" y="1798453"/>
            <a:ext cx="317500" cy="10795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13500000" scaled="1"/>
            <a:tileRect/>
          </a:gradFill>
          <a:ln>
            <a:noFill/>
          </a:ln>
          <a:effectLst>
            <a:outerShdw blurRad="165100" dist="38100" dir="2700000" algn="tl" rotWithShape="0">
              <a:schemeClr val="accent2">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B58199A6-D859-F8FA-F87E-C6D7847334C6}"/>
              </a:ext>
            </a:extLst>
          </p:cNvPr>
          <p:cNvSpPr/>
          <p:nvPr/>
        </p:nvSpPr>
        <p:spPr>
          <a:xfrm>
            <a:off x="1139825" y="2471553"/>
            <a:ext cx="558800" cy="1851025"/>
          </a:xfrm>
          <a:prstGeom prst="roundRect">
            <a:avLst>
              <a:gd name="adj" fmla="val 10606"/>
            </a:avLst>
          </a:pr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DB5FCA5E-9FF8-B652-7B27-7171BD5EEFA4}"/>
              </a:ext>
            </a:extLst>
          </p:cNvPr>
          <p:cNvSpPr/>
          <p:nvPr/>
        </p:nvSpPr>
        <p:spPr>
          <a:xfrm>
            <a:off x="1139825" y="4462278"/>
            <a:ext cx="558800" cy="1847850"/>
          </a:xfrm>
          <a:prstGeom prst="roundRect">
            <a:avLst>
              <a:gd name="adj" fmla="val 7071"/>
            </a:avLst>
          </a:prstGeom>
          <a:noFill/>
          <a:ln w="635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a:extLst>
              <a:ext uri="{FF2B5EF4-FFF2-40B4-BE49-F238E27FC236}">
                <a16:creationId xmlns:a16="http://schemas.microsoft.com/office/drawing/2014/main" id="{45634CA2-80B7-44BF-33E0-8785B580C049}"/>
              </a:ext>
            </a:extLst>
          </p:cNvPr>
          <p:cNvSpPr/>
          <p:nvPr/>
        </p:nvSpPr>
        <p:spPr>
          <a:xfrm>
            <a:off x="2000250" y="2662192"/>
            <a:ext cx="8312150" cy="1454150"/>
          </a:xfrm>
          <a:custGeom>
            <a:avLst/>
            <a:gdLst>
              <a:gd name="connsiteX0" fmla="*/ 0 w 8312150"/>
              <a:gd name="connsiteY0" fmla="*/ 1454150 h 1454150"/>
              <a:gd name="connsiteX1" fmla="*/ 1657350 w 8312150"/>
              <a:gd name="connsiteY1" fmla="*/ 663575 h 1454150"/>
              <a:gd name="connsiteX2" fmla="*/ 3000375 w 8312150"/>
              <a:gd name="connsiteY2" fmla="*/ 1114425 h 1454150"/>
              <a:gd name="connsiteX3" fmla="*/ 4937125 w 8312150"/>
              <a:gd name="connsiteY3" fmla="*/ 193675 h 1454150"/>
              <a:gd name="connsiteX4" fmla="*/ 8312150 w 8312150"/>
              <a:gd name="connsiteY4" fmla="*/ 0 h 145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2150" h="1454150">
                <a:moveTo>
                  <a:pt x="0" y="1454150"/>
                </a:moveTo>
                <a:cubicBezTo>
                  <a:pt x="244475" y="1184275"/>
                  <a:pt x="918051" y="663575"/>
                  <a:pt x="1657350" y="663575"/>
                </a:cubicBezTo>
                <a:cubicBezTo>
                  <a:pt x="2387600" y="663575"/>
                  <a:pt x="2295525" y="1114425"/>
                  <a:pt x="3000375" y="1114425"/>
                </a:cubicBezTo>
                <a:cubicBezTo>
                  <a:pt x="3705225" y="1114425"/>
                  <a:pt x="4194175" y="222250"/>
                  <a:pt x="4937125" y="193675"/>
                </a:cubicBezTo>
                <a:cubicBezTo>
                  <a:pt x="5680075" y="165100"/>
                  <a:pt x="6753225" y="447675"/>
                  <a:pt x="8312150" y="0"/>
                </a:cubicBezTo>
              </a:path>
            </a:pathLst>
          </a:custGeom>
          <a:noFill/>
          <a:ln w="114300" cap="rnd">
            <a:gradFill flip="none" rotWithShape="1">
              <a:gsLst>
                <a:gs pos="85294">
                  <a:schemeClr val="accent1">
                    <a:lumMod val="40000"/>
                    <a:lumOff val="60000"/>
                  </a:schemeClr>
                </a:gs>
                <a:gs pos="18300">
                  <a:schemeClr val="accent1">
                    <a:lumMod val="40000"/>
                    <a:lumOff val="60000"/>
                  </a:schemeClr>
                </a:gs>
                <a:gs pos="0">
                  <a:schemeClr val="accent1">
                    <a:lumMod val="60000"/>
                    <a:lumOff val="40000"/>
                    <a:alpha val="0"/>
                  </a:schemeClr>
                </a:gs>
                <a:gs pos="100000">
                  <a:schemeClr val="accent1">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8F397BCB-F468-5CDB-B193-468DFBA150CB}"/>
              </a:ext>
            </a:extLst>
          </p:cNvPr>
          <p:cNvSpPr/>
          <p:nvPr/>
        </p:nvSpPr>
        <p:spPr>
          <a:xfrm>
            <a:off x="2000250" y="2657475"/>
            <a:ext cx="8312150" cy="1454150"/>
          </a:xfrm>
          <a:custGeom>
            <a:avLst/>
            <a:gdLst>
              <a:gd name="connsiteX0" fmla="*/ 0 w 8312150"/>
              <a:gd name="connsiteY0" fmla="*/ 1454150 h 1454150"/>
              <a:gd name="connsiteX1" fmla="*/ 1657350 w 8312150"/>
              <a:gd name="connsiteY1" fmla="*/ 663575 h 1454150"/>
              <a:gd name="connsiteX2" fmla="*/ 3000375 w 8312150"/>
              <a:gd name="connsiteY2" fmla="*/ 1114425 h 1454150"/>
              <a:gd name="connsiteX3" fmla="*/ 4937125 w 8312150"/>
              <a:gd name="connsiteY3" fmla="*/ 193675 h 1454150"/>
              <a:gd name="connsiteX4" fmla="*/ 8312150 w 8312150"/>
              <a:gd name="connsiteY4" fmla="*/ 0 h 145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2150" h="1454150">
                <a:moveTo>
                  <a:pt x="0" y="1454150"/>
                </a:moveTo>
                <a:cubicBezTo>
                  <a:pt x="244475" y="1184275"/>
                  <a:pt x="918051" y="663575"/>
                  <a:pt x="1657350" y="663575"/>
                </a:cubicBezTo>
                <a:cubicBezTo>
                  <a:pt x="2387600" y="663575"/>
                  <a:pt x="2295525" y="1114425"/>
                  <a:pt x="3000375" y="1114425"/>
                </a:cubicBezTo>
                <a:cubicBezTo>
                  <a:pt x="3705225" y="1114425"/>
                  <a:pt x="4194175" y="222250"/>
                  <a:pt x="4937125" y="193675"/>
                </a:cubicBezTo>
                <a:cubicBezTo>
                  <a:pt x="5680075" y="165100"/>
                  <a:pt x="6753225" y="447675"/>
                  <a:pt x="8312150" y="0"/>
                </a:cubicBezTo>
              </a:path>
            </a:pathLst>
          </a:custGeom>
          <a:noFill/>
          <a:ln w="50800" cap="rnd">
            <a:gradFill flip="none" rotWithShape="1">
              <a:gsLst>
                <a:gs pos="85294">
                  <a:schemeClr val="accent1">
                    <a:lumMod val="75000"/>
                  </a:schemeClr>
                </a:gs>
                <a:gs pos="18300">
                  <a:schemeClr val="accent2"/>
                </a:gs>
                <a:gs pos="0">
                  <a:schemeClr val="accent1">
                    <a:lumMod val="60000"/>
                    <a:lumOff val="40000"/>
                    <a:alpha val="0"/>
                  </a:schemeClr>
                </a:gs>
                <a:gs pos="100000">
                  <a:schemeClr val="accent1">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a:extLst>
              <a:ext uri="{FF2B5EF4-FFF2-40B4-BE49-F238E27FC236}">
                <a16:creationId xmlns:a16="http://schemas.microsoft.com/office/drawing/2014/main" id="{8C115303-3E21-12D6-F734-C1A1E7719099}"/>
              </a:ext>
            </a:extLst>
          </p:cNvPr>
          <p:cNvSpPr/>
          <p:nvPr/>
        </p:nvSpPr>
        <p:spPr>
          <a:xfrm>
            <a:off x="2124075" y="4627476"/>
            <a:ext cx="8061325" cy="1383923"/>
          </a:xfrm>
          <a:custGeom>
            <a:avLst/>
            <a:gdLst>
              <a:gd name="connsiteX0" fmla="*/ 0 w 8061325"/>
              <a:gd name="connsiteY0" fmla="*/ 1371600 h 1383923"/>
              <a:gd name="connsiteX1" fmla="*/ 2701925 w 8061325"/>
              <a:gd name="connsiteY1" fmla="*/ 1082675 h 1383923"/>
              <a:gd name="connsiteX2" fmla="*/ 4375150 w 8061325"/>
              <a:gd name="connsiteY2" fmla="*/ 209550 h 1383923"/>
              <a:gd name="connsiteX3" fmla="*/ 8061325 w 8061325"/>
              <a:gd name="connsiteY3" fmla="*/ 0 h 1383923"/>
            </a:gdLst>
            <a:ahLst/>
            <a:cxnLst>
              <a:cxn ang="0">
                <a:pos x="connsiteX0" y="connsiteY0"/>
              </a:cxn>
              <a:cxn ang="0">
                <a:pos x="connsiteX1" y="connsiteY1"/>
              </a:cxn>
              <a:cxn ang="0">
                <a:pos x="connsiteX2" y="connsiteY2"/>
              </a:cxn>
              <a:cxn ang="0">
                <a:pos x="connsiteX3" y="connsiteY3"/>
              </a:cxn>
            </a:cxnLst>
            <a:rect l="l" t="t" r="r" b="b"/>
            <a:pathLst>
              <a:path w="8061325" h="1383923">
                <a:moveTo>
                  <a:pt x="0" y="1371600"/>
                </a:moveTo>
                <a:cubicBezTo>
                  <a:pt x="585260" y="1400175"/>
                  <a:pt x="1946218" y="1405363"/>
                  <a:pt x="2701925" y="1082675"/>
                </a:cubicBezTo>
                <a:cubicBezTo>
                  <a:pt x="3571875" y="711200"/>
                  <a:pt x="3575050" y="438150"/>
                  <a:pt x="4375150" y="209550"/>
                </a:cubicBezTo>
                <a:cubicBezTo>
                  <a:pt x="5203762" y="-27191"/>
                  <a:pt x="6419850" y="346075"/>
                  <a:pt x="8061325" y="0"/>
                </a:cubicBezTo>
              </a:path>
            </a:pathLst>
          </a:custGeom>
          <a:noFill/>
          <a:ln w="114300" cap="rnd">
            <a:gradFill flip="none" rotWithShape="1">
              <a:gsLst>
                <a:gs pos="85294">
                  <a:schemeClr val="accent2">
                    <a:lumMod val="75000"/>
                    <a:alpha val="34000"/>
                  </a:schemeClr>
                </a:gs>
                <a:gs pos="18300">
                  <a:schemeClr val="accent2">
                    <a:lumMod val="20000"/>
                    <a:lumOff val="80000"/>
                    <a:alpha val="34000"/>
                  </a:schemeClr>
                </a:gs>
                <a:gs pos="0">
                  <a:schemeClr val="accent2">
                    <a:lumMod val="20000"/>
                    <a:lumOff val="80000"/>
                    <a:alpha val="0"/>
                  </a:schemeClr>
                </a:gs>
                <a:gs pos="100000">
                  <a:schemeClr val="accent2">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a:extLst>
              <a:ext uri="{FF2B5EF4-FFF2-40B4-BE49-F238E27FC236}">
                <a16:creationId xmlns:a16="http://schemas.microsoft.com/office/drawing/2014/main" id="{7CCE3612-7691-994A-9864-ACDA1D9D199B}"/>
              </a:ext>
            </a:extLst>
          </p:cNvPr>
          <p:cNvSpPr/>
          <p:nvPr/>
        </p:nvSpPr>
        <p:spPr>
          <a:xfrm>
            <a:off x="2124075" y="4627575"/>
            <a:ext cx="8061325" cy="1383923"/>
          </a:xfrm>
          <a:custGeom>
            <a:avLst/>
            <a:gdLst>
              <a:gd name="connsiteX0" fmla="*/ 0 w 8061325"/>
              <a:gd name="connsiteY0" fmla="*/ 1371600 h 1383923"/>
              <a:gd name="connsiteX1" fmla="*/ 2701925 w 8061325"/>
              <a:gd name="connsiteY1" fmla="*/ 1082675 h 1383923"/>
              <a:gd name="connsiteX2" fmla="*/ 4375150 w 8061325"/>
              <a:gd name="connsiteY2" fmla="*/ 209550 h 1383923"/>
              <a:gd name="connsiteX3" fmla="*/ 8061325 w 8061325"/>
              <a:gd name="connsiteY3" fmla="*/ 0 h 1383923"/>
            </a:gdLst>
            <a:ahLst/>
            <a:cxnLst>
              <a:cxn ang="0">
                <a:pos x="connsiteX0" y="connsiteY0"/>
              </a:cxn>
              <a:cxn ang="0">
                <a:pos x="connsiteX1" y="connsiteY1"/>
              </a:cxn>
              <a:cxn ang="0">
                <a:pos x="connsiteX2" y="connsiteY2"/>
              </a:cxn>
              <a:cxn ang="0">
                <a:pos x="connsiteX3" y="connsiteY3"/>
              </a:cxn>
            </a:cxnLst>
            <a:rect l="l" t="t" r="r" b="b"/>
            <a:pathLst>
              <a:path w="8061325" h="1383923">
                <a:moveTo>
                  <a:pt x="0" y="1371600"/>
                </a:moveTo>
                <a:cubicBezTo>
                  <a:pt x="585260" y="1400175"/>
                  <a:pt x="1946218" y="1405363"/>
                  <a:pt x="2701925" y="1082675"/>
                </a:cubicBezTo>
                <a:cubicBezTo>
                  <a:pt x="3571875" y="711200"/>
                  <a:pt x="3575050" y="438150"/>
                  <a:pt x="4375150" y="209550"/>
                </a:cubicBezTo>
                <a:cubicBezTo>
                  <a:pt x="5203762" y="-27191"/>
                  <a:pt x="6419850" y="346075"/>
                  <a:pt x="8061325" y="0"/>
                </a:cubicBezTo>
              </a:path>
            </a:pathLst>
          </a:custGeom>
          <a:noFill/>
          <a:ln w="50800" cap="rnd">
            <a:gradFill flip="none" rotWithShape="1">
              <a:gsLst>
                <a:gs pos="85294">
                  <a:schemeClr val="accent2">
                    <a:lumMod val="75000"/>
                  </a:schemeClr>
                </a:gs>
                <a:gs pos="18300">
                  <a:schemeClr val="accent2">
                    <a:lumMod val="20000"/>
                    <a:lumOff val="80000"/>
                  </a:schemeClr>
                </a:gs>
                <a:gs pos="0">
                  <a:schemeClr val="accent2">
                    <a:lumMod val="20000"/>
                    <a:lumOff val="80000"/>
                    <a:alpha val="0"/>
                  </a:schemeClr>
                </a:gs>
                <a:gs pos="100000">
                  <a:schemeClr val="accent2">
                    <a:lumMod val="75000"/>
                    <a:alpha val="0"/>
                  </a:schemeClr>
                </a:gs>
              </a:gsLst>
              <a:lin ang="0" scaled="1"/>
              <a:tileRect/>
            </a:gradFill>
            <a:prstDash val="solid"/>
            <a:miter/>
          </a:ln>
          <a:effectLst>
            <a:outerShdw blurRad="127000" dist="114300" dir="5400000" algn="t" rotWithShape="0">
              <a:schemeClr val="accent1">
                <a:alpha val="30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a:extLst>
              <a:ext uri="{FF2B5EF4-FFF2-40B4-BE49-F238E27FC236}">
                <a16:creationId xmlns:a16="http://schemas.microsoft.com/office/drawing/2014/main" id="{640ECA24-44FA-6BA9-0580-E311B6BC52C1}"/>
              </a:ext>
            </a:extLst>
          </p:cNvPr>
          <p:cNvSpPr/>
          <p:nvPr/>
        </p:nvSpPr>
        <p:spPr>
          <a:xfrm>
            <a:off x="271145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a:extLst>
              <a:ext uri="{FF2B5EF4-FFF2-40B4-BE49-F238E27FC236}">
                <a16:creationId xmlns:a16="http://schemas.microsoft.com/office/drawing/2014/main" id="{A1440D41-08F2-0B45-3F8F-B7C6705E1422}"/>
              </a:ext>
            </a:extLst>
          </p:cNvPr>
          <p:cNvSpPr/>
          <p:nvPr/>
        </p:nvSpPr>
        <p:spPr>
          <a:xfrm>
            <a:off x="473710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a:extLst>
              <a:ext uri="{FF2B5EF4-FFF2-40B4-BE49-F238E27FC236}">
                <a16:creationId xmlns:a16="http://schemas.microsoft.com/office/drawing/2014/main" id="{E94E8537-2CA8-4B76-D283-1603093E1D3E}"/>
              </a:ext>
            </a:extLst>
          </p:cNvPr>
          <p:cNvSpPr/>
          <p:nvPr/>
        </p:nvSpPr>
        <p:spPr>
          <a:xfrm>
            <a:off x="665480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任意多边形: 形状 33">
            <a:extLst>
              <a:ext uri="{FF2B5EF4-FFF2-40B4-BE49-F238E27FC236}">
                <a16:creationId xmlns:a16="http://schemas.microsoft.com/office/drawing/2014/main" id="{9CA54C30-BBF6-7A37-5667-142AB70FE427}"/>
              </a:ext>
            </a:extLst>
          </p:cNvPr>
          <p:cNvSpPr/>
          <p:nvPr/>
        </p:nvSpPr>
        <p:spPr>
          <a:xfrm>
            <a:off x="6769100" y="2344553"/>
            <a:ext cx="6350" cy="3895725"/>
          </a:xfrm>
          <a:custGeom>
            <a:avLst/>
            <a:gdLst>
              <a:gd name="connsiteX0" fmla="*/ 0 w 6350"/>
              <a:gd name="connsiteY0" fmla="*/ 0 h 3895725"/>
              <a:gd name="connsiteX1" fmla="*/ 0 w 6350"/>
              <a:gd name="connsiteY1" fmla="*/ 3895725 h 3895725"/>
            </a:gdLst>
            <a:ahLst/>
            <a:cxnLst>
              <a:cxn ang="0">
                <a:pos x="connsiteX0" y="connsiteY0"/>
              </a:cxn>
              <a:cxn ang="0">
                <a:pos x="connsiteX1" y="connsiteY1"/>
              </a:cxn>
            </a:cxnLst>
            <a:rect l="l" t="t" r="r" b="b"/>
            <a:pathLst>
              <a:path w="6350" h="3895725">
                <a:moveTo>
                  <a:pt x="0" y="0"/>
                </a:moveTo>
                <a:lnTo>
                  <a:pt x="0" y="3895725"/>
                </a:lnTo>
              </a:path>
            </a:pathLst>
          </a:custGeom>
          <a:noFill/>
          <a:ln w="12700" cap="flat">
            <a:solidFill>
              <a:srgbClr val="E8ECF5"/>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35" name="图形 2">
            <a:extLst>
              <a:ext uri="{FF2B5EF4-FFF2-40B4-BE49-F238E27FC236}">
                <a16:creationId xmlns:a16="http://schemas.microsoft.com/office/drawing/2014/main" id="{EB19914A-E953-4C6D-8443-F926E7CA3AC9}"/>
              </a:ext>
            </a:extLst>
          </p:cNvPr>
          <p:cNvGrpSpPr/>
          <p:nvPr/>
        </p:nvGrpSpPr>
        <p:grpSpPr>
          <a:xfrm>
            <a:off x="2876550" y="2719203"/>
            <a:ext cx="863600" cy="368300"/>
            <a:chOff x="2876550" y="2792228"/>
            <a:chExt cx="863600" cy="368300"/>
          </a:xfrm>
          <a:effectLst>
            <a:outerShdw blurRad="304800" dist="101600" dir="5400000" algn="t" rotWithShape="0">
              <a:schemeClr val="accent1">
                <a:alpha val="40000"/>
              </a:schemeClr>
            </a:outerShdw>
          </a:effectLst>
        </p:grpSpPr>
        <p:sp>
          <p:nvSpPr>
            <p:cNvPr id="36" name="任意多边形: 形状 35">
              <a:extLst>
                <a:ext uri="{FF2B5EF4-FFF2-40B4-BE49-F238E27FC236}">
                  <a16:creationId xmlns:a16="http://schemas.microsoft.com/office/drawing/2014/main" id="{C8B112B8-FDFB-DAEC-C3F6-15AFD68FC18E}"/>
                </a:ext>
              </a:extLst>
            </p:cNvPr>
            <p:cNvSpPr/>
            <p:nvPr/>
          </p:nvSpPr>
          <p:spPr>
            <a:xfrm>
              <a:off x="2876550" y="2792228"/>
              <a:ext cx="863600" cy="368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任意多边形: 形状 36">
              <a:extLst>
                <a:ext uri="{FF2B5EF4-FFF2-40B4-BE49-F238E27FC236}">
                  <a16:creationId xmlns:a16="http://schemas.microsoft.com/office/drawing/2014/main" id="{979FD14D-DB10-C607-52DA-B3280A2BC53C}"/>
                </a:ext>
              </a:extLst>
            </p:cNvPr>
            <p:cNvSpPr/>
            <p:nvPr/>
          </p:nvSpPr>
          <p:spPr>
            <a:xfrm>
              <a:off x="2892425" y="2808103"/>
              <a:ext cx="831850" cy="3365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39" name="任意多边形: 形状 38">
            <a:extLst>
              <a:ext uri="{FF2B5EF4-FFF2-40B4-BE49-F238E27FC236}">
                <a16:creationId xmlns:a16="http://schemas.microsoft.com/office/drawing/2014/main" id="{07FD8264-DF35-87AD-802D-8D0313C6DFA7}"/>
              </a:ext>
            </a:extLst>
          </p:cNvPr>
          <p:cNvSpPr/>
          <p:nvPr/>
        </p:nvSpPr>
        <p:spPr>
          <a:xfrm>
            <a:off x="5651500" y="4706753"/>
            <a:ext cx="863600" cy="36830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1" name="图形 2">
            <a:extLst>
              <a:ext uri="{FF2B5EF4-FFF2-40B4-BE49-F238E27FC236}">
                <a16:creationId xmlns:a16="http://schemas.microsoft.com/office/drawing/2014/main" id="{8493AB37-5B01-71AA-73EB-ED9E149BFFDF}"/>
              </a:ext>
            </a:extLst>
          </p:cNvPr>
          <p:cNvGrpSpPr/>
          <p:nvPr/>
        </p:nvGrpSpPr>
        <p:grpSpPr>
          <a:xfrm>
            <a:off x="6953250" y="2719203"/>
            <a:ext cx="863600" cy="368300"/>
            <a:chOff x="6953250" y="2792228"/>
            <a:chExt cx="863600" cy="368300"/>
          </a:xfrm>
          <a:effectLst>
            <a:outerShdw blurRad="304800" dist="101600" dir="5400000" algn="t" rotWithShape="0">
              <a:schemeClr val="accent1">
                <a:alpha val="40000"/>
              </a:schemeClr>
            </a:outerShdw>
          </a:effectLst>
        </p:grpSpPr>
        <p:sp>
          <p:nvSpPr>
            <p:cNvPr id="42" name="任意多边形: 形状 41">
              <a:extLst>
                <a:ext uri="{FF2B5EF4-FFF2-40B4-BE49-F238E27FC236}">
                  <a16:creationId xmlns:a16="http://schemas.microsoft.com/office/drawing/2014/main" id="{ED1C2277-427B-F900-2209-AADC4A247D31}"/>
                </a:ext>
              </a:extLst>
            </p:cNvPr>
            <p:cNvSpPr/>
            <p:nvPr/>
          </p:nvSpPr>
          <p:spPr>
            <a:xfrm>
              <a:off x="6953250" y="2792228"/>
              <a:ext cx="863600" cy="36830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F1AD1A9E-D8D1-08D0-432B-1AF9EB695CE7}"/>
                </a:ext>
              </a:extLst>
            </p:cNvPr>
            <p:cNvSpPr/>
            <p:nvPr/>
          </p:nvSpPr>
          <p:spPr>
            <a:xfrm>
              <a:off x="6969125" y="2808103"/>
              <a:ext cx="831850" cy="3365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sp>
        <p:nvSpPr>
          <p:cNvPr id="45" name="任意多边形: 形状 44">
            <a:extLst>
              <a:ext uri="{FF2B5EF4-FFF2-40B4-BE49-F238E27FC236}">
                <a16:creationId xmlns:a16="http://schemas.microsoft.com/office/drawing/2014/main" id="{0538B500-234B-CDA9-A3E9-9B62321461E6}"/>
              </a:ext>
            </a:extLst>
          </p:cNvPr>
          <p:cNvSpPr/>
          <p:nvPr/>
        </p:nvSpPr>
        <p:spPr>
          <a:xfrm>
            <a:off x="6953250" y="4681353"/>
            <a:ext cx="863600" cy="368300"/>
          </a:xfrm>
          <a:prstGeom prst="roundRect">
            <a:avLst>
              <a:gd name="adj" fmla="val 50000"/>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a:extLst>
              <a:ext uri="{FF2B5EF4-FFF2-40B4-BE49-F238E27FC236}">
                <a16:creationId xmlns:a16="http://schemas.microsoft.com/office/drawing/2014/main" id="{8A82C626-5637-EDA2-30E5-B8078B6F1B5C}"/>
              </a:ext>
            </a:extLst>
          </p:cNvPr>
          <p:cNvSpPr/>
          <p:nvPr/>
        </p:nvSpPr>
        <p:spPr>
          <a:xfrm>
            <a:off x="26289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任意多边形: 形状 64">
            <a:extLst>
              <a:ext uri="{FF2B5EF4-FFF2-40B4-BE49-F238E27FC236}">
                <a16:creationId xmlns:a16="http://schemas.microsoft.com/office/drawing/2014/main" id="{CDCE6561-D844-DE1D-963F-7CAF2579AC91}"/>
              </a:ext>
            </a:extLst>
          </p:cNvPr>
          <p:cNvSpPr/>
          <p:nvPr/>
        </p:nvSpPr>
        <p:spPr>
          <a:xfrm>
            <a:off x="26606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任意多边形: 形状 65">
            <a:extLst>
              <a:ext uri="{FF2B5EF4-FFF2-40B4-BE49-F238E27FC236}">
                <a16:creationId xmlns:a16="http://schemas.microsoft.com/office/drawing/2014/main" id="{D1B767AA-36E0-39DB-FCBE-D5151702144E}"/>
              </a:ext>
            </a:extLst>
          </p:cNvPr>
          <p:cNvSpPr/>
          <p:nvPr/>
        </p:nvSpPr>
        <p:spPr>
          <a:xfrm>
            <a:off x="46609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a:extLst>
              <a:ext uri="{FF2B5EF4-FFF2-40B4-BE49-F238E27FC236}">
                <a16:creationId xmlns:a16="http://schemas.microsoft.com/office/drawing/2014/main" id="{700040FE-A386-DA8A-3A79-7C5D9A61E68E}"/>
              </a:ext>
            </a:extLst>
          </p:cNvPr>
          <p:cNvSpPr/>
          <p:nvPr/>
        </p:nvSpPr>
        <p:spPr>
          <a:xfrm>
            <a:off x="46926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任意多边形: 形状 67">
            <a:extLst>
              <a:ext uri="{FF2B5EF4-FFF2-40B4-BE49-F238E27FC236}">
                <a16:creationId xmlns:a16="http://schemas.microsoft.com/office/drawing/2014/main" id="{B6CCC116-1259-0554-3864-1BD86C1184A7}"/>
              </a:ext>
            </a:extLst>
          </p:cNvPr>
          <p:cNvSpPr/>
          <p:nvPr/>
        </p:nvSpPr>
        <p:spPr>
          <a:xfrm>
            <a:off x="65786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任意多边形: 形状 68">
            <a:extLst>
              <a:ext uri="{FF2B5EF4-FFF2-40B4-BE49-F238E27FC236}">
                <a16:creationId xmlns:a16="http://schemas.microsoft.com/office/drawing/2014/main" id="{BCFB1367-A42A-621A-B12D-D173C0D3FE47}"/>
              </a:ext>
            </a:extLst>
          </p:cNvPr>
          <p:cNvSpPr/>
          <p:nvPr/>
        </p:nvSpPr>
        <p:spPr>
          <a:xfrm>
            <a:off x="66103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7" y="95250"/>
                  <a:pt x="47625" y="95250"/>
                </a:cubicBezTo>
                <a:cubicBezTo>
                  <a:pt x="21323" y="95250"/>
                  <a:pt x="0" y="73928"/>
                  <a:pt x="0" y="47625"/>
                </a:cubicBezTo>
                <a:cubicBezTo>
                  <a:pt x="0" y="21322"/>
                  <a:pt x="21323" y="0"/>
                  <a:pt x="47625" y="0"/>
                </a:cubicBezTo>
                <a:cubicBezTo>
                  <a:pt x="73927"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任意多边形: 形状 69">
            <a:extLst>
              <a:ext uri="{FF2B5EF4-FFF2-40B4-BE49-F238E27FC236}">
                <a16:creationId xmlns:a16="http://schemas.microsoft.com/office/drawing/2014/main" id="{A69DF49D-B840-06BF-7458-8C6F71F32A48}"/>
              </a:ext>
            </a:extLst>
          </p:cNvPr>
          <p:cNvSpPr/>
          <p:nvPr/>
        </p:nvSpPr>
        <p:spPr>
          <a:xfrm>
            <a:off x="6692900" y="2058803"/>
            <a:ext cx="158750" cy="158750"/>
          </a:xfrm>
          <a:custGeom>
            <a:avLst/>
            <a:gdLst>
              <a:gd name="connsiteX0" fmla="*/ 158750 w 158750"/>
              <a:gd name="connsiteY0" fmla="*/ 79375 h 158750"/>
              <a:gd name="connsiteX1" fmla="*/ 79375 w 158750"/>
              <a:gd name="connsiteY1" fmla="*/ 158750 h 158750"/>
              <a:gd name="connsiteX2" fmla="*/ 0 w 158750"/>
              <a:gd name="connsiteY2" fmla="*/ 79375 h 158750"/>
              <a:gd name="connsiteX3" fmla="*/ 79375 w 158750"/>
              <a:gd name="connsiteY3" fmla="*/ 0 h 158750"/>
              <a:gd name="connsiteX4" fmla="*/ 158750 w 158750"/>
              <a:gd name="connsiteY4" fmla="*/ 79375 h 15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158750">
                <a:moveTo>
                  <a:pt x="158750" y="79375"/>
                </a:moveTo>
                <a:cubicBezTo>
                  <a:pt x="158750" y="123213"/>
                  <a:pt x="123213" y="158750"/>
                  <a:pt x="79375" y="158750"/>
                </a:cubicBezTo>
                <a:cubicBezTo>
                  <a:pt x="35537" y="158750"/>
                  <a:pt x="0" y="123213"/>
                  <a:pt x="0" y="79375"/>
                </a:cubicBezTo>
                <a:cubicBezTo>
                  <a:pt x="0" y="35537"/>
                  <a:pt x="35537" y="0"/>
                  <a:pt x="79375" y="0"/>
                </a:cubicBezTo>
                <a:cubicBezTo>
                  <a:pt x="123213" y="0"/>
                  <a:pt x="158750" y="35537"/>
                  <a:pt x="158750" y="79375"/>
                </a:cubicBezTo>
                <a:close/>
              </a:path>
            </a:pathLst>
          </a:custGeom>
          <a:solidFill>
            <a:schemeClr val="accent1">
              <a:alpha val="20000"/>
            </a:schemeClr>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任意多边形: 形状 70">
            <a:extLst>
              <a:ext uri="{FF2B5EF4-FFF2-40B4-BE49-F238E27FC236}">
                <a16:creationId xmlns:a16="http://schemas.microsoft.com/office/drawing/2014/main" id="{DEC871CE-2D61-52F8-31FA-2FF851CBC244}"/>
              </a:ext>
            </a:extLst>
          </p:cNvPr>
          <p:cNvSpPr/>
          <p:nvPr/>
        </p:nvSpPr>
        <p:spPr>
          <a:xfrm>
            <a:off x="6724650" y="209055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7" y="95250"/>
                  <a:pt x="47625" y="95250"/>
                </a:cubicBezTo>
                <a:cubicBezTo>
                  <a:pt x="21323" y="95250"/>
                  <a:pt x="0" y="73928"/>
                  <a:pt x="0" y="47625"/>
                </a:cubicBezTo>
                <a:cubicBezTo>
                  <a:pt x="0" y="21322"/>
                  <a:pt x="21323" y="0"/>
                  <a:pt x="47625" y="0"/>
                </a:cubicBezTo>
                <a:cubicBezTo>
                  <a:pt x="73927" y="0"/>
                  <a:pt x="95250" y="21322"/>
                  <a:pt x="95250" y="47625"/>
                </a:cubicBez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8E7A82D4-E645-AA95-C335-5EC994BE1B23}"/>
              </a:ext>
            </a:extLst>
          </p:cNvPr>
          <p:cNvSpPr txBox="1"/>
          <p:nvPr/>
        </p:nvSpPr>
        <p:spPr>
          <a:xfrm>
            <a:off x="2233222" y="1714215"/>
            <a:ext cx="945182" cy="320729"/>
          </a:xfrm>
          <a:prstGeom prst="rect">
            <a:avLst/>
          </a:prstGeom>
          <a:noFill/>
        </p:spPr>
        <p:txBody>
          <a:bodyPr wrap="square" rtlCol="0">
            <a:spAutoFit/>
          </a:bodyPr>
          <a:lstStyle/>
          <a:p>
            <a:pPr algn="ctr">
              <a:lnSpc>
                <a:spcPct val="120000"/>
              </a:lnSpc>
            </a:pP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寄件前</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2622E36F-9FF0-0466-B73A-F9F789BF986C}"/>
              </a:ext>
            </a:extLst>
          </p:cNvPr>
          <p:cNvSpPr txBox="1"/>
          <p:nvPr/>
        </p:nvSpPr>
        <p:spPr>
          <a:xfrm>
            <a:off x="4259508" y="1714215"/>
            <a:ext cx="945182" cy="320729"/>
          </a:xfrm>
          <a:prstGeom prst="rect">
            <a:avLst/>
          </a:prstGeom>
          <a:noFill/>
        </p:spPr>
        <p:txBody>
          <a:bodyPr wrap="square" rtlCol="0">
            <a:spAutoFit/>
          </a:bodyPr>
          <a:lstStyle/>
          <a:p>
            <a:pPr algn="ctr">
              <a:lnSpc>
                <a:spcPct val="120000"/>
              </a:lnSpc>
            </a:pP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运输中</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a:extLst>
              <a:ext uri="{FF2B5EF4-FFF2-40B4-BE49-F238E27FC236}">
                <a16:creationId xmlns:a16="http://schemas.microsoft.com/office/drawing/2014/main" id="{7F2AC3F6-B2E9-0D23-8524-62F8FB30823A}"/>
              </a:ext>
            </a:extLst>
          </p:cNvPr>
          <p:cNvSpPr txBox="1"/>
          <p:nvPr/>
        </p:nvSpPr>
        <p:spPr>
          <a:xfrm>
            <a:off x="6264123" y="1714215"/>
            <a:ext cx="945182" cy="320729"/>
          </a:xfrm>
          <a:prstGeom prst="rect">
            <a:avLst/>
          </a:prstGeom>
          <a:noFill/>
        </p:spPr>
        <p:txBody>
          <a:bodyPr wrap="square" rtlCol="0">
            <a:spAutoFit/>
          </a:bodyPr>
          <a:lstStyle/>
          <a:p>
            <a:pPr algn="ctr">
              <a:lnSpc>
                <a:spcPct val="120000"/>
              </a:lnSpc>
            </a:pP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派送</a:t>
            </a:r>
            <a:r>
              <a:rPr lang="en-US" altLang="zh-CN"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签收</a:t>
            </a:r>
            <a:endParaRPr lang="en-US" sz="13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a:extLst>
              <a:ext uri="{FF2B5EF4-FFF2-40B4-BE49-F238E27FC236}">
                <a16:creationId xmlns:a16="http://schemas.microsoft.com/office/drawing/2014/main" id="{E57DD659-AF77-C7D3-B6B5-1EF17DFAB3BA}"/>
              </a:ext>
            </a:extLst>
          </p:cNvPr>
          <p:cNvSpPr txBox="1"/>
          <p:nvPr/>
        </p:nvSpPr>
        <p:spPr>
          <a:xfrm>
            <a:off x="9448179" y="1405247"/>
            <a:ext cx="1110841" cy="276871"/>
          </a:xfrm>
          <a:prstGeom prst="rect">
            <a:avLst/>
          </a:prstGeom>
          <a:noFill/>
        </p:spPr>
        <p:txBody>
          <a:bodyPr wrap="square" rtlCol="0">
            <a:spAutoFit/>
          </a:bodyPr>
          <a:lstStyle/>
          <a:p>
            <a:pPr>
              <a:lnSpc>
                <a:spcPct val="120000"/>
              </a:lnSpc>
            </a:pPr>
            <a:r>
              <a:rPr lang="zh-CN" alt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寄件用户情绪</a:t>
            </a:r>
            <a:endParaRPr 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a:extLst>
              <a:ext uri="{FF2B5EF4-FFF2-40B4-BE49-F238E27FC236}">
                <a16:creationId xmlns:a16="http://schemas.microsoft.com/office/drawing/2014/main" id="{0C63C456-EE9A-A19D-8284-04197429F932}"/>
              </a:ext>
            </a:extLst>
          </p:cNvPr>
          <p:cNvSpPr txBox="1"/>
          <p:nvPr/>
        </p:nvSpPr>
        <p:spPr>
          <a:xfrm>
            <a:off x="9448179" y="1723394"/>
            <a:ext cx="1110841" cy="276871"/>
          </a:xfrm>
          <a:prstGeom prst="rect">
            <a:avLst/>
          </a:prstGeom>
          <a:noFill/>
        </p:spPr>
        <p:txBody>
          <a:bodyPr wrap="square" rtlCol="0">
            <a:spAutoFit/>
          </a:bodyPr>
          <a:lstStyle/>
          <a:p>
            <a:pPr>
              <a:lnSpc>
                <a:spcPct val="120000"/>
              </a:lnSpc>
            </a:pPr>
            <a:r>
              <a:rPr lang="zh-CN" alt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收件用户情绪</a:t>
            </a:r>
            <a:endParaRPr lang="en-US" sz="105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a:extLst>
              <a:ext uri="{FF2B5EF4-FFF2-40B4-BE49-F238E27FC236}">
                <a16:creationId xmlns:a16="http://schemas.microsoft.com/office/drawing/2014/main" id="{157929B7-7CB4-98FF-58C4-FE71ACBFE117}"/>
              </a:ext>
            </a:extLst>
          </p:cNvPr>
          <p:cNvSpPr txBox="1"/>
          <p:nvPr/>
        </p:nvSpPr>
        <p:spPr>
          <a:xfrm>
            <a:off x="1273247" y="2875799"/>
            <a:ext cx="342852" cy="1113895"/>
          </a:xfrm>
          <a:prstGeom prst="rect">
            <a:avLst/>
          </a:prstGeom>
          <a:noFill/>
        </p:spPr>
        <p:txBody>
          <a:bodyPr wrap="square" rtlCol="0">
            <a:spAutoFit/>
          </a:bodyPr>
          <a:lstStyle/>
          <a:p>
            <a:pPr>
              <a:lnSpc>
                <a:spcPct val="120000"/>
              </a:lnSpc>
            </a:pPr>
            <a:r>
              <a:rPr lang="zh-CN" alt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寄件用户</a:t>
            </a:r>
            <a:endParaRPr 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a:extLst>
              <a:ext uri="{FF2B5EF4-FFF2-40B4-BE49-F238E27FC236}">
                <a16:creationId xmlns:a16="http://schemas.microsoft.com/office/drawing/2014/main" id="{7380CD04-3F9D-FC2A-ECDB-0D52D5F1BB24}"/>
              </a:ext>
            </a:extLst>
          </p:cNvPr>
          <p:cNvSpPr txBox="1"/>
          <p:nvPr/>
        </p:nvSpPr>
        <p:spPr>
          <a:xfrm>
            <a:off x="2838777" y="2729195"/>
            <a:ext cx="945182"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触点</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0" name="文本框 89">
            <a:extLst>
              <a:ext uri="{FF2B5EF4-FFF2-40B4-BE49-F238E27FC236}">
                <a16:creationId xmlns:a16="http://schemas.microsoft.com/office/drawing/2014/main" id="{04FDC5DB-0779-761B-48BD-84446232F1A8}"/>
              </a:ext>
            </a:extLst>
          </p:cNvPr>
          <p:cNvSpPr txBox="1"/>
          <p:nvPr/>
        </p:nvSpPr>
        <p:spPr>
          <a:xfrm>
            <a:off x="2892425" y="3609365"/>
            <a:ext cx="1605266" cy="524952"/>
          </a:xfrm>
          <a:prstGeom prst="rect">
            <a:avLst/>
          </a:prstGeom>
          <a:noFill/>
        </p:spPr>
        <p:txBody>
          <a:bodyPr wrap="square" rtlCol="0">
            <a:spAutoFit/>
          </a:bodyPr>
          <a:lstStyle/>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选择惊喜送达</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添加贺卡、心意</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a:extLst>
              <a:ext uri="{FF2B5EF4-FFF2-40B4-BE49-F238E27FC236}">
                <a16:creationId xmlns:a16="http://schemas.microsoft.com/office/drawing/2014/main" id="{6F0B5775-69AE-8AE8-8643-D18E83BE016C}"/>
              </a:ext>
            </a:extLst>
          </p:cNvPr>
          <p:cNvSpPr txBox="1"/>
          <p:nvPr/>
        </p:nvSpPr>
        <p:spPr>
          <a:xfrm>
            <a:off x="6908729" y="2729195"/>
            <a:ext cx="945182"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仪式感</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文本框 91">
            <a:extLst>
              <a:ext uri="{FF2B5EF4-FFF2-40B4-BE49-F238E27FC236}">
                <a16:creationId xmlns:a16="http://schemas.microsoft.com/office/drawing/2014/main" id="{DA0C316F-C9AA-89CD-7826-C68EDA593FEB}"/>
              </a:ext>
            </a:extLst>
          </p:cNvPr>
          <p:cNvSpPr txBox="1"/>
          <p:nvPr/>
        </p:nvSpPr>
        <p:spPr>
          <a:xfrm>
            <a:off x="6962377" y="3204578"/>
            <a:ext cx="1605266" cy="524952"/>
          </a:xfrm>
          <a:prstGeom prst="rect">
            <a:avLst/>
          </a:prstGeom>
          <a:noFill/>
        </p:spPr>
        <p:txBody>
          <a:bodyPr wrap="square" rtlCol="0">
            <a:spAutoFit/>
          </a:bodyPr>
          <a:lstStyle/>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查看动态贺卡</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分享给收件用户</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a:extLst>
              <a:ext uri="{FF2B5EF4-FFF2-40B4-BE49-F238E27FC236}">
                <a16:creationId xmlns:a16="http://schemas.microsoft.com/office/drawing/2014/main" id="{64C0AD7C-0994-10E1-1A69-C03343750DB3}"/>
              </a:ext>
            </a:extLst>
          </p:cNvPr>
          <p:cNvSpPr txBox="1"/>
          <p:nvPr/>
        </p:nvSpPr>
        <p:spPr>
          <a:xfrm>
            <a:off x="1273247" y="4778266"/>
            <a:ext cx="342852" cy="1113895"/>
          </a:xfrm>
          <a:prstGeom prst="rect">
            <a:avLst/>
          </a:prstGeom>
          <a:noFill/>
        </p:spPr>
        <p:txBody>
          <a:bodyPr wrap="square" rtlCol="0">
            <a:spAutoFit/>
          </a:bodyPr>
          <a:lstStyle/>
          <a:p>
            <a:pPr>
              <a:lnSpc>
                <a:spcPct val="120000"/>
              </a:lnSpc>
            </a:pPr>
            <a:r>
              <a:rPr lang="zh-CN" alt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收件用户</a:t>
            </a:r>
            <a:endParaRPr lang="en-US" sz="1400" dirty="0">
              <a:solidFill>
                <a:srgbClr val="141A34"/>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a:extLst>
              <a:ext uri="{FF2B5EF4-FFF2-40B4-BE49-F238E27FC236}">
                <a16:creationId xmlns:a16="http://schemas.microsoft.com/office/drawing/2014/main" id="{51E3E2E0-C545-BADD-5403-DE013A213D41}"/>
              </a:ext>
            </a:extLst>
          </p:cNvPr>
          <p:cNvSpPr txBox="1"/>
          <p:nvPr/>
        </p:nvSpPr>
        <p:spPr>
          <a:xfrm>
            <a:off x="5741566" y="4728924"/>
            <a:ext cx="690984"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触点</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文本框 94">
            <a:extLst>
              <a:ext uri="{FF2B5EF4-FFF2-40B4-BE49-F238E27FC236}">
                <a16:creationId xmlns:a16="http://schemas.microsoft.com/office/drawing/2014/main" id="{ABE5DF7D-3D2C-CD23-0813-0C8043DE275B}"/>
              </a:ext>
            </a:extLst>
          </p:cNvPr>
          <p:cNvSpPr txBox="1"/>
          <p:nvPr/>
        </p:nvSpPr>
        <p:spPr>
          <a:xfrm>
            <a:off x="7016434" y="4704147"/>
            <a:ext cx="729772" cy="320729"/>
          </a:xfrm>
          <a:prstGeom prst="rect">
            <a:avLst/>
          </a:prstGeom>
          <a:noFill/>
        </p:spPr>
        <p:txBody>
          <a:bodyPr wrap="square" rtlCol="0">
            <a:spAutoFit/>
          </a:bodyPr>
          <a:lstStyle/>
          <a:p>
            <a:pPr algn="ctr">
              <a:lnSpc>
                <a:spcPct val="120000"/>
              </a:lnSpc>
            </a:pPr>
            <a:r>
              <a:rPr lang="zh-CN" alt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仪式感</a:t>
            </a:r>
            <a:endParaRPr lang="en-US" sz="13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6" name="文本框 95">
            <a:extLst>
              <a:ext uri="{FF2B5EF4-FFF2-40B4-BE49-F238E27FC236}">
                <a16:creationId xmlns:a16="http://schemas.microsoft.com/office/drawing/2014/main" id="{7BDBAA57-F91E-AECC-1480-19AEE2B04BF5}"/>
              </a:ext>
            </a:extLst>
          </p:cNvPr>
          <p:cNvSpPr txBox="1"/>
          <p:nvPr/>
        </p:nvSpPr>
        <p:spPr>
          <a:xfrm>
            <a:off x="5049534" y="5386203"/>
            <a:ext cx="1605266" cy="746551"/>
          </a:xfrm>
          <a:prstGeom prst="rect">
            <a:avLst/>
          </a:prstGeom>
          <a:noFill/>
        </p:spPr>
        <p:txBody>
          <a:bodyPr wrap="square" rtlCol="0">
            <a:spAutoFit/>
          </a:bodyPr>
          <a:lstStyle/>
          <a:p>
            <a:pPr algn="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消息提醒</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收到寄件用户分享</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签收包裹</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a:extLst>
              <a:ext uri="{FF2B5EF4-FFF2-40B4-BE49-F238E27FC236}">
                <a16:creationId xmlns:a16="http://schemas.microsoft.com/office/drawing/2014/main" id="{ED0C45B5-415F-5BA5-A3B4-373A61C58109}"/>
              </a:ext>
            </a:extLst>
          </p:cNvPr>
          <p:cNvSpPr txBox="1"/>
          <p:nvPr/>
        </p:nvSpPr>
        <p:spPr>
          <a:xfrm>
            <a:off x="7043434" y="5192528"/>
            <a:ext cx="1605266" cy="746551"/>
          </a:xfrm>
          <a:prstGeom prst="rect">
            <a:avLst/>
          </a:prstGeom>
          <a:noFill/>
        </p:spPr>
        <p:txBody>
          <a:bodyPr wrap="square" rtlCol="0">
            <a:spAutoFit/>
          </a:bodyPr>
          <a:lstStyle/>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查看动态贺卡</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分享朋友圈</a:t>
            </a:r>
            <a:endParaRPr lang="en-US" altLang="zh-CN"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保存收藏</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9AD5E898-8F49-8FA2-7244-B63D630630F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8A7DEAFA-72D2-C291-4E7F-BC0FE9E683C9}"/>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B7FA8FCB-4158-11D3-3AF8-95E03BCB972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97629035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任意多边形: 形状 22">
            <a:extLst>
              <a:ext uri="{FF2B5EF4-FFF2-40B4-BE49-F238E27FC236}">
                <a16:creationId xmlns:a16="http://schemas.microsoft.com/office/drawing/2014/main" id="{06E6F364-1538-1D16-3143-8D33C407B2D6}"/>
              </a:ext>
            </a:extLst>
          </p:cNvPr>
          <p:cNvSpPr/>
          <p:nvPr/>
        </p:nvSpPr>
        <p:spPr>
          <a:xfrm>
            <a:off x="8982582" y="2632570"/>
            <a:ext cx="2437955" cy="3228340"/>
          </a:xfrm>
          <a:custGeom>
            <a:avLst/>
            <a:gdLst>
              <a:gd name="connsiteX0" fmla="*/ 1219010 w 2437955"/>
              <a:gd name="connsiteY0" fmla="*/ 994740 h 3228340"/>
              <a:gd name="connsiteX1" fmla="*/ 1716342 w 2437955"/>
              <a:gd name="connsiteY1" fmla="*/ 497370 h 3228340"/>
              <a:gd name="connsiteX2" fmla="*/ 1219010 w 2437955"/>
              <a:gd name="connsiteY2" fmla="*/ 0 h 3228340"/>
              <a:gd name="connsiteX3" fmla="*/ 721614 w 2437955"/>
              <a:gd name="connsiteY3" fmla="*/ 497370 h 3228340"/>
              <a:gd name="connsiteX4" fmla="*/ 1219010 w 2437955"/>
              <a:gd name="connsiteY4" fmla="*/ 994740 h 3228340"/>
              <a:gd name="connsiteX5" fmla="*/ 1823657 w 2437955"/>
              <a:gd name="connsiteY5" fmla="*/ 497370 h 3228340"/>
              <a:gd name="connsiteX6" fmla="*/ 1219010 w 2437955"/>
              <a:gd name="connsiteY6" fmla="*/ 1102055 h 3228340"/>
              <a:gd name="connsiteX7" fmla="*/ 614299 w 2437955"/>
              <a:gd name="connsiteY7" fmla="*/ 497370 h 3228340"/>
              <a:gd name="connsiteX8" fmla="*/ 602679 w 2437955"/>
              <a:gd name="connsiteY8" fmla="*/ 485673 h 3228340"/>
              <a:gd name="connsiteX9" fmla="*/ 101600 w 2437955"/>
              <a:gd name="connsiteY9" fmla="*/ 485673 h 3228340"/>
              <a:gd name="connsiteX10" fmla="*/ 0 w 2437955"/>
              <a:gd name="connsiteY10" fmla="*/ 587273 h 3228340"/>
              <a:gd name="connsiteX11" fmla="*/ 0 w 2437955"/>
              <a:gd name="connsiteY11" fmla="*/ 3126740 h 3228340"/>
              <a:gd name="connsiteX12" fmla="*/ 101600 w 2437955"/>
              <a:gd name="connsiteY12" fmla="*/ 3228340 h 3228340"/>
              <a:gd name="connsiteX13" fmla="*/ 2336356 w 2437955"/>
              <a:gd name="connsiteY13" fmla="*/ 3228340 h 3228340"/>
              <a:gd name="connsiteX14" fmla="*/ 2437956 w 2437955"/>
              <a:gd name="connsiteY14" fmla="*/ 3126740 h 3228340"/>
              <a:gd name="connsiteX15" fmla="*/ 2437956 w 2437955"/>
              <a:gd name="connsiteY15" fmla="*/ 587273 h 3228340"/>
              <a:gd name="connsiteX16" fmla="*/ 2336356 w 2437955"/>
              <a:gd name="connsiteY16" fmla="*/ 485673 h 3228340"/>
              <a:gd name="connsiteX17" fmla="*/ 1835277 w 2437955"/>
              <a:gd name="connsiteY17" fmla="*/ 485673 h 3228340"/>
              <a:gd name="connsiteX18" fmla="*/ 1823657 w 2437955"/>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55" h="3228340">
                <a:moveTo>
                  <a:pt x="1219010" y="994740"/>
                </a:moveTo>
                <a:cubicBezTo>
                  <a:pt x="1493648" y="994740"/>
                  <a:pt x="1716342" y="772058"/>
                  <a:pt x="1716342" y="497370"/>
                </a:cubicBezTo>
                <a:cubicBezTo>
                  <a:pt x="1716342" y="222682"/>
                  <a:pt x="1493648" y="0"/>
                  <a:pt x="1219010" y="0"/>
                </a:cubicBezTo>
                <a:cubicBezTo>
                  <a:pt x="944309" y="0"/>
                  <a:pt x="721614" y="222682"/>
                  <a:pt x="721614" y="497370"/>
                </a:cubicBezTo>
                <a:cubicBezTo>
                  <a:pt x="721614" y="772058"/>
                  <a:pt x="944309" y="994740"/>
                  <a:pt x="1219010" y="994740"/>
                </a:cubicBezTo>
                <a:close/>
                <a:moveTo>
                  <a:pt x="1823657" y="497370"/>
                </a:moveTo>
                <a:cubicBezTo>
                  <a:pt x="1823657" y="831329"/>
                  <a:pt x="1552956" y="1102055"/>
                  <a:pt x="1219010" y="1102055"/>
                </a:cubicBezTo>
                <a:cubicBezTo>
                  <a:pt x="885000" y="1102055"/>
                  <a:pt x="614299" y="831329"/>
                  <a:pt x="614299" y="497370"/>
                </a:cubicBezTo>
                <a:cubicBezTo>
                  <a:pt x="614299" y="490944"/>
                  <a:pt x="609156" y="485673"/>
                  <a:pt x="602679" y="485673"/>
                </a:cubicBezTo>
                <a:lnTo>
                  <a:pt x="101600" y="485673"/>
                </a:lnTo>
                <a:cubicBezTo>
                  <a:pt x="45530" y="485673"/>
                  <a:pt x="0" y="531159"/>
                  <a:pt x="0" y="587273"/>
                </a:cubicBezTo>
                <a:lnTo>
                  <a:pt x="0" y="3126740"/>
                </a:lnTo>
                <a:cubicBezTo>
                  <a:pt x="0" y="3182855"/>
                  <a:pt x="45530" y="3228340"/>
                  <a:pt x="101600" y="3228340"/>
                </a:cubicBezTo>
                <a:lnTo>
                  <a:pt x="2336356" y="3228340"/>
                </a:lnTo>
                <a:cubicBezTo>
                  <a:pt x="2392490" y="3228340"/>
                  <a:pt x="2437956" y="3182855"/>
                  <a:pt x="2437956" y="3126740"/>
                </a:cubicBezTo>
                <a:lnTo>
                  <a:pt x="2437956" y="587273"/>
                </a:lnTo>
                <a:cubicBezTo>
                  <a:pt x="2437956" y="531159"/>
                  <a:pt x="2392490" y="485673"/>
                  <a:pt x="2336356" y="485673"/>
                </a:cubicBezTo>
                <a:lnTo>
                  <a:pt x="1835277" y="485673"/>
                </a:lnTo>
                <a:cubicBezTo>
                  <a:pt x="1828864" y="485673"/>
                  <a:pt x="1823657" y="490944"/>
                  <a:pt x="1823657" y="497370"/>
                </a:cubicBezTo>
                <a:close/>
              </a:path>
            </a:pathLst>
          </a:custGeom>
          <a:gradFill flip="none" rotWithShape="1">
            <a:gsLst>
              <a:gs pos="0">
                <a:schemeClr val="accent1">
                  <a:lumMod val="60000"/>
                  <a:lumOff val="40000"/>
                </a:schemeClr>
              </a:gs>
              <a:gs pos="84000">
                <a:schemeClr val="accent1">
                  <a:lumMod val="75000"/>
                </a:schemeClr>
              </a:gs>
            </a:gsLst>
            <a:lin ang="135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CD281A85-B4AF-43F0-B010-3737E787007D}"/>
              </a:ext>
            </a:extLst>
          </p:cNvPr>
          <p:cNvSpPr/>
          <p:nvPr/>
        </p:nvSpPr>
        <p:spPr>
          <a:xfrm>
            <a:off x="773461" y="2632570"/>
            <a:ext cx="2437930" cy="3228340"/>
          </a:xfrm>
          <a:custGeom>
            <a:avLst/>
            <a:gdLst>
              <a:gd name="connsiteX0" fmla="*/ 1218959 w 2437930"/>
              <a:gd name="connsiteY0" fmla="*/ 994740 h 3228340"/>
              <a:gd name="connsiteX1" fmla="*/ 1716335 w 2437930"/>
              <a:gd name="connsiteY1" fmla="*/ 497370 h 3228340"/>
              <a:gd name="connsiteX2" fmla="*/ 1218959 w 2437930"/>
              <a:gd name="connsiteY2" fmla="*/ 0 h 3228340"/>
              <a:gd name="connsiteX3" fmla="*/ 721589 w 2437930"/>
              <a:gd name="connsiteY3" fmla="*/ 497370 h 3228340"/>
              <a:gd name="connsiteX4" fmla="*/ 1218959 w 2437930"/>
              <a:gd name="connsiteY4" fmla="*/ 994740 h 3228340"/>
              <a:gd name="connsiteX5" fmla="*/ 1823657 w 2437930"/>
              <a:gd name="connsiteY5" fmla="*/ 497370 h 3228340"/>
              <a:gd name="connsiteX6" fmla="*/ 1218965 w 2437930"/>
              <a:gd name="connsiteY6" fmla="*/ 1102055 h 3228340"/>
              <a:gd name="connsiteX7" fmla="*/ 614280 w 2437930"/>
              <a:gd name="connsiteY7" fmla="*/ 497370 h 3228340"/>
              <a:gd name="connsiteX8" fmla="*/ 602691 w 2437930"/>
              <a:gd name="connsiteY8" fmla="*/ 485673 h 3228340"/>
              <a:gd name="connsiteX9" fmla="*/ 101600 w 2437930"/>
              <a:gd name="connsiteY9" fmla="*/ 485673 h 3228340"/>
              <a:gd name="connsiteX10" fmla="*/ 0 w 2437930"/>
              <a:gd name="connsiteY10" fmla="*/ 587273 h 3228340"/>
              <a:gd name="connsiteX11" fmla="*/ 0 w 2437930"/>
              <a:gd name="connsiteY11" fmla="*/ 3126740 h 3228340"/>
              <a:gd name="connsiteX12" fmla="*/ 101600 w 2437930"/>
              <a:gd name="connsiteY12" fmla="*/ 3228340 h 3228340"/>
              <a:gd name="connsiteX13" fmla="*/ 2336330 w 2437930"/>
              <a:gd name="connsiteY13" fmla="*/ 3228340 h 3228340"/>
              <a:gd name="connsiteX14" fmla="*/ 2437930 w 2437930"/>
              <a:gd name="connsiteY14" fmla="*/ 3126740 h 3228340"/>
              <a:gd name="connsiteX15" fmla="*/ 2437930 w 2437930"/>
              <a:gd name="connsiteY15" fmla="*/ 587273 h 3228340"/>
              <a:gd name="connsiteX16" fmla="*/ 2336330 w 2437930"/>
              <a:gd name="connsiteY16" fmla="*/ 485673 h 3228340"/>
              <a:gd name="connsiteX17" fmla="*/ 1835245 w 2437930"/>
              <a:gd name="connsiteY17" fmla="*/ 485673 h 3228340"/>
              <a:gd name="connsiteX18" fmla="*/ 1823657 w 2437930"/>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30" h="3228340">
                <a:moveTo>
                  <a:pt x="1218959" y="994740"/>
                </a:moveTo>
                <a:cubicBezTo>
                  <a:pt x="1493653" y="994740"/>
                  <a:pt x="1716335" y="772058"/>
                  <a:pt x="1716335" y="497370"/>
                </a:cubicBezTo>
                <a:cubicBezTo>
                  <a:pt x="1716335" y="222682"/>
                  <a:pt x="1493653" y="0"/>
                  <a:pt x="1218959" y="0"/>
                </a:cubicBezTo>
                <a:cubicBezTo>
                  <a:pt x="944270" y="0"/>
                  <a:pt x="721589" y="222682"/>
                  <a:pt x="721589" y="497370"/>
                </a:cubicBezTo>
                <a:cubicBezTo>
                  <a:pt x="721589" y="772058"/>
                  <a:pt x="944270" y="994740"/>
                  <a:pt x="1218959" y="994740"/>
                </a:cubicBezTo>
                <a:close/>
                <a:moveTo>
                  <a:pt x="1823657" y="497370"/>
                </a:moveTo>
                <a:cubicBezTo>
                  <a:pt x="1823657" y="831329"/>
                  <a:pt x="1552924" y="1102055"/>
                  <a:pt x="1218965" y="1102055"/>
                </a:cubicBezTo>
                <a:cubicBezTo>
                  <a:pt x="885006" y="1102055"/>
                  <a:pt x="614280" y="831329"/>
                  <a:pt x="614280" y="497370"/>
                </a:cubicBezTo>
                <a:cubicBezTo>
                  <a:pt x="614280" y="490944"/>
                  <a:pt x="609117" y="485673"/>
                  <a:pt x="602691" y="485673"/>
                </a:cubicBezTo>
                <a:lnTo>
                  <a:pt x="101600" y="485673"/>
                </a:lnTo>
                <a:cubicBezTo>
                  <a:pt x="45485" y="485673"/>
                  <a:pt x="0" y="531159"/>
                  <a:pt x="0" y="587273"/>
                </a:cubicBezTo>
                <a:lnTo>
                  <a:pt x="0" y="3126740"/>
                </a:lnTo>
                <a:cubicBezTo>
                  <a:pt x="0" y="3182855"/>
                  <a:pt x="45485" y="3228340"/>
                  <a:pt x="101600" y="3228340"/>
                </a:cubicBezTo>
                <a:lnTo>
                  <a:pt x="2336330" y="3228340"/>
                </a:lnTo>
                <a:cubicBezTo>
                  <a:pt x="2392439" y="3228340"/>
                  <a:pt x="2437930" y="3182855"/>
                  <a:pt x="2437930" y="3126740"/>
                </a:cubicBezTo>
                <a:lnTo>
                  <a:pt x="2437930" y="587273"/>
                </a:lnTo>
                <a:cubicBezTo>
                  <a:pt x="2437930" y="531159"/>
                  <a:pt x="2392439" y="485673"/>
                  <a:pt x="2336330" y="485673"/>
                </a:cubicBezTo>
                <a:lnTo>
                  <a:pt x="1835245" y="485673"/>
                </a:lnTo>
                <a:cubicBezTo>
                  <a:pt x="1828819" y="485673"/>
                  <a:pt x="1823657" y="490944"/>
                  <a:pt x="1823657" y="497370"/>
                </a:cubicBezTo>
                <a:close/>
              </a:path>
            </a:pathLst>
          </a:custGeom>
          <a:solidFill>
            <a:srgbClr val="FFFFFF"/>
          </a:solidFill>
          <a:ln w="6350" cap="flat">
            <a:solidFill>
              <a:schemeClr val="accent1">
                <a:lumMod val="100000"/>
              </a:schemeClr>
            </a:solidFill>
            <a:prstDash val="dash"/>
            <a:miter/>
          </a:ln>
          <a:effectLst>
            <a:outerShdw blurRad="546100" dist="38100" dir="5400000" algn="t" rotWithShape="0">
              <a:prstClr val="black">
                <a:alpha val="1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281DD95E-939B-E091-10F1-5DFE6B4CC258}"/>
              </a:ext>
            </a:extLst>
          </p:cNvPr>
          <p:cNvSpPr/>
          <p:nvPr/>
        </p:nvSpPr>
        <p:spPr>
          <a:xfrm>
            <a:off x="3509835" y="2632570"/>
            <a:ext cx="2437936" cy="3228340"/>
          </a:xfrm>
          <a:custGeom>
            <a:avLst/>
            <a:gdLst>
              <a:gd name="connsiteX0" fmla="*/ 1218965 w 2437936"/>
              <a:gd name="connsiteY0" fmla="*/ 994740 h 3228340"/>
              <a:gd name="connsiteX1" fmla="*/ 1716335 w 2437936"/>
              <a:gd name="connsiteY1" fmla="*/ 497370 h 3228340"/>
              <a:gd name="connsiteX2" fmla="*/ 1218965 w 2437936"/>
              <a:gd name="connsiteY2" fmla="*/ 0 h 3228340"/>
              <a:gd name="connsiteX3" fmla="*/ 721595 w 2437936"/>
              <a:gd name="connsiteY3" fmla="*/ 497370 h 3228340"/>
              <a:gd name="connsiteX4" fmla="*/ 1218965 w 2437936"/>
              <a:gd name="connsiteY4" fmla="*/ 994740 h 3228340"/>
              <a:gd name="connsiteX5" fmla="*/ 1823657 w 2437936"/>
              <a:gd name="connsiteY5" fmla="*/ 497370 h 3228340"/>
              <a:gd name="connsiteX6" fmla="*/ 1218971 w 2437936"/>
              <a:gd name="connsiteY6" fmla="*/ 1102055 h 3228340"/>
              <a:gd name="connsiteX7" fmla="*/ 614287 w 2437936"/>
              <a:gd name="connsiteY7" fmla="*/ 497370 h 3228340"/>
              <a:gd name="connsiteX8" fmla="*/ 602698 w 2437936"/>
              <a:gd name="connsiteY8" fmla="*/ 485673 h 3228340"/>
              <a:gd name="connsiteX9" fmla="*/ 101600 w 2437936"/>
              <a:gd name="connsiteY9" fmla="*/ 485673 h 3228340"/>
              <a:gd name="connsiteX10" fmla="*/ 0 w 2437936"/>
              <a:gd name="connsiteY10" fmla="*/ 587273 h 3228340"/>
              <a:gd name="connsiteX11" fmla="*/ 0 w 2437936"/>
              <a:gd name="connsiteY11" fmla="*/ 3126740 h 3228340"/>
              <a:gd name="connsiteX12" fmla="*/ 101600 w 2437936"/>
              <a:gd name="connsiteY12" fmla="*/ 3228340 h 3228340"/>
              <a:gd name="connsiteX13" fmla="*/ 2336337 w 2437936"/>
              <a:gd name="connsiteY13" fmla="*/ 3228340 h 3228340"/>
              <a:gd name="connsiteX14" fmla="*/ 2437937 w 2437936"/>
              <a:gd name="connsiteY14" fmla="*/ 3126740 h 3228340"/>
              <a:gd name="connsiteX15" fmla="*/ 2437937 w 2437936"/>
              <a:gd name="connsiteY15" fmla="*/ 587273 h 3228340"/>
              <a:gd name="connsiteX16" fmla="*/ 2336337 w 2437936"/>
              <a:gd name="connsiteY16" fmla="*/ 485673 h 3228340"/>
              <a:gd name="connsiteX17" fmla="*/ 1835245 w 2437936"/>
              <a:gd name="connsiteY17" fmla="*/ 485673 h 3228340"/>
              <a:gd name="connsiteX18" fmla="*/ 1823657 w 2437936"/>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36" h="3228340">
                <a:moveTo>
                  <a:pt x="1218965" y="994740"/>
                </a:moveTo>
                <a:cubicBezTo>
                  <a:pt x="1493660" y="994740"/>
                  <a:pt x="1716335" y="772058"/>
                  <a:pt x="1716335" y="497370"/>
                </a:cubicBezTo>
                <a:cubicBezTo>
                  <a:pt x="1716335" y="222682"/>
                  <a:pt x="1493660" y="0"/>
                  <a:pt x="1218965" y="0"/>
                </a:cubicBezTo>
                <a:cubicBezTo>
                  <a:pt x="944277" y="0"/>
                  <a:pt x="721595" y="222682"/>
                  <a:pt x="721595" y="497370"/>
                </a:cubicBezTo>
                <a:cubicBezTo>
                  <a:pt x="721595" y="772058"/>
                  <a:pt x="944277" y="994740"/>
                  <a:pt x="1218965" y="994740"/>
                </a:cubicBezTo>
                <a:close/>
                <a:moveTo>
                  <a:pt x="1823657" y="497370"/>
                </a:moveTo>
                <a:cubicBezTo>
                  <a:pt x="1823657" y="831329"/>
                  <a:pt x="1552931" y="1102055"/>
                  <a:pt x="1218971" y="1102055"/>
                </a:cubicBezTo>
                <a:cubicBezTo>
                  <a:pt x="885012" y="1102055"/>
                  <a:pt x="614287" y="831329"/>
                  <a:pt x="614287" y="497370"/>
                </a:cubicBezTo>
                <a:cubicBezTo>
                  <a:pt x="614287" y="490944"/>
                  <a:pt x="609124" y="485673"/>
                  <a:pt x="602698" y="485673"/>
                </a:cubicBezTo>
                <a:lnTo>
                  <a:pt x="101600" y="485673"/>
                </a:lnTo>
                <a:cubicBezTo>
                  <a:pt x="45491" y="485673"/>
                  <a:pt x="0" y="531159"/>
                  <a:pt x="0" y="587273"/>
                </a:cubicBezTo>
                <a:lnTo>
                  <a:pt x="0" y="3126740"/>
                </a:lnTo>
                <a:cubicBezTo>
                  <a:pt x="0" y="3182855"/>
                  <a:pt x="45491" y="3228340"/>
                  <a:pt x="101600" y="3228340"/>
                </a:cubicBezTo>
                <a:lnTo>
                  <a:pt x="2336337" y="3228340"/>
                </a:lnTo>
                <a:cubicBezTo>
                  <a:pt x="2392445" y="3228340"/>
                  <a:pt x="2437937" y="3182855"/>
                  <a:pt x="2437937" y="3126740"/>
                </a:cubicBezTo>
                <a:lnTo>
                  <a:pt x="2437937" y="587273"/>
                </a:lnTo>
                <a:cubicBezTo>
                  <a:pt x="2437937" y="531159"/>
                  <a:pt x="2392445" y="485673"/>
                  <a:pt x="2336337" y="485673"/>
                </a:cubicBezTo>
                <a:lnTo>
                  <a:pt x="1835245" y="485673"/>
                </a:lnTo>
                <a:cubicBezTo>
                  <a:pt x="1828826" y="485673"/>
                  <a:pt x="1823657" y="490944"/>
                  <a:pt x="1823657" y="49737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8D75C0BA-B5DF-7357-592B-133C145A551A}"/>
              </a:ext>
            </a:extLst>
          </p:cNvPr>
          <p:cNvSpPr/>
          <p:nvPr/>
        </p:nvSpPr>
        <p:spPr>
          <a:xfrm>
            <a:off x="6246215" y="2632570"/>
            <a:ext cx="2437917" cy="3228340"/>
          </a:xfrm>
          <a:custGeom>
            <a:avLst/>
            <a:gdLst>
              <a:gd name="connsiteX0" fmla="*/ 1218971 w 2437917"/>
              <a:gd name="connsiteY0" fmla="*/ 994740 h 3228340"/>
              <a:gd name="connsiteX1" fmla="*/ 1716367 w 2437917"/>
              <a:gd name="connsiteY1" fmla="*/ 497370 h 3228340"/>
              <a:gd name="connsiteX2" fmla="*/ 1218971 w 2437917"/>
              <a:gd name="connsiteY2" fmla="*/ 0 h 3228340"/>
              <a:gd name="connsiteX3" fmla="*/ 721576 w 2437917"/>
              <a:gd name="connsiteY3" fmla="*/ 497370 h 3228340"/>
              <a:gd name="connsiteX4" fmla="*/ 1218971 w 2437917"/>
              <a:gd name="connsiteY4" fmla="*/ 994740 h 3228340"/>
              <a:gd name="connsiteX5" fmla="*/ 1823682 w 2437917"/>
              <a:gd name="connsiteY5" fmla="*/ 497370 h 3228340"/>
              <a:gd name="connsiteX6" fmla="*/ 1218971 w 2437917"/>
              <a:gd name="connsiteY6" fmla="*/ 1102055 h 3228340"/>
              <a:gd name="connsiteX7" fmla="*/ 614261 w 2437917"/>
              <a:gd name="connsiteY7" fmla="*/ 497370 h 3228340"/>
              <a:gd name="connsiteX8" fmla="*/ 602704 w 2437917"/>
              <a:gd name="connsiteY8" fmla="*/ 485673 h 3228340"/>
              <a:gd name="connsiteX9" fmla="*/ 101600 w 2437917"/>
              <a:gd name="connsiteY9" fmla="*/ 485673 h 3228340"/>
              <a:gd name="connsiteX10" fmla="*/ 0 w 2437917"/>
              <a:gd name="connsiteY10" fmla="*/ 587273 h 3228340"/>
              <a:gd name="connsiteX11" fmla="*/ 0 w 2437917"/>
              <a:gd name="connsiteY11" fmla="*/ 3126740 h 3228340"/>
              <a:gd name="connsiteX12" fmla="*/ 101600 w 2437917"/>
              <a:gd name="connsiteY12" fmla="*/ 3228340 h 3228340"/>
              <a:gd name="connsiteX13" fmla="*/ 2336317 w 2437917"/>
              <a:gd name="connsiteY13" fmla="*/ 3228340 h 3228340"/>
              <a:gd name="connsiteX14" fmla="*/ 2437917 w 2437917"/>
              <a:gd name="connsiteY14" fmla="*/ 3126740 h 3228340"/>
              <a:gd name="connsiteX15" fmla="*/ 2437917 w 2437917"/>
              <a:gd name="connsiteY15" fmla="*/ 587273 h 3228340"/>
              <a:gd name="connsiteX16" fmla="*/ 2336317 w 2437917"/>
              <a:gd name="connsiteY16" fmla="*/ 485673 h 3228340"/>
              <a:gd name="connsiteX17" fmla="*/ 1835239 w 2437917"/>
              <a:gd name="connsiteY17" fmla="*/ 485673 h 3228340"/>
              <a:gd name="connsiteX18" fmla="*/ 1823682 w 2437917"/>
              <a:gd name="connsiteY18" fmla="*/ 497370 h 322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37917" h="3228340">
                <a:moveTo>
                  <a:pt x="1218971" y="994740"/>
                </a:moveTo>
                <a:cubicBezTo>
                  <a:pt x="1493672" y="994740"/>
                  <a:pt x="1716367" y="772058"/>
                  <a:pt x="1716367" y="497370"/>
                </a:cubicBezTo>
                <a:cubicBezTo>
                  <a:pt x="1716367" y="222682"/>
                  <a:pt x="1493672" y="0"/>
                  <a:pt x="1218971" y="0"/>
                </a:cubicBezTo>
                <a:cubicBezTo>
                  <a:pt x="944270" y="0"/>
                  <a:pt x="721576" y="222682"/>
                  <a:pt x="721576" y="497370"/>
                </a:cubicBezTo>
                <a:cubicBezTo>
                  <a:pt x="721576" y="772058"/>
                  <a:pt x="944270" y="994740"/>
                  <a:pt x="1218971" y="994740"/>
                </a:cubicBezTo>
                <a:close/>
                <a:moveTo>
                  <a:pt x="1823682" y="497370"/>
                </a:moveTo>
                <a:cubicBezTo>
                  <a:pt x="1823682" y="831329"/>
                  <a:pt x="1552918" y="1102055"/>
                  <a:pt x="1218971" y="1102055"/>
                </a:cubicBezTo>
                <a:cubicBezTo>
                  <a:pt x="885025" y="1102055"/>
                  <a:pt x="614261" y="831329"/>
                  <a:pt x="614261" y="497370"/>
                </a:cubicBezTo>
                <a:cubicBezTo>
                  <a:pt x="614261" y="490944"/>
                  <a:pt x="609117" y="485673"/>
                  <a:pt x="602704" y="485673"/>
                </a:cubicBezTo>
                <a:lnTo>
                  <a:pt x="101600" y="485673"/>
                </a:lnTo>
                <a:cubicBezTo>
                  <a:pt x="45491" y="485673"/>
                  <a:pt x="0" y="531159"/>
                  <a:pt x="0" y="587273"/>
                </a:cubicBezTo>
                <a:lnTo>
                  <a:pt x="0" y="3126740"/>
                </a:lnTo>
                <a:cubicBezTo>
                  <a:pt x="0" y="3182855"/>
                  <a:pt x="45491" y="3228340"/>
                  <a:pt x="101600" y="3228340"/>
                </a:cubicBezTo>
                <a:lnTo>
                  <a:pt x="2336317" y="3228340"/>
                </a:lnTo>
                <a:cubicBezTo>
                  <a:pt x="2392452" y="3228340"/>
                  <a:pt x="2437917" y="3182855"/>
                  <a:pt x="2437917" y="3126740"/>
                </a:cubicBezTo>
                <a:lnTo>
                  <a:pt x="2437917" y="587273"/>
                </a:lnTo>
                <a:cubicBezTo>
                  <a:pt x="2437917" y="531159"/>
                  <a:pt x="2392452" y="485673"/>
                  <a:pt x="2336317" y="485673"/>
                </a:cubicBezTo>
                <a:lnTo>
                  <a:pt x="1835239" y="485673"/>
                </a:lnTo>
                <a:cubicBezTo>
                  <a:pt x="1828826" y="485673"/>
                  <a:pt x="1823682" y="490944"/>
                  <a:pt x="1823682" y="497370"/>
                </a:cubicBezTo>
                <a:close/>
              </a:path>
            </a:pathLst>
          </a:custGeom>
          <a:solidFill>
            <a:srgbClr val="FFFFFF"/>
          </a:solidFill>
          <a:ln w="6350" cap="flat">
            <a:solidFill>
              <a:schemeClr val="accent1">
                <a:lumMod val="100000"/>
              </a:schemeClr>
            </a:solidFill>
            <a:prstDash val="dash"/>
            <a:miter/>
          </a:ln>
          <a:effectLst>
            <a:outerShdw blurRad="546100" dist="38100" dir="5400000" algn="t" rotWithShape="0">
              <a:prstClr val="black">
                <a:alpha val="1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文本框 52">
            <a:extLst>
              <a:ext uri="{FF2B5EF4-FFF2-40B4-BE49-F238E27FC236}">
                <a16:creationId xmlns:a16="http://schemas.microsoft.com/office/drawing/2014/main" id="{8B5073FA-2C2E-E060-BC2D-EB5864C42790}"/>
              </a:ext>
            </a:extLst>
          </p:cNvPr>
          <p:cNvSpPr txBox="1"/>
          <p:nvPr/>
        </p:nvSpPr>
        <p:spPr>
          <a:xfrm>
            <a:off x="1700946" y="1655964"/>
            <a:ext cx="8809009" cy="557140"/>
          </a:xfrm>
          <a:prstGeom prst="rect">
            <a:avLst/>
          </a:prstGeom>
          <a:noFill/>
        </p:spPr>
        <p:txBody>
          <a:bodyPr wrap="square" rtlCol="0">
            <a:spAutoFit/>
          </a:bodyPr>
          <a:lstStyle/>
          <a:p>
            <a:pPr algn="ctr">
              <a:lnSpc>
                <a:spcPct val="130000"/>
              </a:lnSpc>
            </a:pP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目前用户主要场景需求是“搜素</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购买</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。我们以用户</a:t>
            </a:r>
            <a:r>
              <a:rPr lang="zh-CN" altLang="en-US" sz="1200" dirty="0">
                <a:solidFill>
                  <a:schemeClr val="accent1">
                    <a:lumMod val="75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目标的强弱 </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特征去规划首页内容</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首页不同板块对应着不同的用户</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通过分析首页用户的特征对首页区域作针对性的规划</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符合用户心智</a:t>
            </a:r>
            <a:r>
              <a:rPr lang="en-US" altLang="zh-CN"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促进首页转化</a:t>
            </a:r>
            <a:endParaRPr lang="en-US" sz="12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a:extLst>
              <a:ext uri="{FF2B5EF4-FFF2-40B4-BE49-F238E27FC236}">
                <a16:creationId xmlns:a16="http://schemas.microsoft.com/office/drawing/2014/main" id="{4DECFCF8-0B7F-D8E4-2058-D967D2EA1061}"/>
              </a:ext>
            </a:extLst>
          </p:cNvPr>
          <p:cNvSpPr txBox="1"/>
          <p:nvPr/>
        </p:nvSpPr>
        <p:spPr>
          <a:xfrm>
            <a:off x="897284" y="3895894"/>
            <a:ext cx="902811" cy="307777"/>
          </a:xfrm>
          <a:prstGeom prst="rect">
            <a:avLst/>
          </a:prstGeom>
          <a:noFill/>
        </p:spPr>
        <p:txBody>
          <a:bodyPr wrap="none" rtlCol="0">
            <a:spAutoFit/>
          </a:bodyPr>
          <a:lstStyle/>
          <a:p>
            <a:r>
              <a:rPr lang="zh-CN" alt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视觉层级</a:t>
            </a:r>
            <a:endParaRPr 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a:extLst>
              <a:ext uri="{FF2B5EF4-FFF2-40B4-BE49-F238E27FC236}">
                <a16:creationId xmlns:a16="http://schemas.microsoft.com/office/drawing/2014/main" id="{A4F028E8-14AE-048B-9D4F-C2390B5C9239}"/>
              </a:ext>
            </a:extLst>
          </p:cNvPr>
          <p:cNvSpPr txBox="1"/>
          <p:nvPr/>
        </p:nvSpPr>
        <p:spPr>
          <a:xfrm>
            <a:off x="897284" y="4220058"/>
            <a:ext cx="2280492" cy="452688"/>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栅格布局控制留白疏密、卡片设计整合同类信息。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文本框 56">
            <a:extLst>
              <a:ext uri="{FF2B5EF4-FFF2-40B4-BE49-F238E27FC236}">
                <a16:creationId xmlns:a16="http://schemas.microsoft.com/office/drawing/2014/main" id="{8F31187D-5E01-7C79-91A7-99E737063584}"/>
              </a:ext>
            </a:extLst>
          </p:cNvPr>
          <p:cNvSpPr txBox="1"/>
          <p:nvPr/>
        </p:nvSpPr>
        <p:spPr>
          <a:xfrm>
            <a:off x="897284" y="4659390"/>
            <a:ext cx="2280492" cy="452688"/>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栅格布局控制留白疏密、卡片设计整合同类信息。</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a:extLst>
              <a:ext uri="{FF2B5EF4-FFF2-40B4-BE49-F238E27FC236}">
                <a16:creationId xmlns:a16="http://schemas.microsoft.com/office/drawing/2014/main" id="{03CCCEB6-947A-E0FA-3DB1-20581E281180}"/>
              </a:ext>
            </a:extLst>
          </p:cNvPr>
          <p:cNvSpPr txBox="1"/>
          <p:nvPr/>
        </p:nvSpPr>
        <p:spPr>
          <a:xfrm>
            <a:off x="897284" y="5162259"/>
            <a:ext cx="902811" cy="307777"/>
          </a:xfrm>
          <a:prstGeom prst="rect">
            <a:avLst/>
          </a:prstGeom>
          <a:noFill/>
        </p:spPr>
        <p:txBody>
          <a:bodyPr wrap="none" rtlCol="0">
            <a:spAutoFit/>
          </a:bodyPr>
          <a:lstStyle/>
          <a:p>
            <a:r>
              <a:rPr lang="zh-CN" alt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文字层级</a:t>
            </a:r>
            <a:endParaRPr 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a:extLst>
              <a:ext uri="{FF2B5EF4-FFF2-40B4-BE49-F238E27FC236}">
                <a16:creationId xmlns:a16="http://schemas.microsoft.com/office/drawing/2014/main" id="{4628CB7C-BF65-1791-8E87-A2FAA640DA75}"/>
              </a:ext>
            </a:extLst>
          </p:cNvPr>
          <p:cNvSpPr txBox="1"/>
          <p:nvPr/>
        </p:nvSpPr>
        <p:spPr>
          <a:xfrm>
            <a:off x="897284" y="5435977"/>
            <a:ext cx="2280492" cy="268215"/>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重要信息加大突出，辅助信息弱化</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a:extLst>
              <a:ext uri="{FF2B5EF4-FFF2-40B4-BE49-F238E27FC236}">
                <a16:creationId xmlns:a16="http://schemas.microsoft.com/office/drawing/2014/main" id="{BF67484B-99FD-4DE0-5C80-A7F20707C4CC}"/>
              </a:ext>
            </a:extLst>
          </p:cNvPr>
          <p:cNvSpPr txBox="1"/>
          <p:nvPr/>
        </p:nvSpPr>
        <p:spPr>
          <a:xfrm>
            <a:off x="3625852" y="3895894"/>
            <a:ext cx="902811" cy="307777"/>
          </a:xfrm>
          <a:prstGeom prst="rect">
            <a:avLst/>
          </a:prstGeom>
          <a:noFill/>
        </p:spPr>
        <p:txBody>
          <a:bodyPr wrap="none" rtlCol="0">
            <a:spAutoFit/>
          </a:bodyPr>
          <a:lstStyle/>
          <a:p>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体验优化</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a:extLst>
              <a:ext uri="{FF2B5EF4-FFF2-40B4-BE49-F238E27FC236}">
                <a16:creationId xmlns:a16="http://schemas.microsoft.com/office/drawing/2014/main" id="{4CAF9A98-DB93-5B97-3913-F139D78902EA}"/>
              </a:ext>
            </a:extLst>
          </p:cNvPr>
          <p:cNvSpPr txBox="1"/>
          <p:nvPr/>
        </p:nvSpPr>
        <p:spPr>
          <a:xfrm>
            <a:off x="3625852" y="4220058"/>
            <a:ext cx="2111283" cy="452688"/>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优化用户体验地图，统一操作路径提高体验一致性和友好性。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a:extLst>
              <a:ext uri="{FF2B5EF4-FFF2-40B4-BE49-F238E27FC236}">
                <a16:creationId xmlns:a16="http://schemas.microsoft.com/office/drawing/2014/main" id="{B717BD39-435E-FE55-EA76-35CFE4A15FF6}"/>
              </a:ext>
            </a:extLst>
          </p:cNvPr>
          <p:cNvSpPr txBox="1"/>
          <p:nvPr/>
        </p:nvSpPr>
        <p:spPr>
          <a:xfrm>
            <a:off x="3625852" y="4631832"/>
            <a:ext cx="2111283" cy="268022"/>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确保信息的显示足够清晰。</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a:extLst>
              <a:ext uri="{FF2B5EF4-FFF2-40B4-BE49-F238E27FC236}">
                <a16:creationId xmlns:a16="http://schemas.microsoft.com/office/drawing/2014/main" id="{31E9AD08-29B1-9AF4-222C-1D35DC2B8B71}"/>
              </a:ext>
            </a:extLst>
          </p:cNvPr>
          <p:cNvSpPr txBox="1"/>
          <p:nvPr/>
        </p:nvSpPr>
        <p:spPr>
          <a:xfrm>
            <a:off x="6332649" y="3895894"/>
            <a:ext cx="902811" cy="307777"/>
          </a:xfrm>
          <a:prstGeom prst="rect">
            <a:avLst/>
          </a:prstGeom>
          <a:noFill/>
        </p:spPr>
        <p:txBody>
          <a:bodyPr wrap="none" rtlCol="0">
            <a:spAutoFit/>
          </a:bodyPr>
          <a:lstStyle/>
          <a:p>
            <a:r>
              <a:rPr lang="zh-CN" alt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品牌统一</a:t>
            </a:r>
            <a:endParaRPr lang="en-US" sz="14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a:extLst>
              <a:ext uri="{FF2B5EF4-FFF2-40B4-BE49-F238E27FC236}">
                <a16:creationId xmlns:a16="http://schemas.microsoft.com/office/drawing/2014/main" id="{7B96A08F-817E-42C9-F8E9-2661210C5C58}"/>
              </a:ext>
            </a:extLst>
          </p:cNvPr>
          <p:cNvSpPr txBox="1"/>
          <p:nvPr/>
        </p:nvSpPr>
        <p:spPr>
          <a:xfrm>
            <a:off x="6332649" y="4220058"/>
            <a:ext cx="2111283" cy="452688"/>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强调品牌色，减少辅助色，明晰色彩层级。</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a:extLst>
              <a:ext uri="{FF2B5EF4-FFF2-40B4-BE49-F238E27FC236}">
                <a16:creationId xmlns:a16="http://schemas.microsoft.com/office/drawing/2014/main" id="{EBB5EE07-F77B-8E18-1D33-4B7D71BA31F5}"/>
              </a:ext>
            </a:extLst>
          </p:cNvPr>
          <p:cNvSpPr txBox="1"/>
          <p:nvPr/>
        </p:nvSpPr>
        <p:spPr>
          <a:xfrm>
            <a:off x="6332649" y="4633850"/>
            <a:ext cx="2111283" cy="268022"/>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提取品牌</a:t>
            </a:r>
            <a:r>
              <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DNA</a:t>
            </a: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，统一图标风格。</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09111350-EF78-BDE7-689B-729D69873807}"/>
              </a:ext>
            </a:extLst>
          </p:cNvPr>
          <p:cNvSpPr txBox="1"/>
          <p:nvPr/>
        </p:nvSpPr>
        <p:spPr>
          <a:xfrm>
            <a:off x="3625852" y="4844384"/>
            <a:ext cx="2111283" cy="268022"/>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微动效的加入，提高产品趣味性。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1A6EA41B-724A-532E-9F48-0358D3BC0267}"/>
              </a:ext>
            </a:extLst>
          </p:cNvPr>
          <p:cNvSpPr txBox="1"/>
          <p:nvPr/>
        </p:nvSpPr>
        <p:spPr>
          <a:xfrm>
            <a:off x="9183432" y="3895894"/>
            <a:ext cx="902811" cy="307777"/>
          </a:xfrm>
          <a:prstGeom prst="rect">
            <a:avLst/>
          </a:prstGeom>
          <a:noFill/>
        </p:spPr>
        <p:txBody>
          <a:bodyPr wrap="none" rtlCol="0">
            <a:spAutoFit/>
          </a:bodyPr>
          <a:lstStyle/>
          <a:p>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体验优化</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FA3FD886-FB41-15E9-D3D7-C95B5990917A}"/>
              </a:ext>
            </a:extLst>
          </p:cNvPr>
          <p:cNvSpPr txBox="1"/>
          <p:nvPr/>
        </p:nvSpPr>
        <p:spPr>
          <a:xfrm>
            <a:off x="9183432" y="4220058"/>
            <a:ext cx="2111283" cy="452688"/>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优化用户体验地图，统一操作路径提高体验一致性和友好性。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31A59ED-CAEE-E249-94B1-B0D37C7746F4}"/>
              </a:ext>
            </a:extLst>
          </p:cNvPr>
          <p:cNvSpPr txBox="1"/>
          <p:nvPr/>
        </p:nvSpPr>
        <p:spPr>
          <a:xfrm>
            <a:off x="9183432" y="4844384"/>
            <a:ext cx="2111283" cy="268022"/>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微动效的加入，提高产品趣味性。</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A4395AC1-151A-BB3A-79CE-011034D64D52}"/>
              </a:ext>
            </a:extLst>
          </p:cNvPr>
          <p:cNvSpPr txBox="1"/>
          <p:nvPr/>
        </p:nvSpPr>
        <p:spPr>
          <a:xfrm>
            <a:off x="9183432" y="4631832"/>
            <a:ext cx="2111283" cy="268022"/>
          </a:xfrm>
          <a:prstGeom prst="rect">
            <a:avLst/>
          </a:prstGeom>
          <a:noFill/>
        </p:spPr>
        <p:txBody>
          <a:bodyPr wrap="square" rtlCol="0">
            <a:spAutoFit/>
          </a:bodyPr>
          <a:lstStyle/>
          <a:p>
            <a:pPr marL="171450" indent="-171450">
              <a:lnSpc>
                <a:spcPct val="120000"/>
              </a:lnSpc>
              <a:buFont typeface="Arial" panose="020B0604020202020204" pitchFamily="34" charset="0"/>
              <a:buChar char="•"/>
            </a:pP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确保信息的显示足够清晰。</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 name="图形 2">
            <a:extLst>
              <a:ext uri="{FF2B5EF4-FFF2-40B4-BE49-F238E27FC236}">
                <a16:creationId xmlns:a16="http://schemas.microsoft.com/office/drawing/2014/main" id="{E767162B-E8C6-841F-CC23-5F317F299C78}"/>
              </a:ext>
            </a:extLst>
          </p:cNvPr>
          <p:cNvGrpSpPr/>
          <p:nvPr/>
        </p:nvGrpSpPr>
        <p:grpSpPr>
          <a:xfrm>
            <a:off x="1856982" y="2953540"/>
            <a:ext cx="280596" cy="380950"/>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9" name="任意多边形: 形状 8">
              <a:extLst>
                <a:ext uri="{FF2B5EF4-FFF2-40B4-BE49-F238E27FC236}">
                  <a16:creationId xmlns:a16="http://schemas.microsoft.com/office/drawing/2014/main" id="{F2F7C384-A327-A7B4-C5FF-C5C3F8E3A27C}"/>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670DD867-6227-C993-02D4-5B3F2F5A5EA7}"/>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27" name="任意多边形: 形状 26">
              <a:extLst>
                <a:ext uri="{FF2B5EF4-FFF2-40B4-BE49-F238E27FC236}">
                  <a16:creationId xmlns:a16="http://schemas.microsoft.com/office/drawing/2014/main" id="{6E17A175-A97B-4628-3321-6C73A7C0A6C4}"/>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28" name="图形 2">
              <a:extLst>
                <a:ext uri="{FF2B5EF4-FFF2-40B4-BE49-F238E27FC236}">
                  <a16:creationId xmlns:a16="http://schemas.microsoft.com/office/drawing/2014/main" id="{4D3DDBCC-78FE-8F30-1A42-6AF5D1BE5814}"/>
                </a:ext>
              </a:extLst>
            </p:cNvPr>
            <p:cNvGrpSpPr/>
            <p:nvPr/>
          </p:nvGrpSpPr>
          <p:grpSpPr>
            <a:xfrm>
              <a:off x="3318475" y="356830"/>
              <a:ext cx="411548" cy="147447"/>
              <a:chOff x="3318475" y="356830"/>
              <a:chExt cx="411548" cy="147447"/>
            </a:xfrm>
            <a:grpFill/>
          </p:grpSpPr>
          <p:sp>
            <p:nvSpPr>
              <p:cNvPr id="29" name="任意多边形: 形状 28">
                <a:extLst>
                  <a:ext uri="{FF2B5EF4-FFF2-40B4-BE49-F238E27FC236}">
                    <a16:creationId xmlns:a16="http://schemas.microsoft.com/office/drawing/2014/main" id="{F42766C7-0AD1-4076-A9EA-932B1523BE61}"/>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31" name="任意多边形: 形状 30">
                <a:extLst>
                  <a:ext uri="{FF2B5EF4-FFF2-40B4-BE49-F238E27FC236}">
                    <a16:creationId xmlns:a16="http://schemas.microsoft.com/office/drawing/2014/main" id="{8949C82F-B82E-75C1-6DC2-F68D8B8E18EF}"/>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34" name="图形 2">
            <a:extLst>
              <a:ext uri="{FF2B5EF4-FFF2-40B4-BE49-F238E27FC236}">
                <a16:creationId xmlns:a16="http://schemas.microsoft.com/office/drawing/2014/main" id="{A2F5C122-2115-7742-4F4D-8C3E841A9D59}"/>
              </a:ext>
            </a:extLst>
          </p:cNvPr>
          <p:cNvGrpSpPr/>
          <p:nvPr/>
        </p:nvGrpSpPr>
        <p:grpSpPr>
          <a:xfrm>
            <a:off x="7179907" y="2993077"/>
            <a:ext cx="564510" cy="315142"/>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36" name="图形 2">
              <a:extLst>
                <a:ext uri="{FF2B5EF4-FFF2-40B4-BE49-F238E27FC236}">
                  <a16:creationId xmlns:a16="http://schemas.microsoft.com/office/drawing/2014/main" id="{EE924184-5B8B-F2D2-33E6-FD7F61F0FB35}"/>
                </a:ext>
              </a:extLst>
            </p:cNvPr>
            <p:cNvGrpSpPr/>
            <p:nvPr/>
          </p:nvGrpSpPr>
          <p:grpSpPr>
            <a:xfrm>
              <a:off x="8040885" y="2227778"/>
              <a:ext cx="850117" cy="687943"/>
              <a:chOff x="8040885" y="2227778"/>
              <a:chExt cx="850117" cy="687943"/>
            </a:xfrm>
            <a:grpFill/>
          </p:grpSpPr>
          <p:sp>
            <p:nvSpPr>
              <p:cNvPr id="39" name="任意多边形: 形状 38">
                <a:extLst>
                  <a:ext uri="{FF2B5EF4-FFF2-40B4-BE49-F238E27FC236}">
                    <a16:creationId xmlns:a16="http://schemas.microsoft.com/office/drawing/2014/main" id="{139CA329-49CB-D772-CA8F-8C226C59A0D5}"/>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40" name="图形 2">
                <a:extLst>
                  <a:ext uri="{FF2B5EF4-FFF2-40B4-BE49-F238E27FC236}">
                    <a16:creationId xmlns:a16="http://schemas.microsoft.com/office/drawing/2014/main" id="{9CA0470F-43D4-AD5F-24DA-F63831AC858C}"/>
                  </a:ext>
                </a:extLst>
              </p:cNvPr>
              <p:cNvGrpSpPr/>
              <p:nvPr/>
            </p:nvGrpSpPr>
            <p:grpSpPr>
              <a:xfrm>
                <a:off x="8058228" y="2720817"/>
                <a:ext cx="815424" cy="87465"/>
                <a:chOff x="8058228" y="2720817"/>
                <a:chExt cx="815424" cy="87465"/>
              </a:xfrm>
              <a:grpFill/>
            </p:grpSpPr>
            <p:sp>
              <p:nvSpPr>
                <p:cNvPr id="70" name="任意多边形: 形状 69">
                  <a:extLst>
                    <a:ext uri="{FF2B5EF4-FFF2-40B4-BE49-F238E27FC236}">
                      <a16:creationId xmlns:a16="http://schemas.microsoft.com/office/drawing/2014/main" id="{4D4DCEF8-18C2-B69A-0D2E-B62282ED9FF0}"/>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71" name="任意多边形: 形状 70">
                  <a:extLst>
                    <a:ext uri="{FF2B5EF4-FFF2-40B4-BE49-F238E27FC236}">
                      <a16:creationId xmlns:a16="http://schemas.microsoft.com/office/drawing/2014/main" id="{8052A3B7-5832-D1B8-5B4A-82D2654A7DF8}"/>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1" name="图形 2">
                <a:extLst>
                  <a:ext uri="{FF2B5EF4-FFF2-40B4-BE49-F238E27FC236}">
                    <a16:creationId xmlns:a16="http://schemas.microsoft.com/office/drawing/2014/main" id="{3E01BE67-2987-F43D-9814-8155258D3D85}"/>
                  </a:ext>
                </a:extLst>
              </p:cNvPr>
              <p:cNvGrpSpPr/>
              <p:nvPr/>
            </p:nvGrpSpPr>
            <p:grpSpPr>
              <a:xfrm>
                <a:off x="8375359" y="2800112"/>
                <a:ext cx="181153" cy="98266"/>
                <a:chOff x="8375359" y="2800112"/>
                <a:chExt cx="181153" cy="98266"/>
              </a:xfrm>
              <a:grpFill/>
            </p:grpSpPr>
            <p:sp>
              <p:nvSpPr>
                <p:cNvPr id="68" name="任意多边形: 形状 67">
                  <a:extLst>
                    <a:ext uri="{FF2B5EF4-FFF2-40B4-BE49-F238E27FC236}">
                      <a16:creationId xmlns:a16="http://schemas.microsoft.com/office/drawing/2014/main" id="{8220056B-A759-A2BE-6BA2-D8986F522932}"/>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69" name="任意多边形: 形状 68">
                  <a:extLst>
                    <a:ext uri="{FF2B5EF4-FFF2-40B4-BE49-F238E27FC236}">
                      <a16:creationId xmlns:a16="http://schemas.microsoft.com/office/drawing/2014/main" id="{261C7A65-95E5-C81F-2E39-0FC359B807AB}"/>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67" name="任意多边形: 形状 66">
                <a:extLst>
                  <a:ext uri="{FF2B5EF4-FFF2-40B4-BE49-F238E27FC236}">
                    <a16:creationId xmlns:a16="http://schemas.microsoft.com/office/drawing/2014/main" id="{BB7043BD-9C6B-8DE6-CFF4-F51BDB51CBA2}"/>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37" name="任意多边形: 形状 36">
              <a:extLst>
                <a:ext uri="{FF2B5EF4-FFF2-40B4-BE49-F238E27FC236}">
                  <a16:creationId xmlns:a16="http://schemas.microsoft.com/office/drawing/2014/main" id="{CC2388B6-0CB7-217C-F667-883A765DE26A}"/>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grpSp>
        <p:nvGrpSpPr>
          <p:cNvPr id="72" name="图形 2">
            <a:extLst>
              <a:ext uri="{FF2B5EF4-FFF2-40B4-BE49-F238E27FC236}">
                <a16:creationId xmlns:a16="http://schemas.microsoft.com/office/drawing/2014/main" id="{91295DB8-3EE4-D47C-B92C-375DF9CDAE59}"/>
              </a:ext>
            </a:extLst>
          </p:cNvPr>
          <p:cNvGrpSpPr/>
          <p:nvPr/>
        </p:nvGrpSpPr>
        <p:grpSpPr>
          <a:xfrm>
            <a:off x="4458941" y="2954077"/>
            <a:ext cx="524794" cy="361480"/>
            <a:chOff x="4665944" y="2166485"/>
            <a:chExt cx="1145603" cy="789098"/>
          </a:xfrm>
          <a:solidFill>
            <a:schemeClr val="bg1"/>
          </a:solidFill>
        </p:grpSpPr>
        <p:sp>
          <p:nvSpPr>
            <p:cNvPr id="73" name="任意多边形: 形状 72">
              <a:extLst>
                <a:ext uri="{FF2B5EF4-FFF2-40B4-BE49-F238E27FC236}">
                  <a16:creationId xmlns:a16="http://schemas.microsoft.com/office/drawing/2014/main" id="{714FB061-0EBC-8A4E-EF45-0F4D67F9A998}"/>
                </a:ext>
              </a:extLst>
            </p:cNvPr>
            <p:cNvSpPr/>
            <p:nvPr/>
          </p:nvSpPr>
          <p:spPr>
            <a:xfrm>
              <a:off x="4774446" y="2166485"/>
              <a:ext cx="928624"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74" name="任意多边形: 形状 73">
              <a:extLst>
                <a:ext uri="{FF2B5EF4-FFF2-40B4-BE49-F238E27FC236}">
                  <a16:creationId xmlns:a16="http://schemas.microsoft.com/office/drawing/2014/main" id="{54C77F58-9871-B131-9DAA-8979CBC7FC6E}"/>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75" name="任意多边形: 形状 74">
              <a:extLst>
                <a:ext uri="{FF2B5EF4-FFF2-40B4-BE49-F238E27FC236}">
                  <a16:creationId xmlns:a16="http://schemas.microsoft.com/office/drawing/2014/main" id="{3754B2EC-F59A-D395-CB3E-417145AE6815}"/>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76" name="图形 2">
              <a:extLst>
                <a:ext uri="{FF2B5EF4-FFF2-40B4-BE49-F238E27FC236}">
                  <a16:creationId xmlns:a16="http://schemas.microsoft.com/office/drawing/2014/main" id="{2C0CEF55-DB85-BEF5-19A8-7E3A0E2E9EB6}"/>
                </a:ext>
              </a:extLst>
            </p:cNvPr>
            <p:cNvGrpSpPr/>
            <p:nvPr/>
          </p:nvGrpSpPr>
          <p:grpSpPr>
            <a:xfrm>
              <a:off x="5372739" y="2423233"/>
              <a:ext cx="133924" cy="191216"/>
              <a:chOff x="5372739" y="2423233"/>
              <a:chExt cx="133924" cy="191216"/>
            </a:xfrm>
            <a:grpFill/>
          </p:grpSpPr>
          <p:sp>
            <p:nvSpPr>
              <p:cNvPr id="77" name="任意多边形: 形状 76">
                <a:extLst>
                  <a:ext uri="{FF2B5EF4-FFF2-40B4-BE49-F238E27FC236}">
                    <a16:creationId xmlns:a16="http://schemas.microsoft.com/office/drawing/2014/main" id="{19825CC8-9515-E766-EA7B-94D9F9CD5E14}"/>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78" name="任意多边形: 形状 77">
                <a:extLst>
                  <a:ext uri="{FF2B5EF4-FFF2-40B4-BE49-F238E27FC236}">
                    <a16:creationId xmlns:a16="http://schemas.microsoft.com/office/drawing/2014/main" id="{062301D4-9BD5-A5E0-2314-C9E5BC051AF6}"/>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grpSp>
        <p:nvGrpSpPr>
          <p:cNvPr id="79" name="图形 2">
            <a:extLst>
              <a:ext uri="{FF2B5EF4-FFF2-40B4-BE49-F238E27FC236}">
                <a16:creationId xmlns:a16="http://schemas.microsoft.com/office/drawing/2014/main" id="{8647D570-E9E2-C873-E467-772C327A4E54}"/>
              </a:ext>
            </a:extLst>
          </p:cNvPr>
          <p:cNvGrpSpPr/>
          <p:nvPr/>
        </p:nvGrpSpPr>
        <p:grpSpPr>
          <a:xfrm>
            <a:off x="9981064" y="2938773"/>
            <a:ext cx="440990" cy="431974"/>
            <a:chOff x="3032205" y="3825135"/>
            <a:chExt cx="962654" cy="942975"/>
          </a:xfrm>
          <a:solidFill>
            <a:schemeClr val="bg1"/>
          </a:solidFill>
        </p:grpSpPr>
        <p:sp>
          <p:nvSpPr>
            <p:cNvPr id="80" name="任意多边形: 形状 79">
              <a:extLst>
                <a:ext uri="{FF2B5EF4-FFF2-40B4-BE49-F238E27FC236}">
                  <a16:creationId xmlns:a16="http://schemas.microsoft.com/office/drawing/2014/main" id="{C6850A48-0931-7F87-3D2C-C884EFBDF416}"/>
                </a:ext>
              </a:extLst>
            </p:cNvPr>
            <p:cNvSpPr/>
            <p:nvPr/>
          </p:nvSpPr>
          <p:spPr>
            <a:xfrm>
              <a:off x="3032205" y="3825135"/>
              <a:ext cx="942975" cy="942975"/>
            </a:xfrm>
            <a:custGeom>
              <a:avLst/>
              <a:gdLst>
                <a:gd name="connsiteX0" fmla="*/ 921544 w 942975"/>
                <a:gd name="connsiteY0" fmla="*/ 942975 h 942975"/>
                <a:gd name="connsiteX1" fmla="*/ 21431 w 942975"/>
                <a:gd name="connsiteY1" fmla="*/ 942975 h 942975"/>
                <a:gd name="connsiteX2" fmla="*/ 0 w 942975"/>
                <a:gd name="connsiteY2" fmla="*/ 921544 h 942975"/>
                <a:gd name="connsiteX3" fmla="*/ 0 w 942975"/>
                <a:gd name="connsiteY3" fmla="*/ 21431 h 942975"/>
                <a:gd name="connsiteX4" fmla="*/ 21431 w 942975"/>
                <a:gd name="connsiteY4" fmla="*/ 0 h 942975"/>
                <a:gd name="connsiteX5" fmla="*/ 42863 w 942975"/>
                <a:gd name="connsiteY5" fmla="*/ 21431 h 942975"/>
                <a:gd name="connsiteX6" fmla="*/ 42863 w 942975"/>
                <a:gd name="connsiteY6" fmla="*/ 900113 h 942975"/>
                <a:gd name="connsiteX7" fmla="*/ 921544 w 942975"/>
                <a:gd name="connsiteY7" fmla="*/ 900113 h 942975"/>
                <a:gd name="connsiteX8" fmla="*/ 942975 w 942975"/>
                <a:gd name="connsiteY8" fmla="*/ 921544 h 942975"/>
                <a:gd name="connsiteX9" fmla="*/ 921544 w 942975"/>
                <a:gd name="connsiteY9"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2975" h="942975">
                  <a:moveTo>
                    <a:pt x="921544" y="942975"/>
                  </a:moveTo>
                  <a:lnTo>
                    <a:pt x="21431" y="942975"/>
                  </a:lnTo>
                  <a:cubicBezTo>
                    <a:pt x="9593" y="942975"/>
                    <a:pt x="0" y="933383"/>
                    <a:pt x="0" y="921544"/>
                  </a:cubicBezTo>
                  <a:lnTo>
                    <a:pt x="0" y="21431"/>
                  </a:lnTo>
                  <a:cubicBezTo>
                    <a:pt x="0" y="9593"/>
                    <a:pt x="9593" y="0"/>
                    <a:pt x="21431" y="0"/>
                  </a:cubicBezTo>
                  <a:cubicBezTo>
                    <a:pt x="33270" y="0"/>
                    <a:pt x="42863" y="9593"/>
                    <a:pt x="42863" y="21431"/>
                  </a:cubicBezTo>
                  <a:lnTo>
                    <a:pt x="42863" y="900113"/>
                  </a:lnTo>
                  <a:lnTo>
                    <a:pt x="921544" y="900113"/>
                  </a:lnTo>
                  <a:cubicBezTo>
                    <a:pt x="933382" y="900113"/>
                    <a:pt x="942975" y="909705"/>
                    <a:pt x="942975" y="921544"/>
                  </a:cubicBezTo>
                  <a:cubicBezTo>
                    <a:pt x="942975" y="933383"/>
                    <a:pt x="933382" y="942975"/>
                    <a:pt x="921544" y="942975"/>
                  </a:cubicBezTo>
                  <a:close/>
                </a:path>
              </a:pathLst>
            </a:custGeom>
            <a:grpFill/>
            <a:ln w="8572" cap="flat">
              <a:noFill/>
              <a:prstDash val="solid"/>
              <a:miter/>
            </a:ln>
          </p:spPr>
          <p:txBody>
            <a:bodyPr rtlCol="0" anchor="ctr"/>
            <a:lstStyle/>
            <a:p>
              <a:endParaRPr lang="zh-CN" altLang="en-US"/>
            </a:p>
          </p:txBody>
        </p:sp>
        <p:grpSp>
          <p:nvGrpSpPr>
            <p:cNvPr id="81" name="图形 2">
              <a:extLst>
                <a:ext uri="{FF2B5EF4-FFF2-40B4-BE49-F238E27FC236}">
                  <a16:creationId xmlns:a16="http://schemas.microsoft.com/office/drawing/2014/main" id="{F91921FA-3E36-FA4F-6178-6DCCB0AD18AD}"/>
                </a:ext>
              </a:extLst>
            </p:cNvPr>
            <p:cNvGrpSpPr/>
            <p:nvPr/>
          </p:nvGrpSpPr>
          <p:grpSpPr>
            <a:xfrm>
              <a:off x="3041583" y="3825822"/>
              <a:ext cx="953275" cy="561128"/>
              <a:chOff x="3041583" y="3825822"/>
              <a:chExt cx="953275" cy="561128"/>
            </a:xfrm>
            <a:grpFill/>
          </p:grpSpPr>
          <p:sp>
            <p:nvSpPr>
              <p:cNvPr id="86" name="任意多边形: 形状 85">
                <a:extLst>
                  <a:ext uri="{FF2B5EF4-FFF2-40B4-BE49-F238E27FC236}">
                    <a16:creationId xmlns:a16="http://schemas.microsoft.com/office/drawing/2014/main" id="{75CAC2ED-0797-ADA0-2EDE-92CC169D0889}"/>
                  </a:ext>
                </a:extLst>
              </p:cNvPr>
              <p:cNvSpPr/>
              <p:nvPr/>
            </p:nvSpPr>
            <p:spPr>
              <a:xfrm>
                <a:off x="3041583" y="3932643"/>
                <a:ext cx="856555" cy="454308"/>
              </a:xfrm>
              <a:custGeom>
                <a:avLst/>
                <a:gdLst>
                  <a:gd name="connsiteX0" fmla="*/ 24097 w 856555"/>
                  <a:gd name="connsiteY0" fmla="*/ 454308 h 454308"/>
                  <a:gd name="connsiteX1" fmla="*/ 0 w 856555"/>
                  <a:gd name="connsiteY1" fmla="*/ 418861 h 454308"/>
                  <a:gd name="connsiteX2" fmla="*/ 450476 w 856555"/>
                  <a:gd name="connsiteY2" fmla="*/ 112651 h 454308"/>
                  <a:gd name="connsiteX3" fmla="*/ 485761 w 856555"/>
                  <a:gd name="connsiteY3" fmla="*/ 110517 h 454308"/>
                  <a:gd name="connsiteX4" fmla="*/ 647138 w 856555"/>
                  <a:gd name="connsiteY4" fmla="*/ 193644 h 454308"/>
                  <a:gd name="connsiteX5" fmla="*/ 824983 w 856555"/>
                  <a:gd name="connsiteY5" fmla="*/ 0 h 454308"/>
                  <a:gd name="connsiteX6" fmla="*/ 856556 w 856555"/>
                  <a:gd name="connsiteY6" fmla="*/ 29001 h 454308"/>
                  <a:gd name="connsiteX7" fmla="*/ 674433 w 856555"/>
                  <a:gd name="connsiteY7" fmla="*/ 227300 h 454308"/>
                  <a:gd name="connsiteX8" fmla="*/ 633131 w 856555"/>
                  <a:gd name="connsiteY8" fmla="*/ 234638 h 454308"/>
                  <a:gd name="connsiteX9" fmla="*/ 470493 w 856555"/>
                  <a:gd name="connsiteY9" fmla="*/ 150867 h 454308"/>
                  <a:gd name="connsiteX10" fmla="*/ 24097 w 856555"/>
                  <a:gd name="connsiteY10" fmla="*/ 454308 h 45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6555" h="454308">
                    <a:moveTo>
                      <a:pt x="24097" y="454308"/>
                    </a:moveTo>
                    <a:lnTo>
                      <a:pt x="0" y="418861"/>
                    </a:lnTo>
                    <a:lnTo>
                      <a:pt x="450476" y="112651"/>
                    </a:lnTo>
                    <a:cubicBezTo>
                      <a:pt x="460969" y="105502"/>
                      <a:pt x="474496" y="104696"/>
                      <a:pt x="485761" y="110517"/>
                    </a:cubicBezTo>
                    <a:lnTo>
                      <a:pt x="647138" y="193644"/>
                    </a:lnTo>
                    <a:lnTo>
                      <a:pt x="824983" y="0"/>
                    </a:lnTo>
                    <a:lnTo>
                      <a:pt x="856556" y="29001"/>
                    </a:lnTo>
                    <a:lnTo>
                      <a:pt x="674433" y="227300"/>
                    </a:lnTo>
                    <a:cubicBezTo>
                      <a:pt x="663923" y="238753"/>
                      <a:pt x="646941" y="241770"/>
                      <a:pt x="633131" y="234638"/>
                    </a:cubicBezTo>
                    <a:lnTo>
                      <a:pt x="470493" y="150867"/>
                    </a:lnTo>
                    <a:lnTo>
                      <a:pt x="24097" y="454308"/>
                    </a:lnTo>
                    <a:close/>
                  </a:path>
                </a:pathLst>
              </a:custGeom>
              <a:grpFill/>
              <a:ln w="8572" cap="flat">
                <a:noFill/>
                <a:prstDash val="solid"/>
                <a:miter/>
              </a:ln>
            </p:spPr>
            <p:txBody>
              <a:bodyPr rtlCol="0" anchor="ctr"/>
              <a:lstStyle/>
              <a:p>
                <a:endParaRPr lang="zh-CN" altLang="en-US"/>
              </a:p>
            </p:txBody>
          </p:sp>
          <p:sp>
            <p:nvSpPr>
              <p:cNvPr id="87" name="任意多边形: 形状 86">
                <a:extLst>
                  <a:ext uri="{FF2B5EF4-FFF2-40B4-BE49-F238E27FC236}">
                    <a16:creationId xmlns:a16="http://schemas.microsoft.com/office/drawing/2014/main" id="{AE298D25-891E-2507-9543-21431B70F857}"/>
                  </a:ext>
                </a:extLst>
              </p:cNvPr>
              <p:cNvSpPr/>
              <p:nvPr/>
            </p:nvSpPr>
            <p:spPr>
              <a:xfrm>
                <a:off x="3782472" y="3825822"/>
                <a:ext cx="212387" cy="219175"/>
              </a:xfrm>
              <a:custGeom>
                <a:avLst/>
                <a:gdLst>
                  <a:gd name="connsiteX0" fmla="*/ 211533 w 212387"/>
                  <a:gd name="connsiteY0" fmla="*/ 17752 h 219175"/>
                  <a:gd name="connsiteX1" fmla="*/ 140047 w 212387"/>
                  <a:gd name="connsiteY1" fmla="*/ 210599 h 219175"/>
                  <a:gd name="connsiteX2" fmla="*/ 115178 w 212387"/>
                  <a:gd name="connsiteY2" fmla="*/ 209939 h 219175"/>
                  <a:gd name="connsiteX3" fmla="*/ 92976 w 212387"/>
                  <a:gd name="connsiteY3" fmla="*/ 138615 h 219175"/>
                  <a:gd name="connsiteX4" fmla="*/ 83254 w 212387"/>
                  <a:gd name="connsiteY4" fmla="*/ 129683 h 219175"/>
                  <a:gd name="connsiteX5" fmla="*/ 10320 w 212387"/>
                  <a:gd name="connsiteY5" fmla="*/ 113627 h 219175"/>
                  <a:gd name="connsiteX6" fmla="*/ 7551 w 212387"/>
                  <a:gd name="connsiteY6" fmla="*/ 88904 h 219175"/>
                  <a:gd name="connsiteX7" fmla="*/ 193617 w 212387"/>
                  <a:gd name="connsiteY7" fmla="*/ 1293 h 219175"/>
                  <a:gd name="connsiteX8" fmla="*/ 211533 w 212387"/>
                  <a:gd name="connsiteY8" fmla="*/ 17752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387" h="219175">
                    <a:moveTo>
                      <a:pt x="211533" y="17752"/>
                    </a:moveTo>
                    <a:lnTo>
                      <a:pt x="140047" y="210599"/>
                    </a:lnTo>
                    <a:cubicBezTo>
                      <a:pt x="135692" y="222360"/>
                      <a:pt x="118907" y="221915"/>
                      <a:pt x="115178" y="209939"/>
                    </a:cubicBezTo>
                    <a:lnTo>
                      <a:pt x="92976" y="138615"/>
                    </a:lnTo>
                    <a:cubicBezTo>
                      <a:pt x="91570" y="134106"/>
                      <a:pt x="87866" y="130703"/>
                      <a:pt x="83254" y="129683"/>
                    </a:cubicBezTo>
                    <a:lnTo>
                      <a:pt x="10320" y="113627"/>
                    </a:lnTo>
                    <a:cubicBezTo>
                      <a:pt x="-1930" y="110935"/>
                      <a:pt x="-3799" y="94244"/>
                      <a:pt x="7551" y="88904"/>
                    </a:cubicBezTo>
                    <a:lnTo>
                      <a:pt x="193617" y="1293"/>
                    </a:lnTo>
                    <a:cubicBezTo>
                      <a:pt x="204264" y="-3722"/>
                      <a:pt x="215622" y="6719"/>
                      <a:pt x="211533" y="17752"/>
                    </a:cubicBezTo>
                    <a:close/>
                  </a:path>
                </a:pathLst>
              </a:custGeom>
              <a:grpFill/>
              <a:ln w="8572" cap="flat">
                <a:noFill/>
                <a:prstDash val="solid"/>
                <a:miter/>
              </a:ln>
            </p:spPr>
            <p:txBody>
              <a:bodyPr rtlCol="0" anchor="ctr"/>
              <a:lstStyle/>
              <a:p>
                <a:endParaRPr lang="zh-CN" altLang="en-US"/>
              </a:p>
            </p:txBody>
          </p:sp>
        </p:grpSp>
        <p:sp>
          <p:nvSpPr>
            <p:cNvPr id="82" name="任意多边形: 形状 81">
              <a:extLst>
                <a:ext uri="{FF2B5EF4-FFF2-40B4-BE49-F238E27FC236}">
                  <a16:creationId xmlns:a16="http://schemas.microsoft.com/office/drawing/2014/main" id="{D90CCC1E-65D9-0EA0-7446-3DF130CE03E0}"/>
                </a:ext>
              </a:extLst>
            </p:cNvPr>
            <p:cNvSpPr/>
            <p:nvPr/>
          </p:nvSpPr>
          <p:spPr>
            <a:xfrm>
              <a:off x="3170531" y="4323060"/>
              <a:ext cx="120537" cy="330109"/>
            </a:xfrm>
            <a:custGeom>
              <a:avLst/>
              <a:gdLst>
                <a:gd name="connsiteX0" fmla="*/ 0 w 120537"/>
                <a:gd name="connsiteY0" fmla="*/ 81936 h 330109"/>
                <a:gd name="connsiteX1" fmla="*/ 0 w 120537"/>
                <a:gd name="connsiteY1" fmla="*/ 330110 h 330109"/>
                <a:gd name="connsiteX2" fmla="*/ 120538 w 120537"/>
                <a:gd name="connsiteY2" fmla="*/ 330110 h 330109"/>
                <a:gd name="connsiteX3" fmla="*/ 120538 w 120537"/>
                <a:gd name="connsiteY3" fmla="*/ 0 h 330109"/>
              </a:gdLst>
              <a:ahLst/>
              <a:cxnLst>
                <a:cxn ang="0">
                  <a:pos x="connsiteX0" y="connsiteY0"/>
                </a:cxn>
                <a:cxn ang="0">
                  <a:pos x="connsiteX1" y="connsiteY1"/>
                </a:cxn>
                <a:cxn ang="0">
                  <a:pos x="connsiteX2" y="connsiteY2"/>
                </a:cxn>
                <a:cxn ang="0">
                  <a:pos x="connsiteX3" y="connsiteY3"/>
                </a:cxn>
              </a:cxnLst>
              <a:rect l="l" t="t" r="r" b="b"/>
              <a:pathLst>
                <a:path w="120537" h="330109">
                  <a:moveTo>
                    <a:pt x="0" y="81936"/>
                  </a:moveTo>
                  <a:lnTo>
                    <a:pt x="0" y="330110"/>
                  </a:lnTo>
                  <a:lnTo>
                    <a:pt x="120538" y="330110"/>
                  </a:lnTo>
                  <a:lnTo>
                    <a:pt x="120538" y="0"/>
                  </a:lnTo>
                  <a:close/>
                </a:path>
              </a:pathLst>
            </a:custGeom>
            <a:grpFill/>
            <a:ln w="8572" cap="flat">
              <a:noFill/>
              <a:prstDash val="solid"/>
              <a:miter/>
            </a:ln>
          </p:spPr>
          <p:txBody>
            <a:bodyPr rtlCol="0" anchor="ctr"/>
            <a:lstStyle/>
            <a:p>
              <a:endParaRPr lang="zh-CN" altLang="en-US"/>
            </a:p>
          </p:txBody>
        </p:sp>
        <p:sp>
          <p:nvSpPr>
            <p:cNvPr id="83" name="任意多边形: 形状 82">
              <a:extLst>
                <a:ext uri="{FF2B5EF4-FFF2-40B4-BE49-F238E27FC236}">
                  <a16:creationId xmlns:a16="http://schemas.microsoft.com/office/drawing/2014/main" id="{C9BCDF79-2865-0D0A-8E97-FE4282446635}"/>
                </a:ext>
              </a:extLst>
            </p:cNvPr>
            <p:cNvSpPr/>
            <p:nvPr/>
          </p:nvSpPr>
          <p:spPr>
            <a:xfrm>
              <a:off x="3353417" y="4198750"/>
              <a:ext cx="120537" cy="454419"/>
            </a:xfrm>
            <a:custGeom>
              <a:avLst/>
              <a:gdLst>
                <a:gd name="connsiteX0" fmla="*/ 0 w 120537"/>
                <a:gd name="connsiteY0" fmla="*/ 81936 h 454419"/>
                <a:gd name="connsiteX1" fmla="*/ 0 w 120537"/>
                <a:gd name="connsiteY1" fmla="*/ 454420 h 454419"/>
                <a:gd name="connsiteX2" fmla="*/ 120538 w 120537"/>
                <a:gd name="connsiteY2" fmla="*/ 454420 h 454419"/>
                <a:gd name="connsiteX3" fmla="*/ 120538 w 120537"/>
                <a:gd name="connsiteY3" fmla="*/ 0 h 454419"/>
              </a:gdLst>
              <a:ahLst/>
              <a:cxnLst>
                <a:cxn ang="0">
                  <a:pos x="connsiteX0" y="connsiteY0"/>
                </a:cxn>
                <a:cxn ang="0">
                  <a:pos x="connsiteX1" y="connsiteY1"/>
                </a:cxn>
                <a:cxn ang="0">
                  <a:pos x="connsiteX2" y="connsiteY2"/>
                </a:cxn>
                <a:cxn ang="0">
                  <a:pos x="connsiteX3" y="connsiteY3"/>
                </a:cxn>
              </a:cxnLst>
              <a:rect l="l" t="t" r="r" b="b"/>
              <a:pathLst>
                <a:path w="120537" h="454419">
                  <a:moveTo>
                    <a:pt x="0" y="81936"/>
                  </a:moveTo>
                  <a:lnTo>
                    <a:pt x="0" y="454420"/>
                  </a:lnTo>
                  <a:lnTo>
                    <a:pt x="120538" y="454420"/>
                  </a:lnTo>
                  <a:lnTo>
                    <a:pt x="120538" y="0"/>
                  </a:lnTo>
                  <a:close/>
                </a:path>
              </a:pathLst>
            </a:custGeom>
            <a:grpFill/>
            <a:ln w="8572" cap="flat">
              <a:noFill/>
              <a:prstDash val="solid"/>
              <a:miter/>
            </a:ln>
          </p:spPr>
          <p:txBody>
            <a:bodyPr rtlCol="0" anchor="ctr"/>
            <a:lstStyle/>
            <a:p>
              <a:endParaRPr lang="zh-CN" altLang="en-US"/>
            </a:p>
          </p:txBody>
        </p:sp>
        <p:sp>
          <p:nvSpPr>
            <p:cNvPr id="84" name="任意多边形: 形状 83">
              <a:extLst>
                <a:ext uri="{FF2B5EF4-FFF2-40B4-BE49-F238E27FC236}">
                  <a16:creationId xmlns:a16="http://schemas.microsoft.com/office/drawing/2014/main" id="{31631D40-5E71-0C75-3F4E-FA08DE27AC78}"/>
                </a:ext>
              </a:extLst>
            </p:cNvPr>
            <p:cNvSpPr/>
            <p:nvPr/>
          </p:nvSpPr>
          <p:spPr>
            <a:xfrm>
              <a:off x="3536294" y="4183851"/>
              <a:ext cx="120537" cy="469318"/>
            </a:xfrm>
            <a:custGeom>
              <a:avLst/>
              <a:gdLst>
                <a:gd name="connsiteX0" fmla="*/ 0 w 120537"/>
                <a:gd name="connsiteY0" fmla="*/ 0 h 469318"/>
                <a:gd name="connsiteX1" fmla="*/ 0 w 120537"/>
                <a:gd name="connsiteY1" fmla="*/ 469319 h 469318"/>
                <a:gd name="connsiteX2" fmla="*/ 120538 w 120537"/>
                <a:gd name="connsiteY2" fmla="*/ 469319 h 469318"/>
                <a:gd name="connsiteX3" fmla="*/ 120538 w 120537"/>
                <a:gd name="connsiteY3" fmla="*/ 62091 h 469318"/>
              </a:gdLst>
              <a:ahLst/>
              <a:cxnLst>
                <a:cxn ang="0">
                  <a:pos x="connsiteX0" y="connsiteY0"/>
                </a:cxn>
                <a:cxn ang="0">
                  <a:pos x="connsiteX1" y="connsiteY1"/>
                </a:cxn>
                <a:cxn ang="0">
                  <a:pos x="connsiteX2" y="connsiteY2"/>
                </a:cxn>
                <a:cxn ang="0">
                  <a:pos x="connsiteX3" y="connsiteY3"/>
                </a:cxn>
              </a:cxnLst>
              <a:rect l="l" t="t" r="r" b="b"/>
              <a:pathLst>
                <a:path w="120537" h="469318">
                  <a:moveTo>
                    <a:pt x="0" y="0"/>
                  </a:moveTo>
                  <a:lnTo>
                    <a:pt x="0" y="469319"/>
                  </a:lnTo>
                  <a:lnTo>
                    <a:pt x="120538" y="469319"/>
                  </a:lnTo>
                  <a:lnTo>
                    <a:pt x="120538" y="62091"/>
                  </a:lnTo>
                  <a:close/>
                </a:path>
              </a:pathLst>
            </a:custGeom>
            <a:grpFill/>
            <a:ln w="8572" cap="flat">
              <a:noFill/>
              <a:prstDash val="solid"/>
              <a:miter/>
            </a:ln>
          </p:spPr>
          <p:txBody>
            <a:bodyPr rtlCol="0" anchor="ctr"/>
            <a:lstStyle/>
            <a:p>
              <a:endParaRPr lang="zh-CN" altLang="en-US"/>
            </a:p>
          </p:txBody>
        </p:sp>
        <p:sp>
          <p:nvSpPr>
            <p:cNvPr id="85" name="任意多边形: 形状 84">
              <a:extLst>
                <a:ext uri="{FF2B5EF4-FFF2-40B4-BE49-F238E27FC236}">
                  <a16:creationId xmlns:a16="http://schemas.microsoft.com/office/drawing/2014/main" id="{B80FA38B-9EB0-4F48-FCC0-4B4730C42AB4}"/>
                </a:ext>
              </a:extLst>
            </p:cNvPr>
            <p:cNvSpPr/>
            <p:nvPr/>
          </p:nvSpPr>
          <p:spPr>
            <a:xfrm>
              <a:off x="3719171" y="4119197"/>
              <a:ext cx="120537" cy="533972"/>
            </a:xfrm>
            <a:custGeom>
              <a:avLst/>
              <a:gdLst>
                <a:gd name="connsiteX0" fmla="*/ 0 w 120537"/>
                <a:gd name="connsiteY0" fmla="*/ 131245 h 533972"/>
                <a:gd name="connsiteX1" fmla="*/ 0 w 120537"/>
                <a:gd name="connsiteY1" fmla="*/ 533972 h 533972"/>
                <a:gd name="connsiteX2" fmla="*/ 120538 w 120537"/>
                <a:gd name="connsiteY2" fmla="*/ 533972 h 533972"/>
                <a:gd name="connsiteX3" fmla="*/ 120538 w 120537"/>
                <a:gd name="connsiteY3" fmla="*/ 0 h 533972"/>
              </a:gdLst>
              <a:ahLst/>
              <a:cxnLst>
                <a:cxn ang="0">
                  <a:pos x="connsiteX0" y="connsiteY0"/>
                </a:cxn>
                <a:cxn ang="0">
                  <a:pos x="connsiteX1" y="connsiteY1"/>
                </a:cxn>
                <a:cxn ang="0">
                  <a:pos x="connsiteX2" y="connsiteY2"/>
                </a:cxn>
                <a:cxn ang="0">
                  <a:pos x="connsiteX3" y="connsiteY3"/>
                </a:cxn>
              </a:cxnLst>
              <a:rect l="l" t="t" r="r" b="b"/>
              <a:pathLst>
                <a:path w="120537" h="533972">
                  <a:moveTo>
                    <a:pt x="0" y="131245"/>
                  </a:moveTo>
                  <a:lnTo>
                    <a:pt x="0" y="533972"/>
                  </a:lnTo>
                  <a:lnTo>
                    <a:pt x="120538" y="533972"/>
                  </a:lnTo>
                  <a:lnTo>
                    <a:pt x="120538" y="0"/>
                  </a:lnTo>
                  <a:close/>
                </a:path>
              </a:pathLst>
            </a:custGeom>
            <a:grpFill/>
            <a:ln w="8572" cap="flat">
              <a:noFill/>
              <a:prstDash val="solid"/>
              <a:miter/>
            </a:ln>
          </p:spPr>
          <p:txBody>
            <a:bodyPr rtlCol="0" anchor="ctr"/>
            <a:lstStyle/>
            <a:p>
              <a:endParaRPr lang="zh-CN" altLang="en-US"/>
            </a:p>
          </p:txBody>
        </p:sp>
      </p:grpSp>
      <p:sp>
        <p:nvSpPr>
          <p:cNvPr id="6" name="文本框 5">
            <a:extLst>
              <a:ext uri="{FF2B5EF4-FFF2-40B4-BE49-F238E27FC236}">
                <a16:creationId xmlns:a16="http://schemas.microsoft.com/office/drawing/2014/main" id="{91A9BC86-3AC3-ED82-2FD9-10E81E240439}"/>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7" name="矩形 6">
            <a:extLst>
              <a:ext uri="{FF2B5EF4-FFF2-40B4-BE49-F238E27FC236}">
                <a16:creationId xmlns:a16="http://schemas.microsoft.com/office/drawing/2014/main" id="{41E9C790-FFFB-11F4-63A8-9BD1158270A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文本框 10">
            <a:extLst>
              <a:ext uri="{FF2B5EF4-FFF2-40B4-BE49-F238E27FC236}">
                <a16:creationId xmlns:a16="http://schemas.microsoft.com/office/drawing/2014/main" id="{ACFB75A5-5E58-2A6C-581C-5DA7FDEAF7D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48765895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a:extLst>
              <a:ext uri="{FF2B5EF4-FFF2-40B4-BE49-F238E27FC236}">
                <a16:creationId xmlns:a16="http://schemas.microsoft.com/office/drawing/2014/main" id="{952C769B-5FA3-2001-740E-B187B2AD0E3E}"/>
              </a:ext>
            </a:extLst>
          </p:cNvPr>
          <p:cNvSpPr/>
          <p:nvPr/>
        </p:nvSpPr>
        <p:spPr>
          <a:xfrm>
            <a:off x="2583213" y="4851051"/>
            <a:ext cx="8791626" cy="1278176"/>
          </a:xfrm>
          <a:prstGeom prst="roundRect">
            <a:avLst>
              <a:gd name="adj" fmla="val 8102"/>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a:extLst>
              <a:ext uri="{FF2B5EF4-FFF2-40B4-BE49-F238E27FC236}">
                <a16:creationId xmlns:a16="http://schemas.microsoft.com/office/drawing/2014/main" id="{D56D55A1-511B-51A8-EF55-345EEE399952}"/>
              </a:ext>
            </a:extLst>
          </p:cNvPr>
          <p:cNvSpPr/>
          <p:nvPr/>
        </p:nvSpPr>
        <p:spPr>
          <a:xfrm>
            <a:off x="646395" y="1739645"/>
            <a:ext cx="1641016" cy="4389589"/>
          </a:xfrm>
          <a:prstGeom prst="roundRect">
            <a:avLst>
              <a:gd name="adj" fmla="val 4502"/>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dirty="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a:extLst>
              <a:ext uri="{FF2B5EF4-FFF2-40B4-BE49-F238E27FC236}">
                <a16:creationId xmlns:a16="http://schemas.microsoft.com/office/drawing/2014/main" id="{B6BAC76C-0828-C696-960C-29DD9E8F5A6B}"/>
              </a:ext>
            </a:extLst>
          </p:cNvPr>
          <p:cNvSpPr/>
          <p:nvPr/>
        </p:nvSpPr>
        <p:spPr>
          <a:xfrm>
            <a:off x="2579444" y="1739638"/>
            <a:ext cx="6593323" cy="1867919"/>
          </a:xfrm>
          <a:prstGeom prst="roundRect">
            <a:avLst>
              <a:gd name="adj" fmla="val 494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矩形: 圆角 13">
            <a:extLst>
              <a:ext uri="{FF2B5EF4-FFF2-40B4-BE49-F238E27FC236}">
                <a16:creationId xmlns:a16="http://schemas.microsoft.com/office/drawing/2014/main" id="{CB012A14-0E4A-AEF2-5265-679FC27BF332}"/>
              </a:ext>
            </a:extLst>
          </p:cNvPr>
          <p:cNvSpPr/>
          <p:nvPr/>
        </p:nvSpPr>
        <p:spPr>
          <a:xfrm>
            <a:off x="9486300" y="1739638"/>
            <a:ext cx="1888570" cy="1867919"/>
          </a:xfrm>
          <a:prstGeom prst="roundRect">
            <a:avLst>
              <a:gd name="adj" fmla="val 529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a:extLst>
              <a:ext uri="{FF2B5EF4-FFF2-40B4-BE49-F238E27FC236}">
                <a16:creationId xmlns:a16="http://schemas.microsoft.com/office/drawing/2014/main" id="{385E17D4-E3BA-B909-13EE-49C8F6B23CE1}"/>
              </a:ext>
            </a:extLst>
          </p:cNvPr>
          <p:cNvSpPr/>
          <p:nvPr/>
        </p:nvSpPr>
        <p:spPr>
          <a:xfrm>
            <a:off x="2938875" y="2281158"/>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a:extLst>
              <a:ext uri="{FF2B5EF4-FFF2-40B4-BE49-F238E27FC236}">
                <a16:creationId xmlns:a16="http://schemas.microsoft.com/office/drawing/2014/main" id="{EC1BFD98-D768-4A12-9938-A2E470458ACC}"/>
              </a:ext>
            </a:extLst>
          </p:cNvPr>
          <p:cNvSpPr/>
          <p:nvPr/>
        </p:nvSpPr>
        <p:spPr>
          <a:xfrm>
            <a:off x="4553899" y="2281158"/>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ED95A4CD-1956-39A2-5DD3-CF0D6022B9E8}"/>
              </a:ext>
            </a:extLst>
          </p:cNvPr>
          <p:cNvSpPr/>
          <p:nvPr/>
        </p:nvSpPr>
        <p:spPr>
          <a:xfrm>
            <a:off x="4695971" y="2436109"/>
            <a:ext cx="188420" cy="179805"/>
          </a:xfrm>
          <a:custGeom>
            <a:avLst/>
            <a:gdLst>
              <a:gd name="connsiteX0" fmla="*/ 62490 w 188420"/>
              <a:gd name="connsiteY0" fmla="*/ 79092 h 179805"/>
              <a:gd name="connsiteX1" fmla="*/ 57801 w 188420"/>
              <a:gd name="connsiteY1" fmla="*/ 78185 h 179805"/>
              <a:gd name="connsiteX2" fmla="*/ 53817 w 188420"/>
              <a:gd name="connsiteY2" fmla="*/ 75533 h 179805"/>
              <a:gd name="connsiteX3" fmla="*/ 51172 w 188420"/>
              <a:gd name="connsiteY3" fmla="*/ 71555 h 179805"/>
              <a:gd name="connsiteX4" fmla="*/ 50265 w 188420"/>
              <a:gd name="connsiteY4" fmla="*/ 66861 h 179805"/>
              <a:gd name="connsiteX5" fmla="*/ 62490 w 188420"/>
              <a:gd name="connsiteY5" fmla="*/ 54623 h 179805"/>
              <a:gd name="connsiteX6" fmla="*/ 74721 w 188420"/>
              <a:gd name="connsiteY6" fmla="*/ 66861 h 179805"/>
              <a:gd name="connsiteX7" fmla="*/ 62490 w 188420"/>
              <a:gd name="connsiteY7" fmla="*/ 79092 h 179805"/>
              <a:gd name="connsiteX8" fmla="*/ 125925 w 188420"/>
              <a:gd name="connsiteY8" fmla="*/ 79092 h 179805"/>
              <a:gd name="connsiteX9" fmla="*/ 121237 w 188420"/>
              <a:gd name="connsiteY9" fmla="*/ 78185 h 179805"/>
              <a:gd name="connsiteX10" fmla="*/ 117252 w 188420"/>
              <a:gd name="connsiteY10" fmla="*/ 75533 h 179805"/>
              <a:gd name="connsiteX11" fmla="*/ 114607 w 188420"/>
              <a:gd name="connsiteY11" fmla="*/ 71555 h 179805"/>
              <a:gd name="connsiteX12" fmla="*/ 113700 w 188420"/>
              <a:gd name="connsiteY12" fmla="*/ 66861 h 179805"/>
              <a:gd name="connsiteX13" fmla="*/ 125925 w 188420"/>
              <a:gd name="connsiteY13" fmla="*/ 54623 h 179805"/>
              <a:gd name="connsiteX14" fmla="*/ 138156 w 188420"/>
              <a:gd name="connsiteY14" fmla="*/ 66861 h 179805"/>
              <a:gd name="connsiteX15" fmla="*/ 125925 w 188420"/>
              <a:gd name="connsiteY15" fmla="*/ 79092 h 179805"/>
              <a:gd name="connsiteX16" fmla="*/ 44942 w 188420"/>
              <a:gd name="connsiteY16" fmla="*/ 152405 h 179805"/>
              <a:gd name="connsiteX17" fmla="*/ 51749 w 188420"/>
              <a:gd name="connsiteY17" fmla="*/ 148256 h 179805"/>
              <a:gd name="connsiteX18" fmla="*/ 77487 w 188420"/>
              <a:gd name="connsiteY18" fmla="*/ 143155 h 179805"/>
              <a:gd name="connsiteX19" fmla="*/ 82436 w 188420"/>
              <a:gd name="connsiteY19" fmla="*/ 143878 h 179805"/>
              <a:gd name="connsiteX20" fmla="*/ 94211 w 188420"/>
              <a:gd name="connsiteY20" fmla="*/ 144646 h 179805"/>
              <a:gd name="connsiteX21" fmla="*/ 169388 w 188420"/>
              <a:gd name="connsiteY21" fmla="*/ 81839 h 179805"/>
              <a:gd name="connsiteX22" fmla="*/ 94211 w 188420"/>
              <a:gd name="connsiteY22" fmla="*/ 19032 h 179805"/>
              <a:gd name="connsiteX23" fmla="*/ 19032 w 188420"/>
              <a:gd name="connsiteY23" fmla="*/ 81839 h 179805"/>
              <a:gd name="connsiteX24" fmla="*/ 32660 w 188420"/>
              <a:gd name="connsiteY24" fmla="*/ 117823 h 179805"/>
              <a:gd name="connsiteX25" fmla="*/ 34696 w 188420"/>
              <a:gd name="connsiteY25" fmla="*/ 120056 h 179805"/>
              <a:gd name="connsiteX26" fmla="*/ 43109 w 188420"/>
              <a:gd name="connsiteY26" fmla="*/ 133690 h 179805"/>
              <a:gd name="connsiteX27" fmla="*/ 45171 w 188420"/>
              <a:gd name="connsiteY27" fmla="*/ 149575 h 179805"/>
              <a:gd name="connsiteX28" fmla="*/ 44935 w 188420"/>
              <a:gd name="connsiteY28" fmla="*/ 152405 h 179805"/>
              <a:gd name="connsiteX29" fmla="*/ 44942 w 188420"/>
              <a:gd name="connsiteY29" fmla="*/ 152405 h 179805"/>
              <a:gd name="connsiteX30" fmla="*/ 38947 w 188420"/>
              <a:gd name="connsiteY30" fmla="*/ 178352 h 179805"/>
              <a:gd name="connsiteX31" fmla="*/ 33960 w 188420"/>
              <a:gd name="connsiteY31" fmla="*/ 179805 h 179805"/>
              <a:gd name="connsiteX32" fmla="*/ 28955 w 188420"/>
              <a:gd name="connsiteY32" fmla="*/ 178416 h 179805"/>
              <a:gd name="connsiteX33" fmla="*/ 25421 w 188420"/>
              <a:gd name="connsiteY33" fmla="*/ 174603 h 179805"/>
              <a:gd name="connsiteX34" fmla="*/ 24419 w 188420"/>
              <a:gd name="connsiteY34" fmla="*/ 169502 h 179805"/>
              <a:gd name="connsiteX35" fmla="*/ 26208 w 188420"/>
              <a:gd name="connsiteY35" fmla="*/ 147996 h 179805"/>
              <a:gd name="connsiteX36" fmla="*/ 25180 w 188420"/>
              <a:gd name="connsiteY36" fmla="*/ 140053 h 179805"/>
              <a:gd name="connsiteX37" fmla="*/ 20974 w 188420"/>
              <a:gd name="connsiteY37" fmla="*/ 133239 h 179805"/>
              <a:gd name="connsiteX38" fmla="*/ 18081 w 188420"/>
              <a:gd name="connsiteY38" fmla="*/ 130067 h 179805"/>
              <a:gd name="connsiteX39" fmla="*/ 0 w 188420"/>
              <a:gd name="connsiteY39" fmla="*/ 81839 h 179805"/>
              <a:gd name="connsiteX40" fmla="*/ 94211 w 188420"/>
              <a:gd name="connsiteY40" fmla="*/ 0 h 179805"/>
              <a:gd name="connsiteX41" fmla="*/ 188421 w 188420"/>
              <a:gd name="connsiteY41" fmla="*/ 81839 h 179805"/>
              <a:gd name="connsiteX42" fmla="*/ 94211 w 188420"/>
              <a:gd name="connsiteY42" fmla="*/ 163678 h 179805"/>
              <a:gd name="connsiteX43" fmla="*/ 79942 w 188420"/>
              <a:gd name="connsiteY43" fmla="*/ 162746 h 179805"/>
              <a:gd name="connsiteX44" fmla="*/ 74531 w 188420"/>
              <a:gd name="connsiteY44" fmla="*/ 161946 h 179805"/>
              <a:gd name="connsiteX45" fmla="*/ 61652 w 188420"/>
              <a:gd name="connsiteY45" fmla="*/ 164497 h 179805"/>
              <a:gd name="connsiteX46" fmla="*/ 38940 w 188420"/>
              <a:gd name="connsiteY46" fmla="*/ 178352 h 179805"/>
              <a:gd name="connsiteX47" fmla="*/ 38947 w 188420"/>
              <a:gd name="connsiteY47" fmla="*/ 178352 h 17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8420" h="179805">
                <a:moveTo>
                  <a:pt x="62490" y="79092"/>
                </a:moveTo>
                <a:cubicBezTo>
                  <a:pt x="60885" y="79105"/>
                  <a:pt x="59286" y="78794"/>
                  <a:pt x="57801" y="78185"/>
                </a:cubicBezTo>
                <a:cubicBezTo>
                  <a:pt x="56311" y="77576"/>
                  <a:pt x="54959" y="76675"/>
                  <a:pt x="53817" y="75533"/>
                </a:cubicBezTo>
                <a:cubicBezTo>
                  <a:pt x="52682" y="74398"/>
                  <a:pt x="51781" y="73046"/>
                  <a:pt x="51172" y="71555"/>
                </a:cubicBezTo>
                <a:cubicBezTo>
                  <a:pt x="50563" y="70064"/>
                  <a:pt x="50252" y="68472"/>
                  <a:pt x="50265" y="66861"/>
                </a:cubicBezTo>
                <a:cubicBezTo>
                  <a:pt x="50265" y="60028"/>
                  <a:pt x="55657" y="54623"/>
                  <a:pt x="62490" y="54623"/>
                </a:cubicBezTo>
                <a:cubicBezTo>
                  <a:pt x="69316" y="54623"/>
                  <a:pt x="74721" y="60028"/>
                  <a:pt x="74721" y="66861"/>
                </a:cubicBezTo>
                <a:cubicBezTo>
                  <a:pt x="74721" y="73687"/>
                  <a:pt x="69316" y="79092"/>
                  <a:pt x="62490" y="79092"/>
                </a:cubicBezTo>
                <a:close/>
                <a:moveTo>
                  <a:pt x="125925" y="79092"/>
                </a:moveTo>
                <a:cubicBezTo>
                  <a:pt x="124320" y="79105"/>
                  <a:pt x="122721" y="78794"/>
                  <a:pt x="121237" y="78185"/>
                </a:cubicBezTo>
                <a:cubicBezTo>
                  <a:pt x="119745" y="77576"/>
                  <a:pt x="118394" y="76675"/>
                  <a:pt x="117252" y="75533"/>
                </a:cubicBezTo>
                <a:cubicBezTo>
                  <a:pt x="116117" y="74398"/>
                  <a:pt x="115216" y="73046"/>
                  <a:pt x="114607" y="71555"/>
                </a:cubicBezTo>
                <a:cubicBezTo>
                  <a:pt x="113998" y="70064"/>
                  <a:pt x="113687" y="68472"/>
                  <a:pt x="113700" y="66861"/>
                </a:cubicBezTo>
                <a:cubicBezTo>
                  <a:pt x="113700" y="60028"/>
                  <a:pt x="119105" y="54623"/>
                  <a:pt x="125925" y="54623"/>
                </a:cubicBezTo>
                <a:cubicBezTo>
                  <a:pt x="132757" y="54623"/>
                  <a:pt x="138156" y="60028"/>
                  <a:pt x="138156" y="66861"/>
                </a:cubicBezTo>
                <a:cubicBezTo>
                  <a:pt x="138156" y="73687"/>
                  <a:pt x="132757" y="79092"/>
                  <a:pt x="125925" y="79092"/>
                </a:cubicBezTo>
                <a:close/>
                <a:moveTo>
                  <a:pt x="44942" y="152405"/>
                </a:moveTo>
                <a:lnTo>
                  <a:pt x="51749" y="148256"/>
                </a:lnTo>
                <a:cubicBezTo>
                  <a:pt x="59451" y="143555"/>
                  <a:pt x="68574" y="141747"/>
                  <a:pt x="77487" y="143155"/>
                </a:cubicBezTo>
                <a:cubicBezTo>
                  <a:pt x="79505" y="143466"/>
                  <a:pt x="81161" y="143713"/>
                  <a:pt x="82436" y="143878"/>
                </a:cubicBezTo>
                <a:cubicBezTo>
                  <a:pt x="86299" y="144392"/>
                  <a:pt x="90239" y="144646"/>
                  <a:pt x="94211" y="144646"/>
                </a:cubicBezTo>
                <a:cubicBezTo>
                  <a:pt x="136272" y="144646"/>
                  <a:pt x="169388" y="115888"/>
                  <a:pt x="169388" y="81839"/>
                </a:cubicBezTo>
                <a:cubicBezTo>
                  <a:pt x="169388" y="47790"/>
                  <a:pt x="136272" y="19032"/>
                  <a:pt x="94211" y="19032"/>
                </a:cubicBezTo>
                <a:cubicBezTo>
                  <a:pt x="52149" y="19032"/>
                  <a:pt x="19032" y="47790"/>
                  <a:pt x="19032" y="81839"/>
                </a:cubicBezTo>
                <a:cubicBezTo>
                  <a:pt x="19032" y="94838"/>
                  <a:pt x="23790" y="107279"/>
                  <a:pt x="32660" y="117823"/>
                </a:cubicBezTo>
                <a:cubicBezTo>
                  <a:pt x="33117" y="118362"/>
                  <a:pt x="33802" y="119124"/>
                  <a:pt x="34696" y="120056"/>
                </a:cubicBezTo>
                <a:cubicBezTo>
                  <a:pt x="38433" y="123951"/>
                  <a:pt x="41307" y="128602"/>
                  <a:pt x="43109" y="133690"/>
                </a:cubicBezTo>
                <a:cubicBezTo>
                  <a:pt x="44917" y="138778"/>
                  <a:pt x="45621" y="144195"/>
                  <a:pt x="45171" y="149575"/>
                </a:cubicBezTo>
                <a:lnTo>
                  <a:pt x="44935" y="152405"/>
                </a:lnTo>
                <a:lnTo>
                  <a:pt x="44942" y="152405"/>
                </a:lnTo>
                <a:close/>
                <a:moveTo>
                  <a:pt x="38947" y="178352"/>
                </a:moveTo>
                <a:cubicBezTo>
                  <a:pt x="37449" y="179291"/>
                  <a:pt x="35724" y="179793"/>
                  <a:pt x="33960" y="179805"/>
                </a:cubicBezTo>
                <a:cubicBezTo>
                  <a:pt x="32190" y="179811"/>
                  <a:pt x="30458" y="179336"/>
                  <a:pt x="28955" y="178416"/>
                </a:cubicBezTo>
                <a:cubicBezTo>
                  <a:pt x="27445" y="177496"/>
                  <a:pt x="26221" y="176176"/>
                  <a:pt x="25421" y="174603"/>
                </a:cubicBezTo>
                <a:cubicBezTo>
                  <a:pt x="24622" y="173030"/>
                  <a:pt x="24273" y="171266"/>
                  <a:pt x="24419" y="169502"/>
                </a:cubicBezTo>
                <a:lnTo>
                  <a:pt x="26208" y="147996"/>
                </a:lnTo>
                <a:cubicBezTo>
                  <a:pt x="26430" y="145306"/>
                  <a:pt x="26081" y="142597"/>
                  <a:pt x="25180" y="140053"/>
                </a:cubicBezTo>
                <a:cubicBezTo>
                  <a:pt x="24273" y="137509"/>
                  <a:pt x="22845" y="135187"/>
                  <a:pt x="20974" y="133239"/>
                </a:cubicBezTo>
                <a:cubicBezTo>
                  <a:pt x="19978" y="132212"/>
                  <a:pt x="19007" y="131158"/>
                  <a:pt x="18081" y="130067"/>
                </a:cubicBezTo>
                <a:cubicBezTo>
                  <a:pt x="6719" y="116548"/>
                  <a:pt x="0" y="99875"/>
                  <a:pt x="0" y="81839"/>
                </a:cubicBezTo>
                <a:cubicBezTo>
                  <a:pt x="0" y="36637"/>
                  <a:pt x="42176" y="0"/>
                  <a:pt x="94211" y="0"/>
                </a:cubicBezTo>
                <a:cubicBezTo>
                  <a:pt x="146245" y="0"/>
                  <a:pt x="188421" y="36637"/>
                  <a:pt x="188421" y="81839"/>
                </a:cubicBezTo>
                <a:cubicBezTo>
                  <a:pt x="188421" y="127041"/>
                  <a:pt x="146245" y="163678"/>
                  <a:pt x="94211" y="163678"/>
                </a:cubicBezTo>
                <a:cubicBezTo>
                  <a:pt x="89357" y="163678"/>
                  <a:pt x="84599" y="163367"/>
                  <a:pt x="79942" y="162746"/>
                </a:cubicBezTo>
                <a:cubicBezTo>
                  <a:pt x="78135" y="162505"/>
                  <a:pt x="76333" y="162238"/>
                  <a:pt x="74531" y="161946"/>
                </a:cubicBezTo>
                <a:cubicBezTo>
                  <a:pt x="70071" y="161242"/>
                  <a:pt x="65510" y="162149"/>
                  <a:pt x="61652" y="164497"/>
                </a:cubicBezTo>
                <a:lnTo>
                  <a:pt x="38940" y="178352"/>
                </a:lnTo>
                <a:lnTo>
                  <a:pt x="38947" y="178352"/>
                </a:lnTo>
                <a:close/>
              </a:path>
            </a:pathLst>
          </a:custGeom>
          <a:solidFill>
            <a:schemeClr val="bg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90154D49-DBFA-509A-4EDA-0217C0C55A6A}"/>
              </a:ext>
            </a:extLst>
          </p:cNvPr>
          <p:cNvSpPr/>
          <p:nvPr/>
        </p:nvSpPr>
        <p:spPr>
          <a:xfrm>
            <a:off x="6424084" y="2281158"/>
            <a:ext cx="477399" cy="477399"/>
          </a:xfrm>
          <a:custGeom>
            <a:avLst/>
            <a:gdLst>
              <a:gd name="connsiteX0" fmla="*/ 477400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400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400" y="238700"/>
                </a:moveTo>
                <a:cubicBezTo>
                  <a:pt x="477400" y="370530"/>
                  <a:pt x="370530" y="477399"/>
                  <a:pt x="238700" y="477399"/>
                </a:cubicBezTo>
                <a:cubicBezTo>
                  <a:pt x="106870" y="477399"/>
                  <a:pt x="1" y="370530"/>
                  <a:pt x="1" y="238700"/>
                </a:cubicBezTo>
                <a:cubicBezTo>
                  <a:pt x="1" y="106869"/>
                  <a:pt x="106870" y="0"/>
                  <a:pt x="238700" y="0"/>
                </a:cubicBezTo>
                <a:cubicBezTo>
                  <a:pt x="370531" y="0"/>
                  <a:pt x="477400" y="106869"/>
                  <a:pt x="477400" y="238700"/>
                </a:cubicBezTo>
                <a:close/>
              </a:path>
            </a:pathLst>
          </a:cu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a:extLst>
              <a:ext uri="{FF2B5EF4-FFF2-40B4-BE49-F238E27FC236}">
                <a16:creationId xmlns:a16="http://schemas.microsoft.com/office/drawing/2014/main" id="{7B33D6DF-B5E0-43C8-494B-6AEE7C04BD9E}"/>
              </a:ext>
            </a:extLst>
          </p:cNvPr>
          <p:cNvSpPr/>
          <p:nvPr/>
        </p:nvSpPr>
        <p:spPr>
          <a:xfrm>
            <a:off x="6577138" y="2436686"/>
            <a:ext cx="180807" cy="190323"/>
          </a:xfrm>
          <a:custGeom>
            <a:avLst/>
            <a:gdLst>
              <a:gd name="connsiteX0" fmla="*/ 152259 w 180807"/>
              <a:gd name="connsiteY0" fmla="*/ 57097 h 190323"/>
              <a:gd name="connsiteX1" fmla="*/ 171291 w 180807"/>
              <a:gd name="connsiteY1" fmla="*/ 57097 h 190323"/>
              <a:gd name="connsiteX2" fmla="*/ 178017 w 180807"/>
              <a:gd name="connsiteY2" fmla="*/ 59888 h 190323"/>
              <a:gd name="connsiteX3" fmla="*/ 180808 w 180807"/>
              <a:gd name="connsiteY3" fmla="*/ 66613 h 190323"/>
              <a:gd name="connsiteX4" fmla="*/ 180808 w 180807"/>
              <a:gd name="connsiteY4" fmla="*/ 180808 h 190323"/>
              <a:gd name="connsiteX5" fmla="*/ 178017 w 180807"/>
              <a:gd name="connsiteY5" fmla="*/ 187539 h 190323"/>
              <a:gd name="connsiteX6" fmla="*/ 171291 w 180807"/>
              <a:gd name="connsiteY6" fmla="*/ 190324 h 190323"/>
              <a:gd name="connsiteX7" fmla="*/ 95162 w 180807"/>
              <a:gd name="connsiteY7" fmla="*/ 190324 h 190323"/>
              <a:gd name="connsiteX8" fmla="*/ 88438 w 180807"/>
              <a:gd name="connsiteY8" fmla="*/ 187539 h 190323"/>
              <a:gd name="connsiteX9" fmla="*/ 85646 w 180807"/>
              <a:gd name="connsiteY9" fmla="*/ 180808 h 190323"/>
              <a:gd name="connsiteX10" fmla="*/ 85646 w 180807"/>
              <a:gd name="connsiteY10" fmla="*/ 171291 h 190323"/>
              <a:gd name="connsiteX11" fmla="*/ 9516 w 180807"/>
              <a:gd name="connsiteY11" fmla="*/ 171291 h 190323"/>
              <a:gd name="connsiteX12" fmla="*/ 2792 w 180807"/>
              <a:gd name="connsiteY12" fmla="*/ 168506 h 190323"/>
              <a:gd name="connsiteX13" fmla="*/ 0 w 180807"/>
              <a:gd name="connsiteY13" fmla="*/ 161775 h 190323"/>
              <a:gd name="connsiteX14" fmla="*/ 0 w 180807"/>
              <a:gd name="connsiteY14" fmla="*/ 9516 h 190323"/>
              <a:gd name="connsiteX15" fmla="*/ 2792 w 180807"/>
              <a:gd name="connsiteY15" fmla="*/ 2791 h 190323"/>
              <a:gd name="connsiteX16" fmla="*/ 9516 w 180807"/>
              <a:gd name="connsiteY16" fmla="*/ 0 h 190323"/>
              <a:gd name="connsiteX17" fmla="*/ 142743 w 180807"/>
              <a:gd name="connsiteY17" fmla="*/ 0 h 190323"/>
              <a:gd name="connsiteX18" fmla="*/ 149468 w 180807"/>
              <a:gd name="connsiteY18" fmla="*/ 2791 h 190323"/>
              <a:gd name="connsiteX19" fmla="*/ 152259 w 180807"/>
              <a:gd name="connsiteY19" fmla="*/ 9516 h 190323"/>
              <a:gd name="connsiteX20" fmla="*/ 152259 w 180807"/>
              <a:gd name="connsiteY20" fmla="*/ 57097 h 190323"/>
              <a:gd name="connsiteX21" fmla="*/ 133227 w 180807"/>
              <a:gd name="connsiteY21" fmla="*/ 57097 h 190323"/>
              <a:gd name="connsiteX22" fmla="*/ 133227 w 180807"/>
              <a:gd name="connsiteY22" fmla="*/ 19032 h 190323"/>
              <a:gd name="connsiteX23" fmla="*/ 19032 w 180807"/>
              <a:gd name="connsiteY23" fmla="*/ 19032 h 190323"/>
              <a:gd name="connsiteX24" fmla="*/ 19032 w 180807"/>
              <a:gd name="connsiteY24" fmla="*/ 152259 h 190323"/>
              <a:gd name="connsiteX25" fmla="*/ 85646 w 180807"/>
              <a:gd name="connsiteY25" fmla="*/ 152259 h 190323"/>
              <a:gd name="connsiteX26" fmla="*/ 85646 w 180807"/>
              <a:gd name="connsiteY26" fmla="*/ 66613 h 190323"/>
              <a:gd name="connsiteX27" fmla="*/ 88438 w 180807"/>
              <a:gd name="connsiteY27" fmla="*/ 59888 h 190323"/>
              <a:gd name="connsiteX28" fmla="*/ 95162 w 180807"/>
              <a:gd name="connsiteY28" fmla="*/ 57097 h 190323"/>
              <a:gd name="connsiteX29" fmla="*/ 133227 w 180807"/>
              <a:gd name="connsiteY29" fmla="*/ 57097 h 190323"/>
              <a:gd name="connsiteX30" fmla="*/ 104678 w 180807"/>
              <a:gd name="connsiteY30" fmla="*/ 76130 h 190323"/>
              <a:gd name="connsiteX31" fmla="*/ 104678 w 180807"/>
              <a:gd name="connsiteY31" fmla="*/ 171291 h 190323"/>
              <a:gd name="connsiteX32" fmla="*/ 161775 w 180807"/>
              <a:gd name="connsiteY32" fmla="*/ 171291 h 190323"/>
              <a:gd name="connsiteX33" fmla="*/ 161775 w 180807"/>
              <a:gd name="connsiteY33" fmla="*/ 76130 h 190323"/>
              <a:gd name="connsiteX34" fmla="*/ 104678 w 180807"/>
              <a:gd name="connsiteY34" fmla="*/ 76130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807" h="190323">
                <a:moveTo>
                  <a:pt x="152259" y="57097"/>
                </a:moveTo>
                <a:lnTo>
                  <a:pt x="171291" y="57097"/>
                </a:lnTo>
                <a:cubicBezTo>
                  <a:pt x="173829" y="57097"/>
                  <a:pt x="176240" y="58106"/>
                  <a:pt x="178017" y="59888"/>
                </a:cubicBezTo>
                <a:cubicBezTo>
                  <a:pt x="179793" y="61671"/>
                  <a:pt x="180808" y="64095"/>
                  <a:pt x="180808" y="66613"/>
                </a:cubicBezTo>
                <a:lnTo>
                  <a:pt x="180808" y="180808"/>
                </a:lnTo>
                <a:cubicBezTo>
                  <a:pt x="180808" y="183332"/>
                  <a:pt x="179793" y="185756"/>
                  <a:pt x="178017" y="187539"/>
                </a:cubicBezTo>
                <a:cubicBezTo>
                  <a:pt x="176240" y="189321"/>
                  <a:pt x="173829" y="190324"/>
                  <a:pt x="171291" y="190324"/>
                </a:cubicBezTo>
                <a:lnTo>
                  <a:pt x="95162" y="190324"/>
                </a:lnTo>
                <a:cubicBezTo>
                  <a:pt x="92624" y="190324"/>
                  <a:pt x="90214" y="189321"/>
                  <a:pt x="88438" y="187539"/>
                </a:cubicBezTo>
                <a:cubicBezTo>
                  <a:pt x="86661" y="185756"/>
                  <a:pt x="85646" y="183332"/>
                  <a:pt x="85646" y="180808"/>
                </a:cubicBezTo>
                <a:lnTo>
                  <a:pt x="85646" y="171291"/>
                </a:lnTo>
                <a:lnTo>
                  <a:pt x="9516" y="171291"/>
                </a:lnTo>
                <a:cubicBezTo>
                  <a:pt x="6978" y="171291"/>
                  <a:pt x="4568" y="170289"/>
                  <a:pt x="2792" y="168506"/>
                </a:cubicBezTo>
                <a:cubicBezTo>
                  <a:pt x="1015" y="166724"/>
                  <a:pt x="0" y="164300"/>
                  <a:pt x="0" y="161775"/>
                </a:cubicBezTo>
                <a:lnTo>
                  <a:pt x="0" y="9516"/>
                </a:lnTo>
                <a:cubicBezTo>
                  <a:pt x="0" y="6998"/>
                  <a:pt x="1015" y="4574"/>
                  <a:pt x="2792" y="2791"/>
                </a:cubicBezTo>
                <a:cubicBezTo>
                  <a:pt x="4568" y="1009"/>
                  <a:pt x="6978" y="0"/>
                  <a:pt x="9516" y="0"/>
                </a:cubicBezTo>
                <a:lnTo>
                  <a:pt x="142743" y="0"/>
                </a:lnTo>
                <a:cubicBezTo>
                  <a:pt x="145281" y="0"/>
                  <a:pt x="147691" y="1009"/>
                  <a:pt x="149468" y="2791"/>
                </a:cubicBezTo>
                <a:cubicBezTo>
                  <a:pt x="151245" y="4574"/>
                  <a:pt x="152259" y="6998"/>
                  <a:pt x="152259" y="9516"/>
                </a:cubicBezTo>
                <a:lnTo>
                  <a:pt x="152259" y="57097"/>
                </a:lnTo>
                <a:close/>
                <a:moveTo>
                  <a:pt x="133227" y="57097"/>
                </a:moveTo>
                <a:lnTo>
                  <a:pt x="133227" y="19032"/>
                </a:lnTo>
                <a:lnTo>
                  <a:pt x="19032" y="19032"/>
                </a:lnTo>
                <a:lnTo>
                  <a:pt x="19032" y="152259"/>
                </a:lnTo>
                <a:lnTo>
                  <a:pt x="85646" y="152259"/>
                </a:lnTo>
                <a:lnTo>
                  <a:pt x="85646" y="66613"/>
                </a:lnTo>
                <a:cubicBezTo>
                  <a:pt x="85646" y="64095"/>
                  <a:pt x="86661" y="61671"/>
                  <a:pt x="88438" y="59888"/>
                </a:cubicBezTo>
                <a:cubicBezTo>
                  <a:pt x="90214" y="58106"/>
                  <a:pt x="92624" y="57097"/>
                  <a:pt x="95162" y="57097"/>
                </a:cubicBezTo>
                <a:lnTo>
                  <a:pt x="133227" y="57097"/>
                </a:lnTo>
                <a:close/>
                <a:moveTo>
                  <a:pt x="104678" y="76130"/>
                </a:moveTo>
                <a:lnTo>
                  <a:pt x="104678" y="171291"/>
                </a:lnTo>
                <a:lnTo>
                  <a:pt x="161775" y="171291"/>
                </a:lnTo>
                <a:lnTo>
                  <a:pt x="161775" y="76130"/>
                </a:lnTo>
                <a:lnTo>
                  <a:pt x="104678" y="76130"/>
                </a:lnTo>
                <a:close/>
              </a:path>
            </a:pathLst>
          </a:custGeom>
          <a:solidFill>
            <a:schemeClr val="accent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57E1AEFD-6CBD-3431-6EBC-95A50749177B}"/>
              </a:ext>
            </a:extLst>
          </p:cNvPr>
          <p:cNvSpPr/>
          <p:nvPr/>
        </p:nvSpPr>
        <p:spPr>
          <a:xfrm>
            <a:off x="8075904" y="2281158"/>
            <a:ext cx="477399" cy="477399"/>
          </a:xfrm>
          <a:custGeom>
            <a:avLst/>
            <a:gdLst>
              <a:gd name="connsiteX0" fmla="*/ 477399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70" y="477399"/>
                  <a:pt x="1" y="370530"/>
                  <a:pt x="1" y="238700"/>
                </a:cubicBezTo>
                <a:cubicBezTo>
                  <a:pt x="1" y="106869"/>
                  <a:pt x="106871" y="0"/>
                  <a:pt x="238700" y="0"/>
                </a:cubicBezTo>
                <a:cubicBezTo>
                  <a:pt x="370531" y="0"/>
                  <a:pt x="477399" y="106869"/>
                  <a:pt x="477399" y="23870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4E580B2B-7967-07CB-DB28-B93C0022C726}"/>
              </a:ext>
            </a:extLst>
          </p:cNvPr>
          <p:cNvSpPr/>
          <p:nvPr/>
        </p:nvSpPr>
        <p:spPr>
          <a:xfrm>
            <a:off x="8220838" y="2434206"/>
            <a:ext cx="190323" cy="171291"/>
          </a:xfrm>
          <a:custGeom>
            <a:avLst/>
            <a:gdLst>
              <a:gd name="connsiteX0" fmla="*/ 9516 w 190323"/>
              <a:gd name="connsiteY0" fmla="*/ 0 h 171291"/>
              <a:gd name="connsiteX1" fmla="*/ 180808 w 190323"/>
              <a:gd name="connsiteY1" fmla="*/ 0 h 171291"/>
              <a:gd name="connsiteX2" fmla="*/ 187532 w 190323"/>
              <a:gd name="connsiteY2" fmla="*/ 2791 h 171291"/>
              <a:gd name="connsiteX3" fmla="*/ 190324 w 190323"/>
              <a:gd name="connsiteY3" fmla="*/ 9516 h 171291"/>
              <a:gd name="connsiteX4" fmla="*/ 190324 w 190323"/>
              <a:gd name="connsiteY4" fmla="*/ 161775 h 171291"/>
              <a:gd name="connsiteX5" fmla="*/ 187532 w 190323"/>
              <a:gd name="connsiteY5" fmla="*/ 168506 h 171291"/>
              <a:gd name="connsiteX6" fmla="*/ 180808 w 190323"/>
              <a:gd name="connsiteY6" fmla="*/ 171291 h 171291"/>
              <a:gd name="connsiteX7" fmla="*/ 9516 w 190323"/>
              <a:gd name="connsiteY7" fmla="*/ 171291 h 171291"/>
              <a:gd name="connsiteX8" fmla="*/ 2791 w 190323"/>
              <a:gd name="connsiteY8" fmla="*/ 168506 h 171291"/>
              <a:gd name="connsiteX9" fmla="*/ 0 w 190323"/>
              <a:gd name="connsiteY9" fmla="*/ 161775 h 171291"/>
              <a:gd name="connsiteX10" fmla="*/ 0 w 190323"/>
              <a:gd name="connsiteY10" fmla="*/ 9516 h 171291"/>
              <a:gd name="connsiteX11" fmla="*/ 2791 w 190323"/>
              <a:gd name="connsiteY11" fmla="*/ 2791 h 171291"/>
              <a:gd name="connsiteX12" fmla="*/ 9516 w 190323"/>
              <a:gd name="connsiteY12" fmla="*/ 0 h 171291"/>
              <a:gd name="connsiteX13" fmla="*/ 171291 w 190323"/>
              <a:gd name="connsiteY13" fmla="*/ 40330 h 171291"/>
              <a:gd name="connsiteX14" fmla="*/ 95860 w 190323"/>
              <a:gd name="connsiteY14" fmla="*/ 107895 h 171291"/>
              <a:gd name="connsiteX15" fmla="*/ 19032 w 190323"/>
              <a:gd name="connsiteY15" fmla="*/ 40120 h 171291"/>
              <a:gd name="connsiteX16" fmla="*/ 19032 w 190323"/>
              <a:gd name="connsiteY16" fmla="*/ 152259 h 171291"/>
              <a:gd name="connsiteX17" fmla="*/ 171291 w 190323"/>
              <a:gd name="connsiteY17" fmla="*/ 152259 h 171291"/>
              <a:gd name="connsiteX18" fmla="*/ 171291 w 190323"/>
              <a:gd name="connsiteY18" fmla="*/ 40330 h 171291"/>
              <a:gd name="connsiteX19" fmla="*/ 23917 w 190323"/>
              <a:gd name="connsiteY19" fmla="*/ 19032 h 171291"/>
              <a:gd name="connsiteX20" fmla="*/ 95733 w 190323"/>
              <a:gd name="connsiteY20" fmla="*/ 82429 h 171291"/>
              <a:gd name="connsiteX21" fmla="*/ 166533 w 190323"/>
              <a:gd name="connsiteY21" fmla="*/ 19032 h 171291"/>
              <a:gd name="connsiteX22" fmla="*/ 23917 w 190323"/>
              <a:gd name="connsiteY22" fmla="*/ 19032 h 17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323" h="171291">
                <a:moveTo>
                  <a:pt x="9516" y="0"/>
                </a:moveTo>
                <a:lnTo>
                  <a:pt x="180808" y="0"/>
                </a:lnTo>
                <a:cubicBezTo>
                  <a:pt x="183345" y="0"/>
                  <a:pt x="185755" y="1002"/>
                  <a:pt x="187532" y="2791"/>
                </a:cubicBezTo>
                <a:cubicBezTo>
                  <a:pt x="189309" y="4574"/>
                  <a:pt x="190324" y="6998"/>
                  <a:pt x="190324" y="9516"/>
                </a:cubicBezTo>
                <a:lnTo>
                  <a:pt x="190324" y="161775"/>
                </a:lnTo>
                <a:cubicBezTo>
                  <a:pt x="190324" y="164300"/>
                  <a:pt x="189309" y="166724"/>
                  <a:pt x="187532" y="168506"/>
                </a:cubicBezTo>
                <a:cubicBezTo>
                  <a:pt x="185755" y="170289"/>
                  <a:pt x="183345" y="171291"/>
                  <a:pt x="180808" y="171291"/>
                </a:cubicBezTo>
                <a:lnTo>
                  <a:pt x="9516" y="171291"/>
                </a:lnTo>
                <a:cubicBezTo>
                  <a:pt x="6978" y="171291"/>
                  <a:pt x="4568" y="170289"/>
                  <a:pt x="2791" y="168506"/>
                </a:cubicBezTo>
                <a:cubicBezTo>
                  <a:pt x="1015" y="166724"/>
                  <a:pt x="0" y="164300"/>
                  <a:pt x="0" y="161775"/>
                </a:cubicBezTo>
                <a:lnTo>
                  <a:pt x="0" y="9516"/>
                </a:lnTo>
                <a:cubicBezTo>
                  <a:pt x="0" y="6998"/>
                  <a:pt x="1015" y="4574"/>
                  <a:pt x="2791" y="2791"/>
                </a:cubicBezTo>
                <a:cubicBezTo>
                  <a:pt x="4568" y="1002"/>
                  <a:pt x="6978" y="0"/>
                  <a:pt x="9516" y="0"/>
                </a:cubicBezTo>
                <a:close/>
                <a:moveTo>
                  <a:pt x="171291" y="40330"/>
                </a:moveTo>
                <a:lnTo>
                  <a:pt x="95860" y="107895"/>
                </a:lnTo>
                <a:lnTo>
                  <a:pt x="19032" y="40120"/>
                </a:lnTo>
                <a:lnTo>
                  <a:pt x="19032" y="152259"/>
                </a:lnTo>
                <a:lnTo>
                  <a:pt x="171291" y="152259"/>
                </a:lnTo>
                <a:lnTo>
                  <a:pt x="171291" y="40330"/>
                </a:lnTo>
                <a:close/>
                <a:moveTo>
                  <a:pt x="23917" y="19032"/>
                </a:moveTo>
                <a:lnTo>
                  <a:pt x="95733" y="82429"/>
                </a:lnTo>
                <a:lnTo>
                  <a:pt x="166533" y="19032"/>
                </a:lnTo>
                <a:lnTo>
                  <a:pt x="23917" y="19032"/>
                </a:lnTo>
                <a:close/>
              </a:path>
            </a:pathLst>
          </a:custGeom>
          <a:solidFill>
            <a:schemeClr val="bg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矩形: 圆角 23">
            <a:extLst>
              <a:ext uri="{FF2B5EF4-FFF2-40B4-BE49-F238E27FC236}">
                <a16:creationId xmlns:a16="http://schemas.microsoft.com/office/drawing/2014/main" id="{CD73E9C1-0D4A-EF41-9AED-8DCE80C34B29}"/>
              </a:ext>
            </a:extLst>
          </p:cNvPr>
          <p:cNvSpPr/>
          <p:nvPr/>
        </p:nvSpPr>
        <p:spPr>
          <a:xfrm>
            <a:off x="2769057" y="2957051"/>
            <a:ext cx="6280215" cy="373044"/>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9CE328E2-C883-77A8-AA3B-9C03D1CA95DB}"/>
              </a:ext>
            </a:extLst>
          </p:cNvPr>
          <p:cNvSpPr/>
          <p:nvPr/>
        </p:nvSpPr>
        <p:spPr>
          <a:xfrm>
            <a:off x="9854992" y="2241776"/>
            <a:ext cx="1151186" cy="319092"/>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6B9DA4AD-4148-794F-FF0B-3B96C039E854}"/>
              </a:ext>
            </a:extLst>
          </p:cNvPr>
          <p:cNvSpPr/>
          <p:nvPr/>
        </p:nvSpPr>
        <p:spPr>
          <a:xfrm>
            <a:off x="9854992" y="2681494"/>
            <a:ext cx="1151186" cy="319092"/>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55387A1D-7C59-D9D1-0ABE-2CE6B62AED47}"/>
              </a:ext>
            </a:extLst>
          </p:cNvPr>
          <p:cNvSpPr/>
          <p:nvPr/>
        </p:nvSpPr>
        <p:spPr>
          <a:xfrm>
            <a:off x="9854992" y="3121205"/>
            <a:ext cx="1151186" cy="319092"/>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a:extLst>
              <a:ext uri="{FF2B5EF4-FFF2-40B4-BE49-F238E27FC236}">
                <a16:creationId xmlns:a16="http://schemas.microsoft.com/office/drawing/2014/main" id="{A11426F4-6104-8FC6-A2A7-8FEC83E72AF6}"/>
              </a:ext>
            </a:extLst>
          </p:cNvPr>
          <p:cNvSpPr/>
          <p:nvPr/>
        </p:nvSpPr>
        <p:spPr>
          <a:xfrm>
            <a:off x="2579444" y="4003495"/>
            <a:ext cx="8795432" cy="462095"/>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任意多边形: 形状 37">
            <a:extLst>
              <a:ext uri="{FF2B5EF4-FFF2-40B4-BE49-F238E27FC236}">
                <a16:creationId xmlns:a16="http://schemas.microsoft.com/office/drawing/2014/main" id="{FF26C272-746F-B055-19A1-C358CDACEA90}"/>
              </a:ext>
            </a:extLst>
          </p:cNvPr>
          <p:cNvSpPr/>
          <p:nvPr/>
        </p:nvSpPr>
        <p:spPr>
          <a:xfrm>
            <a:off x="2773403" y="5037486"/>
            <a:ext cx="8319052" cy="285423"/>
          </a:xfrm>
          <a:custGeom>
            <a:avLst/>
            <a:gdLst>
              <a:gd name="connsiteX0" fmla="*/ 0 w 8319052"/>
              <a:gd name="connsiteY0" fmla="*/ 0 h 285423"/>
              <a:gd name="connsiteX1" fmla="*/ 8319053 w 8319052"/>
              <a:gd name="connsiteY1" fmla="*/ 0 h 285423"/>
              <a:gd name="connsiteX2" fmla="*/ 8319053 w 8319052"/>
              <a:gd name="connsiteY2" fmla="*/ 285423 h 285423"/>
              <a:gd name="connsiteX3" fmla="*/ 0 w 8319052"/>
              <a:gd name="connsiteY3" fmla="*/ 285423 h 285423"/>
            </a:gdLst>
            <a:ahLst/>
            <a:cxnLst>
              <a:cxn ang="0">
                <a:pos x="connsiteX0" y="connsiteY0"/>
              </a:cxn>
              <a:cxn ang="0">
                <a:pos x="connsiteX1" y="connsiteY1"/>
              </a:cxn>
              <a:cxn ang="0">
                <a:pos x="connsiteX2" y="connsiteY2"/>
              </a:cxn>
              <a:cxn ang="0">
                <a:pos x="connsiteX3" y="connsiteY3"/>
              </a:cxn>
            </a:cxnLst>
            <a:rect l="l" t="t" r="r" b="b"/>
            <a:pathLst>
              <a:path w="8319052" h="285423">
                <a:moveTo>
                  <a:pt x="0" y="0"/>
                </a:moveTo>
                <a:lnTo>
                  <a:pt x="8319053" y="0"/>
                </a:lnTo>
                <a:lnTo>
                  <a:pt x="8319053" y="285423"/>
                </a:lnTo>
                <a:lnTo>
                  <a:pt x="0" y="285423"/>
                </a:lnTo>
                <a:close/>
              </a:path>
            </a:pathLst>
          </a:cu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矩形: 圆角 39">
            <a:extLst>
              <a:ext uri="{FF2B5EF4-FFF2-40B4-BE49-F238E27FC236}">
                <a16:creationId xmlns:a16="http://schemas.microsoft.com/office/drawing/2014/main" id="{D018C6F6-56A1-16D8-4A51-7C1495324037}"/>
              </a:ext>
            </a:extLst>
          </p:cNvPr>
          <p:cNvSpPr/>
          <p:nvPr/>
        </p:nvSpPr>
        <p:spPr>
          <a:xfrm>
            <a:off x="899539" y="2502443"/>
            <a:ext cx="1134729" cy="28296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a:extLst>
              <a:ext uri="{FF2B5EF4-FFF2-40B4-BE49-F238E27FC236}">
                <a16:creationId xmlns:a16="http://schemas.microsoft.com/office/drawing/2014/main" id="{6AFC4C5E-8F74-BED6-FE41-AC6C0D04E5CD}"/>
              </a:ext>
            </a:extLst>
          </p:cNvPr>
          <p:cNvSpPr/>
          <p:nvPr/>
        </p:nvSpPr>
        <p:spPr>
          <a:xfrm>
            <a:off x="899539" y="3071245"/>
            <a:ext cx="1134729"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63419366-47CD-2882-C362-C8A69CF94E23}"/>
              </a:ext>
            </a:extLst>
          </p:cNvPr>
          <p:cNvSpPr/>
          <p:nvPr/>
        </p:nvSpPr>
        <p:spPr>
          <a:xfrm>
            <a:off x="899539" y="4422334"/>
            <a:ext cx="1134729"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矩形: 圆角 45">
            <a:extLst>
              <a:ext uri="{FF2B5EF4-FFF2-40B4-BE49-F238E27FC236}">
                <a16:creationId xmlns:a16="http://schemas.microsoft.com/office/drawing/2014/main" id="{1E8DA491-AC18-977D-C780-BE2C8821E43B}"/>
              </a:ext>
            </a:extLst>
          </p:cNvPr>
          <p:cNvSpPr/>
          <p:nvPr/>
        </p:nvSpPr>
        <p:spPr>
          <a:xfrm>
            <a:off x="899539" y="4991136"/>
            <a:ext cx="1134729" cy="282960"/>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矩形: 圆角 47">
            <a:extLst>
              <a:ext uri="{FF2B5EF4-FFF2-40B4-BE49-F238E27FC236}">
                <a16:creationId xmlns:a16="http://schemas.microsoft.com/office/drawing/2014/main" id="{251BFC57-6FB7-49E9-96F5-21F5670DAEE3}"/>
              </a:ext>
            </a:extLst>
          </p:cNvPr>
          <p:cNvSpPr/>
          <p:nvPr/>
        </p:nvSpPr>
        <p:spPr>
          <a:xfrm>
            <a:off x="899539" y="5571706"/>
            <a:ext cx="1134729"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a:extLst>
              <a:ext uri="{FF2B5EF4-FFF2-40B4-BE49-F238E27FC236}">
                <a16:creationId xmlns:a16="http://schemas.microsoft.com/office/drawing/2014/main" id="{3E066E6F-9117-F043-60C0-B5263635DABF}"/>
              </a:ext>
            </a:extLst>
          </p:cNvPr>
          <p:cNvSpPr/>
          <p:nvPr/>
        </p:nvSpPr>
        <p:spPr>
          <a:xfrm>
            <a:off x="1356696" y="5716796"/>
            <a:ext cx="217704" cy="17865"/>
          </a:xfrm>
          <a:prstGeom prst="roundRect">
            <a:avLst/>
          </a:prstGeom>
          <a:solidFill>
            <a:schemeClr val="accent1"/>
          </a:solidFill>
          <a:ln w="6340" cap="flat">
            <a:noFill/>
            <a:prstDash val="solid"/>
            <a:miter/>
          </a:ln>
        </p:spPr>
        <p:txBody>
          <a:bodyPr rtlCol="0" anchor="ctr"/>
          <a:lstStyle/>
          <a:p>
            <a:endParaRPr lang="en-US">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F6AA1CAC-DF7A-6864-E46D-742BAB64548B}"/>
              </a:ext>
            </a:extLst>
          </p:cNvPr>
          <p:cNvSpPr/>
          <p:nvPr/>
        </p:nvSpPr>
        <p:spPr>
          <a:xfrm>
            <a:off x="899539" y="3640053"/>
            <a:ext cx="1134729" cy="49643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矩形: 圆角 52">
            <a:extLst>
              <a:ext uri="{FF2B5EF4-FFF2-40B4-BE49-F238E27FC236}">
                <a16:creationId xmlns:a16="http://schemas.microsoft.com/office/drawing/2014/main" id="{9678CB52-E5E5-E68A-2B13-D036A2E5A27C}"/>
              </a:ext>
            </a:extLst>
          </p:cNvPr>
          <p:cNvSpPr/>
          <p:nvPr/>
        </p:nvSpPr>
        <p:spPr>
          <a:xfrm>
            <a:off x="2769920" y="5612708"/>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任意多边形: 形状 54">
            <a:extLst>
              <a:ext uri="{FF2B5EF4-FFF2-40B4-BE49-F238E27FC236}">
                <a16:creationId xmlns:a16="http://schemas.microsoft.com/office/drawing/2014/main" id="{DF6B271F-6D32-BA71-0A52-D29975506A0C}"/>
              </a:ext>
            </a:extLst>
          </p:cNvPr>
          <p:cNvSpPr/>
          <p:nvPr/>
        </p:nvSpPr>
        <p:spPr>
          <a:xfrm>
            <a:off x="3104072" y="5463767"/>
            <a:ext cx="180578" cy="109029"/>
          </a:xfrm>
          <a:custGeom>
            <a:avLst/>
            <a:gdLst>
              <a:gd name="connsiteX0" fmla="*/ 90290 w 180578"/>
              <a:gd name="connsiteY0" fmla="*/ 109030 h 109029"/>
              <a:gd name="connsiteX1" fmla="*/ 0 w 180578"/>
              <a:gd name="connsiteY1" fmla="*/ 0 h 109029"/>
              <a:gd name="connsiteX2" fmla="*/ 180579 w 180578"/>
              <a:gd name="connsiteY2" fmla="*/ 0 h 109029"/>
              <a:gd name="connsiteX3" fmla="*/ 90290 w 180578"/>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8" h="109029">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任意多边形: 形状 55">
            <a:extLst>
              <a:ext uri="{FF2B5EF4-FFF2-40B4-BE49-F238E27FC236}">
                <a16:creationId xmlns:a16="http://schemas.microsoft.com/office/drawing/2014/main" id="{83C17820-AA5A-1947-86CC-F9F818FF7647}"/>
              </a:ext>
            </a:extLst>
          </p:cNvPr>
          <p:cNvSpPr/>
          <p:nvPr/>
        </p:nvSpPr>
        <p:spPr>
          <a:xfrm>
            <a:off x="4038009" y="5463742"/>
            <a:ext cx="180579" cy="109030"/>
          </a:xfrm>
          <a:custGeom>
            <a:avLst/>
            <a:gdLst>
              <a:gd name="connsiteX0" fmla="*/ 90290 w 180579"/>
              <a:gd name="connsiteY0" fmla="*/ 109030 h 109030"/>
              <a:gd name="connsiteX1" fmla="*/ 0 w 180579"/>
              <a:gd name="connsiteY1" fmla="*/ 0 h 109030"/>
              <a:gd name="connsiteX2" fmla="*/ 180579 w 180579"/>
              <a:gd name="connsiteY2" fmla="*/ 0 h 109030"/>
              <a:gd name="connsiteX3" fmla="*/ 90290 w 180579"/>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79" h="109030">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任意多边形: 形状 56">
            <a:extLst>
              <a:ext uri="{FF2B5EF4-FFF2-40B4-BE49-F238E27FC236}">
                <a16:creationId xmlns:a16="http://schemas.microsoft.com/office/drawing/2014/main" id="{4BE45EDF-66B7-FED4-0FC3-6FA104578B5A}"/>
              </a:ext>
            </a:extLst>
          </p:cNvPr>
          <p:cNvSpPr/>
          <p:nvPr/>
        </p:nvSpPr>
        <p:spPr>
          <a:xfrm>
            <a:off x="4971947" y="5463735"/>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任意多边形: 形状 57">
            <a:extLst>
              <a:ext uri="{FF2B5EF4-FFF2-40B4-BE49-F238E27FC236}">
                <a16:creationId xmlns:a16="http://schemas.microsoft.com/office/drawing/2014/main" id="{2E4C04E1-034A-3AEF-AA73-A3B08A2D1F8D}"/>
              </a:ext>
            </a:extLst>
          </p:cNvPr>
          <p:cNvSpPr/>
          <p:nvPr/>
        </p:nvSpPr>
        <p:spPr>
          <a:xfrm>
            <a:off x="5905885" y="5463723"/>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任意多边形: 形状 58">
            <a:extLst>
              <a:ext uri="{FF2B5EF4-FFF2-40B4-BE49-F238E27FC236}">
                <a16:creationId xmlns:a16="http://schemas.microsoft.com/office/drawing/2014/main" id="{D55183E3-404F-48E4-B0EF-3E4865AB35F8}"/>
              </a:ext>
            </a:extLst>
          </p:cNvPr>
          <p:cNvSpPr/>
          <p:nvPr/>
        </p:nvSpPr>
        <p:spPr>
          <a:xfrm>
            <a:off x="6843020" y="5463704"/>
            <a:ext cx="180553" cy="109029"/>
          </a:xfrm>
          <a:custGeom>
            <a:avLst/>
            <a:gdLst>
              <a:gd name="connsiteX0" fmla="*/ 90277 w 180553"/>
              <a:gd name="connsiteY0" fmla="*/ 109030 h 109029"/>
              <a:gd name="connsiteX1" fmla="*/ 0 w 180553"/>
              <a:gd name="connsiteY1" fmla="*/ 0 h 109029"/>
              <a:gd name="connsiteX2" fmla="*/ 180554 w 180553"/>
              <a:gd name="connsiteY2" fmla="*/ 0 h 109029"/>
              <a:gd name="connsiteX3" fmla="*/ 90277 w 180553"/>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3" h="109029">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任意多边形: 形状 59">
            <a:extLst>
              <a:ext uri="{FF2B5EF4-FFF2-40B4-BE49-F238E27FC236}">
                <a16:creationId xmlns:a16="http://schemas.microsoft.com/office/drawing/2014/main" id="{AF8E85C9-9E58-7DEC-39D3-CF9FB9C56744}"/>
              </a:ext>
            </a:extLst>
          </p:cNvPr>
          <p:cNvSpPr/>
          <p:nvPr/>
        </p:nvSpPr>
        <p:spPr>
          <a:xfrm>
            <a:off x="7776939" y="5463704"/>
            <a:ext cx="180554" cy="109029"/>
          </a:xfrm>
          <a:custGeom>
            <a:avLst/>
            <a:gdLst>
              <a:gd name="connsiteX0" fmla="*/ 90277 w 180554"/>
              <a:gd name="connsiteY0" fmla="*/ 109030 h 109029"/>
              <a:gd name="connsiteX1" fmla="*/ 0 w 180554"/>
              <a:gd name="connsiteY1" fmla="*/ 0 h 109029"/>
              <a:gd name="connsiteX2" fmla="*/ 180554 w 180554"/>
              <a:gd name="connsiteY2" fmla="*/ 0 h 109029"/>
              <a:gd name="connsiteX3" fmla="*/ 90277 w 180554"/>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4" h="109029">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a:extLst>
              <a:ext uri="{FF2B5EF4-FFF2-40B4-BE49-F238E27FC236}">
                <a16:creationId xmlns:a16="http://schemas.microsoft.com/office/drawing/2014/main" id="{3AB1409D-BB1B-10C3-87B1-AB9CBF7EFB00}"/>
              </a:ext>
            </a:extLst>
          </p:cNvPr>
          <p:cNvSpPr/>
          <p:nvPr/>
        </p:nvSpPr>
        <p:spPr>
          <a:xfrm>
            <a:off x="8710858" y="5463697"/>
            <a:ext cx="180617" cy="109030"/>
          </a:xfrm>
          <a:custGeom>
            <a:avLst/>
            <a:gdLst>
              <a:gd name="connsiteX0" fmla="*/ 90277 w 180617"/>
              <a:gd name="connsiteY0" fmla="*/ 109030 h 109030"/>
              <a:gd name="connsiteX1" fmla="*/ 0 w 180617"/>
              <a:gd name="connsiteY1" fmla="*/ 0 h 109030"/>
              <a:gd name="connsiteX2" fmla="*/ 180617 w 180617"/>
              <a:gd name="connsiteY2" fmla="*/ 0 h 109030"/>
              <a:gd name="connsiteX3" fmla="*/ 90277 w 180617"/>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617" h="109030">
                <a:moveTo>
                  <a:pt x="90277" y="109030"/>
                </a:moveTo>
                <a:lnTo>
                  <a:pt x="0" y="0"/>
                </a:lnTo>
                <a:lnTo>
                  <a:pt x="180617"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任意多边形: 形状 61">
            <a:extLst>
              <a:ext uri="{FF2B5EF4-FFF2-40B4-BE49-F238E27FC236}">
                <a16:creationId xmlns:a16="http://schemas.microsoft.com/office/drawing/2014/main" id="{4F82C668-758E-F0C4-2965-A27B387BDA58}"/>
              </a:ext>
            </a:extLst>
          </p:cNvPr>
          <p:cNvSpPr/>
          <p:nvPr/>
        </p:nvSpPr>
        <p:spPr>
          <a:xfrm>
            <a:off x="9644840" y="5463697"/>
            <a:ext cx="180553" cy="109030"/>
          </a:xfrm>
          <a:custGeom>
            <a:avLst/>
            <a:gdLst>
              <a:gd name="connsiteX0" fmla="*/ 90277 w 180553"/>
              <a:gd name="connsiteY0" fmla="*/ 109030 h 109030"/>
              <a:gd name="connsiteX1" fmla="*/ 0 w 180553"/>
              <a:gd name="connsiteY1" fmla="*/ 0 h 109030"/>
              <a:gd name="connsiteX2" fmla="*/ 180554 w 180553"/>
              <a:gd name="connsiteY2" fmla="*/ 0 h 109030"/>
              <a:gd name="connsiteX3" fmla="*/ 90277 w 180553"/>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3" h="109030">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任意多边形: 形状 62">
            <a:extLst>
              <a:ext uri="{FF2B5EF4-FFF2-40B4-BE49-F238E27FC236}">
                <a16:creationId xmlns:a16="http://schemas.microsoft.com/office/drawing/2014/main" id="{48381308-0736-1475-E549-5B26125BC3F3}"/>
              </a:ext>
            </a:extLst>
          </p:cNvPr>
          <p:cNvSpPr/>
          <p:nvPr/>
        </p:nvSpPr>
        <p:spPr>
          <a:xfrm>
            <a:off x="10578759" y="5463697"/>
            <a:ext cx="180554" cy="109030"/>
          </a:xfrm>
          <a:custGeom>
            <a:avLst/>
            <a:gdLst>
              <a:gd name="connsiteX0" fmla="*/ 90277 w 180554"/>
              <a:gd name="connsiteY0" fmla="*/ 109030 h 109030"/>
              <a:gd name="connsiteX1" fmla="*/ 0 w 180554"/>
              <a:gd name="connsiteY1" fmla="*/ 0 h 109030"/>
              <a:gd name="connsiteX2" fmla="*/ 180554 w 180554"/>
              <a:gd name="connsiteY2" fmla="*/ 0 h 109030"/>
              <a:gd name="connsiteX3" fmla="*/ 90277 w 180554"/>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4" h="109030">
                <a:moveTo>
                  <a:pt x="90277" y="109030"/>
                </a:moveTo>
                <a:lnTo>
                  <a:pt x="0" y="0"/>
                </a:lnTo>
                <a:lnTo>
                  <a:pt x="180554" y="0"/>
                </a:lnTo>
                <a:lnTo>
                  <a:pt x="90277" y="109030"/>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a:extLst>
              <a:ext uri="{FF2B5EF4-FFF2-40B4-BE49-F238E27FC236}">
                <a16:creationId xmlns:a16="http://schemas.microsoft.com/office/drawing/2014/main" id="{5FB74A84-A545-A68C-36C7-02B87AA8CAE3}"/>
              </a:ext>
            </a:extLst>
          </p:cNvPr>
          <p:cNvSpPr/>
          <p:nvPr/>
        </p:nvSpPr>
        <p:spPr>
          <a:xfrm>
            <a:off x="3703858"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a:extLst>
              <a:ext uri="{FF2B5EF4-FFF2-40B4-BE49-F238E27FC236}">
                <a16:creationId xmlns:a16="http://schemas.microsoft.com/office/drawing/2014/main" id="{7237B1CB-E841-D598-F23E-FA950CEFA88A}"/>
              </a:ext>
            </a:extLst>
          </p:cNvPr>
          <p:cNvSpPr/>
          <p:nvPr/>
        </p:nvSpPr>
        <p:spPr>
          <a:xfrm>
            <a:off x="4637796"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a:extLst>
              <a:ext uri="{FF2B5EF4-FFF2-40B4-BE49-F238E27FC236}">
                <a16:creationId xmlns:a16="http://schemas.microsoft.com/office/drawing/2014/main" id="{8853AA60-CCB3-7553-2F13-B23636FAD681}"/>
              </a:ext>
            </a:extLst>
          </p:cNvPr>
          <p:cNvSpPr/>
          <p:nvPr/>
        </p:nvSpPr>
        <p:spPr>
          <a:xfrm>
            <a:off x="5571740"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a:extLst>
              <a:ext uri="{FF2B5EF4-FFF2-40B4-BE49-F238E27FC236}">
                <a16:creationId xmlns:a16="http://schemas.microsoft.com/office/drawing/2014/main" id="{82F58F4B-E9BA-44E4-46A5-970DE50C6011}"/>
              </a:ext>
            </a:extLst>
          </p:cNvPr>
          <p:cNvSpPr/>
          <p:nvPr/>
        </p:nvSpPr>
        <p:spPr>
          <a:xfrm>
            <a:off x="6505703"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矩形: 圆角 71">
            <a:extLst>
              <a:ext uri="{FF2B5EF4-FFF2-40B4-BE49-F238E27FC236}">
                <a16:creationId xmlns:a16="http://schemas.microsoft.com/office/drawing/2014/main" id="{ED7E360D-5B09-4CA0-8180-23AAA62FFF62}"/>
              </a:ext>
            </a:extLst>
          </p:cNvPr>
          <p:cNvSpPr/>
          <p:nvPr/>
        </p:nvSpPr>
        <p:spPr>
          <a:xfrm>
            <a:off x="7439622"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矩形: 圆角 73">
            <a:extLst>
              <a:ext uri="{FF2B5EF4-FFF2-40B4-BE49-F238E27FC236}">
                <a16:creationId xmlns:a16="http://schemas.microsoft.com/office/drawing/2014/main" id="{8D92645E-3EE0-7B0D-C872-5ACBD402CBA2}"/>
              </a:ext>
            </a:extLst>
          </p:cNvPr>
          <p:cNvSpPr/>
          <p:nvPr/>
        </p:nvSpPr>
        <p:spPr>
          <a:xfrm>
            <a:off x="8373541"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矩形: 圆角 75">
            <a:extLst>
              <a:ext uri="{FF2B5EF4-FFF2-40B4-BE49-F238E27FC236}">
                <a16:creationId xmlns:a16="http://schemas.microsoft.com/office/drawing/2014/main" id="{D7AB3D1C-E2C3-30E2-5A4B-7DF276A73DA1}"/>
              </a:ext>
            </a:extLst>
          </p:cNvPr>
          <p:cNvSpPr/>
          <p:nvPr/>
        </p:nvSpPr>
        <p:spPr>
          <a:xfrm>
            <a:off x="9307523"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a:extLst>
              <a:ext uri="{FF2B5EF4-FFF2-40B4-BE49-F238E27FC236}">
                <a16:creationId xmlns:a16="http://schemas.microsoft.com/office/drawing/2014/main" id="{280B5974-1FC8-41F5-2EC5-C4890C1DAED5}"/>
              </a:ext>
            </a:extLst>
          </p:cNvPr>
          <p:cNvSpPr/>
          <p:nvPr/>
        </p:nvSpPr>
        <p:spPr>
          <a:xfrm>
            <a:off x="10241442" y="5612670"/>
            <a:ext cx="848882" cy="282960"/>
          </a:xfrm>
          <a:prstGeom prst="roundRect">
            <a:avLst/>
          </a:prstGeom>
          <a:solidFill>
            <a:srgbClr val="FFFFFF"/>
          </a:solidFill>
          <a:ln w="6340" cap="flat">
            <a:noFill/>
            <a:prstDash val="solid"/>
            <a:miter/>
          </a:ln>
          <a:effectLst>
            <a:outerShdw blurRad="254000" dist="63500" dir="5400000" sx="98000" sy="98000" algn="t" rotWithShape="0">
              <a:schemeClr val="accent1">
                <a:lumMod val="75000"/>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任意多边形: 形状 79">
            <a:extLst>
              <a:ext uri="{FF2B5EF4-FFF2-40B4-BE49-F238E27FC236}">
                <a16:creationId xmlns:a16="http://schemas.microsoft.com/office/drawing/2014/main" id="{4C3E8514-4D45-C45C-DEC2-EAA92586E8D0}"/>
              </a:ext>
            </a:extLst>
          </p:cNvPr>
          <p:cNvSpPr/>
          <p:nvPr/>
        </p:nvSpPr>
        <p:spPr>
          <a:xfrm>
            <a:off x="2327005" y="2502443"/>
            <a:ext cx="246095" cy="180579"/>
          </a:xfrm>
          <a:custGeom>
            <a:avLst/>
            <a:gdLst>
              <a:gd name="connsiteX0" fmla="*/ 137065 w 246095"/>
              <a:gd name="connsiteY0" fmla="*/ 180579 h 180579"/>
              <a:gd name="connsiteX1" fmla="*/ 246095 w 246095"/>
              <a:gd name="connsiteY1" fmla="*/ 90290 h 180579"/>
              <a:gd name="connsiteX2" fmla="*/ 137065 w 246095"/>
              <a:gd name="connsiteY2" fmla="*/ 0 h 180579"/>
              <a:gd name="connsiteX3" fmla="*/ 137065 w 246095"/>
              <a:gd name="connsiteY3" fmla="*/ 48444 h 180579"/>
              <a:gd name="connsiteX4" fmla="*/ 0 w 246095"/>
              <a:gd name="connsiteY4" fmla="*/ 48444 h 180579"/>
              <a:gd name="connsiteX5" fmla="*/ 0 w 246095"/>
              <a:gd name="connsiteY5" fmla="*/ 131945 h 180579"/>
              <a:gd name="connsiteX6" fmla="*/ 137065 w 246095"/>
              <a:gd name="connsiteY6" fmla="*/ 131945 h 180579"/>
              <a:gd name="connsiteX7" fmla="*/ 137065 w 246095"/>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95" h="180579">
                <a:moveTo>
                  <a:pt x="137065" y="180579"/>
                </a:moveTo>
                <a:lnTo>
                  <a:pt x="246095" y="90290"/>
                </a:lnTo>
                <a:lnTo>
                  <a:pt x="137065" y="0"/>
                </a:lnTo>
                <a:lnTo>
                  <a:pt x="137065" y="48444"/>
                </a:lnTo>
                <a:lnTo>
                  <a:pt x="0" y="48444"/>
                </a:lnTo>
                <a:lnTo>
                  <a:pt x="0" y="131945"/>
                </a:lnTo>
                <a:lnTo>
                  <a:pt x="137065" y="131945"/>
                </a:lnTo>
                <a:lnTo>
                  <a:pt x="137065" y="180579"/>
                </a:lnTo>
                <a:close/>
              </a:path>
            </a:pathLst>
          </a:custGeom>
          <a:gradFill flip="none" rotWithShape="1">
            <a:gsLst>
              <a:gs pos="14000">
                <a:schemeClr val="accent1"/>
              </a:gs>
              <a:gs pos="93000">
                <a:schemeClr val="accent1">
                  <a:alpha val="0"/>
                </a:schemeClr>
              </a:gs>
            </a:gsLst>
            <a:lin ang="108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任意多边形: 形状 80">
            <a:extLst>
              <a:ext uri="{FF2B5EF4-FFF2-40B4-BE49-F238E27FC236}">
                <a16:creationId xmlns:a16="http://schemas.microsoft.com/office/drawing/2014/main" id="{0A009D29-6171-052D-7721-FB19B44901DD}"/>
              </a:ext>
            </a:extLst>
          </p:cNvPr>
          <p:cNvSpPr/>
          <p:nvPr/>
        </p:nvSpPr>
        <p:spPr>
          <a:xfrm>
            <a:off x="9206461" y="2502443"/>
            <a:ext cx="246088" cy="180579"/>
          </a:xfrm>
          <a:custGeom>
            <a:avLst/>
            <a:gdLst>
              <a:gd name="connsiteX0" fmla="*/ 109055 w 246088"/>
              <a:gd name="connsiteY0" fmla="*/ 180579 h 180579"/>
              <a:gd name="connsiteX1" fmla="*/ 0 w 246088"/>
              <a:gd name="connsiteY1" fmla="*/ 90290 h 180579"/>
              <a:gd name="connsiteX2" fmla="*/ 109055 w 246088"/>
              <a:gd name="connsiteY2" fmla="*/ 0 h 180579"/>
              <a:gd name="connsiteX3" fmla="*/ 109055 w 246088"/>
              <a:gd name="connsiteY3" fmla="*/ 48444 h 180579"/>
              <a:gd name="connsiteX4" fmla="*/ 246088 w 246088"/>
              <a:gd name="connsiteY4" fmla="*/ 48444 h 180579"/>
              <a:gd name="connsiteX5" fmla="*/ 246088 w 246088"/>
              <a:gd name="connsiteY5" fmla="*/ 131945 h 180579"/>
              <a:gd name="connsiteX6" fmla="*/ 109055 w 246088"/>
              <a:gd name="connsiteY6" fmla="*/ 131945 h 180579"/>
              <a:gd name="connsiteX7" fmla="*/ 109055 w 246088"/>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88" h="180579">
                <a:moveTo>
                  <a:pt x="109055" y="180579"/>
                </a:moveTo>
                <a:lnTo>
                  <a:pt x="0" y="90290"/>
                </a:lnTo>
                <a:lnTo>
                  <a:pt x="109055" y="0"/>
                </a:lnTo>
                <a:lnTo>
                  <a:pt x="109055" y="48444"/>
                </a:lnTo>
                <a:lnTo>
                  <a:pt x="246088" y="48444"/>
                </a:lnTo>
                <a:lnTo>
                  <a:pt x="246088" y="131945"/>
                </a:lnTo>
                <a:lnTo>
                  <a:pt x="109055" y="131945"/>
                </a:lnTo>
                <a:lnTo>
                  <a:pt x="109055" y="180579"/>
                </a:lnTo>
                <a:close/>
              </a:path>
            </a:pathLst>
          </a:custGeom>
          <a:gradFill flip="none" rotWithShape="1">
            <a:gsLst>
              <a:gs pos="14000">
                <a:schemeClr val="accent1"/>
              </a:gs>
              <a:gs pos="93000">
                <a:schemeClr val="accent1">
                  <a:alpha val="0"/>
                </a:schemeClr>
              </a:gs>
            </a:gsLst>
            <a:lin ang="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任意多边形: 形状 81">
            <a:extLst>
              <a:ext uri="{FF2B5EF4-FFF2-40B4-BE49-F238E27FC236}">
                <a16:creationId xmlns:a16="http://schemas.microsoft.com/office/drawing/2014/main" id="{CB2F32BF-D850-E865-8828-C9396F17A225}"/>
              </a:ext>
            </a:extLst>
          </p:cNvPr>
          <p:cNvSpPr/>
          <p:nvPr/>
        </p:nvSpPr>
        <p:spPr>
          <a:xfrm>
            <a:off x="10340283" y="3686765"/>
            <a:ext cx="180617" cy="246094"/>
          </a:xfrm>
          <a:custGeom>
            <a:avLst/>
            <a:gdLst>
              <a:gd name="connsiteX0" fmla="*/ 0 w 180617"/>
              <a:gd name="connsiteY0" fmla="*/ 109030 h 246094"/>
              <a:gd name="connsiteX1" fmla="*/ 90277 w 180617"/>
              <a:gd name="connsiteY1" fmla="*/ 0 h 246094"/>
              <a:gd name="connsiteX2" fmla="*/ 180617 w 180617"/>
              <a:gd name="connsiteY2" fmla="*/ 109030 h 246094"/>
              <a:gd name="connsiteX3" fmla="*/ 132148 w 180617"/>
              <a:gd name="connsiteY3" fmla="*/ 109030 h 246094"/>
              <a:gd name="connsiteX4" fmla="*/ 132148 w 180617"/>
              <a:gd name="connsiteY4" fmla="*/ 246095 h 246094"/>
              <a:gd name="connsiteX5" fmla="*/ 48660 w 180617"/>
              <a:gd name="connsiteY5" fmla="*/ 246095 h 246094"/>
              <a:gd name="connsiteX6" fmla="*/ 48660 w 180617"/>
              <a:gd name="connsiteY6" fmla="*/ 109030 h 246094"/>
              <a:gd name="connsiteX7" fmla="*/ 0 w 180617"/>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4">
                <a:moveTo>
                  <a:pt x="0" y="109030"/>
                </a:moveTo>
                <a:lnTo>
                  <a:pt x="90277" y="0"/>
                </a:lnTo>
                <a:lnTo>
                  <a:pt x="180617" y="109030"/>
                </a:lnTo>
                <a:lnTo>
                  <a:pt x="132148" y="109030"/>
                </a:lnTo>
                <a:lnTo>
                  <a:pt x="132148" y="246095"/>
                </a:lnTo>
                <a:lnTo>
                  <a:pt x="48660" y="246095"/>
                </a:lnTo>
                <a:lnTo>
                  <a:pt x="48660"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任意多边形: 形状 82">
            <a:extLst>
              <a:ext uri="{FF2B5EF4-FFF2-40B4-BE49-F238E27FC236}">
                <a16:creationId xmlns:a16="http://schemas.microsoft.com/office/drawing/2014/main" id="{7BF1BED2-E996-6376-2385-B9C3939B487A}"/>
              </a:ext>
            </a:extLst>
          </p:cNvPr>
          <p:cNvSpPr/>
          <p:nvPr/>
        </p:nvSpPr>
        <p:spPr>
          <a:xfrm>
            <a:off x="6008393" y="3686765"/>
            <a:ext cx="180579" cy="246094"/>
          </a:xfrm>
          <a:custGeom>
            <a:avLst/>
            <a:gdLst>
              <a:gd name="connsiteX0" fmla="*/ 0 w 180579"/>
              <a:gd name="connsiteY0" fmla="*/ 109030 h 246094"/>
              <a:gd name="connsiteX1" fmla="*/ 90290 w 180579"/>
              <a:gd name="connsiteY1" fmla="*/ 0 h 246094"/>
              <a:gd name="connsiteX2" fmla="*/ 180580 w 180579"/>
              <a:gd name="connsiteY2" fmla="*/ 109030 h 246094"/>
              <a:gd name="connsiteX3" fmla="*/ 132135 w 180579"/>
              <a:gd name="connsiteY3" fmla="*/ 109030 h 246094"/>
              <a:gd name="connsiteX4" fmla="*/ 132135 w 180579"/>
              <a:gd name="connsiteY4" fmla="*/ 246095 h 246094"/>
              <a:gd name="connsiteX5" fmla="*/ 48634 w 180579"/>
              <a:gd name="connsiteY5" fmla="*/ 246095 h 246094"/>
              <a:gd name="connsiteX6" fmla="*/ 48634 w 180579"/>
              <a:gd name="connsiteY6" fmla="*/ 109030 h 246094"/>
              <a:gd name="connsiteX7" fmla="*/ 0 w 180579"/>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4">
                <a:moveTo>
                  <a:pt x="0" y="109030"/>
                </a:moveTo>
                <a:lnTo>
                  <a:pt x="90290" y="0"/>
                </a:lnTo>
                <a:lnTo>
                  <a:pt x="180580" y="109030"/>
                </a:lnTo>
                <a:lnTo>
                  <a:pt x="132135" y="109030"/>
                </a:lnTo>
                <a:lnTo>
                  <a:pt x="132135" y="246095"/>
                </a:lnTo>
                <a:lnTo>
                  <a:pt x="48634" y="246095"/>
                </a:lnTo>
                <a:lnTo>
                  <a:pt x="48634"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任意多边形: 形状 83">
            <a:extLst>
              <a:ext uri="{FF2B5EF4-FFF2-40B4-BE49-F238E27FC236}">
                <a16:creationId xmlns:a16="http://schemas.microsoft.com/office/drawing/2014/main" id="{94D9BDB9-59A7-F6D7-A59F-96665E5871B3}"/>
              </a:ext>
            </a:extLst>
          </p:cNvPr>
          <p:cNvSpPr/>
          <p:nvPr/>
        </p:nvSpPr>
        <p:spPr>
          <a:xfrm>
            <a:off x="10340283" y="4535272"/>
            <a:ext cx="180617" cy="246095"/>
          </a:xfrm>
          <a:custGeom>
            <a:avLst/>
            <a:gdLst>
              <a:gd name="connsiteX0" fmla="*/ 0 w 180617"/>
              <a:gd name="connsiteY0" fmla="*/ 137065 h 246095"/>
              <a:gd name="connsiteX1" fmla="*/ 90277 w 180617"/>
              <a:gd name="connsiteY1" fmla="*/ 246095 h 246095"/>
              <a:gd name="connsiteX2" fmla="*/ 180617 w 180617"/>
              <a:gd name="connsiteY2" fmla="*/ 137065 h 246095"/>
              <a:gd name="connsiteX3" fmla="*/ 132148 w 180617"/>
              <a:gd name="connsiteY3" fmla="*/ 137065 h 246095"/>
              <a:gd name="connsiteX4" fmla="*/ 132148 w 180617"/>
              <a:gd name="connsiteY4" fmla="*/ 0 h 246095"/>
              <a:gd name="connsiteX5" fmla="*/ 48660 w 180617"/>
              <a:gd name="connsiteY5" fmla="*/ 0 h 246095"/>
              <a:gd name="connsiteX6" fmla="*/ 48660 w 180617"/>
              <a:gd name="connsiteY6" fmla="*/ 137065 h 246095"/>
              <a:gd name="connsiteX7" fmla="*/ 0 w 180617"/>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5">
                <a:moveTo>
                  <a:pt x="0" y="137065"/>
                </a:moveTo>
                <a:lnTo>
                  <a:pt x="90277" y="246095"/>
                </a:lnTo>
                <a:lnTo>
                  <a:pt x="180617" y="137065"/>
                </a:lnTo>
                <a:lnTo>
                  <a:pt x="132148" y="137065"/>
                </a:lnTo>
                <a:lnTo>
                  <a:pt x="132148" y="0"/>
                </a:lnTo>
                <a:lnTo>
                  <a:pt x="48660" y="0"/>
                </a:lnTo>
                <a:lnTo>
                  <a:pt x="48660" y="137065"/>
                </a:lnTo>
                <a:lnTo>
                  <a:pt x="0" y="137065"/>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任意多边形: 形状 84">
            <a:extLst>
              <a:ext uri="{FF2B5EF4-FFF2-40B4-BE49-F238E27FC236}">
                <a16:creationId xmlns:a16="http://schemas.microsoft.com/office/drawing/2014/main" id="{642800C8-C927-A2D3-AD24-811A3EAC36DB}"/>
              </a:ext>
            </a:extLst>
          </p:cNvPr>
          <p:cNvSpPr/>
          <p:nvPr/>
        </p:nvSpPr>
        <p:spPr>
          <a:xfrm>
            <a:off x="6008393" y="4535272"/>
            <a:ext cx="180579" cy="246095"/>
          </a:xfrm>
          <a:custGeom>
            <a:avLst/>
            <a:gdLst>
              <a:gd name="connsiteX0" fmla="*/ 0 w 180579"/>
              <a:gd name="connsiteY0" fmla="*/ 137065 h 246095"/>
              <a:gd name="connsiteX1" fmla="*/ 90290 w 180579"/>
              <a:gd name="connsiteY1" fmla="*/ 246095 h 246095"/>
              <a:gd name="connsiteX2" fmla="*/ 180580 w 180579"/>
              <a:gd name="connsiteY2" fmla="*/ 137065 h 246095"/>
              <a:gd name="connsiteX3" fmla="*/ 132135 w 180579"/>
              <a:gd name="connsiteY3" fmla="*/ 137065 h 246095"/>
              <a:gd name="connsiteX4" fmla="*/ 132135 w 180579"/>
              <a:gd name="connsiteY4" fmla="*/ 0 h 246095"/>
              <a:gd name="connsiteX5" fmla="*/ 48634 w 180579"/>
              <a:gd name="connsiteY5" fmla="*/ 0 h 246095"/>
              <a:gd name="connsiteX6" fmla="*/ 48634 w 180579"/>
              <a:gd name="connsiteY6" fmla="*/ 137065 h 246095"/>
              <a:gd name="connsiteX7" fmla="*/ 0 w 180579"/>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5">
                <a:moveTo>
                  <a:pt x="0" y="137065"/>
                </a:moveTo>
                <a:lnTo>
                  <a:pt x="90290" y="246095"/>
                </a:lnTo>
                <a:lnTo>
                  <a:pt x="180580" y="137065"/>
                </a:lnTo>
                <a:lnTo>
                  <a:pt x="132135" y="137065"/>
                </a:lnTo>
                <a:lnTo>
                  <a:pt x="132135" y="0"/>
                </a:lnTo>
                <a:lnTo>
                  <a:pt x="48634" y="0"/>
                </a:lnTo>
                <a:lnTo>
                  <a:pt x="48634" y="137065"/>
                </a:lnTo>
                <a:lnTo>
                  <a:pt x="0" y="137065"/>
                </a:lnTo>
                <a:close/>
              </a:path>
            </a:pathLst>
          </a:custGeom>
          <a:gradFill>
            <a:gsLst>
              <a:gs pos="14000">
                <a:schemeClr val="accent1"/>
              </a:gs>
              <a:gs pos="93000">
                <a:schemeClr val="accent1">
                  <a:alpha val="0"/>
                </a:schemeClr>
              </a:gs>
            </a:gsLst>
            <a:lin ang="16200000" scaled="1"/>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任意多边形: 形状 85">
            <a:extLst>
              <a:ext uri="{FF2B5EF4-FFF2-40B4-BE49-F238E27FC236}">
                <a16:creationId xmlns:a16="http://schemas.microsoft.com/office/drawing/2014/main" id="{AE5E7FBB-E900-0BC0-DF74-65653055D4DE}"/>
              </a:ext>
            </a:extLst>
          </p:cNvPr>
          <p:cNvSpPr/>
          <p:nvPr/>
        </p:nvSpPr>
        <p:spPr>
          <a:xfrm>
            <a:off x="3082413" y="2424696"/>
            <a:ext cx="190323" cy="190323"/>
          </a:xfrm>
          <a:custGeom>
            <a:avLst/>
            <a:gdLst>
              <a:gd name="connsiteX0" fmla="*/ 95162 w 190323"/>
              <a:gd name="connsiteY0" fmla="*/ 190324 h 190323"/>
              <a:gd name="connsiteX1" fmla="*/ 0 w 190323"/>
              <a:gd name="connsiteY1" fmla="*/ 95162 h 190323"/>
              <a:gd name="connsiteX2" fmla="*/ 95162 w 190323"/>
              <a:gd name="connsiteY2" fmla="*/ 0 h 190323"/>
              <a:gd name="connsiteX3" fmla="*/ 190324 w 190323"/>
              <a:gd name="connsiteY3" fmla="*/ 95162 h 190323"/>
              <a:gd name="connsiteX4" fmla="*/ 95162 w 190323"/>
              <a:gd name="connsiteY4" fmla="*/ 190324 h 190323"/>
              <a:gd name="connsiteX5" fmla="*/ 73370 w 190323"/>
              <a:gd name="connsiteY5" fmla="*/ 168119 h 190323"/>
              <a:gd name="connsiteX6" fmla="*/ 57351 w 190323"/>
              <a:gd name="connsiteY6" fmla="*/ 104678 h 190323"/>
              <a:gd name="connsiteX7" fmla="*/ 19622 w 190323"/>
              <a:gd name="connsiteY7" fmla="*/ 104678 h 190323"/>
              <a:gd name="connsiteX8" fmla="*/ 37081 w 190323"/>
              <a:gd name="connsiteY8" fmla="*/ 144373 h 190323"/>
              <a:gd name="connsiteX9" fmla="*/ 73370 w 190323"/>
              <a:gd name="connsiteY9" fmla="*/ 168119 h 190323"/>
              <a:gd name="connsiteX10" fmla="*/ 76415 w 190323"/>
              <a:gd name="connsiteY10" fmla="*/ 104678 h 190323"/>
              <a:gd name="connsiteX11" fmla="*/ 95162 w 190323"/>
              <a:gd name="connsiteY11" fmla="*/ 168931 h 190323"/>
              <a:gd name="connsiteX12" fmla="*/ 113909 w 190323"/>
              <a:gd name="connsiteY12" fmla="*/ 104678 h 190323"/>
              <a:gd name="connsiteX13" fmla="*/ 76415 w 190323"/>
              <a:gd name="connsiteY13" fmla="*/ 104678 h 190323"/>
              <a:gd name="connsiteX14" fmla="*/ 170701 w 190323"/>
              <a:gd name="connsiteY14" fmla="*/ 104678 h 190323"/>
              <a:gd name="connsiteX15" fmla="*/ 132966 w 190323"/>
              <a:gd name="connsiteY15" fmla="*/ 104678 h 190323"/>
              <a:gd name="connsiteX16" fmla="*/ 116954 w 190323"/>
              <a:gd name="connsiteY16" fmla="*/ 168119 h 190323"/>
              <a:gd name="connsiteX17" fmla="*/ 153242 w 190323"/>
              <a:gd name="connsiteY17" fmla="*/ 144373 h 190323"/>
              <a:gd name="connsiteX18" fmla="*/ 170701 w 190323"/>
              <a:gd name="connsiteY18" fmla="*/ 104678 h 190323"/>
              <a:gd name="connsiteX19" fmla="*/ 19622 w 190323"/>
              <a:gd name="connsiteY19" fmla="*/ 85646 h 190323"/>
              <a:gd name="connsiteX20" fmla="*/ 57351 w 190323"/>
              <a:gd name="connsiteY20" fmla="*/ 85646 h 190323"/>
              <a:gd name="connsiteX21" fmla="*/ 73370 w 190323"/>
              <a:gd name="connsiteY21" fmla="*/ 22198 h 190323"/>
              <a:gd name="connsiteX22" fmla="*/ 37081 w 190323"/>
              <a:gd name="connsiteY22" fmla="*/ 45944 h 190323"/>
              <a:gd name="connsiteX23" fmla="*/ 19622 w 190323"/>
              <a:gd name="connsiteY23" fmla="*/ 85646 h 190323"/>
              <a:gd name="connsiteX24" fmla="*/ 76421 w 190323"/>
              <a:gd name="connsiteY24" fmla="*/ 85646 h 190323"/>
              <a:gd name="connsiteX25" fmla="*/ 113896 w 190323"/>
              <a:gd name="connsiteY25" fmla="*/ 85646 h 190323"/>
              <a:gd name="connsiteX26" fmla="*/ 95162 w 190323"/>
              <a:gd name="connsiteY26" fmla="*/ 21392 h 190323"/>
              <a:gd name="connsiteX27" fmla="*/ 76415 w 190323"/>
              <a:gd name="connsiteY27" fmla="*/ 85646 h 190323"/>
              <a:gd name="connsiteX28" fmla="*/ 76421 w 190323"/>
              <a:gd name="connsiteY28" fmla="*/ 85646 h 190323"/>
              <a:gd name="connsiteX29" fmla="*/ 116954 w 190323"/>
              <a:gd name="connsiteY29" fmla="*/ 22198 h 190323"/>
              <a:gd name="connsiteX30" fmla="*/ 132966 w 190323"/>
              <a:gd name="connsiteY30" fmla="*/ 85646 h 190323"/>
              <a:gd name="connsiteX31" fmla="*/ 170701 w 190323"/>
              <a:gd name="connsiteY31" fmla="*/ 85646 h 190323"/>
              <a:gd name="connsiteX32" fmla="*/ 153242 w 190323"/>
              <a:gd name="connsiteY32" fmla="*/ 45944 h 190323"/>
              <a:gd name="connsiteX33" fmla="*/ 116954 w 190323"/>
              <a:gd name="connsiteY33" fmla="*/ 22198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0323" h="190323">
                <a:moveTo>
                  <a:pt x="95162" y="190324"/>
                </a:moveTo>
                <a:cubicBezTo>
                  <a:pt x="42601" y="190324"/>
                  <a:pt x="0" y="147717"/>
                  <a:pt x="0" y="95162"/>
                </a:cubicBezTo>
                <a:cubicBezTo>
                  <a:pt x="0" y="42601"/>
                  <a:pt x="42601" y="0"/>
                  <a:pt x="95162" y="0"/>
                </a:cubicBezTo>
                <a:cubicBezTo>
                  <a:pt x="147717" y="0"/>
                  <a:pt x="190324" y="42601"/>
                  <a:pt x="190324" y="95162"/>
                </a:cubicBezTo>
                <a:cubicBezTo>
                  <a:pt x="190324" y="147717"/>
                  <a:pt x="147717" y="190324"/>
                  <a:pt x="95162" y="190324"/>
                </a:cubicBezTo>
                <a:close/>
                <a:moveTo>
                  <a:pt x="73370" y="168119"/>
                </a:moveTo>
                <a:cubicBezTo>
                  <a:pt x="63980" y="148205"/>
                  <a:pt x="58544" y="126660"/>
                  <a:pt x="57351" y="104678"/>
                </a:cubicBezTo>
                <a:lnTo>
                  <a:pt x="19622" y="104678"/>
                </a:lnTo>
                <a:cubicBezTo>
                  <a:pt x="21475" y="119320"/>
                  <a:pt x="27540" y="133112"/>
                  <a:pt x="37081" y="144373"/>
                </a:cubicBezTo>
                <a:cubicBezTo>
                  <a:pt x="46623" y="155634"/>
                  <a:pt x="59229" y="163888"/>
                  <a:pt x="73370" y="168119"/>
                </a:cubicBezTo>
                <a:close/>
                <a:moveTo>
                  <a:pt x="76415" y="104678"/>
                </a:moveTo>
                <a:cubicBezTo>
                  <a:pt x="77849" y="127885"/>
                  <a:pt x="84485" y="149690"/>
                  <a:pt x="95162" y="168931"/>
                </a:cubicBezTo>
                <a:cubicBezTo>
                  <a:pt x="106125" y="149176"/>
                  <a:pt x="112532" y="127225"/>
                  <a:pt x="113909" y="104678"/>
                </a:cubicBezTo>
                <a:lnTo>
                  <a:pt x="76415" y="104678"/>
                </a:lnTo>
                <a:close/>
                <a:moveTo>
                  <a:pt x="170701" y="104678"/>
                </a:moveTo>
                <a:lnTo>
                  <a:pt x="132966" y="104678"/>
                </a:lnTo>
                <a:cubicBezTo>
                  <a:pt x="131780" y="126660"/>
                  <a:pt x="126343" y="148205"/>
                  <a:pt x="116954" y="168119"/>
                </a:cubicBezTo>
                <a:cubicBezTo>
                  <a:pt x="131095" y="163888"/>
                  <a:pt x="143701" y="155634"/>
                  <a:pt x="153242" y="144373"/>
                </a:cubicBezTo>
                <a:cubicBezTo>
                  <a:pt x="162784" y="133112"/>
                  <a:pt x="168849" y="119320"/>
                  <a:pt x="170701" y="104678"/>
                </a:cubicBezTo>
                <a:close/>
                <a:moveTo>
                  <a:pt x="19622" y="85646"/>
                </a:moveTo>
                <a:lnTo>
                  <a:pt x="57351" y="85646"/>
                </a:lnTo>
                <a:cubicBezTo>
                  <a:pt x="58544" y="63657"/>
                  <a:pt x="63980" y="42112"/>
                  <a:pt x="73370" y="22198"/>
                </a:cubicBezTo>
                <a:cubicBezTo>
                  <a:pt x="59229" y="26430"/>
                  <a:pt x="46623" y="34683"/>
                  <a:pt x="37081" y="45944"/>
                </a:cubicBezTo>
                <a:cubicBezTo>
                  <a:pt x="27540" y="57205"/>
                  <a:pt x="21475" y="70997"/>
                  <a:pt x="19622" y="85646"/>
                </a:cubicBezTo>
                <a:close/>
                <a:moveTo>
                  <a:pt x="76421" y="85646"/>
                </a:moveTo>
                <a:lnTo>
                  <a:pt x="113896" y="85646"/>
                </a:lnTo>
                <a:cubicBezTo>
                  <a:pt x="112526" y="63099"/>
                  <a:pt x="106125" y="41142"/>
                  <a:pt x="95162" y="21392"/>
                </a:cubicBezTo>
                <a:cubicBezTo>
                  <a:pt x="84199" y="41142"/>
                  <a:pt x="77792" y="63092"/>
                  <a:pt x="76415" y="85646"/>
                </a:cubicBezTo>
                <a:lnTo>
                  <a:pt x="76421" y="85646"/>
                </a:lnTo>
                <a:close/>
                <a:moveTo>
                  <a:pt x="116954" y="22198"/>
                </a:moveTo>
                <a:cubicBezTo>
                  <a:pt x="126343" y="42112"/>
                  <a:pt x="131780" y="63657"/>
                  <a:pt x="132966" y="85646"/>
                </a:cubicBezTo>
                <a:lnTo>
                  <a:pt x="170701" y="85646"/>
                </a:lnTo>
                <a:cubicBezTo>
                  <a:pt x="168849" y="70997"/>
                  <a:pt x="162784" y="57205"/>
                  <a:pt x="153242" y="45944"/>
                </a:cubicBezTo>
                <a:cubicBezTo>
                  <a:pt x="143701" y="34683"/>
                  <a:pt x="131095" y="26430"/>
                  <a:pt x="116954" y="22198"/>
                </a:cubicBezTo>
                <a:close/>
              </a:path>
            </a:pathLst>
          </a:custGeom>
          <a:solidFill>
            <a:schemeClr val="accent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a:extLst>
              <a:ext uri="{FF2B5EF4-FFF2-40B4-BE49-F238E27FC236}">
                <a16:creationId xmlns:a16="http://schemas.microsoft.com/office/drawing/2014/main" id="{7F24B532-E2CD-B526-7BCE-A968D652003B}"/>
              </a:ext>
            </a:extLst>
          </p:cNvPr>
          <p:cNvSpPr txBox="1"/>
          <p:nvPr/>
        </p:nvSpPr>
        <p:spPr>
          <a:xfrm>
            <a:off x="810313" y="1901347"/>
            <a:ext cx="1313180" cy="261610"/>
          </a:xfrm>
          <a:prstGeom prst="rect">
            <a:avLst/>
          </a:prstGeom>
          <a:noFill/>
        </p:spPr>
        <p:txBody>
          <a:bodyPr wrap="none" rtlCol="0">
            <a:spAutoFit/>
          </a:bodyPr>
          <a:lstStyle/>
          <a:p>
            <a:pPr algn="ct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敏捷开发平台应用</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2" name="文本框 91">
            <a:extLst>
              <a:ext uri="{FF2B5EF4-FFF2-40B4-BE49-F238E27FC236}">
                <a16:creationId xmlns:a16="http://schemas.microsoft.com/office/drawing/2014/main" id="{1A13B3A9-06F5-1473-26E0-550967F3F763}"/>
              </a:ext>
            </a:extLst>
          </p:cNvPr>
          <p:cNvSpPr txBox="1"/>
          <p:nvPr/>
        </p:nvSpPr>
        <p:spPr>
          <a:xfrm>
            <a:off x="5349829" y="1901347"/>
            <a:ext cx="1172117" cy="261610"/>
          </a:xfrm>
          <a:prstGeom prst="rect">
            <a:avLst/>
          </a:prstGeom>
          <a:noFill/>
        </p:spPr>
        <p:txBody>
          <a:bodyPr wrap="none" rtlCol="0">
            <a:spAutoFit/>
          </a:bodyPr>
          <a:lstStyle/>
          <a:p>
            <a:pPr algn="ct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全方位用户接入</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3" name="文本框 92">
            <a:extLst>
              <a:ext uri="{FF2B5EF4-FFF2-40B4-BE49-F238E27FC236}">
                <a16:creationId xmlns:a16="http://schemas.microsoft.com/office/drawing/2014/main" id="{76DEB349-8D51-8984-797E-281562B157CC}"/>
              </a:ext>
            </a:extLst>
          </p:cNvPr>
          <p:cNvSpPr txBox="1"/>
          <p:nvPr/>
        </p:nvSpPr>
        <p:spPr>
          <a:xfrm>
            <a:off x="9566406" y="1901347"/>
            <a:ext cx="1728358" cy="261610"/>
          </a:xfrm>
          <a:prstGeom prst="rect">
            <a:avLst/>
          </a:prstGeom>
          <a:noFill/>
        </p:spPr>
        <p:txBody>
          <a:bodyPr wrap="none" rtlCol="0">
            <a:spAutoFit/>
          </a:bodyPr>
          <a:lstStyle/>
          <a:p>
            <a:pPr algn="ct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流程监控预警平台（</a:t>
            </a:r>
            <a:r>
              <a:rPr lang="en-US" altLang="zh-CN"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BI</a:t>
            </a:r>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4" name="文本框 93">
            <a:extLst>
              <a:ext uri="{FF2B5EF4-FFF2-40B4-BE49-F238E27FC236}">
                <a16:creationId xmlns:a16="http://schemas.microsoft.com/office/drawing/2014/main" id="{D4BD6A10-7D34-F0EE-B5B0-654397622080}"/>
              </a:ext>
            </a:extLst>
          </p:cNvPr>
          <p:cNvSpPr txBox="1"/>
          <p:nvPr/>
        </p:nvSpPr>
        <p:spPr>
          <a:xfrm>
            <a:off x="6320571" y="4103737"/>
            <a:ext cx="1313180" cy="261610"/>
          </a:xfrm>
          <a:prstGeom prst="rect">
            <a:avLst/>
          </a:prstGeom>
          <a:noFill/>
        </p:spPr>
        <p:txBody>
          <a:bodyPr wrap="none" rtlCol="0">
            <a:spAutoFit/>
          </a:bodyPr>
          <a:lstStyle/>
          <a:p>
            <a:pPr algn="ctr"/>
            <a:r>
              <a:rPr lang="zh-CN" alt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统一流程运营平台</a:t>
            </a:r>
            <a:endParaRPr lang="en-US" sz="11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95" name="文本框 94">
            <a:extLst>
              <a:ext uri="{FF2B5EF4-FFF2-40B4-BE49-F238E27FC236}">
                <a16:creationId xmlns:a16="http://schemas.microsoft.com/office/drawing/2014/main" id="{04CBB115-67E3-B3EA-1D6A-3A217D5BA871}"/>
              </a:ext>
            </a:extLst>
          </p:cNvPr>
          <p:cNvSpPr txBox="1"/>
          <p:nvPr/>
        </p:nvSpPr>
        <p:spPr>
          <a:xfrm>
            <a:off x="1084877" y="2505935"/>
            <a:ext cx="764054" cy="289441"/>
          </a:xfrm>
          <a:prstGeom prst="round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集团用户</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a:extLst>
              <a:ext uri="{FF2B5EF4-FFF2-40B4-BE49-F238E27FC236}">
                <a16:creationId xmlns:a16="http://schemas.microsoft.com/office/drawing/2014/main" id="{6266AFE6-50ED-F6D9-85DF-93C81D08F02A}"/>
              </a:ext>
            </a:extLst>
          </p:cNvPr>
          <p:cNvSpPr txBox="1"/>
          <p:nvPr/>
        </p:nvSpPr>
        <p:spPr>
          <a:xfrm>
            <a:off x="1013122" y="3073200"/>
            <a:ext cx="907562"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子公司门户</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a:extLst>
              <a:ext uri="{FF2B5EF4-FFF2-40B4-BE49-F238E27FC236}">
                <a16:creationId xmlns:a16="http://schemas.microsoft.com/office/drawing/2014/main" id="{1773FA9B-F136-C935-3AA7-BE1A31C9235B}"/>
              </a:ext>
            </a:extLst>
          </p:cNvPr>
          <p:cNvSpPr txBox="1"/>
          <p:nvPr/>
        </p:nvSpPr>
        <p:spPr>
          <a:xfrm>
            <a:off x="899539" y="3616390"/>
            <a:ext cx="1132018" cy="540929"/>
          </a:xfrm>
          <a:prstGeom prst="roundRect">
            <a:avLst/>
          </a:prstGeom>
          <a:noFill/>
        </p:spPr>
        <p:txBody>
          <a:bodyPr wrap="square" rtlCol="0" anchor="ctr">
            <a:spAutoFit/>
          </a:bodyPr>
          <a:lstStyle/>
          <a:p>
            <a:pPr algn="ctr">
              <a:lnSpc>
                <a:spcPct val="120000"/>
              </a:lnSpc>
            </a:pP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公告</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会议</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车辆</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设备点检</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a:extLst>
              <a:ext uri="{FF2B5EF4-FFF2-40B4-BE49-F238E27FC236}">
                <a16:creationId xmlns:a16="http://schemas.microsoft.com/office/drawing/2014/main" id="{A5003B22-ADF6-1AD1-DB11-EF0475E0EA8B}"/>
              </a:ext>
            </a:extLst>
          </p:cNvPr>
          <p:cNvSpPr txBox="1"/>
          <p:nvPr/>
        </p:nvSpPr>
        <p:spPr>
          <a:xfrm>
            <a:off x="1084876" y="4431009"/>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流程中心</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a:extLst>
              <a:ext uri="{FF2B5EF4-FFF2-40B4-BE49-F238E27FC236}">
                <a16:creationId xmlns:a16="http://schemas.microsoft.com/office/drawing/2014/main" id="{0168D2FF-DE03-F29A-87B6-3BAF392AE47B}"/>
              </a:ext>
            </a:extLst>
          </p:cNvPr>
          <p:cNvSpPr txBox="1"/>
          <p:nvPr/>
        </p:nvSpPr>
        <p:spPr>
          <a:xfrm>
            <a:off x="946308" y="4998686"/>
            <a:ext cx="1041190" cy="289441"/>
          </a:xfrm>
          <a:prstGeom prst="round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应用敏捷开发</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a:extLst>
              <a:ext uri="{FF2B5EF4-FFF2-40B4-BE49-F238E27FC236}">
                <a16:creationId xmlns:a16="http://schemas.microsoft.com/office/drawing/2014/main" id="{B156A557-5DD6-710C-FC5B-94610F6ABD74}"/>
              </a:ext>
            </a:extLst>
          </p:cNvPr>
          <p:cNvSpPr txBox="1"/>
          <p:nvPr/>
        </p:nvSpPr>
        <p:spPr>
          <a:xfrm>
            <a:off x="2966076" y="5620033"/>
            <a:ext cx="456570"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SAP</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1" name="文本框 100">
            <a:extLst>
              <a:ext uri="{FF2B5EF4-FFF2-40B4-BE49-F238E27FC236}">
                <a16:creationId xmlns:a16="http://schemas.microsoft.com/office/drawing/2014/main" id="{57FE436E-1ECC-7825-8FAF-17A17229A6AF}"/>
              </a:ext>
            </a:extLst>
          </p:cNvPr>
          <p:cNvSpPr txBox="1"/>
          <p:nvPr/>
        </p:nvSpPr>
        <p:spPr>
          <a:xfrm>
            <a:off x="3750510"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浪潮财务</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文本框 101">
            <a:extLst>
              <a:ext uri="{FF2B5EF4-FFF2-40B4-BE49-F238E27FC236}">
                <a16:creationId xmlns:a16="http://schemas.microsoft.com/office/drawing/2014/main" id="{E73A805B-BF44-2BD0-EB7E-FECA857A5706}"/>
              </a:ext>
            </a:extLst>
          </p:cNvPr>
          <p:cNvSpPr txBox="1"/>
          <p:nvPr/>
        </p:nvSpPr>
        <p:spPr>
          <a:xfrm>
            <a:off x="4685608"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浪潮财务</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文本框 102">
            <a:extLst>
              <a:ext uri="{FF2B5EF4-FFF2-40B4-BE49-F238E27FC236}">
                <a16:creationId xmlns:a16="http://schemas.microsoft.com/office/drawing/2014/main" id="{2D118F24-A6C1-D3B8-3CDE-E0A487544192}"/>
              </a:ext>
            </a:extLst>
          </p:cNvPr>
          <p:cNvSpPr txBox="1"/>
          <p:nvPr/>
        </p:nvSpPr>
        <p:spPr>
          <a:xfrm>
            <a:off x="5750078" y="5620033"/>
            <a:ext cx="492186"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CRM</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文本框 103">
            <a:extLst>
              <a:ext uri="{FF2B5EF4-FFF2-40B4-BE49-F238E27FC236}">
                <a16:creationId xmlns:a16="http://schemas.microsoft.com/office/drawing/2014/main" id="{ED4A43C4-E35F-1425-FF89-A868F8FB64EC}"/>
              </a:ext>
            </a:extLst>
          </p:cNvPr>
          <p:cNvSpPr txBox="1"/>
          <p:nvPr/>
        </p:nvSpPr>
        <p:spPr>
          <a:xfrm>
            <a:off x="6548094"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人力系统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文本框 104">
            <a:extLst>
              <a:ext uri="{FF2B5EF4-FFF2-40B4-BE49-F238E27FC236}">
                <a16:creationId xmlns:a16="http://schemas.microsoft.com/office/drawing/2014/main" id="{B1573176-7DF4-40D9-ECAA-3BBB15E67643}"/>
              </a:ext>
            </a:extLst>
          </p:cNvPr>
          <p:cNvSpPr txBox="1"/>
          <p:nvPr/>
        </p:nvSpPr>
        <p:spPr>
          <a:xfrm>
            <a:off x="7480480"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研发系统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a:extLst>
              <a:ext uri="{FF2B5EF4-FFF2-40B4-BE49-F238E27FC236}">
                <a16:creationId xmlns:a16="http://schemas.microsoft.com/office/drawing/2014/main" id="{CEA786A2-C281-94B3-9CB4-99CFFE3F7A8C}"/>
              </a:ext>
            </a:extLst>
          </p:cNvPr>
          <p:cNvSpPr txBox="1"/>
          <p:nvPr/>
        </p:nvSpPr>
        <p:spPr>
          <a:xfrm>
            <a:off x="8415955" y="5620033"/>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工程系统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文本框 106">
            <a:extLst>
              <a:ext uri="{FF2B5EF4-FFF2-40B4-BE49-F238E27FC236}">
                <a16:creationId xmlns:a16="http://schemas.microsoft.com/office/drawing/2014/main" id="{26843E27-A799-31F0-95B1-850A35F18464}"/>
              </a:ext>
            </a:extLst>
          </p:cNvPr>
          <p:cNvSpPr txBox="1"/>
          <p:nvPr/>
        </p:nvSpPr>
        <p:spPr>
          <a:xfrm>
            <a:off x="9492654" y="5620033"/>
            <a:ext cx="478618"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MES</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文本框 107">
            <a:extLst>
              <a:ext uri="{FF2B5EF4-FFF2-40B4-BE49-F238E27FC236}">
                <a16:creationId xmlns:a16="http://schemas.microsoft.com/office/drawing/2014/main" id="{821E5E9A-278D-77AC-4AA9-79EECB01F4FB}"/>
              </a:ext>
            </a:extLst>
          </p:cNvPr>
          <p:cNvSpPr txBox="1"/>
          <p:nvPr/>
        </p:nvSpPr>
        <p:spPr>
          <a:xfrm>
            <a:off x="10361018" y="5620033"/>
            <a:ext cx="609729" cy="289441"/>
          </a:xfrm>
          <a:prstGeom prst="roundRect">
            <a:avLst/>
          </a:prstGeom>
          <a:noFill/>
        </p:spPr>
        <p:txBody>
          <a:bodyPr wrap="non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SRM…</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文本框 108">
            <a:extLst>
              <a:ext uri="{FF2B5EF4-FFF2-40B4-BE49-F238E27FC236}">
                <a16:creationId xmlns:a16="http://schemas.microsoft.com/office/drawing/2014/main" id="{A9699D66-4034-26FD-7601-278C23521A42}"/>
              </a:ext>
            </a:extLst>
          </p:cNvPr>
          <p:cNvSpPr txBox="1"/>
          <p:nvPr/>
        </p:nvSpPr>
        <p:spPr>
          <a:xfrm>
            <a:off x="10048559" y="3163369"/>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统计分析</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a:extLst>
              <a:ext uri="{FF2B5EF4-FFF2-40B4-BE49-F238E27FC236}">
                <a16:creationId xmlns:a16="http://schemas.microsoft.com/office/drawing/2014/main" id="{8EECAAB5-512F-C09F-4040-2C40725A5ACF}"/>
              </a:ext>
            </a:extLst>
          </p:cNvPr>
          <p:cNvSpPr txBox="1"/>
          <p:nvPr/>
        </p:nvSpPr>
        <p:spPr>
          <a:xfrm>
            <a:off x="10048559" y="2716021"/>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系统预警</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文本框 110">
            <a:extLst>
              <a:ext uri="{FF2B5EF4-FFF2-40B4-BE49-F238E27FC236}">
                <a16:creationId xmlns:a16="http://schemas.microsoft.com/office/drawing/2014/main" id="{F0A9A7DC-CA86-77DA-EADF-D962F3BC2103}"/>
              </a:ext>
            </a:extLst>
          </p:cNvPr>
          <p:cNvSpPr txBox="1"/>
          <p:nvPr/>
        </p:nvSpPr>
        <p:spPr>
          <a:xfrm>
            <a:off x="10048559" y="2270517"/>
            <a:ext cx="764054" cy="289441"/>
          </a:xfrm>
          <a:prstGeom prst="round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流程监控</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a:extLst>
              <a:ext uri="{FF2B5EF4-FFF2-40B4-BE49-F238E27FC236}">
                <a16:creationId xmlns:a16="http://schemas.microsoft.com/office/drawing/2014/main" id="{50B7CC05-9C08-7CC8-DD1C-3BF4B0AD49CB}"/>
              </a:ext>
            </a:extLst>
          </p:cNvPr>
          <p:cNvSpPr txBox="1"/>
          <p:nvPr/>
        </p:nvSpPr>
        <p:spPr>
          <a:xfrm>
            <a:off x="4265124" y="3012768"/>
            <a:ext cx="3288080"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统一信息门户（单点登录、审批集成、消息推送）</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a:extLst>
              <a:ext uri="{FF2B5EF4-FFF2-40B4-BE49-F238E27FC236}">
                <a16:creationId xmlns:a16="http://schemas.microsoft.com/office/drawing/2014/main" id="{BF17531A-844F-6120-73D7-905AF250B76F}"/>
              </a:ext>
            </a:extLst>
          </p:cNvPr>
          <p:cNvSpPr txBox="1"/>
          <p:nvPr/>
        </p:nvSpPr>
        <p:spPr>
          <a:xfrm>
            <a:off x="6000624" y="5049392"/>
            <a:ext cx="1864613" cy="261610"/>
          </a:xfrm>
          <a:prstGeom prst="rect">
            <a:avLst/>
          </a:prstGeom>
          <a:noFill/>
        </p:spPr>
        <p:txBody>
          <a:bodyPr wrap="none" rtlCol="0">
            <a:spAutoFit/>
          </a:bodyPr>
          <a:lstStyle/>
          <a:p>
            <a:pPr algn="ctr"/>
            <a:r>
              <a:rPr lang="zh-CN" altLang="en-US"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统一业务集成平台（</a:t>
            </a:r>
            <a:r>
              <a:rPr lang="en-US" altLang="zh-CN"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ESB</a:t>
            </a:r>
            <a:r>
              <a:rPr lang="zh-CN" altLang="en-US"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t>
            </a:r>
            <a:endParaRPr lang="en-US" sz="1100" dirty="0">
              <a:solidFill>
                <a:schemeClr val="accent1"/>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4" name="文本框 113">
            <a:extLst>
              <a:ext uri="{FF2B5EF4-FFF2-40B4-BE49-F238E27FC236}">
                <a16:creationId xmlns:a16="http://schemas.microsoft.com/office/drawing/2014/main" id="{CBC9FE26-6F7C-C95F-DAED-A46EF68B2920}"/>
              </a:ext>
            </a:extLst>
          </p:cNvPr>
          <p:cNvSpPr txBox="1"/>
          <p:nvPr/>
        </p:nvSpPr>
        <p:spPr>
          <a:xfrm>
            <a:off x="3434293" y="2389046"/>
            <a:ext cx="607859"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浏览器</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5" name="文本框 114">
            <a:extLst>
              <a:ext uri="{FF2B5EF4-FFF2-40B4-BE49-F238E27FC236}">
                <a16:creationId xmlns:a16="http://schemas.microsoft.com/office/drawing/2014/main" id="{0107483F-866D-36AA-F20B-8DF9B00DD96B}"/>
              </a:ext>
            </a:extLst>
          </p:cNvPr>
          <p:cNvSpPr txBox="1"/>
          <p:nvPr/>
        </p:nvSpPr>
        <p:spPr>
          <a:xfrm>
            <a:off x="5062236" y="2384508"/>
            <a:ext cx="816249"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微信</a:t>
            </a:r>
            <a:r>
              <a:rPr lang="en-US" altLang="zh-CN"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/APP</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6" name="文本框 115">
            <a:extLst>
              <a:ext uri="{FF2B5EF4-FFF2-40B4-BE49-F238E27FC236}">
                <a16:creationId xmlns:a16="http://schemas.microsoft.com/office/drawing/2014/main" id="{9C61F083-8ACB-B395-047C-E83F1F575132}"/>
              </a:ext>
            </a:extLst>
          </p:cNvPr>
          <p:cNvSpPr txBox="1"/>
          <p:nvPr/>
        </p:nvSpPr>
        <p:spPr>
          <a:xfrm>
            <a:off x="6910999" y="2389046"/>
            <a:ext cx="748923"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智能设备</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117" name="文本框 116">
            <a:extLst>
              <a:ext uri="{FF2B5EF4-FFF2-40B4-BE49-F238E27FC236}">
                <a16:creationId xmlns:a16="http://schemas.microsoft.com/office/drawing/2014/main" id="{FC76E62F-EC63-98C9-E92E-22E2A914E101}"/>
              </a:ext>
            </a:extLst>
          </p:cNvPr>
          <p:cNvSpPr txBox="1"/>
          <p:nvPr/>
        </p:nvSpPr>
        <p:spPr>
          <a:xfrm>
            <a:off x="8557636" y="2389046"/>
            <a:ext cx="466794" cy="261610"/>
          </a:xfrm>
          <a:prstGeom prst="rect">
            <a:avLst/>
          </a:prstGeom>
          <a:noFill/>
        </p:spPr>
        <p:txBody>
          <a:bodyPr wrap="none" rtlCol="0">
            <a:spAutoFit/>
          </a:bodyPr>
          <a:lstStyle/>
          <a:p>
            <a:r>
              <a:rPr lang="zh-CN" alt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邮件</a:t>
            </a:r>
            <a:endParaRPr lang="en-US" sz="1100" dirty="0">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7710F62A-343E-3589-8F83-794CBC188E5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66671428-9DA6-B949-95BC-D2A9300FA68B}"/>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D9AE28E1-1A38-3893-9E36-E9BA66F8A251}"/>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63785594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圆角 8">
            <a:extLst>
              <a:ext uri="{FF2B5EF4-FFF2-40B4-BE49-F238E27FC236}">
                <a16:creationId xmlns:a16="http://schemas.microsoft.com/office/drawing/2014/main" id="{917BE100-FBE1-5AB8-04BC-0CDF9C083FEB}"/>
              </a:ext>
            </a:extLst>
          </p:cNvPr>
          <p:cNvSpPr/>
          <p:nvPr/>
        </p:nvSpPr>
        <p:spPr>
          <a:xfrm>
            <a:off x="640051" y="1739134"/>
            <a:ext cx="1506958" cy="1085410"/>
          </a:xfrm>
          <a:prstGeom prst="roundRect">
            <a:avLst>
              <a:gd name="adj" fmla="val 5746"/>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 name="矩形: 圆角 9">
            <a:extLst>
              <a:ext uri="{FF2B5EF4-FFF2-40B4-BE49-F238E27FC236}">
                <a16:creationId xmlns:a16="http://schemas.microsoft.com/office/drawing/2014/main" id="{36B699B4-80B1-5807-99A5-245FF8A76262}"/>
              </a:ext>
            </a:extLst>
          </p:cNvPr>
          <p:cNvSpPr/>
          <p:nvPr/>
        </p:nvSpPr>
        <p:spPr>
          <a:xfrm>
            <a:off x="640051" y="2935395"/>
            <a:ext cx="1506958" cy="407754"/>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DBFC2067-C9FA-DEC6-C44E-6DDCD3EEFB41}"/>
              </a:ext>
            </a:extLst>
          </p:cNvPr>
          <p:cNvSpPr/>
          <p:nvPr/>
        </p:nvSpPr>
        <p:spPr>
          <a:xfrm>
            <a:off x="640051" y="5548179"/>
            <a:ext cx="1506958" cy="415573"/>
          </a:xfrm>
          <a:prstGeom prst="roundRect">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矩形: 圆角 11">
            <a:extLst>
              <a:ext uri="{FF2B5EF4-FFF2-40B4-BE49-F238E27FC236}">
                <a16:creationId xmlns:a16="http://schemas.microsoft.com/office/drawing/2014/main" id="{358A0F39-3770-4353-7004-BDE96B8E3395}"/>
              </a:ext>
            </a:extLst>
          </p:cNvPr>
          <p:cNvSpPr/>
          <p:nvPr/>
        </p:nvSpPr>
        <p:spPr>
          <a:xfrm>
            <a:off x="640051" y="3454002"/>
            <a:ext cx="1506958" cy="1983325"/>
          </a:xfrm>
          <a:prstGeom prst="roundRect">
            <a:avLst>
              <a:gd name="adj" fmla="val 4981"/>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a:extLst>
              <a:ext uri="{FF2B5EF4-FFF2-40B4-BE49-F238E27FC236}">
                <a16:creationId xmlns:a16="http://schemas.microsoft.com/office/drawing/2014/main" id="{A5B555CE-01BA-7A0C-7A30-BADA7747CF9E}"/>
              </a:ext>
            </a:extLst>
          </p:cNvPr>
          <p:cNvSpPr/>
          <p:nvPr/>
        </p:nvSpPr>
        <p:spPr>
          <a:xfrm>
            <a:off x="2257727" y="1745478"/>
            <a:ext cx="1435250" cy="1072721"/>
          </a:xfrm>
          <a:prstGeom prst="roundRect">
            <a:avLst>
              <a:gd name="adj" fmla="val 759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a:extLst>
              <a:ext uri="{FF2B5EF4-FFF2-40B4-BE49-F238E27FC236}">
                <a16:creationId xmlns:a16="http://schemas.microsoft.com/office/drawing/2014/main" id="{BCF4676A-4D7B-AA3D-0981-938BD2153452}"/>
              </a:ext>
            </a:extLst>
          </p:cNvPr>
          <p:cNvSpPr/>
          <p:nvPr/>
        </p:nvSpPr>
        <p:spPr>
          <a:xfrm>
            <a:off x="2331116" y="2214823"/>
            <a:ext cx="1288479" cy="517125"/>
          </a:xfrm>
          <a:prstGeom prst="roundRect">
            <a:avLst>
              <a:gd name="adj" fmla="val 10118"/>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FD3EF7F9-F06B-7677-2979-1B6115AB94B8}"/>
              </a:ext>
            </a:extLst>
          </p:cNvPr>
          <p:cNvSpPr/>
          <p:nvPr/>
        </p:nvSpPr>
        <p:spPr>
          <a:xfrm>
            <a:off x="3827841" y="1745478"/>
            <a:ext cx="1435250" cy="1072721"/>
          </a:xfrm>
          <a:prstGeom prst="roundRect">
            <a:avLst>
              <a:gd name="adj" fmla="val 877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矩形: 圆角 21">
            <a:extLst>
              <a:ext uri="{FF2B5EF4-FFF2-40B4-BE49-F238E27FC236}">
                <a16:creationId xmlns:a16="http://schemas.microsoft.com/office/drawing/2014/main" id="{4DB1D06C-ABDB-80D8-4621-3E19EC9F0501}"/>
              </a:ext>
            </a:extLst>
          </p:cNvPr>
          <p:cNvSpPr/>
          <p:nvPr/>
        </p:nvSpPr>
        <p:spPr>
          <a:xfrm>
            <a:off x="3901224" y="2214823"/>
            <a:ext cx="1288479" cy="517125"/>
          </a:xfrm>
          <a:prstGeom prst="roundRect">
            <a:avLst>
              <a:gd name="adj" fmla="val 12574"/>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CA67FFF7-9202-87DD-ED8B-18B4AA139866}"/>
              </a:ext>
            </a:extLst>
          </p:cNvPr>
          <p:cNvSpPr/>
          <p:nvPr/>
        </p:nvSpPr>
        <p:spPr>
          <a:xfrm>
            <a:off x="5397949" y="1745478"/>
            <a:ext cx="1435250" cy="1072721"/>
          </a:xfrm>
          <a:prstGeom prst="roundRect">
            <a:avLst>
              <a:gd name="adj" fmla="val 916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3FE87E3F-C5AC-7C5B-36B0-4435887865B1}"/>
              </a:ext>
            </a:extLst>
          </p:cNvPr>
          <p:cNvSpPr/>
          <p:nvPr/>
        </p:nvSpPr>
        <p:spPr>
          <a:xfrm>
            <a:off x="5471331" y="2214823"/>
            <a:ext cx="1288479" cy="517125"/>
          </a:xfrm>
          <a:prstGeom prst="roundRect">
            <a:avLst>
              <a:gd name="adj" fmla="val 10118"/>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a:extLst>
              <a:ext uri="{FF2B5EF4-FFF2-40B4-BE49-F238E27FC236}">
                <a16:creationId xmlns:a16="http://schemas.microsoft.com/office/drawing/2014/main" id="{B18229F3-CBFC-65B4-C688-993DB506A199}"/>
              </a:ext>
            </a:extLst>
          </p:cNvPr>
          <p:cNvSpPr/>
          <p:nvPr/>
        </p:nvSpPr>
        <p:spPr>
          <a:xfrm>
            <a:off x="6968063" y="1745478"/>
            <a:ext cx="1435250" cy="1072721"/>
          </a:xfrm>
          <a:prstGeom prst="roundRect">
            <a:avLst>
              <a:gd name="adj" fmla="val 916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ECCFE956-3BCC-6B6E-184C-D2EDD36E3D8B}"/>
              </a:ext>
            </a:extLst>
          </p:cNvPr>
          <p:cNvSpPr/>
          <p:nvPr/>
        </p:nvSpPr>
        <p:spPr>
          <a:xfrm>
            <a:off x="7041465" y="2214823"/>
            <a:ext cx="1288479" cy="517125"/>
          </a:xfrm>
          <a:prstGeom prst="roundRect">
            <a:avLst>
              <a:gd name="adj" fmla="val 10937"/>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C0C4BF7F-0EC4-B278-B851-3AA4D35AAE83}"/>
              </a:ext>
            </a:extLst>
          </p:cNvPr>
          <p:cNvSpPr/>
          <p:nvPr/>
        </p:nvSpPr>
        <p:spPr>
          <a:xfrm>
            <a:off x="8538171" y="1745478"/>
            <a:ext cx="1435250" cy="1072721"/>
          </a:xfrm>
          <a:prstGeom prst="roundRect">
            <a:avLst>
              <a:gd name="adj" fmla="val 7985"/>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DCE13FC4-1CC9-6CB8-9B6C-63D87D22A918}"/>
              </a:ext>
            </a:extLst>
          </p:cNvPr>
          <p:cNvSpPr/>
          <p:nvPr/>
        </p:nvSpPr>
        <p:spPr>
          <a:xfrm>
            <a:off x="8611572" y="2214823"/>
            <a:ext cx="1288479" cy="517125"/>
          </a:xfrm>
          <a:prstGeom prst="roundRect">
            <a:avLst>
              <a:gd name="adj" fmla="val 9299"/>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5B7F922F-B6E1-1DE6-51FC-AEB33717EF70}"/>
              </a:ext>
            </a:extLst>
          </p:cNvPr>
          <p:cNvSpPr/>
          <p:nvPr/>
        </p:nvSpPr>
        <p:spPr>
          <a:xfrm>
            <a:off x="10108279" y="1745478"/>
            <a:ext cx="1435250" cy="1072721"/>
          </a:xfrm>
          <a:prstGeom prst="roundRect">
            <a:avLst>
              <a:gd name="adj" fmla="val 8774"/>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a:extLst>
              <a:ext uri="{FF2B5EF4-FFF2-40B4-BE49-F238E27FC236}">
                <a16:creationId xmlns:a16="http://schemas.microsoft.com/office/drawing/2014/main" id="{E7F4C7E1-10D4-BD18-5B08-49DBC86D54E4}"/>
              </a:ext>
            </a:extLst>
          </p:cNvPr>
          <p:cNvSpPr/>
          <p:nvPr/>
        </p:nvSpPr>
        <p:spPr>
          <a:xfrm>
            <a:off x="10181680" y="2214823"/>
            <a:ext cx="1288479" cy="517125"/>
          </a:xfrm>
          <a:prstGeom prst="roundRect">
            <a:avLst>
              <a:gd name="adj" fmla="val 13393"/>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a:extLst>
              <a:ext uri="{FF2B5EF4-FFF2-40B4-BE49-F238E27FC236}">
                <a16:creationId xmlns:a16="http://schemas.microsoft.com/office/drawing/2014/main" id="{64EF1D70-D02B-453F-D5C6-661C2AB1C1B0}"/>
              </a:ext>
            </a:extLst>
          </p:cNvPr>
          <p:cNvSpPr/>
          <p:nvPr/>
        </p:nvSpPr>
        <p:spPr>
          <a:xfrm>
            <a:off x="2263557" y="3449878"/>
            <a:ext cx="2348589"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矩形: 圆角 41">
            <a:extLst>
              <a:ext uri="{FF2B5EF4-FFF2-40B4-BE49-F238E27FC236}">
                <a16:creationId xmlns:a16="http://schemas.microsoft.com/office/drawing/2014/main" id="{877E0E89-BC27-8E12-9B20-5E08ECAA23FF}"/>
              </a:ext>
            </a:extLst>
          </p:cNvPr>
          <p:cNvSpPr/>
          <p:nvPr/>
        </p:nvSpPr>
        <p:spPr>
          <a:xfrm>
            <a:off x="4745525" y="3449878"/>
            <a:ext cx="2348589"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a:extLst>
              <a:ext uri="{FF2B5EF4-FFF2-40B4-BE49-F238E27FC236}">
                <a16:creationId xmlns:a16="http://schemas.microsoft.com/office/drawing/2014/main" id="{C89AA0EA-5FCE-CB30-0779-F3AAFD2199ED}"/>
              </a:ext>
            </a:extLst>
          </p:cNvPr>
          <p:cNvSpPr/>
          <p:nvPr/>
        </p:nvSpPr>
        <p:spPr>
          <a:xfrm>
            <a:off x="7198482" y="3449878"/>
            <a:ext cx="1879301"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矩形: 圆角 43">
            <a:extLst>
              <a:ext uri="{FF2B5EF4-FFF2-40B4-BE49-F238E27FC236}">
                <a16:creationId xmlns:a16="http://schemas.microsoft.com/office/drawing/2014/main" id="{11CF7A30-6A4C-1D3F-707B-C60B711A7197}"/>
              </a:ext>
            </a:extLst>
          </p:cNvPr>
          <p:cNvSpPr/>
          <p:nvPr/>
        </p:nvSpPr>
        <p:spPr>
          <a:xfrm>
            <a:off x="9182100" y="3449878"/>
            <a:ext cx="2369829" cy="406321"/>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矩形: 圆角 48">
            <a:extLst>
              <a:ext uri="{FF2B5EF4-FFF2-40B4-BE49-F238E27FC236}">
                <a16:creationId xmlns:a16="http://schemas.microsoft.com/office/drawing/2014/main" id="{FE238CD4-5CBA-57C6-9228-2E13996E3D0C}"/>
              </a:ext>
            </a:extLst>
          </p:cNvPr>
          <p:cNvSpPr/>
          <p:nvPr/>
        </p:nvSpPr>
        <p:spPr>
          <a:xfrm>
            <a:off x="2263970" y="3979384"/>
            <a:ext cx="2341832" cy="1451599"/>
          </a:xfrm>
          <a:prstGeom prst="roundRect">
            <a:avLst>
              <a:gd name="adj" fmla="val 3602"/>
            </a:avLst>
          </a:prstGeom>
          <a:solidFill>
            <a:srgbClr val="F5F6FA">
              <a:alpha val="50000"/>
            </a:srgbClr>
          </a:solidFill>
          <a:ln w="12680" cap="flat">
            <a:solidFill>
              <a:srgbClr val="81838F">
                <a:alpha val="50000"/>
              </a:srgbClr>
            </a:solidFill>
            <a:prstDash val="sysDash"/>
            <a:miter/>
          </a:ln>
        </p:spPr>
        <p:txBody>
          <a:bodyPr rtlCol="0" anchor="ctr"/>
          <a:lstStyle/>
          <a:p>
            <a:pPr algn="ctr"/>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矩形: 圆角 49">
            <a:extLst>
              <a:ext uri="{FF2B5EF4-FFF2-40B4-BE49-F238E27FC236}">
                <a16:creationId xmlns:a16="http://schemas.microsoft.com/office/drawing/2014/main" id="{4B96B2EC-D6CF-7A3E-C926-A38950D285DA}"/>
              </a:ext>
            </a:extLst>
          </p:cNvPr>
          <p:cNvSpPr/>
          <p:nvPr/>
        </p:nvSpPr>
        <p:spPr>
          <a:xfrm>
            <a:off x="4751870" y="3979384"/>
            <a:ext cx="2335900" cy="1451599"/>
          </a:xfrm>
          <a:prstGeom prst="roundRect">
            <a:avLst>
              <a:gd name="adj" fmla="val 5002"/>
            </a:avLst>
          </a:prstGeom>
          <a:solidFill>
            <a:srgbClr val="F5F6FA">
              <a:alpha val="50000"/>
            </a:srgbClr>
          </a:solidFill>
          <a:ln w="12680" cap="flat">
            <a:solidFill>
              <a:srgbClr val="81838F">
                <a:alpha val="50000"/>
              </a:srgbClr>
            </a:solidFill>
            <a:prstDash val="sys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矩形: 圆角 50">
            <a:extLst>
              <a:ext uri="{FF2B5EF4-FFF2-40B4-BE49-F238E27FC236}">
                <a16:creationId xmlns:a16="http://schemas.microsoft.com/office/drawing/2014/main" id="{2CD48694-104F-D853-379E-E860B0E1A5D4}"/>
              </a:ext>
            </a:extLst>
          </p:cNvPr>
          <p:cNvSpPr/>
          <p:nvPr/>
        </p:nvSpPr>
        <p:spPr>
          <a:xfrm>
            <a:off x="9188444" y="3979384"/>
            <a:ext cx="2357140" cy="1451599"/>
          </a:xfrm>
          <a:prstGeom prst="roundRect">
            <a:avLst>
              <a:gd name="adj" fmla="val 6460"/>
            </a:avLst>
          </a:prstGeom>
          <a:solidFill>
            <a:srgbClr val="F5F6FA">
              <a:alpha val="50000"/>
            </a:srgbClr>
          </a:solidFill>
          <a:ln w="12680" cap="flat">
            <a:solidFill>
              <a:srgbClr val="81838F">
                <a:alpha val="50000"/>
              </a:srgbClr>
            </a:solidFill>
            <a:prstDash val="sys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矩形: 圆角 51">
            <a:extLst>
              <a:ext uri="{FF2B5EF4-FFF2-40B4-BE49-F238E27FC236}">
                <a16:creationId xmlns:a16="http://schemas.microsoft.com/office/drawing/2014/main" id="{3D01BDB7-B504-B0ED-3CBB-0EBF1A11BE09}"/>
              </a:ext>
            </a:extLst>
          </p:cNvPr>
          <p:cNvSpPr/>
          <p:nvPr/>
        </p:nvSpPr>
        <p:spPr>
          <a:xfrm>
            <a:off x="7204826" y="3979384"/>
            <a:ext cx="1866613" cy="1451599"/>
          </a:xfrm>
          <a:prstGeom prst="roundRect">
            <a:avLst>
              <a:gd name="adj" fmla="val 4710"/>
            </a:avLst>
          </a:prstGeom>
          <a:solidFill>
            <a:srgbClr val="F5F6FA">
              <a:alpha val="50000"/>
            </a:srgbClr>
          </a:solidFill>
          <a:ln w="12680" cap="flat">
            <a:solidFill>
              <a:srgbClr val="81838F">
                <a:alpha val="50000"/>
              </a:srgbClr>
            </a:solidFill>
            <a:prstDash val="sys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矩形: 圆角 56">
            <a:extLst>
              <a:ext uri="{FF2B5EF4-FFF2-40B4-BE49-F238E27FC236}">
                <a16:creationId xmlns:a16="http://schemas.microsoft.com/office/drawing/2014/main" id="{8BB93380-5D8B-1073-20DF-1E7C06F1D26D}"/>
              </a:ext>
            </a:extLst>
          </p:cNvPr>
          <p:cNvSpPr/>
          <p:nvPr/>
        </p:nvSpPr>
        <p:spPr>
          <a:xfrm>
            <a:off x="2348930"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8" name="矩形: 圆角 57">
            <a:extLst>
              <a:ext uri="{FF2B5EF4-FFF2-40B4-BE49-F238E27FC236}">
                <a16:creationId xmlns:a16="http://schemas.microsoft.com/office/drawing/2014/main" id="{B5048A63-A0C9-14BB-5A4C-7E40541E7829}"/>
              </a:ext>
            </a:extLst>
          </p:cNvPr>
          <p:cNvSpPr/>
          <p:nvPr/>
        </p:nvSpPr>
        <p:spPr>
          <a:xfrm>
            <a:off x="4836830"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圆角 58">
            <a:extLst>
              <a:ext uri="{FF2B5EF4-FFF2-40B4-BE49-F238E27FC236}">
                <a16:creationId xmlns:a16="http://schemas.microsoft.com/office/drawing/2014/main" id="{8E41CFA0-A43A-08B0-B1E4-A7CBF26AD722}"/>
              </a:ext>
            </a:extLst>
          </p:cNvPr>
          <p:cNvSpPr/>
          <p:nvPr/>
        </p:nvSpPr>
        <p:spPr>
          <a:xfrm>
            <a:off x="927339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矩形: 圆角 59">
            <a:extLst>
              <a:ext uri="{FF2B5EF4-FFF2-40B4-BE49-F238E27FC236}">
                <a16:creationId xmlns:a16="http://schemas.microsoft.com/office/drawing/2014/main" id="{C82AC822-07D5-CBBB-735A-7886F043A896}"/>
              </a:ext>
            </a:extLst>
          </p:cNvPr>
          <p:cNvSpPr/>
          <p:nvPr/>
        </p:nvSpPr>
        <p:spPr>
          <a:xfrm>
            <a:off x="7295927" y="4450867"/>
            <a:ext cx="1688083"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a:extLst>
              <a:ext uri="{FF2B5EF4-FFF2-40B4-BE49-F238E27FC236}">
                <a16:creationId xmlns:a16="http://schemas.microsoft.com/office/drawing/2014/main" id="{B52B9C93-9EF5-2A82-B3DF-23470BC99CB3}"/>
              </a:ext>
            </a:extLst>
          </p:cNvPr>
          <p:cNvSpPr/>
          <p:nvPr/>
        </p:nvSpPr>
        <p:spPr>
          <a:xfrm>
            <a:off x="348178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a:extLst>
              <a:ext uri="{FF2B5EF4-FFF2-40B4-BE49-F238E27FC236}">
                <a16:creationId xmlns:a16="http://schemas.microsoft.com/office/drawing/2014/main" id="{FE32175B-C5C8-19BA-C9DA-A33CD91DA3B0}"/>
              </a:ext>
            </a:extLst>
          </p:cNvPr>
          <p:cNvSpPr/>
          <p:nvPr/>
        </p:nvSpPr>
        <p:spPr>
          <a:xfrm>
            <a:off x="596968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矩形: 圆角 62">
            <a:extLst>
              <a:ext uri="{FF2B5EF4-FFF2-40B4-BE49-F238E27FC236}">
                <a16:creationId xmlns:a16="http://schemas.microsoft.com/office/drawing/2014/main" id="{FE97F2F7-0CEA-5141-A93F-488A5BBF1A06}"/>
              </a:ext>
            </a:extLst>
          </p:cNvPr>
          <p:cNvSpPr/>
          <p:nvPr/>
        </p:nvSpPr>
        <p:spPr>
          <a:xfrm>
            <a:off x="10406262" y="4450867"/>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a:extLst>
              <a:ext uri="{FF2B5EF4-FFF2-40B4-BE49-F238E27FC236}">
                <a16:creationId xmlns:a16="http://schemas.microsoft.com/office/drawing/2014/main" id="{90532E5F-71AA-C4C2-1BC1-4C2E1398F54C}"/>
              </a:ext>
            </a:extLst>
          </p:cNvPr>
          <p:cNvSpPr/>
          <p:nvPr/>
        </p:nvSpPr>
        <p:spPr>
          <a:xfrm>
            <a:off x="348178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64">
            <a:extLst>
              <a:ext uri="{FF2B5EF4-FFF2-40B4-BE49-F238E27FC236}">
                <a16:creationId xmlns:a16="http://schemas.microsoft.com/office/drawing/2014/main" id="{E92BE594-1125-7D5B-0924-05A19ABE0523}"/>
              </a:ext>
            </a:extLst>
          </p:cNvPr>
          <p:cNvSpPr/>
          <p:nvPr/>
        </p:nvSpPr>
        <p:spPr>
          <a:xfrm>
            <a:off x="596968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a:extLst>
              <a:ext uri="{FF2B5EF4-FFF2-40B4-BE49-F238E27FC236}">
                <a16:creationId xmlns:a16="http://schemas.microsoft.com/office/drawing/2014/main" id="{005144F7-14DE-FB23-FFA0-FCFDB8D003C0}"/>
              </a:ext>
            </a:extLst>
          </p:cNvPr>
          <p:cNvSpPr/>
          <p:nvPr/>
        </p:nvSpPr>
        <p:spPr>
          <a:xfrm>
            <a:off x="1040626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66">
            <a:extLst>
              <a:ext uri="{FF2B5EF4-FFF2-40B4-BE49-F238E27FC236}">
                <a16:creationId xmlns:a16="http://schemas.microsoft.com/office/drawing/2014/main" id="{379A5BDB-3F2C-CEEB-FD16-85DFBD218B79}"/>
              </a:ext>
            </a:extLst>
          </p:cNvPr>
          <p:cNvSpPr/>
          <p:nvPr/>
        </p:nvSpPr>
        <p:spPr>
          <a:xfrm>
            <a:off x="2348930"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a:extLst>
              <a:ext uri="{FF2B5EF4-FFF2-40B4-BE49-F238E27FC236}">
                <a16:creationId xmlns:a16="http://schemas.microsoft.com/office/drawing/2014/main" id="{291144FD-5C99-11B9-3B0F-CE08DD441AC6}"/>
              </a:ext>
            </a:extLst>
          </p:cNvPr>
          <p:cNvSpPr/>
          <p:nvPr/>
        </p:nvSpPr>
        <p:spPr>
          <a:xfrm>
            <a:off x="4836830"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矩形: 圆角 68">
            <a:extLst>
              <a:ext uri="{FF2B5EF4-FFF2-40B4-BE49-F238E27FC236}">
                <a16:creationId xmlns:a16="http://schemas.microsoft.com/office/drawing/2014/main" id="{26F7AF1C-554C-F179-2AED-E4EDF1E79249}"/>
              </a:ext>
            </a:extLst>
          </p:cNvPr>
          <p:cNvSpPr/>
          <p:nvPr/>
        </p:nvSpPr>
        <p:spPr>
          <a:xfrm>
            <a:off x="9273392" y="4943526"/>
            <a:ext cx="1031872"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矩形: 圆角 69">
            <a:extLst>
              <a:ext uri="{FF2B5EF4-FFF2-40B4-BE49-F238E27FC236}">
                <a16:creationId xmlns:a16="http://schemas.microsoft.com/office/drawing/2014/main" id="{807DC416-40A0-0948-101E-CDF615D1E0A0}"/>
              </a:ext>
            </a:extLst>
          </p:cNvPr>
          <p:cNvSpPr/>
          <p:nvPr/>
        </p:nvSpPr>
        <p:spPr>
          <a:xfrm>
            <a:off x="7289774" y="4943526"/>
            <a:ext cx="1694211" cy="389481"/>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矩形: 圆角 84">
            <a:extLst>
              <a:ext uri="{FF2B5EF4-FFF2-40B4-BE49-F238E27FC236}">
                <a16:creationId xmlns:a16="http://schemas.microsoft.com/office/drawing/2014/main" id="{878E1CA5-2626-606F-C7BF-681C6C78087D}"/>
              </a:ext>
            </a:extLst>
          </p:cNvPr>
          <p:cNvSpPr/>
          <p:nvPr/>
        </p:nvSpPr>
        <p:spPr>
          <a:xfrm>
            <a:off x="2257626"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矩形: 圆角 85">
            <a:extLst>
              <a:ext uri="{FF2B5EF4-FFF2-40B4-BE49-F238E27FC236}">
                <a16:creationId xmlns:a16="http://schemas.microsoft.com/office/drawing/2014/main" id="{6C495CBC-6A4B-B2C7-0BF1-A9CAF34F60FD}"/>
              </a:ext>
            </a:extLst>
          </p:cNvPr>
          <p:cNvSpPr/>
          <p:nvPr/>
        </p:nvSpPr>
        <p:spPr>
          <a:xfrm>
            <a:off x="4138342"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矩形: 圆角 86">
            <a:extLst>
              <a:ext uri="{FF2B5EF4-FFF2-40B4-BE49-F238E27FC236}">
                <a16:creationId xmlns:a16="http://schemas.microsoft.com/office/drawing/2014/main" id="{9B54A5E4-80D7-58D1-9456-B199922518BA}"/>
              </a:ext>
            </a:extLst>
          </p:cNvPr>
          <p:cNvSpPr/>
          <p:nvPr/>
        </p:nvSpPr>
        <p:spPr>
          <a:xfrm>
            <a:off x="6019064"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矩形: 圆角 87">
            <a:extLst>
              <a:ext uri="{FF2B5EF4-FFF2-40B4-BE49-F238E27FC236}">
                <a16:creationId xmlns:a16="http://schemas.microsoft.com/office/drawing/2014/main" id="{4948133A-62CD-F619-F9EA-271F4F378AC4}"/>
              </a:ext>
            </a:extLst>
          </p:cNvPr>
          <p:cNvSpPr/>
          <p:nvPr/>
        </p:nvSpPr>
        <p:spPr>
          <a:xfrm>
            <a:off x="7899761"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矩形: 圆角 88">
            <a:extLst>
              <a:ext uri="{FF2B5EF4-FFF2-40B4-BE49-F238E27FC236}">
                <a16:creationId xmlns:a16="http://schemas.microsoft.com/office/drawing/2014/main" id="{B0B31F62-8D4E-9AEC-94EB-4C5ACA9D76BB}"/>
              </a:ext>
            </a:extLst>
          </p:cNvPr>
          <p:cNvSpPr/>
          <p:nvPr/>
        </p:nvSpPr>
        <p:spPr>
          <a:xfrm>
            <a:off x="9780478" y="5555620"/>
            <a:ext cx="1770017" cy="408127"/>
          </a:xfrm>
          <a:prstGeom prst="roundRect">
            <a:avLst/>
          </a:prstGeom>
          <a:gradFill flip="none" rotWithShape="1">
            <a:gsLst>
              <a:gs pos="0">
                <a:schemeClr val="accent2">
                  <a:lumMod val="60000"/>
                  <a:lumOff val="40000"/>
                </a:schemeClr>
              </a:gs>
              <a:gs pos="84000">
                <a:schemeClr val="accent2">
                  <a:lumMod val="75000"/>
                </a:schemeClr>
              </a:gs>
            </a:gsLst>
            <a:lin ang="2700000" scaled="1"/>
            <a:tileRect/>
          </a:gradFill>
          <a:ln>
            <a:noFill/>
          </a:ln>
          <a:effectLst>
            <a:outerShdw blurRad="165100" dist="38100" dir="2700000" algn="tl" rotWithShape="0">
              <a:schemeClr val="accent2">
                <a:lumMod val="75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0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矩形: 圆角 94">
            <a:extLst>
              <a:ext uri="{FF2B5EF4-FFF2-40B4-BE49-F238E27FC236}">
                <a16:creationId xmlns:a16="http://schemas.microsoft.com/office/drawing/2014/main" id="{287AE069-5681-781E-4765-33089A9353D5}"/>
              </a:ext>
            </a:extLst>
          </p:cNvPr>
          <p:cNvSpPr/>
          <p:nvPr/>
        </p:nvSpPr>
        <p:spPr>
          <a:xfrm>
            <a:off x="2251383" y="2935395"/>
            <a:ext cx="9300552" cy="411312"/>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任意多边形: 形状 95">
            <a:extLst>
              <a:ext uri="{FF2B5EF4-FFF2-40B4-BE49-F238E27FC236}">
                <a16:creationId xmlns:a16="http://schemas.microsoft.com/office/drawing/2014/main" id="{8CAE3047-BB2F-65BE-F5BC-619CD0406778}"/>
              </a:ext>
            </a:extLst>
          </p:cNvPr>
          <p:cNvSpPr/>
          <p:nvPr/>
        </p:nvSpPr>
        <p:spPr>
          <a:xfrm>
            <a:off x="2565493" y="3035096"/>
            <a:ext cx="209356" cy="187763"/>
          </a:xfrm>
          <a:custGeom>
            <a:avLst/>
            <a:gdLst>
              <a:gd name="connsiteX0" fmla="*/ 104678 w 209356"/>
              <a:gd name="connsiteY0" fmla="*/ 168731 h 187763"/>
              <a:gd name="connsiteX1" fmla="*/ 123710 w 209356"/>
              <a:gd name="connsiteY1" fmla="*/ 168731 h 187763"/>
              <a:gd name="connsiteX2" fmla="*/ 123710 w 209356"/>
              <a:gd name="connsiteY2" fmla="*/ 45021 h 187763"/>
              <a:gd name="connsiteX3" fmla="*/ 184557 w 209356"/>
              <a:gd name="connsiteY3" fmla="*/ 71095 h 187763"/>
              <a:gd name="connsiteX4" fmla="*/ 188757 w 209356"/>
              <a:gd name="connsiteY4" fmla="*/ 74603 h 187763"/>
              <a:gd name="connsiteX5" fmla="*/ 190324 w 209356"/>
              <a:gd name="connsiteY5" fmla="*/ 79850 h 187763"/>
              <a:gd name="connsiteX6" fmla="*/ 190324 w 209356"/>
              <a:gd name="connsiteY6" fmla="*/ 168731 h 187763"/>
              <a:gd name="connsiteX7" fmla="*/ 209356 w 209356"/>
              <a:gd name="connsiteY7" fmla="*/ 168731 h 187763"/>
              <a:gd name="connsiteX8" fmla="*/ 209356 w 209356"/>
              <a:gd name="connsiteY8" fmla="*/ 187763 h 187763"/>
              <a:gd name="connsiteX9" fmla="*/ 0 w 209356"/>
              <a:gd name="connsiteY9" fmla="*/ 187763 h 187763"/>
              <a:gd name="connsiteX10" fmla="*/ 0 w 209356"/>
              <a:gd name="connsiteY10" fmla="*/ 168731 h 187763"/>
              <a:gd name="connsiteX11" fmla="*/ 19032 w 209356"/>
              <a:gd name="connsiteY11" fmla="*/ 168731 h 187763"/>
              <a:gd name="connsiteX12" fmla="*/ 19032 w 209356"/>
              <a:gd name="connsiteY12" fmla="*/ 41690 h 187763"/>
              <a:gd name="connsiteX13" fmla="*/ 20568 w 209356"/>
              <a:gd name="connsiteY13" fmla="*/ 36500 h 187763"/>
              <a:gd name="connsiteX14" fmla="*/ 24685 w 209356"/>
              <a:gd name="connsiteY14" fmla="*/ 32992 h 187763"/>
              <a:gd name="connsiteX15" fmla="*/ 97985 w 209356"/>
              <a:gd name="connsiteY15" fmla="*/ 409 h 187763"/>
              <a:gd name="connsiteX16" fmla="*/ 100301 w 209356"/>
              <a:gd name="connsiteY16" fmla="*/ 15 h 187763"/>
              <a:gd name="connsiteX17" fmla="*/ 102515 w 209356"/>
              <a:gd name="connsiteY17" fmla="*/ 770 h 187763"/>
              <a:gd name="connsiteX18" fmla="*/ 104107 w 209356"/>
              <a:gd name="connsiteY18" fmla="*/ 2496 h 187763"/>
              <a:gd name="connsiteX19" fmla="*/ 104678 w 209356"/>
              <a:gd name="connsiteY19" fmla="*/ 4767 h 187763"/>
              <a:gd name="connsiteX20" fmla="*/ 104678 w 209356"/>
              <a:gd name="connsiteY20" fmla="*/ 168731 h 187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356" h="187763">
                <a:moveTo>
                  <a:pt x="104678" y="168731"/>
                </a:moveTo>
                <a:lnTo>
                  <a:pt x="123710" y="168731"/>
                </a:lnTo>
                <a:lnTo>
                  <a:pt x="123710" y="45021"/>
                </a:lnTo>
                <a:lnTo>
                  <a:pt x="184557" y="71095"/>
                </a:lnTo>
                <a:cubicBezTo>
                  <a:pt x="186270" y="71831"/>
                  <a:pt x="187729" y="73049"/>
                  <a:pt x="188757" y="74603"/>
                </a:cubicBezTo>
                <a:cubicBezTo>
                  <a:pt x="189778" y="76164"/>
                  <a:pt x="190324" y="77985"/>
                  <a:pt x="190324" y="79850"/>
                </a:cubicBezTo>
                <a:lnTo>
                  <a:pt x="190324" y="168731"/>
                </a:lnTo>
                <a:lnTo>
                  <a:pt x="209356" y="168731"/>
                </a:lnTo>
                <a:lnTo>
                  <a:pt x="209356" y="187763"/>
                </a:lnTo>
                <a:lnTo>
                  <a:pt x="0" y="187763"/>
                </a:lnTo>
                <a:lnTo>
                  <a:pt x="0" y="168731"/>
                </a:lnTo>
                <a:lnTo>
                  <a:pt x="19032" y="168731"/>
                </a:lnTo>
                <a:lnTo>
                  <a:pt x="19032" y="41690"/>
                </a:lnTo>
                <a:cubicBezTo>
                  <a:pt x="19032" y="39850"/>
                  <a:pt x="19565" y="38048"/>
                  <a:pt x="20568" y="36500"/>
                </a:cubicBezTo>
                <a:cubicBezTo>
                  <a:pt x="21570" y="34959"/>
                  <a:pt x="23004" y="33741"/>
                  <a:pt x="24685" y="32992"/>
                </a:cubicBezTo>
                <a:lnTo>
                  <a:pt x="97985" y="409"/>
                </a:lnTo>
                <a:cubicBezTo>
                  <a:pt x="98715" y="85"/>
                  <a:pt x="99508" y="-48"/>
                  <a:pt x="100301" y="15"/>
                </a:cubicBezTo>
                <a:cubicBezTo>
                  <a:pt x="101087" y="79"/>
                  <a:pt x="101855" y="339"/>
                  <a:pt x="102515" y="770"/>
                </a:cubicBezTo>
                <a:cubicBezTo>
                  <a:pt x="103181" y="1202"/>
                  <a:pt x="103727" y="1798"/>
                  <a:pt x="104107" y="2496"/>
                </a:cubicBezTo>
                <a:cubicBezTo>
                  <a:pt x="104481" y="3194"/>
                  <a:pt x="104678" y="3974"/>
                  <a:pt x="104678" y="4767"/>
                </a:cubicBezTo>
                <a:lnTo>
                  <a:pt x="104678" y="168731"/>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任意多边形: 形状 97">
            <a:extLst>
              <a:ext uri="{FF2B5EF4-FFF2-40B4-BE49-F238E27FC236}">
                <a16:creationId xmlns:a16="http://schemas.microsoft.com/office/drawing/2014/main" id="{19B45FE7-9CDB-62EB-2BAC-4CAA1E9B9671}"/>
              </a:ext>
            </a:extLst>
          </p:cNvPr>
          <p:cNvSpPr/>
          <p:nvPr/>
        </p:nvSpPr>
        <p:spPr>
          <a:xfrm>
            <a:off x="4544825" y="3041976"/>
            <a:ext cx="209391" cy="180883"/>
          </a:xfrm>
          <a:custGeom>
            <a:avLst/>
            <a:gdLst>
              <a:gd name="connsiteX0" fmla="*/ 152295 w 209391"/>
              <a:gd name="connsiteY0" fmla="*/ 47657 h 180883"/>
              <a:gd name="connsiteX1" fmla="*/ 108920 w 209391"/>
              <a:gd name="connsiteY1" fmla="*/ 61208 h 180883"/>
              <a:gd name="connsiteX2" fmla="*/ 80987 w 209391"/>
              <a:gd name="connsiteY2" fmla="*/ 97046 h 180883"/>
              <a:gd name="connsiteX3" fmla="*/ 98820 w 209391"/>
              <a:gd name="connsiteY3" fmla="*/ 103733 h 180883"/>
              <a:gd name="connsiteX4" fmla="*/ 124108 w 209391"/>
              <a:gd name="connsiteY4" fmla="*/ 74169 h 180883"/>
              <a:gd name="connsiteX5" fmla="*/ 162464 w 209391"/>
              <a:gd name="connsiteY5" fmla="*/ 67660 h 180883"/>
              <a:gd name="connsiteX6" fmla="*/ 196094 w 209391"/>
              <a:gd name="connsiteY6" fmla="*/ 87225 h 180883"/>
              <a:gd name="connsiteX7" fmla="*/ 209392 w 209391"/>
              <a:gd name="connsiteY7" fmla="*/ 123786 h 180883"/>
              <a:gd name="connsiteX8" fmla="*/ 192669 w 209391"/>
              <a:gd name="connsiteY8" fmla="*/ 164160 h 180883"/>
              <a:gd name="connsiteX9" fmla="*/ 152295 w 209391"/>
              <a:gd name="connsiteY9" fmla="*/ 180883 h 180883"/>
              <a:gd name="connsiteX10" fmla="*/ 57133 w 209391"/>
              <a:gd name="connsiteY10" fmla="*/ 180883 h 180883"/>
              <a:gd name="connsiteX11" fmla="*/ 20292 w 209391"/>
              <a:gd name="connsiteY11" fmla="*/ 167440 h 180883"/>
              <a:gd name="connsiteX12" fmla="*/ 816 w 209391"/>
              <a:gd name="connsiteY12" fmla="*/ 133398 h 180883"/>
              <a:gd name="connsiteX13" fmla="*/ 7889 w 209391"/>
              <a:gd name="connsiteY13" fmla="*/ 94825 h 180883"/>
              <a:gd name="connsiteX14" fmla="*/ 38177 w 209391"/>
              <a:gd name="connsiteY14" fmla="*/ 69912 h 180883"/>
              <a:gd name="connsiteX15" fmla="*/ 53053 w 209391"/>
              <a:gd name="connsiteY15" fmla="*/ 24558 h 180883"/>
              <a:gd name="connsiteX16" fmla="*/ 94455 w 209391"/>
              <a:gd name="connsiteY16" fmla="*/ 793 h 180883"/>
              <a:gd name="connsiteX17" fmla="*/ 141123 w 209391"/>
              <a:gd name="connsiteY17" fmla="*/ 10836 h 180883"/>
              <a:gd name="connsiteX18" fmla="*/ 169087 w 209391"/>
              <a:gd name="connsiteY18" fmla="*/ 49522 h 180883"/>
              <a:gd name="connsiteX19" fmla="*/ 152295 w 209391"/>
              <a:gd name="connsiteY19" fmla="*/ 47657 h 180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391" h="180883">
                <a:moveTo>
                  <a:pt x="152295" y="47657"/>
                </a:moveTo>
                <a:cubicBezTo>
                  <a:pt x="136796" y="47657"/>
                  <a:pt x="121665" y="52383"/>
                  <a:pt x="108920" y="61208"/>
                </a:cubicBezTo>
                <a:cubicBezTo>
                  <a:pt x="96181" y="70033"/>
                  <a:pt x="86436" y="82537"/>
                  <a:pt x="80987" y="97046"/>
                </a:cubicBezTo>
                <a:lnTo>
                  <a:pt x="98820" y="103733"/>
                </a:lnTo>
                <a:cubicBezTo>
                  <a:pt x="103534" y="91222"/>
                  <a:pt x="112479" y="80761"/>
                  <a:pt x="124108" y="74169"/>
                </a:cubicBezTo>
                <a:cubicBezTo>
                  <a:pt x="135743" y="67577"/>
                  <a:pt x="149313" y="65275"/>
                  <a:pt x="162464" y="67660"/>
                </a:cubicBezTo>
                <a:cubicBezTo>
                  <a:pt x="175616" y="70045"/>
                  <a:pt x="187517" y="76973"/>
                  <a:pt x="196094" y="87225"/>
                </a:cubicBezTo>
                <a:cubicBezTo>
                  <a:pt x="204665" y="97477"/>
                  <a:pt x="209373" y="110419"/>
                  <a:pt x="209392" y="123786"/>
                </a:cubicBezTo>
                <a:cubicBezTo>
                  <a:pt x="209392" y="138930"/>
                  <a:pt x="203378" y="153452"/>
                  <a:pt x="192669" y="164160"/>
                </a:cubicBezTo>
                <a:cubicBezTo>
                  <a:pt x="181960" y="174869"/>
                  <a:pt x="167438" y="180883"/>
                  <a:pt x="152295" y="180883"/>
                </a:cubicBezTo>
                <a:lnTo>
                  <a:pt x="57133" y="180883"/>
                </a:lnTo>
                <a:cubicBezTo>
                  <a:pt x="43651" y="180890"/>
                  <a:pt x="30602" y="176125"/>
                  <a:pt x="20292" y="167440"/>
                </a:cubicBezTo>
                <a:cubicBezTo>
                  <a:pt x="9983" y="158749"/>
                  <a:pt x="3087" y="146689"/>
                  <a:pt x="816" y="133398"/>
                </a:cubicBezTo>
                <a:cubicBezTo>
                  <a:pt x="-1455" y="120113"/>
                  <a:pt x="1051" y="106448"/>
                  <a:pt x="7889" y="94825"/>
                </a:cubicBezTo>
                <a:cubicBezTo>
                  <a:pt x="14728" y="83209"/>
                  <a:pt x="25457" y="74385"/>
                  <a:pt x="38177" y="69912"/>
                </a:cubicBezTo>
                <a:cubicBezTo>
                  <a:pt x="37358" y="53475"/>
                  <a:pt x="42662" y="37316"/>
                  <a:pt x="53053" y="24558"/>
                </a:cubicBezTo>
                <a:cubicBezTo>
                  <a:pt x="63445" y="11794"/>
                  <a:pt x="78189" y="3330"/>
                  <a:pt x="94455" y="793"/>
                </a:cubicBezTo>
                <a:cubicBezTo>
                  <a:pt x="110715" y="-1738"/>
                  <a:pt x="127343" y="1840"/>
                  <a:pt x="141123" y="10836"/>
                </a:cubicBezTo>
                <a:cubicBezTo>
                  <a:pt x="154902" y="19832"/>
                  <a:pt x="164869" y="33611"/>
                  <a:pt x="169087" y="49522"/>
                </a:cubicBezTo>
                <a:cubicBezTo>
                  <a:pt x="163575" y="48279"/>
                  <a:pt x="157941" y="47657"/>
                  <a:pt x="152295" y="47657"/>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0" name="任意多边形: 形状 99">
            <a:extLst>
              <a:ext uri="{FF2B5EF4-FFF2-40B4-BE49-F238E27FC236}">
                <a16:creationId xmlns:a16="http://schemas.microsoft.com/office/drawing/2014/main" id="{DE0FBF16-25E6-4AD0-4020-CFA95A56AE7C}"/>
              </a:ext>
            </a:extLst>
          </p:cNvPr>
          <p:cNvSpPr/>
          <p:nvPr/>
        </p:nvSpPr>
        <p:spPr>
          <a:xfrm>
            <a:off x="8513619" y="3047026"/>
            <a:ext cx="189372" cy="188039"/>
          </a:xfrm>
          <a:custGeom>
            <a:avLst/>
            <a:gdLst>
              <a:gd name="connsiteX0" fmla="*/ 0 w 189372"/>
              <a:gd name="connsiteY0" fmla="*/ 103536 h 188039"/>
              <a:gd name="connsiteX1" fmla="*/ 52086 w 189372"/>
              <a:gd name="connsiteY1" fmla="*/ 103536 h 188039"/>
              <a:gd name="connsiteX2" fmla="*/ 79937 w 189372"/>
              <a:gd name="connsiteY2" fmla="*/ 188040 h 188039"/>
              <a:gd name="connsiteX3" fmla="*/ 25567 w 189372"/>
              <a:gd name="connsiteY3" fmla="*/ 159422 h 188039"/>
              <a:gd name="connsiteX4" fmla="*/ 0 w 189372"/>
              <a:gd name="connsiteY4" fmla="*/ 103536 h 188039"/>
              <a:gd name="connsiteX5" fmla="*/ 0 w 189372"/>
              <a:gd name="connsiteY5" fmla="*/ 84504 h 188039"/>
              <a:gd name="connsiteX6" fmla="*/ 25567 w 189372"/>
              <a:gd name="connsiteY6" fmla="*/ 28625 h 188039"/>
              <a:gd name="connsiteX7" fmla="*/ 79937 w 189372"/>
              <a:gd name="connsiteY7" fmla="*/ 0 h 188039"/>
              <a:gd name="connsiteX8" fmla="*/ 52086 w 189372"/>
              <a:gd name="connsiteY8" fmla="*/ 84504 h 188039"/>
              <a:gd name="connsiteX9" fmla="*/ 0 w 189372"/>
              <a:gd name="connsiteY9" fmla="*/ 84504 h 188039"/>
              <a:gd name="connsiteX10" fmla="*/ 189373 w 189372"/>
              <a:gd name="connsiteY10" fmla="*/ 84504 h 188039"/>
              <a:gd name="connsiteX11" fmla="*/ 137223 w 189372"/>
              <a:gd name="connsiteY11" fmla="*/ 84504 h 188039"/>
              <a:gd name="connsiteX12" fmla="*/ 109373 w 189372"/>
              <a:gd name="connsiteY12" fmla="*/ 0 h 188039"/>
              <a:gd name="connsiteX13" fmla="*/ 163742 w 189372"/>
              <a:gd name="connsiteY13" fmla="*/ 28625 h 188039"/>
              <a:gd name="connsiteX14" fmla="*/ 189373 w 189372"/>
              <a:gd name="connsiteY14" fmla="*/ 84504 h 188039"/>
              <a:gd name="connsiteX15" fmla="*/ 189373 w 189372"/>
              <a:gd name="connsiteY15" fmla="*/ 103536 h 188039"/>
              <a:gd name="connsiteX16" fmla="*/ 163742 w 189372"/>
              <a:gd name="connsiteY16" fmla="*/ 159422 h 188039"/>
              <a:gd name="connsiteX17" fmla="*/ 109373 w 189372"/>
              <a:gd name="connsiteY17" fmla="*/ 188040 h 188039"/>
              <a:gd name="connsiteX18" fmla="*/ 137223 w 189372"/>
              <a:gd name="connsiteY18" fmla="*/ 103536 h 188039"/>
              <a:gd name="connsiteX19" fmla="*/ 189373 w 189372"/>
              <a:gd name="connsiteY19" fmla="*/ 103536 h 188039"/>
              <a:gd name="connsiteX20" fmla="*/ 189373 w 189372"/>
              <a:gd name="connsiteY20" fmla="*/ 103536 h 188039"/>
              <a:gd name="connsiteX21" fmla="*/ 71182 w 189372"/>
              <a:gd name="connsiteY21" fmla="*/ 103536 h 188039"/>
              <a:gd name="connsiteX22" fmla="*/ 118191 w 189372"/>
              <a:gd name="connsiteY22" fmla="*/ 103536 h 188039"/>
              <a:gd name="connsiteX23" fmla="*/ 94655 w 189372"/>
              <a:gd name="connsiteY23" fmla="*/ 175783 h 188039"/>
              <a:gd name="connsiteX24" fmla="*/ 71182 w 189372"/>
              <a:gd name="connsiteY24" fmla="*/ 103536 h 188039"/>
              <a:gd name="connsiteX25" fmla="*/ 71182 w 189372"/>
              <a:gd name="connsiteY25" fmla="*/ 84504 h 188039"/>
              <a:gd name="connsiteX26" fmla="*/ 94655 w 189372"/>
              <a:gd name="connsiteY26" fmla="*/ 12257 h 188039"/>
              <a:gd name="connsiteX27" fmla="*/ 118191 w 189372"/>
              <a:gd name="connsiteY27" fmla="*/ 84504 h 188039"/>
              <a:gd name="connsiteX28" fmla="*/ 71182 w 189372"/>
              <a:gd name="connsiteY28" fmla="*/ 84504 h 188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9372" h="188039">
                <a:moveTo>
                  <a:pt x="0" y="103536"/>
                </a:moveTo>
                <a:lnTo>
                  <a:pt x="52086" y="103536"/>
                </a:lnTo>
                <a:cubicBezTo>
                  <a:pt x="53735" y="133677"/>
                  <a:pt x="63315" y="162835"/>
                  <a:pt x="79937" y="188040"/>
                </a:cubicBezTo>
                <a:cubicBezTo>
                  <a:pt x="59128" y="184773"/>
                  <a:pt x="40032" y="174711"/>
                  <a:pt x="25567" y="159422"/>
                </a:cubicBezTo>
                <a:cubicBezTo>
                  <a:pt x="11102" y="144132"/>
                  <a:pt x="2094" y="124478"/>
                  <a:pt x="0" y="103536"/>
                </a:cubicBezTo>
                <a:close/>
                <a:moveTo>
                  <a:pt x="0" y="84504"/>
                </a:moveTo>
                <a:cubicBezTo>
                  <a:pt x="2094" y="63562"/>
                  <a:pt x="11102" y="43914"/>
                  <a:pt x="25567" y="28625"/>
                </a:cubicBezTo>
                <a:cubicBezTo>
                  <a:pt x="40032" y="13335"/>
                  <a:pt x="59128" y="3267"/>
                  <a:pt x="79937" y="0"/>
                </a:cubicBezTo>
                <a:cubicBezTo>
                  <a:pt x="63315" y="25205"/>
                  <a:pt x="53735" y="54369"/>
                  <a:pt x="52086" y="84504"/>
                </a:cubicBezTo>
                <a:lnTo>
                  <a:pt x="0" y="84504"/>
                </a:lnTo>
                <a:close/>
                <a:moveTo>
                  <a:pt x="189373" y="84504"/>
                </a:moveTo>
                <a:lnTo>
                  <a:pt x="137223" y="84504"/>
                </a:lnTo>
                <a:cubicBezTo>
                  <a:pt x="135574" y="54369"/>
                  <a:pt x="125994" y="25205"/>
                  <a:pt x="109373" y="0"/>
                </a:cubicBezTo>
                <a:cubicBezTo>
                  <a:pt x="130182" y="3267"/>
                  <a:pt x="149277" y="13335"/>
                  <a:pt x="163742" y="28625"/>
                </a:cubicBezTo>
                <a:cubicBezTo>
                  <a:pt x="178207" y="43914"/>
                  <a:pt x="187215" y="63562"/>
                  <a:pt x="189373" y="84504"/>
                </a:cubicBezTo>
                <a:close/>
                <a:moveTo>
                  <a:pt x="189373" y="103536"/>
                </a:moveTo>
                <a:cubicBezTo>
                  <a:pt x="187215" y="124478"/>
                  <a:pt x="178207" y="144132"/>
                  <a:pt x="163742" y="159422"/>
                </a:cubicBezTo>
                <a:cubicBezTo>
                  <a:pt x="149277" y="174711"/>
                  <a:pt x="130182" y="184773"/>
                  <a:pt x="109373" y="188040"/>
                </a:cubicBezTo>
                <a:cubicBezTo>
                  <a:pt x="125994" y="162835"/>
                  <a:pt x="135574" y="133677"/>
                  <a:pt x="137223" y="103536"/>
                </a:cubicBezTo>
                <a:lnTo>
                  <a:pt x="189373" y="103536"/>
                </a:lnTo>
                <a:lnTo>
                  <a:pt x="189373" y="103536"/>
                </a:lnTo>
                <a:close/>
                <a:moveTo>
                  <a:pt x="71182" y="103536"/>
                </a:moveTo>
                <a:lnTo>
                  <a:pt x="118191" y="103536"/>
                </a:lnTo>
                <a:cubicBezTo>
                  <a:pt x="116605" y="129230"/>
                  <a:pt x="108485" y="154092"/>
                  <a:pt x="94655" y="175783"/>
                </a:cubicBezTo>
                <a:cubicBezTo>
                  <a:pt x="80824" y="154092"/>
                  <a:pt x="72704" y="129230"/>
                  <a:pt x="71182" y="103536"/>
                </a:cubicBezTo>
                <a:close/>
                <a:moveTo>
                  <a:pt x="71182" y="84504"/>
                </a:moveTo>
                <a:cubicBezTo>
                  <a:pt x="72704" y="58817"/>
                  <a:pt x="80824" y="33954"/>
                  <a:pt x="94655" y="12257"/>
                </a:cubicBezTo>
                <a:cubicBezTo>
                  <a:pt x="108485" y="33954"/>
                  <a:pt x="116605" y="58817"/>
                  <a:pt x="118191" y="84504"/>
                </a:cubicBezTo>
                <a:lnTo>
                  <a:pt x="71182" y="84504"/>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2" name="任意多边形: 形状 101">
            <a:extLst>
              <a:ext uri="{FF2B5EF4-FFF2-40B4-BE49-F238E27FC236}">
                <a16:creationId xmlns:a16="http://schemas.microsoft.com/office/drawing/2014/main" id="{D366E94B-F63B-CC1E-D7D6-4C2CB116A73D}"/>
              </a:ext>
            </a:extLst>
          </p:cNvPr>
          <p:cNvSpPr/>
          <p:nvPr/>
        </p:nvSpPr>
        <p:spPr>
          <a:xfrm>
            <a:off x="10492479" y="3045884"/>
            <a:ext cx="190323" cy="190323"/>
          </a:xfrm>
          <a:custGeom>
            <a:avLst/>
            <a:gdLst>
              <a:gd name="connsiteX0" fmla="*/ 95162 w 190323"/>
              <a:gd name="connsiteY0" fmla="*/ 0 h 190323"/>
              <a:gd name="connsiteX1" fmla="*/ 190324 w 190323"/>
              <a:gd name="connsiteY1" fmla="*/ 95162 h 190323"/>
              <a:gd name="connsiteX2" fmla="*/ 95162 w 190323"/>
              <a:gd name="connsiteY2" fmla="*/ 190324 h 190323"/>
              <a:gd name="connsiteX3" fmla="*/ 0 w 190323"/>
              <a:gd name="connsiteY3" fmla="*/ 95162 h 190323"/>
              <a:gd name="connsiteX4" fmla="*/ 95162 w 190323"/>
              <a:gd name="connsiteY4" fmla="*/ 0 h 190323"/>
              <a:gd name="connsiteX5" fmla="*/ 99920 w 190323"/>
              <a:gd name="connsiteY5" fmla="*/ 47581 h 190323"/>
              <a:gd name="connsiteX6" fmla="*/ 57097 w 190323"/>
              <a:gd name="connsiteY6" fmla="*/ 47581 h 190323"/>
              <a:gd name="connsiteX7" fmla="*/ 57097 w 190323"/>
              <a:gd name="connsiteY7" fmla="*/ 142743 h 190323"/>
              <a:gd name="connsiteX8" fmla="*/ 76130 w 190323"/>
              <a:gd name="connsiteY8" fmla="*/ 142743 h 190323"/>
              <a:gd name="connsiteX9" fmla="*/ 76130 w 190323"/>
              <a:gd name="connsiteY9" fmla="*/ 114194 h 190323"/>
              <a:gd name="connsiteX10" fmla="*/ 97255 w 190323"/>
              <a:gd name="connsiteY10" fmla="*/ 114194 h 190323"/>
              <a:gd name="connsiteX11" fmla="*/ 118001 w 190323"/>
              <a:gd name="connsiteY11" fmla="*/ 142743 h 190323"/>
              <a:gd name="connsiteX12" fmla="*/ 141474 w 190323"/>
              <a:gd name="connsiteY12" fmla="*/ 142743 h 190323"/>
              <a:gd name="connsiteX13" fmla="*/ 117239 w 190323"/>
              <a:gd name="connsiteY13" fmla="*/ 109341 h 190323"/>
              <a:gd name="connsiteX14" fmla="*/ 130752 w 190323"/>
              <a:gd name="connsiteY14" fmla="*/ 93525 h 190323"/>
              <a:gd name="connsiteX15" fmla="*/ 132211 w 190323"/>
              <a:gd name="connsiteY15" fmla="*/ 72774 h 190323"/>
              <a:gd name="connsiteX16" fmla="*/ 121109 w 190323"/>
              <a:gd name="connsiteY16" fmla="*/ 55188 h 190323"/>
              <a:gd name="connsiteX17" fmla="*/ 101760 w 190323"/>
              <a:gd name="connsiteY17" fmla="*/ 47619 h 190323"/>
              <a:gd name="connsiteX18" fmla="*/ 99920 w 190323"/>
              <a:gd name="connsiteY18" fmla="*/ 47581 h 190323"/>
              <a:gd name="connsiteX19" fmla="*/ 99920 w 190323"/>
              <a:gd name="connsiteY19" fmla="*/ 66613 h 190323"/>
              <a:gd name="connsiteX20" fmla="*/ 109500 w 190323"/>
              <a:gd name="connsiteY20" fmla="*/ 70325 h 190323"/>
              <a:gd name="connsiteX21" fmla="*/ 114131 w 190323"/>
              <a:gd name="connsiteY21" fmla="*/ 79517 h 190323"/>
              <a:gd name="connsiteX22" fmla="*/ 114194 w 190323"/>
              <a:gd name="connsiteY22" fmla="*/ 80888 h 190323"/>
              <a:gd name="connsiteX23" fmla="*/ 114131 w 190323"/>
              <a:gd name="connsiteY23" fmla="*/ 82258 h 190323"/>
              <a:gd name="connsiteX24" fmla="*/ 110007 w 190323"/>
              <a:gd name="connsiteY24" fmla="*/ 90988 h 190323"/>
              <a:gd name="connsiteX25" fmla="*/ 101316 w 190323"/>
              <a:gd name="connsiteY25" fmla="*/ 95105 h 190323"/>
              <a:gd name="connsiteX26" fmla="*/ 99920 w 190323"/>
              <a:gd name="connsiteY26" fmla="*/ 95162 h 190323"/>
              <a:gd name="connsiteX27" fmla="*/ 76130 w 190323"/>
              <a:gd name="connsiteY27" fmla="*/ 95162 h 190323"/>
              <a:gd name="connsiteX28" fmla="*/ 76130 w 190323"/>
              <a:gd name="connsiteY28" fmla="*/ 66613 h 190323"/>
              <a:gd name="connsiteX29" fmla="*/ 99920 w 190323"/>
              <a:gd name="connsiteY29" fmla="*/ 66613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0323" h="190323">
                <a:moveTo>
                  <a:pt x="95162" y="0"/>
                </a:moveTo>
                <a:cubicBezTo>
                  <a:pt x="147691" y="0"/>
                  <a:pt x="190324" y="42607"/>
                  <a:pt x="190324" y="95162"/>
                </a:cubicBezTo>
                <a:cubicBezTo>
                  <a:pt x="190324" y="147723"/>
                  <a:pt x="147691" y="190324"/>
                  <a:pt x="95162" y="190324"/>
                </a:cubicBezTo>
                <a:cubicBezTo>
                  <a:pt x="42632" y="190324"/>
                  <a:pt x="0" y="147723"/>
                  <a:pt x="0" y="95162"/>
                </a:cubicBezTo>
                <a:cubicBezTo>
                  <a:pt x="0" y="42607"/>
                  <a:pt x="42632" y="0"/>
                  <a:pt x="95162" y="0"/>
                </a:cubicBezTo>
                <a:close/>
                <a:moveTo>
                  <a:pt x="99920" y="47581"/>
                </a:moveTo>
                <a:lnTo>
                  <a:pt x="57097" y="47581"/>
                </a:lnTo>
                <a:lnTo>
                  <a:pt x="57097" y="142743"/>
                </a:lnTo>
                <a:lnTo>
                  <a:pt x="76130" y="142743"/>
                </a:lnTo>
                <a:lnTo>
                  <a:pt x="76130" y="114194"/>
                </a:lnTo>
                <a:lnTo>
                  <a:pt x="97255" y="114194"/>
                </a:lnTo>
                <a:lnTo>
                  <a:pt x="118001" y="142743"/>
                </a:lnTo>
                <a:lnTo>
                  <a:pt x="141474" y="142743"/>
                </a:lnTo>
                <a:lnTo>
                  <a:pt x="117239" y="109341"/>
                </a:lnTo>
                <a:cubicBezTo>
                  <a:pt x="123329" y="105649"/>
                  <a:pt x="128025" y="100104"/>
                  <a:pt x="130752" y="93525"/>
                </a:cubicBezTo>
                <a:cubicBezTo>
                  <a:pt x="133417" y="86946"/>
                  <a:pt x="133988" y="79676"/>
                  <a:pt x="132211" y="72774"/>
                </a:cubicBezTo>
                <a:cubicBezTo>
                  <a:pt x="130498" y="65877"/>
                  <a:pt x="126629" y="59711"/>
                  <a:pt x="121109" y="55188"/>
                </a:cubicBezTo>
                <a:cubicBezTo>
                  <a:pt x="115653" y="50658"/>
                  <a:pt x="108865" y="48006"/>
                  <a:pt x="101760" y="47619"/>
                </a:cubicBezTo>
                <a:lnTo>
                  <a:pt x="99920" y="47581"/>
                </a:lnTo>
                <a:close/>
                <a:moveTo>
                  <a:pt x="99920" y="66613"/>
                </a:moveTo>
                <a:cubicBezTo>
                  <a:pt x="103473" y="66613"/>
                  <a:pt x="106898" y="67939"/>
                  <a:pt x="109500" y="70325"/>
                </a:cubicBezTo>
                <a:cubicBezTo>
                  <a:pt x="112164" y="72710"/>
                  <a:pt x="113813" y="75990"/>
                  <a:pt x="114131" y="79517"/>
                </a:cubicBezTo>
                <a:lnTo>
                  <a:pt x="114194" y="80888"/>
                </a:lnTo>
                <a:lnTo>
                  <a:pt x="114131" y="82258"/>
                </a:lnTo>
                <a:cubicBezTo>
                  <a:pt x="113813" y="85557"/>
                  <a:pt x="112354" y="88647"/>
                  <a:pt x="110007" y="90988"/>
                </a:cubicBezTo>
                <a:cubicBezTo>
                  <a:pt x="107660" y="93335"/>
                  <a:pt x="104615" y="94788"/>
                  <a:pt x="101316" y="95105"/>
                </a:cubicBezTo>
                <a:lnTo>
                  <a:pt x="99920" y="95162"/>
                </a:lnTo>
                <a:lnTo>
                  <a:pt x="76130" y="95162"/>
                </a:lnTo>
                <a:lnTo>
                  <a:pt x="76130" y="66613"/>
                </a:lnTo>
                <a:lnTo>
                  <a:pt x="99920" y="6661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任意多边形: 形状 104">
            <a:extLst>
              <a:ext uri="{FF2B5EF4-FFF2-40B4-BE49-F238E27FC236}">
                <a16:creationId xmlns:a16="http://schemas.microsoft.com/office/drawing/2014/main" id="{D69A1115-6E48-33A7-E134-5B990F390C99}"/>
              </a:ext>
            </a:extLst>
          </p:cNvPr>
          <p:cNvSpPr/>
          <p:nvPr/>
        </p:nvSpPr>
        <p:spPr>
          <a:xfrm>
            <a:off x="6533744" y="3032022"/>
            <a:ext cx="204217" cy="204185"/>
          </a:xfrm>
          <a:custGeom>
            <a:avLst/>
            <a:gdLst>
              <a:gd name="connsiteX0" fmla="*/ 85646 w 204217"/>
              <a:gd name="connsiteY0" fmla="*/ 14338 h 204185"/>
              <a:gd name="connsiteX1" fmla="*/ 85646 w 204217"/>
              <a:gd name="connsiteY1" fmla="*/ 118540 h 204185"/>
              <a:gd name="connsiteX2" fmla="*/ 189880 w 204217"/>
              <a:gd name="connsiteY2" fmla="*/ 118540 h 204185"/>
              <a:gd name="connsiteX3" fmla="*/ 95162 w 204217"/>
              <a:gd name="connsiteY3" fmla="*/ 204186 h 204185"/>
              <a:gd name="connsiteX4" fmla="*/ 0 w 204217"/>
              <a:gd name="connsiteY4" fmla="*/ 109024 h 204185"/>
              <a:gd name="connsiteX5" fmla="*/ 85646 w 204217"/>
              <a:gd name="connsiteY5" fmla="*/ 14338 h 204185"/>
              <a:gd name="connsiteX6" fmla="*/ 104678 w 204217"/>
              <a:gd name="connsiteY6" fmla="*/ 0 h 204185"/>
              <a:gd name="connsiteX7" fmla="*/ 204217 w 204217"/>
              <a:gd name="connsiteY7" fmla="*/ 99508 h 204185"/>
              <a:gd name="connsiteX8" fmla="*/ 104678 w 204217"/>
              <a:gd name="connsiteY8" fmla="*/ 99508 h 204185"/>
              <a:gd name="connsiteX9" fmla="*/ 104678 w 204217"/>
              <a:gd name="connsiteY9" fmla="*/ 0 h 204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217" h="204185">
                <a:moveTo>
                  <a:pt x="85646" y="14338"/>
                </a:moveTo>
                <a:lnTo>
                  <a:pt x="85646" y="118540"/>
                </a:lnTo>
                <a:lnTo>
                  <a:pt x="189880" y="118540"/>
                </a:lnTo>
                <a:cubicBezTo>
                  <a:pt x="185058" y="166629"/>
                  <a:pt x="144519" y="204186"/>
                  <a:pt x="95162" y="204186"/>
                </a:cubicBezTo>
                <a:cubicBezTo>
                  <a:pt x="42632" y="204186"/>
                  <a:pt x="0" y="161585"/>
                  <a:pt x="0" y="109024"/>
                </a:cubicBezTo>
                <a:cubicBezTo>
                  <a:pt x="0" y="59686"/>
                  <a:pt x="37558" y="19108"/>
                  <a:pt x="85646" y="14338"/>
                </a:cubicBezTo>
                <a:close/>
                <a:moveTo>
                  <a:pt x="104678" y="0"/>
                </a:moveTo>
                <a:cubicBezTo>
                  <a:pt x="157524" y="4536"/>
                  <a:pt x="199649" y="46668"/>
                  <a:pt x="204217" y="99508"/>
                </a:cubicBezTo>
                <a:lnTo>
                  <a:pt x="104678" y="99508"/>
                </a:lnTo>
                <a:lnTo>
                  <a:pt x="104678" y="0"/>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a:extLst>
              <a:ext uri="{FF2B5EF4-FFF2-40B4-BE49-F238E27FC236}">
                <a16:creationId xmlns:a16="http://schemas.microsoft.com/office/drawing/2014/main" id="{0E88E346-4D46-F595-0119-032BD88C6A22}"/>
              </a:ext>
            </a:extLst>
          </p:cNvPr>
          <p:cNvSpPr txBox="1"/>
          <p:nvPr/>
        </p:nvSpPr>
        <p:spPr>
          <a:xfrm>
            <a:off x="903653" y="2120257"/>
            <a:ext cx="979755"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行业</a:t>
            </a:r>
            <a:r>
              <a:rPr lang="en-US" altLang="zh-CN"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a:t>
            </a: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场景</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1" name="文本框 110">
            <a:extLst>
              <a:ext uri="{FF2B5EF4-FFF2-40B4-BE49-F238E27FC236}">
                <a16:creationId xmlns:a16="http://schemas.microsoft.com/office/drawing/2014/main" id="{9BE95077-97A9-A510-8FE1-2FF83D2AF9C4}"/>
              </a:ext>
            </a:extLst>
          </p:cNvPr>
          <p:cNvSpPr txBox="1"/>
          <p:nvPr/>
        </p:nvSpPr>
        <p:spPr>
          <a:xfrm>
            <a:off x="942124" y="2985383"/>
            <a:ext cx="902811"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应用服务</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a:extLst>
              <a:ext uri="{FF2B5EF4-FFF2-40B4-BE49-F238E27FC236}">
                <a16:creationId xmlns:a16="http://schemas.microsoft.com/office/drawing/2014/main" id="{365CB3BF-927C-8AB2-08A2-1B43FF8D6BB5}"/>
              </a:ext>
            </a:extLst>
          </p:cNvPr>
          <p:cNvSpPr txBox="1"/>
          <p:nvPr/>
        </p:nvSpPr>
        <p:spPr>
          <a:xfrm>
            <a:off x="942127" y="4645607"/>
            <a:ext cx="902811"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平台服务</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a:extLst>
              <a:ext uri="{FF2B5EF4-FFF2-40B4-BE49-F238E27FC236}">
                <a16:creationId xmlns:a16="http://schemas.microsoft.com/office/drawing/2014/main" id="{E49A5AF5-FEC6-E3D3-0CA2-DD67DFEE38EB}"/>
              </a:ext>
            </a:extLst>
          </p:cNvPr>
          <p:cNvSpPr txBox="1"/>
          <p:nvPr/>
        </p:nvSpPr>
        <p:spPr>
          <a:xfrm>
            <a:off x="942126" y="5602077"/>
            <a:ext cx="902811"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数据服务</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14" name="文本框 113">
            <a:extLst>
              <a:ext uri="{FF2B5EF4-FFF2-40B4-BE49-F238E27FC236}">
                <a16:creationId xmlns:a16="http://schemas.microsoft.com/office/drawing/2014/main" id="{F428EA15-11C2-AC0D-6FC2-A9E771863B81}"/>
              </a:ext>
            </a:extLst>
          </p:cNvPr>
          <p:cNvSpPr txBox="1"/>
          <p:nvPr/>
        </p:nvSpPr>
        <p:spPr>
          <a:xfrm>
            <a:off x="2344980" y="5628878"/>
            <a:ext cx="1595309"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企业业务数据存储服务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5" name="文本框 114">
            <a:extLst>
              <a:ext uri="{FF2B5EF4-FFF2-40B4-BE49-F238E27FC236}">
                <a16:creationId xmlns:a16="http://schemas.microsoft.com/office/drawing/2014/main" id="{8945D144-8905-3345-16A5-60975BBD57EB}"/>
              </a:ext>
            </a:extLst>
          </p:cNvPr>
          <p:cNvSpPr txBox="1"/>
          <p:nvPr/>
        </p:nvSpPr>
        <p:spPr>
          <a:xfrm>
            <a:off x="4394813" y="5628878"/>
            <a:ext cx="1257075"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POI</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6" name="文本框 115">
            <a:extLst>
              <a:ext uri="{FF2B5EF4-FFF2-40B4-BE49-F238E27FC236}">
                <a16:creationId xmlns:a16="http://schemas.microsoft.com/office/drawing/2014/main" id="{99CE4AA7-2A83-DC83-4DF2-577EFF235B47}"/>
              </a:ext>
            </a:extLst>
          </p:cNvPr>
          <p:cNvSpPr txBox="1"/>
          <p:nvPr/>
        </p:nvSpPr>
        <p:spPr>
          <a:xfrm>
            <a:off x="6268321" y="5628878"/>
            <a:ext cx="1271503"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a:t>
            </a: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AOI</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7" name="文本框 116">
            <a:extLst>
              <a:ext uri="{FF2B5EF4-FFF2-40B4-BE49-F238E27FC236}">
                <a16:creationId xmlns:a16="http://schemas.microsoft.com/office/drawing/2014/main" id="{C34E5617-3416-4494-53FD-0B70BF656DDC}"/>
              </a:ext>
            </a:extLst>
          </p:cNvPr>
          <p:cNvSpPr txBox="1"/>
          <p:nvPr/>
        </p:nvSpPr>
        <p:spPr>
          <a:xfrm>
            <a:off x="7987115" y="5628878"/>
            <a:ext cx="1595309"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高德行政区划数据服务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8" name="文本框 117">
            <a:extLst>
              <a:ext uri="{FF2B5EF4-FFF2-40B4-BE49-F238E27FC236}">
                <a16:creationId xmlns:a16="http://schemas.microsoft.com/office/drawing/2014/main" id="{76138E85-7D56-153D-EC4D-BF9410ACBDD5}"/>
              </a:ext>
            </a:extLst>
          </p:cNvPr>
          <p:cNvSpPr txBox="1"/>
          <p:nvPr/>
        </p:nvSpPr>
        <p:spPr>
          <a:xfrm>
            <a:off x="10008897" y="5628878"/>
            <a:ext cx="1313180"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高德地图数据服务</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9" name="文本框 118">
            <a:extLst>
              <a:ext uri="{FF2B5EF4-FFF2-40B4-BE49-F238E27FC236}">
                <a16:creationId xmlns:a16="http://schemas.microsoft.com/office/drawing/2014/main" id="{046D4EB2-0CFD-9E88-3A0C-31C07EAB1F02}"/>
              </a:ext>
            </a:extLst>
          </p:cNvPr>
          <p:cNvSpPr txBox="1"/>
          <p:nvPr/>
        </p:nvSpPr>
        <p:spPr>
          <a:xfrm>
            <a:off x="2740385" y="3522233"/>
            <a:ext cx="1394934"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在线</a:t>
            </a:r>
            <a:r>
              <a:rPr lang="en-US" altLang="zh-CN" sz="1100" dirty="0" err="1">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SaaS+API</a:t>
            </a: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0" name="文本框 119">
            <a:extLst>
              <a:ext uri="{FF2B5EF4-FFF2-40B4-BE49-F238E27FC236}">
                <a16:creationId xmlns:a16="http://schemas.microsoft.com/office/drawing/2014/main" id="{D843CBCB-66F1-0872-A6F8-4B98EE958E1C}"/>
              </a:ext>
            </a:extLst>
          </p:cNvPr>
          <p:cNvSpPr txBox="1"/>
          <p:nvPr/>
        </p:nvSpPr>
        <p:spPr>
          <a:xfrm>
            <a:off x="5562751" y="3522233"/>
            <a:ext cx="691215" cy="261610"/>
          </a:xfrm>
          <a:prstGeom prst="rect">
            <a:avLst/>
          </a:prstGeom>
          <a:noFill/>
        </p:spPr>
        <p:txBody>
          <a:bodyPr wrap="none" rtlCol="0">
            <a:spAutoFit/>
          </a:bodyPr>
          <a:lstStyle/>
          <a:p>
            <a:pPr algn="ct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IOS SDK</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1" name="文本框 120">
            <a:extLst>
              <a:ext uri="{FF2B5EF4-FFF2-40B4-BE49-F238E27FC236}">
                <a16:creationId xmlns:a16="http://schemas.microsoft.com/office/drawing/2014/main" id="{39820393-3851-7D4D-9F69-182DAA3A3BEC}"/>
              </a:ext>
            </a:extLst>
          </p:cNvPr>
          <p:cNvSpPr txBox="1"/>
          <p:nvPr/>
        </p:nvSpPr>
        <p:spPr>
          <a:xfrm>
            <a:off x="7624210" y="3522233"/>
            <a:ext cx="1027846" cy="261610"/>
          </a:xfrm>
          <a:prstGeom prst="rect">
            <a:avLst/>
          </a:prstGeom>
          <a:noFill/>
        </p:spPr>
        <p:txBody>
          <a:bodyPr wrap="none" rtlCol="0">
            <a:spAutoFit/>
          </a:bodyPr>
          <a:lstStyle/>
          <a:p>
            <a:pPr algn="ctr"/>
            <a:r>
              <a:rPr lang="en-US" altLang="zh-CN"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Android SDK</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2" name="文本框 121">
            <a:extLst>
              <a:ext uri="{FF2B5EF4-FFF2-40B4-BE49-F238E27FC236}">
                <a16:creationId xmlns:a16="http://schemas.microsoft.com/office/drawing/2014/main" id="{848B0E2D-65F2-3B01-8F35-A0BDBD3B22D8}"/>
              </a:ext>
            </a:extLst>
          </p:cNvPr>
          <p:cNvSpPr txBox="1"/>
          <p:nvPr/>
        </p:nvSpPr>
        <p:spPr>
          <a:xfrm>
            <a:off x="10060473" y="3522233"/>
            <a:ext cx="607860" cy="261610"/>
          </a:xfrm>
          <a:prstGeom prst="rect">
            <a:avLst/>
          </a:prstGeom>
          <a:noFill/>
        </p:spPr>
        <p:txBody>
          <a:bodyPr wrap="none" rtlCol="0">
            <a:spAutoFit/>
          </a:bodyPr>
          <a:lstStyle/>
          <a:p>
            <a:pPr algn="ctr"/>
            <a:r>
              <a:rPr lang="zh-CN" alt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小程序</a:t>
            </a:r>
            <a:endParaRPr lang="en-US" sz="1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3" name="文本框 122">
            <a:extLst>
              <a:ext uri="{FF2B5EF4-FFF2-40B4-BE49-F238E27FC236}">
                <a16:creationId xmlns:a16="http://schemas.microsoft.com/office/drawing/2014/main" id="{9A7DCD5D-255A-E324-EE5A-C95A4E440279}"/>
              </a:ext>
            </a:extLst>
          </p:cNvPr>
          <p:cNvSpPr txBox="1"/>
          <p:nvPr/>
        </p:nvSpPr>
        <p:spPr>
          <a:xfrm>
            <a:off x="2919361" y="4080771"/>
            <a:ext cx="1031051"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空间数据托管</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4" name="文本框 123">
            <a:extLst>
              <a:ext uri="{FF2B5EF4-FFF2-40B4-BE49-F238E27FC236}">
                <a16:creationId xmlns:a16="http://schemas.microsoft.com/office/drawing/2014/main" id="{8194110C-BB5A-361C-4ED6-FBD9BC4AC1D4}"/>
              </a:ext>
            </a:extLst>
          </p:cNvPr>
          <p:cNvSpPr txBox="1"/>
          <p:nvPr/>
        </p:nvSpPr>
        <p:spPr>
          <a:xfrm>
            <a:off x="5595220" y="4080771"/>
            <a:ext cx="748924"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空间检索</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5" name="文本框 124">
            <a:extLst>
              <a:ext uri="{FF2B5EF4-FFF2-40B4-BE49-F238E27FC236}">
                <a16:creationId xmlns:a16="http://schemas.microsoft.com/office/drawing/2014/main" id="{75A785BC-D47C-130D-3C69-B27A10FDD825}"/>
              </a:ext>
            </a:extLst>
          </p:cNvPr>
          <p:cNvSpPr txBox="1"/>
          <p:nvPr/>
        </p:nvSpPr>
        <p:spPr>
          <a:xfrm>
            <a:off x="7762417" y="4080771"/>
            <a:ext cx="748924"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空间计算</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6" name="文本框 125">
            <a:extLst>
              <a:ext uri="{FF2B5EF4-FFF2-40B4-BE49-F238E27FC236}">
                <a16:creationId xmlns:a16="http://schemas.microsoft.com/office/drawing/2014/main" id="{64144663-5CB2-FE33-3D27-6E8845E23B5D}"/>
              </a:ext>
            </a:extLst>
          </p:cNvPr>
          <p:cNvSpPr txBox="1"/>
          <p:nvPr/>
        </p:nvSpPr>
        <p:spPr>
          <a:xfrm>
            <a:off x="9879334" y="4080771"/>
            <a:ext cx="970137" cy="261610"/>
          </a:xfrm>
          <a:prstGeom prst="rect">
            <a:avLst/>
          </a:prstGeom>
          <a:noFill/>
        </p:spPr>
        <p:txBody>
          <a:bodyPr wrap="none" rtlCol="0">
            <a:spAutoFit/>
          </a:bodyPr>
          <a:lstStyle/>
          <a:p>
            <a:pPr algn="ctr"/>
            <a:r>
              <a:rPr lang="en-US" altLang="zh-CN"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GIS</a:t>
            </a: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模型服务</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7" name="文本框 126">
            <a:extLst>
              <a:ext uri="{FF2B5EF4-FFF2-40B4-BE49-F238E27FC236}">
                <a16:creationId xmlns:a16="http://schemas.microsoft.com/office/drawing/2014/main" id="{58E270D1-2D5A-ED4B-1E0B-FDBB67E3C0F2}"/>
              </a:ext>
            </a:extLst>
          </p:cNvPr>
          <p:cNvSpPr txBox="1"/>
          <p:nvPr/>
        </p:nvSpPr>
        <p:spPr>
          <a:xfrm>
            <a:off x="2516052" y="4533335"/>
            <a:ext cx="69762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数据存储</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8" name="文本框 127">
            <a:extLst>
              <a:ext uri="{FF2B5EF4-FFF2-40B4-BE49-F238E27FC236}">
                <a16:creationId xmlns:a16="http://schemas.microsoft.com/office/drawing/2014/main" id="{9DD5E84C-604E-AD44-8DDB-8947C85AC69F}"/>
              </a:ext>
            </a:extLst>
          </p:cNvPr>
          <p:cNvSpPr txBox="1"/>
          <p:nvPr/>
        </p:nvSpPr>
        <p:spPr>
          <a:xfrm>
            <a:off x="2516051" y="501515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数据查询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9" name="文本框 128">
            <a:extLst>
              <a:ext uri="{FF2B5EF4-FFF2-40B4-BE49-F238E27FC236}">
                <a16:creationId xmlns:a16="http://schemas.microsoft.com/office/drawing/2014/main" id="{E3962792-6944-D635-DE57-D79D9B0D59BD}"/>
              </a:ext>
            </a:extLst>
          </p:cNvPr>
          <p:cNvSpPr txBox="1"/>
          <p:nvPr/>
        </p:nvSpPr>
        <p:spPr>
          <a:xfrm>
            <a:off x="3649847"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数据编辑</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0" name="文本框 129">
            <a:extLst>
              <a:ext uri="{FF2B5EF4-FFF2-40B4-BE49-F238E27FC236}">
                <a16:creationId xmlns:a16="http://schemas.microsoft.com/office/drawing/2014/main" id="{61610B2E-F1B0-9EE6-8F2C-6008CCD65949}"/>
              </a:ext>
            </a:extLst>
          </p:cNvPr>
          <p:cNvSpPr txBox="1"/>
          <p:nvPr/>
        </p:nvSpPr>
        <p:spPr>
          <a:xfrm>
            <a:off x="3649847" y="501515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数据同步</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1" name="文本框 130">
            <a:extLst>
              <a:ext uri="{FF2B5EF4-FFF2-40B4-BE49-F238E27FC236}">
                <a16:creationId xmlns:a16="http://schemas.microsoft.com/office/drawing/2014/main" id="{59008265-40D2-B349-30EB-7A852EB1816B}"/>
              </a:ext>
            </a:extLst>
          </p:cNvPr>
          <p:cNvSpPr txBox="1"/>
          <p:nvPr/>
        </p:nvSpPr>
        <p:spPr>
          <a:xfrm>
            <a:off x="5003953"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周边检索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2" name="文本框 131">
            <a:extLst>
              <a:ext uri="{FF2B5EF4-FFF2-40B4-BE49-F238E27FC236}">
                <a16:creationId xmlns:a16="http://schemas.microsoft.com/office/drawing/2014/main" id="{C4DDB45D-199E-B40A-5961-669BFBEED98A}"/>
              </a:ext>
            </a:extLst>
          </p:cNvPr>
          <p:cNvSpPr txBox="1"/>
          <p:nvPr/>
        </p:nvSpPr>
        <p:spPr>
          <a:xfrm>
            <a:off x="4875715" y="501515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区块相交查询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3" name="文本框 132">
            <a:extLst>
              <a:ext uri="{FF2B5EF4-FFF2-40B4-BE49-F238E27FC236}">
                <a16:creationId xmlns:a16="http://schemas.microsoft.com/office/drawing/2014/main" id="{76C93F2F-D342-8E1D-3330-FA9102D19A4C}"/>
              </a:ext>
            </a:extLst>
          </p:cNvPr>
          <p:cNvSpPr txBox="1"/>
          <p:nvPr/>
        </p:nvSpPr>
        <p:spPr>
          <a:xfrm>
            <a:off x="6131546"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多边检索</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4" name="文本框 133">
            <a:extLst>
              <a:ext uri="{FF2B5EF4-FFF2-40B4-BE49-F238E27FC236}">
                <a16:creationId xmlns:a16="http://schemas.microsoft.com/office/drawing/2014/main" id="{0CD9BADB-2D7F-6EE7-E064-DF50F63ED564}"/>
              </a:ext>
            </a:extLst>
          </p:cNvPr>
          <p:cNvSpPr txBox="1"/>
          <p:nvPr/>
        </p:nvSpPr>
        <p:spPr>
          <a:xfrm>
            <a:off x="6022542" y="5015155"/>
            <a:ext cx="915636"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检索高德</a:t>
            </a:r>
            <a:r>
              <a:rPr lang="en-US" altLang="zh-CN"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AOI</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5" name="文本框 134">
            <a:extLst>
              <a:ext uri="{FF2B5EF4-FFF2-40B4-BE49-F238E27FC236}">
                <a16:creationId xmlns:a16="http://schemas.microsoft.com/office/drawing/2014/main" id="{B794CB9E-939D-53AD-B931-593FA13C8B3E}"/>
              </a:ext>
            </a:extLst>
          </p:cNvPr>
          <p:cNvSpPr txBox="1"/>
          <p:nvPr/>
        </p:nvSpPr>
        <p:spPr>
          <a:xfrm>
            <a:off x="7647738" y="453333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业务数据运营</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6" name="文本框 135">
            <a:extLst>
              <a:ext uri="{FF2B5EF4-FFF2-40B4-BE49-F238E27FC236}">
                <a16:creationId xmlns:a16="http://schemas.microsoft.com/office/drawing/2014/main" id="{7673082C-7E08-AF58-4EAF-B3715DF647E1}"/>
              </a:ext>
            </a:extLst>
          </p:cNvPr>
          <p:cNvSpPr txBox="1"/>
          <p:nvPr/>
        </p:nvSpPr>
        <p:spPr>
          <a:xfrm>
            <a:off x="7647736" y="501515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数据融合计算</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7" name="文本框 136">
            <a:extLst>
              <a:ext uri="{FF2B5EF4-FFF2-40B4-BE49-F238E27FC236}">
                <a16:creationId xmlns:a16="http://schemas.microsoft.com/office/drawing/2014/main" id="{D836ED68-A2D6-3F89-E4F5-28B9071CDEAA}"/>
              </a:ext>
            </a:extLst>
          </p:cNvPr>
          <p:cNvSpPr txBox="1"/>
          <p:nvPr/>
        </p:nvSpPr>
        <p:spPr>
          <a:xfrm>
            <a:off x="9281784" y="4533335"/>
            <a:ext cx="997389"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等时圈</a:t>
            </a:r>
            <a:r>
              <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等距圈</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8" name="文本框 137">
            <a:extLst>
              <a:ext uri="{FF2B5EF4-FFF2-40B4-BE49-F238E27FC236}">
                <a16:creationId xmlns:a16="http://schemas.microsoft.com/office/drawing/2014/main" id="{C513D8A5-8CD9-E2D6-A4D6-58E28C441A91}"/>
              </a:ext>
            </a:extLst>
          </p:cNvPr>
          <p:cNvSpPr txBox="1"/>
          <p:nvPr/>
        </p:nvSpPr>
        <p:spPr>
          <a:xfrm>
            <a:off x="9431663" y="501515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智能分区</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9" name="文本框 138">
            <a:extLst>
              <a:ext uri="{FF2B5EF4-FFF2-40B4-BE49-F238E27FC236}">
                <a16:creationId xmlns:a16="http://schemas.microsoft.com/office/drawing/2014/main" id="{CE6834B6-EE1B-9698-B3AF-F2D29A35AFA1}"/>
              </a:ext>
            </a:extLst>
          </p:cNvPr>
          <p:cNvSpPr txBox="1"/>
          <p:nvPr/>
        </p:nvSpPr>
        <p:spPr>
          <a:xfrm>
            <a:off x="10549643" y="4533335"/>
            <a:ext cx="697628"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自然街区</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0" name="文本框 139">
            <a:extLst>
              <a:ext uri="{FF2B5EF4-FFF2-40B4-BE49-F238E27FC236}">
                <a16:creationId xmlns:a16="http://schemas.microsoft.com/office/drawing/2014/main" id="{01FF84B8-379C-87EE-611B-C3DDF3DA4601}"/>
              </a:ext>
            </a:extLst>
          </p:cNvPr>
          <p:cNvSpPr txBox="1"/>
          <p:nvPr/>
        </p:nvSpPr>
        <p:spPr>
          <a:xfrm>
            <a:off x="10421402" y="5015155"/>
            <a:ext cx="95410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线路排程服务</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1" name="文本框 140">
            <a:extLst>
              <a:ext uri="{FF2B5EF4-FFF2-40B4-BE49-F238E27FC236}">
                <a16:creationId xmlns:a16="http://schemas.microsoft.com/office/drawing/2014/main" id="{AF836368-27A1-2BC9-01DC-489AEEEBD85C}"/>
              </a:ext>
            </a:extLst>
          </p:cNvPr>
          <p:cNvSpPr txBox="1"/>
          <p:nvPr/>
        </p:nvSpPr>
        <p:spPr>
          <a:xfrm>
            <a:off x="2774849"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点位上图</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2" name="文本框 141">
            <a:extLst>
              <a:ext uri="{FF2B5EF4-FFF2-40B4-BE49-F238E27FC236}">
                <a16:creationId xmlns:a16="http://schemas.microsoft.com/office/drawing/2014/main" id="{D7AB0DC7-8F83-AD1F-C114-3C8769C66D75}"/>
              </a:ext>
            </a:extLst>
          </p:cNvPr>
          <p:cNvSpPr txBox="1"/>
          <p:nvPr/>
        </p:nvSpPr>
        <p:spPr>
          <a:xfrm>
            <a:off x="4773282"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区块上图</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3" name="文本框 142">
            <a:extLst>
              <a:ext uri="{FF2B5EF4-FFF2-40B4-BE49-F238E27FC236}">
                <a16:creationId xmlns:a16="http://schemas.microsoft.com/office/drawing/2014/main" id="{09FDB107-2393-0DDF-17BC-76FC2A246050}"/>
              </a:ext>
            </a:extLst>
          </p:cNvPr>
          <p:cNvSpPr txBox="1"/>
          <p:nvPr/>
        </p:nvSpPr>
        <p:spPr>
          <a:xfrm>
            <a:off x="6759810"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轨迹上图</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4" name="文本框 143">
            <a:extLst>
              <a:ext uri="{FF2B5EF4-FFF2-40B4-BE49-F238E27FC236}">
                <a16:creationId xmlns:a16="http://schemas.microsoft.com/office/drawing/2014/main" id="{68DB9B32-DB21-5A5A-13EF-C4548EB5BD6A}"/>
              </a:ext>
            </a:extLst>
          </p:cNvPr>
          <p:cNvSpPr txBox="1"/>
          <p:nvPr/>
        </p:nvSpPr>
        <p:spPr>
          <a:xfrm>
            <a:off x="8735346"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空间检索</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5" name="文本框 144">
            <a:extLst>
              <a:ext uri="{FF2B5EF4-FFF2-40B4-BE49-F238E27FC236}">
                <a16:creationId xmlns:a16="http://schemas.microsoft.com/office/drawing/2014/main" id="{8112F253-53A7-9A0F-D16D-8EBADB5ADAF0}"/>
              </a:ext>
            </a:extLst>
          </p:cNvPr>
          <p:cNvSpPr txBox="1"/>
          <p:nvPr/>
        </p:nvSpPr>
        <p:spPr>
          <a:xfrm>
            <a:off x="10686146" y="3013483"/>
            <a:ext cx="748923" cy="261610"/>
          </a:xfrm>
          <a:prstGeom prst="rect">
            <a:avLst/>
          </a:prstGeom>
          <a:noFill/>
        </p:spPr>
        <p:txBody>
          <a:bodyPr wrap="none" rtlCol="0">
            <a:spAutoFit/>
          </a:bodyPr>
          <a:lstStyle/>
          <a:p>
            <a:r>
              <a:rPr lang="zh-CN" alt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空间计算</a:t>
            </a:r>
            <a:endParaRPr lang="en-US" sz="1100" dirty="0">
              <a:solidFill>
                <a:schemeClr val="bg2">
                  <a:lumMod val="50000"/>
                </a:schemeClr>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6" name="文本框 145">
            <a:extLst>
              <a:ext uri="{FF2B5EF4-FFF2-40B4-BE49-F238E27FC236}">
                <a16:creationId xmlns:a16="http://schemas.microsoft.com/office/drawing/2014/main" id="{B2C3C6E5-ECF5-29CA-9949-944DC4593BAE}"/>
              </a:ext>
            </a:extLst>
          </p:cNvPr>
          <p:cNvSpPr txBox="1"/>
          <p:nvPr/>
        </p:nvSpPr>
        <p:spPr>
          <a:xfrm>
            <a:off x="2493068" y="2252940"/>
            <a:ext cx="988714" cy="440890"/>
          </a:xfrm>
          <a:prstGeom prst="rect">
            <a:avLst/>
          </a:prstGeom>
          <a:noFill/>
        </p:spPr>
        <p:txBody>
          <a:bodyPr wrap="squar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网点布局</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网店运营</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保险出险</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7" name="文本框 146">
            <a:extLst>
              <a:ext uri="{FF2B5EF4-FFF2-40B4-BE49-F238E27FC236}">
                <a16:creationId xmlns:a16="http://schemas.microsoft.com/office/drawing/2014/main" id="{528B8DDD-2524-A353-53DD-DF2AC68254D9}"/>
              </a:ext>
            </a:extLst>
          </p:cNvPr>
          <p:cNvSpPr txBox="1"/>
          <p:nvPr/>
        </p:nvSpPr>
        <p:spPr>
          <a:xfrm>
            <a:off x="4042010"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区块派单</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订单统</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计</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路径规划</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8" name="文本框 147">
            <a:extLst>
              <a:ext uri="{FF2B5EF4-FFF2-40B4-BE49-F238E27FC236}">
                <a16:creationId xmlns:a16="http://schemas.microsoft.com/office/drawing/2014/main" id="{E697C8ED-8E7E-34C0-0D66-1D5124D32A55}"/>
              </a:ext>
            </a:extLst>
          </p:cNvPr>
          <p:cNvSpPr txBox="1"/>
          <p:nvPr/>
        </p:nvSpPr>
        <p:spPr>
          <a:xfrm>
            <a:off x="5641668"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业务拓展</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营销片</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外勤管理</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9" name="文本框 148">
            <a:extLst>
              <a:ext uri="{FF2B5EF4-FFF2-40B4-BE49-F238E27FC236}">
                <a16:creationId xmlns:a16="http://schemas.microsoft.com/office/drawing/2014/main" id="{F89909E5-129E-A85B-0B2E-AA3B8F917C39}"/>
              </a:ext>
            </a:extLst>
          </p:cNvPr>
          <p:cNvSpPr txBox="1"/>
          <p:nvPr/>
        </p:nvSpPr>
        <p:spPr>
          <a:xfrm>
            <a:off x="7107981"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社区作战</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线下营</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销</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竞品分析</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0" name="文本框 149">
            <a:extLst>
              <a:ext uri="{FF2B5EF4-FFF2-40B4-BE49-F238E27FC236}">
                <a16:creationId xmlns:a16="http://schemas.microsoft.com/office/drawing/2014/main" id="{B3102806-1092-3F9A-5BA8-A7FC35B127A1}"/>
              </a:ext>
            </a:extLst>
          </p:cNvPr>
          <p:cNvSpPr txBox="1"/>
          <p:nvPr/>
        </p:nvSpPr>
        <p:spPr>
          <a:xfrm>
            <a:off x="8689050"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区块派单</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订单统</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计</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电子围栏</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1" name="文本框 150">
            <a:extLst>
              <a:ext uri="{FF2B5EF4-FFF2-40B4-BE49-F238E27FC236}">
                <a16:creationId xmlns:a16="http://schemas.microsoft.com/office/drawing/2014/main" id="{A6A16313-BB6C-B908-288B-3B6E520F37A2}"/>
              </a:ext>
            </a:extLst>
          </p:cNvPr>
          <p:cNvSpPr txBox="1"/>
          <p:nvPr/>
        </p:nvSpPr>
        <p:spPr>
          <a:xfrm>
            <a:off x="10378938" y="2252940"/>
            <a:ext cx="1031051" cy="440890"/>
          </a:xfrm>
          <a:prstGeom prst="rect">
            <a:avLst/>
          </a:prstGeom>
          <a:noFill/>
        </p:spPr>
        <p:txBody>
          <a:bodyPr wrap="none" rtlCol="0">
            <a:spAutoFit/>
          </a:bodyPr>
          <a:lstStyle/>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点位管理</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空间检</a:t>
            </a:r>
            <a:endPar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索</a:t>
            </a:r>
            <a:r>
              <a:rPr lang="en-US" altLang="zh-CN"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权限管理</a:t>
            </a:r>
            <a:endParaRPr lang="en-US" sz="9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2" name="文本框 151">
            <a:extLst>
              <a:ext uri="{FF2B5EF4-FFF2-40B4-BE49-F238E27FC236}">
                <a16:creationId xmlns:a16="http://schemas.microsoft.com/office/drawing/2014/main" id="{80636692-ADA8-B8AC-1473-D1720F84B659}"/>
              </a:ext>
            </a:extLst>
          </p:cNvPr>
          <p:cNvSpPr txBox="1"/>
          <p:nvPr/>
        </p:nvSpPr>
        <p:spPr>
          <a:xfrm>
            <a:off x="2741954"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金融</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3" name="文本框 152">
            <a:extLst>
              <a:ext uri="{FF2B5EF4-FFF2-40B4-BE49-F238E27FC236}">
                <a16:creationId xmlns:a16="http://schemas.microsoft.com/office/drawing/2014/main" id="{E8BFE3F9-1F84-4328-D225-3E882434C755}"/>
              </a:ext>
            </a:extLst>
          </p:cNvPr>
          <p:cNvSpPr txBox="1"/>
          <p:nvPr/>
        </p:nvSpPr>
        <p:spPr>
          <a:xfrm>
            <a:off x="4323912"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家电</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4" name="文本框 153">
            <a:extLst>
              <a:ext uri="{FF2B5EF4-FFF2-40B4-BE49-F238E27FC236}">
                <a16:creationId xmlns:a16="http://schemas.microsoft.com/office/drawing/2014/main" id="{F0D6FE30-8315-0F95-4676-8EDB776807BF}"/>
              </a:ext>
            </a:extLst>
          </p:cNvPr>
          <p:cNvSpPr txBox="1"/>
          <p:nvPr/>
        </p:nvSpPr>
        <p:spPr>
          <a:xfrm>
            <a:off x="5923794"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零售</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5" name="文本框 154">
            <a:extLst>
              <a:ext uri="{FF2B5EF4-FFF2-40B4-BE49-F238E27FC236}">
                <a16:creationId xmlns:a16="http://schemas.microsoft.com/office/drawing/2014/main" id="{969C45CC-7E9B-01DD-6DE5-A43286F7DE4D}"/>
              </a:ext>
            </a:extLst>
          </p:cNvPr>
          <p:cNvSpPr txBox="1"/>
          <p:nvPr/>
        </p:nvSpPr>
        <p:spPr>
          <a:xfrm>
            <a:off x="7442672" y="1833411"/>
            <a:ext cx="486030" cy="261610"/>
          </a:xfrm>
          <a:prstGeom prst="rect">
            <a:avLst/>
          </a:prstGeom>
          <a:noFill/>
        </p:spPr>
        <p:txBody>
          <a:bodyPr wrap="none" rtlCol="0">
            <a:spAutoFit/>
          </a:bodyPr>
          <a:lstStyle/>
          <a:p>
            <a:pPr algn="ctr"/>
            <a:r>
              <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O2O</a:t>
            </a:r>
          </a:p>
        </p:txBody>
      </p:sp>
      <p:sp>
        <p:nvSpPr>
          <p:cNvPr id="156" name="文本框 155">
            <a:extLst>
              <a:ext uri="{FF2B5EF4-FFF2-40B4-BE49-F238E27FC236}">
                <a16:creationId xmlns:a16="http://schemas.microsoft.com/office/drawing/2014/main" id="{5D825CD7-0037-FA26-8B27-09C5200FC8BA}"/>
              </a:ext>
            </a:extLst>
          </p:cNvPr>
          <p:cNvSpPr txBox="1"/>
          <p:nvPr/>
        </p:nvSpPr>
        <p:spPr>
          <a:xfrm>
            <a:off x="8881335" y="1833411"/>
            <a:ext cx="748924"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物流快递</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7" name="文本框 156">
            <a:extLst>
              <a:ext uri="{FF2B5EF4-FFF2-40B4-BE49-F238E27FC236}">
                <a16:creationId xmlns:a16="http://schemas.microsoft.com/office/drawing/2014/main" id="{F3497A4E-D266-665B-7EE0-5E7FC192A3BC}"/>
              </a:ext>
            </a:extLst>
          </p:cNvPr>
          <p:cNvSpPr txBox="1"/>
          <p:nvPr/>
        </p:nvSpPr>
        <p:spPr>
          <a:xfrm>
            <a:off x="10594683" y="1833411"/>
            <a:ext cx="466795" cy="261610"/>
          </a:xfrm>
          <a:prstGeom prst="rect">
            <a:avLst/>
          </a:prstGeom>
          <a:noFill/>
        </p:spPr>
        <p:txBody>
          <a:bodyPr wrap="none" rtlCol="0">
            <a:spAutoFit/>
          </a:bodyPr>
          <a:lstStyle/>
          <a:p>
            <a:pPr algn="ctr"/>
            <a:r>
              <a:rPr lang="zh-CN" alt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政府</a:t>
            </a:r>
            <a:endParaRPr lang="en-US" sz="1100" dirty="0">
              <a:solidFill>
                <a:schemeClr val="tx2"/>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455BDC68-03FC-AFAA-BB75-0EACEA56D9B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7A2A0A6D-CE27-4538-DA14-75C9F0C614C3}"/>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49A07D6-54C0-41BD-CEBD-0EC2F95C2E0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 name="图形 2">
            <a:extLst>
              <a:ext uri="{FF2B5EF4-FFF2-40B4-BE49-F238E27FC236}">
                <a16:creationId xmlns:a16="http://schemas.microsoft.com/office/drawing/2014/main" id="{042A453A-E04A-27BE-B7D7-185A9E687670}"/>
              </a:ext>
            </a:extLst>
          </p:cNvPr>
          <p:cNvGrpSpPr/>
          <p:nvPr/>
        </p:nvGrpSpPr>
        <p:grpSpPr>
          <a:xfrm>
            <a:off x="1052221" y="4030213"/>
            <a:ext cx="682616" cy="381076"/>
            <a:chOff x="8040885" y="2227778"/>
            <a:chExt cx="1232296" cy="687943"/>
          </a:xfrm>
          <a:solidFill>
            <a:schemeClr val="bg1"/>
          </a:solidFill>
        </p:grpSpPr>
        <p:grpSp>
          <p:nvGrpSpPr>
            <p:cNvPr id="6" name="图形 2">
              <a:extLst>
                <a:ext uri="{FF2B5EF4-FFF2-40B4-BE49-F238E27FC236}">
                  <a16:creationId xmlns:a16="http://schemas.microsoft.com/office/drawing/2014/main" id="{F023FF97-01C7-9F98-1910-919577124FAF}"/>
                </a:ext>
              </a:extLst>
            </p:cNvPr>
            <p:cNvGrpSpPr/>
            <p:nvPr/>
          </p:nvGrpSpPr>
          <p:grpSpPr>
            <a:xfrm>
              <a:off x="8040885" y="2227778"/>
              <a:ext cx="850117" cy="687943"/>
              <a:chOff x="8040885" y="2227778"/>
              <a:chExt cx="850117" cy="687943"/>
            </a:xfrm>
            <a:grpFill/>
          </p:grpSpPr>
          <p:sp>
            <p:nvSpPr>
              <p:cNvPr id="8" name="任意多边形: 形状 7">
                <a:extLst>
                  <a:ext uri="{FF2B5EF4-FFF2-40B4-BE49-F238E27FC236}">
                    <a16:creationId xmlns:a16="http://schemas.microsoft.com/office/drawing/2014/main" id="{19F82C4D-74E4-BCCE-1A85-4E3FF9659D2E}"/>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13" name="图形 2">
                <a:extLst>
                  <a:ext uri="{FF2B5EF4-FFF2-40B4-BE49-F238E27FC236}">
                    <a16:creationId xmlns:a16="http://schemas.microsoft.com/office/drawing/2014/main" id="{AF22C24F-7308-6342-F68D-71A7589791FA}"/>
                  </a:ext>
                </a:extLst>
              </p:cNvPr>
              <p:cNvGrpSpPr/>
              <p:nvPr/>
            </p:nvGrpSpPr>
            <p:grpSpPr>
              <a:xfrm>
                <a:off x="8058228" y="2720817"/>
                <a:ext cx="815424" cy="87465"/>
                <a:chOff x="8058228" y="2720817"/>
                <a:chExt cx="815424" cy="87465"/>
              </a:xfrm>
              <a:grpFill/>
            </p:grpSpPr>
            <p:sp>
              <p:nvSpPr>
                <p:cNvPr id="20" name="任意多边形: 形状 19">
                  <a:extLst>
                    <a:ext uri="{FF2B5EF4-FFF2-40B4-BE49-F238E27FC236}">
                      <a16:creationId xmlns:a16="http://schemas.microsoft.com/office/drawing/2014/main" id="{0E776EF3-68B9-5E3A-901C-50DEB0B21AF0}"/>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982AC2D5-FB8D-DA5A-E9EA-A9DA0A2570B9}"/>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4" name="图形 2">
                <a:extLst>
                  <a:ext uri="{FF2B5EF4-FFF2-40B4-BE49-F238E27FC236}">
                    <a16:creationId xmlns:a16="http://schemas.microsoft.com/office/drawing/2014/main" id="{ED3243CB-03FF-698B-87DA-BF2658FE196E}"/>
                  </a:ext>
                </a:extLst>
              </p:cNvPr>
              <p:cNvGrpSpPr/>
              <p:nvPr/>
            </p:nvGrpSpPr>
            <p:grpSpPr>
              <a:xfrm>
                <a:off x="8375359" y="2800112"/>
                <a:ext cx="181153" cy="98266"/>
                <a:chOff x="8375359" y="2800112"/>
                <a:chExt cx="181153" cy="98266"/>
              </a:xfrm>
              <a:grpFill/>
            </p:grpSpPr>
            <p:sp>
              <p:nvSpPr>
                <p:cNvPr id="16" name="任意多边形: 形状 15">
                  <a:extLst>
                    <a:ext uri="{FF2B5EF4-FFF2-40B4-BE49-F238E27FC236}">
                      <a16:creationId xmlns:a16="http://schemas.microsoft.com/office/drawing/2014/main" id="{13DE0635-04DE-8B9E-F366-CE3309A5B6DE}"/>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9" name="任意多边形: 形状 18">
                  <a:extLst>
                    <a:ext uri="{FF2B5EF4-FFF2-40B4-BE49-F238E27FC236}">
                      <a16:creationId xmlns:a16="http://schemas.microsoft.com/office/drawing/2014/main" id="{D7B8C8C4-CE54-AEBF-4EB9-CF3E7333A284}"/>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5" name="任意多边形: 形状 14">
                <a:extLst>
                  <a:ext uri="{FF2B5EF4-FFF2-40B4-BE49-F238E27FC236}">
                    <a16:creationId xmlns:a16="http://schemas.microsoft.com/office/drawing/2014/main" id="{0E168414-E48C-77B3-E0EE-48BD6D1923B0}"/>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7" name="任意多边形: 形状 6">
              <a:extLst>
                <a:ext uri="{FF2B5EF4-FFF2-40B4-BE49-F238E27FC236}">
                  <a16:creationId xmlns:a16="http://schemas.microsoft.com/office/drawing/2014/main" id="{A5A012FB-CF81-C9A9-7578-783AAD487465}"/>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extLst>
      <p:ext uri="{BB962C8B-B14F-4D97-AF65-F5344CB8AC3E}">
        <p14:creationId xmlns:p14="http://schemas.microsoft.com/office/powerpoint/2010/main" val="2171360510"/>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圆角 9">
            <a:extLst>
              <a:ext uri="{FF2B5EF4-FFF2-40B4-BE49-F238E27FC236}">
                <a16:creationId xmlns:a16="http://schemas.microsoft.com/office/drawing/2014/main" id="{B3138079-49B4-1E13-588C-9DC7D2DA8053}"/>
              </a:ext>
            </a:extLst>
          </p:cNvPr>
          <p:cNvSpPr/>
          <p:nvPr/>
        </p:nvSpPr>
        <p:spPr>
          <a:xfrm>
            <a:off x="646395" y="1572036"/>
            <a:ext cx="10887789" cy="621448"/>
          </a:xfrm>
          <a:prstGeom prst="roundRect">
            <a:avLst>
              <a:gd name="adj" fmla="val 680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923729A2-AE51-563A-B9E2-A30B05133410}"/>
              </a:ext>
            </a:extLst>
          </p:cNvPr>
          <p:cNvSpPr/>
          <p:nvPr/>
        </p:nvSpPr>
        <p:spPr>
          <a:xfrm>
            <a:off x="804713" y="1682957"/>
            <a:ext cx="13960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矩形: 圆角 12">
            <a:extLst>
              <a:ext uri="{FF2B5EF4-FFF2-40B4-BE49-F238E27FC236}">
                <a16:creationId xmlns:a16="http://schemas.microsoft.com/office/drawing/2014/main" id="{C8AB39EC-AD89-49A1-2E62-47A2FD48DD94}"/>
              </a:ext>
            </a:extLst>
          </p:cNvPr>
          <p:cNvSpPr/>
          <p:nvPr/>
        </p:nvSpPr>
        <p:spPr>
          <a:xfrm>
            <a:off x="2359328" y="1682957"/>
            <a:ext cx="1357224"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矩形: 圆角 14">
            <a:extLst>
              <a:ext uri="{FF2B5EF4-FFF2-40B4-BE49-F238E27FC236}">
                <a16:creationId xmlns:a16="http://schemas.microsoft.com/office/drawing/2014/main" id="{090D4083-D992-569E-62CD-FFBC41759D65}"/>
              </a:ext>
            </a:extLst>
          </p:cNvPr>
          <p:cNvSpPr/>
          <p:nvPr/>
        </p:nvSpPr>
        <p:spPr>
          <a:xfrm>
            <a:off x="3875162" y="1682957"/>
            <a:ext cx="1357224"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a:extLst>
              <a:ext uri="{FF2B5EF4-FFF2-40B4-BE49-F238E27FC236}">
                <a16:creationId xmlns:a16="http://schemas.microsoft.com/office/drawing/2014/main" id="{5EBC14B4-8433-65B1-984E-8D7FBD22FEFD}"/>
              </a:ext>
            </a:extLst>
          </p:cNvPr>
          <p:cNvSpPr/>
          <p:nvPr/>
        </p:nvSpPr>
        <p:spPr>
          <a:xfrm>
            <a:off x="5390983" y="1682957"/>
            <a:ext cx="1357224"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矩形: 圆角 18">
            <a:extLst>
              <a:ext uri="{FF2B5EF4-FFF2-40B4-BE49-F238E27FC236}">
                <a16:creationId xmlns:a16="http://schemas.microsoft.com/office/drawing/2014/main" id="{60DA1E9E-EBBA-DEEB-629E-6B7FB6282424}"/>
              </a:ext>
            </a:extLst>
          </p:cNvPr>
          <p:cNvSpPr/>
          <p:nvPr/>
        </p:nvSpPr>
        <p:spPr>
          <a:xfrm>
            <a:off x="6906779" y="1682957"/>
            <a:ext cx="13817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矩形: 圆角 20">
            <a:extLst>
              <a:ext uri="{FF2B5EF4-FFF2-40B4-BE49-F238E27FC236}">
                <a16:creationId xmlns:a16="http://schemas.microsoft.com/office/drawing/2014/main" id="{FA4B6F3B-DE2F-8650-B986-FA71DEC221CB}"/>
              </a:ext>
            </a:extLst>
          </p:cNvPr>
          <p:cNvSpPr/>
          <p:nvPr/>
        </p:nvSpPr>
        <p:spPr>
          <a:xfrm>
            <a:off x="8447133" y="1682957"/>
            <a:ext cx="13817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矩形: 圆角 22">
            <a:extLst>
              <a:ext uri="{FF2B5EF4-FFF2-40B4-BE49-F238E27FC236}">
                <a16:creationId xmlns:a16="http://schemas.microsoft.com/office/drawing/2014/main" id="{294F21C9-0BB5-3F2D-0618-E241F8D7F787}"/>
              </a:ext>
            </a:extLst>
          </p:cNvPr>
          <p:cNvSpPr/>
          <p:nvPr/>
        </p:nvSpPr>
        <p:spPr>
          <a:xfrm>
            <a:off x="9987423" y="1682957"/>
            <a:ext cx="1381712" cy="415125"/>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矩形: 圆角 24">
            <a:extLst>
              <a:ext uri="{FF2B5EF4-FFF2-40B4-BE49-F238E27FC236}">
                <a16:creationId xmlns:a16="http://schemas.microsoft.com/office/drawing/2014/main" id="{D49D2FB2-C77B-4440-5B3A-64C872148E23}"/>
              </a:ext>
            </a:extLst>
          </p:cNvPr>
          <p:cNvSpPr/>
          <p:nvPr/>
        </p:nvSpPr>
        <p:spPr>
          <a:xfrm>
            <a:off x="646395" y="2308373"/>
            <a:ext cx="10887789" cy="2552032"/>
          </a:xfrm>
          <a:prstGeom prst="roundRect">
            <a:avLst>
              <a:gd name="adj" fmla="val 203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矩形: 圆角 25">
            <a:extLst>
              <a:ext uri="{FF2B5EF4-FFF2-40B4-BE49-F238E27FC236}">
                <a16:creationId xmlns:a16="http://schemas.microsoft.com/office/drawing/2014/main" id="{8F3F6BFF-857B-AEE5-21E2-169871297C4B}"/>
              </a:ext>
            </a:extLst>
          </p:cNvPr>
          <p:cNvSpPr/>
          <p:nvPr/>
        </p:nvSpPr>
        <p:spPr>
          <a:xfrm>
            <a:off x="807200" y="2405787"/>
            <a:ext cx="1374759" cy="2371478"/>
          </a:xfrm>
          <a:prstGeom prst="roundRect">
            <a:avLst>
              <a:gd name="adj" fmla="val 5992"/>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矩形: 圆角 27">
            <a:extLst>
              <a:ext uri="{FF2B5EF4-FFF2-40B4-BE49-F238E27FC236}">
                <a16:creationId xmlns:a16="http://schemas.microsoft.com/office/drawing/2014/main" id="{4E3D6803-FCE8-69FC-1A81-1C71CE43988F}"/>
              </a:ext>
            </a:extLst>
          </p:cNvPr>
          <p:cNvSpPr/>
          <p:nvPr/>
        </p:nvSpPr>
        <p:spPr>
          <a:xfrm>
            <a:off x="2418373" y="2867544"/>
            <a:ext cx="2778860" cy="1916065"/>
          </a:xfrm>
          <a:prstGeom prst="roundRect">
            <a:avLst>
              <a:gd name="adj" fmla="val 9008"/>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矩形: 圆角 28">
            <a:extLst>
              <a:ext uri="{FF2B5EF4-FFF2-40B4-BE49-F238E27FC236}">
                <a16:creationId xmlns:a16="http://schemas.microsoft.com/office/drawing/2014/main" id="{98ED82FC-56F8-E8B8-E380-B8FD4208AF4F}"/>
              </a:ext>
            </a:extLst>
          </p:cNvPr>
          <p:cNvSpPr/>
          <p:nvPr/>
        </p:nvSpPr>
        <p:spPr>
          <a:xfrm>
            <a:off x="5349588" y="2867544"/>
            <a:ext cx="3112510" cy="1916065"/>
          </a:xfrm>
          <a:prstGeom prst="roundRect">
            <a:avLst>
              <a:gd name="adj" fmla="val 9008"/>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9ECECFED-2CEF-02EA-14E8-C8DBE13AE580}"/>
              </a:ext>
            </a:extLst>
          </p:cNvPr>
          <p:cNvSpPr/>
          <p:nvPr/>
        </p:nvSpPr>
        <p:spPr>
          <a:xfrm>
            <a:off x="8557711" y="2867544"/>
            <a:ext cx="2811983" cy="1916065"/>
          </a:xfrm>
          <a:prstGeom prst="roundRect">
            <a:avLst>
              <a:gd name="adj" fmla="val 7535"/>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75348A0F-38D0-5E69-928D-4BE08B2F2E15}"/>
              </a:ext>
            </a:extLst>
          </p:cNvPr>
          <p:cNvSpPr/>
          <p:nvPr/>
        </p:nvSpPr>
        <p:spPr>
          <a:xfrm>
            <a:off x="2836914" y="3366453"/>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F44D3683-0FE5-F6AE-1084-432C2526A76C}"/>
              </a:ext>
            </a:extLst>
          </p:cNvPr>
          <p:cNvSpPr/>
          <p:nvPr/>
        </p:nvSpPr>
        <p:spPr>
          <a:xfrm>
            <a:off x="5700488" y="3366453"/>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E9CAAE81-0284-AFA6-6594-C54E02FEEB8A}"/>
              </a:ext>
            </a:extLst>
          </p:cNvPr>
          <p:cNvSpPr/>
          <p:nvPr/>
        </p:nvSpPr>
        <p:spPr>
          <a:xfrm>
            <a:off x="9000277" y="3369555"/>
            <a:ext cx="938835" cy="41807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E0D3FAF0-B219-ED6C-2E1C-31996EAB181B}"/>
              </a:ext>
            </a:extLst>
          </p:cNvPr>
          <p:cNvSpPr/>
          <p:nvPr/>
        </p:nvSpPr>
        <p:spPr>
          <a:xfrm>
            <a:off x="9000277" y="3876793"/>
            <a:ext cx="1945508" cy="355836"/>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0F216524-C307-25A7-02B6-F95B012B6802}"/>
              </a:ext>
            </a:extLst>
          </p:cNvPr>
          <p:cNvSpPr/>
          <p:nvPr/>
        </p:nvSpPr>
        <p:spPr>
          <a:xfrm>
            <a:off x="9000277" y="4321802"/>
            <a:ext cx="1945508" cy="355836"/>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a:extLst>
              <a:ext uri="{FF2B5EF4-FFF2-40B4-BE49-F238E27FC236}">
                <a16:creationId xmlns:a16="http://schemas.microsoft.com/office/drawing/2014/main" id="{078F885A-243E-A3C8-1AFD-FD083EA1C86E}"/>
              </a:ext>
            </a:extLst>
          </p:cNvPr>
          <p:cNvSpPr/>
          <p:nvPr/>
        </p:nvSpPr>
        <p:spPr>
          <a:xfrm>
            <a:off x="10023902" y="3369555"/>
            <a:ext cx="938835" cy="41807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7" name="矩形: 圆角 36">
            <a:extLst>
              <a:ext uri="{FF2B5EF4-FFF2-40B4-BE49-F238E27FC236}">
                <a16:creationId xmlns:a16="http://schemas.microsoft.com/office/drawing/2014/main" id="{0A1A87EB-DE32-5B77-20CD-CF27D54485FA}"/>
              </a:ext>
            </a:extLst>
          </p:cNvPr>
          <p:cNvSpPr/>
          <p:nvPr/>
        </p:nvSpPr>
        <p:spPr>
          <a:xfrm>
            <a:off x="5700488" y="4293685"/>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8" name="矩形: 圆角 37">
            <a:extLst>
              <a:ext uri="{FF2B5EF4-FFF2-40B4-BE49-F238E27FC236}">
                <a16:creationId xmlns:a16="http://schemas.microsoft.com/office/drawing/2014/main" id="{5F8D7E45-3633-00A1-E457-CD9018D96EBC}"/>
              </a:ext>
            </a:extLst>
          </p:cNvPr>
          <p:cNvSpPr/>
          <p:nvPr/>
        </p:nvSpPr>
        <p:spPr>
          <a:xfrm>
            <a:off x="2836914" y="3825577"/>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矩形: 圆角 38">
            <a:extLst>
              <a:ext uri="{FF2B5EF4-FFF2-40B4-BE49-F238E27FC236}">
                <a16:creationId xmlns:a16="http://schemas.microsoft.com/office/drawing/2014/main" id="{1AB4AD13-724E-BEC4-A16C-3ED0EA8E48C9}"/>
              </a:ext>
            </a:extLst>
          </p:cNvPr>
          <p:cNvSpPr/>
          <p:nvPr/>
        </p:nvSpPr>
        <p:spPr>
          <a:xfrm>
            <a:off x="2836914" y="4253825"/>
            <a:ext cx="1941124" cy="353487"/>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a:extLst>
              <a:ext uri="{FF2B5EF4-FFF2-40B4-BE49-F238E27FC236}">
                <a16:creationId xmlns:a16="http://schemas.microsoft.com/office/drawing/2014/main" id="{8518D01E-14BE-944F-C671-4DEB5F5720DC}"/>
              </a:ext>
            </a:extLst>
          </p:cNvPr>
          <p:cNvSpPr/>
          <p:nvPr/>
        </p:nvSpPr>
        <p:spPr>
          <a:xfrm>
            <a:off x="2426214" y="2873888"/>
            <a:ext cx="2764681" cy="361494"/>
          </a:xfrm>
          <a:custGeom>
            <a:avLst/>
            <a:gdLst>
              <a:gd name="connsiteX0" fmla="*/ 0 w 2764681"/>
              <a:gd name="connsiteY0" fmla="*/ 152259 h 361494"/>
              <a:gd name="connsiteX1" fmla="*/ 152259 w 2764681"/>
              <a:gd name="connsiteY1" fmla="*/ 0 h 361494"/>
              <a:gd name="connsiteX2" fmla="*/ 2612422 w 2764681"/>
              <a:gd name="connsiteY2" fmla="*/ 0 h 361494"/>
              <a:gd name="connsiteX3" fmla="*/ 2764681 w 2764681"/>
              <a:gd name="connsiteY3" fmla="*/ 152259 h 361494"/>
              <a:gd name="connsiteX4" fmla="*/ 2764681 w 2764681"/>
              <a:gd name="connsiteY4" fmla="*/ 361495 h 361494"/>
              <a:gd name="connsiteX5" fmla="*/ 0 w 2764681"/>
              <a:gd name="connsiteY5" fmla="*/ 361495 h 361494"/>
              <a:gd name="connsiteX6" fmla="*/ 0 w 2764681"/>
              <a:gd name="connsiteY6" fmla="*/ 152259 h 36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4681" h="361494">
                <a:moveTo>
                  <a:pt x="0" y="152259"/>
                </a:moveTo>
                <a:cubicBezTo>
                  <a:pt x="0" y="68168"/>
                  <a:pt x="68174" y="0"/>
                  <a:pt x="152259" y="0"/>
                </a:cubicBezTo>
                <a:lnTo>
                  <a:pt x="2612422" y="0"/>
                </a:lnTo>
                <a:cubicBezTo>
                  <a:pt x="2696508" y="0"/>
                  <a:pt x="2764681" y="68168"/>
                  <a:pt x="2764681" y="152259"/>
                </a:cubicBezTo>
                <a:lnTo>
                  <a:pt x="2764681" y="361495"/>
                </a:lnTo>
                <a:lnTo>
                  <a:pt x="0" y="361495"/>
                </a:lnTo>
                <a:lnTo>
                  <a:pt x="0" y="152259"/>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a:extLst>
              <a:ext uri="{FF2B5EF4-FFF2-40B4-BE49-F238E27FC236}">
                <a16:creationId xmlns:a16="http://schemas.microsoft.com/office/drawing/2014/main" id="{42A9DA81-359B-B0AB-4375-903469F5616F}"/>
              </a:ext>
            </a:extLst>
          </p:cNvPr>
          <p:cNvSpPr/>
          <p:nvPr/>
        </p:nvSpPr>
        <p:spPr>
          <a:xfrm>
            <a:off x="5355932" y="2873888"/>
            <a:ext cx="3099828" cy="361494"/>
          </a:xfrm>
          <a:custGeom>
            <a:avLst/>
            <a:gdLst>
              <a:gd name="connsiteX0" fmla="*/ 0 w 3099828"/>
              <a:gd name="connsiteY0" fmla="*/ 152259 h 361494"/>
              <a:gd name="connsiteX1" fmla="*/ 152259 w 3099828"/>
              <a:gd name="connsiteY1" fmla="*/ 0 h 361494"/>
              <a:gd name="connsiteX2" fmla="*/ 2947570 w 3099828"/>
              <a:gd name="connsiteY2" fmla="*/ 0 h 361494"/>
              <a:gd name="connsiteX3" fmla="*/ 3099829 w 3099828"/>
              <a:gd name="connsiteY3" fmla="*/ 152259 h 361494"/>
              <a:gd name="connsiteX4" fmla="*/ 3099829 w 3099828"/>
              <a:gd name="connsiteY4" fmla="*/ 361495 h 361494"/>
              <a:gd name="connsiteX5" fmla="*/ 0 w 3099828"/>
              <a:gd name="connsiteY5" fmla="*/ 361495 h 361494"/>
              <a:gd name="connsiteX6" fmla="*/ 0 w 3099828"/>
              <a:gd name="connsiteY6" fmla="*/ 152259 h 36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9828" h="361494">
                <a:moveTo>
                  <a:pt x="0" y="152259"/>
                </a:moveTo>
                <a:cubicBezTo>
                  <a:pt x="0" y="68168"/>
                  <a:pt x="68168" y="0"/>
                  <a:pt x="152259" y="0"/>
                </a:cubicBezTo>
                <a:lnTo>
                  <a:pt x="2947570" y="0"/>
                </a:lnTo>
                <a:cubicBezTo>
                  <a:pt x="3031629" y="0"/>
                  <a:pt x="3099829" y="68168"/>
                  <a:pt x="3099829" y="152259"/>
                </a:cubicBezTo>
                <a:lnTo>
                  <a:pt x="3099829" y="361495"/>
                </a:lnTo>
                <a:lnTo>
                  <a:pt x="0" y="361495"/>
                </a:lnTo>
                <a:lnTo>
                  <a:pt x="0" y="152259"/>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a:extLst>
              <a:ext uri="{FF2B5EF4-FFF2-40B4-BE49-F238E27FC236}">
                <a16:creationId xmlns:a16="http://schemas.microsoft.com/office/drawing/2014/main" id="{E4F15914-45A7-D5C7-9239-746F9FE27CCD}"/>
              </a:ext>
            </a:extLst>
          </p:cNvPr>
          <p:cNvSpPr/>
          <p:nvPr/>
        </p:nvSpPr>
        <p:spPr>
          <a:xfrm>
            <a:off x="8564055" y="2873888"/>
            <a:ext cx="2799282" cy="361494"/>
          </a:xfrm>
          <a:custGeom>
            <a:avLst/>
            <a:gdLst>
              <a:gd name="connsiteX0" fmla="*/ 0 w 2799282"/>
              <a:gd name="connsiteY0" fmla="*/ 152259 h 361494"/>
              <a:gd name="connsiteX1" fmla="*/ 152259 w 2799282"/>
              <a:gd name="connsiteY1" fmla="*/ 0 h 361494"/>
              <a:gd name="connsiteX2" fmla="*/ 2647023 w 2799282"/>
              <a:gd name="connsiteY2" fmla="*/ 0 h 361494"/>
              <a:gd name="connsiteX3" fmla="*/ 2799282 w 2799282"/>
              <a:gd name="connsiteY3" fmla="*/ 152259 h 361494"/>
              <a:gd name="connsiteX4" fmla="*/ 2799282 w 2799282"/>
              <a:gd name="connsiteY4" fmla="*/ 361495 h 361494"/>
              <a:gd name="connsiteX5" fmla="*/ 0 w 2799282"/>
              <a:gd name="connsiteY5" fmla="*/ 361495 h 361494"/>
              <a:gd name="connsiteX6" fmla="*/ 0 w 2799282"/>
              <a:gd name="connsiteY6" fmla="*/ 152259 h 36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9282" h="361494">
                <a:moveTo>
                  <a:pt x="0" y="152259"/>
                </a:moveTo>
                <a:cubicBezTo>
                  <a:pt x="0" y="68168"/>
                  <a:pt x="68199" y="0"/>
                  <a:pt x="152259" y="0"/>
                </a:cubicBezTo>
                <a:lnTo>
                  <a:pt x="2647023" y="0"/>
                </a:lnTo>
                <a:cubicBezTo>
                  <a:pt x="2731146" y="0"/>
                  <a:pt x="2799282" y="68168"/>
                  <a:pt x="2799282" y="152259"/>
                </a:cubicBezTo>
                <a:lnTo>
                  <a:pt x="2799282" y="361495"/>
                </a:lnTo>
                <a:lnTo>
                  <a:pt x="0" y="361495"/>
                </a:lnTo>
                <a:lnTo>
                  <a:pt x="0" y="152259"/>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矩形: 圆角 54">
            <a:extLst>
              <a:ext uri="{FF2B5EF4-FFF2-40B4-BE49-F238E27FC236}">
                <a16:creationId xmlns:a16="http://schemas.microsoft.com/office/drawing/2014/main" id="{F578BE3D-FBFF-2B8F-0B9B-C6AA461216FA}"/>
              </a:ext>
            </a:extLst>
          </p:cNvPr>
          <p:cNvSpPr/>
          <p:nvPr/>
        </p:nvSpPr>
        <p:spPr>
          <a:xfrm>
            <a:off x="5697538" y="3800930"/>
            <a:ext cx="937617" cy="39269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矩形: 圆角 55">
            <a:extLst>
              <a:ext uri="{FF2B5EF4-FFF2-40B4-BE49-F238E27FC236}">
                <a16:creationId xmlns:a16="http://schemas.microsoft.com/office/drawing/2014/main" id="{219103FC-F662-7F46-947E-F4A418BB60C2}"/>
              </a:ext>
            </a:extLst>
          </p:cNvPr>
          <p:cNvSpPr/>
          <p:nvPr/>
        </p:nvSpPr>
        <p:spPr>
          <a:xfrm>
            <a:off x="6704021" y="3800930"/>
            <a:ext cx="937617" cy="392694"/>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矩形: 圆角 58">
            <a:extLst>
              <a:ext uri="{FF2B5EF4-FFF2-40B4-BE49-F238E27FC236}">
                <a16:creationId xmlns:a16="http://schemas.microsoft.com/office/drawing/2014/main" id="{0A01465C-D466-1022-C8D3-CBB9B7B1E5B7}"/>
              </a:ext>
            </a:extLst>
          </p:cNvPr>
          <p:cNvSpPr/>
          <p:nvPr/>
        </p:nvSpPr>
        <p:spPr>
          <a:xfrm>
            <a:off x="7746931" y="3371173"/>
            <a:ext cx="351295" cy="1276000"/>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矩形: 圆角 60">
            <a:extLst>
              <a:ext uri="{FF2B5EF4-FFF2-40B4-BE49-F238E27FC236}">
                <a16:creationId xmlns:a16="http://schemas.microsoft.com/office/drawing/2014/main" id="{A94F1815-6F73-886A-FC15-67C62B5DA8F4}"/>
              </a:ext>
            </a:extLst>
          </p:cNvPr>
          <p:cNvSpPr/>
          <p:nvPr/>
        </p:nvSpPr>
        <p:spPr>
          <a:xfrm>
            <a:off x="646395" y="4987352"/>
            <a:ext cx="10887789" cy="677984"/>
          </a:xfrm>
          <a:prstGeom prst="roundRect">
            <a:avLst>
              <a:gd name="adj" fmla="val 1139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矩形: 圆角 61">
            <a:extLst>
              <a:ext uri="{FF2B5EF4-FFF2-40B4-BE49-F238E27FC236}">
                <a16:creationId xmlns:a16="http://schemas.microsoft.com/office/drawing/2014/main" id="{9C94F304-AA7E-BD6F-A05C-289B6828424F}"/>
              </a:ext>
            </a:extLst>
          </p:cNvPr>
          <p:cNvSpPr/>
          <p:nvPr/>
        </p:nvSpPr>
        <p:spPr>
          <a:xfrm>
            <a:off x="646395" y="5792275"/>
            <a:ext cx="10887789" cy="570019"/>
          </a:xfrm>
          <a:prstGeom prst="roundRect">
            <a:avLst>
              <a:gd name="adj" fmla="val 1218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矩形: 圆角 62">
            <a:extLst>
              <a:ext uri="{FF2B5EF4-FFF2-40B4-BE49-F238E27FC236}">
                <a16:creationId xmlns:a16="http://schemas.microsoft.com/office/drawing/2014/main" id="{E7231882-48BE-CF0A-891A-E66E237247F3}"/>
              </a:ext>
            </a:extLst>
          </p:cNvPr>
          <p:cNvSpPr/>
          <p:nvPr/>
        </p:nvSpPr>
        <p:spPr>
          <a:xfrm>
            <a:off x="807200" y="5086548"/>
            <a:ext cx="1374759" cy="482333"/>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矩形: 圆角 63">
            <a:extLst>
              <a:ext uri="{FF2B5EF4-FFF2-40B4-BE49-F238E27FC236}">
                <a16:creationId xmlns:a16="http://schemas.microsoft.com/office/drawing/2014/main" id="{52319E12-F495-9B0F-412B-F7C54642A2F7}"/>
              </a:ext>
            </a:extLst>
          </p:cNvPr>
          <p:cNvSpPr/>
          <p:nvPr/>
        </p:nvSpPr>
        <p:spPr>
          <a:xfrm>
            <a:off x="807200" y="5873995"/>
            <a:ext cx="1374759"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矩形: 圆角 64">
            <a:extLst>
              <a:ext uri="{FF2B5EF4-FFF2-40B4-BE49-F238E27FC236}">
                <a16:creationId xmlns:a16="http://schemas.microsoft.com/office/drawing/2014/main" id="{A516F881-38F5-CA5D-2D4D-8BAC041F2E41}"/>
              </a:ext>
            </a:extLst>
          </p:cNvPr>
          <p:cNvSpPr/>
          <p:nvPr/>
        </p:nvSpPr>
        <p:spPr>
          <a:xfrm>
            <a:off x="2445862" y="5873995"/>
            <a:ext cx="2067518"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矩形: 圆角 65">
            <a:extLst>
              <a:ext uri="{FF2B5EF4-FFF2-40B4-BE49-F238E27FC236}">
                <a16:creationId xmlns:a16="http://schemas.microsoft.com/office/drawing/2014/main" id="{7657DEB9-44B6-2CBE-2502-8ADA5C999387}"/>
              </a:ext>
            </a:extLst>
          </p:cNvPr>
          <p:cNvSpPr/>
          <p:nvPr/>
        </p:nvSpPr>
        <p:spPr>
          <a:xfrm>
            <a:off x="4710112" y="5873995"/>
            <a:ext cx="2067518"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矩形: 圆角 66">
            <a:extLst>
              <a:ext uri="{FF2B5EF4-FFF2-40B4-BE49-F238E27FC236}">
                <a16:creationId xmlns:a16="http://schemas.microsoft.com/office/drawing/2014/main" id="{22A34222-8693-C2D7-D294-0E0934B10A1C}"/>
              </a:ext>
            </a:extLst>
          </p:cNvPr>
          <p:cNvSpPr/>
          <p:nvPr/>
        </p:nvSpPr>
        <p:spPr>
          <a:xfrm>
            <a:off x="6974344" y="5873995"/>
            <a:ext cx="2086303"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矩形: 圆角 67">
            <a:extLst>
              <a:ext uri="{FF2B5EF4-FFF2-40B4-BE49-F238E27FC236}">
                <a16:creationId xmlns:a16="http://schemas.microsoft.com/office/drawing/2014/main" id="{0028ABB4-17AB-A896-9790-D3B1201D8A72}"/>
              </a:ext>
            </a:extLst>
          </p:cNvPr>
          <p:cNvSpPr/>
          <p:nvPr/>
        </p:nvSpPr>
        <p:spPr>
          <a:xfrm>
            <a:off x="9257404" y="5873995"/>
            <a:ext cx="2086303" cy="406578"/>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矩形: 圆角 70">
            <a:extLst>
              <a:ext uri="{FF2B5EF4-FFF2-40B4-BE49-F238E27FC236}">
                <a16:creationId xmlns:a16="http://schemas.microsoft.com/office/drawing/2014/main" id="{73600288-98FD-B7FB-42AE-7FAA431CD8E6}"/>
              </a:ext>
            </a:extLst>
          </p:cNvPr>
          <p:cNvSpPr/>
          <p:nvPr/>
        </p:nvSpPr>
        <p:spPr>
          <a:xfrm>
            <a:off x="2445862" y="5086548"/>
            <a:ext cx="8917493" cy="482333"/>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矩形: 圆角 77">
            <a:extLst>
              <a:ext uri="{FF2B5EF4-FFF2-40B4-BE49-F238E27FC236}">
                <a16:creationId xmlns:a16="http://schemas.microsoft.com/office/drawing/2014/main" id="{567985E6-384A-E889-D4FA-98E5343310F7}"/>
              </a:ext>
            </a:extLst>
          </p:cNvPr>
          <p:cNvSpPr/>
          <p:nvPr/>
        </p:nvSpPr>
        <p:spPr>
          <a:xfrm>
            <a:off x="2426214" y="2444727"/>
            <a:ext cx="8937160" cy="339993"/>
          </a:xfrm>
          <a:prstGeom prst="roundRect">
            <a:avLst/>
          </a:prstGeom>
          <a:solidFill>
            <a:srgbClr val="FFFFFF"/>
          </a:solidFill>
          <a:ln w="6340" cap="flat">
            <a:noFill/>
            <a:prstDash val="solid"/>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任意多边形: 形状 79">
            <a:extLst>
              <a:ext uri="{FF2B5EF4-FFF2-40B4-BE49-F238E27FC236}">
                <a16:creationId xmlns:a16="http://schemas.microsoft.com/office/drawing/2014/main" id="{3CA07615-CEDF-3C19-29DE-A9A47DAFB7A7}"/>
              </a:ext>
            </a:extLst>
          </p:cNvPr>
          <p:cNvSpPr/>
          <p:nvPr/>
        </p:nvSpPr>
        <p:spPr>
          <a:xfrm>
            <a:off x="6733140" y="2173085"/>
            <a:ext cx="180553" cy="246094"/>
          </a:xfrm>
          <a:custGeom>
            <a:avLst/>
            <a:gdLst>
              <a:gd name="connsiteX0" fmla="*/ 0 w 180553"/>
              <a:gd name="connsiteY0" fmla="*/ 109030 h 246094"/>
              <a:gd name="connsiteX1" fmla="*/ 90277 w 180553"/>
              <a:gd name="connsiteY1" fmla="*/ 0 h 246094"/>
              <a:gd name="connsiteX2" fmla="*/ 180554 w 180553"/>
              <a:gd name="connsiteY2" fmla="*/ 109030 h 246094"/>
              <a:gd name="connsiteX3" fmla="*/ 132148 w 180553"/>
              <a:gd name="connsiteY3" fmla="*/ 109030 h 246094"/>
              <a:gd name="connsiteX4" fmla="*/ 132148 w 180553"/>
              <a:gd name="connsiteY4" fmla="*/ 246095 h 246094"/>
              <a:gd name="connsiteX5" fmla="*/ 48595 w 180553"/>
              <a:gd name="connsiteY5" fmla="*/ 246095 h 246094"/>
              <a:gd name="connsiteX6" fmla="*/ 48595 w 180553"/>
              <a:gd name="connsiteY6" fmla="*/ 109030 h 246094"/>
              <a:gd name="connsiteX7" fmla="*/ 0 w 180553"/>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53" h="246094">
                <a:moveTo>
                  <a:pt x="0" y="109030"/>
                </a:moveTo>
                <a:lnTo>
                  <a:pt x="90277" y="0"/>
                </a:lnTo>
                <a:lnTo>
                  <a:pt x="180554" y="109030"/>
                </a:lnTo>
                <a:lnTo>
                  <a:pt x="132148" y="109030"/>
                </a:lnTo>
                <a:lnTo>
                  <a:pt x="132148" y="246095"/>
                </a:lnTo>
                <a:lnTo>
                  <a:pt x="48595" y="246095"/>
                </a:lnTo>
                <a:lnTo>
                  <a:pt x="48595"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任意多边形: 形状 80">
            <a:extLst>
              <a:ext uri="{FF2B5EF4-FFF2-40B4-BE49-F238E27FC236}">
                <a16:creationId xmlns:a16="http://schemas.microsoft.com/office/drawing/2014/main" id="{27E46E12-5B69-4CC6-C0DD-FECDA54210D6}"/>
              </a:ext>
            </a:extLst>
          </p:cNvPr>
          <p:cNvSpPr/>
          <p:nvPr/>
        </p:nvSpPr>
        <p:spPr>
          <a:xfrm>
            <a:off x="6733140" y="4866439"/>
            <a:ext cx="180553" cy="246088"/>
          </a:xfrm>
          <a:custGeom>
            <a:avLst/>
            <a:gdLst>
              <a:gd name="connsiteX0" fmla="*/ 0 w 180553"/>
              <a:gd name="connsiteY0" fmla="*/ 109030 h 246088"/>
              <a:gd name="connsiteX1" fmla="*/ 90277 w 180553"/>
              <a:gd name="connsiteY1" fmla="*/ 0 h 246088"/>
              <a:gd name="connsiteX2" fmla="*/ 180554 w 180553"/>
              <a:gd name="connsiteY2" fmla="*/ 109030 h 246088"/>
              <a:gd name="connsiteX3" fmla="*/ 132148 w 180553"/>
              <a:gd name="connsiteY3" fmla="*/ 109030 h 246088"/>
              <a:gd name="connsiteX4" fmla="*/ 132148 w 180553"/>
              <a:gd name="connsiteY4" fmla="*/ 246089 h 246088"/>
              <a:gd name="connsiteX5" fmla="*/ 48595 w 180553"/>
              <a:gd name="connsiteY5" fmla="*/ 246089 h 246088"/>
              <a:gd name="connsiteX6" fmla="*/ 48595 w 180553"/>
              <a:gd name="connsiteY6" fmla="*/ 109030 h 246088"/>
              <a:gd name="connsiteX7" fmla="*/ 0 w 180553"/>
              <a:gd name="connsiteY7" fmla="*/ 109030 h 24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53" h="246088">
                <a:moveTo>
                  <a:pt x="0" y="109030"/>
                </a:moveTo>
                <a:lnTo>
                  <a:pt x="90277" y="0"/>
                </a:lnTo>
                <a:lnTo>
                  <a:pt x="180554" y="109030"/>
                </a:lnTo>
                <a:lnTo>
                  <a:pt x="132148" y="109030"/>
                </a:lnTo>
                <a:lnTo>
                  <a:pt x="132148" y="246089"/>
                </a:lnTo>
                <a:lnTo>
                  <a:pt x="48595" y="246089"/>
                </a:lnTo>
                <a:lnTo>
                  <a:pt x="48595"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任意多边形: 形状 81">
            <a:extLst>
              <a:ext uri="{FF2B5EF4-FFF2-40B4-BE49-F238E27FC236}">
                <a16:creationId xmlns:a16="http://schemas.microsoft.com/office/drawing/2014/main" id="{80F01E15-8F54-8E29-4F07-C87B5004EA73}"/>
              </a:ext>
            </a:extLst>
          </p:cNvPr>
          <p:cNvSpPr/>
          <p:nvPr/>
        </p:nvSpPr>
        <p:spPr>
          <a:xfrm>
            <a:off x="6733140" y="5629320"/>
            <a:ext cx="180553" cy="246095"/>
          </a:xfrm>
          <a:custGeom>
            <a:avLst/>
            <a:gdLst>
              <a:gd name="connsiteX0" fmla="*/ 0 w 180553"/>
              <a:gd name="connsiteY0" fmla="*/ 109030 h 246095"/>
              <a:gd name="connsiteX1" fmla="*/ 90277 w 180553"/>
              <a:gd name="connsiteY1" fmla="*/ 0 h 246095"/>
              <a:gd name="connsiteX2" fmla="*/ 180554 w 180553"/>
              <a:gd name="connsiteY2" fmla="*/ 109030 h 246095"/>
              <a:gd name="connsiteX3" fmla="*/ 132148 w 180553"/>
              <a:gd name="connsiteY3" fmla="*/ 109030 h 246095"/>
              <a:gd name="connsiteX4" fmla="*/ 132148 w 180553"/>
              <a:gd name="connsiteY4" fmla="*/ 246095 h 246095"/>
              <a:gd name="connsiteX5" fmla="*/ 48595 w 180553"/>
              <a:gd name="connsiteY5" fmla="*/ 246095 h 246095"/>
              <a:gd name="connsiteX6" fmla="*/ 48595 w 180553"/>
              <a:gd name="connsiteY6" fmla="*/ 109030 h 246095"/>
              <a:gd name="connsiteX7" fmla="*/ 0 w 180553"/>
              <a:gd name="connsiteY7" fmla="*/ 109030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53" h="246095">
                <a:moveTo>
                  <a:pt x="0" y="109030"/>
                </a:moveTo>
                <a:lnTo>
                  <a:pt x="90277" y="0"/>
                </a:lnTo>
                <a:lnTo>
                  <a:pt x="180554" y="109030"/>
                </a:lnTo>
                <a:lnTo>
                  <a:pt x="132148" y="109030"/>
                </a:lnTo>
                <a:lnTo>
                  <a:pt x="132148" y="246095"/>
                </a:lnTo>
                <a:lnTo>
                  <a:pt x="48595" y="246095"/>
                </a:lnTo>
                <a:lnTo>
                  <a:pt x="48595" y="109030"/>
                </a:lnTo>
                <a:lnTo>
                  <a:pt x="0" y="109030"/>
                </a:lnTo>
                <a:close/>
              </a:path>
            </a:pathLst>
          </a:custGeom>
          <a:gradFill flip="none" rotWithShape="1">
            <a:gsLst>
              <a:gs pos="14000">
                <a:schemeClr val="accent1"/>
              </a:gs>
              <a:gs pos="93000">
                <a:schemeClr val="accent1">
                  <a:alpha val="0"/>
                </a:schemeClr>
              </a:gs>
            </a:gsLst>
            <a:lin ang="5400000" scaled="1"/>
            <a:tileRect/>
          </a:gra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30636DF9-B8AE-8D4C-4C2E-74238674844B}"/>
              </a:ext>
            </a:extLst>
          </p:cNvPr>
          <p:cNvSpPr txBox="1"/>
          <p:nvPr/>
        </p:nvSpPr>
        <p:spPr>
          <a:xfrm>
            <a:off x="1094474"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业务前台</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35CB1BD5-4BDE-53ED-302C-B5B8A0CD06BA}"/>
              </a:ext>
            </a:extLst>
          </p:cNvPr>
          <p:cNvSpPr txBox="1"/>
          <p:nvPr/>
        </p:nvSpPr>
        <p:spPr>
          <a:xfrm>
            <a:off x="2637834"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智能分析</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a:extLst>
              <a:ext uri="{FF2B5EF4-FFF2-40B4-BE49-F238E27FC236}">
                <a16:creationId xmlns:a16="http://schemas.microsoft.com/office/drawing/2014/main" id="{8070E79A-FEF2-4D98-DBF3-702F43E33C57}"/>
              </a:ext>
            </a:extLst>
          </p:cNvPr>
          <p:cNvSpPr txBox="1"/>
          <p:nvPr/>
        </p:nvSpPr>
        <p:spPr>
          <a:xfrm>
            <a:off x="4153666"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标签系统</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a:extLst>
              <a:ext uri="{FF2B5EF4-FFF2-40B4-BE49-F238E27FC236}">
                <a16:creationId xmlns:a16="http://schemas.microsoft.com/office/drawing/2014/main" id="{014F13E0-BBEA-3DAA-D8F3-E8AD01A84F8C}"/>
              </a:ext>
            </a:extLst>
          </p:cNvPr>
          <p:cNvSpPr txBox="1"/>
          <p:nvPr/>
        </p:nvSpPr>
        <p:spPr>
          <a:xfrm>
            <a:off x="5669488" y="1763112"/>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用户画像</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a:extLst>
              <a:ext uri="{FF2B5EF4-FFF2-40B4-BE49-F238E27FC236}">
                <a16:creationId xmlns:a16="http://schemas.microsoft.com/office/drawing/2014/main" id="{2C3FDB8A-6CE6-7D0F-4448-616D91CA10F0}"/>
              </a:ext>
            </a:extLst>
          </p:cNvPr>
          <p:cNvSpPr txBox="1"/>
          <p:nvPr/>
        </p:nvSpPr>
        <p:spPr>
          <a:xfrm>
            <a:off x="7120580" y="1763112"/>
            <a:ext cx="954107"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数字化运营</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a:extLst>
              <a:ext uri="{FF2B5EF4-FFF2-40B4-BE49-F238E27FC236}">
                <a16:creationId xmlns:a16="http://schemas.microsoft.com/office/drawing/2014/main" id="{2B705B67-8EBE-28FF-97B0-A464C3B99D9B}"/>
              </a:ext>
            </a:extLst>
          </p:cNvPr>
          <p:cNvSpPr txBox="1"/>
          <p:nvPr/>
        </p:nvSpPr>
        <p:spPr>
          <a:xfrm>
            <a:off x="8660934" y="1763112"/>
            <a:ext cx="954107"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数字化管理</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a:extLst>
              <a:ext uri="{FF2B5EF4-FFF2-40B4-BE49-F238E27FC236}">
                <a16:creationId xmlns:a16="http://schemas.microsoft.com/office/drawing/2014/main" id="{D0B4BFFE-175B-E38D-26F3-15753F1CE726}"/>
              </a:ext>
            </a:extLst>
          </p:cNvPr>
          <p:cNvSpPr txBox="1"/>
          <p:nvPr/>
        </p:nvSpPr>
        <p:spPr>
          <a:xfrm>
            <a:off x="10183617" y="1763112"/>
            <a:ext cx="1107996"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数字化供应链</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文本框 89">
            <a:extLst>
              <a:ext uri="{FF2B5EF4-FFF2-40B4-BE49-F238E27FC236}">
                <a16:creationId xmlns:a16="http://schemas.microsoft.com/office/drawing/2014/main" id="{2A3D0A28-CF59-036B-B394-BE7F8B5563A7}"/>
              </a:ext>
            </a:extLst>
          </p:cNvPr>
          <p:cNvSpPr txBox="1"/>
          <p:nvPr/>
        </p:nvSpPr>
        <p:spPr>
          <a:xfrm>
            <a:off x="991877" y="3791528"/>
            <a:ext cx="1005403" cy="338554"/>
          </a:xfrm>
          <a:prstGeom prst="rect">
            <a:avLst/>
          </a:prstGeom>
          <a:noFill/>
        </p:spPr>
        <p:txBody>
          <a:bodyPr wrap="none" rtlCol="0">
            <a:spAutoFit/>
          </a:bodyPr>
          <a:lstStyle/>
          <a:p>
            <a:pPr algn="ctr"/>
            <a:r>
              <a:rPr lang="zh-CN" alt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数据中台</a:t>
            </a:r>
            <a:endParaRPr 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a:extLst>
              <a:ext uri="{FF2B5EF4-FFF2-40B4-BE49-F238E27FC236}">
                <a16:creationId xmlns:a16="http://schemas.microsoft.com/office/drawing/2014/main" id="{1E481F75-D137-FB74-2EBD-B6E7326E3EB3}"/>
              </a:ext>
            </a:extLst>
          </p:cNvPr>
          <p:cNvSpPr txBox="1"/>
          <p:nvPr/>
        </p:nvSpPr>
        <p:spPr>
          <a:xfrm>
            <a:off x="991877" y="5157067"/>
            <a:ext cx="1005403"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数据后台</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a:extLst>
              <a:ext uri="{FF2B5EF4-FFF2-40B4-BE49-F238E27FC236}">
                <a16:creationId xmlns:a16="http://schemas.microsoft.com/office/drawing/2014/main" id="{5EF2AE89-17D5-83FF-8D71-83E4D5ADDBEE}"/>
              </a:ext>
            </a:extLst>
          </p:cNvPr>
          <p:cNvSpPr txBox="1"/>
          <p:nvPr/>
        </p:nvSpPr>
        <p:spPr>
          <a:xfrm>
            <a:off x="1094470" y="5908007"/>
            <a:ext cx="800219" cy="338554"/>
          </a:xfrm>
          <a:prstGeom prst="rect">
            <a:avLst/>
          </a:prstGeom>
          <a:noFill/>
        </p:spPr>
        <p:txBody>
          <a:bodyPr wrap="none" rtlCol="0">
            <a:spAutoFit/>
          </a:bodyPr>
          <a:lstStyle/>
          <a:p>
            <a:pPr algn="ctr"/>
            <a:r>
              <a:rPr lang="zh-CN" alt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数据源</a:t>
            </a:r>
            <a:endParaRPr lang="en-US" sz="16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a:extLst>
              <a:ext uri="{FF2B5EF4-FFF2-40B4-BE49-F238E27FC236}">
                <a16:creationId xmlns:a16="http://schemas.microsoft.com/office/drawing/2014/main" id="{CBF0D827-A5C1-0C32-5092-9B2FD8C69EC1}"/>
              </a:ext>
            </a:extLst>
          </p:cNvPr>
          <p:cNvSpPr txBox="1"/>
          <p:nvPr/>
        </p:nvSpPr>
        <p:spPr>
          <a:xfrm>
            <a:off x="3117982" y="5923396"/>
            <a:ext cx="723275"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数据库</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a:extLst>
              <a:ext uri="{FF2B5EF4-FFF2-40B4-BE49-F238E27FC236}">
                <a16:creationId xmlns:a16="http://schemas.microsoft.com/office/drawing/2014/main" id="{273ADB30-B59C-3EB4-6AAB-179AB7CE4AB8}"/>
              </a:ext>
            </a:extLst>
          </p:cNvPr>
          <p:cNvSpPr txBox="1"/>
          <p:nvPr/>
        </p:nvSpPr>
        <p:spPr>
          <a:xfrm>
            <a:off x="5292464" y="5923396"/>
            <a:ext cx="902812"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埋点采集</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a:extLst>
              <a:ext uri="{FF2B5EF4-FFF2-40B4-BE49-F238E27FC236}">
                <a16:creationId xmlns:a16="http://schemas.microsoft.com/office/drawing/2014/main" id="{DE83260C-071D-166E-BDEA-5F00E9C05C57}"/>
              </a:ext>
            </a:extLst>
          </p:cNvPr>
          <p:cNvSpPr txBox="1"/>
          <p:nvPr/>
        </p:nvSpPr>
        <p:spPr>
          <a:xfrm>
            <a:off x="7476324" y="5923396"/>
            <a:ext cx="1082348"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服务器日志</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a:extLst>
              <a:ext uri="{FF2B5EF4-FFF2-40B4-BE49-F238E27FC236}">
                <a16:creationId xmlns:a16="http://schemas.microsoft.com/office/drawing/2014/main" id="{1F494253-D108-F13A-5A36-9DE1264C7F68}"/>
              </a:ext>
            </a:extLst>
          </p:cNvPr>
          <p:cNvSpPr txBox="1"/>
          <p:nvPr/>
        </p:nvSpPr>
        <p:spPr>
          <a:xfrm>
            <a:off x="9886098" y="5923396"/>
            <a:ext cx="902811" cy="307777"/>
          </a:xfrm>
          <a:prstGeom prst="rect">
            <a:avLst/>
          </a:prstGeom>
          <a:noFill/>
        </p:spPr>
        <p:txBody>
          <a:bodyPr wrap="none" rtlCol="0">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爬虫数据</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a:extLst>
              <a:ext uri="{FF2B5EF4-FFF2-40B4-BE49-F238E27FC236}">
                <a16:creationId xmlns:a16="http://schemas.microsoft.com/office/drawing/2014/main" id="{C32196ED-5786-5486-ACF8-8309BE47D1CA}"/>
              </a:ext>
            </a:extLst>
          </p:cNvPr>
          <p:cNvSpPr txBox="1"/>
          <p:nvPr/>
        </p:nvSpPr>
        <p:spPr>
          <a:xfrm>
            <a:off x="5089612" y="5158437"/>
            <a:ext cx="3467617" cy="338554"/>
          </a:xfrm>
          <a:prstGeom prst="rect">
            <a:avLst/>
          </a:prstGeom>
          <a:noFill/>
        </p:spPr>
        <p:txBody>
          <a:bodyPr wrap="none" rtlCol="0">
            <a:spAutoFit/>
          </a:bodyPr>
          <a:lstStyle/>
          <a:p>
            <a:pPr algn="ctr"/>
            <a:r>
              <a:rPr lang="zh-CN" alt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大数据基础设施（计算和存储平台）</a:t>
            </a:r>
            <a:endParaRPr 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a:extLst>
              <a:ext uri="{FF2B5EF4-FFF2-40B4-BE49-F238E27FC236}">
                <a16:creationId xmlns:a16="http://schemas.microsoft.com/office/drawing/2014/main" id="{0BB78AC2-7D45-DCC5-3CF0-B70C29492DB9}"/>
              </a:ext>
            </a:extLst>
          </p:cNvPr>
          <p:cNvSpPr txBox="1"/>
          <p:nvPr/>
        </p:nvSpPr>
        <p:spPr>
          <a:xfrm>
            <a:off x="6320714" y="2446166"/>
            <a:ext cx="1005404" cy="338554"/>
          </a:xfrm>
          <a:prstGeom prst="rect">
            <a:avLst/>
          </a:prstGeom>
          <a:noFill/>
        </p:spPr>
        <p:txBody>
          <a:bodyPr wrap="none" rtlCol="0">
            <a:spAutoFit/>
          </a:bodyPr>
          <a:lstStyle/>
          <a:p>
            <a:pPr algn="ctr"/>
            <a:r>
              <a:rPr lang="zh-CN" alt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应用服务</a:t>
            </a:r>
            <a:endParaRPr lang="en-US" sz="16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a:extLst>
              <a:ext uri="{FF2B5EF4-FFF2-40B4-BE49-F238E27FC236}">
                <a16:creationId xmlns:a16="http://schemas.microsoft.com/office/drawing/2014/main" id="{3C7A5D12-8772-FDE3-060A-E9E1323BE3A2}"/>
              </a:ext>
            </a:extLst>
          </p:cNvPr>
          <p:cNvSpPr txBox="1"/>
          <p:nvPr/>
        </p:nvSpPr>
        <p:spPr>
          <a:xfrm>
            <a:off x="3372461" y="2873888"/>
            <a:ext cx="1005403"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开发套件</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0" name="文本框 99">
            <a:extLst>
              <a:ext uri="{FF2B5EF4-FFF2-40B4-BE49-F238E27FC236}">
                <a16:creationId xmlns:a16="http://schemas.microsoft.com/office/drawing/2014/main" id="{86053FD3-BC1C-2488-B737-1A577225C9DA}"/>
              </a:ext>
            </a:extLst>
          </p:cNvPr>
          <p:cNvSpPr txBox="1"/>
          <p:nvPr/>
        </p:nvSpPr>
        <p:spPr>
          <a:xfrm>
            <a:off x="5910344" y="2873888"/>
            <a:ext cx="1826141"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数据标准体系建设</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1" name="文本框 100">
            <a:extLst>
              <a:ext uri="{FF2B5EF4-FFF2-40B4-BE49-F238E27FC236}">
                <a16:creationId xmlns:a16="http://schemas.microsoft.com/office/drawing/2014/main" id="{FB765FA5-7BD2-9F6F-37FF-2286A0D260A0}"/>
              </a:ext>
            </a:extLst>
          </p:cNvPr>
          <p:cNvSpPr txBox="1"/>
          <p:nvPr/>
        </p:nvSpPr>
        <p:spPr>
          <a:xfrm>
            <a:off x="9316014" y="2873888"/>
            <a:ext cx="1415773"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数据治理平台</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102" name="文本框 101">
            <a:extLst>
              <a:ext uri="{FF2B5EF4-FFF2-40B4-BE49-F238E27FC236}">
                <a16:creationId xmlns:a16="http://schemas.microsoft.com/office/drawing/2014/main" id="{61F37D45-95FE-AD6A-68FD-FE806F7E6E39}"/>
              </a:ext>
            </a:extLst>
          </p:cNvPr>
          <p:cNvSpPr txBox="1"/>
          <p:nvPr/>
        </p:nvSpPr>
        <p:spPr>
          <a:xfrm>
            <a:off x="3359636" y="3428203"/>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自助查询系统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3" name="文本框 102">
            <a:extLst>
              <a:ext uri="{FF2B5EF4-FFF2-40B4-BE49-F238E27FC236}">
                <a16:creationId xmlns:a16="http://schemas.microsoft.com/office/drawing/2014/main" id="{44F7534B-D3E3-C050-C84B-5C34585B8913}"/>
              </a:ext>
            </a:extLst>
          </p:cNvPr>
          <p:cNvSpPr txBox="1"/>
          <p:nvPr/>
        </p:nvSpPr>
        <p:spPr>
          <a:xfrm>
            <a:off x="3359636" y="3870996"/>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敏捷开发平台</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4" name="文本框 103">
            <a:extLst>
              <a:ext uri="{FF2B5EF4-FFF2-40B4-BE49-F238E27FC236}">
                <a16:creationId xmlns:a16="http://schemas.microsoft.com/office/drawing/2014/main" id="{EB9213F1-1263-03E0-BD61-87473F0F1CFD}"/>
              </a:ext>
            </a:extLst>
          </p:cNvPr>
          <p:cNvSpPr txBox="1"/>
          <p:nvPr/>
        </p:nvSpPr>
        <p:spPr>
          <a:xfrm>
            <a:off x="3359635" y="4295965"/>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数据集成工具</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5" name="文本框 104">
            <a:extLst>
              <a:ext uri="{FF2B5EF4-FFF2-40B4-BE49-F238E27FC236}">
                <a16:creationId xmlns:a16="http://schemas.microsoft.com/office/drawing/2014/main" id="{FAEE003C-037F-BE75-A034-0EFE757B4C80}"/>
              </a:ext>
            </a:extLst>
          </p:cNvPr>
          <p:cNvSpPr txBox="1"/>
          <p:nvPr/>
        </p:nvSpPr>
        <p:spPr>
          <a:xfrm>
            <a:off x="5975298" y="3410139"/>
            <a:ext cx="1457450"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应用数据层（</a:t>
            </a: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ADS</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6" name="文本框 105">
            <a:extLst>
              <a:ext uri="{FF2B5EF4-FFF2-40B4-BE49-F238E27FC236}">
                <a16:creationId xmlns:a16="http://schemas.microsoft.com/office/drawing/2014/main" id="{8A902586-E8BC-5243-47A8-583D48A84CE1}"/>
              </a:ext>
            </a:extLst>
          </p:cNvPr>
          <p:cNvSpPr txBox="1"/>
          <p:nvPr/>
        </p:nvSpPr>
        <p:spPr>
          <a:xfrm>
            <a:off x="6041023" y="4347824"/>
            <a:ext cx="1326004"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操作数据（</a:t>
            </a: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ODS</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7" name="文本框 106">
            <a:extLst>
              <a:ext uri="{FF2B5EF4-FFF2-40B4-BE49-F238E27FC236}">
                <a16:creationId xmlns:a16="http://schemas.microsoft.com/office/drawing/2014/main" id="{282FC8CD-858F-7592-27C8-CEFA476EF245}"/>
              </a:ext>
            </a:extLst>
          </p:cNvPr>
          <p:cNvSpPr txBox="1"/>
          <p:nvPr/>
        </p:nvSpPr>
        <p:spPr>
          <a:xfrm>
            <a:off x="5722221" y="3797429"/>
            <a:ext cx="886188" cy="430887"/>
          </a:xfrm>
          <a:prstGeom prst="rect">
            <a:avLst/>
          </a:prstGeom>
          <a:noFill/>
        </p:spPr>
        <p:txBody>
          <a:bodyPr wrap="squar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DWD</a:t>
            </a:r>
          </a:p>
          <a:p>
            <a:pPr algn="ctr"/>
            <a:r>
              <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公共明细）</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8" name="文本框 107">
            <a:extLst>
              <a:ext uri="{FF2B5EF4-FFF2-40B4-BE49-F238E27FC236}">
                <a16:creationId xmlns:a16="http://schemas.microsoft.com/office/drawing/2014/main" id="{12153951-F426-F7C6-F08B-9C2CFEB96C6C}"/>
              </a:ext>
            </a:extLst>
          </p:cNvPr>
          <p:cNvSpPr txBox="1"/>
          <p:nvPr/>
        </p:nvSpPr>
        <p:spPr>
          <a:xfrm>
            <a:off x="6749207" y="3781833"/>
            <a:ext cx="886188" cy="430887"/>
          </a:xfrm>
          <a:prstGeom prst="rect">
            <a:avLst/>
          </a:prstGeom>
          <a:noFill/>
        </p:spPr>
        <p:txBody>
          <a:bodyPr wrap="square" rtlCol="0">
            <a:spAutoFit/>
          </a:bodyPr>
          <a:lstStyle/>
          <a:p>
            <a:pPr algn="ctr"/>
            <a:r>
              <a:rPr lang="en-US" altLang="zh-CN"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DWD</a:t>
            </a:r>
          </a:p>
          <a:p>
            <a:pPr algn="ctr"/>
            <a:r>
              <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公共汇总）</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09" name="文本框 108">
            <a:extLst>
              <a:ext uri="{FF2B5EF4-FFF2-40B4-BE49-F238E27FC236}">
                <a16:creationId xmlns:a16="http://schemas.microsoft.com/office/drawing/2014/main" id="{C8850868-A4F9-891B-514E-DD9337A527D6}"/>
              </a:ext>
            </a:extLst>
          </p:cNvPr>
          <p:cNvSpPr txBox="1"/>
          <p:nvPr/>
        </p:nvSpPr>
        <p:spPr>
          <a:xfrm>
            <a:off x="9084844" y="3447787"/>
            <a:ext cx="748923"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数据地图</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0" name="文本框 109">
            <a:extLst>
              <a:ext uri="{FF2B5EF4-FFF2-40B4-BE49-F238E27FC236}">
                <a16:creationId xmlns:a16="http://schemas.microsoft.com/office/drawing/2014/main" id="{7DF243E4-E9D2-96E2-0893-D2DBD280C6C3}"/>
              </a:ext>
            </a:extLst>
          </p:cNvPr>
          <p:cNvSpPr txBox="1"/>
          <p:nvPr/>
        </p:nvSpPr>
        <p:spPr>
          <a:xfrm>
            <a:off x="10118860" y="3447787"/>
            <a:ext cx="748923"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数据雪源</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1" name="文本框 110">
            <a:extLst>
              <a:ext uri="{FF2B5EF4-FFF2-40B4-BE49-F238E27FC236}">
                <a16:creationId xmlns:a16="http://schemas.microsoft.com/office/drawing/2014/main" id="{AE817436-18C8-FD73-1D98-7A710951D872}"/>
              </a:ext>
            </a:extLst>
          </p:cNvPr>
          <p:cNvSpPr txBox="1"/>
          <p:nvPr/>
        </p:nvSpPr>
        <p:spPr>
          <a:xfrm>
            <a:off x="9508380" y="3922411"/>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数据质量中心</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2" name="文本框 111">
            <a:extLst>
              <a:ext uri="{FF2B5EF4-FFF2-40B4-BE49-F238E27FC236}">
                <a16:creationId xmlns:a16="http://schemas.microsoft.com/office/drawing/2014/main" id="{FA8AAA99-2E9F-42A2-FAFB-D161170086D0}"/>
              </a:ext>
            </a:extLst>
          </p:cNvPr>
          <p:cNvSpPr txBox="1"/>
          <p:nvPr/>
        </p:nvSpPr>
        <p:spPr>
          <a:xfrm>
            <a:off x="9508378" y="4370173"/>
            <a:ext cx="1031051" cy="261610"/>
          </a:xfrm>
          <a:prstGeom prst="rect">
            <a:avLst/>
          </a:prstGeom>
          <a:noFill/>
        </p:spPr>
        <p:txBody>
          <a:bodyPr wrap="non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数据资产中心</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3" name="文本框 112">
            <a:extLst>
              <a:ext uri="{FF2B5EF4-FFF2-40B4-BE49-F238E27FC236}">
                <a16:creationId xmlns:a16="http://schemas.microsoft.com/office/drawing/2014/main" id="{CE431A36-9E82-F466-A08D-046C5CBE40A2}"/>
              </a:ext>
            </a:extLst>
          </p:cNvPr>
          <p:cNvSpPr txBox="1"/>
          <p:nvPr/>
        </p:nvSpPr>
        <p:spPr>
          <a:xfrm>
            <a:off x="7779932" y="3620306"/>
            <a:ext cx="285293" cy="769441"/>
          </a:xfrm>
          <a:prstGeom prst="rect">
            <a:avLst/>
          </a:prstGeom>
          <a:noFill/>
        </p:spPr>
        <p:txBody>
          <a:bodyPr wrap="square" rtlCol="0">
            <a:spAutoFit/>
          </a:bodyPr>
          <a:lstStyle/>
          <a:p>
            <a:pPr algn="ctr"/>
            <a:r>
              <a:rPr lang="zh-CN" alt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指标系统</a:t>
            </a:r>
            <a:endParaRPr lang="en-US" sz="11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01D359F2-1B5F-80EA-CD33-9EB5998BAB72}"/>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AE703114-3976-047A-2981-7BD3616EE02A}"/>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A10D94A0-D107-CF63-1079-529BF0373124}"/>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5" name="图形 2">
            <a:extLst>
              <a:ext uri="{FF2B5EF4-FFF2-40B4-BE49-F238E27FC236}">
                <a16:creationId xmlns:a16="http://schemas.microsoft.com/office/drawing/2014/main" id="{35CB1D72-7516-82FA-82F9-6FA68D21C461}"/>
              </a:ext>
            </a:extLst>
          </p:cNvPr>
          <p:cNvGrpSpPr/>
          <p:nvPr/>
        </p:nvGrpSpPr>
        <p:grpSpPr>
          <a:xfrm>
            <a:off x="1161411" y="3175915"/>
            <a:ext cx="682616" cy="38107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6" name="图形 2">
              <a:extLst>
                <a:ext uri="{FF2B5EF4-FFF2-40B4-BE49-F238E27FC236}">
                  <a16:creationId xmlns:a16="http://schemas.microsoft.com/office/drawing/2014/main" id="{BB37BC25-813D-A88A-C03D-DBA0D3B71613}"/>
                </a:ext>
              </a:extLst>
            </p:cNvPr>
            <p:cNvGrpSpPr/>
            <p:nvPr/>
          </p:nvGrpSpPr>
          <p:grpSpPr>
            <a:xfrm>
              <a:off x="8040885" y="2227778"/>
              <a:ext cx="850117" cy="687943"/>
              <a:chOff x="8040885" y="2227778"/>
              <a:chExt cx="850117" cy="687943"/>
            </a:xfrm>
            <a:grpFill/>
          </p:grpSpPr>
          <p:sp>
            <p:nvSpPr>
              <p:cNvPr id="8" name="任意多边形: 形状 7">
                <a:extLst>
                  <a:ext uri="{FF2B5EF4-FFF2-40B4-BE49-F238E27FC236}">
                    <a16:creationId xmlns:a16="http://schemas.microsoft.com/office/drawing/2014/main" id="{1DA6CB38-4E0A-DAB0-7FD1-87F852C191CA}"/>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9" name="图形 2">
                <a:extLst>
                  <a:ext uri="{FF2B5EF4-FFF2-40B4-BE49-F238E27FC236}">
                    <a16:creationId xmlns:a16="http://schemas.microsoft.com/office/drawing/2014/main" id="{A7066C66-E1D8-48D1-4B41-ABABC50DCB9A}"/>
                  </a:ext>
                </a:extLst>
              </p:cNvPr>
              <p:cNvGrpSpPr/>
              <p:nvPr/>
            </p:nvGrpSpPr>
            <p:grpSpPr>
              <a:xfrm>
                <a:off x="8058228" y="2720817"/>
                <a:ext cx="815424" cy="87465"/>
                <a:chOff x="8058228" y="2720817"/>
                <a:chExt cx="815424" cy="87465"/>
              </a:xfrm>
              <a:grpFill/>
            </p:grpSpPr>
            <p:sp>
              <p:nvSpPr>
                <p:cNvPr id="20" name="任意多边形: 形状 19">
                  <a:extLst>
                    <a:ext uri="{FF2B5EF4-FFF2-40B4-BE49-F238E27FC236}">
                      <a16:creationId xmlns:a16="http://schemas.microsoft.com/office/drawing/2014/main" id="{3F9FD56E-C277-9222-5127-4C2834225948}"/>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22" name="任意多边形: 形状 21">
                  <a:extLst>
                    <a:ext uri="{FF2B5EF4-FFF2-40B4-BE49-F238E27FC236}">
                      <a16:creationId xmlns:a16="http://schemas.microsoft.com/office/drawing/2014/main" id="{17A7B316-1C4B-C035-3F8F-EE0D8C0EF193}"/>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12" name="图形 2">
                <a:extLst>
                  <a:ext uri="{FF2B5EF4-FFF2-40B4-BE49-F238E27FC236}">
                    <a16:creationId xmlns:a16="http://schemas.microsoft.com/office/drawing/2014/main" id="{86F3EF1F-E442-EFEC-C408-B48A10B4B0B8}"/>
                  </a:ext>
                </a:extLst>
              </p:cNvPr>
              <p:cNvGrpSpPr/>
              <p:nvPr/>
            </p:nvGrpSpPr>
            <p:grpSpPr>
              <a:xfrm>
                <a:off x="8375359" y="2800112"/>
                <a:ext cx="181153" cy="98266"/>
                <a:chOff x="8375359" y="2800112"/>
                <a:chExt cx="181153" cy="98266"/>
              </a:xfrm>
              <a:grpFill/>
            </p:grpSpPr>
            <p:sp>
              <p:nvSpPr>
                <p:cNvPr id="16" name="任意多边形: 形状 15">
                  <a:extLst>
                    <a:ext uri="{FF2B5EF4-FFF2-40B4-BE49-F238E27FC236}">
                      <a16:creationId xmlns:a16="http://schemas.microsoft.com/office/drawing/2014/main" id="{FEDBFDC4-D9FB-BCB4-06DA-571F35B116C7}"/>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18" name="任意多边形: 形状 17">
                  <a:extLst>
                    <a:ext uri="{FF2B5EF4-FFF2-40B4-BE49-F238E27FC236}">
                      <a16:creationId xmlns:a16="http://schemas.microsoft.com/office/drawing/2014/main" id="{2CE57C81-5FD8-A04A-105B-8B20F8204B3E}"/>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14" name="任意多边形: 形状 13">
                <a:extLst>
                  <a:ext uri="{FF2B5EF4-FFF2-40B4-BE49-F238E27FC236}">
                    <a16:creationId xmlns:a16="http://schemas.microsoft.com/office/drawing/2014/main" id="{ADAC77BA-644E-08A9-DDA0-9F79A975D12B}"/>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7" name="任意多边形: 形状 6">
              <a:extLst>
                <a:ext uri="{FF2B5EF4-FFF2-40B4-BE49-F238E27FC236}">
                  <a16:creationId xmlns:a16="http://schemas.microsoft.com/office/drawing/2014/main" id="{3F404590-8B41-DBF0-F228-6D681549EA0D}"/>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extLst>
      <p:ext uri="{BB962C8B-B14F-4D97-AF65-F5344CB8AC3E}">
        <p14:creationId xmlns:p14="http://schemas.microsoft.com/office/powerpoint/2010/main" val="280010493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任意多边形: 形状 15">
            <a:extLst>
              <a:ext uri="{FF2B5EF4-FFF2-40B4-BE49-F238E27FC236}">
                <a16:creationId xmlns:a16="http://schemas.microsoft.com/office/drawing/2014/main" id="{5420E7BA-732A-B576-358A-2692FF9DDAFE}"/>
              </a:ext>
            </a:extLst>
          </p:cNvPr>
          <p:cNvSpPr/>
          <p:nvPr/>
        </p:nvSpPr>
        <p:spPr>
          <a:xfrm>
            <a:off x="1682750" y="2990850"/>
            <a:ext cx="2108200" cy="2108200"/>
          </a:xfrm>
          <a:custGeom>
            <a:avLst/>
            <a:gdLst>
              <a:gd name="connsiteX0" fmla="*/ 2108200 w 2108200"/>
              <a:gd name="connsiteY0" fmla="*/ 1054100 h 2108200"/>
              <a:gd name="connsiteX1" fmla="*/ 1054100 w 2108200"/>
              <a:gd name="connsiteY1" fmla="*/ 2108200 h 2108200"/>
              <a:gd name="connsiteX2" fmla="*/ 0 w 2108200"/>
              <a:gd name="connsiteY2" fmla="*/ 1054100 h 2108200"/>
              <a:gd name="connsiteX3" fmla="*/ 1054100 w 2108200"/>
              <a:gd name="connsiteY3" fmla="*/ 0 h 2108200"/>
              <a:gd name="connsiteX4" fmla="*/ 2108200 w 2108200"/>
              <a:gd name="connsiteY4" fmla="*/ 1054100 h 210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200" h="2108200">
                <a:moveTo>
                  <a:pt x="2108200" y="1054100"/>
                </a:moveTo>
                <a:cubicBezTo>
                  <a:pt x="2108200" y="1636263"/>
                  <a:pt x="1636263" y="2108200"/>
                  <a:pt x="1054100" y="2108200"/>
                </a:cubicBezTo>
                <a:cubicBezTo>
                  <a:pt x="471937" y="2108200"/>
                  <a:pt x="0" y="1636263"/>
                  <a:pt x="0" y="1054100"/>
                </a:cubicBezTo>
                <a:cubicBezTo>
                  <a:pt x="0" y="471937"/>
                  <a:pt x="471937" y="0"/>
                  <a:pt x="1054100" y="0"/>
                </a:cubicBezTo>
                <a:cubicBezTo>
                  <a:pt x="1636263" y="0"/>
                  <a:pt x="2108200" y="471937"/>
                  <a:pt x="2108200" y="105410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任意多边形: 形状 16">
            <a:extLst>
              <a:ext uri="{FF2B5EF4-FFF2-40B4-BE49-F238E27FC236}">
                <a16:creationId xmlns:a16="http://schemas.microsoft.com/office/drawing/2014/main" id="{4C1C4107-FBED-6379-489A-EEDEEE5D5864}"/>
              </a:ext>
            </a:extLst>
          </p:cNvPr>
          <p:cNvSpPr/>
          <p:nvPr/>
        </p:nvSpPr>
        <p:spPr>
          <a:xfrm>
            <a:off x="3562350" y="2990850"/>
            <a:ext cx="2108200" cy="2108200"/>
          </a:xfrm>
          <a:custGeom>
            <a:avLst/>
            <a:gdLst>
              <a:gd name="connsiteX0" fmla="*/ 2108200 w 2108200"/>
              <a:gd name="connsiteY0" fmla="*/ 1054100 h 2108200"/>
              <a:gd name="connsiteX1" fmla="*/ 1054100 w 2108200"/>
              <a:gd name="connsiteY1" fmla="*/ 2108200 h 2108200"/>
              <a:gd name="connsiteX2" fmla="*/ 0 w 2108200"/>
              <a:gd name="connsiteY2" fmla="*/ 1054100 h 2108200"/>
              <a:gd name="connsiteX3" fmla="*/ 1054100 w 2108200"/>
              <a:gd name="connsiteY3" fmla="*/ 0 h 2108200"/>
              <a:gd name="connsiteX4" fmla="*/ 2108200 w 2108200"/>
              <a:gd name="connsiteY4" fmla="*/ 1054100 h 210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200" h="2108200">
                <a:moveTo>
                  <a:pt x="2108200" y="1054100"/>
                </a:moveTo>
                <a:cubicBezTo>
                  <a:pt x="2108200" y="1636263"/>
                  <a:pt x="1636263" y="2108200"/>
                  <a:pt x="1054100" y="2108200"/>
                </a:cubicBezTo>
                <a:cubicBezTo>
                  <a:pt x="471937" y="2108200"/>
                  <a:pt x="0" y="1636263"/>
                  <a:pt x="0" y="1054100"/>
                </a:cubicBezTo>
                <a:cubicBezTo>
                  <a:pt x="0" y="471937"/>
                  <a:pt x="471937" y="0"/>
                  <a:pt x="1054100" y="0"/>
                </a:cubicBezTo>
                <a:cubicBezTo>
                  <a:pt x="1636263" y="0"/>
                  <a:pt x="2108200" y="471937"/>
                  <a:pt x="2108200" y="105410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40EA8D58-009A-61BD-AAE4-7AA30B91EE64}"/>
              </a:ext>
            </a:extLst>
          </p:cNvPr>
          <p:cNvSpPr/>
          <p:nvPr/>
        </p:nvSpPr>
        <p:spPr>
          <a:xfrm>
            <a:off x="7915275" y="2930525"/>
            <a:ext cx="2228850" cy="2228850"/>
          </a:xfrm>
          <a:custGeom>
            <a:avLst/>
            <a:gdLst>
              <a:gd name="connsiteX0" fmla="*/ 2228850 w 2228850"/>
              <a:gd name="connsiteY0" fmla="*/ 1114425 h 2228850"/>
              <a:gd name="connsiteX1" fmla="*/ 1114425 w 2228850"/>
              <a:gd name="connsiteY1" fmla="*/ 2228850 h 2228850"/>
              <a:gd name="connsiteX2" fmla="*/ 0 w 2228850"/>
              <a:gd name="connsiteY2" fmla="*/ 1114425 h 2228850"/>
              <a:gd name="connsiteX3" fmla="*/ 1114425 w 2228850"/>
              <a:gd name="connsiteY3" fmla="*/ 0 h 2228850"/>
              <a:gd name="connsiteX4" fmla="*/ 2228850 w 2228850"/>
              <a:gd name="connsiteY4" fmla="*/ 1114425 h 2228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2228850">
                <a:moveTo>
                  <a:pt x="2228850" y="1114425"/>
                </a:moveTo>
                <a:cubicBezTo>
                  <a:pt x="2228850" y="1729905"/>
                  <a:pt x="1729905" y="2228850"/>
                  <a:pt x="1114425" y="2228850"/>
                </a:cubicBezTo>
                <a:cubicBezTo>
                  <a:pt x="498945" y="2228850"/>
                  <a:pt x="0" y="1729905"/>
                  <a:pt x="0" y="1114425"/>
                </a:cubicBezTo>
                <a:cubicBezTo>
                  <a:pt x="0" y="498945"/>
                  <a:pt x="498945" y="0"/>
                  <a:pt x="1114425" y="0"/>
                </a:cubicBezTo>
                <a:cubicBezTo>
                  <a:pt x="1729905" y="0"/>
                  <a:pt x="2228850" y="498945"/>
                  <a:pt x="2228850" y="1114425"/>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9" name="任意多边形: 形状 18">
            <a:extLst>
              <a:ext uri="{FF2B5EF4-FFF2-40B4-BE49-F238E27FC236}">
                <a16:creationId xmlns:a16="http://schemas.microsoft.com/office/drawing/2014/main" id="{68F4A49A-7922-6712-E6C0-A8AD6A6AE06D}"/>
              </a:ext>
            </a:extLst>
          </p:cNvPr>
          <p:cNvSpPr/>
          <p:nvPr/>
        </p:nvSpPr>
        <p:spPr>
          <a:xfrm>
            <a:off x="7975600" y="2990850"/>
            <a:ext cx="2108200" cy="2108200"/>
          </a:xfrm>
          <a:custGeom>
            <a:avLst/>
            <a:gdLst>
              <a:gd name="connsiteX0" fmla="*/ 2108200 w 2108200"/>
              <a:gd name="connsiteY0" fmla="*/ 1054100 h 2108200"/>
              <a:gd name="connsiteX1" fmla="*/ 1054100 w 2108200"/>
              <a:gd name="connsiteY1" fmla="*/ 2108200 h 2108200"/>
              <a:gd name="connsiteX2" fmla="*/ 0 w 2108200"/>
              <a:gd name="connsiteY2" fmla="*/ 1054100 h 2108200"/>
              <a:gd name="connsiteX3" fmla="*/ 1054100 w 2108200"/>
              <a:gd name="connsiteY3" fmla="*/ 0 h 2108200"/>
              <a:gd name="connsiteX4" fmla="*/ 2108200 w 2108200"/>
              <a:gd name="connsiteY4" fmla="*/ 1054100 h 210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200" h="2108200">
                <a:moveTo>
                  <a:pt x="2108200" y="1054100"/>
                </a:moveTo>
                <a:cubicBezTo>
                  <a:pt x="2108200" y="1636263"/>
                  <a:pt x="1636264" y="2108200"/>
                  <a:pt x="1054100" y="2108200"/>
                </a:cubicBezTo>
                <a:cubicBezTo>
                  <a:pt x="471936" y="2108200"/>
                  <a:pt x="0" y="1636263"/>
                  <a:pt x="0" y="1054100"/>
                </a:cubicBezTo>
                <a:cubicBezTo>
                  <a:pt x="0" y="471937"/>
                  <a:pt x="471936" y="0"/>
                  <a:pt x="1054100" y="0"/>
                </a:cubicBezTo>
                <a:cubicBezTo>
                  <a:pt x="1636264" y="0"/>
                  <a:pt x="2108200" y="471937"/>
                  <a:pt x="2108200" y="105410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85F3E809-BFB1-6D48-0059-B98DB500C4D0}"/>
              </a:ext>
            </a:extLst>
          </p:cNvPr>
          <p:cNvSpPr/>
          <p:nvPr/>
        </p:nvSpPr>
        <p:spPr>
          <a:xfrm>
            <a:off x="3733800" y="2153564"/>
            <a:ext cx="133350" cy="175971"/>
          </a:xfrm>
          <a:custGeom>
            <a:avLst/>
            <a:gdLst>
              <a:gd name="connsiteX0" fmla="*/ 0 w 133350"/>
              <a:gd name="connsiteY0" fmla="*/ 87986 h 175971"/>
              <a:gd name="connsiteX1" fmla="*/ 133350 w 133350"/>
              <a:gd name="connsiteY1" fmla="*/ 0 h 175971"/>
              <a:gd name="connsiteX2" fmla="*/ 133350 w 133350"/>
              <a:gd name="connsiteY2" fmla="*/ 175971 h 175971"/>
              <a:gd name="connsiteX3" fmla="*/ 0 w 133350"/>
              <a:gd name="connsiteY3" fmla="*/ 87986 h 175971"/>
            </a:gdLst>
            <a:ahLst/>
            <a:cxnLst>
              <a:cxn ang="0">
                <a:pos x="connsiteX0" y="connsiteY0"/>
              </a:cxn>
              <a:cxn ang="0">
                <a:pos x="connsiteX1" y="connsiteY1"/>
              </a:cxn>
              <a:cxn ang="0">
                <a:pos x="connsiteX2" y="connsiteY2"/>
              </a:cxn>
              <a:cxn ang="0">
                <a:pos x="connsiteX3" y="connsiteY3"/>
              </a:cxn>
            </a:cxnLst>
            <a:rect l="l" t="t" r="r" b="b"/>
            <a:pathLst>
              <a:path w="133350" h="175971">
                <a:moveTo>
                  <a:pt x="0" y="87986"/>
                </a:moveTo>
                <a:lnTo>
                  <a:pt x="133350" y="0"/>
                </a:lnTo>
                <a:lnTo>
                  <a:pt x="133350" y="175971"/>
                </a:lnTo>
                <a:lnTo>
                  <a:pt x="0" y="87986"/>
                </a:ln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1" name="任意多边形: 形状 20">
            <a:extLst>
              <a:ext uri="{FF2B5EF4-FFF2-40B4-BE49-F238E27FC236}">
                <a16:creationId xmlns:a16="http://schemas.microsoft.com/office/drawing/2014/main" id="{8C321228-BF58-5A91-B1D1-178967238385}"/>
              </a:ext>
            </a:extLst>
          </p:cNvPr>
          <p:cNvSpPr/>
          <p:nvPr/>
        </p:nvSpPr>
        <p:spPr>
          <a:xfrm>
            <a:off x="3403600" y="5755602"/>
            <a:ext cx="133350" cy="175971"/>
          </a:xfrm>
          <a:custGeom>
            <a:avLst/>
            <a:gdLst>
              <a:gd name="connsiteX0" fmla="*/ 133350 w 133350"/>
              <a:gd name="connsiteY0" fmla="*/ 87986 h 175971"/>
              <a:gd name="connsiteX1" fmla="*/ 0 w 133350"/>
              <a:gd name="connsiteY1" fmla="*/ 0 h 175971"/>
              <a:gd name="connsiteX2" fmla="*/ 0 w 133350"/>
              <a:gd name="connsiteY2" fmla="*/ 175971 h 175971"/>
              <a:gd name="connsiteX3" fmla="*/ 133350 w 133350"/>
              <a:gd name="connsiteY3" fmla="*/ 87986 h 175971"/>
            </a:gdLst>
            <a:ahLst/>
            <a:cxnLst>
              <a:cxn ang="0">
                <a:pos x="connsiteX0" y="connsiteY0"/>
              </a:cxn>
              <a:cxn ang="0">
                <a:pos x="connsiteX1" y="connsiteY1"/>
              </a:cxn>
              <a:cxn ang="0">
                <a:pos x="connsiteX2" y="connsiteY2"/>
              </a:cxn>
              <a:cxn ang="0">
                <a:pos x="connsiteX3" y="connsiteY3"/>
              </a:cxn>
            </a:cxnLst>
            <a:rect l="l" t="t" r="r" b="b"/>
            <a:pathLst>
              <a:path w="133350" h="175971">
                <a:moveTo>
                  <a:pt x="133350" y="87986"/>
                </a:moveTo>
                <a:lnTo>
                  <a:pt x="0" y="0"/>
                </a:lnTo>
                <a:lnTo>
                  <a:pt x="0" y="175971"/>
                </a:lnTo>
                <a:lnTo>
                  <a:pt x="133350" y="87986"/>
                </a:lnTo>
                <a:close/>
              </a:path>
            </a:pathLst>
          </a:custGeom>
          <a:solidFill>
            <a:schemeClr val="accent1"/>
          </a:soli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a:extLst>
              <a:ext uri="{FF2B5EF4-FFF2-40B4-BE49-F238E27FC236}">
                <a16:creationId xmlns:a16="http://schemas.microsoft.com/office/drawing/2014/main" id="{046D4AFF-1A64-FE78-ECC3-63C27742907D}"/>
              </a:ext>
            </a:extLst>
          </p:cNvPr>
          <p:cNvSpPr/>
          <p:nvPr/>
        </p:nvSpPr>
        <p:spPr>
          <a:xfrm>
            <a:off x="6197600" y="3752850"/>
            <a:ext cx="1222375" cy="206375"/>
          </a:xfrm>
          <a:custGeom>
            <a:avLst/>
            <a:gdLst>
              <a:gd name="connsiteX0" fmla="*/ 0 w 1222375"/>
              <a:gd name="connsiteY0" fmla="*/ 206375 h 206375"/>
              <a:gd name="connsiteX1" fmla="*/ 1222375 w 1222375"/>
              <a:gd name="connsiteY1" fmla="*/ 206375 h 206375"/>
              <a:gd name="connsiteX2" fmla="*/ 962025 w 1222375"/>
              <a:gd name="connsiteY2" fmla="*/ 0 h 206375"/>
            </a:gdLst>
            <a:ahLst/>
            <a:cxnLst>
              <a:cxn ang="0">
                <a:pos x="connsiteX0" y="connsiteY0"/>
              </a:cxn>
              <a:cxn ang="0">
                <a:pos x="connsiteX1" y="connsiteY1"/>
              </a:cxn>
              <a:cxn ang="0">
                <a:pos x="connsiteX2" y="connsiteY2"/>
              </a:cxn>
            </a:cxnLst>
            <a:rect l="l" t="t" r="r" b="b"/>
            <a:pathLst>
              <a:path w="1222375" h="206375">
                <a:moveTo>
                  <a:pt x="0" y="206375"/>
                </a:moveTo>
                <a:lnTo>
                  <a:pt x="1222375" y="206375"/>
                </a:lnTo>
                <a:lnTo>
                  <a:pt x="962025" y="0"/>
                </a:lnTo>
              </a:path>
            </a:pathLst>
          </a:custGeom>
          <a:noFill/>
          <a:ln w="12700" cap="flat">
            <a:solidFill>
              <a:schemeClr val="tx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02563994-35AC-9685-1B5A-31BBDE7D25EF}"/>
              </a:ext>
            </a:extLst>
          </p:cNvPr>
          <p:cNvSpPr/>
          <p:nvPr/>
        </p:nvSpPr>
        <p:spPr>
          <a:xfrm>
            <a:off x="6197600" y="4102100"/>
            <a:ext cx="1222375" cy="206375"/>
          </a:xfrm>
          <a:custGeom>
            <a:avLst/>
            <a:gdLst>
              <a:gd name="connsiteX0" fmla="*/ 1222375 w 1222375"/>
              <a:gd name="connsiteY0" fmla="*/ 0 h 206375"/>
              <a:gd name="connsiteX1" fmla="*/ 0 w 1222375"/>
              <a:gd name="connsiteY1" fmla="*/ 0 h 206375"/>
              <a:gd name="connsiteX2" fmla="*/ 260350 w 1222375"/>
              <a:gd name="connsiteY2" fmla="*/ 206375 h 206375"/>
            </a:gdLst>
            <a:ahLst/>
            <a:cxnLst>
              <a:cxn ang="0">
                <a:pos x="connsiteX0" y="connsiteY0"/>
              </a:cxn>
              <a:cxn ang="0">
                <a:pos x="connsiteX1" y="connsiteY1"/>
              </a:cxn>
              <a:cxn ang="0">
                <a:pos x="connsiteX2" y="connsiteY2"/>
              </a:cxn>
            </a:cxnLst>
            <a:rect l="l" t="t" r="r" b="b"/>
            <a:pathLst>
              <a:path w="1222375" h="206375">
                <a:moveTo>
                  <a:pt x="1222375" y="0"/>
                </a:moveTo>
                <a:lnTo>
                  <a:pt x="0" y="0"/>
                </a:lnTo>
                <a:lnTo>
                  <a:pt x="260350" y="206375"/>
                </a:lnTo>
              </a:path>
            </a:pathLst>
          </a:custGeom>
          <a:noFill/>
          <a:ln w="12700" cap="flat">
            <a:solidFill>
              <a:schemeClr val="tx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a:extLst>
              <a:ext uri="{FF2B5EF4-FFF2-40B4-BE49-F238E27FC236}">
                <a16:creationId xmlns:a16="http://schemas.microsoft.com/office/drawing/2014/main" id="{1A8C4A26-85A1-BB88-30EC-9CC0A6563A6D}"/>
              </a:ext>
            </a:extLst>
          </p:cNvPr>
          <p:cNvSpPr/>
          <p:nvPr/>
        </p:nvSpPr>
        <p:spPr>
          <a:xfrm>
            <a:off x="736600" y="2241550"/>
            <a:ext cx="10274300" cy="3606800"/>
          </a:xfrm>
          <a:custGeom>
            <a:avLst/>
            <a:gdLst>
              <a:gd name="connsiteX0" fmla="*/ 8883650 w 10274300"/>
              <a:gd name="connsiteY0" fmla="*/ 60497 h 3606800"/>
              <a:gd name="connsiteX1" fmla="*/ 8894001 w 10274300"/>
              <a:gd name="connsiteY1" fmla="*/ 62973 h 3606800"/>
              <a:gd name="connsiteX2" fmla="*/ 8895524 w 10274300"/>
              <a:gd name="connsiteY2" fmla="*/ 56801 h 3606800"/>
              <a:gd name="connsiteX3" fmla="*/ 8896985 w 10274300"/>
              <a:gd name="connsiteY3" fmla="*/ 50629 h 3606800"/>
              <a:gd name="connsiteX4" fmla="*/ 8883650 w 10274300"/>
              <a:gd name="connsiteY4" fmla="*/ 47454 h 3606800"/>
              <a:gd name="connsiteX5" fmla="*/ 8883650 w 10274300"/>
              <a:gd name="connsiteY5" fmla="*/ 60497 h 3606800"/>
              <a:gd name="connsiteX6" fmla="*/ 1778089 w 10274300"/>
              <a:gd name="connsiteY6" fmla="*/ 3600272 h 3606800"/>
              <a:gd name="connsiteX7" fmla="*/ 1778000 w 10274300"/>
              <a:gd name="connsiteY7" fmla="*/ 3606622 h 3606800"/>
              <a:gd name="connsiteX8" fmla="*/ 1803400 w 10274300"/>
              <a:gd name="connsiteY8" fmla="*/ 3606800 h 3606800"/>
              <a:gd name="connsiteX9" fmla="*/ 1828660 w 10274300"/>
              <a:gd name="connsiteY9" fmla="*/ 3606800 h 3606800"/>
              <a:gd name="connsiteX10" fmla="*/ 1828660 w 10274300"/>
              <a:gd name="connsiteY10" fmla="*/ 3600450 h 3606800"/>
              <a:gd name="connsiteX11" fmla="*/ 1828660 w 10274300"/>
              <a:gd name="connsiteY11" fmla="*/ 3594100 h 3606800"/>
              <a:gd name="connsiteX12" fmla="*/ 1803400 w 10274300"/>
              <a:gd name="connsiteY12" fmla="*/ 3594100 h 3606800"/>
              <a:gd name="connsiteX13" fmla="*/ 1778178 w 10274300"/>
              <a:gd name="connsiteY13" fmla="*/ 3593929 h 3606800"/>
              <a:gd name="connsiteX14" fmla="*/ 1778089 w 10274300"/>
              <a:gd name="connsiteY14" fmla="*/ 3600272 h 3606800"/>
              <a:gd name="connsiteX15" fmla="*/ 1727721 w 10274300"/>
              <a:gd name="connsiteY15" fmla="*/ 3598888 h 3606800"/>
              <a:gd name="connsiteX16" fmla="*/ 1727454 w 10274300"/>
              <a:gd name="connsiteY16" fmla="*/ 3605232 h 3606800"/>
              <a:gd name="connsiteX17" fmla="*/ 1676914 w 10274300"/>
              <a:gd name="connsiteY17" fmla="*/ 3602431 h 3606800"/>
              <a:gd name="connsiteX18" fmla="*/ 1677353 w 10274300"/>
              <a:gd name="connsiteY18" fmla="*/ 3596100 h 3606800"/>
              <a:gd name="connsiteX19" fmla="*/ 1677791 w 10274300"/>
              <a:gd name="connsiteY19" fmla="*/ 3589763 h 3606800"/>
              <a:gd name="connsiteX20" fmla="*/ 1727981 w 10274300"/>
              <a:gd name="connsiteY20" fmla="*/ 3592538 h 3606800"/>
              <a:gd name="connsiteX21" fmla="*/ 1727721 w 10274300"/>
              <a:gd name="connsiteY21" fmla="*/ 3598888 h 3606800"/>
              <a:gd name="connsiteX22" fmla="*/ 628409 w 10274300"/>
              <a:gd name="connsiteY22" fmla="*/ 3155950 h 3606800"/>
              <a:gd name="connsiteX23" fmla="*/ 629012 w 10274300"/>
              <a:gd name="connsiteY23" fmla="*/ 3155258 h 3606800"/>
              <a:gd name="connsiteX24" fmla="*/ 591566 w 10274300"/>
              <a:gd name="connsiteY24" fmla="*/ 3121774 h 3606800"/>
              <a:gd name="connsiteX25" fmla="*/ 587267 w 10274300"/>
              <a:gd name="connsiteY25" fmla="*/ 3126448 h 3606800"/>
              <a:gd name="connsiteX26" fmla="*/ 582968 w 10274300"/>
              <a:gd name="connsiteY26" fmla="*/ 3131122 h 3606800"/>
              <a:gd name="connsiteX27" fmla="*/ 610527 w 10274300"/>
              <a:gd name="connsiteY27" fmla="*/ 3155950 h 3606800"/>
              <a:gd name="connsiteX28" fmla="*/ 628409 w 10274300"/>
              <a:gd name="connsiteY28" fmla="*/ 3155950 h 3606800"/>
              <a:gd name="connsiteX29" fmla="*/ 1606550 w 10274300"/>
              <a:gd name="connsiteY29" fmla="*/ 3583407 h 3606800"/>
              <a:gd name="connsiteX30" fmla="*/ 1606550 w 10274300"/>
              <a:gd name="connsiteY30" fmla="*/ 3596183 h 3606800"/>
              <a:gd name="connsiteX31" fmla="*/ 1626565 w 10274300"/>
              <a:gd name="connsiteY31" fmla="*/ 3598240 h 3606800"/>
              <a:gd name="connsiteX32" fmla="*/ 1627181 w 10274300"/>
              <a:gd name="connsiteY32" fmla="*/ 3591922 h 3606800"/>
              <a:gd name="connsiteX33" fmla="*/ 1627797 w 10274300"/>
              <a:gd name="connsiteY33" fmla="*/ 3585598 h 3606800"/>
              <a:gd name="connsiteX34" fmla="*/ 1606550 w 10274300"/>
              <a:gd name="connsiteY34" fmla="*/ 3583407 h 3606800"/>
              <a:gd name="connsiteX35" fmla="*/ 8896985 w 10274300"/>
              <a:gd name="connsiteY35" fmla="*/ 3556171 h 3606800"/>
              <a:gd name="connsiteX36" fmla="*/ 8847645 w 10274300"/>
              <a:gd name="connsiteY36" fmla="*/ 3567392 h 3606800"/>
              <a:gd name="connsiteX37" fmla="*/ 8846312 w 10274300"/>
              <a:gd name="connsiteY37" fmla="*/ 3561175 h 3606800"/>
              <a:gd name="connsiteX38" fmla="*/ 8845550 w 10274300"/>
              <a:gd name="connsiteY38" fmla="*/ 3557569 h 3606800"/>
              <a:gd name="connsiteX39" fmla="*/ 8845550 w 10274300"/>
              <a:gd name="connsiteY39" fmla="*/ 3554851 h 3606800"/>
              <a:gd name="connsiteX40" fmla="*/ 8894001 w 10274300"/>
              <a:gd name="connsiteY40" fmla="*/ 3543827 h 3606800"/>
              <a:gd name="connsiteX41" fmla="*/ 8895524 w 10274300"/>
              <a:gd name="connsiteY41" fmla="*/ 3549999 h 3606800"/>
              <a:gd name="connsiteX42" fmla="*/ 8896985 w 10274300"/>
              <a:gd name="connsiteY42" fmla="*/ 3556171 h 3606800"/>
              <a:gd name="connsiteX43" fmla="*/ 7334377 w 10274300"/>
              <a:gd name="connsiteY43" fmla="*/ 3606800 h 3606800"/>
              <a:gd name="connsiteX44" fmla="*/ 7366000 w 10274300"/>
              <a:gd name="connsiteY44" fmla="*/ 3606800 h 3606800"/>
              <a:gd name="connsiteX45" fmla="*/ 7366000 w 10274300"/>
              <a:gd name="connsiteY45" fmla="*/ 3594100 h 3606800"/>
              <a:gd name="connsiteX46" fmla="*/ 7334377 w 10274300"/>
              <a:gd name="connsiteY46" fmla="*/ 3594100 h 3606800"/>
              <a:gd name="connsiteX47" fmla="*/ 7334377 w 10274300"/>
              <a:gd name="connsiteY47" fmla="*/ 3600450 h 3606800"/>
              <a:gd name="connsiteX48" fmla="*/ 7334377 w 10274300"/>
              <a:gd name="connsiteY48" fmla="*/ 3606800 h 3606800"/>
              <a:gd name="connsiteX49" fmla="*/ 8944293 w 10274300"/>
              <a:gd name="connsiteY49" fmla="*/ 3537439 h 3606800"/>
              <a:gd name="connsiteX50" fmla="*/ 8946007 w 10274300"/>
              <a:gd name="connsiteY50" fmla="*/ 3543567 h 3606800"/>
              <a:gd name="connsiteX51" fmla="*/ 8994584 w 10274300"/>
              <a:gd name="connsiteY51" fmla="*/ 3529590 h 3606800"/>
              <a:gd name="connsiteX52" fmla="*/ 8992743 w 10274300"/>
              <a:gd name="connsiteY52" fmla="*/ 3523513 h 3606800"/>
              <a:gd name="connsiteX53" fmla="*/ 8990902 w 10274300"/>
              <a:gd name="connsiteY53" fmla="*/ 3517437 h 3606800"/>
              <a:gd name="connsiteX54" fmla="*/ 8942642 w 10274300"/>
              <a:gd name="connsiteY54" fmla="*/ 3531311 h 3606800"/>
              <a:gd name="connsiteX55" fmla="*/ 8944293 w 10274300"/>
              <a:gd name="connsiteY55" fmla="*/ 3537439 h 3606800"/>
              <a:gd name="connsiteX56" fmla="*/ 9040812 w 10274300"/>
              <a:gd name="connsiteY56" fmla="*/ 3508210 h 3606800"/>
              <a:gd name="connsiteX57" fmla="*/ 9042781 w 10274300"/>
              <a:gd name="connsiteY57" fmla="*/ 3514230 h 3606800"/>
              <a:gd name="connsiteX58" fmla="*/ 9090533 w 10274300"/>
              <a:gd name="connsiteY58" fmla="*/ 3497542 h 3606800"/>
              <a:gd name="connsiteX59" fmla="*/ 9088310 w 10274300"/>
              <a:gd name="connsiteY59" fmla="*/ 3491579 h 3606800"/>
              <a:gd name="connsiteX60" fmla="*/ 9086152 w 10274300"/>
              <a:gd name="connsiteY60" fmla="*/ 3485610 h 3606800"/>
              <a:gd name="connsiteX61" fmla="*/ 9038781 w 10274300"/>
              <a:gd name="connsiteY61" fmla="*/ 3502184 h 3606800"/>
              <a:gd name="connsiteX62" fmla="*/ 9040812 w 10274300"/>
              <a:gd name="connsiteY62" fmla="*/ 3508210 h 3606800"/>
              <a:gd name="connsiteX63" fmla="*/ 9135491 w 10274300"/>
              <a:gd name="connsiteY63" fmla="*/ 3473571 h 3606800"/>
              <a:gd name="connsiteX64" fmla="*/ 9137841 w 10274300"/>
              <a:gd name="connsiteY64" fmla="*/ 3479470 h 3606800"/>
              <a:gd name="connsiteX65" fmla="*/ 9184513 w 10274300"/>
              <a:gd name="connsiteY65" fmla="*/ 3460102 h 3606800"/>
              <a:gd name="connsiteX66" fmla="*/ 9181973 w 10274300"/>
              <a:gd name="connsiteY66" fmla="*/ 3454273 h 3606800"/>
              <a:gd name="connsiteX67" fmla="*/ 9179496 w 10274300"/>
              <a:gd name="connsiteY67" fmla="*/ 3448444 h 3606800"/>
              <a:gd name="connsiteX68" fmla="*/ 9133142 w 10274300"/>
              <a:gd name="connsiteY68" fmla="*/ 3467672 h 3606800"/>
              <a:gd name="connsiteX69" fmla="*/ 9135491 w 10274300"/>
              <a:gd name="connsiteY69" fmla="*/ 3473571 h 3606800"/>
              <a:gd name="connsiteX70" fmla="*/ 9228010 w 10274300"/>
              <a:gd name="connsiteY70" fmla="*/ 3433648 h 3606800"/>
              <a:gd name="connsiteX71" fmla="*/ 9230678 w 10274300"/>
              <a:gd name="connsiteY71" fmla="*/ 3439408 h 3606800"/>
              <a:gd name="connsiteX72" fmla="*/ 9276270 w 10274300"/>
              <a:gd name="connsiteY72" fmla="*/ 3417424 h 3606800"/>
              <a:gd name="connsiteX73" fmla="*/ 9273413 w 10274300"/>
              <a:gd name="connsiteY73" fmla="*/ 3411747 h 3606800"/>
              <a:gd name="connsiteX74" fmla="*/ 9270556 w 10274300"/>
              <a:gd name="connsiteY74" fmla="*/ 3406070 h 3606800"/>
              <a:gd name="connsiteX75" fmla="*/ 9225344 w 10274300"/>
              <a:gd name="connsiteY75" fmla="*/ 3427895 h 3606800"/>
              <a:gd name="connsiteX76" fmla="*/ 9228010 w 10274300"/>
              <a:gd name="connsiteY76" fmla="*/ 3433648 h 3606800"/>
              <a:gd name="connsiteX77" fmla="*/ 9318181 w 10274300"/>
              <a:gd name="connsiteY77" fmla="*/ 3388582 h 3606800"/>
              <a:gd name="connsiteX78" fmla="*/ 9321165 w 10274300"/>
              <a:gd name="connsiteY78" fmla="*/ 3394177 h 3606800"/>
              <a:gd name="connsiteX79" fmla="*/ 9365424 w 10274300"/>
              <a:gd name="connsiteY79" fmla="*/ 3369660 h 3606800"/>
              <a:gd name="connsiteX80" fmla="*/ 9362313 w 10274300"/>
              <a:gd name="connsiteY80" fmla="*/ 3364147 h 3606800"/>
              <a:gd name="connsiteX81" fmla="*/ 9359138 w 10274300"/>
              <a:gd name="connsiteY81" fmla="*/ 3358636 h 3606800"/>
              <a:gd name="connsiteX82" fmla="*/ 9315196 w 10274300"/>
              <a:gd name="connsiteY82" fmla="*/ 3382982 h 3606800"/>
              <a:gd name="connsiteX83" fmla="*/ 9318181 w 10274300"/>
              <a:gd name="connsiteY83" fmla="*/ 3388582 h 3606800"/>
              <a:gd name="connsiteX84" fmla="*/ 9405683 w 10274300"/>
              <a:gd name="connsiteY84" fmla="*/ 3338506 h 3606800"/>
              <a:gd name="connsiteX85" fmla="*/ 9408985 w 10274300"/>
              <a:gd name="connsiteY85" fmla="*/ 3343929 h 3606800"/>
              <a:gd name="connsiteX86" fmla="*/ 9451784 w 10274300"/>
              <a:gd name="connsiteY86" fmla="*/ 3316961 h 3606800"/>
              <a:gd name="connsiteX87" fmla="*/ 9448356 w 10274300"/>
              <a:gd name="connsiteY87" fmla="*/ 3311639 h 3606800"/>
              <a:gd name="connsiteX88" fmla="*/ 9444863 w 10274300"/>
              <a:gd name="connsiteY88" fmla="*/ 3306312 h 3606800"/>
              <a:gd name="connsiteX89" fmla="*/ 9402381 w 10274300"/>
              <a:gd name="connsiteY89" fmla="*/ 3333083 h 3606800"/>
              <a:gd name="connsiteX90" fmla="*/ 9405683 w 10274300"/>
              <a:gd name="connsiteY90" fmla="*/ 3338506 h 3606800"/>
              <a:gd name="connsiteX91" fmla="*/ 9490202 w 10274300"/>
              <a:gd name="connsiteY91" fmla="*/ 3283598 h 3606800"/>
              <a:gd name="connsiteX92" fmla="*/ 9493821 w 10274300"/>
              <a:gd name="connsiteY92" fmla="*/ 3288824 h 3606800"/>
              <a:gd name="connsiteX93" fmla="*/ 9535033 w 10274300"/>
              <a:gd name="connsiteY93" fmla="*/ 3259512 h 3606800"/>
              <a:gd name="connsiteX94" fmla="*/ 9531286 w 10274300"/>
              <a:gd name="connsiteY94" fmla="*/ 3254388 h 3606800"/>
              <a:gd name="connsiteX95" fmla="*/ 9527540 w 10274300"/>
              <a:gd name="connsiteY95" fmla="*/ 3249263 h 3606800"/>
              <a:gd name="connsiteX96" fmla="*/ 9486582 w 10274300"/>
              <a:gd name="connsiteY96" fmla="*/ 3278372 h 3606800"/>
              <a:gd name="connsiteX97" fmla="*/ 9490202 w 10274300"/>
              <a:gd name="connsiteY97" fmla="*/ 3283598 h 3606800"/>
              <a:gd name="connsiteX98" fmla="*/ 9571545 w 10274300"/>
              <a:gd name="connsiteY98" fmla="*/ 3224048 h 3606800"/>
              <a:gd name="connsiteX99" fmla="*/ 9575482 w 10274300"/>
              <a:gd name="connsiteY99" fmla="*/ 3229064 h 3606800"/>
              <a:gd name="connsiteX100" fmla="*/ 9614980 w 10274300"/>
              <a:gd name="connsiteY100" fmla="*/ 3197498 h 3606800"/>
              <a:gd name="connsiteX101" fmla="*/ 9610979 w 10274300"/>
              <a:gd name="connsiteY101" fmla="*/ 3192596 h 3606800"/>
              <a:gd name="connsiteX102" fmla="*/ 9606915 w 10274300"/>
              <a:gd name="connsiteY102" fmla="*/ 3187687 h 3606800"/>
              <a:gd name="connsiteX103" fmla="*/ 9567672 w 10274300"/>
              <a:gd name="connsiteY103" fmla="*/ 3219031 h 3606800"/>
              <a:gd name="connsiteX104" fmla="*/ 9571545 w 10274300"/>
              <a:gd name="connsiteY104" fmla="*/ 3224048 h 3606800"/>
              <a:gd name="connsiteX105" fmla="*/ 9649460 w 10274300"/>
              <a:gd name="connsiteY105" fmla="*/ 3160046 h 3606800"/>
              <a:gd name="connsiteX106" fmla="*/ 9653651 w 10274300"/>
              <a:gd name="connsiteY106" fmla="*/ 3164840 h 3606800"/>
              <a:gd name="connsiteX107" fmla="*/ 9691306 w 10274300"/>
              <a:gd name="connsiteY107" fmla="*/ 3131122 h 3606800"/>
              <a:gd name="connsiteX108" fmla="*/ 9687052 w 10274300"/>
              <a:gd name="connsiteY108" fmla="*/ 3126442 h 3606800"/>
              <a:gd name="connsiteX109" fmla="*/ 9682734 w 10274300"/>
              <a:gd name="connsiteY109" fmla="*/ 3121768 h 3606800"/>
              <a:gd name="connsiteX110" fmla="*/ 9645269 w 10274300"/>
              <a:gd name="connsiteY110" fmla="*/ 3155252 h 3606800"/>
              <a:gd name="connsiteX111" fmla="*/ 9649460 w 10274300"/>
              <a:gd name="connsiteY111" fmla="*/ 3160046 h 3606800"/>
              <a:gd name="connsiteX112" fmla="*/ 9723692 w 10274300"/>
              <a:gd name="connsiteY112" fmla="*/ 3091802 h 3606800"/>
              <a:gd name="connsiteX113" fmla="*/ 9728073 w 10274300"/>
              <a:gd name="connsiteY113" fmla="*/ 3096355 h 3606800"/>
              <a:gd name="connsiteX114" fmla="*/ 9763887 w 10274300"/>
              <a:gd name="connsiteY114" fmla="*/ 3060586 h 3606800"/>
              <a:gd name="connsiteX115" fmla="*/ 9759315 w 10274300"/>
              <a:gd name="connsiteY115" fmla="*/ 3056160 h 3606800"/>
              <a:gd name="connsiteX116" fmla="*/ 9754743 w 10274300"/>
              <a:gd name="connsiteY116" fmla="*/ 3051734 h 3606800"/>
              <a:gd name="connsiteX117" fmla="*/ 9719246 w 10274300"/>
              <a:gd name="connsiteY117" fmla="*/ 3087250 h 3606800"/>
              <a:gd name="connsiteX118" fmla="*/ 9723692 w 10274300"/>
              <a:gd name="connsiteY118" fmla="*/ 3091802 h 3606800"/>
              <a:gd name="connsiteX119" fmla="*/ 9793922 w 10274300"/>
              <a:gd name="connsiteY119" fmla="*/ 3019533 h 3606800"/>
              <a:gd name="connsiteX120" fmla="*/ 9798621 w 10274300"/>
              <a:gd name="connsiteY120" fmla="*/ 3023832 h 3606800"/>
              <a:gd name="connsiteX121" fmla="*/ 9832340 w 10274300"/>
              <a:gd name="connsiteY121" fmla="*/ 2986126 h 3606800"/>
              <a:gd name="connsiteX122" fmla="*/ 9827578 w 10274300"/>
              <a:gd name="connsiteY122" fmla="*/ 2981954 h 3606800"/>
              <a:gd name="connsiteX123" fmla="*/ 9822752 w 10274300"/>
              <a:gd name="connsiteY123" fmla="*/ 2977788 h 3606800"/>
              <a:gd name="connsiteX124" fmla="*/ 9789287 w 10274300"/>
              <a:gd name="connsiteY124" fmla="*/ 3015234 h 3606800"/>
              <a:gd name="connsiteX125" fmla="*/ 9793922 w 10274300"/>
              <a:gd name="connsiteY125" fmla="*/ 3019533 h 3606800"/>
              <a:gd name="connsiteX126" fmla="*/ 9860090 w 10274300"/>
              <a:gd name="connsiteY126" fmla="*/ 2943454 h 3606800"/>
              <a:gd name="connsiteX127" fmla="*/ 9864979 w 10274300"/>
              <a:gd name="connsiteY127" fmla="*/ 2947480 h 3606800"/>
              <a:gd name="connsiteX128" fmla="*/ 9896539 w 10274300"/>
              <a:gd name="connsiteY128" fmla="*/ 2907957 h 3606800"/>
              <a:gd name="connsiteX129" fmla="*/ 9891522 w 10274300"/>
              <a:gd name="connsiteY129" fmla="*/ 2904065 h 3606800"/>
              <a:gd name="connsiteX130" fmla="*/ 9886506 w 10274300"/>
              <a:gd name="connsiteY130" fmla="*/ 2900172 h 3606800"/>
              <a:gd name="connsiteX131" fmla="*/ 9855200 w 10274300"/>
              <a:gd name="connsiteY131" fmla="*/ 2939421 h 3606800"/>
              <a:gd name="connsiteX132" fmla="*/ 9860090 w 10274300"/>
              <a:gd name="connsiteY132" fmla="*/ 2943454 h 3606800"/>
              <a:gd name="connsiteX133" fmla="*/ 9956292 w 10274300"/>
              <a:gd name="connsiteY133" fmla="*/ 2826322 h 3606800"/>
              <a:gd name="connsiteX134" fmla="*/ 9927019 w 10274300"/>
              <a:gd name="connsiteY134" fmla="*/ 2867558 h 3606800"/>
              <a:gd name="connsiteX135" fmla="*/ 9921875 w 10274300"/>
              <a:gd name="connsiteY135" fmla="*/ 2863806 h 3606800"/>
              <a:gd name="connsiteX136" fmla="*/ 9916795 w 10274300"/>
              <a:gd name="connsiteY136" fmla="*/ 2860053 h 3606800"/>
              <a:gd name="connsiteX137" fmla="*/ 9945878 w 10274300"/>
              <a:gd name="connsiteY137" fmla="*/ 2819108 h 3606800"/>
              <a:gd name="connsiteX138" fmla="*/ 9951085 w 10274300"/>
              <a:gd name="connsiteY138" fmla="*/ 2822715 h 3606800"/>
              <a:gd name="connsiteX139" fmla="*/ 9956292 w 10274300"/>
              <a:gd name="connsiteY139" fmla="*/ 2826322 h 3606800"/>
              <a:gd name="connsiteX140" fmla="*/ 9979152 w 10274300"/>
              <a:gd name="connsiteY140" fmla="*/ 2780830 h 3606800"/>
              <a:gd name="connsiteX141" fmla="*/ 9984486 w 10274300"/>
              <a:gd name="connsiteY141" fmla="*/ 2784291 h 3606800"/>
              <a:gd name="connsiteX142" fmla="*/ 10011410 w 10274300"/>
              <a:gd name="connsiteY142" fmla="*/ 2741467 h 3606800"/>
              <a:gd name="connsiteX143" fmla="*/ 10006012 w 10274300"/>
              <a:gd name="connsiteY143" fmla="*/ 2738158 h 3606800"/>
              <a:gd name="connsiteX144" fmla="*/ 10000615 w 10274300"/>
              <a:gd name="connsiteY144" fmla="*/ 2734850 h 3606800"/>
              <a:gd name="connsiteX145" fmla="*/ 9973818 w 10274300"/>
              <a:gd name="connsiteY145" fmla="*/ 2777376 h 3606800"/>
              <a:gd name="connsiteX146" fmla="*/ 9979152 w 10274300"/>
              <a:gd name="connsiteY146" fmla="*/ 2780830 h 3606800"/>
              <a:gd name="connsiteX147" fmla="*/ 10031667 w 10274300"/>
              <a:gd name="connsiteY147" fmla="*/ 2694781 h 3606800"/>
              <a:gd name="connsiteX148" fmla="*/ 10037191 w 10274300"/>
              <a:gd name="connsiteY148" fmla="*/ 2697937 h 3606800"/>
              <a:gd name="connsiteX149" fmla="*/ 10061702 w 10274300"/>
              <a:gd name="connsiteY149" fmla="*/ 2653665 h 3606800"/>
              <a:gd name="connsiteX150" fmla="*/ 10056051 w 10274300"/>
              <a:gd name="connsiteY150" fmla="*/ 2650668 h 3606800"/>
              <a:gd name="connsiteX151" fmla="*/ 10050462 w 10274300"/>
              <a:gd name="connsiteY151" fmla="*/ 2647671 h 3606800"/>
              <a:gd name="connsiteX152" fmla="*/ 10026142 w 10274300"/>
              <a:gd name="connsiteY152" fmla="*/ 2691625 h 3606800"/>
              <a:gd name="connsiteX153" fmla="*/ 10031667 w 10274300"/>
              <a:gd name="connsiteY153" fmla="*/ 2694781 h 3606800"/>
              <a:gd name="connsiteX154" fmla="*/ 10079228 w 10274300"/>
              <a:gd name="connsiteY154" fmla="*/ 2605913 h 3606800"/>
              <a:gd name="connsiteX155" fmla="*/ 10084943 w 10274300"/>
              <a:gd name="connsiteY155" fmla="*/ 2608752 h 3606800"/>
              <a:gd name="connsiteX156" fmla="*/ 10106914 w 10274300"/>
              <a:gd name="connsiteY156" fmla="*/ 2563190 h 3606800"/>
              <a:gd name="connsiteX157" fmla="*/ 10101135 w 10274300"/>
              <a:gd name="connsiteY157" fmla="*/ 2560511 h 3606800"/>
              <a:gd name="connsiteX158" fmla="*/ 10095420 w 10274300"/>
              <a:gd name="connsiteY158" fmla="*/ 2557837 h 3606800"/>
              <a:gd name="connsiteX159" fmla="*/ 10073577 w 10274300"/>
              <a:gd name="connsiteY159" fmla="*/ 2603075 h 3606800"/>
              <a:gd name="connsiteX160" fmla="*/ 10079228 w 10274300"/>
              <a:gd name="connsiteY160" fmla="*/ 2605913 h 3606800"/>
              <a:gd name="connsiteX161" fmla="*/ 10121773 w 10274300"/>
              <a:gd name="connsiteY161" fmla="*/ 2514499 h 3606800"/>
              <a:gd name="connsiteX162" fmla="*/ 10127615 w 10274300"/>
              <a:gd name="connsiteY162" fmla="*/ 2517013 h 3606800"/>
              <a:gd name="connsiteX163" fmla="*/ 10146982 w 10274300"/>
              <a:gd name="connsiteY163" fmla="*/ 2470309 h 3606800"/>
              <a:gd name="connsiteX164" fmla="*/ 10141077 w 10274300"/>
              <a:gd name="connsiteY164" fmla="*/ 2467960 h 3606800"/>
              <a:gd name="connsiteX165" fmla="*/ 10135171 w 10274300"/>
              <a:gd name="connsiteY165" fmla="*/ 2465610 h 3606800"/>
              <a:gd name="connsiteX166" fmla="*/ 10115931 w 10274300"/>
              <a:gd name="connsiteY166" fmla="*/ 2511984 h 3606800"/>
              <a:gd name="connsiteX167" fmla="*/ 10121773 w 10274300"/>
              <a:gd name="connsiteY167" fmla="*/ 2514499 h 3606800"/>
              <a:gd name="connsiteX168" fmla="*/ 10159047 w 10274300"/>
              <a:gd name="connsiteY168" fmla="*/ 2420823 h 3606800"/>
              <a:gd name="connsiteX169" fmla="*/ 10165017 w 10274300"/>
              <a:gd name="connsiteY169" fmla="*/ 2423001 h 3606800"/>
              <a:gd name="connsiteX170" fmla="*/ 10181717 w 10274300"/>
              <a:gd name="connsiteY170" fmla="*/ 2375307 h 3606800"/>
              <a:gd name="connsiteX171" fmla="*/ 10175684 w 10274300"/>
              <a:gd name="connsiteY171" fmla="*/ 2373294 h 3606800"/>
              <a:gd name="connsiteX172" fmla="*/ 10169716 w 10274300"/>
              <a:gd name="connsiteY172" fmla="*/ 2371281 h 3606800"/>
              <a:gd name="connsiteX173" fmla="*/ 10153142 w 10274300"/>
              <a:gd name="connsiteY173" fmla="*/ 2418639 h 3606800"/>
              <a:gd name="connsiteX174" fmla="*/ 10159047 w 10274300"/>
              <a:gd name="connsiteY174" fmla="*/ 2420823 h 3606800"/>
              <a:gd name="connsiteX175" fmla="*/ 10190988 w 10274300"/>
              <a:gd name="connsiteY175" fmla="*/ 2325237 h 3606800"/>
              <a:gd name="connsiteX176" fmla="*/ 10197084 w 10274300"/>
              <a:gd name="connsiteY176" fmla="*/ 2327078 h 3606800"/>
              <a:gd name="connsiteX177" fmla="*/ 10211054 w 10274300"/>
              <a:gd name="connsiteY177" fmla="*/ 2278475 h 3606800"/>
              <a:gd name="connsiteX178" fmla="*/ 10204958 w 10274300"/>
              <a:gd name="connsiteY178" fmla="*/ 2276812 h 3606800"/>
              <a:gd name="connsiteX179" fmla="*/ 10198798 w 10274300"/>
              <a:gd name="connsiteY179" fmla="*/ 2275141 h 3606800"/>
              <a:gd name="connsiteX180" fmla="*/ 10184956 w 10274300"/>
              <a:gd name="connsiteY180" fmla="*/ 2323395 h 3606800"/>
              <a:gd name="connsiteX181" fmla="*/ 10190988 w 10274300"/>
              <a:gd name="connsiteY181" fmla="*/ 2325237 h 3606800"/>
              <a:gd name="connsiteX182" fmla="*/ 10217468 w 10274300"/>
              <a:gd name="connsiteY182" fmla="*/ 2227993 h 3606800"/>
              <a:gd name="connsiteX183" fmla="*/ 10223691 w 10274300"/>
              <a:gd name="connsiteY183" fmla="*/ 2229492 h 3606800"/>
              <a:gd name="connsiteX184" fmla="*/ 10234867 w 10274300"/>
              <a:gd name="connsiteY184" fmla="*/ 2180133 h 3606800"/>
              <a:gd name="connsiteX185" fmla="*/ 10228707 w 10274300"/>
              <a:gd name="connsiteY185" fmla="*/ 2178818 h 3606800"/>
              <a:gd name="connsiteX186" fmla="*/ 10222484 w 10274300"/>
              <a:gd name="connsiteY186" fmla="*/ 2177498 h 3606800"/>
              <a:gd name="connsiteX187" fmla="*/ 10211308 w 10274300"/>
              <a:gd name="connsiteY187" fmla="*/ 2226501 h 3606800"/>
              <a:gd name="connsiteX188" fmla="*/ 10217468 w 10274300"/>
              <a:gd name="connsiteY188" fmla="*/ 2227993 h 3606800"/>
              <a:gd name="connsiteX189" fmla="*/ 10238422 w 10274300"/>
              <a:gd name="connsiteY189" fmla="*/ 2129409 h 3606800"/>
              <a:gd name="connsiteX190" fmla="*/ 10244709 w 10274300"/>
              <a:gd name="connsiteY190" fmla="*/ 2130552 h 3606800"/>
              <a:gd name="connsiteX191" fmla="*/ 10253155 w 10274300"/>
              <a:gd name="connsiteY191" fmla="*/ 2080590 h 3606800"/>
              <a:gd name="connsiteX192" fmla="*/ 10246868 w 10274300"/>
              <a:gd name="connsiteY192" fmla="*/ 2079625 h 3606800"/>
              <a:gd name="connsiteX193" fmla="*/ 10240581 w 10274300"/>
              <a:gd name="connsiteY193" fmla="*/ 2078653 h 3606800"/>
              <a:gd name="connsiteX194" fmla="*/ 10232199 w 10274300"/>
              <a:gd name="connsiteY194" fmla="*/ 2128260 h 3606800"/>
              <a:gd name="connsiteX195" fmla="*/ 10238422 w 10274300"/>
              <a:gd name="connsiteY195" fmla="*/ 2129409 h 3606800"/>
              <a:gd name="connsiteX196" fmla="*/ 10253853 w 10274300"/>
              <a:gd name="connsiteY196" fmla="*/ 2029784 h 3606800"/>
              <a:gd name="connsiteX197" fmla="*/ 10260140 w 10274300"/>
              <a:gd name="connsiteY197" fmla="*/ 2030578 h 3606800"/>
              <a:gd name="connsiteX198" fmla="*/ 10265728 w 10274300"/>
              <a:gd name="connsiteY198" fmla="*/ 1980235 h 3606800"/>
              <a:gd name="connsiteX199" fmla="*/ 10259441 w 10274300"/>
              <a:gd name="connsiteY199" fmla="*/ 1979619 h 3606800"/>
              <a:gd name="connsiteX200" fmla="*/ 10253091 w 10274300"/>
              <a:gd name="connsiteY200" fmla="*/ 1979003 h 3606800"/>
              <a:gd name="connsiteX201" fmla="*/ 10247503 w 10274300"/>
              <a:gd name="connsiteY201" fmla="*/ 2028996 h 3606800"/>
              <a:gd name="connsiteX202" fmla="*/ 10253853 w 10274300"/>
              <a:gd name="connsiteY202" fmla="*/ 2029784 h 3606800"/>
              <a:gd name="connsiteX203" fmla="*/ 10263569 w 10274300"/>
              <a:gd name="connsiteY203" fmla="*/ 1929447 h 3606800"/>
              <a:gd name="connsiteX204" fmla="*/ 10269919 w 10274300"/>
              <a:gd name="connsiteY204" fmla="*/ 1929892 h 3606800"/>
              <a:gd name="connsiteX205" fmla="*/ 10272712 w 10274300"/>
              <a:gd name="connsiteY205" fmla="*/ 1879346 h 3606800"/>
              <a:gd name="connsiteX206" fmla="*/ 10266362 w 10274300"/>
              <a:gd name="connsiteY206" fmla="*/ 1879080 h 3606800"/>
              <a:gd name="connsiteX207" fmla="*/ 10260012 w 10274300"/>
              <a:gd name="connsiteY207" fmla="*/ 1878819 h 3606800"/>
              <a:gd name="connsiteX208" fmla="*/ 10257282 w 10274300"/>
              <a:gd name="connsiteY208" fmla="*/ 1929009 h 3606800"/>
              <a:gd name="connsiteX209" fmla="*/ 10263569 w 10274300"/>
              <a:gd name="connsiteY209" fmla="*/ 1929447 h 3606800"/>
              <a:gd name="connsiteX210" fmla="*/ 10267759 w 10274300"/>
              <a:gd name="connsiteY210" fmla="*/ 1828711 h 3606800"/>
              <a:gd name="connsiteX211" fmla="*/ 10274109 w 10274300"/>
              <a:gd name="connsiteY211" fmla="*/ 1828800 h 3606800"/>
              <a:gd name="connsiteX212" fmla="*/ 10274300 w 10274300"/>
              <a:gd name="connsiteY212" fmla="*/ 1803400 h 3606800"/>
              <a:gd name="connsiteX213" fmla="*/ 10274109 w 10274300"/>
              <a:gd name="connsiteY213" fmla="*/ 1778000 h 3606800"/>
              <a:gd name="connsiteX214" fmla="*/ 10267759 w 10274300"/>
              <a:gd name="connsiteY214" fmla="*/ 1778089 h 3606800"/>
              <a:gd name="connsiteX215" fmla="*/ 10261409 w 10274300"/>
              <a:gd name="connsiteY215" fmla="*/ 1778171 h 3606800"/>
              <a:gd name="connsiteX216" fmla="*/ 10261600 w 10274300"/>
              <a:gd name="connsiteY216" fmla="*/ 1803400 h 3606800"/>
              <a:gd name="connsiteX217" fmla="*/ 10261409 w 10274300"/>
              <a:gd name="connsiteY217" fmla="*/ 1828622 h 3606800"/>
              <a:gd name="connsiteX218" fmla="*/ 10267759 w 10274300"/>
              <a:gd name="connsiteY218" fmla="*/ 1828711 h 3606800"/>
              <a:gd name="connsiteX219" fmla="*/ 10266362 w 10274300"/>
              <a:gd name="connsiteY219" fmla="*/ 1727714 h 3606800"/>
              <a:gd name="connsiteX220" fmla="*/ 10272712 w 10274300"/>
              <a:gd name="connsiteY220" fmla="*/ 1727454 h 3606800"/>
              <a:gd name="connsiteX221" fmla="*/ 10269919 w 10274300"/>
              <a:gd name="connsiteY221" fmla="*/ 1676908 h 3606800"/>
              <a:gd name="connsiteX222" fmla="*/ 10263569 w 10274300"/>
              <a:gd name="connsiteY222" fmla="*/ 1677346 h 3606800"/>
              <a:gd name="connsiteX223" fmla="*/ 10257282 w 10274300"/>
              <a:gd name="connsiteY223" fmla="*/ 1677791 h 3606800"/>
              <a:gd name="connsiteX224" fmla="*/ 10260012 w 10274300"/>
              <a:gd name="connsiteY224" fmla="*/ 1727981 h 3606800"/>
              <a:gd name="connsiteX225" fmla="*/ 10266362 w 10274300"/>
              <a:gd name="connsiteY225" fmla="*/ 1727714 h 3606800"/>
              <a:gd name="connsiteX226" fmla="*/ 10259441 w 10274300"/>
              <a:gd name="connsiteY226" fmla="*/ 1627181 h 3606800"/>
              <a:gd name="connsiteX227" fmla="*/ 10265728 w 10274300"/>
              <a:gd name="connsiteY227" fmla="*/ 1626565 h 3606800"/>
              <a:gd name="connsiteX228" fmla="*/ 10260140 w 10274300"/>
              <a:gd name="connsiteY228" fmla="*/ 1576222 h 3606800"/>
              <a:gd name="connsiteX229" fmla="*/ 10253853 w 10274300"/>
              <a:gd name="connsiteY229" fmla="*/ 1577010 h 3606800"/>
              <a:gd name="connsiteX230" fmla="*/ 10247503 w 10274300"/>
              <a:gd name="connsiteY230" fmla="*/ 1577804 h 3606800"/>
              <a:gd name="connsiteX231" fmla="*/ 10253091 w 10274300"/>
              <a:gd name="connsiteY231" fmla="*/ 1627797 h 3606800"/>
              <a:gd name="connsiteX232" fmla="*/ 10259441 w 10274300"/>
              <a:gd name="connsiteY232" fmla="*/ 1627181 h 3606800"/>
              <a:gd name="connsiteX233" fmla="*/ 10246868 w 10274300"/>
              <a:gd name="connsiteY233" fmla="*/ 1527175 h 3606800"/>
              <a:gd name="connsiteX234" fmla="*/ 10253155 w 10274300"/>
              <a:gd name="connsiteY234" fmla="*/ 1526210 h 3606800"/>
              <a:gd name="connsiteX235" fmla="*/ 10244709 w 10274300"/>
              <a:gd name="connsiteY235" fmla="*/ 1476248 h 3606800"/>
              <a:gd name="connsiteX236" fmla="*/ 10238422 w 10274300"/>
              <a:gd name="connsiteY236" fmla="*/ 1477391 h 3606800"/>
              <a:gd name="connsiteX237" fmla="*/ 10232199 w 10274300"/>
              <a:gd name="connsiteY237" fmla="*/ 1478534 h 3606800"/>
              <a:gd name="connsiteX238" fmla="*/ 10240581 w 10274300"/>
              <a:gd name="connsiteY238" fmla="*/ 1528147 h 3606800"/>
              <a:gd name="connsiteX239" fmla="*/ 10246868 w 10274300"/>
              <a:gd name="connsiteY239" fmla="*/ 1527175 h 3606800"/>
              <a:gd name="connsiteX240" fmla="*/ 10223691 w 10274300"/>
              <a:gd name="connsiteY240" fmla="*/ 1377309 h 3606800"/>
              <a:gd name="connsiteX241" fmla="*/ 10234867 w 10274300"/>
              <a:gd name="connsiteY241" fmla="*/ 1426661 h 3606800"/>
              <a:gd name="connsiteX242" fmla="*/ 10228707 w 10274300"/>
              <a:gd name="connsiteY242" fmla="*/ 1427982 h 3606800"/>
              <a:gd name="connsiteX243" fmla="*/ 10222484 w 10274300"/>
              <a:gd name="connsiteY243" fmla="*/ 1429302 h 3606800"/>
              <a:gd name="connsiteX244" fmla="*/ 10211308 w 10274300"/>
              <a:gd name="connsiteY244" fmla="*/ 1380300 h 3606800"/>
              <a:gd name="connsiteX245" fmla="*/ 10217468 w 10274300"/>
              <a:gd name="connsiteY245" fmla="*/ 1378807 h 3606800"/>
              <a:gd name="connsiteX246" fmla="*/ 10223691 w 10274300"/>
              <a:gd name="connsiteY246" fmla="*/ 1377309 h 3606800"/>
              <a:gd name="connsiteX247" fmla="*/ 10204958 w 10274300"/>
              <a:gd name="connsiteY247" fmla="*/ 1329989 h 3606800"/>
              <a:gd name="connsiteX248" fmla="*/ 10211054 w 10274300"/>
              <a:gd name="connsiteY248" fmla="*/ 1328319 h 3606800"/>
              <a:gd name="connsiteX249" fmla="*/ 10197084 w 10274300"/>
              <a:gd name="connsiteY249" fmla="*/ 1279722 h 3606800"/>
              <a:gd name="connsiteX250" fmla="*/ 10190988 w 10274300"/>
              <a:gd name="connsiteY250" fmla="*/ 1281563 h 3606800"/>
              <a:gd name="connsiteX251" fmla="*/ 10184956 w 10274300"/>
              <a:gd name="connsiteY251" fmla="*/ 1283405 h 3606800"/>
              <a:gd name="connsiteX252" fmla="*/ 10198798 w 10274300"/>
              <a:gd name="connsiteY252" fmla="*/ 1331659 h 3606800"/>
              <a:gd name="connsiteX253" fmla="*/ 10204958 w 10274300"/>
              <a:gd name="connsiteY253" fmla="*/ 1329989 h 3606800"/>
              <a:gd name="connsiteX254" fmla="*/ 10175684 w 10274300"/>
              <a:gd name="connsiteY254" fmla="*/ 1233507 h 3606800"/>
              <a:gd name="connsiteX255" fmla="*/ 10181717 w 10274300"/>
              <a:gd name="connsiteY255" fmla="*/ 1231493 h 3606800"/>
              <a:gd name="connsiteX256" fmla="*/ 10165017 w 10274300"/>
              <a:gd name="connsiteY256" fmla="*/ 1183793 h 3606800"/>
              <a:gd name="connsiteX257" fmla="*/ 10159047 w 10274300"/>
              <a:gd name="connsiteY257" fmla="*/ 1185977 h 3606800"/>
              <a:gd name="connsiteX258" fmla="*/ 10153142 w 10274300"/>
              <a:gd name="connsiteY258" fmla="*/ 1188161 h 3606800"/>
              <a:gd name="connsiteX259" fmla="*/ 10169716 w 10274300"/>
              <a:gd name="connsiteY259" fmla="*/ 1235520 h 3606800"/>
              <a:gd name="connsiteX260" fmla="*/ 10175684 w 10274300"/>
              <a:gd name="connsiteY260" fmla="*/ 1233507 h 3606800"/>
              <a:gd name="connsiteX261" fmla="*/ 10141077 w 10274300"/>
              <a:gd name="connsiteY261" fmla="*/ 1138841 h 3606800"/>
              <a:gd name="connsiteX262" fmla="*/ 10146982 w 10274300"/>
              <a:gd name="connsiteY262" fmla="*/ 1136491 h 3606800"/>
              <a:gd name="connsiteX263" fmla="*/ 10127615 w 10274300"/>
              <a:gd name="connsiteY263" fmla="*/ 1089787 h 3606800"/>
              <a:gd name="connsiteX264" fmla="*/ 10121773 w 10274300"/>
              <a:gd name="connsiteY264" fmla="*/ 1092302 h 3606800"/>
              <a:gd name="connsiteX265" fmla="*/ 10115931 w 10274300"/>
              <a:gd name="connsiteY265" fmla="*/ 1094816 h 3606800"/>
              <a:gd name="connsiteX266" fmla="*/ 10135171 w 10274300"/>
              <a:gd name="connsiteY266" fmla="*/ 1141190 h 3606800"/>
              <a:gd name="connsiteX267" fmla="*/ 10141077 w 10274300"/>
              <a:gd name="connsiteY267" fmla="*/ 1138841 h 3606800"/>
              <a:gd name="connsiteX268" fmla="*/ 10101135 w 10274300"/>
              <a:gd name="connsiteY268" fmla="*/ 1046283 h 3606800"/>
              <a:gd name="connsiteX269" fmla="*/ 10106914 w 10274300"/>
              <a:gd name="connsiteY269" fmla="*/ 1043610 h 3606800"/>
              <a:gd name="connsiteX270" fmla="*/ 10084943 w 10274300"/>
              <a:gd name="connsiteY270" fmla="*/ 998049 h 3606800"/>
              <a:gd name="connsiteX271" fmla="*/ 10079228 w 10274300"/>
              <a:gd name="connsiteY271" fmla="*/ 1000887 h 3606800"/>
              <a:gd name="connsiteX272" fmla="*/ 10073577 w 10274300"/>
              <a:gd name="connsiteY272" fmla="*/ 1003725 h 3606800"/>
              <a:gd name="connsiteX273" fmla="*/ 10095420 w 10274300"/>
              <a:gd name="connsiteY273" fmla="*/ 1048963 h 3606800"/>
              <a:gd name="connsiteX274" fmla="*/ 10101135 w 10274300"/>
              <a:gd name="connsiteY274" fmla="*/ 1046283 h 3606800"/>
              <a:gd name="connsiteX275" fmla="*/ 10056051 w 10274300"/>
              <a:gd name="connsiteY275" fmla="*/ 956132 h 3606800"/>
              <a:gd name="connsiteX276" fmla="*/ 10061702 w 10274300"/>
              <a:gd name="connsiteY276" fmla="*/ 953129 h 3606800"/>
              <a:gd name="connsiteX277" fmla="*/ 10037191 w 10274300"/>
              <a:gd name="connsiteY277" fmla="*/ 908863 h 3606800"/>
              <a:gd name="connsiteX278" fmla="*/ 10031667 w 10274300"/>
              <a:gd name="connsiteY278" fmla="*/ 912019 h 3606800"/>
              <a:gd name="connsiteX279" fmla="*/ 10026142 w 10274300"/>
              <a:gd name="connsiteY279" fmla="*/ 915175 h 3606800"/>
              <a:gd name="connsiteX280" fmla="*/ 10050462 w 10274300"/>
              <a:gd name="connsiteY280" fmla="*/ 959129 h 3606800"/>
              <a:gd name="connsiteX281" fmla="*/ 10056051 w 10274300"/>
              <a:gd name="connsiteY281" fmla="*/ 956132 h 3606800"/>
              <a:gd name="connsiteX282" fmla="*/ 10006012 w 10274300"/>
              <a:gd name="connsiteY282" fmla="*/ 868642 h 3606800"/>
              <a:gd name="connsiteX283" fmla="*/ 10011410 w 10274300"/>
              <a:gd name="connsiteY283" fmla="*/ 865334 h 3606800"/>
              <a:gd name="connsiteX284" fmla="*/ 9984486 w 10274300"/>
              <a:gd name="connsiteY284" fmla="*/ 822509 h 3606800"/>
              <a:gd name="connsiteX285" fmla="*/ 9979152 w 10274300"/>
              <a:gd name="connsiteY285" fmla="*/ 825970 h 3606800"/>
              <a:gd name="connsiteX286" fmla="*/ 9973818 w 10274300"/>
              <a:gd name="connsiteY286" fmla="*/ 829424 h 3606800"/>
              <a:gd name="connsiteX287" fmla="*/ 10000615 w 10274300"/>
              <a:gd name="connsiteY287" fmla="*/ 871950 h 3606800"/>
              <a:gd name="connsiteX288" fmla="*/ 10006012 w 10274300"/>
              <a:gd name="connsiteY288" fmla="*/ 868642 h 3606800"/>
              <a:gd name="connsiteX289" fmla="*/ 9951085 w 10274300"/>
              <a:gd name="connsiteY289" fmla="*/ 784085 h 3606800"/>
              <a:gd name="connsiteX290" fmla="*/ 9956292 w 10274300"/>
              <a:gd name="connsiteY290" fmla="*/ 780479 h 3606800"/>
              <a:gd name="connsiteX291" fmla="*/ 9927019 w 10274300"/>
              <a:gd name="connsiteY291" fmla="*/ 739242 h 3606800"/>
              <a:gd name="connsiteX292" fmla="*/ 9921875 w 10274300"/>
              <a:gd name="connsiteY292" fmla="*/ 742994 h 3606800"/>
              <a:gd name="connsiteX293" fmla="*/ 9916795 w 10274300"/>
              <a:gd name="connsiteY293" fmla="*/ 746747 h 3606800"/>
              <a:gd name="connsiteX294" fmla="*/ 9945878 w 10274300"/>
              <a:gd name="connsiteY294" fmla="*/ 787692 h 3606800"/>
              <a:gd name="connsiteX295" fmla="*/ 9951085 w 10274300"/>
              <a:gd name="connsiteY295" fmla="*/ 784085 h 3606800"/>
              <a:gd name="connsiteX296" fmla="*/ 9891522 w 10274300"/>
              <a:gd name="connsiteY296" fmla="*/ 702735 h 3606800"/>
              <a:gd name="connsiteX297" fmla="*/ 9896539 w 10274300"/>
              <a:gd name="connsiteY297" fmla="*/ 698843 h 3606800"/>
              <a:gd name="connsiteX298" fmla="*/ 9864979 w 10274300"/>
              <a:gd name="connsiteY298" fmla="*/ 659314 h 3606800"/>
              <a:gd name="connsiteX299" fmla="*/ 9860090 w 10274300"/>
              <a:gd name="connsiteY299" fmla="*/ 663346 h 3606800"/>
              <a:gd name="connsiteX300" fmla="*/ 9855200 w 10274300"/>
              <a:gd name="connsiteY300" fmla="*/ 667379 h 3606800"/>
              <a:gd name="connsiteX301" fmla="*/ 9886506 w 10274300"/>
              <a:gd name="connsiteY301" fmla="*/ 706628 h 3606800"/>
              <a:gd name="connsiteX302" fmla="*/ 9891522 w 10274300"/>
              <a:gd name="connsiteY302" fmla="*/ 702735 h 3606800"/>
              <a:gd name="connsiteX303" fmla="*/ 9827578 w 10274300"/>
              <a:gd name="connsiteY303" fmla="*/ 624840 h 3606800"/>
              <a:gd name="connsiteX304" fmla="*/ 9832340 w 10274300"/>
              <a:gd name="connsiteY304" fmla="*/ 620674 h 3606800"/>
              <a:gd name="connsiteX305" fmla="*/ 9798621 w 10274300"/>
              <a:gd name="connsiteY305" fmla="*/ 582968 h 3606800"/>
              <a:gd name="connsiteX306" fmla="*/ 9793922 w 10274300"/>
              <a:gd name="connsiteY306" fmla="*/ 587267 h 3606800"/>
              <a:gd name="connsiteX307" fmla="*/ 9789287 w 10274300"/>
              <a:gd name="connsiteY307" fmla="*/ 591566 h 3606800"/>
              <a:gd name="connsiteX308" fmla="*/ 9822752 w 10274300"/>
              <a:gd name="connsiteY308" fmla="*/ 629012 h 3606800"/>
              <a:gd name="connsiteX309" fmla="*/ 9827578 w 10274300"/>
              <a:gd name="connsiteY309" fmla="*/ 624840 h 3606800"/>
              <a:gd name="connsiteX310" fmla="*/ 9759315 w 10274300"/>
              <a:gd name="connsiteY310" fmla="*/ 550640 h 3606800"/>
              <a:gd name="connsiteX311" fmla="*/ 9763887 w 10274300"/>
              <a:gd name="connsiteY311" fmla="*/ 546214 h 3606800"/>
              <a:gd name="connsiteX312" fmla="*/ 9728073 w 10274300"/>
              <a:gd name="connsiteY312" fmla="*/ 510445 h 3606800"/>
              <a:gd name="connsiteX313" fmla="*/ 9723628 w 10274300"/>
              <a:gd name="connsiteY313" fmla="*/ 514998 h 3606800"/>
              <a:gd name="connsiteX314" fmla="*/ 9719246 w 10274300"/>
              <a:gd name="connsiteY314" fmla="*/ 519544 h 3606800"/>
              <a:gd name="connsiteX315" fmla="*/ 9754743 w 10274300"/>
              <a:gd name="connsiteY315" fmla="*/ 555066 h 3606800"/>
              <a:gd name="connsiteX316" fmla="*/ 9759315 w 10274300"/>
              <a:gd name="connsiteY316" fmla="*/ 550640 h 3606800"/>
              <a:gd name="connsiteX317" fmla="*/ 9687052 w 10274300"/>
              <a:gd name="connsiteY317" fmla="*/ 480352 h 3606800"/>
              <a:gd name="connsiteX318" fmla="*/ 9691306 w 10274300"/>
              <a:gd name="connsiteY318" fmla="*/ 475679 h 3606800"/>
              <a:gd name="connsiteX319" fmla="*/ 9653651 w 10274300"/>
              <a:gd name="connsiteY319" fmla="*/ 441960 h 3606800"/>
              <a:gd name="connsiteX320" fmla="*/ 9649460 w 10274300"/>
              <a:gd name="connsiteY320" fmla="*/ 446754 h 3606800"/>
              <a:gd name="connsiteX321" fmla="*/ 9645269 w 10274300"/>
              <a:gd name="connsiteY321" fmla="*/ 451542 h 3606800"/>
              <a:gd name="connsiteX322" fmla="*/ 9682734 w 10274300"/>
              <a:gd name="connsiteY322" fmla="*/ 485026 h 3606800"/>
              <a:gd name="connsiteX323" fmla="*/ 9687052 w 10274300"/>
              <a:gd name="connsiteY323" fmla="*/ 480352 h 3606800"/>
              <a:gd name="connsiteX324" fmla="*/ 9610979 w 10274300"/>
              <a:gd name="connsiteY324" fmla="*/ 414204 h 3606800"/>
              <a:gd name="connsiteX325" fmla="*/ 9614980 w 10274300"/>
              <a:gd name="connsiteY325" fmla="*/ 409302 h 3606800"/>
              <a:gd name="connsiteX326" fmla="*/ 9575482 w 10274300"/>
              <a:gd name="connsiteY326" fmla="*/ 377736 h 3606800"/>
              <a:gd name="connsiteX327" fmla="*/ 9571545 w 10274300"/>
              <a:gd name="connsiteY327" fmla="*/ 382753 h 3606800"/>
              <a:gd name="connsiteX328" fmla="*/ 9567672 w 10274300"/>
              <a:gd name="connsiteY328" fmla="*/ 387769 h 3606800"/>
              <a:gd name="connsiteX329" fmla="*/ 9606915 w 10274300"/>
              <a:gd name="connsiteY329" fmla="*/ 419113 h 3606800"/>
              <a:gd name="connsiteX330" fmla="*/ 9610979 w 10274300"/>
              <a:gd name="connsiteY330" fmla="*/ 414204 h 3606800"/>
              <a:gd name="connsiteX331" fmla="*/ 9531286 w 10274300"/>
              <a:gd name="connsiteY331" fmla="*/ 352412 h 3606800"/>
              <a:gd name="connsiteX332" fmla="*/ 9535033 w 10274300"/>
              <a:gd name="connsiteY332" fmla="*/ 347288 h 3606800"/>
              <a:gd name="connsiteX333" fmla="*/ 9493821 w 10274300"/>
              <a:gd name="connsiteY333" fmla="*/ 317976 h 3606800"/>
              <a:gd name="connsiteX334" fmla="*/ 9490202 w 10274300"/>
              <a:gd name="connsiteY334" fmla="*/ 323202 h 3606800"/>
              <a:gd name="connsiteX335" fmla="*/ 9486582 w 10274300"/>
              <a:gd name="connsiteY335" fmla="*/ 328428 h 3606800"/>
              <a:gd name="connsiteX336" fmla="*/ 9527540 w 10274300"/>
              <a:gd name="connsiteY336" fmla="*/ 357537 h 3606800"/>
              <a:gd name="connsiteX337" fmla="*/ 9531286 w 10274300"/>
              <a:gd name="connsiteY337" fmla="*/ 352412 h 3606800"/>
              <a:gd name="connsiteX338" fmla="*/ 9448356 w 10274300"/>
              <a:gd name="connsiteY338" fmla="*/ 295161 h 3606800"/>
              <a:gd name="connsiteX339" fmla="*/ 9451784 w 10274300"/>
              <a:gd name="connsiteY339" fmla="*/ 289839 h 3606800"/>
              <a:gd name="connsiteX340" fmla="*/ 9408985 w 10274300"/>
              <a:gd name="connsiteY340" fmla="*/ 262871 h 3606800"/>
              <a:gd name="connsiteX341" fmla="*/ 9405683 w 10274300"/>
              <a:gd name="connsiteY341" fmla="*/ 268294 h 3606800"/>
              <a:gd name="connsiteX342" fmla="*/ 9402318 w 10274300"/>
              <a:gd name="connsiteY342" fmla="*/ 273710 h 3606800"/>
              <a:gd name="connsiteX343" fmla="*/ 9444863 w 10274300"/>
              <a:gd name="connsiteY343" fmla="*/ 300488 h 3606800"/>
              <a:gd name="connsiteX344" fmla="*/ 9448356 w 10274300"/>
              <a:gd name="connsiteY344" fmla="*/ 295161 h 3606800"/>
              <a:gd name="connsiteX345" fmla="*/ 9362313 w 10274300"/>
              <a:gd name="connsiteY345" fmla="*/ 242653 h 3606800"/>
              <a:gd name="connsiteX346" fmla="*/ 9365424 w 10274300"/>
              <a:gd name="connsiteY346" fmla="*/ 237141 h 3606800"/>
              <a:gd name="connsiteX347" fmla="*/ 9321165 w 10274300"/>
              <a:gd name="connsiteY347" fmla="*/ 212623 h 3606800"/>
              <a:gd name="connsiteX348" fmla="*/ 9318181 w 10274300"/>
              <a:gd name="connsiteY348" fmla="*/ 218218 h 3606800"/>
              <a:gd name="connsiteX349" fmla="*/ 9315196 w 10274300"/>
              <a:gd name="connsiteY349" fmla="*/ 223819 h 3606800"/>
              <a:gd name="connsiteX350" fmla="*/ 9359138 w 10274300"/>
              <a:gd name="connsiteY350" fmla="*/ 248164 h 3606800"/>
              <a:gd name="connsiteX351" fmla="*/ 9362313 w 10274300"/>
              <a:gd name="connsiteY351" fmla="*/ 242653 h 3606800"/>
              <a:gd name="connsiteX352" fmla="*/ 9273413 w 10274300"/>
              <a:gd name="connsiteY352" fmla="*/ 195053 h 3606800"/>
              <a:gd name="connsiteX353" fmla="*/ 9276270 w 10274300"/>
              <a:gd name="connsiteY353" fmla="*/ 189370 h 3606800"/>
              <a:gd name="connsiteX354" fmla="*/ 9230678 w 10274300"/>
              <a:gd name="connsiteY354" fmla="*/ 167392 h 3606800"/>
              <a:gd name="connsiteX355" fmla="*/ 9228010 w 10274300"/>
              <a:gd name="connsiteY355" fmla="*/ 173145 h 3606800"/>
              <a:gd name="connsiteX356" fmla="*/ 9225344 w 10274300"/>
              <a:gd name="connsiteY356" fmla="*/ 178905 h 3606800"/>
              <a:gd name="connsiteX357" fmla="*/ 9270556 w 10274300"/>
              <a:gd name="connsiteY357" fmla="*/ 200730 h 3606800"/>
              <a:gd name="connsiteX358" fmla="*/ 9273413 w 10274300"/>
              <a:gd name="connsiteY358" fmla="*/ 195053 h 3606800"/>
              <a:gd name="connsiteX359" fmla="*/ 9181973 w 10274300"/>
              <a:gd name="connsiteY359" fmla="*/ 152527 h 3606800"/>
              <a:gd name="connsiteX360" fmla="*/ 9184513 w 10274300"/>
              <a:gd name="connsiteY360" fmla="*/ 146698 h 3606800"/>
              <a:gd name="connsiteX361" fmla="*/ 9137777 w 10274300"/>
              <a:gd name="connsiteY361" fmla="*/ 127330 h 3606800"/>
              <a:gd name="connsiteX362" fmla="*/ 9135428 w 10274300"/>
              <a:gd name="connsiteY362" fmla="*/ 133229 h 3606800"/>
              <a:gd name="connsiteX363" fmla="*/ 9133078 w 10274300"/>
              <a:gd name="connsiteY363" fmla="*/ 139129 h 3606800"/>
              <a:gd name="connsiteX364" fmla="*/ 9179496 w 10274300"/>
              <a:gd name="connsiteY364" fmla="*/ 158356 h 3606800"/>
              <a:gd name="connsiteX365" fmla="*/ 9181973 w 10274300"/>
              <a:gd name="connsiteY365" fmla="*/ 152527 h 3606800"/>
              <a:gd name="connsiteX366" fmla="*/ 9088310 w 10274300"/>
              <a:gd name="connsiteY366" fmla="*/ 115221 h 3606800"/>
              <a:gd name="connsiteX367" fmla="*/ 9090533 w 10274300"/>
              <a:gd name="connsiteY367" fmla="*/ 109258 h 3606800"/>
              <a:gd name="connsiteX368" fmla="*/ 9042781 w 10274300"/>
              <a:gd name="connsiteY368" fmla="*/ 92570 h 3606800"/>
              <a:gd name="connsiteX369" fmla="*/ 9040812 w 10274300"/>
              <a:gd name="connsiteY369" fmla="*/ 98590 h 3606800"/>
              <a:gd name="connsiteX370" fmla="*/ 9038781 w 10274300"/>
              <a:gd name="connsiteY370" fmla="*/ 104616 h 3606800"/>
              <a:gd name="connsiteX371" fmla="*/ 9086152 w 10274300"/>
              <a:gd name="connsiteY371" fmla="*/ 121183 h 3606800"/>
              <a:gd name="connsiteX372" fmla="*/ 9088310 w 10274300"/>
              <a:gd name="connsiteY372" fmla="*/ 115221 h 3606800"/>
              <a:gd name="connsiteX373" fmla="*/ 8992743 w 10274300"/>
              <a:gd name="connsiteY373" fmla="*/ 83287 h 3606800"/>
              <a:gd name="connsiteX374" fmla="*/ 8994584 w 10274300"/>
              <a:gd name="connsiteY374" fmla="*/ 77210 h 3606800"/>
              <a:gd name="connsiteX375" fmla="*/ 8946007 w 10274300"/>
              <a:gd name="connsiteY375" fmla="*/ 63233 h 3606800"/>
              <a:gd name="connsiteX376" fmla="*/ 8944293 w 10274300"/>
              <a:gd name="connsiteY376" fmla="*/ 69361 h 3606800"/>
              <a:gd name="connsiteX377" fmla="*/ 8942642 w 10274300"/>
              <a:gd name="connsiteY377" fmla="*/ 75489 h 3606800"/>
              <a:gd name="connsiteX378" fmla="*/ 8990902 w 10274300"/>
              <a:gd name="connsiteY378" fmla="*/ 89364 h 3606800"/>
              <a:gd name="connsiteX379" fmla="*/ 8992743 w 10274300"/>
              <a:gd name="connsiteY379" fmla="*/ 83287 h 3606800"/>
              <a:gd name="connsiteX380" fmla="*/ 7283894 w 10274300"/>
              <a:gd name="connsiteY380" fmla="*/ 6350 h 3606800"/>
              <a:gd name="connsiteX381" fmla="*/ 7283894 w 10274300"/>
              <a:gd name="connsiteY381" fmla="*/ 0 h 3606800"/>
              <a:gd name="connsiteX382" fmla="*/ 7233349 w 10274300"/>
              <a:gd name="connsiteY382" fmla="*/ 0 h 3606800"/>
              <a:gd name="connsiteX383" fmla="*/ 7233349 w 10274300"/>
              <a:gd name="connsiteY383" fmla="*/ 6350 h 3606800"/>
              <a:gd name="connsiteX384" fmla="*/ 7283894 w 10274300"/>
              <a:gd name="connsiteY384" fmla="*/ 6350 h 3606800"/>
              <a:gd name="connsiteX385" fmla="*/ 7182866 w 10274300"/>
              <a:gd name="connsiteY385" fmla="*/ 6350 h 3606800"/>
              <a:gd name="connsiteX386" fmla="*/ 7182866 w 10274300"/>
              <a:gd name="connsiteY386" fmla="*/ 0 h 3606800"/>
              <a:gd name="connsiteX387" fmla="*/ 7132320 w 10274300"/>
              <a:gd name="connsiteY387" fmla="*/ 0 h 3606800"/>
              <a:gd name="connsiteX388" fmla="*/ 7132320 w 10274300"/>
              <a:gd name="connsiteY388" fmla="*/ 6350 h 3606800"/>
              <a:gd name="connsiteX389" fmla="*/ 7182866 w 10274300"/>
              <a:gd name="connsiteY389" fmla="*/ 6350 h 3606800"/>
              <a:gd name="connsiteX390" fmla="*/ 7081838 w 10274300"/>
              <a:gd name="connsiteY390" fmla="*/ 6350 h 3606800"/>
              <a:gd name="connsiteX391" fmla="*/ 7081838 w 10274300"/>
              <a:gd name="connsiteY391" fmla="*/ 0 h 3606800"/>
              <a:gd name="connsiteX392" fmla="*/ 7031356 w 10274300"/>
              <a:gd name="connsiteY392" fmla="*/ 0 h 3606800"/>
              <a:gd name="connsiteX393" fmla="*/ 7031356 w 10274300"/>
              <a:gd name="connsiteY393" fmla="*/ 6350 h 3606800"/>
              <a:gd name="connsiteX394" fmla="*/ 7081838 w 10274300"/>
              <a:gd name="connsiteY394" fmla="*/ 6350 h 3606800"/>
              <a:gd name="connsiteX395" fmla="*/ 6980809 w 10274300"/>
              <a:gd name="connsiteY395" fmla="*/ 6350 h 3606800"/>
              <a:gd name="connsiteX396" fmla="*/ 6980809 w 10274300"/>
              <a:gd name="connsiteY396" fmla="*/ 0 h 3606800"/>
              <a:gd name="connsiteX397" fmla="*/ 6930327 w 10274300"/>
              <a:gd name="connsiteY397" fmla="*/ 0 h 3606800"/>
              <a:gd name="connsiteX398" fmla="*/ 6930327 w 10274300"/>
              <a:gd name="connsiteY398" fmla="*/ 6350 h 3606800"/>
              <a:gd name="connsiteX399" fmla="*/ 6980809 w 10274300"/>
              <a:gd name="connsiteY399" fmla="*/ 6350 h 3606800"/>
              <a:gd name="connsiteX400" fmla="*/ 6879781 w 10274300"/>
              <a:gd name="connsiteY400" fmla="*/ 6350 h 3606800"/>
              <a:gd name="connsiteX401" fmla="*/ 6879781 w 10274300"/>
              <a:gd name="connsiteY401" fmla="*/ 0 h 3606800"/>
              <a:gd name="connsiteX402" fmla="*/ 6829298 w 10274300"/>
              <a:gd name="connsiteY402" fmla="*/ 0 h 3606800"/>
              <a:gd name="connsiteX403" fmla="*/ 6829298 w 10274300"/>
              <a:gd name="connsiteY403" fmla="*/ 6350 h 3606800"/>
              <a:gd name="connsiteX404" fmla="*/ 6879781 w 10274300"/>
              <a:gd name="connsiteY404" fmla="*/ 6350 h 3606800"/>
              <a:gd name="connsiteX405" fmla="*/ 6778752 w 10274300"/>
              <a:gd name="connsiteY405" fmla="*/ 6350 h 3606800"/>
              <a:gd name="connsiteX406" fmla="*/ 6778752 w 10274300"/>
              <a:gd name="connsiteY406" fmla="*/ 0 h 3606800"/>
              <a:gd name="connsiteX407" fmla="*/ 6728269 w 10274300"/>
              <a:gd name="connsiteY407" fmla="*/ 0 h 3606800"/>
              <a:gd name="connsiteX408" fmla="*/ 6728269 w 10274300"/>
              <a:gd name="connsiteY408" fmla="*/ 6350 h 3606800"/>
              <a:gd name="connsiteX409" fmla="*/ 6778752 w 10274300"/>
              <a:gd name="connsiteY409" fmla="*/ 6350 h 3606800"/>
              <a:gd name="connsiteX410" fmla="*/ 6677724 w 10274300"/>
              <a:gd name="connsiteY410" fmla="*/ 6350 h 3606800"/>
              <a:gd name="connsiteX411" fmla="*/ 6677724 w 10274300"/>
              <a:gd name="connsiteY411" fmla="*/ 0 h 3606800"/>
              <a:gd name="connsiteX412" fmla="*/ 6627241 w 10274300"/>
              <a:gd name="connsiteY412" fmla="*/ 0 h 3606800"/>
              <a:gd name="connsiteX413" fmla="*/ 6627241 w 10274300"/>
              <a:gd name="connsiteY413" fmla="*/ 6350 h 3606800"/>
              <a:gd name="connsiteX414" fmla="*/ 6677724 w 10274300"/>
              <a:gd name="connsiteY414" fmla="*/ 6350 h 3606800"/>
              <a:gd name="connsiteX415" fmla="*/ 6576695 w 10274300"/>
              <a:gd name="connsiteY415" fmla="*/ 6350 h 3606800"/>
              <a:gd name="connsiteX416" fmla="*/ 6576695 w 10274300"/>
              <a:gd name="connsiteY416" fmla="*/ 0 h 3606800"/>
              <a:gd name="connsiteX417" fmla="*/ 6526213 w 10274300"/>
              <a:gd name="connsiteY417" fmla="*/ 0 h 3606800"/>
              <a:gd name="connsiteX418" fmla="*/ 6526213 w 10274300"/>
              <a:gd name="connsiteY418" fmla="*/ 6350 h 3606800"/>
              <a:gd name="connsiteX419" fmla="*/ 6576695 w 10274300"/>
              <a:gd name="connsiteY419" fmla="*/ 6350 h 3606800"/>
              <a:gd name="connsiteX420" fmla="*/ 6475731 w 10274300"/>
              <a:gd name="connsiteY420" fmla="*/ 6350 h 3606800"/>
              <a:gd name="connsiteX421" fmla="*/ 6475731 w 10274300"/>
              <a:gd name="connsiteY421" fmla="*/ 0 h 3606800"/>
              <a:gd name="connsiteX422" fmla="*/ 6425184 w 10274300"/>
              <a:gd name="connsiteY422" fmla="*/ 0 h 3606800"/>
              <a:gd name="connsiteX423" fmla="*/ 6425184 w 10274300"/>
              <a:gd name="connsiteY423" fmla="*/ 6350 h 3606800"/>
              <a:gd name="connsiteX424" fmla="*/ 6475731 w 10274300"/>
              <a:gd name="connsiteY424" fmla="*/ 6350 h 3606800"/>
              <a:gd name="connsiteX425" fmla="*/ 6374702 w 10274300"/>
              <a:gd name="connsiteY425" fmla="*/ 6350 h 3606800"/>
              <a:gd name="connsiteX426" fmla="*/ 6374702 w 10274300"/>
              <a:gd name="connsiteY426" fmla="*/ 0 h 3606800"/>
              <a:gd name="connsiteX427" fmla="*/ 6324156 w 10274300"/>
              <a:gd name="connsiteY427" fmla="*/ 0 h 3606800"/>
              <a:gd name="connsiteX428" fmla="*/ 6324156 w 10274300"/>
              <a:gd name="connsiteY428" fmla="*/ 6350 h 3606800"/>
              <a:gd name="connsiteX429" fmla="*/ 6374702 w 10274300"/>
              <a:gd name="connsiteY429" fmla="*/ 6350 h 3606800"/>
              <a:gd name="connsiteX430" fmla="*/ 6273673 w 10274300"/>
              <a:gd name="connsiteY430" fmla="*/ 6350 h 3606800"/>
              <a:gd name="connsiteX431" fmla="*/ 6273673 w 10274300"/>
              <a:gd name="connsiteY431" fmla="*/ 0 h 3606800"/>
              <a:gd name="connsiteX432" fmla="*/ 6223127 w 10274300"/>
              <a:gd name="connsiteY432" fmla="*/ 0 h 3606800"/>
              <a:gd name="connsiteX433" fmla="*/ 6223127 w 10274300"/>
              <a:gd name="connsiteY433" fmla="*/ 6350 h 3606800"/>
              <a:gd name="connsiteX434" fmla="*/ 6273673 w 10274300"/>
              <a:gd name="connsiteY434" fmla="*/ 6350 h 3606800"/>
              <a:gd name="connsiteX435" fmla="*/ 6172644 w 10274300"/>
              <a:gd name="connsiteY435" fmla="*/ 6350 h 3606800"/>
              <a:gd name="connsiteX436" fmla="*/ 6172644 w 10274300"/>
              <a:gd name="connsiteY436" fmla="*/ 0 h 3606800"/>
              <a:gd name="connsiteX437" fmla="*/ 6122099 w 10274300"/>
              <a:gd name="connsiteY437" fmla="*/ 0 h 3606800"/>
              <a:gd name="connsiteX438" fmla="*/ 6122099 w 10274300"/>
              <a:gd name="connsiteY438" fmla="*/ 6350 h 3606800"/>
              <a:gd name="connsiteX439" fmla="*/ 6172644 w 10274300"/>
              <a:gd name="connsiteY439" fmla="*/ 6350 h 3606800"/>
              <a:gd name="connsiteX440" fmla="*/ 6071616 w 10274300"/>
              <a:gd name="connsiteY440" fmla="*/ 6350 h 3606800"/>
              <a:gd name="connsiteX441" fmla="*/ 6071616 w 10274300"/>
              <a:gd name="connsiteY441" fmla="*/ 0 h 3606800"/>
              <a:gd name="connsiteX442" fmla="*/ 6021070 w 10274300"/>
              <a:gd name="connsiteY442" fmla="*/ 0 h 3606800"/>
              <a:gd name="connsiteX443" fmla="*/ 6021070 w 10274300"/>
              <a:gd name="connsiteY443" fmla="*/ 6350 h 3606800"/>
              <a:gd name="connsiteX444" fmla="*/ 6071616 w 10274300"/>
              <a:gd name="connsiteY444" fmla="*/ 6350 h 3606800"/>
              <a:gd name="connsiteX445" fmla="*/ 5970588 w 10274300"/>
              <a:gd name="connsiteY445" fmla="*/ 6350 h 3606800"/>
              <a:gd name="connsiteX446" fmla="*/ 5970588 w 10274300"/>
              <a:gd name="connsiteY446" fmla="*/ 0 h 3606800"/>
              <a:gd name="connsiteX447" fmla="*/ 5920106 w 10274300"/>
              <a:gd name="connsiteY447" fmla="*/ 0 h 3606800"/>
              <a:gd name="connsiteX448" fmla="*/ 5920106 w 10274300"/>
              <a:gd name="connsiteY448" fmla="*/ 6350 h 3606800"/>
              <a:gd name="connsiteX449" fmla="*/ 5970588 w 10274300"/>
              <a:gd name="connsiteY449" fmla="*/ 6350 h 3606800"/>
              <a:gd name="connsiteX450" fmla="*/ 5869559 w 10274300"/>
              <a:gd name="connsiteY450" fmla="*/ 6350 h 3606800"/>
              <a:gd name="connsiteX451" fmla="*/ 5869559 w 10274300"/>
              <a:gd name="connsiteY451" fmla="*/ 0 h 3606800"/>
              <a:gd name="connsiteX452" fmla="*/ 5819077 w 10274300"/>
              <a:gd name="connsiteY452" fmla="*/ 0 h 3606800"/>
              <a:gd name="connsiteX453" fmla="*/ 5819077 w 10274300"/>
              <a:gd name="connsiteY453" fmla="*/ 6350 h 3606800"/>
              <a:gd name="connsiteX454" fmla="*/ 5869559 w 10274300"/>
              <a:gd name="connsiteY454" fmla="*/ 6350 h 3606800"/>
              <a:gd name="connsiteX455" fmla="*/ 5768531 w 10274300"/>
              <a:gd name="connsiteY455" fmla="*/ 6350 h 3606800"/>
              <a:gd name="connsiteX456" fmla="*/ 5768531 w 10274300"/>
              <a:gd name="connsiteY456" fmla="*/ 0 h 3606800"/>
              <a:gd name="connsiteX457" fmla="*/ 5718048 w 10274300"/>
              <a:gd name="connsiteY457" fmla="*/ 0 h 3606800"/>
              <a:gd name="connsiteX458" fmla="*/ 5718048 w 10274300"/>
              <a:gd name="connsiteY458" fmla="*/ 6350 h 3606800"/>
              <a:gd name="connsiteX459" fmla="*/ 5768531 w 10274300"/>
              <a:gd name="connsiteY459" fmla="*/ 6350 h 3606800"/>
              <a:gd name="connsiteX460" fmla="*/ 5667502 w 10274300"/>
              <a:gd name="connsiteY460" fmla="*/ 6350 h 3606800"/>
              <a:gd name="connsiteX461" fmla="*/ 5667502 w 10274300"/>
              <a:gd name="connsiteY461" fmla="*/ 0 h 3606800"/>
              <a:gd name="connsiteX462" fmla="*/ 5617020 w 10274300"/>
              <a:gd name="connsiteY462" fmla="*/ 0 h 3606800"/>
              <a:gd name="connsiteX463" fmla="*/ 5617020 w 10274300"/>
              <a:gd name="connsiteY463" fmla="*/ 6350 h 3606800"/>
              <a:gd name="connsiteX464" fmla="*/ 5667502 w 10274300"/>
              <a:gd name="connsiteY464" fmla="*/ 6350 h 3606800"/>
              <a:gd name="connsiteX465" fmla="*/ 5566499 w 10274300"/>
              <a:gd name="connsiteY465" fmla="*/ 6350 h 3606800"/>
              <a:gd name="connsiteX466" fmla="*/ 5566499 w 10274300"/>
              <a:gd name="connsiteY466" fmla="*/ 0 h 3606800"/>
              <a:gd name="connsiteX467" fmla="*/ 5515985 w 10274300"/>
              <a:gd name="connsiteY467" fmla="*/ 0 h 3606800"/>
              <a:gd name="connsiteX468" fmla="*/ 5515985 w 10274300"/>
              <a:gd name="connsiteY468" fmla="*/ 6350 h 3606800"/>
              <a:gd name="connsiteX469" fmla="*/ 5566499 w 10274300"/>
              <a:gd name="connsiteY469" fmla="*/ 6350 h 3606800"/>
              <a:gd name="connsiteX470" fmla="*/ 5465477 w 10274300"/>
              <a:gd name="connsiteY470" fmla="*/ 6350 h 3606800"/>
              <a:gd name="connsiteX471" fmla="*/ 5465477 w 10274300"/>
              <a:gd name="connsiteY471" fmla="*/ 0 h 3606800"/>
              <a:gd name="connsiteX472" fmla="*/ 5414963 w 10274300"/>
              <a:gd name="connsiteY472" fmla="*/ 0 h 3606800"/>
              <a:gd name="connsiteX473" fmla="*/ 5414963 w 10274300"/>
              <a:gd name="connsiteY473" fmla="*/ 6350 h 3606800"/>
              <a:gd name="connsiteX474" fmla="*/ 5465477 w 10274300"/>
              <a:gd name="connsiteY474" fmla="*/ 6350 h 3606800"/>
              <a:gd name="connsiteX475" fmla="*/ 5364455 w 10274300"/>
              <a:gd name="connsiteY475" fmla="*/ 6350 h 3606800"/>
              <a:gd name="connsiteX476" fmla="*/ 5364455 w 10274300"/>
              <a:gd name="connsiteY476" fmla="*/ 0 h 3606800"/>
              <a:gd name="connsiteX477" fmla="*/ 5313941 w 10274300"/>
              <a:gd name="connsiteY477" fmla="*/ 0 h 3606800"/>
              <a:gd name="connsiteX478" fmla="*/ 5313941 w 10274300"/>
              <a:gd name="connsiteY478" fmla="*/ 6350 h 3606800"/>
              <a:gd name="connsiteX479" fmla="*/ 5364455 w 10274300"/>
              <a:gd name="connsiteY479" fmla="*/ 6350 h 3606800"/>
              <a:gd name="connsiteX480" fmla="*/ 5263433 w 10274300"/>
              <a:gd name="connsiteY480" fmla="*/ 6350 h 3606800"/>
              <a:gd name="connsiteX481" fmla="*/ 5263433 w 10274300"/>
              <a:gd name="connsiteY481" fmla="*/ 0 h 3606800"/>
              <a:gd name="connsiteX482" fmla="*/ 5212918 w 10274300"/>
              <a:gd name="connsiteY482" fmla="*/ 0 h 3606800"/>
              <a:gd name="connsiteX483" fmla="*/ 5212918 w 10274300"/>
              <a:gd name="connsiteY483" fmla="*/ 6350 h 3606800"/>
              <a:gd name="connsiteX484" fmla="*/ 5263433 w 10274300"/>
              <a:gd name="connsiteY484" fmla="*/ 6350 h 3606800"/>
              <a:gd name="connsiteX485" fmla="*/ 5162411 w 10274300"/>
              <a:gd name="connsiteY485" fmla="*/ 6350 h 3606800"/>
              <a:gd name="connsiteX486" fmla="*/ 5162411 w 10274300"/>
              <a:gd name="connsiteY486" fmla="*/ 0 h 3606800"/>
              <a:gd name="connsiteX487" fmla="*/ 5111896 w 10274300"/>
              <a:gd name="connsiteY487" fmla="*/ 0 h 3606800"/>
              <a:gd name="connsiteX488" fmla="*/ 5111896 w 10274300"/>
              <a:gd name="connsiteY488" fmla="*/ 6350 h 3606800"/>
              <a:gd name="connsiteX489" fmla="*/ 5162411 w 10274300"/>
              <a:gd name="connsiteY489" fmla="*/ 6350 h 3606800"/>
              <a:gd name="connsiteX490" fmla="*/ 5061388 w 10274300"/>
              <a:gd name="connsiteY490" fmla="*/ 6350 h 3606800"/>
              <a:gd name="connsiteX491" fmla="*/ 5061388 w 10274300"/>
              <a:gd name="connsiteY491" fmla="*/ 0 h 3606800"/>
              <a:gd name="connsiteX492" fmla="*/ 5010874 w 10274300"/>
              <a:gd name="connsiteY492" fmla="*/ 0 h 3606800"/>
              <a:gd name="connsiteX493" fmla="*/ 5010874 w 10274300"/>
              <a:gd name="connsiteY493" fmla="*/ 6350 h 3606800"/>
              <a:gd name="connsiteX494" fmla="*/ 5061388 w 10274300"/>
              <a:gd name="connsiteY494" fmla="*/ 6350 h 3606800"/>
              <a:gd name="connsiteX495" fmla="*/ 4960360 w 10274300"/>
              <a:gd name="connsiteY495" fmla="*/ 6350 h 3606800"/>
              <a:gd name="connsiteX496" fmla="*/ 4960360 w 10274300"/>
              <a:gd name="connsiteY496" fmla="*/ 0 h 3606800"/>
              <a:gd name="connsiteX497" fmla="*/ 4909852 w 10274300"/>
              <a:gd name="connsiteY497" fmla="*/ 0 h 3606800"/>
              <a:gd name="connsiteX498" fmla="*/ 4909852 w 10274300"/>
              <a:gd name="connsiteY498" fmla="*/ 6350 h 3606800"/>
              <a:gd name="connsiteX499" fmla="*/ 4960360 w 10274300"/>
              <a:gd name="connsiteY499" fmla="*/ 6350 h 3606800"/>
              <a:gd name="connsiteX500" fmla="*/ 4859338 w 10274300"/>
              <a:gd name="connsiteY500" fmla="*/ 6350 h 3606800"/>
              <a:gd name="connsiteX501" fmla="*/ 4859338 w 10274300"/>
              <a:gd name="connsiteY501" fmla="*/ 0 h 3606800"/>
              <a:gd name="connsiteX502" fmla="*/ 4808830 w 10274300"/>
              <a:gd name="connsiteY502" fmla="*/ 0 h 3606800"/>
              <a:gd name="connsiteX503" fmla="*/ 4808830 w 10274300"/>
              <a:gd name="connsiteY503" fmla="*/ 6350 h 3606800"/>
              <a:gd name="connsiteX504" fmla="*/ 4859338 w 10274300"/>
              <a:gd name="connsiteY504" fmla="*/ 6350 h 3606800"/>
              <a:gd name="connsiteX505" fmla="*/ 4758316 w 10274300"/>
              <a:gd name="connsiteY505" fmla="*/ 6350 h 3606800"/>
              <a:gd name="connsiteX506" fmla="*/ 4758316 w 10274300"/>
              <a:gd name="connsiteY506" fmla="*/ 0 h 3606800"/>
              <a:gd name="connsiteX507" fmla="*/ 4707808 w 10274300"/>
              <a:gd name="connsiteY507" fmla="*/ 0 h 3606800"/>
              <a:gd name="connsiteX508" fmla="*/ 4707808 w 10274300"/>
              <a:gd name="connsiteY508" fmla="*/ 6350 h 3606800"/>
              <a:gd name="connsiteX509" fmla="*/ 4758316 w 10274300"/>
              <a:gd name="connsiteY509" fmla="*/ 6350 h 3606800"/>
              <a:gd name="connsiteX510" fmla="*/ 4657293 w 10274300"/>
              <a:gd name="connsiteY510" fmla="*/ 6350 h 3606800"/>
              <a:gd name="connsiteX511" fmla="*/ 4657293 w 10274300"/>
              <a:gd name="connsiteY511" fmla="*/ 0 h 3606800"/>
              <a:gd name="connsiteX512" fmla="*/ 4606786 w 10274300"/>
              <a:gd name="connsiteY512" fmla="*/ 0 h 3606800"/>
              <a:gd name="connsiteX513" fmla="*/ 4606786 w 10274300"/>
              <a:gd name="connsiteY513" fmla="*/ 6350 h 3606800"/>
              <a:gd name="connsiteX514" fmla="*/ 4657293 w 10274300"/>
              <a:gd name="connsiteY514" fmla="*/ 6350 h 3606800"/>
              <a:gd name="connsiteX515" fmla="*/ 4556271 w 10274300"/>
              <a:gd name="connsiteY515" fmla="*/ 6350 h 3606800"/>
              <a:gd name="connsiteX516" fmla="*/ 4556271 w 10274300"/>
              <a:gd name="connsiteY516" fmla="*/ 0 h 3606800"/>
              <a:gd name="connsiteX517" fmla="*/ 4505757 w 10274300"/>
              <a:gd name="connsiteY517" fmla="*/ 0 h 3606800"/>
              <a:gd name="connsiteX518" fmla="*/ 4505757 w 10274300"/>
              <a:gd name="connsiteY518" fmla="*/ 6350 h 3606800"/>
              <a:gd name="connsiteX519" fmla="*/ 4556271 w 10274300"/>
              <a:gd name="connsiteY519" fmla="*/ 6350 h 3606800"/>
              <a:gd name="connsiteX520" fmla="*/ 4455249 w 10274300"/>
              <a:gd name="connsiteY520" fmla="*/ 6350 h 3606800"/>
              <a:gd name="connsiteX521" fmla="*/ 4455249 w 10274300"/>
              <a:gd name="connsiteY521" fmla="*/ 0 h 3606800"/>
              <a:gd name="connsiteX522" fmla="*/ 4404735 w 10274300"/>
              <a:gd name="connsiteY522" fmla="*/ 0 h 3606800"/>
              <a:gd name="connsiteX523" fmla="*/ 4404735 w 10274300"/>
              <a:gd name="connsiteY523" fmla="*/ 6350 h 3606800"/>
              <a:gd name="connsiteX524" fmla="*/ 4455249 w 10274300"/>
              <a:gd name="connsiteY524" fmla="*/ 6350 h 3606800"/>
              <a:gd name="connsiteX525" fmla="*/ 4354227 w 10274300"/>
              <a:gd name="connsiteY525" fmla="*/ 6350 h 3606800"/>
              <a:gd name="connsiteX526" fmla="*/ 4354227 w 10274300"/>
              <a:gd name="connsiteY526" fmla="*/ 0 h 3606800"/>
              <a:gd name="connsiteX527" fmla="*/ 4303713 w 10274300"/>
              <a:gd name="connsiteY527" fmla="*/ 0 h 3606800"/>
              <a:gd name="connsiteX528" fmla="*/ 4303713 w 10274300"/>
              <a:gd name="connsiteY528" fmla="*/ 6350 h 3606800"/>
              <a:gd name="connsiteX529" fmla="*/ 4354227 w 10274300"/>
              <a:gd name="connsiteY529" fmla="*/ 6350 h 3606800"/>
              <a:gd name="connsiteX530" fmla="*/ 4253205 w 10274300"/>
              <a:gd name="connsiteY530" fmla="*/ 6350 h 3606800"/>
              <a:gd name="connsiteX531" fmla="*/ 4253205 w 10274300"/>
              <a:gd name="connsiteY531" fmla="*/ 0 h 3606800"/>
              <a:gd name="connsiteX532" fmla="*/ 4202691 w 10274300"/>
              <a:gd name="connsiteY532" fmla="*/ 0 h 3606800"/>
              <a:gd name="connsiteX533" fmla="*/ 4202691 w 10274300"/>
              <a:gd name="connsiteY533" fmla="*/ 6350 h 3606800"/>
              <a:gd name="connsiteX534" fmla="*/ 4253205 w 10274300"/>
              <a:gd name="connsiteY534" fmla="*/ 6350 h 3606800"/>
              <a:gd name="connsiteX535" fmla="*/ 4152183 w 10274300"/>
              <a:gd name="connsiteY535" fmla="*/ 6350 h 3606800"/>
              <a:gd name="connsiteX536" fmla="*/ 4152183 w 10274300"/>
              <a:gd name="connsiteY536" fmla="*/ 0 h 3606800"/>
              <a:gd name="connsiteX537" fmla="*/ 4101668 w 10274300"/>
              <a:gd name="connsiteY537" fmla="*/ 0 h 3606800"/>
              <a:gd name="connsiteX538" fmla="*/ 4101668 w 10274300"/>
              <a:gd name="connsiteY538" fmla="*/ 6350 h 3606800"/>
              <a:gd name="connsiteX539" fmla="*/ 4152183 w 10274300"/>
              <a:gd name="connsiteY539" fmla="*/ 6350 h 3606800"/>
              <a:gd name="connsiteX540" fmla="*/ 4051154 w 10274300"/>
              <a:gd name="connsiteY540" fmla="*/ 6350 h 3606800"/>
              <a:gd name="connsiteX541" fmla="*/ 4051154 w 10274300"/>
              <a:gd name="connsiteY541" fmla="*/ 0 h 3606800"/>
              <a:gd name="connsiteX542" fmla="*/ 4000646 w 10274300"/>
              <a:gd name="connsiteY542" fmla="*/ 0 h 3606800"/>
              <a:gd name="connsiteX543" fmla="*/ 4000646 w 10274300"/>
              <a:gd name="connsiteY543" fmla="*/ 6350 h 3606800"/>
              <a:gd name="connsiteX544" fmla="*/ 4051154 w 10274300"/>
              <a:gd name="connsiteY544" fmla="*/ 6350 h 3606800"/>
              <a:gd name="connsiteX545" fmla="*/ 3950132 w 10274300"/>
              <a:gd name="connsiteY545" fmla="*/ 6350 h 3606800"/>
              <a:gd name="connsiteX546" fmla="*/ 3950132 w 10274300"/>
              <a:gd name="connsiteY546" fmla="*/ 0 h 3606800"/>
              <a:gd name="connsiteX547" fmla="*/ 3899624 w 10274300"/>
              <a:gd name="connsiteY547" fmla="*/ 0 h 3606800"/>
              <a:gd name="connsiteX548" fmla="*/ 3899624 w 10274300"/>
              <a:gd name="connsiteY548" fmla="*/ 6350 h 3606800"/>
              <a:gd name="connsiteX549" fmla="*/ 3950132 w 10274300"/>
              <a:gd name="connsiteY549" fmla="*/ 6350 h 3606800"/>
              <a:gd name="connsiteX550" fmla="*/ 3849110 w 10274300"/>
              <a:gd name="connsiteY550" fmla="*/ 6350 h 3606800"/>
              <a:gd name="connsiteX551" fmla="*/ 3849110 w 10274300"/>
              <a:gd name="connsiteY551" fmla="*/ 0 h 3606800"/>
              <a:gd name="connsiteX552" fmla="*/ 3798602 w 10274300"/>
              <a:gd name="connsiteY552" fmla="*/ 0 h 3606800"/>
              <a:gd name="connsiteX553" fmla="*/ 3798602 w 10274300"/>
              <a:gd name="connsiteY553" fmla="*/ 6350 h 3606800"/>
              <a:gd name="connsiteX554" fmla="*/ 3849110 w 10274300"/>
              <a:gd name="connsiteY554" fmla="*/ 6350 h 3606800"/>
              <a:gd name="connsiteX555" fmla="*/ 3748088 w 10274300"/>
              <a:gd name="connsiteY555" fmla="*/ 6350 h 3606800"/>
              <a:gd name="connsiteX556" fmla="*/ 3748088 w 10274300"/>
              <a:gd name="connsiteY556" fmla="*/ 0 h 3606800"/>
              <a:gd name="connsiteX557" fmla="*/ 3697573 w 10274300"/>
              <a:gd name="connsiteY557" fmla="*/ 0 h 3606800"/>
              <a:gd name="connsiteX558" fmla="*/ 3697573 w 10274300"/>
              <a:gd name="connsiteY558" fmla="*/ 6350 h 3606800"/>
              <a:gd name="connsiteX559" fmla="*/ 3748088 w 10274300"/>
              <a:gd name="connsiteY559" fmla="*/ 6350 h 3606800"/>
              <a:gd name="connsiteX560" fmla="*/ 3647065 w 10274300"/>
              <a:gd name="connsiteY560" fmla="*/ 6350 h 3606800"/>
              <a:gd name="connsiteX561" fmla="*/ 3647065 w 10274300"/>
              <a:gd name="connsiteY561" fmla="*/ 0 h 3606800"/>
              <a:gd name="connsiteX562" fmla="*/ 3596551 w 10274300"/>
              <a:gd name="connsiteY562" fmla="*/ 0 h 3606800"/>
              <a:gd name="connsiteX563" fmla="*/ 3596551 w 10274300"/>
              <a:gd name="connsiteY563" fmla="*/ 6350 h 3606800"/>
              <a:gd name="connsiteX564" fmla="*/ 3647065 w 10274300"/>
              <a:gd name="connsiteY564" fmla="*/ 6350 h 3606800"/>
              <a:gd name="connsiteX565" fmla="*/ 3546043 w 10274300"/>
              <a:gd name="connsiteY565" fmla="*/ 6350 h 3606800"/>
              <a:gd name="connsiteX566" fmla="*/ 3546043 w 10274300"/>
              <a:gd name="connsiteY566" fmla="*/ 0 h 3606800"/>
              <a:gd name="connsiteX567" fmla="*/ 3495529 w 10274300"/>
              <a:gd name="connsiteY567" fmla="*/ 0 h 3606800"/>
              <a:gd name="connsiteX568" fmla="*/ 3495529 w 10274300"/>
              <a:gd name="connsiteY568" fmla="*/ 6350 h 3606800"/>
              <a:gd name="connsiteX569" fmla="*/ 3546043 w 10274300"/>
              <a:gd name="connsiteY569" fmla="*/ 6350 h 3606800"/>
              <a:gd name="connsiteX570" fmla="*/ 3445021 w 10274300"/>
              <a:gd name="connsiteY570" fmla="*/ 6350 h 3606800"/>
              <a:gd name="connsiteX571" fmla="*/ 3445021 w 10274300"/>
              <a:gd name="connsiteY571" fmla="*/ 0 h 3606800"/>
              <a:gd name="connsiteX572" fmla="*/ 3394507 w 10274300"/>
              <a:gd name="connsiteY572" fmla="*/ 0 h 3606800"/>
              <a:gd name="connsiteX573" fmla="*/ 3394507 w 10274300"/>
              <a:gd name="connsiteY573" fmla="*/ 6350 h 3606800"/>
              <a:gd name="connsiteX574" fmla="*/ 3445021 w 10274300"/>
              <a:gd name="connsiteY574" fmla="*/ 6350 h 3606800"/>
              <a:gd name="connsiteX575" fmla="*/ 3343999 w 10274300"/>
              <a:gd name="connsiteY575" fmla="*/ 6350 h 3606800"/>
              <a:gd name="connsiteX576" fmla="*/ 3343999 w 10274300"/>
              <a:gd name="connsiteY576" fmla="*/ 0 h 3606800"/>
              <a:gd name="connsiteX577" fmla="*/ 3293485 w 10274300"/>
              <a:gd name="connsiteY577" fmla="*/ 0 h 3606800"/>
              <a:gd name="connsiteX578" fmla="*/ 3293485 w 10274300"/>
              <a:gd name="connsiteY578" fmla="*/ 6350 h 3606800"/>
              <a:gd name="connsiteX579" fmla="*/ 3343999 w 10274300"/>
              <a:gd name="connsiteY579" fmla="*/ 6350 h 3606800"/>
              <a:gd name="connsiteX580" fmla="*/ 3242970 w 10274300"/>
              <a:gd name="connsiteY580" fmla="*/ 6350 h 3606800"/>
              <a:gd name="connsiteX581" fmla="*/ 3242970 w 10274300"/>
              <a:gd name="connsiteY581" fmla="*/ 0 h 3606800"/>
              <a:gd name="connsiteX582" fmla="*/ 3192463 w 10274300"/>
              <a:gd name="connsiteY582" fmla="*/ 0 h 3606800"/>
              <a:gd name="connsiteX583" fmla="*/ 3192463 w 10274300"/>
              <a:gd name="connsiteY583" fmla="*/ 6350 h 3606800"/>
              <a:gd name="connsiteX584" fmla="*/ 3242970 w 10274300"/>
              <a:gd name="connsiteY584" fmla="*/ 6350 h 3606800"/>
              <a:gd name="connsiteX585" fmla="*/ 3141948 w 10274300"/>
              <a:gd name="connsiteY585" fmla="*/ 6350 h 3606800"/>
              <a:gd name="connsiteX586" fmla="*/ 3141948 w 10274300"/>
              <a:gd name="connsiteY586" fmla="*/ 0 h 3606800"/>
              <a:gd name="connsiteX587" fmla="*/ 3091440 w 10274300"/>
              <a:gd name="connsiteY587" fmla="*/ 0 h 3606800"/>
              <a:gd name="connsiteX588" fmla="*/ 3091440 w 10274300"/>
              <a:gd name="connsiteY588" fmla="*/ 6350 h 3606800"/>
              <a:gd name="connsiteX589" fmla="*/ 3141948 w 10274300"/>
              <a:gd name="connsiteY589" fmla="*/ 6350 h 3606800"/>
              <a:gd name="connsiteX590" fmla="*/ 3040926 w 10274300"/>
              <a:gd name="connsiteY590" fmla="*/ 6350 h 3606800"/>
              <a:gd name="connsiteX591" fmla="*/ 3040926 w 10274300"/>
              <a:gd name="connsiteY591" fmla="*/ 0 h 3606800"/>
              <a:gd name="connsiteX592" fmla="*/ 2990418 w 10274300"/>
              <a:gd name="connsiteY592" fmla="*/ 0 h 3606800"/>
              <a:gd name="connsiteX593" fmla="*/ 2990418 w 10274300"/>
              <a:gd name="connsiteY593" fmla="*/ 6350 h 3606800"/>
              <a:gd name="connsiteX594" fmla="*/ 3040926 w 10274300"/>
              <a:gd name="connsiteY594" fmla="*/ 6350 h 3606800"/>
              <a:gd name="connsiteX595" fmla="*/ 2939904 w 10274300"/>
              <a:gd name="connsiteY595" fmla="*/ 6350 h 3606800"/>
              <a:gd name="connsiteX596" fmla="*/ 2939904 w 10274300"/>
              <a:gd name="connsiteY596" fmla="*/ 0 h 3606800"/>
              <a:gd name="connsiteX597" fmla="*/ 2889396 w 10274300"/>
              <a:gd name="connsiteY597" fmla="*/ 0 h 3606800"/>
              <a:gd name="connsiteX598" fmla="*/ 2889396 w 10274300"/>
              <a:gd name="connsiteY598" fmla="*/ 6350 h 3606800"/>
              <a:gd name="connsiteX599" fmla="*/ 2939904 w 10274300"/>
              <a:gd name="connsiteY599" fmla="*/ 6350 h 3606800"/>
              <a:gd name="connsiteX600" fmla="*/ 2838882 w 10274300"/>
              <a:gd name="connsiteY600" fmla="*/ 6350 h 3606800"/>
              <a:gd name="connsiteX601" fmla="*/ 2838882 w 10274300"/>
              <a:gd name="connsiteY601" fmla="*/ 0 h 3606800"/>
              <a:gd name="connsiteX602" fmla="*/ 2788374 w 10274300"/>
              <a:gd name="connsiteY602" fmla="*/ 0 h 3606800"/>
              <a:gd name="connsiteX603" fmla="*/ 2788374 w 10274300"/>
              <a:gd name="connsiteY603" fmla="*/ 6350 h 3606800"/>
              <a:gd name="connsiteX604" fmla="*/ 2838882 w 10274300"/>
              <a:gd name="connsiteY604" fmla="*/ 6350 h 3606800"/>
              <a:gd name="connsiteX605" fmla="*/ 2737860 w 10274300"/>
              <a:gd name="connsiteY605" fmla="*/ 6350 h 3606800"/>
              <a:gd name="connsiteX606" fmla="*/ 2737860 w 10274300"/>
              <a:gd name="connsiteY606" fmla="*/ 0 h 3606800"/>
              <a:gd name="connsiteX607" fmla="*/ 2687345 w 10274300"/>
              <a:gd name="connsiteY607" fmla="*/ 0 h 3606800"/>
              <a:gd name="connsiteX608" fmla="*/ 2687345 w 10274300"/>
              <a:gd name="connsiteY608" fmla="*/ 6350 h 3606800"/>
              <a:gd name="connsiteX609" fmla="*/ 2737860 w 10274300"/>
              <a:gd name="connsiteY609" fmla="*/ 6350 h 3606800"/>
              <a:gd name="connsiteX610" fmla="*/ 2636838 w 10274300"/>
              <a:gd name="connsiteY610" fmla="*/ 6350 h 3606800"/>
              <a:gd name="connsiteX611" fmla="*/ 2636838 w 10274300"/>
              <a:gd name="connsiteY611" fmla="*/ 0 h 3606800"/>
              <a:gd name="connsiteX612" fmla="*/ 2586323 w 10274300"/>
              <a:gd name="connsiteY612" fmla="*/ 0 h 3606800"/>
              <a:gd name="connsiteX613" fmla="*/ 2586323 w 10274300"/>
              <a:gd name="connsiteY613" fmla="*/ 6350 h 3606800"/>
              <a:gd name="connsiteX614" fmla="*/ 2636838 w 10274300"/>
              <a:gd name="connsiteY614" fmla="*/ 6350 h 3606800"/>
              <a:gd name="connsiteX615" fmla="*/ 2535815 w 10274300"/>
              <a:gd name="connsiteY615" fmla="*/ 6350 h 3606800"/>
              <a:gd name="connsiteX616" fmla="*/ 2535815 w 10274300"/>
              <a:gd name="connsiteY616" fmla="*/ 0 h 3606800"/>
              <a:gd name="connsiteX617" fmla="*/ 2485301 w 10274300"/>
              <a:gd name="connsiteY617" fmla="*/ 0 h 3606800"/>
              <a:gd name="connsiteX618" fmla="*/ 2485301 w 10274300"/>
              <a:gd name="connsiteY618" fmla="*/ 6350 h 3606800"/>
              <a:gd name="connsiteX619" fmla="*/ 2535815 w 10274300"/>
              <a:gd name="connsiteY619" fmla="*/ 6350 h 3606800"/>
              <a:gd name="connsiteX620" fmla="*/ 2434793 w 10274300"/>
              <a:gd name="connsiteY620" fmla="*/ 6350 h 3606800"/>
              <a:gd name="connsiteX621" fmla="*/ 2434793 w 10274300"/>
              <a:gd name="connsiteY621" fmla="*/ 0 h 3606800"/>
              <a:gd name="connsiteX622" fmla="*/ 2384279 w 10274300"/>
              <a:gd name="connsiteY622" fmla="*/ 0 h 3606800"/>
              <a:gd name="connsiteX623" fmla="*/ 2384279 w 10274300"/>
              <a:gd name="connsiteY623" fmla="*/ 6350 h 3606800"/>
              <a:gd name="connsiteX624" fmla="*/ 2434793 w 10274300"/>
              <a:gd name="connsiteY624" fmla="*/ 6350 h 3606800"/>
              <a:gd name="connsiteX625" fmla="*/ 2333771 w 10274300"/>
              <a:gd name="connsiteY625" fmla="*/ 6350 h 3606800"/>
              <a:gd name="connsiteX626" fmla="*/ 2333771 w 10274300"/>
              <a:gd name="connsiteY626" fmla="*/ 0 h 3606800"/>
              <a:gd name="connsiteX627" fmla="*/ 2283257 w 10274300"/>
              <a:gd name="connsiteY627" fmla="*/ 0 h 3606800"/>
              <a:gd name="connsiteX628" fmla="*/ 2283257 w 10274300"/>
              <a:gd name="connsiteY628" fmla="*/ 6350 h 3606800"/>
              <a:gd name="connsiteX629" fmla="*/ 2333771 w 10274300"/>
              <a:gd name="connsiteY629" fmla="*/ 6350 h 3606800"/>
              <a:gd name="connsiteX630" fmla="*/ 2232749 w 10274300"/>
              <a:gd name="connsiteY630" fmla="*/ 6350 h 3606800"/>
              <a:gd name="connsiteX631" fmla="*/ 2232749 w 10274300"/>
              <a:gd name="connsiteY631" fmla="*/ 0 h 3606800"/>
              <a:gd name="connsiteX632" fmla="*/ 2182235 w 10274300"/>
              <a:gd name="connsiteY632" fmla="*/ 0 h 3606800"/>
              <a:gd name="connsiteX633" fmla="*/ 2182235 w 10274300"/>
              <a:gd name="connsiteY633" fmla="*/ 6350 h 3606800"/>
              <a:gd name="connsiteX634" fmla="*/ 2232749 w 10274300"/>
              <a:gd name="connsiteY634" fmla="*/ 6350 h 3606800"/>
              <a:gd name="connsiteX635" fmla="*/ 2131727 w 10274300"/>
              <a:gd name="connsiteY635" fmla="*/ 6350 h 3606800"/>
              <a:gd name="connsiteX636" fmla="*/ 2131727 w 10274300"/>
              <a:gd name="connsiteY636" fmla="*/ 0 h 3606800"/>
              <a:gd name="connsiteX637" fmla="*/ 2081213 w 10274300"/>
              <a:gd name="connsiteY637" fmla="*/ 0 h 3606800"/>
              <a:gd name="connsiteX638" fmla="*/ 2081213 w 10274300"/>
              <a:gd name="connsiteY638" fmla="*/ 6350 h 3606800"/>
              <a:gd name="connsiteX639" fmla="*/ 2131727 w 10274300"/>
              <a:gd name="connsiteY639" fmla="*/ 6350 h 3606800"/>
              <a:gd name="connsiteX640" fmla="*/ 2030698 w 10274300"/>
              <a:gd name="connsiteY640" fmla="*/ 6350 h 3606800"/>
              <a:gd name="connsiteX641" fmla="*/ 2030698 w 10274300"/>
              <a:gd name="connsiteY641" fmla="*/ 0 h 3606800"/>
              <a:gd name="connsiteX642" fmla="*/ 1980190 w 10274300"/>
              <a:gd name="connsiteY642" fmla="*/ 0 h 3606800"/>
              <a:gd name="connsiteX643" fmla="*/ 1980190 w 10274300"/>
              <a:gd name="connsiteY643" fmla="*/ 6350 h 3606800"/>
              <a:gd name="connsiteX644" fmla="*/ 2030698 w 10274300"/>
              <a:gd name="connsiteY644" fmla="*/ 6350 h 3606800"/>
              <a:gd name="connsiteX645" fmla="*/ 1929676 w 10274300"/>
              <a:gd name="connsiteY645" fmla="*/ 6350 h 3606800"/>
              <a:gd name="connsiteX646" fmla="*/ 1929676 w 10274300"/>
              <a:gd name="connsiteY646" fmla="*/ 0 h 3606800"/>
              <a:gd name="connsiteX647" fmla="*/ 1879168 w 10274300"/>
              <a:gd name="connsiteY647" fmla="*/ 0 h 3606800"/>
              <a:gd name="connsiteX648" fmla="*/ 1879168 w 10274300"/>
              <a:gd name="connsiteY648" fmla="*/ 6350 h 3606800"/>
              <a:gd name="connsiteX649" fmla="*/ 1929676 w 10274300"/>
              <a:gd name="connsiteY649" fmla="*/ 6350 h 3606800"/>
              <a:gd name="connsiteX650" fmla="*/ 1828654 w 10274300"/>
              <a:gd name="connsiteY650" fmla="*/ 6350 h 3606800"/>
              <a:gd name="connsiteX651" fmla="*/ 1828654 w 10274300"/>
              <a:gd name="connsiteY651" fmla="*/ 0 h 3606800"/>
              <a:gd name="connsiteX652" fmla="*/ 1803400 w 10274300"/>
              <a:gd name="connsiteY652" fmla="*/ 0 h 3606800"/>
              <a:gd name="connsiteX653" fmla="*/ 1778000 w 10274300"/>
              <a:gd name="connsiteY653" fmla="*/ 178 h 3606800"/>
              <a:gd name="connsiteX654" fmla="*/ 1778089 w 10274300"/>
              <a:gd name="connsiteY654" fmla="*/ 6528 h 3606800"/>
              <a:gd name="connsiteX655" fmla="*/ 1778172 w 10274300"/>
              <a:gd name="connsiteY655" fmla="*/ 12872 h 3606800"/>
              <a:gd name="connsiteX656" fmla="*/ 1803400 w 10274300"/>
              <a:gd name="connsiteY656" fmla="*/ 12700 h 3606800"/>
              <a:gd name="connsiteX657" fmla="*/ 1828654 w 10274300"/>
              <a:gd name="connsiteY657" fmla="*/ 12700 h 3606800"/>
              <a:gd name="connsiteX658" fmla="*/ 1828654 w 10274300"/>
              <a:gd name="connsiteY658" fmla="*/ 6350 h 3606800"/>
              <a:gd name="connsiteX659" fmla="*/ 1727714 w 10274300"/>
              <a:gd name="connsiteY659" fmla="*/ 7912 h 3606800"/>
              <a:gd name="connsiteX660" fmla="*/ 1727454 w 10274300"/>
              <a:gd name="connsiteY660" fmla="*/ 1569 h 3606800"/>
              <a:gd name="connsiteX661" fmla="*/ 1676908 w 10274300"/>
              <a:gd name="connsiteY661" fmla="*/ 4369 h 3606800"/>
              <a:gd name="connsiteX662" fmla="*/ 1677346 w 10274300"/>
              <a:gd name="connsiteY662" fmla="*/ 10700 h 3606800"/>
              <a:gd name="connsiteX663" fmla="*/ 1677791 w 10274300"/>
              <a:gd name="connsiteY663" fmla="*/ 17037 h 3606800"/>
              <a:gd name="connsiteX664" fmla="*/ 1727981 w 10274300"/>
              <a:gd name="connsiteY664" fmla="*/ 14262 h 3606800"/>
              <a:gd name="connsiteX665" fmla="*/ 1727714 w 10274300"/>
              <a:gd name="connsiteY665" fmla="*/ 7912 h 3606800"/>
              <a:gd name="connsiteX666" fmla="*/ 1627181 w 10274300"/>
              <a:gd name="connsiteY666" fmla="*/ 14878 h 3606800"/>
              <a:gd name="connsiteX667" fmla="*/ 1626565 w 10274300"/>
              <a:gd name="connsiteY667" fmla="*/ 8560 h 3606800"/>
              <a:gd name="connsiteX668" fmla="*/ 1576222 w 10274300"/>
              <a:gd name="connsiteY668" fmla="*/ 14173 h 3606800"/>
              <a:gd name="connsiteX669" fmla="*/ 1577010 w 10274300"/>
              <a:gd name="connsiteY669" fmla="*/ 20472 h 3606800"/>
              <a:gd name="connsiteX670" fmla="*/ 1577804 w 10274300"/>
              <a:gd name="connsiteY670" fmla="*/ 26772 h 3606800"/>
              <a:gd name="connsiteX671" fmla="*/ 1627797 w 10274300"/>
              <a:gd name="connsiteY671" fmla="*/ 21203 h 3606800"/>
              <a:gd name="connsiteX672" fmla="*/ 1627181 w 10274300"/>
              <a:gd name="connsiteY672" fmla="*/ 14878 h 3606800"/>
              <a:gd name="connsiteX673" fmla="*/ 1527175 w 10274300"/>
              <a:gd name="connsiteY673" fmla="*/ 27445 h 3606800"/>
              <a:gd name="connsiteX674" fmla="*/ 1526210 w 10274300"/>
              <a:gd name="connsiteY674" fmla="*/ 21171 h 3606800"/>
              <a:gd name="connsiteX675" fmla="*/ 1476248 w 10274300"/>
              <a:gd name="connsiteY675" fmla="*/ 29597 h 3606800"/>
              <a:gd name="connsiteX676" fmla="*/ 1477391 w 10274300"/>
              <a:gd name="connsiteY676" fmla="*/ 35846 h 3606800"/>
              <a:gd name="connsiteX677" fmla="*/ 1478534 w 10274300"/>
              <a:gd name="connsiteY677" fmla="*/ 42094 h 3606800"/>
              <a:gd name="connsiteX678" fmla="*/ 1528147 w 10274300"/>
              <a:gd name="connsiteY678" fmla="*/ 33725 h 3606800"/>
              <a:gd name="connsiteX679" fmla="*/ 1527175 w 10274300"/>
              <a:gd name="connsiteY679" fmla="*/ 27445 h 3606800"/>
              <a:gd name="connsiteX680" fmla="*/ 1427982 w 10274300"/>
              <a:gd name="connsiteY680" fmla="*/ 45625 h 3606800"/>
              <a:gd name="connsiteX681" fmla="*/ 1426661 w 10274300"/>
              <a:gd name="connsiteY681" fmla="*/ 39408 h 3606800"/>
              <a:gd name="connsiteX682" fmla="*/ 1377309 w 10274300"/>
              <a:gd name="connsiteY682" fmla="*/ 50629 h 3606800"/>
              <a:gd name="connsiteX683" fmla="*/ 1378807 w 10274300"/>
              <a:gd name="connsiteY683" fmla="*/ 56801 h 3606800"/>
              <a:gd name="connsiteX684" fmla="*/ 1380300 w 10274300"/>
              <a:gd name="connsiteY684" fmla="*/ 62973 h 3606800"/>
              <a:gd name="connsiteX685" fmla="*/ 1429303 w 10274300"/>
              <a:gd name="connsiteY685" fmla="*/ 51835 h 3606800"/>
              <a:gd name="connsiteX686" fmla="*/ 1427982 w 10274300"/>
              <a:gd name="connsiteY686" fmla="*/ 45625 h 3606800"/>
              <a:gd name="connsiteX687" fmla="*/ 1329988 w 10274300"/>
              <a:gd name="connsiteY687" fmla="*/ 69361 h 3606800"/>
              <a:gd name="connsiteX688" fmla="*/ 1328318 w 10274300"/>
              <a:gd name="connsiteY688" fmla="*/ 63233 h 3606800"/>
              <a:gd name="connsiteX689" fmla="*/ 1279722 w 10274300"/>
              <a:gd name="connsiteY689" fmla="*/ 77210 h 3606800"/>
              <a:gd name="connsiteX690" fmla="*/ 1281564 w 10274300"/>
              <a:gd name="connsiteY690" fmla="*/ 83287 h 3606800"/>
              <a:gd name="connsiteX691" fmla="*/ 1283405 w 10274300"/>
              <a:gd name="connsiteY691" fmla="*/ 89364 h 3606800"/>
              <a:gd name="connsiteX692" fmla="*/ 1331659 w 10274300"/>
              <a:gd name="connsiteY692" fmla="*/ 75489 h 3606800"/>
              <a:gd name="connsiteX693" fmla="*/ 1329988 w 10274300"/>
              <a:gd name="connsiteY693" fmla="*/ 69361 h 3606800"/>
              <a:gd name="connsiteX694" fmla="*/ 1233507 w 10274300"/>
              <a:gd name="connsiteY694" fmla="*/ 98590 h 3606800"/>
              <a:gd name="connsiteX695" fmla="*/ 1231494 w 10274300"/>
              <a:gd name="connsiteY695" fmla="*/ 92570 h 3606800"/>
              <a:gd name="connsiteX696" fmla="*/ 1183793 w 10274300"/>
              <a:gd name="connsiteY696" fmla="*/ 109258 h 3606800"/>
              <a:gd name="connsiteX697" fmla="*/ 1185977 w 10274300"/>
              <a:gd name="connsiteY697" fmla="*/ 115221 h 3606800"/>
              <a:gd name="connsiteX698" fmla="*/ 1188161 w 10274300"/>
              <a:gd name="connsiteY698" fmla="*/ 121190 h 3606800"/>
              <a:gd name="connsiteX699" fmla="*/ 1235520 w 10274300"/>
              <a:gd name="connsiteY699" fmla="*/ 104616 h 3606800"/>
              <a:gd name="connsiteX700" fmla="*/ 1233507 w 10274300"/>
              <a:gd name="connsiteY700" fmla="*/ 98590 h 3606800"/>
              <a:gd name="connsiteX701" fmla="*/ 1138841 w 10274300"/>
              <a:gd name="connsiteY701" fmla="*/ 133229 h 3606800"/>
              <a:gd name="connsiteX702" fmla="*/ 1136491 w 10274300"/>
              <a:gd name="connsiteY702" fmla="*/ 127330 h 3606800"/>
              <a:gd name="connsiteX703" fmla="*/ 1089787 w 10274300"/>
              <a:gd name="connsiteY703" fmla="*/ 146698 h 3606800"/>
              <a:gd name="connsiteX704" fmla="*/ 1092302 w 10274300"/>
              <a:gd name="connsiteY704" fmla="*/ 152527 h 3606800"/>
              <a:gd name="connsiteX705" fmla="*/ 1094816 w 10274300"/>
              <a:gd name="connsiteY705" fmla="*/ 158356 h 3606800"/>
              <a:gd name="connsiteX706" fmla="*/ 1141190 w 10274300"/>
              <a:gd name="connsiteY706" fmla="*/ 139129 h 3606800"/>
              <a:gd name="connsiteX707" fmla="*/ 1138841 w 10274300"/>
              <a:gd name="connsiteY707" fmla="*/ 133229 h 3606800"/>
              <a:gd name="connsiteX708" fmla="*/ 1046283 w 10274300"/>
              <a:gd name="connsiteY708" fmla="*/ 173152 h 3606800"/>
              <a:gd name="connsiteX709" fmla="*/ 1043610 w 10274300"/>
              <a:gd name="connsiteY709" fmla="*/ 167392 h 3606800"/>
              <a:gd name="connsiteX710" fmla="*/ 998049 w 10274300"/>
              <a:gd name="connsiteY710" fmla="*/ 189376 h 3606800"/>
              <a:gd name="connsiteX711" fmla="*/ 1000887 w 10274300"/>
              <a:gd name="connsiteY711" fmla="*/ 195053 h 3606800"/>
              <a:gd name="connsiteX712" fmla="*/ 1003725 w 10274300"/>
              <a:gd name="connsiteY712" fmla="*/ 200730 h 3606800"/>
              <a:gd name="connsiteX713" fmla="*/ 1048963 w 10274300"/>
              <a:gd name="connsiteY713" fmla="*/ 178905 h 3606800"/>
              <a:gd name="connsiteX714" fmla="*/ 1046283 w 10274300"/>
              <a:gd name="connsiteY714" fmla="*/ 173152 h 3606800"/>
              <a:gd name="connsiteX715" fmla="*/ 956132 w 10274300"/>
              <a:gd name="connsiteY715" fmla="*/ 218218 h 3606800"/>
              <a:gd name="connsiteX716" fmla="*/ 953129 w 10274300"/>
              <a:gd name="connsiteY716" fmla="*/ 212623 h 3606800"/>
              <a:gd name="connsiteX717" fmla="*/ 908863 w 10274300"/>
              <a:gd name="connsiteY717" fmla="*/ 237141 h 3606800"/>
              <a:gd name="connsiteX718" fmla="*/ 912019 w 10274300"/>
              <a:gd name="connsiteY718" fmla="*/ 242653 h 3606800"/>
              <a:gd name="connsiteX719" fmla="*/ 915175 w 10274300"/>
              <a:gd name="connsiteY719" fmla="*/ 248164 h 3606800"/>
              <a:gd name="connsiteX720" fmla="*/ 959129 w 10274300"/>
              <a:gd name="connsiteY720" fmla="*/ 223819 h 3606800"/>
              <a:gd name="connsiteX721" fmla="*/ 956132 w 10274300"/>
              <a:gd name="connsiteY721" fmla="*/ 218218 h 3606800"/>
              <a:gd name="connsiteX722" fmla="*/ 868642 w 10274300"/>
              <a:gd name="connsiteY722" fmla="*/ 268294 h 3606800"/>
              <a:gd name="connsiteX723" fmla="*/ 865334 w 10274300"/>
              <a:gd name="connsiteY723" fmla="*/ 262871 h 3606800"/>
              <a:gd name="connsiteX724" fmla="*/ 822509 w 10274300"/>
              <a:gd name="connsiteY724" fmla="*/ 289839 h 3606800"/>
              <a:gd name="connsiteX725" fmla="*/ 825970 w 10274300"/>
              <a:gd name="connsiteY725" fmla="*/ 295161 h 3606800"/>
              <a:gd name="connsiteX726" fmla="*/ 829424 w 10274300"/>
              <a:gd name="connsiteY726" fmla="*/ 300488 h 3606800"/>
              <a:gd name="connsiteX727" fmla="*/ 871950 w 10274300"/>
              <a:gd name="connsiteY727" fmla="*/ 273717 h 3606800"/>
              <a:gd name="connsiteX728" fmla="*/ 868642 w 10274300"/>
              <a:gd name="connsiteY728" fmla="*/ 268294 h 3606800"/>
              <a:gd name="connsiteX729" fmla="*/ 784085 w 10274300"/>
              <a:gd name="connsiteY729" fmla="*/ 323202 h 3606800"/>
              <a:gd name="connsiteX730" fmla="*/ 780479 w 10274300"/>
              <a:gd name="connsiteY730" fmla="*/ 317976 h 3606800"/>
              <a:gd name="connsiteX731" fmla="*/ 739242 w 10274300"/>
              <a:gd name="connsiteY731" fmla="*/ 347288 h 3606800"/>
              <a:gd name="connsiteX732" fmla="*/ 742995 w 10274300"/>
              <a:gd name="connsiteY732" fmla="*/ 352412 h 3606800"/>
              <a:gd name="connsiteX733" fmla="*/ 746747 w 10274300"/>
              <a:gd name="connsiteY733" fmla="*/ 357537 h 3606800"/>
              <a:gd name="connsiteX734" fmla="*/ 787692 w 10274300"/>
              <a:gd name="connsiteY734" fmla="*/ 328428 h 3606800"/>
              <a:gd name="connsiteX735" fmla="*/ 784085 w 10274300"/>
              <a:gd name="connsiteY735" fmla="*/ 323202 h 3606800"/>
              <a:gd name="connsiteX736" fmla="*/ 702736 w 10274300"/>
              <a:gd name="connsiteY736" fmla="*/ 382753 h 3606800"/>
              <a:gd name="connsiteX737" fmla="*/ 698843 w 10274300"/>
              <a:gd name="connsiteY737" fmla="*/ 377736 h 3606800"/>
              <a:gd name="connsiteX738" fmla="*/ 659314 w 10274300"/>
              <a:gd name="connsiteY738" fmla="*/ 409302 h 3606800"/>
              <a:gd name="connsiteX739" fmla="*/ 663346 w 10274300"/>
              <a:gd name="connsiteY739" fmla="*/ 414204 h 3606800"/>
              <a:gd name="connsiteX740" fmla="*/ 667379 w 10274300"/>
              <a:gd name="connsiteY740" fmla="*/ 419113 h 3606800"/>
              <a:gd name="connsiteX741" fmla="*/ 706628 w 10274300"/>
              <a:gd name="connsiteY741" fmla="*/ 387769 h 3606800"/>
              <a:gd name="connsiteX742" fmla="*/ 702736 w 10274300"/>
              <a:gd name="connsiteY742" fmla="*/ 382753 h 3606800"/>
              <a:gd name="connsiteX743" fmla="*/ 624840 w 10274300"/>
              <a:gd name="connsiteY743" fmla="*/ 446754 h 3606800"/>
              <a:gd name="connsiteX744" fmla="*/ 620674 w 10274300"/>
              <a:gd name="connsiteY744" fmla="*/ 441960 h 3606800"/>
              <a:gd name="connsiteX745" fmla="*/ 582968 w 10274300"/>
              <a:gd name="connsiteY745" fmla="*/ 475679 h 3606800"/>
              <a:gd name="connsiteX746" fmla="*/ 587267 w 10274300"/>
              <a:gd name="connsiteY746" fmla="*/ 480352 h 3606800"/>
              <a:gd name="connsiteX747" fmla="*/ 591566 w 10274300"/>
              <a:gd name="connsiteY747" fmla="*/ 485032 h 3606800"/>
              <a:gd name="connsiteX748" fmla="*/ 629012 w 10274300"/>
              <a:gd name="connsiteY748" fmla="*/ 451548 h 3606800"/>
              <a:gd name="connsiteX749" fmla="*/ 624840 w 10274300"/>
              <a:gd name="connsiteY749" fmla="*/ 446754 h 3606800"/>
              <a:gd name="connsiteX750" fmla="*/ 550640 w 10274300"/>
              <a:gd name="connsiteY750" fmla="*/ 514998 h 3606800"/>
              <a:gd name="connsiteX751" fmla="*/ 546214 w 10274300"/>
              <a:gd name="connsiteY751" fmla="*/ 510445 h 3606800"/>
              <a:gd name="connsiteX752" fmla="*/ 510445 w 10274300"/>
              <a:gd name="connsiteY752" fmla="*/ 546214 h 3606800"/>
              <a:gd name="connsiteX753" fmla="*/ 514998 w 10274300"/>
              <a:gd name="connsiteY753" fmla="*/ 550640 h 3606800"/>
              <a:gd name="connsiteX754" fmla="*/ 519544 w 10274300"/>
              <a:gd name="connsiteY754" fmla="*/ 555066 h 3606800"/>
              <a:gd name="connsiteX755" fmla="*/ 555066 w 10274300"/>
              <a:gd name="connsiteY755" fmla="*/ 519551 h 3606800"/>
              <a:gd name="connsiteX756" fmla="*/ 550640 w 10274300"/>
              <a:gd name="connsiteY756" fmla="*/ 514998 h 3606800"/>
              <a:gd name="connsiteX757" fmla="*/ 480352 w 10274300"/>
              <a:gd name="connsiteY757" fmla="*/ 587267 h 3606800"/>
              <a:gd name="connsiteX758" fmla="*/ 475679 w 10274300"/>
              <a:gd name="connsiteY758" fmla="*/ 582968 h 3606800"/>
              <a:gd name="connsiteX759" fmla="*/ 441960 w 10274300"/>
              <a:gd name="connsiteY759" fmla="*/ 620674 h 3606800"/>
              <a:gd name="connsiteX760" fmla="*/ 446754 w 10274300"/>
              <a:gd name="connsiteY760" fmla="*/ 624846 h 3606800"/>
              <a:gd name="connsiteX761" fmla="*/ 451542 w 10274300"/>
              <a:gd name="connsiteY761" fmla="*/ 629012 h 3606800"/>
              <a:gd name="connsiteX762" fmla="*/ 485026 w 10274300"/>
              <a:gd name="connsiteY762" fmla="*/ 591566 h 3606800"/>
              <a:gd name="connsiteX763" fmla="*/ 480352 w 10274300"/>
              <a:gd name="connsiteY763" fmla="*/ 587267 h 3606800"/>
              <a:gd name="connsiteX764" fmla="*/ 414204 w 10274300"/>
              <a:gd name="connsiteY764" fmla="*/ 663346 h 3606800"/>
              <a:gd name="connsiteX765" fmla="*/ 409302 w 10274300"/>
              <a:gd name="connsiteY765" fmla="*/ 659320 h 3606800"/>
              <a:gd name="connsiteX766" fmla="*/ 377736 w 10274300"/>
              <a:gd name="connsiteY766" fmla="*/ 698843 h 3606800"/>
              <a:gd name="connsiteX767" fmla="*/ 382753 w 10274300"/>
              <a:gd name="connsiteY767" fmla="*/ 702735 h 3606800"/>
              <a:gd name="connsiteX768" fmla="*/ 387769 w 10274300"/>
              <a:gd name="connsiteY768" fmla="*/ 706628 h 3606800"/>
              <a:gd name="connsiteX769" fmla="*/ 419113 w 10274300"/>
              <a:gd name="connsiteY769" fmla="*/ 667379 h 3606800"/>
              <a:gd name="connsiteX770" fmla="*/ 414204 w 10274300"/>
              <a:gd name="connsiteY770" fmla="*/ 663346 h 3606800"/>
              <a:gd name="connsiteX771" fmla="*/ 352412 w 10274300"/>
              <a:gd name="connsiteY771" fmla="*/ 742994 h 3606800"/>
              <a:gd name="connsiteX772" fmla="*/ 347288 w 10274300"/>
              <a:gd name="connsiteY772" fmla="*/ 739242 h 3606800"/>
              <a:gd name="connsiteX773" fmla="*/ 317976 w 10274300"/>
              <a:gd name="connsiteY773" fmla="*/ 780479 h 3606800"/>
              <a:gd name="connsiteX774" fmla="*/ 323202 w 10274300"/>
              <a:gd name="connsiteY774" fmla="*/ 784085 h 3606800"/>
              <a:gd name="connsiteX775" fmla="*/ 328428 w 10274300"/>
              <a:gd name="connsiteY775" fmla="*/ 787692 h 3606800"/>
              <a:gd name="connsiteX776" fmla="*/ 357537 w 10274300"/>
              <a:gd name="connsiteY776" fmla="*/ 746747 h 3606800"/>
              <a:gd name="connsiteX777" fmla="*/ 352412 w 10274300"/>
              <a:gd name="connsiteY777" fmla="*/ 742994 h 3606800"/>
              <a:gd name="connsiteX778" fmla="*/ 295161 w 10274300"/>
              <a:gd name="connsiteY778" fmla="*/ 825970 h 3606800"/>
              <a:gd name="connsiteX779" fmla="*/ 289839 w 10274300"/>
              <a:gd name="connsiteY779" fmla="*/ 822509 h 3606800"/>
              <a:gd name="connsiteX780" fmla="*/ 262871 w 10274300"/>
              <a:gd name="connsiteY780" fmla="*/ 865334 h 3606800"/>
              <a:gd name="connsiteX781" fmla="*/ 268294 w 10274300"/>
              <a:gd name="connsiteY781" fmla="*/ 868642 h 3606800"/>
              <a:gd name="connsiteX782" fmla="*/ 273710 w 10274300"/>
              <a:gd name="connsiteY782" fmla="*/ 871950 h 3606800"/>
              <a:gd name="connsiteX783" fmla="*/ 300488 w 10274300"/>
              <a:gd name="connsiteY783" fmla="*/ 829424 h 3606800"/>
              <a:gd name="connsiteX784" fmla="*/ 295161 w 10274300"/>
              <a:gd name="connsiteY784" fmla="*/ 825970 h 3606800"/>
              <a:gd name="connsiteX785" fmla="*/ 242653 w 10274300"/>
              <a:gd name="connsiteY785" fmla="*/ 912019 h 3606800"/>
              <a:gd name="connsiteX786" fmla="*/ 237141 w 10274300"/>
              <a:gd name="connsiteY786" fmla="*/ 908863 h 3606800"/>
              <a:gd name="connsiteX787" fmla="*/ 212623 w 10274300"/>
              <a:gd name="connsiteY787" fmla="*/ 953135 h 3606800"/>
              <a:gd name="connsiteX788" fmla="*/ 218218 w 10274300"/>
              <a:gd name="connsiteY788" fmla="*/ 956132 h 3606800"/>
              <a:gd name="connsiteX789" fmla="*/ 223818 w 10274300"/>
              <a:gd name="connsiteY789" fmla="*/ 959129 h 3606800"/>
              <a:gd name="connsiteX790" fmla="*/ 248164 w 10274300"/>
              <a:gd name="connsiteY790" fmla="*/ 915175 h 3606800"/>
              <a:gd name="connsiteX791" fmla="*/ 242653 w 10274300"/>
              <a:gd name="connsiteY791" fmla="*/ 912019 h 3606800"/>
              <a:gd name="connsiteX792" fmla="*/ 195053 w 10274300"/>
              <a:gd name="connsiteY792" fmla="*/ 1000887 h 3606800"/>
              <a:gd name="connsiteX793" fmla="*/ 189370 w 10274300"/>
              <a:gd name="connsiteY793" fmla="*/ 998049 h 3606800"/>
              <a:gd name="connsiteX794" fmla="*/ 167392 w 10274300"/>
              <a:gd name="connsiteY794" fmla="*/ 1043610 h 3606800"/>
              <a:gd name="connsiteX795" fmla="*/ 173145 w 10274300"/>
              <a:gd name="connsiteY795" fmla="*/ 1046290 h 3606800"/>
              <a:gd name="connsiteX796" fmla="*/ 178905 w 10274300"/>
              <a:gd name="connsiteY796" fmla="*/ 1048963 h 3606800"/>
              <a:gd name="connsiteX797" fmla="*/ 200730 w 10274300"/>
              <a:gd name="connsiteY797" fmla="*/ 1003725 h 3606800"/>
              <a:gd name="connsiteX798" fmla="*/ 195053 w 10274300"/>
              <a:gd name="connsiteY798" fmla="*/ 1000887 h 3606800"/>
              <a:gd name="connsiteX799" fmla="*/ 152527 w 10274300"/>
              <a:gd name="connsiteY799" fmla="*/ 1092302 h 3606800"/>
              <a:gd name="connsiteX800" fmla="*/ 146698 w 10274300"/>
              <a:gd name="connsiteY800" fmla="*/ 1089787 h 3606800"/>
              <a:gd name="connsiteX801" fmla="*/ 127330 w 10274300"/>
              <a:gd name="connsiteY801" fmla="*/ 1136491 h 3606800"/>
              <a:gd name="connsiteX802" fmla="*/ 133229 w 10274300"/>
              <a:gd name="connsiteY802" fmla="*/ 1138841 h 3606800"/>
              <a:gd name="connsiteX803" fmla="*/ 139129 w 10274300"/>
              <a:gd name="connsiteY803" fmla="*/ 1141190 h 3606800"/>
              <a:gd name="connsiteX804" fmla="*/ 158356 w 10274300"/>
              <a:gd name="connsiteY804" fmla="*/ 1094816 h 3606800"/>
              <a:gd name="connsiteX805" fmla="*/ 152527 w 10274300"/>
              <a:gd name="connsiteY805" fmla="*/ 1092302 h 3606800"/>
              <a:gd name="connsiteX806" fmla="*/ 115221 w 10274300"/>
              <a:gd name="connsiteY806" fmla="*/ 1185977 h 3606800"/>
              <a:gd name="connsiteX807" fmla="*/ 109258 w 10274300"/>
              <a:gd name="connsiteY807" fmla="*/ 1183799 h 3606800"/>
              <a:gd name="connsiteX808" fmla="*/ 92570 w 10274300"/>
              <a:gd name="connsiteY808" fmla="*/ 1231493 h 3606800"/>
              <a:gd name="connsiteX809" fmla="*/ 98590 w 10274300"/>
              <a:gd name="connsiteY809" fmla="*/ 1233507 h 3606800"/>
              <a:gd name="connsiteX810" fmla="*/ 104616 w 10274300"/>
              <a:gd name="connsiteY810" fmla="*/ 1235520 h 3606800"/>
              <a:gd name="connsiteX811" fmla="*/ 121183 w 10274300"/>
              <a:gd name="connsiteY811" fmla="*/ 1188161 h 3606800"/>
              <a:gd name="connsiteX812" fmla="*/ 115221 w 10274300"/>
              <a:gd name="connsiteY812" fmla="*/ 1185977 h 3606800"/>
              <a:gd name="connsiteX813" fmla="*/ 83287 w 10274300"/>
              <a:gd name="connsiteY813" fmla="*/ 1281563 h 3606800"/>
              <a:gd name="connsiteX814" fmla="*/ 77210 w 10274300"/>
              <a:gd name="connsiteY814" fmla="*/ 1279722 h 3606800"/>
              <a:gd name="connsiteX815" fmla="*/ 63233 w 10274300"/>
              <a:gd name="connsiteY815" fmla="*/ 1328325 h 3606800"/>
              <a:gd name="connsiteX816" fmla="*/ 69361 w 10274300"/>
              <a:gd name="connsiteY816" fmla="*/ 1329989 h 3606800"/>
              <a:gd name="connsiteX817" fmla="*/ 75489 w 10274300"/>
              <a:gd name="connsiteY817" fmla="*/ 1331659 h 3606800"/>
              <a:gd name="connsiteX818" fmla="*/ 89364 w 10274300"/>
              <a:gd name="connsiteY818" fmla="*/ 1283405 h 3606800"/>
              <a:gd name="connsiteX819" fmla="*/ 83287 w 10274300"/>
              <a:gd name="connsiteY819" fmla="*/ 1281563 h 3606800"/>
              <a:gd name="connsiteX820" fmla="*/ 39408 w 10274300"/>
              <a:gd name="connsiteY820" fmla="*/ 1426667 h 3606800"/>
              <a:gd name="connsiteX821" fmla="*/ 50629 w 10274300"/>
              <a:gd name="connsiteY821" fmla="*/ 1377309 h 3606800"/>
              <a:gd name="connsiteX822" fmla="*/ 56801 w 10274300"/>
              <a:gd name="connsiteY822" fmla="*/ 1378807 h 3606800"/>
              <a:gd name="connsiteX823" fmla="*/ 62973 w 10274300"/>
              <a:gd name="connsiteY823" fmla="*/ 1380300 h 3606800"/>
              <a:gd name="connsiteX824" fmla="*/ 51835 w 10274300"/>
              <a:gd name="connsiteY824" fmla="*/ 1429302 h 3606800"/>
              <a:gd name="connsiteX825" fmla="*/ 45618 w 10274300"/>
              <a:gd name="connsiteY825" fmla="*/ 1427982 h 3606800"/>
              <a:gd name="connsiteX826" fmla="*/ 39408 w 10274300"/>
              <a:gd name="connsiteY826" fmla="*/ 1426667 h 3606800"/>
              <a:gd name="connsiteX827" fmla="*/ 21171 w 10274300"/>
              <a:gd name="connsiteY827" fmla="*/ 1526210 h 3606800"/>
              <a:gd name="connsiteX828" fmla="*/ 29597 w 10274300"/>
              <a:gd name="connsiteY828" fmla="*/ 1476248 h 3606800"/>
              <a:gd name="connsiteX829" fmla="*/ 35846 w 10274300"/>
              <a:gd name="connsiteY829" fmla="*/ 1477391 h 3606800"/>
              <a:gd name="connsiteX830" fmla="*/ 42094 w 10274300"/>
              <a:gd name="connsiteY830" fmla="*/ 1478540 h 3606800"/>
              <a:gd name="connsiteX831" fmla="*/ 33725 w 10274300"/>
              <a:gd name="connsiteY831" fmla="*/ 1528147 h 3606800"/>
              <a:gd name="connsiteX832" fmla="*/ 27445 w 10274300"/>
              <a:gd name="connsiteY832" fmla="*/ 1527175 h 3606800"/>
              <a:gd name="connsiteX833" fmla="*/ 21171 w 10274300"/>
              <a:gd name="connsiteY833" fmla="*/ 1526210 h 3606800"/>
              <a:gd name="connsiteX834" fmla="*/ 20472 w 10274300"/>
              <a:gd name="connsiteY834" fmla="*/ 1577016 h 3606800"/>
              <a:gd name="connsiteX835" fmla="*/ 14173 w 10274300"/>
              <a:gd name="connsiteY835" fmla="*/ 1576222 h 3606800"/>
              <a:gd name="connsiteX836" fmla="*/ 8560 w 10274300"/>
              <a:gd name="connsiteY836" fmla="*/ 1626565 h 3606800"/>
              <a:gd name="connsiteX837" fmla="*/ 14878 w 10274300"/>
              <a:gd name="connsiteY837" fmla="*/ 1627181 h 3606800"/>
              <a:gd name="connsiteX838" fmla="*/ 21203 w 10274300"/>
              <a:gd name="connsiteY838" fmla="*/ 1627797 h 3606800"/>
              <a:gd name="connsiteX839" fmla="*/ 26772 w 10274300"/>
              <a:gd name="connsiteY839" fmla="*/ 1577804 h 3606800"/>
              <a:gd name="connsiteX840" fmla="*/ 20472 w 10274300"/>
              <a:gd name="connsiteY840" fmla="*/ 1577016 h 3606800"/>
              <a:gd name="connsiteX841" fmla="*/ 10700 w 10274300"/>
              <a:gd name="connsiteY841" fmla="*/ 1677353 h 3606800"/>
              <a:gd name="connsiteX842" fmla="*/ 4369 w 10274300"/>
              <a:gd name="connsiteY842" fmla="*/ 1676908 h 3606800"/>
              <a:gd name="connsiteX843" fmla="*/ 1568 w 10274300"/>
              <a:gd name="connsiteY843" fmla="*/ 1727454 h 3606800"/>
              <a:gd name="connsiteX844" fmla="*/ 7912 w 10274300"/>
              <a:gd name="connsiteY844" fmla="*/ 1727721 h 3606800"/>
              <a:gd name="connsiteX845" fmla="*/ 14262 w 10274300"/>
              <a:gd name="connsiteY845" fmla="*/ 1727981 h 3606800"/>
              <a:gd name="connsiteX846" fmla="*/ 17037 w 10274300"/>
              <a:gd name="connsiteY846" fmla="*/ 1677791 h 3606800"/>
              <a:gd name="connsiteX847" fmla="*/ 10700 w 10274300"/>
              <a:gd name="connsiteY847" fmla="*/ 1677353 h 3606800"/>
              <a:gd name="connsiteX848" fmla="*/ 6521 w 10274300"/>
              <a:gd name="connsiteY848" fmla="*/ 1778089 h 3606800"/>
              <a:gd name="connsiteX849" fmla="*/ 178 w 10274300"/>
              <a:gd name="connsiteY849" fmla="*/ 1778000 h 3606800"/>
              <a:gd name="connsiteX850" fmla="*/ 0 w 10274300"/>
              <a:gd name="connsiteY850" fmla="*/ 1803400 h 3606800"/>
              <a:gd name="connsiteX851" fmla="*/ 178 w 10274300"/>
              <a:gd name="connsiteY851" fmla="*/ 1828800 h 3606800"/>
              <a:gd name="connsiteX852" fmla="*/ 6528 w 10274300"/>
              <a:gd name="connsiteY852" fmla="*/ 1828711 h 3606800"/>
              <a:gd name="connsiteX853" fmla="*/ 12871 w 10274300"/>
              <a:gd name="connsiteY853" fmla="*/ 1828629 h 3606800"/>
              <a:gd name="connsiteX854" fmla="*/ 12700 w 10274300"/>
              <a:gd name="connsiteY854" fmla="*/ 1803400 h 3606800"/>
              <a:gd name="connsiteX855" fmla="*/ 12871 w 10274300"/>
              <a:gd name="connsiteY855" fmla="*/ 1778178 h 3606800"/>
              <a:gd name="connsiteX856" fmla="*/ 6521 w 10274300"/>
              <a:gd name="connsiteY856" fmla="*/ 1778089 h 3606800"/>
              <a:gd name="connsiteX857" fmla="*/ 7912 w 10274300"/>
              <a:gd name="connsiteY857" fmla="*/ 1879086 h 3606800"/>
              <a:gd name="connsiteX858" fmla="*/ 1568 w 10274300"/>
              <a:gd name="connsiteY858" fmla="*/ 1879346 h 3606800"/>
              <a:gd name="connsiteX859" fmla="*/ 4369 w 10274300"/>
              <a:gd name="connsiteY859" fmla="*/ 1929892 h 3606800"/>
              <a:gd name="connsiteX860" fmla="*/ 10700 w 10274300"/>
              <a:gd name="connsiteY860" fmla="*/ 1929454 h 3606800"/>
              <a:gd name="connsiteX861" fmla="*/ 17037 w 10274300"/>
              <a:gd name="connsiteY861" fmla="*/ 1929009 h 3606800"/>
              <a:gd name="connsiteX862" fmla="*/ 14262 w 10274300"/>
              <a:gd name="connsiteY862" fmla="*/ 1878819 h 3606800"/>
              <a:gd name="connsiteX863" fmla="*/ 7912 w 10274300"/>
              <a:gd name="connsiteY863" fmla="*/ 1879086 h 3606800"/>
              <a:gd name="connsiteX864" fmla="*/ 14878 w 10274300"/>
              <a:gd name="connsiteY864" fmla="*/ 1979619 h 3606800"/>
              <a:gd name="connsiteX865" fmla="*/ 8560 w 10274300"/>
              <a:gd name="connsiteY865" fmla="*/ 1980235 h 3606800"/>
              <a:gd name="connsiteX866" fmla="*/ 14173 w 10274300"/>
              <a:gd name="connsiteY866" fmla="*/ 2030578 h 3606800"/>
              <a:gd name="connsiteX867" fmla="*/ 20472 w 10274300"/>
              <a:gd name="connsiteY867" fmla="*/ 2029790 h 3606800"/>
              <a:gd name="connsiteX868" fmla="*/ 26772 w 10274300"/>
              <a:gd name="connsiteY868" fmla="*/ 2028996 h 3606800"/>
              <a:gd name="connsiteX869" fmla="*/ 21203 w 10274300"/>
              <a:gd name="connsiteY869" fmla="*/ 1979003 h 3606800"/>
              <a:gd name="connsiteX870" fmla="*/ 14878 w 10274300"/>
              <a:gd name="connsiteY870" fmla="*/ 1979619 h 3606800"/>
              <a:gd name="connsiteX871" fmla="*/ 27445 w 10274300"/>
              <a:gd name="connsiteY871" fmla="*/ 2079625 h 3606800"/>
              <a:gd name="connsiteX872" fmla="*/ 21171 w 10274300"/>
              <a:gd name="connsiteY872" fmla="*/ 2080590 h 3606800"/>
              <a:gd name="connsiteX873" fmla="*/ 29597 w 10274300"/>
              <a:gd name="connsiteY873" fmla="*/ 2130552 h 3606800"/>
              <a:gd name="connsiteX874" fmla="*/ 35846 w 10274300"/>
              <a:gd name="connsiteY874" fmla="*/ 2129409 h 3606800"/>
              <a:gd name="connsiteX875" fmla="*/ 42094 w 10274300"/>
              <a:gd name="connsiteY875" fmla="*/ 2128266 h 3606800"/>
              <a:gd name="connsiteX876" fmla="*/ 33725 w 10274300"/>
              <a:gd name="connsiteY876" fmla="*/ 2078653 h 3606800"/>
              <a:gd name="connsiteX877" fmla="*/ 27445 w 10274300"/>
              <a:gd name="connsiteY877" fmla="*/ 2079625 h 3606800"/>
              <a:gd name="connsiteX878" fmla="*/ 45625 w 10274300"/>
              <a:gd name="connsiteY878" fmla="*/ 2178818 h 3606800"/>
              <a:gd name="connsiteX879" fmla="*/ 39408 w 10274300"/>
              <a:gd name="connsiteY879" fmla="*/ 2180139 h 3606800"/>
              <a:gd name="connsiteX880" fmla="*/ 50629 w 10274300"/>
              <a:gd name="connsiteY880" fmla="*/ 2229492 h 3606800"/>
              <a:gd name="connsiteX881" fmla="*/ 56801 w 10274300"/>
              <a:gd name="connsiteY881" fmla="*/ 2227993 h 3606800"/>
              <a:gd name="connsiteX882" fmla="*/ 62973 w 10274300"/>
              <a:gd name="connsiteY882" fmla="*/ 2226501 h 3606800"/>
              <a:gd name="connsiteX883" fmla="*/ 51835 w 10274300"/>
              <a:gd name="connsiteY883" fmla="*/ 2177498 h 3606800"/>
              <a:gd name="connsiteX884" fmla="*/ 45625 w 10274300"/>
              <a:gd name="connsiteY884" fmla="*/ 2178818 h 3606800"/>
              <a:gd name="connsiteX885" fmla="*/ 69361 w 10274300"/>
              <a:gd name="connsiteY885" fmla="*/ 2276812 h 3606800"/>
              <a:gd name="connsiteX886" fmla="*/ 63233 w 10274300"/>
              <a:gd name="connsiteY886" fmla="*/ 2278482 h 3606800"/>
              <a:gd name="connsiteX887" fmla="*/ 77210 w 10274300"/>
              <a:gd name="connsiteY887" fmla="*/ 2327078 h 3606800"/>
              <a:gd name="connsiteX888" fmla="*/ 83287 w 10274300"/>
              <a:gd name="connsiteY888" fmla="*/ 2325237 h 3606800"/>
              <a:gd name="connsiteX889" fmla="*/ 89364 w 10274300"/>
              <a:gd name="connsiteY889" fmla="*/ 2323395 h 3606800"/>
              <a:gd name="connsiteX890" fmla="*/ 75489 w 10274300"/>
              <a:gd name="connsiteY890" fmla="*/ 2275141 h 3606800"/>
              <a:gd name="connsiteX891" fmla="*/ 69361 w 10274300"/>
              <a:gd name="connsiteY891" fmla="*/ 2276812 h 3606800"/>
              <a:gd name="connsiteX892" fmla="*/ 98590 w 10274300"/>
              <a:gd name="connsiteY892" fmla="*/ 2373294 h 3606800"/>
              <a:gd name="connsiteX893" fmla="*/ 92570 w 10274300"/>
              <a:gd name="connsiteY893" fmla="*/ 2375307 h 3606800"/>
              <a:gd name="connsiteX894" fmla="*/ 109258 w 10274300"/>
              <a:gd name="connsiteY894" fmla="*/ 2423008 h 3606800"/>
              <a:gd name="connsiteX895" fmla="*/ 115221 w 10274300"/>
              <a:gd name="connsiteY895" fmla="*/ 2420823 h 3606800"/>
              <a:gd name="connsiteX896" fmla="*/ 121190 w 10274300"/>
              <a:gd name="connsiteY896" fmla="*/ 2418639 h 3606800"/>
              <a:gd name="connsiteX897" fmla="*/ 104616 w 10274300"/>
              <a:gd name="connsiteY897" fmla="*/ 2371281 h 3606800"/>
              <a:gd name="connsiteX898" fmla="*/ 98590 w 10274300"/>
              <a:gd name="connsiteY898" fmla="*/ 2373294 h 3606800"/>
              <a:gd name="connsiteX899" fmla="*/ 133229 w 10274300"/>
              <a:gd name="connsiteY899" fmla="*/ 2467960 h 3606800"/>
              <a:gd name="connsiteX900" fmla="*/ 127330 w 10274300"/>
              <a:gd name="connsiteY900" fmla="*/ 2470309 h 3606800"/>
              <a:gd name="connsiteX901" fmla="*/ 146698 w 10274300"/>
              <a:gd name="connsiteY901" fmla="*/ 2517013 h 3606800"/>
              <a:gd name="connsiteX902" fmla="*/ 152527 w 10274300"/>
              <a:gd name="connsiteY902" fmla="*/ 2514499 h 3606800"/>
              <a:gd name="connsiteX903" fmla="*/ 158356 w 10274300"/>
              <a:gd name="connsiteY903" fmla="*/ 2511984 h 3606800"/>
              <a:gd name="connsiteX904" fmla="*/ 139129 w 10274300"/>
              <a:gd name="connsiteY904" fmla="*/ 2465610 h 3606800"/>
              <a:gd name="connsiteX905" fmla="*/ 133229 w 10274300"/>
              <a:gd name="connsiteY905" fmla="*/ 2467960 h 3606800"/>
              <a:gd name="connsiteX906" fmla="*/ 173152 w 10274300"/>
              <a:gd name="connsiteY906" fmla="*/ 2560517 h 3606800"/>
              <a:gd name="connsiteX907" fmla="*/ 167392 w 10274300"/>
              <a:gd name="connsiteY907" fmla="*/ 2563190 h 3606800"/>
              <a:gd name="connsiteX908" fmla="*/ 189376 w 10274300"/>
              <a:gd name="connsiteY908" fmla="*/ 2608752 h 3606800"/>
              <a:gd name="connsiteX909" fmla="*/ 195053 w 10274300"/>
              <a:gd name="connsiteY909" fmla="*/ 2605913 h 3606800"/>
              <a:gd name="connsiteX910" fmla="*/ 200730 w 10274300"/>
              <a:gd name="connsiteY910" fmla="*/ 2603075 h 3606800"/>
              <a:gd name="connsiteX911" fmla="*/ 178905 w 10274300"/>
              <a:gd name="connsiteY911" fmla="*/ 2557837 h 3606800"/>
              <a:gd name="connsiteX912" fmla="*/ 173152 w 10274300"/>
              <a:gd name="connsiteY912" fmla="*/ 2560517 h 3606800"/>
              <a:gd name="connsiteX913" fmla="*/ 218218 w 10274300"/>
              <a:gd name="connsiteY913" fmla="*/ 2650668 h 3606800"/>
              <a:gd name="connsiteX914" fmla="*/ 212623 w 10274300"/>
              <a:gd name="connsiteY914" fmla="*/ 2653671 h 3606800"/>
              <a:gd name="connsiteX915" fmla="*/ 237141 w 10274300"/>
              <a:gd name="connsiteY915" fmla="*/ 2697937 h 3606800"/>
              <a:gd name="connsiteX916" fmla="*/ 242653 w 10274300"/>
              <a:gd name="connsiteY916" fmla="*/ 2694781 h 3606800"/>
              <a:gd name="connsiteX917" fmla="*/ 248164 w 10274300"/>
              <a:gd name="connsiteY917" fmla="*/ 2691625 h 3606800"/>
              <a:gd name="connsiteX918" fmla="*/ 223818 w 10274300"/>
              <a:gd name="connsiteY918" fmla="*/ 2647671 h 3606800"/>
              <a:gd name="connsiteX919" fmla="*/ 218218 w 10274300"/>
              <a:gd name="connsiteY919" fmla="*/ 2650668 h 3606800"/>
              <a:gd name="connsiteX920" fmla="*/ 268294 w 10274300"/>
              <a:gd name="connsiteY920" fmla="*/ 2738158 h 3606800"/>
              <a:gd name="connsiteX921" fmla="*/ 262871 w 10274300"/>
              <a:gd name="connsiteY921" fmla="*/ 2741467 h 3606800"/>
              <a:gd name="connsiteX922" fmla="*/ 289839 w 10274300"/>
              <a:gd name="connsiteY922" fmla="*/ 2784291 h 3606800"/>
              <a:gd name="connsiteX923" fmla="*/ 295161 w 10274300"/>
              <a:gd name="connsiteY923" fmla="*/ 2780830 h 3606800"/>
              <a:gd name="connsiteX924" fmla="*/ 300488 w 10274300"/>
              <a:gd name="connsiteY924" fmla="*/ 2777376 h 3606800"/>
              <a:gd name="connsiteX925" fmla="*/ 273717 w 10274300"/>
              <a:gd name="connsiteY925" fmla="*/ 2734850 h 3606800"/>
              <a:gd name="connsiteX926" fmla="*/ 268294 w 10274300"/>
              <a:gd name="connsiteY926" fmla="*/ 2738158 h 3606800"/>
              <a:gd name="connsiteX927" fmla="*/ 323202 w 10274300"/>
              <a:gd name="connsiteY927" fmla="*/ 2822715 h 3606800"/>
              <a:gd name="connsiteX928" fmla="*/ 317976 w 10274300"/>
              <a:gd name="connsiteY928" fmla="*/ 2826322 h 3606800"/>
              <a:gd name="connsiteX929" fmla="*/ 347288 w 10274300"/>
              <a:gd name="connsiteY929" fmla="*/ 2867558 h 3606800"/>
              <a:gd name="connsiteX930" fmla="*/ 352412 w 10274300"/>
              <a:gd name="connsiteY930" fmla="*/ 2863806 h 3606800"/>
              <a:gd name="connsiteX931" fmla="*/ 357537 w 10274300"/>
              <a:gd name="connsiteY931" fmla="*/ 2860053 h 3606800"/>
              <a:gd name="connsiteX932" fmla="*/ 328428 w 10274300"/>
              <a:gd name="connsiteY932" fmla="*/ 2819108 h 3606800"/>
              <a:gd name="connsiteX933" fmla="*/ 323202 w 10274300"/>
              <a:gd name="connsiteY933" fmla="*/ 2822715 h 3606800"/>
              <a:gd name="connsiteX934" fmla="*/ 382753 w 10274300"/>
              <a:gd name="connsiteY934" fmla="*/ 2904065 h 3606800"/>
              <a:gd name="connsiteX935" fmla="*/ 377736 w 10274300"/>
              <a:gd name="connsiteY935" fmla="*/ 2907957 h 3606800"/>
              <a:gd name="connsiteX936" fmla="*/ 409302 w 10274300"/>
              <a:gd name="connsiteY936" fmla="*/ 2947486 h 3606800"/>
              <a:gd name="connsiteX937" fmla="*/ 414204 w 10274300"/>
              <a:gd name="connsiteY937" fmla="*/ 2943454 h 3606800"/>
              <a:gd name="connsiteX938" fmla="*/ 419113 w 10274300"/>
              <a:gd name="connsiteY938" fmla="*/ 2939421 h 3606800"/>
              <a:gd name="connsiteX939" fmla="*/ 387769 w 10274300"/>
              <a:gd name="connsiteY939" fmla="*/ 2900172 h 3606800"/>
              <a:gd name="connsiteX940" fmla="*/ 382753 w 10274300"/>
              <a:gd name="connsiteY940" fmla="*/ 2904065 h 3606800"/>
              <a:gd name="connsiteX941" fmla="*/ 446754 w 10274300"/>
              <a:gd name="connsiteY941" fmla="*/ 2981960 h 3606800"/>
              <a:gd name="connsiteX942" fmla="*/ 441960 w 10274300"/>
              <a:gd name="connsiteY942" fmla="*/ 2986126 h 3606800"/>
              <a:gd name="connsiteX943" fmla="*/ 475679 w 10274300"/>
              <a:gd name="connsiteY943" fmla="*/ 3023832 h 3606800"/>
              <a:gd name="connsiteX944" fmla="*/ 480358 w 10274300"/>
              <a:gd name="connsiteY944" fmla="*/ 3019533 h 3606800"/>
              <a:gd name="connsiteX945" fmla="*/ 485032 w 10274300"/>
              <a:gd name="connsiteY945" fmla="*/ 3015234 h 3606800"/>
              <a:gd name="connsiteX946" fmla="*/ 451549 w 10274300"/>
              <a:gd name="connsiteY946" fmla="*/ 2977788 h 3606800"/>
              <a:gd name="connsiteX947" fmla="*/ 446754 w 10274300"/>
              <a:gd name="connsiteY947" fmla="*/ 2981960 h 3606800"/>
              <a:gd name="connsiteX948" fmla="*/ 514998 w 10274300"/>
              <a:gd name="connsiteY948" fmla="*/ 3056160 h 3606800"/>
              <a:gd name="connsiteX949" fmla="*/ 510445 w 10274300"/>
              <a:gd name="connsiteY949" fmla="*/ 3060586 h 3606800"/>
              <a:gd name="connsiteX950" fmla="*/ 546214 w 10274300"/>
              <a:gd name="connsiteY950" fmla="*/ 3096355 h 3606800"/>
              <a:gd name="connsiteX951" fmla="*/ 550640 w 10274300"/>
              <a:gd name="connsiteY951" fmla="*/ 3091802 h 3606800"/>
              <a:gd name="connsiteX952" fmla="*/ 555066 w 10274300"/>
              <a:gd name="connsiteY952" fmla="*/ 3087256 h 3606800"/>
              <a:gd name="connsiteX953" fmla="*/ 519551 w 10274300"/>
              <a:gd name="connsiteY953" fmla="*/ 3051734 h 3606800"/>
              <a:gd name="connsiteX954" fmla="*/ 514998 w 10274300"/>
              <a:gd name="connsiteY954" fmla="*/ 3056160 h 3606800"/>
              <a:gd name="connsiteX955" fmla="*/ 7283894 w 10274300"/>
              <a:gd name="connsiteY955" fmla="*/ 3600450 h 3606800"/>
              <a:gd name="connsiteX956" fmla="*/ 7283894 w 10274300"/>
              <a:gd name="connsiteY956" fmla="*/ 3606800 h 3606800"/>
              <a:gd name="connsiteX957" fmla="*/ 7233349 w 10274300"/>
              <a:gd name="connsiteY957" fmla="*/ 3606800 h 3606800"/>
              <a:gd name="connsiteX958" fmla="*/ 7233349 w 10274300"/>
              <a:gd name="connsiteY958" fmla="*/ 3600450 h 3606800"/>
              <a:gd name="connsiteX959" fmla="*/ 7233349 w 10274300"/>
              <a:gd name="connsiteY959" fmla="*/ 3594100 h 3606800"/>
              <a:gd name="connsiteX960" fmla="*/ 7283894 w 10274300"/>
              <a:gd name="connsiteY960" fmla="*/ 3594100 h 3606800"/>
              <a:gd name="connsiteX961" fmla="*/ 7283894 w 10274300"/>
              <a:gd name="connsiteY961" fmla="*/ 3600450 h 3606800"/>
              <a:gd name="connsiteX962" fmla="*/ 7182866 w 10274300"/>
              <a:gd name="connsiteY962" fmla="*/ 3600450 h 3606800"/>
              <a:gd name="connsiteX963" fmla="*/ 7182866 w 10274300"/>
              <a:gd name="connsiteY963" fmla="*/ 3606800 h 3606800"/>
              <a:gd name="connsiteX964" fmla="*/ 7132320 w 10274300"/>
              <a:gd name="connsiteY964" fmla="*/ 3606800 h 3606800"/>
              <a:gd name="connsiteX965" fmla="*/ 7132320 w 10274300"/>
              <a:gd name="connsiteY965" fmla="*/ 3600450 h 3606800"/>
              <a:gd name="connsiteX966" fmla="*/ 7132320 w 10274300"/>
              <a:gd name="connsiteY966" fmla="*/ 3594100 h 3606800"/>
              <a:gd name="connsiteX967" fmla="*/ 7182866 w 10274300"/>
              <a:gd name="connsiteY967" fmla="*/ 3594100 h 3606800"/>
              <a:gd name="connsiteX968" fmla="*/ 7182866 w 10274300"/>
              <a:gd name="connsiteY968" fmla="*/ 3600450 h 3606800"/>
              <a:gd name="connsiteX969" fmla="*/ 7081838 w 10274300"/>
              <a:gd name="connsiteY969" fmla="*/ 3600450 h 3606800"/>
              <a:gd name="connsiteX970" fmla="*/ 7081838 w 10274300"/>
              <a:gd name="connsiteY970" fmla="*/ 3606800 h 3606800"/>
              <a:gd name="connsiteX971" fmla="*/ 7031356 w 10274300"/>
              <a:gd name="connsiteY971" fmla="*/ 3606800 h 3606800"/>
              <a:gd name="connsiteX972" fmla="*/ 7031356 w 10274300"/>
              <a:gd name="connsiteY972" fmla="*/ 3600450 h 3606800"/>
              <a:gd name="connsiteX973" fmla="*/ 7031356 w 10274300"/>
              <a:gd name="connsiteY973" fmla="*/ 3594100 h 3606800"/>
              <a:gd name="connsiteX974" fmla="*/ 7081838 w 10274300"/>
              <a:gd name="connsiteY974" fmla="*/ 3594100 h 3606800"/>
              <a:gd name="connsiteX975" fmla="*/ 7081838 w 10274300"/>
              <a:gd name="connsiteY975" fmla="*/ 3600450 h 3606800"/>
              <a:gd name="connsiteX976" fmla="*/ 6980809 w 10274300"/>
              <a:gd name="connsiteY976" fmla="*/ 3600450 h 3606800"/>
              <a:gd name="connsiteX977" fmla="*/ 6980809 w 10274300"/>
              <a:gd name="connsiteY977" fmla="*/ 3606800 h 3606800"/>
              <a:gd name="connsiteX978" fmla="*/ 6930327 w 10274300"/>
              <a:gd name="connsiteY978" fmla="*/ 3606800 h 3606800"/>
              <a:gd name="connsiteX979" fmla="*/ 6930327 w 10274300"/>
              <a:gd name="connsiteY979" fmla="*/ 3600450 h 3606800"/>
              <a:gd name="connsiteX980" fmla="*/ 6930327 w 10274300"/>
              <a:gd name="connsiteY980" fmla="*/ 3594100 h 3606800"/>
              <a:gd name="connsiteX981" fmla="*/ 6980809 w 10274300"/>
              <a:gd name="connsiteY981" fmla="*/ 3594100 h 3606800"/>
              <a:gd name="connsiteX982" fmla="*/ 6980809 w 10274300"/>
              <a:gd name="connsiteY982" fmla="*/ 3600450 h 3606800"/>
              <a:gd name="connsiteX983" fmla="*/ 6879781 w 10274300"/>
              <a:gd name="connsiteY983" fmla="*/ 3600450 h 3606800"/>
              <a:gd name="connsiteX984" fmla="*/ 6879781 w 10274300"/>
              <a:gd name="connsiteY984" fmla="*/ 3606800 h 3606800"/>
              <a:gd name="connsiteX985" fmla="*/ 6829298 w 10274300"/>
              <a:gd name="connsiteY985" fmla="*/ 3606800 h 3606800"/>
              <a:gd name="connsiteX986" fmla="*/ 6829298 w 10274300"/>
              <a:gd name="connsiteY986" fmla="*/ 3600450 h 3606800"/>
              <a:gd name="connsiteX987" fmla="*/ 6829298 w 10274300"/>
              <a:gd name="connsiteY987" fmla="*/ 3594100 h 3606800"/>
              <a:gd name="connsiteX988" fmla="*/ 6879781 w 10274300"/>
              <a:gd name="connsiteY988" fmla="*/ 3594100 h 3606800"/>
              <a:gd name="connsiteX989" fmla="*/ 6879781 w 10274300"/>
              <a:gd name="connsiteY989" fmla="*/ 3600450 h 3606800"/>
              <a:gd name="connsiteX990" fmla="*/ 6778752 w 10274300"/>
              <a:gd name="connsiteY990" fmla="*/ 3600450 h 3606800"/>
              <a:gd name="connsiteX991" fmla="*/ 6778752 w 10274300"/>
              <a:gd name="connsiteY991" fmla="*/ 3606800 h 3606800"/>
              <a:gd name="connsiteX992" fmla="*/ 6728269 w 10274300"/>
              <a:gd name="connsiteY992" fmla="*/ 3606800 h 3606800"/>
              <a:gd name="connsiteX993" fmla="*/ 6728269 w 10274300"/>
              <a:gd name="connsiteY993" fmla="*/ 3600450 h 3606800"/>
              <a:gd name="connsiteX994" fmla="*/ 6728269 w 10274300"/>
              <a:gd name="connsiteY994" fmla="*/ 3594100 h 3606800"/>
              <a:gd name="connsiteX995" fmla="*/ 6778752 w 10274300"/>
              <a:gd name="connsiteY995" fmla="*/ 3594100 h 3606800"/>
              <a:gd name="connsiteX996" fmla="*/ 6778752 w 10274300"/>
              <a:gd name="connsiteY996" fmla="*/ 3600450 h 3606800"/>
              <a:gd name="connsiteX997" fmla="*/ 6677724 w 10274300"/>
              <a:gd name="connsiteY997" fmla="*/ 3600450 h 3606800"/>
              <a:gd name="connsiteX998" fmla="*/ 6677724 w 10274300"/>
              <a:gd name="connsiteY998" fmla="*/ 3606800 h 3606800"/>
              <a:gd name="connsiteX999" fmla="*/ 6627241 w 10274300"/>
              <a:gd name="connsiteY999" fmla="*/ 3606800 h 3606800"/>
              <a:gd name="connsiteX1000" fmla="*/ 6627241 w 10274300"/>
              <a:gd name="connsiteY1000" fmla="*/ 3600450 h 3606800"/>
              <a:gd name="connsiteX1001" fmla="*/ 6627241 w 10274300"/>
              <a:gd name="connsiteY1001" fmla="*/ 3594100 h 3606800"/>
              <a:gd name="connsiteX1002" fmla="*/ 6677724 w 10274300"/>
              <a:gd name="connsiteY1002" fmla="*/ 3594100 h 3606800"/>
              <a:gd name="connsiteX1003" fmla="*/ 6677724 w 10274300"/>
              <a:gd name="connsiteY1003" fmla="*/ 3600450 h 3606800"/>
              <a:gd name="connsiteX1004" fmla="*/ 6576695 w 10274300"/>
              <a:gd name="connsiteY1004" fmla="*/ 3600450 h 3606800"/>
              <a:gd name="connsiteX1005" fmla="*/ 6576695 w 10274300"/>
              <a:gd name="connsiteY1005" fmla="*/ 3606800 h 3606800"/>
              <a:gd name="connsiteX1006" fmla="*/ 6526213 w 10274300"/>
              <a:gd name="connsiteY1006" fmla="*/ 3606800 h 3606800"/>
              <a:gd name="connsiteX1007" fmla="*/ 6526213 w 10274300"/>
              <a:gd name="connsiteY1007" fmla="*/ 3600450 h 3606800"/>
              <a:gd name="connsiteX1008" fmla="*/ 6526213 w 10274300"/>
              <a:gd name="connsiteY1008" fmla="*/ 3594100 h 3606800"/>
              <a:gd name="connsiteX1009" fmla="*/ 6576695 w 10274300"/>
              <a:gd name="connsiteY1009" fmla="*/ 3594100 h 3606800"/>
              <a:gd name="connsiteX1010" fmla="*/ 6576695 w 10274300"/>
              <a:gd name="connsiteY1010" fmla="*/ 3600450 h 3606800"/>
              <a:gd name="connsiteX1011" fmla="*/ 6475731 w 10274300"/>
              <a:gd name="connsiteY1011" fmla="*/ 3600450 h 3606800"/>
              <a:gd name="connsiteX1012" fmla="*/ 6475731 w 10274300"/>
              <a:gd name="connsiteY1012" fmla="*/ 3606800 h 3606800"/>
              <a:gd name="connsiteX1013" fmla="*/ 6425184 w 10274300"/>
              <a:gd name="connsiteY1013" fmla="*/ 3606800 h 3606800"/>
              <a:gd name="connsiteX1014" fmla="*/ 6425184 w 10274300"/>
              <a:gd name="connsiteY1014" fmla="*/ 3600450 h 3606800"/>
              <a:gd name="connsiteX1015" fmla="*/ 6425184 w 10274300"/>
              <a:gd name="connsiteY1015" fmla="*/ 3594100 h 3606800"/>
              <a:gd name="connsiteX1016" fmla="*/ 6475731 w 10274300"/>
              <a:gd name="connsiteY1016" fmla="*/ 3594100 h 3606800"/>
              <a:gd name="connsiteX1017" fmla="*/ 6475731 w 10274300"/>
              <a:gd name="connsiteY1017" fmla="*/ 3600450 h 3606800"/>
              <a:gd name="connsiteX1018" fmla="*/ 6374702 w 10274300"/>
              <a:gd name="connsiteY1018" fmla="*/ 3600450 h 3606800"/>
              <a:gd name="connsiteX1019" fmla="*/ 6374702 w 10274300"/>
              <a:gd name="connsiteY1019" fmla="*/ 3606800 h 3606800"/>
              <a:gd name="connsiteX1020" fmla="*/ 6324156 w 10274300"/>
              <a:gd name="connsiteY1020" fmla="*/ 3606800 h 3606800"/>
              <a:gd name="connsiteX1021" fmla="*/ 6324156 w 10274300"/>
              <a:gd name="connsiteY1021" fmla="*/ 3600450 h 3606800"/>
              <a:gd name="connsiteX1022" fmla="*/ 6324156 w 10274300"/>
              <a:gd name="connsiteY1022" fmla="*/ 3594100 h 3606800"/>
              <a:gd name="connsiteX1023" fmla="*/ 6374702 w 10274300"/>
              <a:gd name="connsiteY1023" fmla="*/ 3594100 h 3606800"/>
              <a:gd name="connsiteX1024" fmla="*/ 6374702 w 10274300"/>
              <a:gd name="connsiteY1024" fmla="*/ 3600450 h 3606800"/>
              <a:gd name="connsiteX1025" fmla="*/ 6273673 w 10274300"/>
              <a:gd name="connsiteY1025" fmla="*/ 3600450 h 3606800"/>
              <a:gd name="connsiteX1026" fmla="*/ 6273673 w 10274300"/>
              <a:gd name="connsiteY1026" fmla="*/ 3606800 h 3606800"/>
              <a:gd name="connsiteX1027" fmla="*/ 6223127 w 10274300"/>
              <a:gd name="connsiteY1027" fmla="*/ 3606800 h 3606800"/>
              <a:gd name="connsiteX1028" fmla="*/ 6223127 w 10274300"/>
              <a:gd name="connsiteY1028" fmla="*/ 3600450 h 3606800"/>
              <a:gd name="connsiteX1029" fmla="*/ 6223127 w 10274300"/>
              <a:gd name="connsiteY1029" fmla="*/ 3594100 h 3606800"/>
              <a:gd name="connsiteX1030" fmla="*/ 6273673 w 10274300"/>
              <a:gd name="connsiteY1030" fmla="*/ 3594100 h 3606800"/>
              <a:gd name="connsiteX1031" fmla="*/ 6273673 w 10274300"/>
              <a:gd name="connsiteY1031" fmla="*/ 3600450 h 3606800"/>
              <a:gd name="connsiteX1032" fmla="*/ 6172644 w 10274300"/>
              <a:gd name="connsiteY1032" fmla="*/ 3600450 h 3606800"/>
              <a:gd name="connsiteX1033" fmla="*/ 6172644 w 10274300"/>
              <a:gd name="connsiteY1033" fmla="*/ 3606800 h 3606800"/>
              <a:gd name="connsiteX1034" fmla="*/ 6122099 w 10274300"/>
              <a:gd name="connsiteY1034" fmla="*/ 3606800 h 3606800"/>
              <a:gd name="connsiteX1035" fmla="*/ 6122099 w 10274300"/>
              <a:gd name="connsiteY1035" fmla="*/ 3600450 h 3606800"/>
              <a:gd name="connsiteX1036" fmla="*/ 6122099 w 10274300"/>
              <a:gd name="connsiteY1036" fmla="*/ 3594100 h 3606800"/>
              <a:gd name="connsiteX1037" fmla="*/ 6172644 w 10274300"/>
              <a:gd name="connsiteY1037" fmla="*/ 3594100 h 3606800"/>
              <a:gd name="connsiteX1038" fmla="*/ 6172644 w 10274300"/>
              <a:gd name="connsiteY1038" fmla="*/ 3600450 h 3606800"/>
              <a:gd name="connsiteX1039" fmla="*/ 6071616 w 10274300"/>
              <a:gd name="connsiteY1039" fmla="*/ 3600450 h 3606800"/>
              <a:gd name="connsiteX1040" fmla="*/ 6071616 w 10274300"/>
              <a:gd name="connsiteY1040" fmla="*/ 3606800 h 3606800"/>
              <a:gd name="connsiteX1041" fmla="*/ 6021070 w 10274300"/>
              <a:gd name="connsiteY1041" fmla="*/ 3606800 h 3606800"/>
              <a:gd name="connsiteX1042" fmla="*/ 6021070 w 10274300"/>
              <a:gd name="connsiteY1042" fmla="*/ 3600450 h 3606800"/>
              <a:gd name="connsiteX1043" fmla="*/ 6021070 w 10274300"/>
              <a:gd name="connsiteY1043" fmla="*/ 3594100 h 3606800"/>
              <a:gd name="connsiteX1044" fmla="*/ 6071616 w 10274300"/>
              <a:gd name="connsiteY1044" fmla="*/ 3594100 h 3606800"/>
              <a:gd name="connsiteX1045" fmla="*/ 6071616 w 10274300"/>
              <a:gd name="connsiteY1045" fmla="*/ 3600450 h 3606800"/>
              <a:gd name="connsiteX1046" fmla="*/ 5970588 w 10274300"/>
              <a:gd name="connsiteY1046" fmla="*/ 3600450 h 3606800"/>
              <a:gd name="connsiteX1047" fmla="*/ 5970588 w 10274300"/>
              <a:gd name="connsiteY1047" fmla="*/ 3606800 h 3606800"/>
              <a:gd name="connsiteX1048" fmla="*/ 5920106 w 10274300"/>
              <a:gd name="connsiteY1048" fmla="*/ 3606800 h 3606800"/>
              <a:gd name="connsiteX1049" fmla="*/ 5920106 w 10274300"/>
              <a:gd name="connsiteY1049" fmla="*/ 3600450 h 3606800"/>
              <a:gd name="connsiteX1050" fmla="*/ 5920106 w 10274300"/>
              <a:gd name="connsiteY1050" fmla="*/ 3594100 h 3606800"/>
              <a:gd name="connsiteX1051" fmla="*/ 5970588 w 10274300"/>
              <a:gd name="connsiteY1051" fmla="*/ 3594100 h 3606800"/>
              <a:gd name="connsiteX1052" fmla="*/ 5970588 w 10274300"/>
              <a:gd name="connsiteY1052" fmla="*/ 3600450 h 3606800"/>
              <a:gd name="connsiteX1053" fmla="*/ 5869559 w 10274300"/>
              <a:gd name="connsiteY1053" fmla="*/ 3600450 h 3606800"/>
              <a:gd name="connsiteX1054" fmla="*/ 5869559 w 10274300"/>
              <a:gd name="connsiteY1054" fmla="*/ 3606800 h 3606800"/>
              <a:gd name="connsiteX1055" fmla="*/ 5819077 w 10274300"/>
              <a:gd name="connsiteY1055" fmla="*/ 3606800 h 3606800"/>
              <a:gd name="connsiteX1056" fmla="*/ 5819077 w 10274300"/>
              <a:gd name="connsiteY1056" fmla="*/ 3600450 h 3606800"/>
              <a:gd name="connsiteX1057" fmla="*/ 5819077 w 10274300"/>
              <a:gd name="connsiteY1057" fmla="*/ 3594100 h 3606800"/>
              <a:gd name="connsiteX1058" fmla="*/ 5869559 w 10274300"/>
              <a:gd name="connsiteY1058" fmla="*/ 3594100 h 3606800"/>
              <a:gd name="connsiteX1059" fmla="*/ 5869559 w 10274300"/>
              <a:gd name="connsiteY1059" fmla="*/ 3600450 h 3606800"/>
              <a:gd name="connsiteX1060" fmla="*/ 5768531 w 10274300"/>
              <a:gd name="connsiteY1060" fmla="*/ 3600450 h 3606800"/>
              <a:gd name="connsiteX1061" fmla="*/ 5768531 w 10274300"/>
              <a:gd name="connsiteY1061" fmla="*/ 3606800 h 3606800"/>
              <a:gd name="connsiteX1062" fmla="*/ 5718048 w 10274300"/>
              <a:gd name="connsiteY1062" fmla="*/ 3606800 h 3606800"/>
              <a:gd name="connsiteX1063" fmla="*/ 5718048 w 10274300"/>
              <a:gd name="connsiteY1063" fmla="*/ 3600450 h 3606800"/>
              <a:gd name="connsiteX1064" fmla="*/ 5718048 w 10274300"/>
              <a:gd name="connsiteY1064" fmla="*/ 3594100 h 3606800"/>
              <a:gd name="connsiteX1065" fmla="*/ 5768531 w 10274300"/>
              <a:gd name="connsiteY1065" fmla="*/ 3594100 h 3606800"/>
              <a:gd name="connsiteX1066" fmla="*/ 5768531 w 10274300"/>
              <a:gd name="connsiteY1066" fmla="*/ 3600450 h 3606800"/>
              <a:gd name="connsiteX1067" fmla="*/ 5667502 w 10274300"/>
              <a:gd name="connsiteY1067" fmla="*/ 3600450 h 3606800"/>
              <a:gd name="connsiteX1068" fmla="*/ 5667502 w 10274300"/>
              <a:gd name="connsiteY1068" fmla="*/ 3606800 h 3606800"/>
              <a:gd name="connsiteX1069" fmla="*/ 5617020 w 10274300"/>
              <a:gd name="connsiteY1069" fmla="*/ 3606800 h 3606800"/>
              <a:gd name="connsiteX1070" fmla="*/ 5617020 w 10274300"/>
              <a:gd name="connsiteY1070" fmla="*/ 3600450 h 3606800"/>
              <a:gd name="connsiteX1071" fmla="*/ 5617020 w 10274300"/>
              <a:gd name="connsiteY1071" fmla="*/ 3594100 h 3606800"/>
              <a:gd name="connsiteX1072" fmla="*/ 5667502 w 10274300"/>
              <a:gd name="connsiteY1072" fmla="*/ 3594100 h 3606800"/>
              <a:gd name="connsiteX1073" fmla="*/ 5667502 w 10274300"/>
              <a:gd name="connsiteY1073" fmla="*/ 3600450 h 3606800"/>
              <a:gd name="connsiteX1074" fmla="*/ 5566493 w 10274300"/>
              <a:gd name="connsiteY1074" fmla="*/ 3600450 h 3606800"/>
              <a:gd name="connsiteX1075" fmla="*/ 5566493 w 10274300"/>
              <a:gd name="connsiteY1075" fmla="*/ 3606800 h 3606800"/>
              <a:gd name="connsiteX1076" fmla="*/ 5515985 w 10274300"/>
              <a:gd name="connsiteY1076" fmla="*/ 3606800 h 3606800"/>
              <a:gd name="connsiteX1077" fmla="*/ 5515985 w 10274300"/>
              <a:gd name="connsiteY1077" fmla="*/ 3600450 h 3606800"/>
              <a:gd name="connsiteX1078" fmla="*/ 5515985 w 10274300"/>
              <a:gd name="connsiteY1078" fmla="*/ 3594100 h 3606800"/>
              <a:gd name="connsiteX1079" fmla="*/ 5566493 w 10274300"/>
              <a:gd name="connsiteY1079" fmla="*/ 3594100 h 3606800"/>
              <a:gd name="connsiteX1080" fmla="*/ 5566493 w 10274300"/>
              <a:gd name="connsiteY1080" fmla="*/ 3600450 h 3606800"/>
              <a:gd name="connsiteX1081" fmla="*/ 5465471 w 10274300"/>
              <a:gd name="connsiteY1081" fmla="*/ 3600450 h 3606800"/>
              <a:gd name="connsiteX1082" fmla="*/ 5465471 w 10274300"/>
              <a:gd name="connsiteY1082" fmla="*/ 3606800 h 3606800"/>
              <a:gd name="connsiteX1083" fmla="*/ 5414963 w 10274300"/>
              <a:gd name="connsiteY1083" fmla="*/ 3606800 h 3606800"/>
              <a:gd name="connsiteX1084" fmla="*/ 5414963 w 10274300"/>
              <a:gd name="connsiteY1084" fmla="*/ 3600450 h 3606800"/>
              <a:gd name="connsiteX1085" fmla="*/ 5414963 w 10274300"/>
              <a:gd name="connsiteY1085" fmla="*/ 3594100 h 3606800"/>
              <a:gd name="connsiteX1086" fmla="*/ 5465471 w 10274300"/>
              <a:gd name="connsiteY1086" fmla="*/ 3594100 h 3606800"/>
              <a:gd name="connsiteX1087" fmla="*/ 5465471 w 10274300"/>
              <a:gd name="connsiteY1087" fmla="*/ 3600450 h 3606800"/>
              <a:gd name="connsiteX1088" fmla="*/ 5364448 w 10274300"/>
              <a:gd name="connsiteY1088" fmla="*/ 3600450 h 3606800"/>
              <a:gd name="connsiteX1089" fmla="*/ 5364448 w 10274300"/>
              <a:gd name="connsiteY1089" fmla="*/ 3606800 h 3606800"/>
              <a:gd name="connsiteX1090" fmla="*/ 5313941 w 10274300"/>
              <a:gd name="connsiteY1090" fmla="*/ 3606800 h 3606800"/>
              <a:gd name="connsiteX1091" fmla="*/ 5313941 w 10274300"/>
              <a:gd name="connsiteY1091" fmla="*/ 3600450 h 3606800"/>
              <a:gd name="connsiteX1092" fmla="*/ 5313941 w 10274300"/>
              <a:gd name="connsiteY1092" fmla="*/ 3594100 h 3606800"/>
              <a:gd name="connsiteX1093" fmla="*/ 5364448 w 10274300"/>
              <a:gd name="connsiteY1093" fmla="*/ 3594100 h 3606800"/>
              <a:gd name="connsiteX1094" fmla="*/ 5364448 w 10274300"/>
              <a:gd name="connsiteY1094" fmla="*/ 3600450 h 3606800"/>
              <a:gd name="connsiteX1095" fmla="*/ 5263426 w 10274300"/>
              <a:gd name="connsiteY1095" fmla="*/ 3600450 h 3606800"/>
              <a:gd name="connsiteX1096" fmla="*/ 5263426 w 10274300"/>
              <a:gd name="connsiteY1096" fmla="*/ 3606800 h 3606800"/>
              <a:gd name="connsiteX1097" fmla="*/ 5212912 w 10274300"/>
              <a:gd name="connsiteY1097" fmla="*/ 3606800 h 3606800"/>
              <a:gd name="connsiteX1098" fmla="*/ 5212912 w 10274300"/>
              <a:gd name="connsiteY1098" fmla="*/ 3600450 h 3606800"/>
              <a:gd name="connsiteX1099" fmla="*/ 5212912 w 10274300"/>
              <a:gd name="connsiteY1099" fmla="*/ 3594100 h 3606800"/>
              <a:gd name="connsiteX1100" fmla="*/ 5263426 w 10274300"/>
              <a:gd name="connsiteY1100" fmla="*/ 3594100 h 3606800"/>
              <a:gd name="connsiteX1101" fmla="*/ 5263426 w 10274300"/>
              <a:gd name="connsiteY1101" fmla="*/ 3600450 h 3606800"/>
              <a:gd name="connsiteX1102" fmla="*/ 5162404 w 10274300"/>
              <a:gd name="connsiteY1102" fmla="*/ 3600450 h 3606800"/>
              <a:gd name="connsiteX1103" fmla="*/ 5162404 w 10274300"/>
              <a:gd name="connsiteY1103" fmla="*/ 3606800 h 3606800"/>
              <a:gd name="connsiteX1104" fmla="*/ 5111890 w 10274300"/>
              <a:gd name="connsiteY1104" fmla="*/ 3606800 h 3606800"/>
              <a:gd name="connsiteX1105" fmla="*/ 5111890 w 10274300"/>
              <a:gd name="connsiteY1105" fmla="*/ 3600450 h 3606800"/>
              <a:gd name="connsiteX1106" fmla="*/ 5111890 w 10274300"/>
              <a:gd name="connsiteY1106" fmla="*/ 3594100 h 3606800"/>
              <a:gd name="connsiteX1107" fmla="*/ 5162404 w 10274300"/>
              <a:gd name="connsiteY1107" fmla="*/ 3594100 h 3606800"/>
              <a:gd name="connsiteX1108" fmla="*/ 5162404 w 10274300"/>
              <a:gd name="connsiteY1108" fmla="*/ 3600450 h 3606800"/>
              <a:gd name="connsiteX1109" fmla="*/ 5061382 w 10274300"/>
              <a:gd name="connsiteY1109" fmla="*/ 3600450 h 3606800"/>
              <a:gd name="connsiteX1110" fmla="*/ 5061382 w 10274300"/>
              <a:gd name="connsiteY1110" fmla="*/ 3606800 h 3606800"/>
              <a:gd name="connsiteX1111" fmla="*/ 5010868 w 10274300"/>
              <a:gd name="connsiteY1111" fmla="*/ 3606800 h 3606800"/>
              <a:gd name="connsiteX1112" fmla="*/ 5010868 w 10274300"/>
              <a:gd name="connsiteY1112" fmla="*/ 3600450 h 3606800"/>
              <a:gd name="connsiteX1113" fmla="*/ 5010868 w 10274300"/>
              <a:gd name="connsiteY1113" fmla="*/ 3594100 h 3606800"/>
              <a:gd name="connsiteX1114" fmla="*/ 5061382 w 10274300"/>
              <a:gd name="connsiteY1114" fmla="*/ 3594100 h 3606800"/>
              <a:gd name="connsiteX1115" fmla="*/ 5061382 w 10274300"/>
              <a:gd name="connsiteY1115" fmla="*/ 3600450 h 3606800"/>
              <a:gd name="connsiteX1116" fmla="*/ 4960360 w 10274300"/>
              <a:gd name="connsiteY1116" fmla="*/ 3600450 h 3606800"/>
              <a:gd name="connsiteX1117" fmla="*/ 4960360 w 10274300"/>
              <a:gd name="connsiteY1117" fmla="*/ 3606800 h 3606800"/>
              <a:gd name="connsiteX1118" fmla="*/ 4909846 w 10274300"/>
              <a:gd name="connsiteY1118" fmla="*/ 3606800 h 3606800"/>
              <a:gd name="connsiteX1119" fmla="*/ 4909846 w 10274300"/>
              <a:gd name="connsiteY1119" fmla="*/ 3600450 h 3606800"/>
              <a:gd name="connsiteX1120" fmla="*/ 4909846 w 10274300"/>
              <a:gd name="connsiteY1120" fmla="*/ 3594100 h 3606800"/>
              <a:gd name="connsiteX1121" fmla="*/ 4960360 w 10274300"/>
              <a:gd name="connsiteY1121" fmla="*/ 3594100 h 3606800"/>
              <a:gd name="connsiteX1122" fmla="*/ 4960360 w 10274300"/>
              <a:gd name="connsiteY1122" fmla="*/ 3600450 h 3606800"/>
              <a:gd name="connsiteX1123" fmla="*/ 4859338 w 10274300"/>
              <a:gd name="connsiteY1123" fmla="*/ 3600450 h 3606800"/>
              <a:gd name="connsiteX1124" fmla="*/ 4859338 w 10274300"/>
              <a:gd name="connsiteY1124" fmla="*/ 3606800 h 3606800"/>
              <a:gd name="connsiteX1125" fmla="*/ 4808823 w 10274300"/>
              <a:gd name="connsiteY1125" fmla="*/ 3606800 h 3606800"/>
              <a:gd name="connsiteX1126" fmla="*/ 4808823 w 10274300"/>
              <a:gd name="connsiteY1126" fmla="*/ 3600450 h 3606800"/>
              <a:gd name="connsiteX1127" fmla="*/ 4808823 w 10274300"/>
              <a:gd name="connsiteY1127" fmla="*/ 3594100 h 3606800"/>
              <a:gd name="connsiteX1128" fmla="*/ 4859338 w 10274300"/>
              <a:gd name="connsiteY1128" fmla="*/ 3594100 h 3606800"/>
              <a:gd name="connsiteX1129" fmla="*/ 4859338 w 10274300"/>
              <a:gd name="connsiteY1129" fmla="*/ 3600450 h 3606800"/>
              <a:gd name="connsiteX1130" fmla="*/ 4758316 w 10274300"/>
              <a:gd name="connsiteY1130" fmla="*/ 3600450 h 3606800"/>
              <a:gd name="connsiteX1131" fmla="*/ 4758316 w 10274300"/>
              <a:gd name="connsiteY1131" fmla="*/ 3606800 h 3606800"/>
              <a:gd name="connsiteX1132" fmla="*/ 4707801 w 10274300"/>
              <a:gd name="connsiteY1132" fmla="*/ 3606800 h 3606800"/>
              <a:gd name="connsiteX1133" fmla="*/ 4707801 w 10274300"/>
              <a:gd name="connsiteY1133" fmla="*/ 3600450 h 3606800"/>
              <a:gd name="connsiteX1134" fmla="*/ 4707801 w 10274300"/>
              <a:gd name="connsiteY1134" fmla="*/ 3594100 h 3606800"/>
              <a:gd name="connsiteX1135" fmla="*/ 4758316 w 10274300"/>
              <a:gd name="connsiteY1135" fmla="*/ 3594100 h 3606800"/>
              <a:gd name="connsiteX1136" fmla="*/ 4758316 w 10274300"/>
              <a:gd name="connsiteY1136" fmla="*/ 3600450 h 3606800"/>
              <a:gd name="connsiteX1137" fmla="*/ 4657293 w 10274300"/>
              <a:gd name="connsiteY1137" fmla="*/ 3600450 h 3606800"/>
              <a:gd name="connsiteX1138" fmla="*/ 4657293 w 10274300"/>
              <a:gd name="connsiteY1138" fmla="*/ 3606800 h 3606800"/>
              <a:gd name="connsiteX1139" fmla="*/ 4606779 w 10274300"/>
              <a:gd name="connsiteY1139" fmla="*/ 3606800 h 3606800"/>
              <a:gd name="connsiteX1140" fmla="*/ 4606779 w 10274300"/>
              <a:gd name="connsiteY1140" fmla="*/ 3600450 h 3606800"/>
              <a:gd name="connsiteX1141" fmla="*/ 4606779 w 10274300"/>
              <a:gd name="connsiteY1141" fmla="*/ 3594100 h 3606800"/>
              <a:gd name="connsiteX1142" fmla="*/ 4657293 w 10274300"/>
              <a:gd name="connsiteY1142" fmla="*/ 3594100 h 3606800"/>
              <a:gd name="connsiteX1143" fmla="*/ 4657293 w 10274300"/>
              <a:gd name="connsiteY1143" fmla="*/ 3600450 h 3606800"/>
              <a:gd name="connsiteX1144" fmla="*/ 4556271 w 10274300"/>
              <a:gd name="connsiteY1144" fmla="*/ 3600450 h 3606800"/>
              <a:gd name="connsiteX1145" fmla="*/ 4556271 w 10274300"/>
              <a:gd name="connsiteY1145" fmla="*/ 3606800 h 3606800"/>
              <a:gd name="connsiteX1146" fmla="*/ 4505757 w 10274300"/>
              <a:gd name="connsiteY1146" fmla="*/ 3606800 h 3606800"/>
              <a:gd name="connsiteX1147" fmla="*/ 4505757 w 10274300"/>
              <a:gd name="connsiteY1147" fmla="*/ 3600450 h 3606800"/>
              <a:gd name="connsiteX1148" fmla="*/ 4505757 w 10274300"/>
              <a:gd name="connsiteY1148" fmla="*/ 3594100 h 3606800"/>
              <a:gd name="connsiteX1149" fmla="*/ 4556271 w 10274300"/>
              <a:gd name="connsiteY1149" fmla="*/ 3594100 h 3606800"/>
              <a:gd name="connsiteX1150" fmla="*/ 4556271 w 10274300"/>
              <a:gd name="connsiteY1150" fmla="*/ 3600450 h 3606800"/>
              <a:gd name="connsiteX1151" fmla="*/ 4455249 w 10274300"/>
              <a:gd name="connsiteY1151" fmla="*/ 3600450 h 3606800"/>
              <a:gd name="connsiteX1152" fmla="*/ 4455249 w 10274300"/>
              <a:gd name="connsiteY1152" fmla="*/ 3606800 h 3606800"/>
              <a:gd name="connsiteX1153" fmla="*/ 4404735 w 10274300"/>
              <a:gd name="connsiteY1153" fmla="*/ 3606800 h 3606800"/>
              <a:gd name="connsiteX1154" fmla="*/ 4404735 w 10274300"/>
              <a:gd name="connsiteY1154" fmla="*/ 3600450 h 3606800"/>
              <a:gd name="connsiteX1155" fmla="*/ 4404735 w 10274300"/>
              <a:gd name="connsiteY1155" fmla="*/ 3594100 h 3606800"/>
              <a:gd name="connsiteX1156" fmla="*/ 4455249 w 10274300"/>
              <a:gd name="connsiteY1156" fmla="*/ 3594100 h 3606800"/>
              <a:gd name="connsiteX1157" fmla="*/ 4455249 w 10274300"/>
              <a:gd name="connsiteY1157" fmla="*/ 3600450 h 3606800"/>
              <a:gd name="connsiteX1158" fmla="*/ 4354221 w 10274300"/>
              <a:gd name="connsiteY1158" fmla="*/ 3600450 h 3606800"/>
              <a:gd name="connsiteX1159" fmla="*/ 4354221 w 10274300"/>
              <a:gd name="connsiteY1159" fmla="*/ 3606800 h 3606800"/>
              <a:gd name="connsiteX1160" fmla="*/ 4303713 w 10274300"/>
              <a:gd name="connsiteY1160" fmla="*/ 3606800 h 3606800"/>
              <a:gd name="connsiteX1161" fmla="*/ 4303713 w 10274300"/>
              <a:gd name="connsiteY1161" fmla="*/ 3600450 h 3606800"/>
              <a:gd name="connsiteX1162" fmla="*/ 4303713 w 10274300"/>
              <a:gd name="connsiteY1162" fmla="*/ 3594100 h 3606800"/>
              <a:gd name="connsiteX1163" fmla="*/ 4354221 w 10274300"/>
              <a:gd name="connsiteY1163" fmla="*/ 3594100 h 3606800"/>
              <a:gd name="connsiteX1164" fmla="*/ 4354221 w 10274300"/>
              <a:gd name="connsiteY1164" fmla="*/ 3600450 h 3606800"/>
              <a:gd name="connsiteX1165" fmla="*/ 4253198 w 10274300"/>
              <a:gd name="connsiteY1165" fmla="*/ 3600450 h 3606800"/>
              <a:gd name="connsiteX1166" fmla="*/ 4253198 w 10274300"/>
              <a:gd name="connsiteY1166" fmla="*/ 3606800 h 3606800"/>
              <a:gd name="connsiteX1167" fmla="*/ 4202691 w 10274300"/>
              <a:gd name="connsiteY1167" fmla="*/ 3606800 h 3606800"/>
              <a:gd name="connsiteX1168" fmla="*/ 4202691 w 10274300"/>
              <a:gd name="connsiteY1168" fmla="*/ 3600450 h 3606800"/>
              <a:gd name="connsiteX1169" fmla="*/ 4202691 w 10274300"/>
              <a:gd name="connsiteY1169" fmla="*/ 3594100 h 3606800"/>
              <a:gd name="connsiteX1170" fmla="*/ 4253198 w 10274300"/>
              <a:gd name="connsiteY1170" fmla="*/ 3594100 h 3606800"/>
              <a:gd name="connsiteX1171" fmla="*/ 4253198 w 10274300"/>
              <a:gd name="connsiteY1171" fmla="*/ 3600450 h 3606800"/>
              <a:gd name="connsiteX1172" fmla="*/ 4152176 w 10274300"/>
              <a:gd name="connsiteY1172" fmla="*/ 3600450 h 3606800"/>
              <a:gd name="connsiteX1173" fmla="*/ 4152176 w 10274300"/>
              <a:gd name="connsiteY1173" fmla="*/ 3606800 h 3606800"/>
              <a:gd name="connsiteX1174" fmla="*/ 4101668 w 10274300"/>
              <a:gd name="connsiteY1174" fmla="*/ 3606800 h 3606800"/>
              <a:gd name="connsiteX1175" fmla="*/ 4101668 w 10274300"/>
              <a:gd name="connsiteY1175" fmla="*/ 3600450 h 3606800"/>
              <a:gd name="connsiteX1176" fmla="*/ 4101668 w 10274300"/>
              <a:gd name="connsiteY1176" fmla="*/ 3594100 h 3606800"/>
              <a:gd name="connsiteX1177" fmla="*/ 4152176 w 10274300"/>
              <a:gd name="connsiteY1177" fmla="*/ 3594100 h 3606800"/>
              <a:gd name="connsiteX1178" fmla="*/ 4152176 w 10274300"/>
              <a:gd name="connsiteY1178" fmla="*/ 3600450 h 3606800"/>
              <a:gd name="connsiteX1179" fmla="*/ 4051154 w 10274300"/>
              <a:gd name="connsiteY1179" fmla="*/ 3600450 h 3606800"/>
              <a:gd name="connsiteX1180" fmla="*/ 4051154 w 10274300"/>
              <a:gd name="connsiteY1180" fmla="*/ 3606800 h 3606800"/>
              <a:gd name="connsiteX1181" fmla="*/ 4000646 w 10274300"/>
              <a:gd name="connsiteY1181" fmla="*/ 3606800 h 3606800"/>
              <a:gd name="connsiteX1182" fmla="*/ 4000646 w 10274300"/>
              <a:gd name="connsiteY1182" fmla="*/ 3600450 h 3606800"/>
              <a:gd name="connsiteX1183" fmla="*/ 4000646 w 10274300"/>
              <a:gd name="connsiteY1183" fmla="*/ 3594100 h 3606800"/>
              <a:gd name="connsiteX1184" fmla="*/ 4051154 w 10274300"/>
              <a:gd name="connsiteY1184" fmla="*/ 3594100 h 3606800"/>
              <a:gd name="connsiteX1185" fmla="*/ 4051154 w 10274300"/>
              <a:gd name="connsiteY1185" fmla="*/ 3600450 h 3606800"/>
              <a:gd name="connsiteX1186" fmla="*/ 3950132 w 10274300"/>
              <a:gd name="connsiteY1186" fmla="*/ 3600450 h 3606800"/>
              <a:gd name="connsiteX1187" fmla="*/ 3950132 w 10274300"/>
              <a:gd name="connsiteY1187" fmla="*/ 3606800 h 3606800"/>
              <a:gd name="connsiteX1188" fmla="*/ 3899624 w 10274300"/>
              <a:gd name="connsiteY1188" fmla="*/ 3606800 h 3606800"/>
              <a:gd name="connsiteX1189" fmla="*/ 3899624 w 10274300"/>
              <a:gd name="connsiteY1189" fmla="*/ 3600450 h 3606800"/>
              <a:gd name="connsiteX1190" fmla="*/ 3899624 w 10274300"/>
              <a:gd name="connsiteY1190" fmla="*/ 3594100 h 3606800"/>
              <a:gd name="connsiteX1191" fmla="*/ 3950132 w 10274300"/>
              <a:gd name="connsiteY1191" fmla="*/ 3594100 h 3606800"/>
              <a:gd name="connsiteX1192" fmla="*/ 3950132 w 10274300"/>
              <a:gd name="connsiteY1192" fmla="*/ 3600450 h 3606800"/>
              <a:gd name="connsiteX1193" fmla="*/ 3849110 w 10274300"/>
              <a:gd name="connsiteY1193" fmla="*/ 3600450 h 3606800"/>
              <a:gd name="connsiteX1194" fmla="*/ 3849110 w 10274300"/>
              <a:gd name="connsiteY1194" fmla="*/ 3606800 h 3606800"/>
              <a:gd name="connsiteX1195" fmla="*/ 3798602 w 10274300"/>
              <a:gd name="connsiteY1195" fmla="*/ 3606800 h 3606800"/>
              <a:gd name="connsiteX1196" fmla="*/ 3798602 w 10274300"/>
              <a:gd name="connsiteY1196" fmla="*/ 3600450 h 3606800"/>
              <a:gd name="connsiteX1197" fmla="*/ 3798602 w 10274300"/>
              <a:gd name="connsiteY1197" fmla="*/ 3594100 h 3606800"/>
              <a:gd name="connsiteX1198" fmla="*/ 3849110 w 10274300"/>
              <a:gd name="connsiteY1198" fmla="*/ 3594100 h 3606800"/>
              <a:gd name="connsiteX1199" fmla="*/ 3849110 w 10274300"/>
              <a:gd name="connsiteY1199" fmla="*/ 3600450 h 3606800"/>
              <a:gd name="connsiteX1200" fmla="*/ 3748088 w 10274300"/>
              <a:gd name="connsiteY1200" fmla="*/ 3600450 h 3606800"/>
              <a:gd name="connsiteX1201" fmla="*/ 3748088 w 10274300"/>
              <a:gd name="connsiteY1201" fmla="*/ 3606800 h 3606800"/>
              <a:gd name="connsiteX1202" fmla="*/ 3697580 w 10274300"/>
              <a:gd name="connsiteY1202" fmla="*/ 3606800 h 3606800"/>
              <a:gd name="connsiteX1203" fmla="*/ 3697580 w 10274300"/>
              <a:gd name="connsiteY1203" fmla="*/ 3600450 h 3606800"/>
              <a:gd name="connsiteX1204" fmla="*/ 3697580 w 10274300"/>
              <a:gd name="connsiteY1204" fmla="*/ 3594100 h 3606800"/>
              <a:gd name="connsiteX1205" fmla="*/ 3748088 w 10274300"/>
              <a:gd name="connsiteY1205" fmla="*/ 3594100 h 3606800"/>
              <a:gd name="connsiteX1206" fmla="*/ 3748088 w 10274300"/>
              <a:gd name="connsiteY1206" fmla="*/ 3600450 h 3606800"/>
              <a:gd name="connsiteX1207" fmla="*/ 3647065 w 10274300"/>
              <a:gd name="connsiteY1207" fmla="*/ 3600450 h 3606800"/>
              <a:gd name="connsiteX1208" fmla="*/ 3647065 w 10274300"/>
              <a:gd name="connsiteY1208" fmla="*/ 3606800 h 3606800"/>
              <a:gd name="connsiteX1209" fmla="*/ 3596551 w 10274300"/>
              <a:gd name="connsiteY1209" fmla="*/ 3606800 h 3606800"/>
              <a:gd name="connsiteX1210" fmla="*/ 3596551 w 10274300"/>
              <a:gd name="connsiteY1210" fmla="*/ 3600450 h 3606800"/>
              <a:gd name="connsiteX1211" fmla="*/ 3596551 w 10274300"/>
              <a:gd name="connsiteY1211" fmla="*/ 3594100 h 3606800"/>
              <a:gd name="connsiteX1212" fmla="*/ 3647065 w 10274300"/>
              <a:gd name="connsiteY1212" fmla="*/ 3594100 h 3606800"/>
              <a:gd name="connsiteX1213" fmla="*/ 3647065 w 10274300"/>
              <a:gd name="connsiteY1213" fmla="*/ 3600450 h 3606800"/>
              <a:gd name="connsiteX1214" fmla="*/ 3546043 w 10274300"/>
              <a:gd name="connsiteY1214" fmla="*/ 3600450 h 3606800"/>
              <a:gd name="connsiteX1215" fmla="*/ 3546043 w 10274300"/>
              <a:gd name="connsiteY1215" fmla="*/ 3606800 h 3606800"/>
              <a:gd name="connsiteX1216" fmla="*/ 3495529 w 10274300"/>
              <a:gd name="connsiteY1216" fmla="*/ 3606800 h 3606800"/>
              <a:gd name="connsiteX1217" fmla="*/ 3495529 w 10274300"/>
              <a:gd name="connsiteY1217" fmla="*/ 3600450 h 3606800"/>
              <a:gd name="connsiteX1218" fmla="*/ 3495529 w 10274300"/>
              <a:gd name="connsiteY1218" fmla="*/ 3594100 h 3606800"/>
              <a:gd name="connsiteX1219" fmla="*/ 3546043 w 10274300"/>
              <a:gd name="connsiteY1219" fmla="*/ 3594100 h 3606800"/>
              <a:gd name="connsiteX1220" fmla="*/ 3546043 w 10274300"/>
              <a:gd name="connsiteY1220" fmla="*/ 3600450 h 3606800"/>
              <a:gd name="connsiteX1221" fmla="*/ 3445021 w 10274300"/>
              <a:gd name="connsiteY1221" fmla="*/ 3600450 h 3606800"/>
              <a:gd name="connsiteX1222" fmla="*/ 3445021 w 10274300"/>
              <a:gd name="connsiteY1222" fmla="*/ 3606800 h 3606800"/>
              <a:gd name="connsiteX1223" fmla="*/ 3394507 w 10274300"/>
              <a:gd name="connsiteY1223" fmla="*/ 3606800 h 3606800"/>
              <a:gd name="connsiteX1224" fmla="*/ 3394507 w 10274300"/>
              <a:gd name="connsiteY1224" fmla="*/ 3600450 h 3606800"/>
              <a:gd name="connsiteX1225" fmla="*/ 3394507 w 10274300"/>
              <a:gd name="connsiteY1225" fmla="*/ 3594100 h 3606800"/>
              <a:gd name="connsiteX1226" fmla="*/ 3445021 w 10274300"/>
              <a:gd name="connsiteY1226" fmla="*/ 3594100 h 3606800"/>
              <a:gd name="connsiteX1227" fmla="*/ 3445021 w 10274300"/>
              <a:gd name="connsiteY1227" fmla="*/ 3600450 h 3606800"/>
              <a:gd name="connsiteX1228" fmla="*/ 3343999 w 10274300"/>
              <a:gd name="connsiteY1228" fmla="*/ 3600450 h 3606800"/>
              <a:gd name="connsiteX1229" fmla="*/ 3343999 w 10274300"/>
              <a:gd name="connsiteY1229" fmla="*/ 3606800 h 3606800"/>
              <a:gd name="connsiteX1230" fmla="*/ 3293485 w 10274300"/>
              <a:gd name="connsiteY1230" fmla="*/ 3606800 h 3606800"/>
              <a:gd name="connsiteX1231" fmla="*/ 3293485 w 10274300"/>
              <a:gd name="connsiteY1231" fmla="*/ 3600450 h 3606800"/>
              <a:gd name="connsiteX1232" fmla="*/ 3293485 w 10274300"/>
              <a:gd name="connsiteY1232" fmla="*/ 3594100 h 3606800"/>
              <a:gd name="connsiteX1233" fmla="*/ 3343999 w 10274300"/>
              <a:gd name="connsiteY1233" fmla="*/ 3594100 h 3606800"/>
              <a:gd name="connsiteX1234" fmla="*/ 3343999 w 10274300"/>
              <a:gd name="connsiteY1234" fmla="*/ 3600450 h 3606800"/>
              <a:gd name="connsiteX1235" fmla="*/ 3242977 w 10274300"/>
              <a:gd name="connsiteY1235" fmla="*/ 3600450 h 3606800"/>
              <a:gd name="connsiteX1236" fmla="*/ 3242977 w 10274300"/>
              <a:gd name="connsiteY1236" fmla="*/ 3606800 h 3606800"/>
              <a:gd name="connsiteX1237" fmla="*/ 3192463 w 10274300"/>
              <a:gd name="connsiteY1237" fmla="*/ 3606800 h 3606800"/>
              <a:gd name="connsiteX1238" fmla="*/ 3192463 w 10274300"/>
              <a:gd name="connsiteY1238" fmla="*/ 3600450 h 3606800"/>
              <a:gd name="connsiteX1239" fmla="*/ 3192463 w 10274300"/>
              <a:gd name="connsiteY1239" fmla="*/ 3594100 h 3606800"/>
              <a:gd name="connsiteX1240" fmla="*/ 3242977 w 10274300"/>
              <a:gd name="connsiteY1240" fmla="*/ 3594100 h 3606800"/>
              <a:gd name="connsiteX1241" fmla="*/ 3242977 w 10274300"/>
              <a:gd name="connsiteY1241" fmla="*/ 3600450 h 3606800"/>
              <a:gd name="connsiteX1242" fmla="*/ 3141955 w 10274300"/>
              <a:gd name="connsiteY1242" fmla="*/ 3600450 h 3606800"/>
              <a:gd name="connsiteX1243" fmla="*/ 3141955 w 10274300"/>
              <a:gd name="connsiteY1243" fmla="*/ 3606800 h 3606800"/>
              <a:gd name="connsiteX1244" fmla="*/ 3091440 w 10274300"/>
              <a:gd name="connsiteY1244" fmla="*/ 3606800 h 3606800"/>
              <a:gd name="connsiteX1245" fmla="*/ 3091440 w 10274300"/>
              <a:gd name="connsiteY1245" fmla="*/ 3600450 h 3606800"/>
              <a:gd name="connsiteX1246" fmla="*/ 3091440 w 10274300"/>
              <a:gd name="connsiteY1246" fmla="*/ 3594100 h 3606800"/>
              <a:gd name="connsiteX1247" fmla="*/ 3141955 w 10274300"/>
              <a:gd name="connsiteY1247" fmla="*/ 3594100 h 3606800"/>
              <a:gd name="connsiteX1248" fmla="*/ 3141955 w 10274300"/>
              <a:gd name="connsiteY1248" fmla="*/ 3600450 h 3606800"/>
              <a:gd name="connsiteX1249" fmla="*/ 3040933 w 10274300"/>
              <a:gd name="connsiteY1249" fmla="*/ 3600450 h 3606800"/>
              <a:gd name="connsiteX1250" fmla="*/ 3040933 w 10274300"/>
              <a:gd name="connsiteY1250" fmla="*/ 3606800 h 3606800"/>
              <a:gd name="connsiteX1251" fmla="*/ 2990418 w 10274300"/>
              <a:gd name="connsiteY1251" fmla="*/ 3606800 h 3606800"/>
              <a:gd name="connsiteX1252" fmla="*/ 2990418 w 10274300"/>
              <a:gd name="connsiteY1252" fmla="*/ 3600450 h 3606800"/>
              <a:gd name="connsiteX1253" fmla="*/ 2990418 w 10274300"/>
              <a:gd name="connsiteY1253" fmla="*/ 3594100 h 3606800"/>
              <a:gd name="connsiteX1254" fmla="*/ 3040933 w 10274300"/>
              <a:gd name="connsiteY1254" fmla="*/ 3594100 h 3606800"/>
              <a:gd name="connsiteX1255" fmla="*/ 3040933 w 10274300"/>
              <a:gd name="connsiteY1255" fmla="*/ 3600450 h 3606800"/>
              <a:gd name="connsiteX1256" fmla="*/ 2939911 w 10274300"/>
              <a:gd name="connsiteY1256" fmla="*/ 3600450 h 3606800"/>
              <a:gd name="connsiteX1257" fmla="*/ 2939911 w 10274300"/>
              <a:gd name="connsiteY1257" fmla="*/ 3606800 h 3606800"/>
              <a:gd name="connsiteX1258" fmla="*/ 2889396 w 10274300"/>
              <a:gd name="connsiteY1258" fmla="*/ 3606800 h 3606800"/>
              <a:gd name="connsiteX1259" fmla="*/ 2889396 w 10274300"/>
              <a:gd name="connsiteY1259" fmla="*/ 3600450 h 3606800"/>
              <a:gd name="connsiteX1260" fmla="*/ 2889396 w 10274300"/>
              <a:gd name="connsiteY1260" fmla="*/ 3594100 h 3606800"/>
              <a:gd name="connsiteX1261" fmla="*/ 2939911 w 10274300"/>
              <a:gd name="connsiteY1261" fmla="*/ 3594100 h 3606800"/>
              <a:gd name="connsiteX1262" fmla="*/ 2939911 w 10274300"/>
              <a:gd name="connsiteY1262" fmla="*/ 3600450 h 3606800"/>
              <a:gd name="connsiteX1263" fmla="*/ 2838888 w 10274300"/>
              <a:gd name="connsiteY1263" fmla="*/ 3600450 h 3606800"/>
              <a:gd name="connsiteX1264" fmla="*/ 2838888 w 10274300"/>
              <a:gd name="connsiteY1264" fmla="*/ 3606800 h 3606800"/>
              <a:gd name="connsiteX1265" fmla="*/ 2788374 w 10274300"/>
              <a:gd name="connsiteY1265" fmla="*/ 3606800 h 3606800"/>
              <a:gd name="connsiteX1266" fmla="*/ 2788374 w 10274300"/>
              <a:gd name="connsiteY1266" fmla="*/ 3600450 h 3606800"/>
              <a:gd name="connsiteX1267" fmla="*/ 2788374 w 10274300"/>
              <a:gd name="connsiteY1267" fmla="*/ 3594100 h 3606800"/>
              <a:gd name="connsiteX1268" fmla="*/ 2838888 w 10274300"/>
              <a:gd name="connsiteY1268" fmla="*/ 3594100 h 3606800"/>
              <a:gd name="connsiteX1269" fmla="*/ 2838888 w 10274300"/>
              <a:gd name="connsiteY1269" fmla="*/ 3600450 h 3606800"/>
              <a:gd name="connsiteX1270" fmla="*/ 2737866 w 10274300"/>
              <a:gd name="connsiteY1270" fmla="*/ 3600450 h 3606800"/>
              <a:gd name="connsiteX1271" fmla="*/ 2737866 w 10274300"/>
              <a:gd name="connsiteY1271" fmla="*/ 3606800 h 3606800"/>
              <a:gd name="connsiteX1272" fmla="*/ 2687352 w 10274300"/>
              <a:gd name="connsiteY1272" fmla="*/ 3606800 h 3606800"/>
              <a:gd name="connsiteX1273" fmla="*/ 2687352 w 10274300"/>
              <a:gd name="connsiteY1273" fmla="*/ 3600450 h 3606800"/>
              <a:gd name="connsiteX1274" fmla="*/ 2687352 w 10274300"/>
              <a:gd name="connsiteY1274" fmla="*/ 3594100 h 3606800"/>
              <a:gd name="connsiteX1275" fmla="*/ 2737866 w 10274300"/>
              <a:gd name="connsiteY1275" fmla="*/ 3594100 h 3606800"/>
              <a:gd name="connsiteX1276" fmla="*/ 2737866 w 10274300"/>
              <a:gd name="connsiteY1276" fmla="*/ 3600450 h 3606800"/>
              <a:gd name="connsiteX1277" fmla="*/ 2636838 w 10274300"/>
              <a:gd name="connsiteY1277" fmla="*/ 3600450 h 3606800"/>
              <a:gd name="connsiteX1278" fmla="*/ 2636838 w 10274300"/>
              <a:gd name="connsiteY1278" fmla="*/ 3606800 h 3606800"/>
              <a:gd name="connsiteX1279" fmla="*/ 2586330 w 10274300"/>
              <a:gd name="connsiteY1279" fmla="*/ 3606800 h 3606800"/>
              <a:gd name="connsiteX1280" fmla="*/ 2586330 w 10274300"/>
              <a:gd name="connsiteY1280" fmla="*/ 3600450 h 3606800"/>
              <a:gd name="connsiteX1281" fmla="*/ 2586330 w 10274300"/>
              <a:gd name="connsiteY1281" fmla="*/ 3594100 h 3606800"/>
              <a:gd name="connsiteX1282" fmla="*/ 2636838 w 10274300"/>
              <a:gd name="connsiteY1282" fmla="*/ 3594100 h 3606800"/>
              <a:gd name="connsiteX1283" fmla="*/ 2636838 w 10274300"/>
              <a:gd name="connsiteY1283" fmla="*/ 3600450 h 3606800"/>
              <a:gd name="connsiteX1284" fmla="*/ 2535815 w 10274300"/>
              <a:gd name="connsiteY1284" fmla="*/ 3600450 h 3606800"/>
              <a:gd name="connsiteX1285" fmla="*/ 2535815 w 10274300"/>
              <a:gd name="connsiteY1285" fmla="*/ 3606800 h 3606800"/>
              <a:gd name="connsiteX1286" fmla="*/ 2485308 w 10274300"/>
              <a:gd name="connsiteY1286" fmla="*/ 3606800 h 3606800"/>
              <a:gd name="connsiteX1287" fmla="*/ 2485308 w 10274300"/>
              <a:gd name="connsiteY1287" fmla="*/ 3600450 h 3606800"/>
              <a:gd name="connsiteX1288" fmla="*/ 2485308 w 10274300"/>
              <a:gd name="connsiteY1288" fmla="*/ 3594100 h 3606800"/>
              <a:gd name="connsiteX1289" fmla="*/ 2535815 w 10274300"/>
              <a:gd name="connsiteY1289" fmla="*/ 3594100 h 3606800"/>
              <a:gd name="connsiteX1290" fmla="*/ 2535815 w 10274300"/>
              <a:gd name="connsiteY1290" fmla="*/ 3600450 h 3606800"/>
              <a:gd name="connsiteX1291" fmla="*/ 2434793 w 10274300"/>
              <a:gd name="connsiteY1291" fmla="*/ 3600450 h 3606800"/>
              <a:gd name="connsiteX1292" fmla="*/ 2434793 w 10274300"/>
              <a:gd name="connsiteY1292" fmla="*/ 3606800 h 3606800"/>
              <a:gd name="connsiteX1293" fmla="*/ 2384285 w 10274300"/>
              <a:gd name="connsiteY1293" fmla="*/ 3606800 h 3606800"/>
              <a:gd name="connsiteX1294" fmla="*/ 2384285 w 10274300"/>
              <a:gd name="connsiteY1294" fmla="*/ 3600450 h 3606800"/>
              <a:gd name="connsiteX1295" fmla="*/ 2384285 w 10274300"/>
              <a:gd name="connsiteY1295" fmla="*/ 3594100 h 3606800"/>
              <a:gd name="connsiteX1296" fmla="*/ 2434793 w 10274300"/>
              <a:gd name="connsiteY1296" fmla="*/ 3594100 h 3606800"/>
              <a:gd name="connsiteX1297" fmla="*/ 2434793 w 10274300"/>
              <a:gd name="connsiteY1297" fmla="*/ 3600450 h 3606800"/>
              <a:gd name="connsiteX1298" fmla="*/ 2333771 w 10274300"/>
              <a:gd name="connsiteY1298" fmla="*/ 3600450 h 3606800"/>
              <a:gd name="connsiteX1299" fmla="*/ 2333771 w 10274300"/>
              <a:gd name="connsiteY1299" fmla="*/ 3606800 h 3606800"/>
              <a:gd name="connsiteX1300" fmla="*/ 2283263 w 10274300"/>
              <a:gd name="connsiteY1300" fmla="*/ 3606800 h 3606800"/>
              <a:gd name="connsiteX1301" fmla="*/ 2283263 w 10274300"/>
              <a:gd name="connsiteY1301" fmla="*/ 3600450 h 3606800"/>
              <a:gd name="connsiteX1302" fmla="*/ 2283263 w 10274300"/>
              <a:gd name="connsiteY1302" fmla="*/ 3594100 h 3606800"/>
              <a:gd name="connsiteX1303" fmla="*/ 2333771 w 10274300"/>
              <a:gd name="connsiteY1303" fmla="*/ 3594100 h 3606800"/>
              <a:gd name="connsiteX1304" fmla="*/ 2333771 w 10274300"/>
              <a:gd name="connsiteY1304" fmla="*/ 3600450 h 3606800"/>
              <a:gd name="connsiteX1305" fmla="*/ 2232749 w 10274300"/>
              <a:gd name="connsiteY1305" fmla="*/ 3600450 h 3606800"/>
              <a:gd name="connsiteX1306" fmla="*/ 2232749 w 10274300"/>
              <a:gd name="connsiteY1306" fmla="*/ 3606800 h 3606800"/>
              <a:gd name="connsiteX1307" fmla="*/ 2182241 w 10274300"/>
              <a:gd name="connsiteY1307" fmla="*/ 3606800 h 3606800"/>
              <a:gd name="connsiteX1308" fmla="*/ 2182241 w 10274300"/>
              <a:gd name="connsiteY1308" fmla="*/ 3600450 h 3606800"/>
              <a:gd name="connsiteX1309" fmla="*/ 2182241 w 10274300"/>
              <a:gd name="connsiteY1309" fmla="*/ 3594100 h 3606800"/>
              <a:gd name="connsiteX1310" fmla="*/ 2232749 w 10274300"/>
              <a:gd name="connsiteY1310" fmla="*/ 3594100 h 3606800"/>
              <a:gd name="connsiteX1311" fmla="*/ 2232749 w 10274300"/>
              <a:gd name="connsiteY1311" fmla="*/ 3600450 h 3606800"/>
              <a:gd name="connsiteX1312" fmla="*/ 2131727 w 10274300"/>
              <a:gd name="connsiteY1312" fmla="*/ 3600450 h 3606800"/>
              <a:gd name="connsiteX1313" fmla="*/ 2131727 w 10274300"/>
              <a:gd name="connsiteY1313" fmla="*/ 3606800 h 3606800"/>
              <a:gd name="connsiteX1314" fmla="*/ 2081219 w 10274300"/>
              <a:gd name="connsiteY1314" fmla="*/ 3606800 h 3606800"/>
              <a:gd name="connsiteX1315" fmla="*/ 2081219 w 10274300"/>
              <a:gd name="connsiteY1315" fmla="*/ 3600450 h 3606800"/>
              <a:gd name="connsiteX1316" fmla="*/ 2081219 w 10274300"/>
              <a:gd name="connsiteY1316" fmla="*/ 3594100 h 3606800"/>
              <a:gd name="connsiteX1317" fmla="*/ 2131727 w 10274300"/>
              <a:gd name="connsiteY1317" fmla="*/ 3594100 h 3606800"/>
              <a:gd name="connsiteX1318" fmla="*/ 2131727 w 10274300"/>
              <a:gd name="connsiteY1318" fmla="*/ 3600450 h 3606800"/>
              <a:gd name="connsiteX1319" fmla="*/ 2030705 w 10274300"/>
              <a:gd name="connsiteY1319" fmla="*/ 3600450 h 3606800"/>
              <a:gd name="connsiteX1320" fmla="*/ 2030705 w 10274300"/>
              <a:gd name="connsiteY1320" fmla="*/ 3606800 h 3606800"/>
              <a:gd name="connsiteX1321" fmla="*/ 1980197 w 10274300"/>
              <a:gd name="connsiteY1321" fmla="*/ 3606800 h 3606800"/>
              <a:gd name="connsiteX1322" fmla="*/ 1980197 w 10274300"/>
              <a:gd name="connsiteY1322" fmla="*/ 3600450 h 3606800"/>
              <a:gd name="connsiteX1323" fmla="*/ 1980197 w 10274300"/>
              <a:gd name="connsiteY1323" fmla="*/ 3594100 h 3606800"/>
              <a:gd name="connsiteX1324" fmla="*/ 2030705 w 10274300"/>
              <a:gd name="connsiteY1324" fmla="*/ 3594100 h 3606800"/>
              <a:gd name="connsiteX1325" fmla="*/ 2030705 w 10274300"/>
              <a:gd name="connsiteY1325" fmla="*/ 3600450 h 3606800"/>
              <a:gd name="connsiteX1326" fmla="*/ 1929682 w 10274300"/>
              <a:gd name="connsiteY1326" fmla="*/ 3600450 h 3606800"/>
              <a:gd name="connsiteX1327" fmla="*/ 1929682 w 10274300"/>
              <a:gd name="connsiteY1327" fmla="*/ 3606800 h 3606800"/>
              <a:gd name="connsiteX1328" fmla="*/ 1879168 w 10274300"/>
              <a:gd name="connsiteY1328" fmla="*/ 3606800 h 3606800"/>
              <a:gd name="connsiteX1329" fmla="*/ 1879168 w 10274300"/>
              <a:gd name="connsiteY1329" fmla="*/ 3600450 h 3606800"/>
              <a:gd name="connsiteX1330" fmla="*/ 1879168 w 10274300"/>
              <a:gd name="connsiteY1330" fmla="*/ 3594100 h 3606800"/>
              <a:gd name="connsiteX1331" fmla="*/ 1929682 w 10274300"/>
              <a:gd name="connsiteY1331" fmla="*/ 3594100 h 3606800"/>
              <a:gd name="connsiteX1332" fmla="*/ 1929682 w 10274300"/>
              <a:gd name="connsiteY1332" fmla="*/ 3600450 h 360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Lst>
            <a:rect l="l" t="t" r="r" b="b"/>
            <a:pathLst>
              <a:path w="10274300" h="3606800">
                <a:moveTo>
                  <a:pt x="8883650" y="60497"/>
                </a:moveTo>
                <a:cubicBezTo>
                  <a:pt x="8887079" y="61316"/>
                  <a:pt x="8890571" y="62141"/>
                  <a:pt x="8894001" y="62973"/>
                </a:cubicBezTo>
                <a:lnTo>
                  <a:pt x="8895524" y="56801"/>
                </a:lnTo>
                <a:lnTo>
                  <a:pt x="8896985" y="50629"/>
                </a:lnTo>
                <a:cubicBezTo>
                  <a:pt x="8892540" y="49555"/>
                  <a:pt x="8888095" y="48495"/>
                  <a:pt x="8883650" y="47454"/>
                </a:cubicBezTo>
                <a:lnTo>
                  <a:pt x="8883650" y="60497"/>
                </a:lnTo>
                <a:close/>
                <a:moveTo>
                  <a:pt x="1778089" y="3600272"/>
                </a:moveTo>
                <a:lnTo>
                  <a:pt x="1778000" y="3606622"/>
                </a:lnTo>
                <a:cubicBezTo>
                  <a:pt x="1786452" y="3606743"/>
                  <a:pt x="1794923" y="3606800"/>
                  <a:pt x="1803400" y="3606800"/>
                </a:cubicBezTo>
                <a:lnTo>
                  <a:pt x="1828660" y="3606800"/>
                </a:lnTo>
                <a:lnTo>
                  <a:pt x="1828660" y="3600450"/>
                </a:lnTo>
                <a:lnTo>
                  <a:pt x="1828660" y="3594100"/>
                </a:lnTo>
                <a:lnTo>
                  <a:pt x="1803400" y="3594100"/>
                </a:lnTo>
                <a:cubicBezTo>
                  <a:pt x="1794980" y="3594100"/>
                  <a:pt x="1786573" y="3594043"/>
                  <a:pt x="1778178" y="3593929"/>
                </a:cubicBezTo>
                <a:lnTo>
                  <a:pt x="1778089" y="3600272"/>
                </a:lnTo>
                <a:close/>
                <a:moveTo>
                  <a:pt x="1727721" y="3598888"/>
                </a:moveTo>
                <a:lnTo>
                  <a:pt x="1727454" y="3605232"/>
                </a:lnTo>
                <a:cubicBezTo>
                  <a:pt x="1710544" y="3604527"/>
                  <a:pt x="1693697" y="3603593"/>
                  <a:pt x="1676914" y="3602431"/>
                </a:cubicBezTo>
                <a:lnTo>
                  <a:pt x="1677353" y="3596100"/>
                </a:lnTo>
                <a:lnTo>
                  <a:pt x="1677791" y="3589763"/>
                </a:lnTo>
                <a:cubicBezTo>
                  <a:pt x="1694459" y="3590919"/>
                  <a:pt x="1711192" y="3591846"/>
                  <a:pt x="1727981" y="3592538"/>
                </a:cubicBezTo>
                <a:lnTo>
                  <a:pt x="1727721" y="3598888"/>
                </a:lnTo>
                <a:close/>
                <a:moveTo>
                  <a:pt x="628409" y="3155950"/>
                </a:moveTo>
                <a:lnTo>
                  <a:pt x="629012" y="3155258"/>
                </a:lnTo>
                <a:cubicBezTo>
                  <a:pt x="616375" y="3144266"/>
                  <a:pt x="603891" y="3133103"/>
                  <a:pt x="591566" y="3121774"/>
                </a:cubicBezTo>
                <a:lnTo>
                  <a:pt x="587267" y="3126448"/>
                </a:lnTo>
                <a:lnTo>
                  <a:pt x="582968" y="3131122"/>
                </a:lnTo>
                <a:cubicBezTo>
                  <a:pt x="592074" y="3139491"/>
                  <a:pt x="601256" y="3147765"/>
                  <a:pt x="610527" y="3155950"/>
                </a:cubicBezTo>
                <a:lnTo>
                  <a:pt x="628409" y="3155950"/>
                </a:lnTo>
                <a:close/>
                <a:moveTo>
                  <a:pt x="1606550" y="3583407"/>
                </a:moveTo>
                <a:lnTo>
                  <a:pt x="1606550" y="3596183"/>
                </a:lnTo>
                <a:cubicBezTo>
                  <a:pt x="1613211" y="3596900"/>
                  <a:pt x="1619885" y="3597593"/>
                  <a:pt x="1626565" y="3598240"/>
                </a:cubicBezTo>
                <a:lnTo>
                  <a:pt x="1627181" y="3591922"/>
                </a:lnTo>
                <a:lnTo>
                  <a:pt x="1627797" y="3585598"/>
                </a:lnTo>
                <a:cubicBezTo>
                  <a:pt x="1620704" y="3584912"/>
                  <a:pt x="1613618" y="3584175"/>
                  <a:pt x="1606550" y="3583407"/>
                </a:cubicBezTo>
                <a:close/>
                <a:moveTo>
                  <a:pt x="8896985" y="3556171"/>
                </a:moveTo>
                <a:cubicBezTo>
                  <a:pt x="8880602" y="3560134"/>
                  <a:pt x="8864156" y="3563874"/>
                  <a:pt x="8847645" y="3567392"/>
                </a:cubicBezTo>
                <a:lnTo>
                  <a:pt x="8846312" y="3561175"/>
                </a:lnTo>
                <a:lnTo>
                  <a:pt x="8845550" y="3557569"/>
                </a:lnTo>
                <a:lnTo>
                  <a:pt x="8845550" y="3554851"/>
                </a:lnTo>
                <a:cubicBezTo>
                  <a:pt x="8861806" y="3551397"/>
                  <a:pt x="8877935" y="3547720"/>
                  <a:pt x="8894001" y="3543827"/>
                </a:cubicBezTo>
                <a:lnTo>
                  <a:pt x="8895524" y="3549999"/>
                </a:lnTo>
                <a:lnTo>
                  <a:pt x="8896985" y="3556171"/>
                </a:lnTo>
                <a:close/>
                <a:moveTo>
                  <a:pt x="7334377" y="3606800"/>
                </a:moveTo>
                <a:lnTo>
                  <a:pt x="7366000" y="3606800"/>
                </a:lnTo>
                <a:lnTo>
                  <a:pt x="7366000" y="3594100"/>
                </a:lnTo>
                <a:lnTo>
                  <a:pt x="7334377" y="3594100"/>
                </a:lnTo>
                <a:lnTo>
                  <a:pt x="7334377" y="3600450"/>
                </a:lnTo>
                <a:lnTo>
                  <a:pt x="7334377" y="3606800"/>
                </a:lnTo>
                <a:close/>
                <a:moveTo>
                  <a:pt x="8944293" y="3537439"/>
                </a:moveTo>
                <a:lnTo>
                  <a:pt x="8946007" y="3543567"/>
                </a:lnTo>
                <a:cubicBezTo>
                  <a:pt x="8962263" y="3539128"/>
                  <a:pt x="8978456" y="3534467"/>
                  <a:pt x="8994584" y="3529590"/>
                </a:cubicBezTo>
                <a:lnTo>
                  <a:pt x="8992743" y="3523513"/>
                </a:lnTo>
                <a:lnTo>
                  <a:pt x="8990902" y="3517437"/>
                </a:lnTo>
                <a:cubicBezTo>
                  <a:pt x="8974899" y="3522282"/>
                  <a:pt x="8958834" y="3526911"/>
                  <a:pt x="8942642" y="3531311"/>
                </a:cubicBezTo>
                <a:lnTo>
                  <a:pt x="8944293" y="3537439"/>
                </a:lnTo>
                <a:close/>
                <a:moveTo>
                  <a:pt x="9040812" y="3508210"/>
                </a:moveTo>
                <a:lnTo>
                  <a:pt x="9042781" y="3514230"/>
                </a:lnTo>
                <a:cubicBezTo>
                  <a:pt x="9058783" y="3508883"/>
                  <a:pt x="9074721" y="3503320"/>
                  <a:pt x="9090533" y="3497542"/>
                </a:cubicBezTo>
                <a:lnTo>
                  <a:pt x="9088310" y="3491579"/>
                </a:lnTo>
                <a:lnTo>
                  <a:pt x="9086152" y="3485610"/>
                </a:lnTo>
                <a:cubicBezTo>
                  <a:pt x="9070467" y="3491351"/>
                  <a:pt x="9054656" y="3496875"/>
                  <a:pt x="9038781" y="3502184"/>
                </a:cubicBezTo>
                <a:lnTo>
                  <a:pt x="9040812" y="3508210"/>
                </a:lnTo>
                <a:close/>
                <a:moveTo>
                  <a:pt x="9135491" y="3473571"/>
                </a:moveTo>
                <a:lnTo>
                  <a:pt x="9137841" y="3479470"/>
                </a:lnTo>
                <a:cubicBezTo>
                  <a:pt x="9153461" y="3473228"/>
                  <a:pt x="9169082" y="3466770"/>
                  <a:pt x="9184513" y="3460102"/>
                </a:cubicBezTo>
                <a:lnTo>
                  <a:pt x="9181973" y="3454273"/>
                </a:lnTo>
                <a:lnTo>
                  <a:pt x="9179496" y="3448444"/>
                </a:lnTo>
                <a:cubicBezTo>
                  <a:pt x="9164130" y="3455061"/>
                  <a:pt x="9148699" y="3461474"/>
                  <a:pt x="9133142" y="3467672"/>
                </a:cubicBezTo>
                <a:lnTo>
                  <a:pt x="9135491" y="3473571"/>
                </a:lnTo>
                <a:close/>
                <a:moveTo>
                  <a:pt x="9228010" y="3433648"/>
                </a:moveTo>
                <a:lnTo>
                  <a:pt x="9230678" y="3439408"/>
                </a:lnTo>
                <a:cubicBezTo>
                  <a:pt x="9245981" y="3432289"/>
                  <a:pt x="9261157" y="3424962"/>
                  <a:pt x="9276270" y="3417424"/>
                </a:cubicBezTo>
                <a:lnTo>
                  <a:pt x="9273413" y="3411747"/>
                </a:lnTo>
                <a:lnTo>
                  <a:pt x="9270556" y="3406070"/>
                </a:lnTo>
                <a:cubicBezTo>
                  <a:pt x="9255633" y="3413551"/>
                  <a:pt x="9240520" y="3420821"/>
                  <a:pt x="9225344" y="3427895"/>
                </a:cubicBezTo>
                <a:lnTo>
                  <a:pt x="9228010" y="3433648"/>
                </a:lnTo>
                <a:close/>
                <a:moveTo>
                  <a:pt x="9318181" y="3388582"/>
                </a:moveTo>
                <a:lnTo>
                  <a:pt x="9321165" y="3394177"/>
                </a:lnTo>
                <a:cubicBezTo>
                  <a:pt x="9336024" y="3386207"/>
                  <a:pt x="9350819" y="3378035"/>
                  <a:pt x="9365424" y="3369660"/>
                </a:cubicBezTo>
                <a:lnTo>
                  <a:pt x="9362313" y="3364147"/>
                </a:lnTo>
                <a:lnTo>
                  <a:pt x="9359138" y="3358636"/>
                </a:lnTo>
                <a:cubicBezTo>
                  <a:pt x="9344596" y="3366948"/>
                  <a:pt x="9329928" y="3375070"/>
                  <a:pt x="9315196" y="3382982"/>
                </a:cubicBezTo>
                <a:lnTo>
                  <a:pt x="9318181" y="3388582"/>
                </a:lnTo>
                <a:close/>
                <a:moveTo>
                  <a:pt x="9405683" y="3338506"/>
                </a:moveTo>
                <a:lnTo>
                  <a:pt x="9408985" y="3343929"/>
                </a:lnTo>
                <a:cubicBezTo>
                  <a:pt x="9423400" y="3335135"/>
                  <a:pt x="9437624" y="3326143"/>
                  <a:pt x="9451784" y="3316961"/>
                </a:cubicBezTo>
                <a:lnTo>
                  <a:pt x="9448356" y="3311639"/>
                </a:lnTo>
                <a:lnTo>
                  <a:pt x="9444863" y="3306312"/>
                </a:lnTo>
                <a:cubicBezTo>
                  <a:pt x="9430830" y="3315430"/>
                  <a:pt x="9416669" y="3324358"/>
                  <a:pt x="9402381" y="3333083"/>
                </a:cubicBezTo>
                <a:lnTo>
                  <a:pt x="9405683" y="3338506"/>
                </a:lnTo>
                <a:close/>
                <a:moveTo>
                  <a:pt x="9490202" y="3283598"/>
                </a:moveTo>
                <a:lnTo>
                  <a:pt x="9493821" y="3288824"/>
                </a:lnTo>
                <a:cubicBezTo>
                  <a:pt x="9507728" y="3279242"/>
                  <a:pt x="9521444" y="3269469"/>
                  <a:pt x="9535033" y="3259512"/>
                </a:cubicBezTo>
                <a:lnTo>
                  <a:pt x="9531286" y="3254388"/>
                </a:lnTo>
                <a:lnTo>
                  <a:pt x="9527540" y="3249263"/>
                </a:lnTo>
                <a:cubicBezTo>
                  <a:pt x="9514078" y="3259150"/>
                  <a:pt x="9500426" y="3268853"/>
                  <a:pt x="9486582" y="3278372"/>
                </a:cubicBezTo>
                <a:lnTo>
                  <a:pt x="9490202" y="3283598"/>
                </a:lnTo>
                <a:close/>
                <a:moveTo>
                  <a:pt x="9571545" y="3224048"/>
                </a:moveTo>
                <a:lnTo>
                  <a:pt x="9575482" y="3229064"/>
                </a:lnTo>
                <a:cubicBezTo>
                  <a:pt x="9588754" y="3218720"/>
                  <a:pt x="9601962" y="3208198"/>
                  <a:pt x="9614980" y="3197498"/>
                </a:cubicBezTo>
                <a:lnTo>
                  <a:pt x="9610979" y="3192596"/>
                </a:lnTo>
                <a:lnTo>
                  <a:pt x="9606915" y="3187687"/>
                </a:lnTo>
                <a:cubicBezTo>
                  <a:pt x="9593961" y="3198311"/>
                  <a:pt x="9580880" y="3208763"/>
                  <a:pt x="9567672" y="3219031"/>
                </a:cubicBezTo>
                <a:lnTo>
                  <a:pt x="9571545" y="3224048"/>
                </a:lnTo>
                <a:close/>
                <a:moveTo>
                  <a:pt x="9649460" y="3160046"/>
                </a:moveTo>
                <a:lnTo>
                  <a:pt x="9653651" y="3164840"/>
                </a:lnTo>
                <a:cubicBezTo>
                  <a:pt x="9666351" y="3153772"/>
                  <a:pt x="9678924" y="3142533"/>
                  <a:pt x="9691306" y="3131122"/>
                </a:cubicBezTo>
                <a:lnTo>
                  <a:pt x="9687052" y="3126442"/>
                </a:lnTo>
                <a:lnTo>
                  <a:pt x="9682734" y="3121768"/>
                </a:lnTo>
                <a:cubicBezTo>
                  <a:pt x="9670415" y="3133103"/>
                  <a:pt x="9657906" y="3144266"/>
                  <a:pt x="9645269" y="3155252"/>
                </a:cubicBezTo>
                <a:lnTo>
                  <a:pt x="9649460" y="3160046"/>
                </a:lnTo>
                <a:close/>
                <a:moveTo>
                  <a:pt x="9723692" y="3091802"/>
                </a:moveTo>
                <a:lnTo>
                  <a:pt x="9728073" y="3096355"/>
                </a:lnTo>
                <a:cubicBezTo>
                  <a:pt x="9740202" y="3084601"/>
                  <a:pt x="9752076" y="3072676"/>
                  <a:pt x="9763887" y="3060586"/>
                </a:cubicBezTo>
                <a:lnTo>
                  <a:pt x="9759315" y="3056160"/>
                </a:lnTo>
                <a:lnTo>
                  <a:pt x="9754743" y="3051734"/>
                </a:lnTo>
                <a:cubicBezTo>
                  <a:pt x="9743059" y="3063736"/>
                  <a:pt x="9731248" y="3075578"/>
                  <a:pt x="9719246" y="3087250"/>
                </a:cubicBezTo>
                <a:lnTo>
                  <a:pt x="9723692" y="3091802"/>
                </a:lnTo>
                <a:close/>
                <a:moveTo>
                  <a:pt x="9793922" y="3019533"/>
                </a:moveTo>
                <a:lnTo>
                  <a:pt x="9798621" y="3023832"/>
                </a:lnTo>
                <a:cubicBezTo>
                  <a:pt x="9810052" y="3011418"/>
                  <a:pt x="9821291" y="2998851"/>
                  <a:pt x="9832340" y="2986126"/>
                </a:cubicBezTo>
                <a:lnTo>
                  <a:pt x="9827578" y="2981954"/>
                </a:lnTo>
                <a:lnTo>
                  <a:pt x="9822752" y="2977788"/>
                </a:lnTo>
                <a:cubicBezTo>
                  <a:pt x="9811766" y="2990431"/>
                  <a:pt x="9800590" y="3002909"/>
                  <a:pt x="9789287" y="3015234"/>
                </a:cubicBezTo>
                <a:lnTo>
                  <a:pt x="9793922" y="3019533"/>
                </a:lnTo>
                <a:close/>
                <a:moveTo>
                  <a:pt x="9860090" y="2943454"/>
                </a:moveTo>
                <a:lnTo>
                  <a:pt x="9864979" y="2947480"/>
                </a:lnTo>
                <a:cubicBezTo>
                  <a:pt x="9875710" y="2934456"/>
                  <a:pt x="9886252" y="2921280"/>
                  <a:pt x="9896539" y="2907957"/>
                </a:cubicBezTo>
                <a:lnTo>
                  <a:pt x="9891522" y="2904065"/>
                </a:lnTo>
                <a:lnTo>
                  <a:pt x="9886506" y="2900172"/>
                </a:lnTo>
                <a:cubicBezTo>
                  <a:pt x="9876282" y="2913406"/>
                  <a:pt x="9865805" y="2926487"/>
                  <a:pt x="9855200" y="2939421"/>
                </a:cubicBezTo>
                <a:lnTo>
                  <a:pt x="9860090" y="2943454"/>
                </a:lnTo>
                <a:close/>
                <a:moveTo>
                  <a:pt x="9956292" y="2826322"/>
                </a:moveTo>
                <a:cubicBezTo>
                  <a:pt x="9946767" y="2840209"/>
                  <a:pt x="9936988" y="2853957"/>
                  <a:pt x="9927019" y="2867558"/>
                </a:cubicBezTo>
                <a:lnTo>
                  <a:pt x="9921875" y="2863806"/>
                </a:lnTo>
                <a:lnTo>
                  <a:pt x="9916795" y="2860053"/>
                </a:lnTo>
                <a:cubicBezTo>
                  <a:pt x="9926638" y="2846547"/>
                  <a:pt x="9936353" y="2832900"/>
                  <a:pt x="9945878" y="2819108"/>
                </a:cubicBezTo>
                <a:lnTo>
                  <a:pt x="9951085" y="2822715"/>
                </a:lnTo>
                <a:lnTo>
                  <a:pt x="9956292" y="2826322"/>
                </a:lnTo>
                <a:close/>
                <a:moveTo>
                  <a:pt x="9979152" y="2780830"/>
                </a:moveTo>
                <a:lnTo>
                  <a:pt x="9984486" y="2784291"/>
                </a:lnTo>
                <a:cubicBezTo>
                  <a:pt x="9993630" y="2770150"/>
                  <a:pt x="10002647" y="2755875"/>
                  <a:pt x="10011410" y="2741467"/>
                </a:cubicBezTo>
                <a:lnTo>
                  <a:pt x="10006012" y="2738158"/>
                </a:lnTo>
                <a:lnTo>
                  <a:pt x="10000615" y="2734850"/>
                </a:lnTo>
                <a:cubicBezTo>
                  <a:pt x="9991852" y="2749156"/>
                  <a:pt x="9982898" y="2763336"/>
                  <a:pt x="9973818" y="2777376"/>
                </a:cubicBezTo>
                <a:lnTo>
                  <a:pt x="9979152" y="2780830"/>
                </a:lnTo>
                <a:close/>
                <a:moveTo>
                  <a:pt x="10031667" y="2694781"/>
                </a:moveTo>
                <a:lnTo>
                  <a:pt x="10037191" y="2697937"/>
                </a:lnTo>
                <a:cubicBezTo>
                  <a:pt x="10045509" y="2683307"/>
                  <a:pt x="10053701" y="2668550"/>
                  <a:pt x="10061702" y="2653665"/>
                </a:cubicBezTo>
                <a:lnTo>
                  <a:pt x="10056051" y="2650668"/>
                </a:lnTo>
                <a:lnTo>
                  <a:pt x="10050462" y="2647671"/>
                </a:lnTo>
                <a:cubicBezTo>
                  <a:pt x="10042589" y="2662447"/>
                  <a:pt x="10034460" y="2677103"/>
                  <a:pt x="10026142" y="2691625"/>
                </a:cubicBezTo>
                <a:lnTo>
                  <a:pt x="10031667" y="2694781"/>
                </a:lnTo>
                <a:close/>
                <a:moveTo>
                  <a:pt x="10079228" y="2605913"/>
                </a:moveTo>
                <a:lnTo>
                  <a:pt x="10084943" y="2608752"/>
                </a:lnTo>
                <a:cubicBezTo>
                  <a:pt x="10092436" y="2593683"/>
                  <a:pt x="10099802" y="2578494"/>
                  <a:pt x="10106914" y="2563190"/>
                </a:cubicBezTo>
                <a:lnTo>
                  <a:pt x="10101135" y="2560511"/>
                </a:lnTo>
                <a:lnTo>
                  <a:pt x="10095420" y="2557837"/>
                </a:lnTo>
                <a:cubicBezTo>
                  <a:pt x="10088308" y="2573033"/>
                  <a:pt x="10081069" y="2588114"/>
                  <a:pt x="10073577" y="2603075"/>
                </a:cubicBezTo>
                <a:lnTo>
                  <a:pt x="10079228" y="2605913"/>
                </a:lnTo>
                <a:close/>
                <a:moveTo>
                  <a:pt x="10121773" y="2514499"/>
                </a:moveTo>
                <a:lnTo>
                  <a:pt x="10127615" y="2517013"/>
                </a:lnTo>
                <a:cubicBezTo>
                  <a:pt x="10134282" y="2501557"/>
                  <a:pt x="10140759" y="2485987"/>
                  <a:pt x="10146982" y="2470309"/>
                </a:cubicBezTo>
                <a:lnTo>
                  <a:pt x="10141077" y="2467960"/>
                </a:lnTo>
                <a:lnTo>
                  <a:pt x="10135171" y="2465610"/>
                </a:lnTo>
                <a:cubicBezTo>
                  <a:pt x="10128948" y="2481174"/>
                  <a:pt x="10122535" y="2496636"/>
                  <a:pt x="10115931" y="2511984"/>
                </a:cubicBezTo>
                <a:lnTo>
                  <a:pt x="10121773" y="2514499"/>
                </a:lnTo>
                <a:close/>
                <a:moveTo>
                  <a:pt x="10159047" y="2420823"/>
                </a:moveTo>
                <a:lnTo>
                  <a:pt x="10165017" y="2423001"/>
                </a:lnTo>
                <a:cubicBezTo>
                  <a:pt x="10170795" y="2407209"/>
                  <a:pt x="10176383" y="2391302"/>
                  <a:pt x="10181717" y="2375307"/>
                </a:cubicBezTo>
                <a:lnTo>
                  <a:pt x="10175684" y="2373294"/>
                </a:lnTo>
                <a:lnTo>
                  <a:pt x="10169716" y="2371281"/>
                </a:lnTo>
                <a:cubicBezTo>
                  <a:pt x="10164381" y="2387168"/>
                  <a:pt x="10158857" y="2402955"/>
                  <a:pt x="10153142" y="2418639"/>
                </a:cubicBezTo>
                <a:lnTo>
                  <a:pt x="10159047" y="2420823"/>
                </a:lnTo>
                <a:close/>
                <a:moveTo>
                  <a:pt x="10190988" y="2325237"/>
                </a:moveTo>
                <a:lnTo>
                  <a:pt x="10197084" y="2327078"/>
                </a:lnTo>
                <a:cubicBezTo>
                  <a:pt x="10201973" y="2310968"/>
                  <a:pt x="10206609" y="2294769"/>
                  <a:pt x="10211054" y="2278475"/>
                </a:cubicBezTo>
                <a:lnTo>
                  <a:pt x="10204958" y="2276812"/>
                </a:lnTo>
                <a:lnTo>
                  <a:pt x="10198798" y="2275141"/>
                </a:lnTo>
                <a:cubicBezTo>
                  <a:pt x="10194417" y="2291315"/>
                  <a:pt x="10189781" y="2307406"/>
                  <a:pt x="10184956" y="2323395"/>
                </a:cubicBezTo>
                <a:lnTo>
                  <a:pt x="10190988" y="2325237"/>
                </a:lnTo>
                <a:close/>
                <a:moveTo>
                  <a:pt x="10217468" y="2227993"/>
                </a:moveTo>
                <a:lnTo>
                  <a:pt x="10223691" y="2229492"/>
                </a:lnTo>
                <a:cubicBezTo>
                  <a:pt x="10227628" y="2213121"/>
                  <a:pt x="10231374" y="2196675"/>
                  <a:pt x="10234867" y="2180133"/>
                </a:cubicBezTo>
                <a:lnTo>
                  <a:pt x="10228707" y="2178818"/>
                </a:lnTo>
                <a:lnTo>
                  <a:pt x="10222484" y="2177498"/>
                </a:lnTo>
                <a:cubicBezTo>
                  <a:pt x="10218992" y="2193912"/>
                  <a:pt x="10215245" y="2210251"/>
                  <a:pt x="10211308" y="2226501"/>
                </a:cubicBezTo>
                <a:lnTo>
                  <a:pt x="10217468" y="2227993"/>
                </a:lnTo>
                <a:close/>
                <a:moveTo>
                  <a:pt x="10238422" y="2129409"/>
                </a:moveTo>
                <a:lnTo>
                  <a:pt x="10244709" y="2130552"/>
                </a:lnTo>
                <a:cubicBezTo>
                  <a:pt x="10247757" y="2113978"/>
                  <a:pt x="10250551" y="2097322"/>
                  <a:pt x="10253155" y="2080590"/>
                </a:cubicBezTo>
                <a:lnTo>
                  <a:pt x="10246868" y="2079625"/>
                </a:lnTo>
                <a:lnTo>
                  <a:pt x="10240581" y="2078653"/>
                </a:lnTo>
                <a:cubicBezTo>
                  <a:pt x="10238042" y="2095265"/>
                  <a:pt x="10235247" y="2111807"/>
                  <a:pt x="10232199" y="2128260"/>
                </a:cubicBezTo>
                <a:lnTo>
                  <a:pt x="10238422" y="2129409"/>
                </a:lnTo>
                <a:close/>
                <a:moveTo>
                  <a:pt x="10253853" y="2029784"/>
                </a:moveTo>
                <a:lnTo>
                  <a:pt x="10260140" y="2030578"/>
                </a:lnTo>
                <a:cubicBezTo>
                  <a:pt x="10262235" y="2013864"/>
                  <a:pt x="10264077" y="1997081"/>
                  <a:pt x="10265728" y="1980235"/>
                </a:cubicBezTo>
                <a:lnTo>
                  <a:pt x="10259441" y="1979619"/>
                </a:lnTo>
                <a:lnTo>
                  <a:pt x="10253091" y="1979003"/>
                </a:lnTo>
                <a:cubicBezTo>
                  <a:pt x="10251504" y="1995735"/>
                  <a:pt x="10249598" y="2012398"/>
                  <a:pt x="10247503" y="2028996"/>
                </a:cubicBezTo>
                <a:lnTo>
                  <a:pt x="10253853" y="2029784"/>
                </a:lnTo>
                <a:close/>
                <a:moveTo>
                  <a:pt x="10263569" y="1929447"/>
                </a:moveTo>
                <a:lnTo>
                  <a:pt x="10269919" y="1929892"/>
                </a:lnTo>
                <a:cubicBezTo>
                  <a:pt x="10271125" y="1913103"/>
                  <a:pt x="10272014" y="1896256"/>
                  <a:pt x="10272712" y="1879346"/>
                </a:cubicBezTo>
                <a:lnTo>
                  <a:pt x="10266362" y="1879080"/>
                </a:lnTo>
                <a:lnTo>
                  <a:pt x="10260012" y="1878819"/>
                </a:lnTo>
                <a:cubicBezTo>
                  <a:pt x="10259314" y="1895608"/>
                  <a:pt x="10258425" y="1912341"/>
                  <a:pt x="10257282" y="1929009"/>
                </a:cubicBezTo>
                <a:lnTo>
                  <a:pt x="10263569" y="1929447"/>
                </a:lnTo>
                <a:close/>
                <a:moveTo>
                  <a:pt x="10267759" y="1828711"/>
                </a:moveTo>
                <a:lnTo>
                  <a:pt x="10274109" y="1828800"/>
                </a:lnTo>
                <a:cubicBezTo>
                  <a:pt x="10274236" y="1820348"/>
                  <a:pt x="10274300" y="1811884"/>
                  <a:pt x="10274300" y="1803400"/>
                </a:cubicBezTo>
                <a:cubicBezTo>
                  <a:pt x="10274300" y="1794916"/>
                  <a:pt x="10274236" y="1786452"/>
                  <a:pt x="10274109" y="1778000"/>
                </a:cubicBezTo>
                <a:lnTo>
                  <a:pt x="10267759" y="1778089"/>
                </a:lnTo>
                <a:lnTo>
                  <a:pt x="10261409" y="1778171"/>
                </a:lnTo>
                <a:cubicBezTo>
                  <a:pt x="10261536" y="1786566"/>
                  <a:pt x="10261600" y="1794980"/>
                  <a:pt x="10261600" y="1803400"/>
                </a:cubicBezTo>
                <a:cubicBezTo>
                  <a:pt x="10261600" y="1811820"/>
                  <a:pt x="10261536" y="1820228"/>
                  <a:pt x="10261409" y="1828622"/>
                </a:cubicBezTo>
                <a:lnTo>
                  <a:pt x="10267759" y="1828711"/>
                </a:lnTo>
                <a:close/>
                <a:moveTo>
                  <a:pt x="10266362" y="1727714"/>
                </a:moveTo>
                <a:lnTo>
                  <a:pt x="10272712" y="1727454"/>
                </a:lnTo>
                <a:cubicBezTo>
                  <a:pt x="10272014" y="1710544"/>
                  <a:pt x="10271125" y="1693697"/>
                  <a:pt x="10269919" y="1676908"/>
                </a:cubicBezTo>
                <a:lnTo>
                  <a:pt x="10263569" y="1677346"/>
                </a:lnTo>
                <a:lnTo>
                  <a:pt x="10257282" y="1677791"/>
                </a:lnTo>
                <a:cubicBezTo>
                  <a:pt x="10258425" y="1694459"/>
                  <a:pt x="10259314" y="1711186"/>
                  <a:pt x="10260012" y="1727981"/>
                </a:cubicBezTo>
                <a:lnTo>
                  <a:pt x="10266362" y="1727714"/>
                </a:lnTo>
                <a:close/>
                <a:moveTo>
                  <a:pt x="10259441" y="1627181"/>
                </a:moveTo>
                <a:lnTo>
                  <a:pt x="10265728" y="1626565"/>
                </a:lnTo>
                <a:cubicBezTo>
                  <a:pt x="10264077" y="1609712"/>
                  <a:pt x="10262235" y="1592929"/>
                  <a:pt x="10260140" y="1576222"/>
                </a:cubicBezTo>
                <a:lnTo>
                  <a:pt x="10253853" y="1577010"/>
                </a:lnTo>
                <a:lnTo>
                  <a:pt x="10247503" y="1577804"/>
                </a:lnTo>
                <a:cubicBezTo>
                  <a:pt x="10249598" y="1594396"/>
                  <a:pt x="10251504" y="1611065"/>
                  <a:pt x="10253091" y="1627797"/>
                </a:cubicBezTo>
                <a:lnTo>
                  <a:pt x="10259441" y="1627181"/>
                </a:lnTo>
                <a:close/>
                <a:moveTo>
                  <a:pt x="10246868" y="1527175"/>
                </a:moveTo>
                <a:lnTo>
                  <a:pt x="10253155" y="1526210"/>
                </a:lnTo>
                <a:cubicBezTo>
                  <a:pt x="10250551" y="1509478"/>
                  <a:pt x="10247757" y="1492822"/>
                  <a:pt x="10244709" y="1476248"/>
                </a:cubicBezTo>
                <a:lnTo>
                  <a:pt x="10238422" y="1477391"/>
                </a:lnTo>
                <a:lnTo>
                  <a:pt x="10232199" y="1478534"/>
                </a:lnTo>
                <a:cubicBezTo>
                  <a:pt x="10235247" y="1494993"/>
                  <a:pt x="10238042" y="1511529"/>
                  <a:pt x="10240581" y="1528147"/>
                </a:cubicBezTo>
                <a:lnTo>
                  <a:pt x="10246868" y="1527175"/>
                </a:lnTo>
                <a:close/>
                <a:moveTo>
                  <a:pt x="10223691" y="1377309"/>
                </a:moveTo>
                <a:cubicBezTo>
                  <a:pt x="10227628" y="1393673"/>
                  <a:pt x="10231374" y="1410126"/>
                  <a:pt x="10234867" y="1426661"/>
                </a:cubicBezTo>
                <a:lnTo>
                  <a:pt x="10228707" y="1427982"/>
                </a:lnTo>
                <a:lnTo>
                  <a:pt x="10222484" y="1429302"/>
                </a:lnTo>
                <a:cubicBezTo>
                  <a:pt x="10218992" y="1412881"/>
                  <a:pt x="10215245" y="1396549"/>
                  <a:pt x="10211308" y="1380300"/>
                </a:cubicBezTo>
                <a:lnTo>
                  <a:pt x="10217468" y="1378807"/>
                </a:lnTo>
                <a:lnTo>
                  <a:pt x="10223691" y="1377309"/>
                </a:lnTo>
                <a:close/>
                <a:moveTo>
                  <a:pt x="10204958" y="1329989"/>
                </a:moveTo>
                <a:lnTo>
                  <a:pt x="10211054" y="1328319"/>
                </a:lnTo>
                <a:cubicBezTo>
                  <a:pt x="10206609" y="1312031"/>
                  <a:pt x="10201973" y="1295826"/>
                  <a:pt x="10197084" y="1279722"/>
                </a:cubicBezTo>
                <a:lnTo>
                  <a:pt x="10190988" y="1281563"/>
                </a:lnTo>
                <a:lnTo>
                  <a:pt x="10184956" y="1283405"/>
                </a:lnTo>
                <a:cubicBezTo>
                  <a:pt x="10189781" y="1299394"/>
                  <a:pt x="10194417" y="1315479"/>
                  <a:pt x="10198798" y="1331659"/>
                </a:cubicBezTo>
                <a:lnTo>
                  <a:pt x="10204958" y="1329989"/>
                </a:lnTo>
                <a:close/>
                <a:moveTo>
                  <a:pt x="10175684" y="1233507"/>
                </a:moveTo>
                <a:lnTo>
                  <a:pt x="10181717" y="1231493"/>
                </a:lnTo>
                <a:cubicBezTo>
                  <a:pt x="10176383" y="1215492"/>
                  <a:pt x="10170795" y="1199591"/>
                  <a:pt x="10165017" y="1183793"/>
                </a:cubicBezTo>
                <a:lnTo>
                  <a:pt x="10159047" y="1185977"/>
                </a:lnTo>
                <a:lnTo>
                  <a:pt x="10153142" y="1188161"/>
                </a:lnTo>
                <a:cubicBezTo>
                  <a:pt x="10158857" y="1203846"/>
                  <a:pt x="10164381" y="1219632"/>
                  <a:pt x="10169716" y="1235520"/>
                </a:cubicBezTo>
                <a:lnTo>
                  <a:pt x="10175684" y="1233507"/>
                </a:lnTo>
                <a:close/>
                <a:moveTo>
                  <a:pt x="10141077" y="1138841"/>
                </a:moveTo>
                <a:lnTo>
                  <a:pt x="10146982" y="1136491"/>
                </a:lnTo>
                <a:cubicBezTo>
                  <a:pt x="10140759" y="1120813"/>
                  <a:pt x="10134282" y="1105243"/>
                  <a:pt x="10127615" y="1089787"/>
                </a:cubicBezTo>
                <a:lnTo>
                  <a:pt x="10121773" y="1092302"/>
                </a:lnTo>
                <a:lnTo>
                  <a:pt x="10115931" y="1094816"/>
                </a:lnTo>
                <a:cubicBezTo>
                  <a:pt x="10122535" y="1110164"/>
                  <a:pt x="10128948" y="1125620"/>
                  <a:pt x="10135171" y="1141190"/>
                </a:cubicBezTo>
                <a:lnTo>
                  <a:pt x="10141077" y="1138841"/>
                </a:lnTo>
                <a:close/>
                <a:moveTo>
                  <a:pt x="10101135" y="1046283"/>
                </a:moveTo>
                <a:lnTo>
                  <a:pt x="10106914" y="1043610"/>
                </a:lnTo>
                <a:cubicBezTo>
                  <a:pt x="10099802" y="1028300"/>
                  <a:pt x="10092436" y="1013111"/>
                  <a:pt x="10084943" y="998049"/>
                </a:cubicBezTo>
                <a:lnTo>
                  <a:pt x="10079228" y="1000887"/>
                </a:lnTo>
                <a:lnTo>
                  <a:pt x="10073577" y="1003725"/>
                </a:lnTo>
                <a:cubicBezTo>
                  <a:pt x="10081069" y="1018686"/>
                  <a:pt x="10088308" y="1033767"/>
                  <a:pt x="10095420" y="1048963"/>
                </a:cubicBezTo>
                <a:lnTo>
                  <a:pt x="10101135" y="1046283"/>
                </a:lnTo>
                <a:close/>
                <a:moveTo>
                  <a:pt x="10056051" y="956132"/>
                </a:moveTo>
                <a:lnTo>
                  <a:pt x="10061702" y="953129"/>
                </a:lnTo>
                <a:cubicBezTo>
                  <a:pt x="10053701" y="938251"/>
                  <a:pt x="10045509" y="923493"/>
                  <a:pt x="10037191" y="908863"/>
                </a:cubicBezTo>
                <a:lnTo>
                  <a:pt x="10031667" y="912019"/>
                </a:lnTo>
                <a:lnTo>
                  <a:pt x="10026142" y="915175"/>
                </a:lnTo>
                <a:cubicBezTo>
                  <a:pt x="10034460" y="929697"/>
                  <a:pt x="10042589" y="944353"/>
                  <a:pt x="10050462" y="959129"/>
                </a:cubicBezTo>
                <a:lnTo>
                  <a:pt x="10056051" y="956132"/>
                </a:lnTo>
                <a:close/>
                <a:moveTo>
                  <a:pt x="10006012" y="868642"/>
                </a:moveTo>
                <a:lnTo>
                  <a:pt x="10011410" y="865334"/>
                </a:lnTo>
                <a:cubicBezTo>
                  <a:pt x="10002647" y="850925"/>
                  <a:pt x="9993630" y="836651"/>
                  <a:pt x="9984486" y="822509"/>
                </a:cubicBezTo>
                <a:lnTo>
                  <a:pt x="9979152" y="825970"/>
                </a:lnTo>
                <a:lnTo>
                  <a:pt x="9973818" y="829424"/>
                </a:lnTo>
                <a:cubicBezTo>
                  <a:pt x="9982898" y="843464"/>
                  <a:pt x="9991852" y="857644"/>
                  <a:pt x="10000615" y="871950"/>
                </a:cubicBezTo>
                <a:lnTo>
                  <a:pt x="10006012" y="868642"/>
                </a:lnTo>
                <a:close/>
                <a:moveTo>
                  <a:pt x="9951085" y="784085"/>
                </a:moveTo>
                <a:lnTo>
                  <a:pt x="9956292" y="780479"/>
                </a:lnTo>
                <a:cubicBezTo>
                  <a:pt x="9946767" y="766591"/>
                  <a:pt x="9936988" y="752843"/>
                  <a:pt x="9927019" y="739242"/>
                </a:cubicBezTo>
                <a:lnTo>
                  <a:pt x="9921875" y="742994"/>
                </a:lnTo>
                <a:lnTo>
                  <a:pt x="9916795" y="746747"/>
                </a:lnTo>
                <a:cubicBezTo>
                  <a:pt x="9926638" y="760254"/>
                  <a:pt x="9936353" y="773900"/>
                  <a:pt x="9945878" y="787692"/>
                </a:cubicBezTo>
                <a:lnTo>
                  <a:pt x="9951085" y="784085"/>
                </a:lnTo>
                <a:close/>
                <a:moveTo>
                  <a:pt x="9891522" y="702735"/>
                </a:moveTo>
                <a:lnTo>
                  <a:pt x="9896539" y="698843"/>
                </a:lnTo>
                <a:cubicBezTo>
                  <a:pt x="9886252" y="685521"/>
                  <a:pt x="9875710" y="672338"/>
                  <a:pt x="9864979" y="659314"/>
                </a:cubicBezTo>
                <a:lnTo>
                  <a:pt x="9860090" y="663346"/>
                </a:lnTo>
                <a:lnTo>
                  <a:pt x="9855200" y="667379"/>
                </a:lnTo>
                <a:cubicBezTo>
                  <a:pt x="9865805" y="680314"/>
                  <a:pt x="9876282" y="693395"/>
                  <a:pt x="9886506" y="706628"/>
                </a:cubicBezTo>
                <a:lnTo>
                  <a:pt x="9891522" y="702735"/>
                </a:lnTo>
                <a:close/>
                <a:moveTo>
                  <a:pt x="9827578" y="624840"/>
                </a:moveTo>
                <a:lnTo>
                  <a:pt x="9832340" y="620674"/>
                </a:lnTo>
                <a:cubicBezTo>
                  <a:pt x="9821291" y="607949"/>
                  <a:pt x="9810052" y="595382"/>
                  <a:pt x="9798621" y="582968"/>
                </a:cubicBezTo>
                <a:lnTo>
                  <a:pt x="9793922" y="587267"/>
                </a:lnTo>
                <a:lnTo>
                  <a:pt x="9789287" y="591566"/>
                </a:lnTo>
                <a:cubicBezTo>
                  <a:pt x="9800590" y="603891"/>
                  <a:pt x="9811766" y="616369"/>
                  <a:pt x="9822752" y="629012"/>
                </a:cubicBezTo>
                <a:lnTo>
                  <a:pt x="9827578" y="624840"/>
                </a:lnTo>
                <a:close/>
                <a:moveTo>
                  <a:pt x="9759315" y="550640"/>
                </a:moveTo>
                <a:lnTo>
                  <a:pt x="9763887" y="546214"/>
                </a:lnTo>
                <a:cubicBezTo>
                  <a:pt x="9752076" y="534124"/>
                  <a:pt x="9740202" y="522199"/>
                  <a:pt x="9728073" y="510445"/>
                </a:cubicBezTo>
                <a:lnTo>
                  <a:pt x="9723628" y="514998"/>
                </a:lnTo>
                <a:lnTo>
                  <a:pt x="9719246" y="519544"/>
                </a:lnTo>
                <a:cubicBezTo>
                  <a:pt x="9731248" y="531222"/>
                  <a:pt x="9743059" y="543065"/>
                  <a:pt x="9754743" y="555066"/>
                </a:cubicBezTo>
                <a:lnTo>
                  <a:pt x="9759315" y="550640"/>
                </a:lnTo>
                <a:close/>
                <a:moveTo>
                  <a:pt x="9687052" y="480352"/>
                </a:moveTo>
                <a:lnTo>
                  <a:pt x="9691306" y="475679"/>
                </a:lnTo>
                <a:cubicBezTo>
                  <a:pt x="9678924" y="464268"/>
                  <a:pt x="9666351" y="453028"/>
                  <a:pt x="9653651" y="441960"/>
                </a:cubicBezTo>
                <a:lnTo>
                  <a:pt x="9649460" y="446754"/>
                </a:lnTo>
                <a:lnTo>
                  <a:pt x="9645269" y="451542"/>
                </a:lnTo>
                <a:cubicBezTo>
                  <a:pt x="9657906" y="462534"/>
                  <a:pt x="9670415" y="473697"/>
                  <a:pt x="9682734" y="485026"/>
                </a:cubicBezTo>
                <a:lnTo>
                  <a:pt x="9687052" y="480352"/>
                </a:lnTo>
                <a:close/>
                <a:moveTo>
                  <a:pt x="9610979" y="414204"/>
                </a:moveTo>
                <a:lnTo>
                  <a:pt x="9614980" y="409302"/>
                </a:lnTo>
                <a:cubicBezTo>
                  <a:pt x="9601962" y="398596"/>
                  <a:pt x="9588754" y="388074"/>
                  <a:pt x="9575482" y="377736"/>
                </a:cubicBezTo>
                <a:lnTo>
                  <a:pt x="9571545" y="382753"/>
                </a:lnTo>
                <a:lnTo>
                  <a:pt x="9567672" y="387769"/>
                </a:lnTo>
                <a:cubicBezTo>
                  <a:pt x="9580880" y="398037"/>
                  <a:pt x="9593961" y="408489"/>
                  <a:pt x="9606915" y="419113"/>
                </a:cubicBezTo>
                <a:lnTo>
                  <a:pt x="9610979" y="414204"/>
                </a:lnTo>
                <a:close/>
                <a:moveTo>
                  <a:pt x="9531286" y="352412"/>
                </a:moveTo>
                <a:lnTo>
                  <a:pt x="9535033" y="347288"/>
                </a:lnTo>
                <a:cubicBezTo>
                  <a:pt x="9521444" y="337331"/>
                  <a:pt x="9507728" y="327559"/>
                  <a:pt x="9493821" y="317976"/>
                </a:cubicBezTo>
                <a:lnTo>
                  <a:pt x="9490202" y="323202"/>
                </a:lnTo>
                <a:lnTo>
                  <a:pt x="9486582" y="328428"/>
                </a:lnTo>
                <a:cubicBezTo>
                  <a:pt x="9500426" y="337947"/>
                  <a:pt x="9514078" y="347650"/>
                  <a:pt x="9527540" y="357537"/>
                </a:cubicBezTo>
                <a:lnTo>
                  <a:pt x="9531286" y="352412"/>
                </a:lnTo>
                <a:close/>
                <a:moveTo>
                  <a:pt x="9448356" y="295161"/>
                </a:moveTo>
                <a:lnTo>
                  <a:pt x="9451784" y="289839"/>
                </a:lnTo>
                <a:cubicBezTo>
                  <a:pt x="9437624" y="280657"/>
                  <a:pt x="9423400" y="271666"/>
                  <a:pt x="9408985" y="262871"/>
                </a:cubicBezTo>
                <a:lnTo>
                  <a:pt x="9405683" y="268294"/>
                </a:lnTo>
                <a:lnTo>
                  <a:pt x="9402318" y="273710"/>
                </a:lnTo>
                <a:cubicBezTo>
                  <a:pt x="9416669" y="282442"/>
                  <a:pt x="9430830" y="291370"/>
                  <a:pt x="9444863" y="300488"/>
                </a:cubicBezTo>
                <a:lnTo>
                  <a:pt x="9448356" y="295161"/>
                </a:lnTo>
                <a:close/>
                <a:moveTo>
                  <a:pt x="9362313" y="242653"/>
                </a:moveTo>
                <a:lnTo>
                  <a:pt x="9365424" y="237141"/>
                </a:lnTo>
                <a:cubicBezTo>
                  <a:pt x="9350819" y="228765"/>
                  <a:pt x="9336024" y="220593"/>
                  <a:pt x="9321165" y="212623"/>
                </a:cubicBezTo>
                <a:lnTo>
                  <a:pt x="9318181" y="218218"/>
                </a:lnTo>
                <a:lnTo>
                  <a:pt x="9315196" y="223819"/>
                </a:lnTo>
                <a:cubicBezTo>
                  <a:pt x="9329928" y="231731"/>
                  <a:pt x="9344596" y="239846"/>
                  <a:pt x="9359138" y="248164"/>
                </a:cubicBezTo>
                <a:lnTo>
                  <a:pt x="9362313" y="242653"/>
                </a:lnTo>
                <a:close/>
                <a:moveTo>
                  <a:pt x="9273413" y="195053"/>
                </a:moveTo>
                <a:lnTo>
                  <a:pt x="9276270" y="189370"/>
                </a:lnTo>
                <a:cubicBezTo>
                  <a:pt x="9261157" y="181839"/>
                  <a:pt x="9245981" y="174511"/>
                  <a:pt x="9230678" y="167392"/>
                </a:cubicBezTo>
                <a:lnTo>
                  <a:pt x="9228010" y="173145"/>
                </a:lnTo>
                <a:lnTo>
                  <a:pt x="9225344" y="178905"/>
                </a:lnTo>
                <a:cubicBezTo>
                  <a:pt x="9240520" y="185972"/>
                  <a:pt x="9255633" y="193250"/>
                  <a:pt x="9270556" y="200730"/>
                </a:cubicBezTo>
                <a:lnTo>
                  <a:pt x="9273413" y="195053"/>
                </a:lnTo>
                <a:close/>
                <a:moveTo>
                  <a:pt x="9181973" y="152527"/>
                </a:moveTo>
                <a:lnTo>
                  <a:pt x="9184513" y="146698"/>
                </a:lnTo>
                <a:cubicBezTo>
                  <a:pt x="9169082" y="140030"/>
                  <a:pt x="9153461" y="133572"/>
                  <a:pt x="9137777" y="127330"/>
                </a:cubicBezTo>
                <a:lnTo>
                  <a:pt x="9135428" y="133229"/>
                </a:lnTo>
                <a:lnTo>
                  <a:pt x="9133078" y="139129"/>
                </a:lnTo>
                <a:cubicBezTo>
                  <a:pt x="9148699" y="145326"/>
                  <a:pt x="9164130" y="151740"/>
                  <a:pt x="9179496" y="158356"/>
                </a:cubicBezTo>
                <a:lnTo>
                  <a:pt x="9181973" y="152527"/>
                </a:lnTo>
                <a:close/>
                <a:moveTo>
                  <a:pt x="9088310" y="115221"/>
                </a:moveTo>
                <a:lnTo>
                  <a:pt x="9090533" y="109258"/>
                </a:lnTo>
                <a:cubicBezTo>
                  <a:pt x="9074721" y="103480"/>
                  <a:pt x="9058783" y="97917"/>
                  <a:pt x="9042781" y="92570"/>
                </a:cubicBezTo>
                <a:lnTo>
                  <a:pt x="9040812" y="98590"/>
                </a:lnTo>
                <a:lnTo>
                  <a:pt x="9038781" y="104616"/>
                </a:lnTo>
                <a:cubicBezTo>
                  <a:pt x="9054656" y="109925"/>
                  <a:pt x="9070467" y="115449"/>
                  <a:pt x="9086152" y="121183"/>
                </a:cubicBezTo>
                <a:lnTo>
                  <a:pt x="9088310" y="115221"/>
                </a:lnTo>
                <a:close/>
                <a:moveTo>
                  <a:pt x="8992743" y="83287"/>
                </a:moveTo>
                <a:lnTo>
                  <a:pt x="8994584" y="77210"/>
                </a:lnTo>
                <a:cubicBezTo>
                  <a:pt x="8978456" y="72333"/>
                  <a:pt x="8962263" y="67672"/>
                  <a:pt x="8946007" y="63233"/>
                </a:cubicBezTo>
                <a:lnTo>
                  <a:pt x="8944293" y="69361"/>
                </a:lnTo>
                <a:lnTo>
                  <a:pt x="8942642" y="75489"/>
                </a:lnTo>
                <a:cubicBezTo>
                  <a:pt x="8958834" y="79889"/>
                  <a:pt x="8974899" y="84518"/>
                  <a:pt x="8990902" y="89364"/>
                </a:cubicBezTo>
                <a:lnTo>
                  <a:pt x="8992743" y="83287"/>
                </a:lnTo>
                <a:close/>
                <a:moveTo>
                  <a:pt x="7283894" y="6350"/>
                </a:moveTo>
                <a:lnTo>
                  <a:pt x="7283894" y="0"/>
                </a:lnTo>
                <a:lnTo>
                  <a:pt x="7233349" y="0"/>
                </a:lnTo>
                <a:lnTo>
                  <a:pt x="7233349" y="6350"/>
                </a:lnTo>
                <a:lnTo>
                  <a:pt x="7283894" y="6350"/>
                </a:lnTo>
                <a:close/>
                <a:moveTo>
                  <a:pt x="7182866" y="6350"/>
                </a:moveTo>
                <a:lnTo>
                  <a:pt x="7182866" y="0"/>
                </a:lnTo>
                <a:lnTo>
                  <a:pt x="7132320" y="0"/>
                </a:lnTo>
                <a:lnTo>
                  <a:pt x="7132320" y="6350"/>
                </a:lnTo>
                <a:lnTo>
                  <a:pt x="7182866" y="6350"/>
                </a:lnTo>
                <a:close/>
                <a:moveTo>
                  <a:pt x="7081838" y="6350"/>
                </a:moveTo>
                <a:lnTo>
                  <a:pt x="7081838" y="0"/>
                </a:lnTo>
                <a:lnTo>
                  <a:pt x="7031356" y="0"/>
                </a:lnTo>
                <a:lnTo>
                  <a:pt x="7031356" y="6350"/>
                </a:lnTo>
                <a:lnTo>
                  <a:pt x="7081838" y="6350"/>
                </a:lnTo>
                <a:close/>
                <a:moveTo>
                  <a:pt x="6980809" y="6350"/>
                </a:moveTo>
                <a:lnTo>
                  <a:pt x="6980809" y="0"/>
                </a:lnTo>
                <a:lnTo>
                  <a:pt x="6930327" y="0"/>
                </a:lnTo>
                <a:lnTo>
                  <a:pt x="6930327" y="6350"/>
                </a:lnTo>
                <a:lnTo>
                  <a:pt x="6980809" y="6350"/>
                </a:lnTo>
                <a:close/>
                <a:moveTo>
                  <a:pt x="6879781" y="6350"/>
                </a:moveTo>
                <a:lnTo>
                  <a:pt x="6879781" y="0"/>
                </a:lnTo>
                <a:lnTo>
                  <a:pt x="6829298" y="0"/>
                </a:lnTo>
                <a:lnTo>
                  <a:pt x="6829298" y="6350"/>
                </a:lnTo>
                <a:lnTo>
                  <a:pt x="6879781" y="6350"/>
                </a:lnTo>
                <a:close/>
                <a:moveTo>
                  <a:pt x="6778752" y="6350"/>
                </a:moveTo>
                <a:lnTo>
                  <a:pt x="6778752" y="0"/>
                </a:lnTo>
                <a:lnTo>
                  <a:pt x="6728269" y="0"/>
                </a:lnTo>
                <a:lnTo>
                  <a:pt x="6728269" y="6350"/>
                </a:lnTo>
                <a:lnTo>
                  <a:pt x="6778752" y="6350"/>
                </a:lnTo>
                <a:close/>
                <a:moveTo>
                  <a:pt x="6677724" y="6350"/>
                </a:moveTo>
                <a:lnTo>
                  <a:pt x="6677724" y="0"/>
                </a:lnTo>
                <a:lnTo>
                  <a:pt x="6627241" y="0"/>
                </a:lnTo>
                <a:lnTo>
                  <a:pt x="6627241" y="6350"/>
                </a:lnTo>
                <a:lnTo>
                  <a:pt x="6677724" y="6350"/>
                </a:lnTo>
                <a:close/>
                <a:moveTo>
                  <a:pt x="6576695" y="6350"/>
                </a:moveTo>
                <a:lnTo>
                  <a:pt x="6576695" y="0"/>
                </a:lnTo>
                <a:lnTo>
                  <a:pt x="6526213" y="0"/>
                </a:lnTo>
                <a:lnTo>
                  <a:pt x="6526213" y="6350"/>
                </a:lnTo>
                <a:lnTo>
                  <a:pt x="6576695" y="6350"/>
                </a:lnTo>
                <a:close/>
                <a:moveTo>
                  <a:pt x="6475731" y="6350"/>
                </a:moveTo>
                <a:lnTo>
                  <a:pt x="6475731" y="0"/>
                </a:lnTo>
                <a:lnTo>
                  <a:pt x="6425184" y="0"/>
                </a:lnTo>
                <a:lnTo>
                  <a:pt x="6425184" y="6350"/>
                </a:lnTo>
                <a:lnTo>
                  <a:pt x="6475731" y="6350"/>
                </a:lnTo>
                <a:close/>
                <a:moveTo>
                  <a:pt x="6374702" y="6350"/>
                </a:moveTo>
                <a:lnTo>
                  <a:pt x="6374702" y="0"/>
                </a:lnTo>
                <a:lnTo>
                  <a:pt x="6324156" y="0"/>
                </a:lnTo>
                <a:lnTo>
                  <a:pt x="6324156" y="6350"/>
                </a:lnTo>
                <a:lnTo>
                  <a:pt x="6374702" y="6350"/>
                </a:lnTo>
                <a:close/>
                <a:moveTo>
                  <a:pt x="6273673" y="6350"/>
                </a:moveTo>
                <a:lnTo>
                  <a:pt x="6273673" y="0"/>
                </a:lnTo>
                <a:lnTo>
                  <a:pt x="6223127" y="0"/>
                </a:lnTo>
                <a:lnTo>
                  <a:pt x="6223127" y="6350"/>
                </a:lnTo>
                <a:lnTo>
                  <a:pt x="6273673" y="6350"/>
                </a:lnTo>
                <a:close/>
                <a:moveTo>
                  <a:pt x="6172644" y="6350"/>
                </a:moveTo>
                <a:lnTo>
                  <a:pt x="6172644" y="0"/>
                </a:lnTo>
                <a:lnTo>
                  <a:pt x="6122099" y="0"/>
                </a:lnTo>
                <a:lnTo>
                  <a:pt x="6122099" y="6350"/>
                </a:lnTo>
                <a:lnTo>
                  <a:pt x="6172644" y="6350"/>
                </a:lnTo>
                <a:close/>
                <a:moveTo>
                  <a:pt x="6071616" y="6350"/>
                </a:moveTo>
                <a:lnTo>
                  <a:pt x="6071616" y="0"/>
                </a:lnTo>
                <a:lnTo>
                  <a:pt x="6021070" y="0"/>
                </a:lnTo>
                <a:lnTo>
                  <a:pt x="6021070" y="6350"/>
                </a:lnTo>
                <a:lnTo>
                  <a:pt x="6071616" y="6350"/>
                </a:lnTo>
                <a:close/>
                <a:moveTo>
                  <a:pt x="5970588" y="6350"/>
                </a:moveTo>
                <a:lnTo>
                  <a:pt x="5970588" y="0"/>
                </a:lnTo>
                <a:lnTo>
                  <a:pt x="5920106" y="0"/>
                </a:lnTo>
                <a:lnTo>
                  <a:pt x="5920106" y="6350"/>
                </a:lnTo>
                <a:lnTo>
                  <a:pt x="5970588" y="6350"/>
                </a:lnTo>
                <a:close/>
                <a:moveTo>
                  <a:pt x="5869559" y="6350"/>
                </a:moveTo>
                <a:lnTo>
                  <a:pt x="5869559" y="0"/>
                </a:lnTo>
                <a:lnTo>
                  <a:pt x="5819077" y="0"/>
                </a:lnTo>
                <a:lnTo>
                  <a:pt x="5819077" y="6350"/>
                </a:lnTo>
                <a:lnTo>
                  <a:pt x="5869559" y="6350"/>
                </a:lnTo>
                <a:close/>
                <a:moveTo>
                  <a:pt x="5768531" y="6350"/>
                </a:moveTo>
                <a:lnTo>
                  <a:pt x="5768531" y="0"/>
                </a:lnTo>
                <a:lnTo>
                  <a:pt x="5718048" y="0"/>
                </a:lnTo>
                <a:lnTo>
                  <a:pt x="5718048" y="6350"/>
                </a:lnTo>
                <a:lnTo>
                  <a:pt x="5768531" y="6350"/>
                </a:lnTo>
                <a:close/>
                <a:moveTo>
                  <a:pt x="5667502" y="6350"/>
                </a:moveTo>
                <a:lnTo>
                  <a:pt x="5667502" y="0"/>
                </a:lnTo>
                <a:lnTo>
                  <a:pt x="5617020" y="0"/>
                </a:lnTo>
                <a:lnTo>
                  <a:pt x="5617020" y="6350"/>
                </a:lnTo>
                <a:lnTo>
                  <a:pt x="5667502" y="6350"/>
                </a:lnTo>
                <a:close/>
                <a:moveTo>
                  <a:pt x="5566499" y="6350"/>
                </a:moveTo>
                <a:lnTo>
                  <a:pt x="5566499" y="0"/>
                </a:lnTo>
                <a:lnTo>
                  <a:pt x="5515985" y="0"/>
                </a:lnTo>
                <a:lnTo>
                  <a:pt x="5515985" y="6350"/>
                </a:lnTo>
                <a:lnTo>
                  <a:pt x="5566499" y="6350"/>
                </a:lnTo>
                <a:close/>
                <a:moveTo>
                  <a:pt x="5465477" y="6350"/>
                </a:moveTo>
                <a:lnTo>
                  <a:pt x="5465477" y="0"/>
                </a:lnTo>
                <a:lnTo>
                  <a:pt x="5414963" y="0"/>
                </a:lnTo>
                <a:lnTo>
                  <a:pt x="5414963" y="6350"/>
                </a:lnTo>
                <a:lnTo>
                  <a:pt x="5465477" y="6350"/>
                </a:lnTo>
                <a:close/>
                <a:moveTo>
                  <a:pt x="5364455" y="6350"/>
                </a:moveTo>
                <a:lnTo>
                  <a:pt x="5364455" y="0"/>
                </a:lnTo>
                <a:lnTo>
                  <a:pt x="5313941" y="0"/>
                </a:lnTo>
                <a:lnTo>
                  <a:pt x="5313941" y="6350"/>
                </a:lnTo>
                <a:lnTo>
                  <a:pt x="5364455" y="6350"/>
                </a:lnTo>
                <a:close/>
                <a:moveTo>
                  <a:pt x="5263433" y="6350"/>
                </a:moveTo>
                <a:lnTo>
                  <a:pt x="5263433" y="0"/>
                </a:lnTo>
                <a:lnTo>
                  <a:pt x="5212918" y="0"/>
                </a:lnTo>
                <a:lnTo>
                  <a:pt x="5212918" y="6350"/>
                </a:lnTo>
                <a:lnTo>
                  <a:pt x="5263433" y="6350"/>
                </a:lnTo>
                <a:close/>
                <a:moveTo>
                  <a:pt x="5162411" y="6350"/>
                </a:moveTo>
                <a:lnTo>
                  <a:pt x="5162411" y="0"/>
                </a:lnTo>
                <a:lnTo>
                  <a:pt x="5111896" y="0"/>
                </a:lnTo>
                <a:lnTo>
                  <a:pt x="5111896" y="6350"/>
                </a:lnTo>
                <a:lnTo>
                  <a:pt x="5162411" y="6350"/>
                </a:lnTo>
                <a:close/>
                <a:moveTo>
                  <a:pt x="5061388" y="6350"/>
                </a:moveTo>
                <a:lnTo>
                  <a:pt x="5061388" y="0"/>
                </a:lnTo>
                <a:lnTo>
                  <a:pt x="5010874" y="0"/>
                </a:lnTo>
                <a:lnTo>
                  <a:pt x="5010874" y="6350"/>
                </a:lnTo>
                <a:lnTo>
                  <a:pt x="5061388" y="6350"/>
                </a:lnTo>
                <a:close/>
                <a:moveTo>
                  <a:pt x="4960360" y="6350"/>
                </a:moveTo>
                <a:lnTo>
                  <a:pt x="4960360" y="0"/>
                </a:lnTo>
                <a:lnTo>
                  <a:pt x="4909852" y="0"/>
                </a:lnTo>
                <a:lnTo>
                  <a:pt x="4909852" y="6350"/>
                </a:lnTo>
                <a:lnTo>
                  <a:pt x="4960360" y="6350"/>
                </a:lnTo>
                <a:close/>
                <a:moveTo>
                  <a:pt x="4859338" y="6350"/>
                </a:moveTo>
                <a:lnTo>
                  <a:pt x="4859338" y="0"/>
                </a:lnTo>
                <a:lnTo>
                  <a:pt x="4808830" y="0"/>
                </a:lnTo>
                <a:lnTo>
                  <a:pt x="4808830" y="6350"/>
                </a:lnTo>
                <a:lnTo>
                  <a:pt x="4859338" y="6350"/>
                </a:lnTo>
                <a:close/>
                <a:moveTo>
                  <a:pt x="4758316" y="6350"/>
                </a:moveTo>
                <a:lnTo>
                  <a:pt x="4758316" y="0"/>
                </a:lnTo>
                <a:lnTo>
                  <a:pt x="4707808" y="0"/>
                </a:lnTo>
                <a:lnTo>
                  <a:pt x="4707808" y="6350"/>
                </a:lnTo>
                <a:lnTo>
                  <a:pt x="4758316" y="6350"/>
                </a:lnTo>
                <a:close/>
                <a:moveTo>
                  <a:pt x="4657293" y="6350"/>
                </a:moveTo>
                <a:lnTo>
                  <a:pt x="4657293" y="0"/>
                </a:lnTo>
                <a:lnTo>
                  <a:pt x="4606786" y="0"/>
                </a:lnTo>
                <a:lnTo>
                  <a:pt x="4606786" y="6350"/>
                </a:lnTo>
                <a:lnTo>
                  <a:pt x="4657293" y="6350"/>
                </a:lnTo>
                <a:close/>
                <a:moveTo>
                  <a:pt x="4556271" y="6350"/>
                </a:moveTo>
                <a:lnTo>
                  <a:pt x="4556271" y="0"/>
                </a:lnTo>
                <a:lnTo>
                  <a:pt x="4505757" y="0"/>
                </a:lnTo>
                <a:lnTo>
                  <a:pt x="4505757" y="6350"/>
                </a:lnTo>
                <a:lnTo>
                  <a:pt x="4556271" y="6350"/>
                </a:lnTo>
                <a:close/>
                <a:moveTo>
                  <a:pt x="4455249" y="6350"/>
                </a:moveTo>
                <a:lnTo>
                  <a:pt x="4455249" y="0"/>
                </a:lnTo>
                <a:lnTo>
                  <a:pt x="4404735" y="0"/>
                </a:lnTo>
                <a:lnTo>
                  <a:pt x="4404735" y="6350"/>
                </a:lnTo>
                <a:lnTo>
                  <a:pt x="4455249" y="6350"/>
                </a:lnTo>
                <a:close/>
                <a:moveTo>
                  <a:pt x="4354227" y="6350"/>
                </a:moveTo>
                <a:lnTo>
                  <a:pt x="4354227" y="0"/>
                </a:lnTo>
                <a:lnTo>
                  <a:pt x="4303713" y="0"/>
                </a:lnTo>
                <a:lnTo>
                  <a:pt x="4303713" y="6350"/>
                </a:lnTo>
                <a:lnTo>
                  <a:pt x="4354227" y="6350"/>
                </a:lnTo>
                <a:close/>
                <a:moveTo>
                  <a:pt x="4253205" y="6350"/>
                </a:moveTo>
                <a:lnTo>
                  <a:pt x="4253205" y="0"/>
                </a:lnTo>
                <a:lnTo>
                  <a:pt x="4202691" y="0"/>
                </a:lnTo>
                <a:lnTo>
                  <a:pt x="4202691" y="6350"/>
                </a:lnTo>
                <a:lnTo>
                  <a:pt x="4253205" y="6350"/>
                </a:lnTo>
                <a:close/>
                <a:moveTo>
                  <a:pt x="4152183" y="6350"/>
                </a:moveTo>
                <a:lnTo>
                  <a:pt x="4152183" y="0"/>
                </a:lnTo>
                <a:lnTo>
                  <a:pt x="4101668" y="0"/>
                </a:lnTo>
                <a:lnTo>
                  <a:pt x="4101668" y="6350"/>
                </a:lnTo>
                <a:lnTo>
                  <a:pt x="4152183" y="6350"/>
                </a:lnTo>
                <a:close/>
                <a:moveTo>
                  <a:pt x="4051154" y="6350"/>
                </a:moveTo>
                <a:lnTo>
                  <a:pt x="4051154" y="0"/>
                </a:lnTo>
                <a:lnTo>
                  <a:pt x="4000646" y="0"/>
                </a:lnTo>
                <a:lnTo>
                  <a:pt x="4000646" y="6350"/>
                </a:lnTo>
                <a:lnTo>
                  <a:pt x="4051154" y="6350"/>
                </a:lnTo>
                <a:close/>
                <a:moveTo>
                  <a:pt x="3950132" y="6350"/>
                </a:moveTo>
                <a:lnTo>
                  <a:pt x="3950132" y="0"/>
                </a:lnTo>
                <a:lnTo>
                  <a:pt x="3899624" y="0"/>
                </a:lnTo>
                <a:lnTo>
                  <a:pt x="3899624" y="6350"/>
                </a:lnTo>
                <a:lnTo>
                  <a:pt x="3950132" y="6350"/>
                </a:lnTo>
                <a:close/>
                <a:moveTo>
                  <a:pt x="3849110" y="6350"/>
                </a:moveTo>
                <a:lnTo>
                  <a:pt x="3849110" y="0"/>
                </a:lnTo>
                <a:lnTo>
                  <a:pt x="3798602" y="0"/>
                </a:lnTo>
                <a:lnTo>
                  <a:pt x="3798602" y="6350"/>
                </a:lnTo>
                <a:lnTo>
                  <a:pt x="3849110" y="6350"/>
                </a:lnTo>
                <a:close/>
                <a:moveTo>
                  <a:pt x="3748088" y="6350"/>
                </a:moveTo>
                <a:lnTo>
                  <a:pt x="3748088" y="0"/>
                </a:lnTo>
                <a:lnTo>
                  <a:pt x="3697573" y="0"/>
                </a:lnTo>
                <a:lnTo>
                  <a:pt x="3697573" y="6350"/>
                </a:lnTo>
                <a:lnTo>
                  <a:pt x="3748088" y="6350"/>
                </a:lnTo>
                <a:close/>
                <a:moveTo>
                  <a:pt x="3647065" y="6350"/>
                </a:moveTo>
                <a:lnTo>
                  <a:pt x="3647065" y="0"/>
                </a:lnTo>
                <a:lnTo>
                  <a:pt x="3596551" y="0"/>
                </a:lnTo>
                <a:lnTo>
                  <a:pt x="3596551" y="6350"/>
                </a:lnTo>
                <a:lnTo>
                  <a:pt x="3647065" y="6350"/>
                </a:lnTo>
                <a:close/>
                <a:moveTo>
                  <a:pt x="3546043" y="6350"/>
                </a:moveTo>
                <a:lnTo>
                  <a:pt x="3546043" y="0"/>
                </a:lnTo>
                <a:lnTo>
                  <a:pt x="3495529" y="0"/>
                </a:lnTo>
                <a:lnTo>
                  <a:pt x="3495529" y="6350"/>
                </a:lnTo>
                <a:lnTo>
                  <a:pt x="3546043" y="6350"/>
                </a:lnTo>
                <a:close/>
                <a:moveTo>
                  <a:pt x="3445021" y="6350"/>
                </a:moveTo>
                <a:lnTo>
                  <a:pt x="3445021" y="0"/>
                </a:lnTo>
                <a:lnTo>
                  <a:pt x="3394507" y="0"/>
                </a:lnTo>
                <a:lnTo>
                  <a:pt x="3394507" y="6350"/>
                </a:lnTo>
                <a:lnTo>
                  <a:pt x="3445021" y="6350"/>
                </a:lnTo>
                <a:close/>
                <a:moveTo>
                  <a:pt x="3343999" y="6350"/>
                </a:moveTo>
                <a:lnTo>
                  <a:pt x="3343999" y="0"/>
                </a:lnTo>
                <a:lnTo>
                  <a:pt x="3293485" y="0"/>
                </a:lnTo>
                <a:lnTo>
                  <a:pt x="3293485" y="6350"/>
                </a:lnTo>
                <a:lnTo>
                  <a:pt x="3343999" y="6350"/>
                </a:lnTo>
                <a:close/>
                <a:moveTo>
                  <a:pt x="3242970" y="6350"/>
                </a:moveTo>
                <a:lnTo>
                  <a:pt x="3242970" y="0"/>
                </a:lnTo>
                <a:lnTo>
                  <a:pt x="3192463" y="0"/>
                </a:lnTo>
                <a:lnTo>
                  <a:pt x="3192463" y="6350"/>
                </a:lnTo>
                <a:lnTo>
                  <a:pt x="3242970" y="6350"/>
                </a:lnTo>
                <a:close/>
                <a:moveTo>
                  <a:pt x="3141948" y="6350"/>
                </a:moveTo>
                <a:lnTo>
                  <a:pt x="3141948" y="0"/>
                </a:lnTo>
                <a:lnTo>
                  <a:pt x="3091440" y="0"/>
                </a:lnTo>
                <a:lnTo>
                  <a:pt x="3091440" y="6350"/>
                </a:lnTo>
                <a:lnTo>
                  <a:pt x="3141948" y="6350"/>
                </a:lnTo>
                <a:close/>
                <a:moveTo>
                  <a:pt x="3040926" y="6350"/>
                </a:moveTo>
                <a:lnTo>
                  <a:pt x="3040926" y="0"/>
                </a:lnTo>
                <a:lnTo>
                  <a:pt x="2990418" y="0"/>
                </a:lnTo>
                <a:lnTo>
                  <a:pt x="2990418" y="6350"/>
                </a:lnTo>
                <a:lnTo>
                  <a:pt x="3040926" y="6350"/>
                </a:lnTo>
                <a:close/>
                <a:moveTo>
                  <a:pt x="2939904" y="6350"/>
                </a:moveTo>
                <a:lnTo>
                  <a:pt x="2939904" y="0"/>
                </a:lnTo>
                <a:lnTo>
                  <a:pt x="2889396" y="0"/>
                </a:lnTo>
                <a:lnTo>
                  <a:pt x="2889396" y="6350"/>
                </a:lnTo>
                <a:lnTo>
                  <a:pt x="2939904" y="6350"/>
                </a:lnTo>
                <a:close/>
                <a:moveTo>
                  <a:pt x="2838882" y="6350"/>
                </a:moveTo>
                <a:lnTo>
                  <a:pt x="2838882" y="0"/>
                </a:lnTo>
                <a:lnTo>
                  <a:pt x="2788374" y="0"/>
                </a:lnTo>
                <a:lnTo>
                  <a:pt x="2788374" y="6350"/>
                </a:lnTo>
                <a:lnTo>
                  <a:pt x="2838882" y="6350"/>
                </a:lnTo>
                <a:close/>
                <a:moveTo>
                  <a:pt x="2737860" y="6350"/>
                </a:moveTo>
                <a:lnTo>
                  <a:pt x="2737860" y="0"/>
                </a:lnTo>
                <a:lnTo>
                  <a:pt x="2687345" y="0"/>
                </a:lnTo>
                <a:lnTo>
                  <a:pt x="2687345" y="6350"/>
                </a:lnTo>
                <a:lnTo>
                  <a:pt x="2737860" y="6350"/>
                </a:lnTo>
                <a:close/>
                <a:moveTo>
                  <a:pt x="2636838" y="6350"/>
                </a:moveTo>
                <a:lnTo>
                  <a:pt x="2636838" y="0"/>
                </a:lnTo>
                <a:lnTo>
                  <a:pt x="2586323" y="0"/>
                </a:lnTo>
                <a:lnTo>
                  <a:pt x="2586323" y="6350"/>
                </a:lnTo>
                <a:lnTo>
                  <a:pt x="2636838" y="6350"/>
                </a:lnTo>
                <a:close/>
                <a:moveTo>
                  <a:pt x="2535815" y="6350"/>
                </a:moveTo>
                <a:lnTo>
                  <a:pt x="2535815" y="0"/>
                </a:lnTo>
                <a:lnTo>
                  <a:pt x="2485301" y="0"/>
                </a:lnTo>
                <a:lnTo>
                  <a:pt x="2485301" y="6350"/>
                </a:lnTo>
                <a:lnTo>
                  <a:pt x="2535815" y="6350"/>
                </a:lnTo>
                <a:close/>
                <a:moveTo>
                  <a:pt x="2434793" y="6350"/>
                </a:moveTo>
                <a:lnTo>
                  <a:pt x="2434793" y="0"/>
                </a:lnTo>
                <a:lnTo>
                  <a:pt x="2384279" y="0"/>
                </a:lnTo>
                <a:lnTo>
                  <a:pt x="2384279" y="6350"/>
                </a:lnTo>
                <a:lnTo>
                  <a:pt x="2434793" y="6350"/>
                </a:lnTo>
                <a:close/>
                <a:moveTo>
                  <a:pt x="2333771" y="6350"/>
                </a:moveTo>
                <a:lnTo>
                  <a:pt x="2333771" y="0"/>
                </a:lnTo>
                <a:lnTo>
                  <a:pt x="2283257" y="0"/>
                </a:lnTo>
                <a:lnTo>
                  <a:pt x="2283257" y="6350"/>
                </a:lnTo>
                <a:lnTo>
                  <a:pt x="2333771" y="6350"/>
                </a:lnTo>
                <a:close/>
                <a:moveTo>
                  <a:pt x="2232749" y="6350"/>
                </a:moveTo>
                <a:lnTo>
                  <a:pt x="2232749" y="0"/>
                </a:lnTo>
                <a:lnTo>
                  <a:pt x="2182235" y="0"/>
                </a:lnTo>
                <a:lnTo>
                  <a:pt x="2182235" y="6350"/>
                </a:lnTo>
                <a:lnTo>
                  <a:pt x="2232749" y="6350"/>
                </a:lnTo>
                <a:close/>
                <a:moveTo>
                  <a:pt x="2131727" y="6350"/>
                </a:moveTo>
                <a:lnTo>
                  <a:pt x="2131727" y="0"/>
                </a:lnTo>
                <a:lnTo>
                  <a:pt x="2081213" y="0"/>
                </a:lnTo>
                <a:lnTo>
                  <a:pt x="2081213" y="6350"/>
                </a:lnTo>
                <a:lnTo>
                  <a:pt x="2131727" y="6350"/>
                </a:lnTo>
                <a:close/>
                <a:moveTo>
                  <a:pt x="2030698" y="6350"/>
                </a:moveTo>
                <a:lnTo>
                  <a:pt x="2030698" y="0"/>
                </a:lnTo>
                <a:lnTo>
                  <a:pt x="1980190" y="0"/>
                </a:lnTo>
                <a:lnTo>
                  <a:pt x="1980190" y="6350"/>
                </a:lnTo>
                <a:lnTo>
                  <a:pt x="2030698" y="6350"/>
                </a:lnTo>
                <a:close/>
                <a:moveTo>
                  <a:pt x="1929676" y="6350"/>
                </a:moveTo>
                <a:lnTo>
                  <a:pt x="1929676" y="0"/>
                </a:lnTo>
                <a:lnTo>
                  <a:pt x="1879168" y="0"/>
                </a:lnTo>
                <a:lnTo>
                  <a:pt x="1879168" y="6350"/>
                </a:lnTo>
                <a:lnTo>
                  <a:pt x="1929676" y="6350"/>
                </a:lnTo>
                <a:close/>
                <a:moveTo>
                  <a:pt x="1828654" y="6350"/>
                </a:moveTo>
                <a:lnTo>
                  <a:pt x="1828654" y="0"/>
                </a:lnTo>
                <a:lnTo>
                  <a:pt x="1803400" y="0"/>
                </a:lnTo>
                <a:cubicBezTo>
                  <a:pt x="1794916" y="0"/>
                  <a:pt x="1786452" y="57"/>
                  <a:pt x="1778000" y="178"/>
                </a:cubicBezTo>
                <a:lnTo>
                  <a:pt x="1778089" y="6528"/>
                </a:lnTo>
                <a:lnTo>
                  <a:pt x="1778172" y="12872"/>
                </a:lnTo>
                <a:cubicBezTo>
                  <a:pt x="1786566" y="12757"/>
                  <a:pt x="1794980" y="12700"/>
                  <a:pt x="1803400" y="12700"/>
                </a:cubicBezTo>
                <a:lnTo>
                  <a:pt x="1828654" y="12700"/>
                </a:lnTo>
                <a:lnTo>
                  <a:pt x="1828654" y="6350"/>
                </a:lnTo>
                <a:close/>
                <a:moveTo>
                  <a:pt x="1727714" y="7912"/>
                </a:moveTo>
                <a:lnTo>
                  <a:pt x="1727454" y="1569"/>
                </a:lnTo>
                <a:cubicBezTo>
                  <a:pt x="1710544" y="2273"/>
                  <a:pt x="1693697" y="3207"/>
                  <a:pt x="1676908" y="4369"/>
                </a:cubicBezTo>
                <a:lnTo>
                  <a:pt x="1677346" y="10700"/>
                </a:lnTo>
                <a:lnTo>
                  <a:pt x="1677791" y="17037"/>
                </a:lnTo>
                <a:cubicBezTo>
                  <a:pt x="1694459" y="15881"/>
                  <a:pt x="1711185" y="14954"/>
                  <a:pt x="1727981" y="14262"/>
                </a:cubicBezTo>
                <a:lnTo>
                  <a:pt x="1727714" y="7912"/>
                </a:lnTo>
                <a:close/>
                <a:moveTo>
                  <a:pt x="1627181" y="14878"/>
                </a:moveTo>
                <a:lnTo>
                  <a:pt x="1626565" y="8560"/>
                </a:lnTo>
                <a:cubicBezTo>
                  <a:pt x="1609712" y="10198"/>
                  <a:pt x="1592929" y="12071"/>
                  <a:pt x="1576222" y="14173"/>
                </a:cubicBezTo>
                <a:lnTo>
                  <a:pt x="1577010" y="20472"/>
                </a:lnTo>
                <a:lnTo>
                  <a:pt x="1577804" y="26772"/>
                </a:lnTo>
                <a:cubicBezTo>
                  <a:pt x="1594396" y="24689"/>
                  <a:pt x="1611065" y="22828"/>
                  <a:pt x="1627797" y="21203"/>
                </a:cubicBezTo>
                <a:lnTo>
                  <a:pt x="1627181" y="14878"/>
                </a:lnTo>
                <a:close/>
                <a:moveTo>
                  <a:pt x="1527175" y="27445"/>
                </a:moveTo>
                <a:lnTo>
                  <a:pt x="1526210" y="21171"/>
                </a:lnTo>
                <a:cubicBezTo>
                  <a:pt x="1509478" y="23749"/>
                  <a:pt x="1492822" y="26562"/>
                  <a:pt x="1476248" y="29597"/>
                </a:cubicBezTo>
                <a:lnTo>
                  <a:pt x="1477391" y="35846"/>
                </a:lnTo>
                <a:lnTo>
                  <a:pt x="1478534" y="42094"/>
                </a:lnTo>
                <a:cubicBezTo>
                  <a:pt x="1494993" y="39078"/>
                  <a:pt x="1511529" y="36284"/>
                  <a:pt x="1528147" y="33725"/>
                </a:cubicBezTo>
                <a:lnTo>
                  <a:pt x="1527175" y="27445"/>
                </a:lnTo>
                <a:close/>
                <a:moveTo>
                  <a:pt x="1427982" y="45625"/>
                </a:moveTo>
                <a:lnTo>
                  <a:pt x="1426661" y="39408"/>
                </a:lnTo>
                <a:cubicBezTo>
                  <a:pt x="1410125" y="42926"/>
                  <a:pt x="1393673" y="46666"/>
                  <a:pt x="1377309" y="50629"/>
                </a:cubicBezTo>
                <a:lnTo>
                  <a:pt x="1378807" y="56801"/>
                </a:lnTo>
                <a:lnTo>
                  <a:pt x="1380300" y="62973"/>
                </a:lnTo>
                <a:cubicBezTo>
                  <a:pt x="1396549" y="59036"/>
                  <a:pt x="1412881" y="55321"/>
                  <a:pt x="1429303" y="51835"/>
                </a:cubicBezTo>
                <a:lnTo>
                  <a:pt x="1427982" y="45625"/>
                </a:lnTo>
                <a:close/>
                <a:moveTo>
                  <a:pt x="1329988" y="69361"/>
                </a:moveTo>
                <a:lnTo>
                  <a:pt x="1328318" y="63233"/>
                </a:lnTo>
                <a:cubicBezTo>
                  <a:pt x="1312031" y="67672"/>
                  <a:pt x="1295825" y="72333"/>
                  <a:pt x="1279722" y="77210"/>
                </a:cubicBezTo>
                <a:lnTo>
                  <a:pt x="1281564" y="83287"/>
                </a:lnTo>
                <a:lnTo>
                  <a:pt x="1283405" y="89364"/>
                </a:lnTo>
                <a:cubicBezTo>
                  <a:pt x="1299394" y="84518"/>
                  <a:pt x="1315479" y="79889"/>
                  <a:pt x="1331659" y="75489"/>
                </a:cubicBezTo>
                <a:lnTo>
                  <a:pt x="1329988" y="69361"/>
                </a:lnTo>
                <a:close/>
                <a:moveTo>
                  <a:pt x="1233507" y="98590"/>
                </a:moveTo>
                <a:lnTo>
                  <a:pt x="1231494" y="92570"/>
                </a:lnTo>
                <a:cubicBezTo>
                  <a:pt x="1215492" y="97917"/>
                  <a:pt x="1199591" y="103480"/>
                  <a:pt x="1183793" y="109258"/>
                </a:cubicBezTo>
                <a:lnTo>
                  <a:pt x="1185977" y="115221"/>
                </a:lnTo>
                <a:lnTo>
                  <a:pt x="1188161" y="121190"/>
                </a:lnTo>
                <a:cubicBezTo>
                  <a:pt x="1203846" y="115449"/>
                  <a:pt x="1219632" y="109925"/>
                  <a:pt x="1235520" y="104616"/>
                </a:cubicBezTo>
                <a:lnTo>
                  <a:pt x="1233507" y="98590"/>
                </a:lnTo>
                <a:close/>
                <a:moveTo>
                  <a:pt x="1138841" y="133229"/>
                </a:moveTo>
                <a:lnTo>
                  <a:pt x="1136491" y="127330"/>
                </a:lnTo>
                <a:cubicBezTo>
                  <a:pt x="1120813" y="133572"/>
                  <a:pt x="1105243" y="140030"/>
                  <a:pt x="1089787" y="146698"/>
                </a:cubicBezTo>
                <a:lnTo>
                  <a:pt x="1092302" y="152527"/>
                </a:lnTo>
                <a:lnTo>
                  <a:pt x="1094816" y="158356"/>
                </a:lnTo>
                <a:cubicBezTo>
                  <a:pt x="1110164" y="151740"/>
                  <a:pt x="1125620" y="145326"/>
                  <a:pt x="1141190" y="139129"/>
                </a:cubicBezTo>
                <a:lnTo>
                  <a:pt x="1138841" y="133229"/>
                </a:lnTo>
                <a:close/>
                <a:moveTo>
                  <a:pt x="1046283" y="173152"/>
                </a:moveTo>
                <a:lnTo>
                  <a:pt x="1043610" y="167392"/>
                </a:lnTo>
                <a:cubicBezTo>
                  <a:pt x="1028300" y="174511"/>
                  <a:pt x="1013117" y="181839"/>
                  <a:pt x="998049" y="189376"/>
                </a:cubicBezTo>
                <a:lnTo>
                  <a:pt x="1000887" y="195053"/>
                </a:lnTo>
                <a:lnTo>
                  <a:pt x="1003725" y="200730"/>
                </a:lnTo>
                <a:cubicBezTo>
                  <a:pt x="1018686" y="193250"/>
                  <a:pt x="1033767" y="185979"/>
                  <a:pt x="1048963" y="178905"/>
                </a:cubicBezTo>
                <a:lnTo>
                  <a:pt x="1046283" y="173152"/>
                </a:lnTo>
                <a:close/>
                <a:moveTo>
                  <a:pt x="956132" y="218218"/>
                </a:moveTo>
                <a:lnTo>
                  <a:pt x="953129" y="212623"/>
                </a:lnTo>
                <a:cubicBezTo>
                  <a:pt x="938251" y="220593"/>
                  <a:pt x="923493" y="228765"/>
                  <a:pt x="908863" y="237141"/>
                </a:cubicBezTo>
                <a:lnTo>
                  <a:pt x="912019" y="242653"/>
                </a:lnTo>
                <a:lnTo>
                  <a:pt x="915175" y="248164"/>
                </a:lnTo>
                <a:cubicBezTo>
                  <a:pt x="929697" y="239852"/>
                  <a:pt x="944353" y="231731"/>
                  <a:pt x="959129" y="223819"/>
                </a:cubicBezTo>
                <a:lnTo>
                  <a:pt x="956132" y="218218"/>
                </a:lnTo>
                <a:close/>
                <a:moveTo>
                  <a:pt x="868642" y="268294"/>
                </a:moveTo>
                <a:lnTo>
                  <a:pt x="865334" y="262871"/>
                </a:lnTo>
                <a:cubicBezTo>
                  <a:pt x="850925" y="271666"/>
                  <a:pt x="836651" y="280657"/>
                  <a:pt x="822509" y="289839"/>
                </a:cubicBezTo>
                <a:lnTo>
                  <a:pt x="825970" y="295161"/>
                </a:lnTo>
                <a:lnTo>
                  <a:pt x="829424" y="300488"/>
                </a:lnTo>
                <a:cubicBezTo>
                  <a:pt x="843464" y="291370"/>
                  <a:pt x="857644" y="282448"/>
                  <a:pt x="871950" y="273717"/>
                </a:cubicBezTo>
                <a:lnTo>
                  <a:pt x="868642" y="268294"/>
                </a:lnTo>
                <a:close/>
                <a:moveTo>
                  <a:pt x="784085" y="323202"/>
                </a:moveTo>
                <a:lnTo>
                  <a:pt x="780479" y="317976"/>
                </a:lnTo>
                <a:cubicBezTo>
                  <a:pt x="766591" y="327559"/>
                  <a:pt x="752843" y="337331"/>
                  <a:pt x="739242" y="347288"/>
                </a:cubicBezTo>
                <a:lnTo>
                  <a:pt x="742995" y="352412"/>
                </a:lnTo>
                <a:lnTo>
                  <a:pt x="746747" y="357537"/>
                </a:lnTo>
                <a:cubicBezTo>
                  <a:pt x="760254" y="347650"/>
                  <a:pt x="773900" y="337947"/>
                  <a:pt x="787692" y="328428"/>
                </a:cubicBezTo>
                <a:lnTo>
                  <a:pt x="784085" y="323202"/>
                </a:lnTo>
                <a:close/>
                <a:moveTo>
                  <a:pt x="702736" y="382753"/>
                </a:moveTo>
                <a:lnTo>
                  <a:pt x="698843" y="377736"/>
                </a:lnTo>
                <a:cubicBezTo>
                  <a:pt x="685521" y="388080"/>
                  <a:pt x="672338" y="398602"/>
                  <a:pt x="659314" y="409302"/>
                </a:cubicBezTo>
                <a:lnTo>
                  <a:pt x="663346" y="414204"/>
                </a:lnTo>
                <a:lnTo>
                  <a:pt x="667379" y="419113"/>
                </a:lnTo>
                <a:cubicBezTo>
                  <a:pt x="680314" y="408489"/>
                  <a:pt x="693395" y="398037"/>
                  <a:pt x="706628" y="387769"/>
                </a:cubicBezTo>
                <a:lnTo>
                  <a:pt x="702736" y="382753"/>
                </a:lnTo>
                <a:close/>
                <a:moveTo>
                  <a:pt x="624840" y="446754"/>
                </a:moveTo>
                <a:lnTo>
                  <a:pt x="620674" y="441960"/>
                </a:lnTo>
                <a:cubicBezTo>
                  <a:pt x="607949" y="453028"/>
                  <a:pt x="595382" y="464268"/>
                  <a:pt x="582968" y="475679"/>
                </a:cubicBezTo>
                <a:lnTo>
                  <a:pt x="587267" y="480352"/>
                </a:lnTo>
                <a:lnTo>
                  <a:pt x="591566" y="485032"/>
                </a:lnTo>
                <a:cubicBezTo>
                  <a:pt x="603891" y="473697"/>
                  <a:pt x="616369" y="462534"/>
                  <a:pt x="629012" y="451548"/>
                </a:cubicBezTo>
                <a:lnTo>
                  <a:pt x="624840" y="446754"/>
                </a:lnTo>
                <a:close/>
                <a:moveTo>
                  <a:pt x="550640" y="514998"/>
                </a:moveTo>
                <a:lnTo>
                  <a:pt x="546214" y="510445"/>
                </a:lnTo>
                <a:cubicBezTo>
                  <a:pt x="534124" y="522199"/>
                  <a:pt x="522199" y="534124"/>
                  <a:pt x="510445" y="546214"/>
                </a:cubicBezTo>
                <a:lnTo>
                  <a:pt x="514998" y="550640"/>
                </a:lnTo>
                <a:lnTo>
                  <a:pt x="519544" y="555066"/>
                </a:lnTo>
                <a:cubicBezTo>
                  <a:pt x="531222" y="543065"/>
                  <a:pt x="543065" y="531222"/>
                  <a:pt x="555066" y="519551"/>
                </a:cubicBezTo>
                <a:lnTo>
                  <a:pt x="550640" y="514998"/>
                </a:lnTo>
                <a:close/>
                <a:moveTo>
                  <a:pt x="480352" y="587267"/>
                </a:moveTo>
                <a:lnTo>
                  <a:pt x="475679" y="582968"/>
                </a:lnTo>
                <a:cubicBezTo>
                  <a:pt x="464268" y="595382"/>
                  <a:pt x="453028" y="607949"/>
                  <a:pt x="441960" y="620674"/>
                </a:cubicBezTo>
                <a:lnTo>
                  <a:pt x="446754" y="624846"/>
                </a:lnTo>
                <a:lnTo>
                  <a:pt x="451542" y="629012"/>
                </a:lnTo>
                <a:cubicBezTo>
                  <a:pt x="462534" y="616369"/>
                  <a:pt x="473697" y="603891"/>
                  <a:pt x="485026" y="591566"/>
                </a:cubicBezTo>
                <a:lnTo>
                  <a:pt x="480352" y="587267"/>
                </a:lnTo>
                <a:close/>
                <a:moveTo>
                  <a:pt x="414204" y="663346"/>
                </a:moveTo>
                <a:lnTo>
                  <a:pt x="409302" y="659320"/>
                </a:lnTo>
                <a:cubicBezTo>
                  <a:pt x="398596" y="672344"/>
                  <a:pt x="388074" y="685521"/>
                  <a:pt x="377736" y="698843"/>
                </a:cubicBezTo>
                <a:lnTo>
                  <a:pt x="382753" y="702735"/>
                </a:lnTo>
                <a:lnTo>
                  <a:pt x="387769" y="706628"/>
                </a:lnTo>
                <a:cubicBezTo>
                  <a:pt x="398037" y="693395"/>
                  <a:pt x="408489" y="680314"/>
                  <a:pt x="419113" y="667379"/>
                </a:cubicBezTo>
                <a:lnTo>
                  <a:pt x="414204" y="663346"/>
                </a:lnTo>
                <a:close/>
                <a:moveTo>
                  <a:pt x="352412" y="742994"/>
                </a:moveTo>
                <a:lnTo>
                  <a:pt x="347288" y="739242"/>
                </a:lnTo>
                <a:cubicBezTo>
                  <a:pt x="337331" y="752843"/>
                  <a:pt x="327558" y="766591"/>
                  <a:pt x="317976" y="780479"/>
                </a:cubicBezTo>
                <a:lnTo>
                  <a:pt x="323202" y="784085"/>
                </a:lnTo>
                <a:lnTo>
                  <a:pt x="328428" y="787692"/>
                </a:lnTo>
                <a:cubicBezTo>
                  <a:pt x="337947" y="773900"/>
                  <a:pt x="347650" y="760254"/>
                  <a:pt x="357537" y="746747"/>
                </a:cubicBezTo>
                <a:lnTo>
                  <a:pt x="352412" y="742994"/>
                </a:lnTo>
                <a:close/>
                <a:moveTo>
                  <a:pt x="295161" y="825970"/>
                </a:moveTo>
                <a:lnTo>
                  <a:pt x="289839" y="822509"/>
                </a:lnTo>
                <a:cubicBezTo>
                  <a:pt x="280657" y="836651"/>
                  <a:pt x="271666" y="850925"/>
                  <a:pt x="262871" y="865334"/>
                </a:cubicBezTo>
                <a:lnTo>
                  <a:pt x="268294" y="868642"/>
                </a:lnTo>
                <a:lnTo>
                  <a:pt x="273710" y="871950"/>
                </a:lnTo>
                <a:cubicBezTo>
                  <a:pt x="282442" y="857644"/>
                  <a:pt x="291370" y="843464"/>
                  <a:pt x="300488" y="829424"/>
                </a:cubicBezTo>
                <a:lnTo>
                  <a:pt x="295161" y="825970"/>
                </a:lnTo>
                <a:close/>
                <a:moveTo>
                  <a:pt x="242653" y="912019"/>
                </a:moveTo>
                <a:lnTo>
                  <a:pt x="237141" y="908863"/>
                </a:lnTo>
                <a:cubicBezTo>
                  <a:pt x="228765" y="923493"/>
                  <a:pt x="220593" y="938251"/>
                  <a:pt x="212623" y="953135"/>
                </a:cubicBezTo>
                <a:lnTo>
                  <a:pt x="218218" y="956132"/>
                </a:lnTo>
                <a:lnTo>
                  <a:pt x="223818" y="959129"/>
                </a:lnTo>
                <a:cubicBezTo>
                  <a:pt x="231731" y="944353"/>
                  <a:pt x="239846" y="929697"/>
                  <a:pt x="248164" y="915175"/>
                </a:cubicBezTo>
                <a:lnTo>
                  <a:pt x="242653" y="912019"/>
                </a:lnTo>
                <a:close/>
                <a:moveTo>
                  <a:pt x="195053" y="1000887"/>
                </a:moveTo>
                <a:lnTo>
                  <a:pt x="189370" y="998049"/>
                </a:lnTo>
                <a:cubicBezTo>
                  <a:pt x="181839" y="1013117"/>
                  <a:pt x="174511" y="1028300"/>
                  <a:pt x="167392" y="1043610"/>
                </a:cubicBezTo>
                <a:lnTo>
                  <a:pt x="173145" y="1046290"/>
                </a:lnTo>
                <a:lnTo>
                  <a:pt x="178905" y="1048963"/>
                </a:lnTo>
                <a:cubicBezTo>
                  <a:pt x="185972" y="1033767"/>
                  <a:pt x="193250" y="1018686"/>
                  <a:pt x="200730" y="1003725"/>
                </a:cubicBezTo>
                <a:lnTo>
                  <a:pt x="195053" y="1000887"/>
                </a:lnTo>
                <a:close/>
                <a:moveTo>
                  <a:pt x="152527" y="1092302"/>
                </a:moveTo>
                <a:lnTo>
                  <a:pt x="146698" y="1089787"/>
                </a:lnTo>
                <a:cubicBezTo>
                  <a:pt x="140030" y="1105243"/>
                  <a:pt x="133572" y="1120813"/>
                  <a:pt x="127330" y="1136491"/>
                </a:cubicBezTo>
                <a:lnTo>
                  <a:pt x="133229" y="1138841"/>
                </a:lnTo>
                <a:lnTo>
                  <a:pt x="139129" y="1141190"/>
                </a:lnTo>
                <a:cubicBezTo>
                  <a:pt x="145326" y="1125626"/>
                  <a:pt x="151740" y="1110164"/>
                  <a:pt x="158356" y="1094816"/>
                </a:cubicBezTo>
                <a:lnTo>
                  <a:pt x="152527" y="1092302"/>
                </a:lnTo>
                <a:close/>
                <a:moveTo>
                  <a:pt x="115221" y="1185977"/>
                </a:moveTo>
                <a:lnTo>
                  <a:pt x="109258" y="1183799"/>
                </a:lnTo>
                <a:cubicBezTo>
                  <a:pt x="103480" y="1199591"/>
                  <a:pt x="97917" y="1215498"/>
                  <a:pt x="92570" y="1231493"/>
                </a:cubicBezTo>
                <a:lnTo>
                  <a:pt x="98590" y="1233507"/>
                </a:lnTo>
                <a:lnTo>
                  <a:pt x="104616" y="1235520"/>
                </a:lnTo>
                <a:cubicBezTo>
                  <a:pt x="109925" y="1219632"/>
                  <a:pt x="115449" y="1203846"/>
                  <a:pt x="121183" y="1188161"/>
                </a:cubicBezTo>
                <a:lnTo>
                  <a:pt x="115221" y="1185977"/>
                </a:lnTo>
                <a:close/>
                <a:moveTo>
                  <a:pt x="83287" y="1281563"/>
                </a:moveTo>
                <a:lnTo>
                  <a:pt x="77210" y="1279722"/>
                </a:lnTo>
                <a:cubicBezTo>
                  <a:pt x="72333" y="1295832"/>
                  <a:pt x="67672" y="1312031"/>
                  <a:pt x="63233" y="1328325"/>
                </a:cubicBezTo>
                <a:lnTo>
                  <a:pt x="69361" y="1329989"/>
                </a:lnTo>
                <a:lnTo>
                  <a:pt x="75489" y="1331659"/>
                </a:lnTo>
                <a:cubicBezTo>
                  <a:pt x="79889" y="1315485"/>
                  <a:pt x="84518" y="1299394"/>
                  <a:pt x="89364" y="1283405"/>
                </a:cubicBezTo>
                <a:lnTo>
                  <a:pt x="83287" y="1281563"/>
                </a:lnTo>
                <a:close/>
                <a:moveTo>
                  <a:pt x="39408" y="1426667"/>
                </a:moveTo>
                <a:cubicBezTo>
                  <a:pt x="42926" y="1410126"/>
                  <a:pt x="46666" y="1393673"/>
                  <a:pt x="50629" y="1377309"/>
                </a:cubicBezTo>
                <a:lnTo>
                  <a:pt x="56801" y="1378807"/>
                </a:lnTo>
                <a:lnTo>
                  <a:pt x="62973" y="1380300"/>
                </a:lnTo>
                <a:cubicBezTo>
                  <a:pt x="59036" y="1396549"/>
                  <a:pt x="55321" y="1412888"/>
                  <a:pt x="51835" y="1429302"/>
                </a:cubicBezTo>
                <a:lnTo>
                  <a:pt x="45618" y="1427982"/>
                </a:lnTo>
                <a:lnTo>
                  <a:pt x="39408" y="1426667"/>
                </a:lnTo>
                <a:close/>
                <a:moveTo>
                  <a:pt x="21171" y="1526210"/>
                </a:moveTo>
                <a:cubicBezTo>
                  <a:pt x="23749" y="1509478"/>
                  <a:pt x="26562" y="1492822"/>
                  <a:pt x="29597" y="1476248"/>
                </a:cubicBezTo>
                <a:lnTo>
                  <a:pt x="35846" y="1477391"/>
                </a:lnTo>
                <a:lnTo>
                  <a:pt x="42094" y="1478540"/>
                </a:lnTo>
                <a:cubicBezTo>
                  <a:pt x="39078" y="1494993"/>
                  <a:pt x="36284" y="1511535"/>
                  <a:pt x="33725" y="1528147"/>
                </a:cubicBezTo>
                <a:lnTo>
                  <a:pt x="27445" y="1527175"/>
                </a:lnTo>
                <a:lnTo>
                  <a:pt x="21171" y="1526210"/>
                </a:lnTo>
                <a:close/>
                <a:moveTo>
                  <a:pt x="20472" y="1577016"/>
                </a:moveTo>
                <a:lnTo>
                  <a:pt x="14173" y="1576222"/>
                </a:lnTo>
                <a:cubicBezTo>
                  <a:pt x="12071" y="1592936"/>
                  <a:pt x="10198" y="1609719"/>
                  <a:pt x="8560" y="1626565"/>
                </a:cubicBezTo>
                <a:lnTo>
                  <a:pt x="14878" y="1627181"/>
                </a:lnTo>
                <a:lnTo>
                  <a:pt x="21203" y="1627797"/>
                </a:lnTo>
                <a:cubicBezTo>
                  <a:pt x="22828" y="1611065"/>
                  <a:pt x="24689" y="1594402"/>
                  <a:pt x="26772" y="1577804"/>
                </a:cubicBezTo>
                <a:lnTo>
                  <a:pt x="20472" y="1577016"/>
                </a:lnTo>
                <a:close/>
                <a:moveTo>
                  <a:pt x="10700" y="1677353"/>
                </a:moveTo>
                <a:lnTo>
                  <a:pt x="4369" y="1676908"/>
                </a:lnTo>
                <a:cubicBezTo>
                  <a:pt x="3207" y="1693697"/>
                  <a:pt x="2273" y="1710544"/>
                  <a:pt x="1568" y="1727454"/>
                </a:cubicBezTo>
                <a:lnTo>
                  <a:pt x="7912" y="1727721"/>
                </a:lnTo>
                <a:lnTo>
                  <a:pt x="14262" y="1727981"/>
                </a:lnTo>
                <a:cubicBezTo>
                  <a:pt x="14954" y="1711192"/>
                  <a:pt x="15881" y="1694459"/>
                  <a:pt x="17037" y="1677791"/>
                </a:cubicBezTo>
                <a:lnTo>
                  <a:pt x="10700" y="1677353"/>
                </a:lnTo>
                <a:close/>
                <a:moveTo>
                  <a:pt x="6521" y="1778089"/>
                </a:moveTo>
                <a:lnTo>
                  <a:pt x="178" y="1778000"/>
                </a:lnTo>
                <a:cubicBezTo>
                  <a:pt x="57" y="1786452"/>
                  <a:pt x="0" y="1794916"/>
                  <a:pt x="0" y="1803400"/>
                </a:cubicBezTo>
                <a:cubicBezTo>
                  <a:pt x="0" y="1811884"/>
                  <a:pt x="57" y="1820348"/>
                  <a:pt x="178" y="1828800"/>
                </a:cubicBezTo>
                <a:lnTo>
                  <a:pt x="6528" y="1828711"/>
                </a:lnTo>
                <a:lnTo>
                  <a:pt x="12871" y="1828629"/>
                </a:lnTo>
                <a:cubicBezTo>
                  <a:pt x="12757" y="1820234"/>
                  <a:pt x="12700" y="1811820"/>
                  <a:pt x="12700" y="1803400"/>
                </a:cubicBezTo>
                <a:cubicBezTo>
                  <a:pt x="12700" y="1794980"/>
                  <a:pt x="12757" y="1786572"/>
                  <a:pt x="12871" y="1778178"/>
                </a:cubicBezTo>
                <a:lnTo>
                  <a:pt x="6521" y="1778089"/>
                </a:lnTo>
                <a:close/>
                <a:moveTo>
                  <a:pt x="7912" y="1879086"/>
                </a:moveTo>
                <a:lnTo>
                  <a:pt x="1568" y="1879346"/>
                </a:lnTo>
                <a:cubicBezTo>
                  <a:pt x="2273" y="1896256"/>
                  <a:pt x="3207" y="1913103"/>
                  <a:pt x="4369" y="1929892"/>
                </a:cubicBezTo>
                <a:lnTo>
                  <a:pt x="10700" y="1929454"/>
                </a:lnTo>
                <a:lnTo>
                  <a:pt x="17037" y="1929009"/>
                </a:lnTo>
                <a:cubicBezTo>
                  <a:pt x="15881" y="1912341"/>
                  <a:pt x="14954" y="1895615"/>
                  <a:pt x="14262" y="1878819"/>
                </a:cubicBezTo>
                <a:lnTo>
                  <a:pt x="7912" y="1879086"/>
                </a:lnTo>
                <a:close/>
                <a:moveTo>
                  <a:pt x="14878" y="1979619"/>
                </a:moveTo>
                <a:lnTo>
                  <a:pt x="8560" y="1980235"/>
                </a:lnTo>
                <a:cubicBezTo>
                  <a:pt x="10198" y="1997088"/>
                  <a:pt x="12071" y="2013871"/>
                  <a:pt x="14173" y="2030578"/>
                </a:cubicBezTo>
                <a:lnTo>
                  <a:pt x="20472" y="2029790"/>
                </a:lnTo>
                <a:lnTo>
                  <a:pt x="26772" y="2028996"/>
                </a:lnTo>
                <a:cubicBezTo>
                  <a:pt x="24689" y="2012404"/>
                  <a:pt x="22828" y="1995735"/>
                  <a:pt x="21203" y="1979003"/>
                </a:cubicBezTo>
                <a:lnTo>
                  <a:pt x="14878" y="1979619"/>
                </a:lnTo>
                <a:close/>
                <a:moveTo>
                  <a:pt x="27445" y="2079625"/>
                </a:moveTo>
                <a:lnTo>
                  <a:pt x="21171" y="2080590"/>
                </a:lnTo>
                <a:cubicBezTo>
                  <a:pt x="23749" y="2097322"/>
                  <a:pt x="26562" y="2113978"/>
                  <a:pt x="29597" y="2130552"/>
                </a:cubicBezTo>
                <a:lnTo>
                  <a:pt x="35846" y="2129409"/>
                </a:lnTo>
                <a:lnTo>
                  <a:pt x="42094" y="2128266"/>
                </a:lnTo>
                <a:cubicBezTo>
                  <a:pt x="39078" y="2111807"/>
                  <a:pt x="36284" y="2095271"/>
                  <a:pt x="33725" y="2078653"/>
                </a:cubicBezTo>
                <a:lnTo>
                  <a:pt x="27445" y="2079625"/>
                </a:lnTo>
                <a:close/>
                <a:moveTo>
                  <a:pt x="45625" y="2178818"/>
                </a:moveTo>
                <a:lnTo>
                  <a:pt x="39408" y="2180139"/>
                </a:lnTo>
                <a:cubicBezTo>
                  <a:pt x="42926" y="2196675"/>
                  <a:pt x="46666" y="2213127"/>
                  <a:pt x="50629" y="2229492"/>
                </a:cubicBezTo>
                <a:lnTo>
                  <a:pt x="56801" y="2227993"/>
                </a:lnTo>
                <a:lnTo>
                  <a:pt x="62973" y="2226501"/>
                </a:lnTo>
                <a:cubicBezTo>
                  <a:pt x="59036" y="2210251"/>
                  <a:pt x="55321" y="2193919"/>
                  <a:pt x="51835" y="2177498"/>
                </a:cubicBezTo>
                <a:lnTo>
                  <a:pt x="45625" y="2178818"/>
                </a:lnTo>
                <a:close/>
                <a:moveTo>
                  <a:pt x="69361" y="2276812"/>
                </a:moveTo>
                <a:lnTo>
                  <a:pt x="63233" y="2278482"/>
                </a:lnTo>
                <a:cubicBezTo>
                  <a:pt x="67672" y="2294769"/>
                  <a:pt x="72333" y="2310975"/>
                  <a:pt x="77210" y="2327078"/>
                </a:cubicBezTo>
                <a:lnTo>
                  <a:pt x="83287" y="2325237"/>
                </a:lnTo>
                <a:lnTo>
                  <a:pt x="89364" y="2323395"/>
                </a:lnTo>
                <a:cubicBezTo>
                  <a:pt x="84518" y="2307406"/>
                  <a:pt x="79889" y="2291322"/>
                  <a:pt x="75489" y="2275141"/>
                </a:cubicBezTo>
                <a:lnTo>
                  <a:pt x="69361" y="2276812"/>
                </a:lnTo>
                <a:close/>
                <a:moveTo>
                  <a:pt x="98590" y="2373294"/>
                </a:moveTo>
                <a:lnTo>
                  <a:pt x="92570" y="2375307"/>
                </a:lnTo>
                <a:cubicBezTo>
                  <a:pt x="97917" y="2391308"/>
                  <a:pt x="103480" y="2407209"/>
                  <a:pt x="109258" y="2423008"/>
                </a:cubicBezTo>
                <a:lnTo>
                  <a:pt x="115221" y="2420823"/>
                </a:lnTo>
                <a:lnTo>
                  <a:pt x="121190" y="2418639"/>
                </a:lnTo>
                <a:cubicBezTo>
                  <a:pt x="115449" y="2402955"/>
                  <a:pt x="109925" y="2387168"/>
                  <a:pt x="104616" y="2371281"/>
                </a:cubicBezTo>
                <a:lnTo>
                  <a:pt x="98590" y="2373294"/>
                </a:lnTo>
                <a:close/>
                <a:moveTo>
                  <a:pt x="133229" y="2467960"/>
                </a:moveTo>
                <a:lnTo>
                  <a:pt x="127330" y="2470309"/>
                </a:lnTo>
                <a:cubicBezTo>
                  <a:pt x="133572" y="2485987"/>
                  <a:pt x="140030" y="2501557"/>
                  <a:pt x="146698" y="2517013"/>
                </a:cubicBezTo>
                <a:lnTo>
                  <a:pt x="152527" y="2514499"/>
                </a:lnTo>
                <a:lnTo>
                  <a:pt x="158356" y="2511984"/>
                </a:lnTo>
                <a:cubicBezTo>
                  <a:pt x="151740" y="2496636"/>
                  <a:pt x="145326" y="2481180"/>
                  <a:pt x="139129" y="2465610"/>
                </a:cubicBezTo>
                <a:lnTo>
                  <a:pt x="133229" y="2467960"/>
                </a:lnTo>
                <a:close/>
                <a:moveTo>
                  <a:pt x="173152" y="2560517"/>
                </a:moveTo>
                <a:lnTo>
                  <a:pt x="167392" y="2563190"/>
                </a:lnTo>
                <a:cubicBezTo>
                  <a:pt x="174511" y="2578500"/>
                  <a:pt x="181839" y="2593689"/>
                  <a:pt x="189376" y="2608752"/>
                </a:cubicBezTo>
                <a:lnTo>
                  <a:pt x="195053" y="2605913"/>
                </a:lnTo>
                <a:lnTo>
                  <a:pt x="200730" y="2603075"/>
                </a:lnTo>
                <a:cubicBezTo>
                  <a:pt x="193250" y="2588114"/>
                  <a:pt x="185979" y="2573033"/>
                  <a:pt x="178905" y="2557837"/>
                </a:cubicBezTo>
                <a:lnTo>
                  <a:pt x="173152" y="2560517"/>
                </a:lnTo>
                <a:close/>
                <a:moveTo>
                  <a:pt x="218218" y="2650668"/>
                </a:moveTo>
                <a:lnTo>
                  <a:pt x="212623" y="2653671"/>
                </a:lnTo>
                <a:cubicBezTo>
                  <a:pt x="220593" y="2668550"/>
                  <a:pt x="228765" y="2683307"/>
                  <a:pt x="237141" y="2697937"/>
                </a:cubicBezTo>
                <a:lnTo>
                  <a:pt x="242653" y="2694781"/>
                </a:lnTo>
                <a:lnTo>
                  <a:pt x="248164" y="2691625"/>
                </a:lnTo>
                <a:cubicBezTo>
                  <a:pt x="239852" y="2677103"/>
                  <a:pt x="231731" y="2662447"/>
                  <a:pt x="223818" y="2647671"/>
                </a:cubicBezTo>
                <a:lnTo>
                  <a:pt x="218218" y="2650668"/>
                </a:lnTo>
                <a:close/>
                <a:moveTo>
                  <a:pt x="268294" y="2738158"/>
                </a:moveTo>
                <a:lnTo>
                  <a:pt x="262871" y="2741467"/>
                </a:lnTo>
                <a:cubicBezTo>
                  <a:pt x="271666" y="2755875"/>
                  <a:pt x="280657" y="2770150"/>
                  <a:pt x="289839" y="2784291"/>
                </a:cubicBezTo>
                <a:lnTo>
                  <a:pt x="295161" y="2780830"/>
                </a:lnTo>
                <a:lnTo>
                  <a:pt x="300488" y="2777376"/>
                </a:lnTo>
                <a:cubicBezTo>
                  <a:pt x="291370" y="2763336"/>
                  <a:pt x="282448" y="2749156"/>
                  <a:pt x="273717" y="2734850"/>
                </a:cubicBezTo>
                <a:lnTo>
                  <a:pt x="268294" y="2738158"/>
                </a:lnTo>
                <a:close/>
                <a:moveTo>
                  <a:pt x="323202" y="2822715"/>
                </a:moveTo>
                <a:lnTo>
                  <a:pt x="317976" y="2826322"/>
                </a:lnTo>
                <a:cubicBezTo>
                  <a:pt x="327558" y="2840209"/>
                  <a:pt x="337331" y="2853957"/>
                  <a:pt x="347288" y="2867558"/>
                </a:cubicBezTo>
                <a:lnTo>
                  <a:pt x="352412" y="2863806"/>
                </a:lnTo>
                <a:lnTo>
                  <a:pt x="357537" y="2860053"/>
                </a:lnTo>
                <a:cubicBezTo>
                  <a:pt x="347650" y="2846547"/>
                  <a:pt x="337947" y="2832900"/>
                  <a:pt x="328428" y="2819108"/>
                </a:cubicBezTo>
                <a:lnTo>
                  <a:pt x="323202" y="2822715"/>
                </a:lnTo>
                <a:close/>
                <a:moveTo>
                  <a:pt x="382753" y="2904065"/>
                </a:moveTo>
                <a:lnTo>
                  <a:pt x="377736" y="2907957"/>
                </a:lnTo>
                <a:cubicBezTo>
                  <a:pt x="388080" y="2921280"/>
                  <a:pt x="398602" y="2934462"/>
                  <a:pt x="409302" y="2947486"/>
                </a:cubicBezTo>
                <a:lnTo>
                  <a:pt x="414204" y="2943454"/>
                </a:lnTo>
                <a:lnTo>
                  <a:pt x="419113" y="2939421"/>
                </a:lnTo>
                <a:cubicBezTo>
                  <a:pt x="408489" y="2926487"/>
                  <a:pt x="398037" y="2913406"/>
                  <a:pt x="387769" y="2900172"/>
                </a:cubicBezTo>
                <a:lnTo>
                  <a:pt x="382753" y="2904065"/>
                </a:lnTo>
                <a:close/>
                <a:moveTo>
                  <a:pt x="446754" y="2981960"/>
                </a:moveTo>
                <a:lnTo>
                  <a:pt x="441960" y="2986126"/>
                </a:lnTo>
                <a:cubicBezTo>
                  <a:pt x="453028" y="2998851"/>
                  <a:pt x="464268" y="3011424"/>
                  <a:pt x="475679" y="3023832"/>
                </a:cubicBezTo>
                <a:lnTo>
                  <a:pt x="480358" y="3019533"/>
                </a:lnTo>
                <a:lnTo>
                  <a:pt x="485032" y="3015234"/>
                </a:lnTo>
                <a:cubicBezTo>
                  <a:pt x="473697" y="3002909"/>
                  <a:pt x="462534" y="2990431"/>
                  <a:pt x="451549" y="2977788"/>
                </a:cubicBezTo>
                <a:lnTo>
                  <a:pt x="446754" y="2981960"/>
                </a:lnTo>
                <a:close/>
                <a:moveTo>
                  <a:pt x="514998" y="3056160"/>
                </a:moveTo>
                <a:lnTo>
                  <a:pt x="510445" y="3060586"/>
                </a:lnTo>
                <a:cubicBezTo>
                  <a:pt x="522199" y="3072676"/>
                  <a:pt x="534124" y="3084601"/>
                  <a:pt x="546214" y="3096355"/>
                </a:cubicBezTo>
                <a:lnTo>
                  <a:pt x="550640" y="3091802"/>
                </a:lnTo>
                <a:lnTo>
                  <a:pt x="555066" y="3087256"/>
                </a:lnTo>
                <a:cubicBezTo>
                  <a:pt x="543065" y="3075578"/>
                  <a:pt x="531222" y="3063736"/>
                  <a:pt x="519551" y="3051734"/>
                </a:cubicBezTo>
                <a:lnTo>
                  <a:pt x="514998" y="3056160"/>
                </a:lnTo>
                <a:close/>
                <a:moveTo>
                  <a:pt x="7283894" y="3600450"/>
                </a:moveTo>
                <a:lnTo>
                  <a:pt x="7283894" y="3606800"/>
                </a:lnTo>
                <a:lnTo>
                  <a:pt x="7233349" y="3606800"/>
                </a:lnTo>
                <a:lnTo>
                  <a:pt x="7233349" y="3600450"/>
                </a:lnTo>
                <a:lnTo>
                  <a:pt x="7233349" y="3594100"/>
                </a:lnTo>
                <a:lnTo>
                  <a:pt x="7283894" y="3594100"/>
                </a:lnTo>
                <a:lnTo>
                  <a:pt x="7283894" y="3600450"/>
                </a:lnTo>
                <a:close/>
                <a:moveTo>
                  <a:pt x="7182866" y="3600450"/>
                </a:moveTo>
                <a:lnTo>
                  <a:pt x="7182866" y="3606800"/>
                </a:lnTo>
                <a:lnTo>
                  <a:pt x="7132320" y="3606800"/>
                </a:lnTo>
                <a:lnTo>
                  <a:pt x="7132320" y="3600450"/>
                </a:lnTo>
                <a:lnTo>
                  <a:pt x="7132320" y="3594100"/>
                </a:lnTo>
                <a:lnTo>
                  <a:pt x="7182866" y="3594100"/>
                </a:lnTo>
                <a:lnTo>
                  <a:pt x="7182866" y="3600450"/>
                </a:lnTo>
                <a:close/>
                <a:moveTo>
                  <a:pt x="7081838" y="3600450"/>
                </a:moveTo>
                <a:lnTo>
                  <a:pt x="7081838" y="3606800"/>
                </a:lnTo>
                <a:lnTo>
                  <a:pt x="7031356" y="3606800"/>
                </a:lnTo>
                <a:lnTo>
                  <a:pt x="7031356" y="3600450"/>
                </a:lnTo>
                <a:lnTo>
                  <a:pt x="7031356" y="3594100"/>
                </a:lnTo>
                <a:lnTo>
                  <a:pt x="7081838" y="3594100"/>
                </a:lnTo>
                <a:lnTo>
                  <a:pt x="7081838" y="3600450"/>
                </a:lnTo>
                <a:close/>
                <a:moveTo>
                  <a:pt x="6980809" y="3600450"/>
                </a:moveTo>
                <a:lnTo>
                  <a:pt x="6980809" y="3606800"/>
                </a:lnTo>
                <a:lnTo>
                  <a:pt x="6930327" y="3606800"/>
                </a:lnTo>
                <a:lnTo>
                  <a:pt x="6930327" y="3600450"/>
                </a:lnTo>
                <a:lnTo>
                  <a:pt x="6930327" y="3594100"/>
                </a:lnTo>
                <a:lnTo>
                  <a:pt x="6980809" y="3594100"/>
                </a:lnTo>
                <a:lnTo>
                  <a:pt x="6980809" y="3600450"/>
                </a:lnTo>
                <a:close/>
                <a:moveTo>
                  <a:pt x="6879781" y="3600450"/>
                </a:moveTo>
                <a:lnTo>
                  <a:pt x="6879781" y="3606800"/>
                </a:lnTo>
                <a:lnTo>
                  <a:pt x="6829298" y="3606800"/>
                </a:lnTo>
                <a:lnTo>
                  <a:pt x="6829298" y="3600450"/>
                </a:lnTo>
                <a:lnTo>
                  <a:pt x="6829298" y="3594100"/>
                </a:lnTo>
                <a:lnTo>
                  <a:pt x="6879781" y="3594100"/>
                </a:lnTo>
                <a:lnTo>
                  <a:pt x="6879781" y="3600450"/>
                </a:lnTo>
                <a:close/>
                <a:moveTo>
                  <a:pt x="6778752" y="3600450"/>
                </a:moveTo>
                <a:lnTo>
                  <a:pt x="6778752" y="3606800"/>
                </a:lnTo>
                <a:lnTo>
                  <a:pt x="6728269" y="3606800"/>
                </a:lnTo>
                <a:lnTo>
                  <a:pt x="6728269" y="3600450"/>
                </a:lnTo>
                <a:lnTo>
                  <a:pt x="6728269" y="3594100"/>
                </a:lnTo>
                <a:lnTo>
                  <a:pt x="6778752" y="3594100"/>
                </a:lnTo>
                <a:lnTo>
                  <a:pt x="6778752" y="3600450"/>
                </a:lnTo>
                <a:close/>
                <a:moveTo>
                  <a:pt x="6677724" y="3600450"/>
                </a:moveTo>
                <a:lnTo>
                  <a:pt x="6677724" y="3606800"/>
                </a:lnTo>
                <a:lnTo>
                  <a:pt x="6627241" y="3606800"/>
                </a:lnTo>
                <a:lnTo>
                  <a:pt x="6627241" y="3600450"/>
                </a:lnTo>
                <a:lnTo>
                  <a:pt x="6627241" y="3594100"/>
                </a:lnTo>
                <a:lnTo>
                  <a:pt x="6677724" y="3594100"/>
                </a:lnTo>
                <a:lnTo>
                  <a:pt x="6677724" y="3600450"/>
                </a:lnTo>
                <a:close/>
                <a:moveTo>
                  <a:pt x="6576695" y="3600450"/>
                </a:moveTo>
                <a:lnTo>
                  <a:pt x="6576695" y="3606800"/>
                </a:lnTo>
                <a:lnTo>
                  <a:pt x="6526213" y="3606800"/>
                </a:lnTo>
                <a:lnTo>
                  <a:pt x="6526213" y="3600450"/>
                </a:lnTo>
                <a:lnTo>
                  <a:pt x="6526213" y="3594100"/>
                </a:lnTo>
                <a:lnTo>
                  <a:pt x="6576695" y="3594100"/>
                </a:lnTo>
                <a:lnTo>
                  <a:pt x="6576695" y="3600450"/>
                </a:lnTo>
                <a:close/>
                <a:moveTo>
                  <a:pt x="6475731" y="3600450"/>
                </a:moveTo>
                <a:lnTo>
                  <a:pt x="6475731" y="3606800"/>
                </a:lnTo>
                <a:lnTo>
                  <a:pt x="6425184" y="3606800"/>
                </a:lnTo>
                <a:lnTo>
                  <a:pt x="6425184" y="3600450"/>
                </a:lnTo>
                <a:lnTo>
                  <a:pt x="6425184" y="3594100"/>
                </a:lnTo>
                <a:lnTo>
                  <a:pt x="6475731" y="3594100"/>
                </a:lnTo>
                <a:lnTo>
                  <a:pt x="6475731" y="3600450"/>
                </a:lnTo>
                <a:close/>
                <a:moveTo>
                  <a:pt x="6374702" y="3600450"/>
                </a:moveTo>
                <a:lnTo>
                  <a:pt x="6374702" y="3606800"/>
                </a:lnTo>
                <a:lnTo>
                  <a:pt x="6324156" y="3606800"/>
                </a:lnTo>
                <a:lnTo>
                  <a:pt x="6324156" y="3600450"/>
                </a:lnTo>
                <a:lnTo>
                  <a:pt x="6324156" y="3594100"/>
                </a:lnTo>
                <a:lnTo>
                  <a:pt x="6374702" y="3594100"/>
                </a:lnTo>
                <a:lnTo>
                  <a:pt x="6374702" y="3600450"/>
                </a:lnTo>
                <a:close/>
                <a:moveTo>
                  <a:pt x="6273673" y="3600450"/>
                </a:moveTo>
                <a:lnTo>
                  <a:pt x="6273673" y="3606800"/>
                </a:lnTo>
                <a:lnTo>
                  <a:pt x="6223127" y="3606800"/>
                </a:lnTo>
                <a:lnTo>
                  <a:pt x="6223127" y="3600450"/>
                </a:lnTo>
                <a:lnTo>
                  <a:pt x="6223127" y="3594100"/>
                </a:lnTo>
                <a:lnTo>
                  <a:pt x="6273673" y="3594100"/>
                </a:lnTo>
                <a:lnTo>
                  <a:pt x="6273673" y="3600450"/>
                </a:lnTo>
                <a:close/>
                <a:moveTo>
                  <a:pt x="6172644" y="3600450"/>
                </a:moveTo>
                <a:lnTo>
                  <a:pt x="6172644" y="3606800"/>
                </a:lnTo>
                <a:lnTo>
                  <a:pt x="6122099" y="3606800"/>
                </a:lnTo>
                <a:lnTo>
                  <a:pt x="6122099" y="3600450"/>
                </a:lnTo>
                <a:lnTo>
                  <a:pt x="6122099" y="3594100"/>
                </a:lnTo>
                <a:lnTo>
                  <a:pt x="6172644" y="3594100"/>
                </a:lnTo>
                <a:lnTo>
                  <a:pt x="6172644" y="3600450"/>
                </a:lnTo>
                <a:close/>
                <a:moveTo>
                  <a:pt x="6071616" y="3600450"/>
                </a:moveTo>
                <a:lnTo>
                  <a:pt x="6071616" y="3606800"/>
                </a:lnTo>
                <a:lnTo>
                  <a:pt x="6021070" y="3606800"/>
                </a:lnTo>
                <a:lnTo>
                  <a:pt x="6021070" y="3600450"/>
                </a:lnTo>
                <a:lnTo>
                  <a:pt x="6021070" y="3594100"/>
                </a:lnTo>
                <a:lnTo>
                  <a:pt x="6071616" y="3594100"/>
                </a:lnTo>
                <a:lnTo>
                  <a:pt x="6071616" y="3600450"/>
                </a:lnTo>
                <a:close/>
                <a:moveTo>
                  <a:pt x="5970588" y="3600450"/>
                </a:moveTo>
                <a:lnTo>
                  <a:pt x="5970588" y="3606800"/>
                </a:lnTo>
                <a:lnTo>
                  <a:pt x="5920106" y="3606800"/>
                </a:lnTo>
                <a:lnTo>
                  <a:pt x="5920106" y="3600450"/>
                </a:lnTo>
                <a:lnTo>
                  <a:pt x="5920106" y="3594100"/>
                </a:lnTo>
                <a:lnTo>
                  <a:pt x="5970588" y="3594100"/>
                </a:lnTo>
                <a:lnTo>
                  <a:pt x="5970588" y="3600450"/>
                </a:lnTo>
                <a:close/>
                <a:moveTo>
                  <a:pt x="5869559" y="3600450"/>
                </a:moveTo>
                <a:lnTo>
                  <a:pt x="5869559" y="3606800"/>
                </a:lnTo>
                <a:lnTo>
                  <a:pt x="5819077" y="3606800"/>
                </a:lnTo>
                <a:lnTo>
                  <a:pt x="5819077" y="3600450"/>
                </a:lnTo>
                <a:lnTo>
                  <a:pt x="5819077" y="3594100"/>
                </a:lnTo>
                <a:lnTo>
                  <a:pt x="5869559" y="3594100"/>
                </a:lnTo>
                <a:lnTo>
                  <a:pt x="5869559" y="3600450"/>
                </a:lnTo>
                <a:close/>
                <a:moveTo>
                  <a:pt x="5768531" y="3600450"/>
                </a:moveTo>
                <a:lnTo>
                  <a:pt x="5768531" y="3606800"/>
                </a:lnTo>
                <a:lnTo>
                  <a:pt x="5718048" y="3606800"/>
                </a:lnTo>
                <a:lnTo>
                  <a:pt x="5718048" y="3600450"/>
                </a:lnTo>
                <a:lnTo>
                  <a:pt x="5718048" y="3594100"/>
                </a:lnTo>
                <a:lnTo>
                  <a:pt x="5768531" y="3594100"/>
                </a:lnTo>
                <a:lnTo>
                  <a:pt x="5768531" y="3600450"/>
                </a:lnTo>
                <a:close/>
                <a:moveTo>
                  <a:pt x="5667502" y="3600450"/>
                </a:moveTo>
                <a:lnTo>
                  <a:pt x="5667502" y="3606800"/>
                </a:lnTo>
                <a:lnTo>
                  <a:pt x="5617020" y="3606800"/>
                </a:lnTo>
                <a:lnTo>
                  <a:pt x="5617020" y="3600450"/>
                </a:lnTo>
                <a:lnTo>
                  <a:pt x="5617020" y="3594100"/>
                </a:lnTo>
                <a:lnTo>
                  <a:pt x="5667502" y="3594100"/>
                </a:lnTo>
                <a:lnTo>
                  <a:pt x="5667502" y="3600450"/>
                </a:lnTo>
                <a:close/>
                <a:moveTo>
                  <a:pt x="5566493" y="3600450"/>
                </a:moveTo>
                <a:lnTo>
                  <a:pt x="5566493" y="3606800"/>
                </a:lnTo>
                <a:lnTo>
                  <a:pt x="5515985" y="3606800"/>
                </a:lnTo>
                <a:lnTo>
                  <a:pt x="5515985" y="3600450"/>
                </a:lnTo>
                <a:lnTo>
                  <a:pt x="5515985" y="3594100"/>
                </a:lnTo>
                <a:lnTo>
                  <a:pt x="5566493" y="3594100"/>
                </a:lnTo>
                <a:lnTo>
                  <a:pt x="5566493" y="3600450"/>
                </a:lnTo>
                <a:close/>
                <a:moveTo>
                  <a:pt x="5465471" y="3600450"/>
                </a:moveTo>
                <a:lnTo>
                  <a:pt x="5465471" y="3606800"/>
                </a:lnTo>
                <a:lnTo>
                  <a:pt x="5414963" y="3606800"/>
                </a:lnTo>
                <a:lnTo>
                  <a:pt x="5414963" y="3600450"/>
                </a:lnTo>
                <a:lnTo>
                  <a:pt x="5414963" y="3594100"/>
                </a:lnTo>
                <a:lnTo>
                  <a:pt x="5465471" y="3594100"/>
                </a:lnTo>
                <a:lnTo>
                  <a:pt x="5465471" y="3600450"/>
                </a:lnTo>
                <a:close/>
                <a:moveTo>
                  <a:pt x="5364448" y="3600450"/>
                </a:moveTo>
                <a:lnTo>
                  <a:pt x="5364448" y="3606800"/>
                </a:lnTo>
                <a:lnTo>
                  <a:pt x="5313941" y="3606800"/>
                </a:lnTo>
                <a:lnTo>
                  <a:pt x="5313941" y="3600450"/>
                </a:lnTo>
                <a:lnTo>
                  <a:pt x="5313941" y="3594100"/>
                </a:lnTo>
                <a:lnTo>
                  <a:pt x="5364448" y="3594100"/>
                </a:lnTo>
                <a:lnTo>
                  <a:pt x="5364448" y="3600450"/>
                </a:lnTo>
                <a:close/>
                <a:moveTo>
                  <a:pt x="5263426" y="3600450"/>
                </a:moveTo>
                <a:lnTo>
                  <a:pt x="5263426" y="3606800"/>
                </a:lnTo>
                <a:lnTo>
                  <a:pt x="5212912" y="3606800"/>
                </a:lnTo>
                <a:lnTo>
                  <a:pt x="5212912" y="3600450"/>
                </a:lnTo>
                <a:lnTo>
                  <a:pt x="5212912" y="3594100"/>
                </a:lnTo>
                <a:lnTo>
                  <a:pt x="5263426" y="3594100"/>
                </a:lnTo>
                <a:lnTo>
                  <a:pt x="5263426" y="3600450"/>
                </a:lnTo>
                <a:close/>
                <a:moveTo>
                  <a:pt x="5162404" y="3600450"/>
                </a:moveTo>
                <a:lnTo>
                  <a:pt x="5162404" y="3606800"/>
                </a:lnTo>
                <a:lnTo>
                  <a:pt x="5111890" y="3606800"/>
                </a:lnTo>
                <a:lnTo>
                  <a:pt x="5111890" y="3600450"/>
                </a:lnTo>
                <a:lnTo>
                  <a:pt x="5111890" y="3594100"/>
                </a:lnTo>
                <a:lnTo>
                  <a:pt x="5162404" y="3594100"/>
                </a:lnTo>
                <a:lnTo>
                  <a:pt x="5162404" y="3600450"/>
                </a:lnTo>
                <a:close/>
                <a:moveTo>
                  <a:pt x="5061382" y="3600450"/>
                </a:moveTo>
                <a:lnTo>
                  <a:pt x="5061382" y="3606800"/>
                </a:lnTo>
                <a:lnTo>
                  <a:pt x="5010868" y="3606800"/>
                </a:lnTo>
                <a:lnTo>
                  <a:pt x="5010868" y="3600450"/>
                </a:lnTo>
                <a:lnTo>
                  <a:pt x="5010868" y="3594100"/>
                </a:lnTo>
                <a:lnTo>
                  <a:pt x="5061382" y="3594100"/>
                </a:lnTo>
                <a:lnTo>
                  <a:pt x="5061382" y="3600450"/>
                </a:lnTo>
                <a:close/>
                <a:moveTo>
                  <a:pt x="4960360" y="3600450"/>
                </a:moveTo>
                <a:lnTo>
                  <a:pt x="4960360" y="3606800"/>
                </a:lnTo>
                <a:lnTo>
                  <a:pt x="4909846" y="3606800"/>
                </a:lnTo>
                <a:lnTo>
                  <a:pt x="4909846" y="3600450"/>
                </a:lnTo>
                <a:lnTo>
                  <a:pt x="4909846" y="3594100"/>
                </a:lnTo>
                <a:lnTo>
                  <a:pt x="4960360" y="3594100"/>
                </a:lnTo>
                <a:lnTo>
                  <a:pt x="4960360" y="3600450"/>
                </a:lnTo>
                <a:close/>
                <a:moveTo>
                  <a:pt x="4859338" y="3600450"/>
                </a:moveTo>
                <a:lnTo>
                  <a:pt x="4859338" y="3606800"/>
                </a:lnTo>
                <a:lnTo>
                  <a:pt x="4808823" y="3606800"/>
                </a:lnTo>
                <a:lnTo>
                  <a:pt x="4808823" y="3600450"/>
                </a:lnTo>
                <a:lnTo>
                  <a:pt x="4808823" y="3594100"/>
                </a:lnTo>
                <a:lnTo>
                  <a:pt x="4859338" y="3594100"/>
                </a:lnTo>
                <a:lnTo>
                  <a:pt x="4859338" y="3600450"/>
                </a:lnTo>
                <a:close/>
                <a:moveTo>
                  <a:pt x="4758316" y="3600450"/>
                </a:moveTo>
                <a:lnTo>
                  <a:pt x="4758316" y="3606800"/>
                </a:lnTo>
                <a:lnTo>
                  <a:pt x="4707801" y="3606800"/>
                </a:lnTo>
                <a:lnTo>
                  <a:pt x="4707801" y="3600450"/>
                </a:lnTo>
                <a:lnTo>
                  <a:pt x="4707801" y="3594100"/>
                </a:lnTo>
                <a:lnTo>
                  <a:pt x="4758316" y="3594100"/>
                </a:lnTo>
                <a:lnTo>
                  <a:pt x="4758316" y="3600450"/>
                </a:lnTo>
                <a:close/>
                <a:moveTo>
                  <a:pt x="4657293" y="3600450"/>
                </a:moveTo>
                <a:lnTo>
                  <a:pt x="4657293" y="3606800"/>
                </a:lnTo>
                <a:lnTo>
                  <a:pt x="4606779" y="3606800"/>
                </a:lnTo>
                <a:lnTo>
                  <a:pt x="4606779" y="3600450"/>
                </a:lnTo>
                <a:lnTo>
                  <a:pt x="4606779" y="3594100"/>
                </a:lnTo>
                <a:lnTo>
                  <a:pt x="4657293" y="3594100"/>
                </a:lnTo>
                <a:lnTo>
                  <a:pt x="4657293" y="3600450"/>
                </a:lnTo>
                <a:close/>
                <a:moveTo>
                  <a:pt x="4556271" y="3600450"/>
                </a:moveTo>
                <a:lnTo>
                  <a:pt x="4556271" y="3606800"/>
                </a:lnTo>
                <a:lnTo>
                  <a:pt x="4505757" y="3606800"/>
                </a:lnTo>
                <a:lnTo>
                  <a:pt x="4505757" y="3600450"/>
                </a:lnTo>
                <a:lnTo>
                  <a:pt x="4505757" y="3594100"/>
                </a:lnTo>
                <a:lnTo>
                  <a:pt x="4556271" y="3594100"/>
                </a:lnTo>
                <a:lnTo>
                  <a:pt x="4556271" y="3600450"/>
                </a:lnTo>
                <a:close/>
                <a:moveTo>
                  <a:pt x="4455249" y="3600450"/>
                </a:moveTo>
                <a:lnTo>
                  <a:pt x="4455249" y="3606800"/>
                </a:lnTo>
                <a:lnTo>
                  <a:pt x="4404735" y="3606800"/>
                </a:lnTo>
                <a:lnTo>
                  <a:pt x="4404735" y="3600450"/>
                </a:lnTo>
                <a:lnTo>
                  <a:pt x="4404735" y="3594100"/>
                </a:lnTo>
                <a:lnTo>
                  <a:pt x="4455249" y="3594100"/>
                </a:lnTo>
                <a:lnTo>
                  <a:pt x="4455249" y="3600450"/>
                </a:lnTo>
                <a:close/>
                <a:moveTo>
                  <a:pt x="4354221" y="3600450"/>
                </a:moveTo>
                <a:lnTo>
                  <a:pt x="4354221" y="3606800"/>
                </a:lnTo>
                <a:lnTo>
                  <a:pt x="4303713" y="3606800"/>
                </a:lnTo>
                <a:lnTo>
                  <a:pt x="4303713" y="3600450"/>
                </a:lnTo>
                <a:lnTo>
                  <a:pt x="4303713" y="3594100"/>
                </a:lnTo>
                <a:lnTo>
                  <a:pt x="4354221" y="3594100"/>
                </a:lnTo>
                <a:lnTo>
                  <a:pt x="4354221" y="3600450"/>
                </a:lnTo>
                <a:close/>
                <a:moveTo>
                  <a:pt x="4253198" y="3600450"/>
                </a:moveTo>
                <a:lnTo>
                  <a:pt x="4253198" y="3606800"/>
                </a:lnTo>
                <a:lnTo>
                  <a:pt x="4202691" y="3606800"/>
                </a:lnTo>
                <a:lnTo>
                  <a:pt x="4202691" y="3600450"/>
                </a:lnTo>
                <a:lnTo>
                  <a:pt x="4202691" y="3594100"/>
                </a:lnTo>
                <a:lnTo>
                  <a:pt x="4253198" y="3594100"/>
                </a:lnTo>
                <a:lnTo>
                  <a:pt x="4253198" y="3600450"/>
                </a:lnTo>
                <a:close/>
                <a:moveTo>
                  <a:pt x="4152176" y="3600450"/>
                </a:moveTo>
                <a:lnTo>
                  <a:pt x="4152176" y="3606800"/>
                </a:lnTo>
                <a:lnTo>
                  <a:pt x="4101668" y="3606800"/>
                </a:lnTo>
                <a:lnTo>
                  <a:pt x="4101668" y="3600450"/>
                </a:lnTo>
                <a:lnTo>
                  <a:pt x="4101668" y="3594100"/>
                </a:lnTo>
                <a:lnTo>
                  <a:pt x="4152176" y="3594100"/>
                </a:lnTo>
                <a:lnTo>
                  <a:pt x="4152176" y="3600450"/>
                </a:lnTo>
                <a:close/>
                <a:moveTo>
                  <a:pt x="4051154" y="3600450"/>
                </a:moveTo>
                <a:lnTo>
                  <a:pt x="4051154" y="3606800"/>
                </a:lnTo>
                <a:lnTo>
                  <a:pt x="4000646" y="3606800"/>
                </a:lnTo>
                <a:lnTo>
                  <a:pt x="4000646" y="3600450"/>
                </a:lnTo>
                <a:lnTo>
                  <a:pt x="4000646" y="3594100"/>
                </a:lnTo>
                <a:lnTo>
                  <a:pt x="4051154" y="3594100"/>
                </a:lnTo>
                <a:lnTo>
                  <a:pt x="4051154" y="3600450"/>
                </a:lnTo>
                <a:close/>
                <a:moveTo>
                  <a:pt x="3950132" y="3600450"/>
                </a:moveTo>
                <a:lnTo>
                  <a:pt x="3950132" y="3606800"/>
                </a:lnTo>
                <a:lnTo>
                  <a:pt x="3899624" y="3606800"/>
                </a:lnTo>
                <a:lnTo>
                  <a:pt x="3899624" y="3600450"/>
                </a:lnTo>
                <a:lnTo>
                  <a:pt x="3899624" y="3594100"/>
                </a:lnTo>
                <a:lnTo>
                  <a:pt x="3950132" y="3594100"/>
                </a:lnTo>
                <a:lnTo>
                  <a:pt x="3950132" y="3600450"/>
                </a:lnTo>
                <a:close/>
                <a:moveTo>
                  <a:pt x="3849110" y="3600450"/>
                </a:moveTo>
                <a:lnTo>
                  <a:pt x="3849110" y="3606800"/>
                </a:lnTo>
                <a:lnTo>
                  <a:pt x="3798602" y="3606800"/>
                </a:lnTo>
                <a:lnTo>
                  <a:pt x="3798602" y="3600450"/>
                </a:lnTo>
                <a:lnTo>
                  <a:pt x="3798602" y="3594100"/>
                </a:lnTo>
                <a:lnTo>
                  <a:pt x="3849110" y="3594100"/>
                </a:lnTo>
                <a:lnTo>
                  <a:pt x="3849110" y="3600450"/>
                </a:lnTo>
                <a:close/>
                <a:moveTo>
                  <a:pt x="3748088" y="3600450"/>
                </a:moveTo>
                <a:lnTo>
                  <a:pt x="3748088" y="3606800"/>
                </a:lnTo>
                <a:lnTo>
                  <a:pt x="3697580" y="3606800"/>
                </a:lnTo>
                <a:lnTo>
                  <a:pt x="3697580" y="3600450"/>
                </a:lnTo>
                <a:lnTo>
                  <a:pt x="3697580" y="3594100"/>
                </a:lnTo>
                <a:lnTo>
                  <a:pt x="3748088" y="3594100"/>
                </a:lnTo>
                <a:lnTo>
                  <a:pt x="3748088" y="3600450"/>
                </a:lnTo>
                <a:close/>
                <a:moveTo>
                  <a:pt x="3647065" y="3600450"/>
                </a:moveTo>
                <a:lnTo>
                  <a:pt x="3647065" y="3606800"/>
                </a:lnTo>
                <a:lnTo>
                  <a:pt x="3596551" y="3606800"/>
                </a:lnTo>
                <a:lnTo>
                  <a:pt x="3596551" y="3600450"/>
                </a:lnTo>
                <a:lnTo>
                  <a:pt x="3596551" y="3594100"/>
                </a:lnTo>
                <a:lnTo>
                  <a:pt x="3647065" y="3594100"/>
                </a:lnTo>
                <a:lnTo>
                  <a:pt x="3647065" y="3600450"/>
                </a:lnTo>
                <a:close/>
                <a:moveTo>
                  <a:pt x="3546043" y="3600450"/>
                </a:moveTo>
                <a:lnTo>
                  <a:pt x="3546043" y="3606800"/>
                </a:lnTo>
                <a:lnTo>
                  <a:pt x="3495529" y="3606800"/>
                </a:lnTo>
                <a:lnTo>
                  <a:pt x="3495529" y="3600450"/>
                </a:lnTo>
                <a:lnTo>
                  <a:pt x="3495529" y="3594100"/>
                </a:lnTo>
                <a:lnTo>
                  <a:pt x="3546043" y="3594100"/>
                </a:lnTo>
                <a:lnTo>
                  <a:pt x="3546043" y="3600450"/>
                </a:lnTo>
                <a:close/>
                <a:moveTo>
                  <a:pt x="3445021" y="3600450"/>
                </a:moveTo>
                <a:lnTo>
                  <a:pt x="3445021" y="3606800"/>
                </a:lnTo>
                <a:lnTo>
                  <a:pt x="3394507" y="3606800"/>
                </a:lnTo>
                <a:lnTo>
                  <a:pt x="3394507" y="3600450"/>
                </a:lnTo>
                <a:lnTo>
                  <a:pt x="3394507" y="3594100"/>
                </a:lnTo>
                <a:lnTo>
                  <a:pt x="3445021" y="3594100"/>
                </a:lnTo>
                <a:lnTo>
                  <a:pt x="3445021" y="3600450"/>
                </a:lnTo>
                <a:close/>
                <a:moveTo>
                  <a:pt x="3343999" y="3600450"/>
                </a:moveTo>
                <a:lnTo>
                  <a:pt x="3343999" y="3606800"/>
                </a:lnTo>
                <a:lnTo>
                  <a:pt x="3293485" y="3606800"/>
                </a:lnTo>
                <a:lnTo>
                  <a:pt x="3293485" y="3600450"/>
                </a:lnTo>
                <a:lnTo>
                  <a:pt x="3293485" y="3594100"/>
                </a:lnTo>
                <a:lnTo>
                  <a:pt x="3343999" y="3594100"/>
                </a:lnTo>
                <a:lnTo>
                  <a:pt x="3343999" y="3600450"/>
                </a:lnTo>
                <a:close/>
                <a:moveTo>
                  <a:pt x="3242977" y="3600450"/>
                </a:moveTo>
                <a:lnTo>
                  <a:pt x="3242977" y="3606800"/>
                </a:lnTo>
                <a:lnTo>
                  <a:pt x="3192463" y="3606800"/>
                </a:lnTo>
                <a:lnTo>
                  <a:pt x="3192463" y="3600450"/>
                </a:lnTo>
                <a:lnTo>
                  <a:pt x="3192463" y="3594100"/>
                </a:lnTo>
                <a:lnTo>
                  <a:pt x="3242977" y="3594100"/>
                </a:lnTo>
                <a:lnTo>
                  <a:pt x="3242977" y="3600450"/>
                </a:lnTo>
                <a:close/>
                <a:moveTo>
                  <a:pt x="3141955" y="3600450"/>
                </a:moveTo>
                <a:lnTo>
                  <a:pt x="3141955" y="3606800"/>
                </a:lnTo>
                <a:lnTo>
                  <a:pt x="3091440" y="3606800"/>
                </a:lnTo>
                <a:lnTo>
                  <a:pt x="3091440" y="3600450"/>
                </a:lnTo>
                <a:lnTo>
                  <a:pt x="3091440" y="3594100"/>
                </a:lnTo>
                <a:lnTo>
                  <a:pt x="3141955" y="3594100"/>
                </a:lnTo>
                <a:lnTo>
                  <a:pt x="3141955" y="3600450"/>
                </a:lnTo>
                <a:close/>
                <a:moveTo>
                  <a:pt x="3040933" y="3600450"/>
                </a:moveTo>
                <a:lnTo>
                  <a:pt x="3040933" y="3606800"/>
                </a:lnTo>
                <a:lnTo>
                  <a:pt x="2990418" y="3606800"/>
                </a:lnTo>
                <a:lnTo>
                  <a:pt x="2990418" y="3600450"/>
                </a:lnTo>
                <a:lnTo>
                  <a:pt x="2990418" y="3594100"/>
                </a:lnTo>
                <a:lnTo>
                  <a:pt x="3040933" y="3594100"/>
                </a:lnTo>
                <a:lnTo>
                  <a:pt x="3040933" y="3600450"/>
                </a:lnTo>
                <a:close/>
                <a:moveTo>
                  <a:pt x="2939911" y="3600450"/>
                </a:moveTo>
                <a:lnTo>
                  <a:pt x="2939911" y="3606800"/>
                </a:lnTo>
                <a:lnTo>
                  <a:pt x="2889396" y="3606800"/>
                </a:lnTo>
                <a:lnTo>
                  <a:pt x="2889396" y="3600450"/>
                </a:lnTo>
                <a:lnTo>
                  <a:pt x="2889396" y="3594100"/>
                </a:lnTo>
                <a:lnTo>
                  <a:pt x="2939911" y="3594100"/>
                </a:lnTo>
                <a:lnTo>
                  <a:pt x="2939911" y="3600450"/>
                </a:lnTo>
                <a:close/>
                <a:moveTo>
                  <a:pt x="2838888" y="3600450"/>
                </a:moveTo>
                <a:lnTo>
                  <a:pt x="2838888" y="3606800"/>
                </a:lnTo>
                <a:lnTo>
                  <a:pt x="2788374" y="3606800"/>
                </a:lnTo>
                <a:lnTo>
                  <a:pt x="2788374" y="3600450"/>
                </a:lnTo>
                <a:lnTo>
                  <a:pt x="2788374" y="3594100"/>
                </a:lnTo>
                <a:lnTo>
                  <a:pt x="2838888" y="3594100"/>
                </a:lnTo>
                <a:lnTo>
                  <a:pt x="2838888" y="3600450"/>
                </a:lnTo>
                <a:close/>
                <a:moveTo>
                  <a:pt x="2737866" y="3600450"/>
                </a:moveTo>
                <a:lnTo>
                  <a:pt x="2737866" y="3606800"/>
                </a:lnTo>
                <a:lnTo>
                  <a:pt x="2687352" y="3606800"/>
                </a:lnTo>
                <a:lnTo>
                  <a:pt x="2687352" y="3600450"/>
                </a:lnTo>
                <a:lnTo>
                  <a:pt x="2687352" y="3594100"/>
                </a:lnTo>
                <a:lnTo>
                  <a:pt x="2737866" y="3594100"/>
                </a:lnTo>
                <a:lnTo>
                  <a:pt x="2737866" y="3600450"/>
                </a:lnTo>
                <a:close/>
                <a:moveTo>
                  <a:pt x="2636838" y="3600450"/>
                </a:moveTo>
                <a:lnTo>
                  <a:pt x="2636838" y="3606800"/>
                </a:lnTo>
                <a:lnTo>
                  <a:pt x="2586330" y="3606800"/>
                </a:lnTo>
                <a:lnTo>
                  <a:pt x="2586330" y="3600450"/>
                </a:lnTo>
                <a:lnTo>
                  <a:pt x="2586330" y="3594100"/>
                </a:lnTo>
                <a:lnTo>
                  <a:pt x="2636838" y="3594100"/>
                </a:lnTo>
                <a:lnTo>
                  <a:pt x="2636838" y="3600450"/>
                </a:lnTo>
                <a:close/>
                <a:moveTo>
                  <a:pt x="2535815" y="3600450"/>
                </a:moveTo>
                <a:lnTo>
                  <a:pt x="2535815" y="3606800"/>
                </a:lnTo>
                <a:lnTo>
                  <a:pt x="2485308" y="3606800"/>
                </a:lnTo>
                <a:lnTo>
                  <a:pt x="2485308" y="3600450"/>
                </a:lnTo>
                <a:lnTo>
                  <a:pt x="2485308" y="3594100"/>
                </a:lnTo>
                <a:lnTo>
                  <a:pt x="2535815" y="3594100"/>
                </a:lnTo>
                <a:lnTo>
                  <a:pt x="2535815" y="3600450"/>
                </a:lnTo>
                <a:close/>
                <a:moveTo>
                  <a:pt x="2434793" y="3600450"/>
                </a:moveTo>
                <a:lnTo>
                  <a:pt x="2434793" y="3606800"/>
                </a:lnTo>
                <a:lnTo>
                  <a:pt x="2384285" y="3606800"/>
                </a:lnTo>
                <a:lnTo>
                  <a:pt x="2384285" y="3600450"/>
                </a:lnTo>
                <a:lnTo>
                  <a:pt x="2384285" y="3594100"/>
                </a:lnTo>
                <a:lnTo>
                  <a:pt x="2434793" y="3594100"/>
                </a:lnTo>
                <a:lnTo>
                  <a:pt x="2434793" y="3600450"/>
                </a:lnTo>
                <a:close/>
                <a:moveTo>
                  <a:pt x="2333771" y="3600450"/>
                </a:moveTo>
                <a:lnTo>
                  <a:pt x="2333771" y="3606800"/>
                </a:lnTo>
                <a:lnTo>
                  <a:pt x="2283263" y="3606800"/>
                </a:lnTo>
                <a:lnTo>
                  <a:pt x="2283263" y="3600450"/>
                </a:lnTo>
                <a:lnTo>
                  <a:pt x="2283263" y="3594100"/>
                </a:lnTo>
                <a:lnTo>
                  <a:pt x="2333771" y="3594100"/>
                </a:lnTo>
                <a:lnTo>
                  <a:pt x="2333771" y="3600450"/>
                </a:lnTo>
                <a:close/>
                <a:moveTo>
                  <a:pt x="2232749" y="3600450"/>
                </a:moveTo>
                <a:lnTo>
                  <a:pt x="2232749" y="3606800"/>
                </a:lnTo>
                <a:lnTo>
                  <a:pt x="2182241" y="3606800"/>
                </a:lnTo>
                <a:lnTo>
                  <a:pt x="2182241" y="3600450"/>
                </a:lnTo>
                <a:lnTo>
                  <a:pt x="2182241" y="3594100"/>
                </a:lnTo>
                <a:lnTo>
                  <a:pt x="2232749" y="3594100"/>
                </a:lnTo>
                <a:lnTo>
                  <a:pt x="2232749" y="3600450"/>
                </a:lnTo>
                <a:close/>
                <a:moveTo>
                  <a:pt x="2131727" y="3600450"/>
                </a:moveTo>
                <a:lnTo>
                  <a:pt x="2131727" y="3606800"/>
                </a:lnTo>
                <a:lnTo>
                  <a:pt x="2081219" y="3606800"/>
                </a:lnTo>
                <a:lnTo>
                  <a:pt x="2081219" y="3600450"/>
                </a:lnTo>
                <a:lnTo>
                  <a:pt x="2081219" y="3594100"/>
                </a:lnTo>
                <a:lnTo>
                  <a:pt x="2131727" y="3594100"/>
                </a:lnTo>
                <a:lnTo>
                  <a:pt x="2131727" y="3600450"/>
                </a:lnTo>
                <a:close/>
                <a:moveTo>
                  <a:pt x="2030705" y="3600450"/>
                </a:moveTo>
                <a:lnTo>
                  <a:pt x="2030705" y="3606800"/>
                </a:lnTo>
                <a:lnTo>
                  <a:pt x="1980197" y="3606800"/>
                </a:lnTo>
                <a:lnTo>
                  <a:pt x="1980197" y="3600450"/>
                </a:lnTo>
                <a:lnTo>
                  <a:pt x="1980197" y="3594100"/>
                </a:lnTo>
                <a:lnTo>
                  <a:pt x="2030705" y="3594100"/>
                </a:lnTo>
                <a:lnTo>
                  <a:pt x="2030705" y="3600450"/>
                </a:lnTo>
                <a:close/>
                <a:moveTo>
                  <a:pt x="1929682" y="3600450"/>
                </a:moveTo>
                <a:lnTo>
                  <a:pt x="1929682" y="3606800"/>
                </a:lnTo>
                <a:lnTo>
                  <a:pt x="1879168" y="3606800"/>
                </a:lnTo>
                <a:lnTo>
                  <a:pt x="1879168" y="3600450"/>
                </a:lnTo>
                <a:lnTo>
                  <a:pt x="1879168" y="3594100"/>
                </a:lnTo>
                <a:lnTo>
                  <a:pt x="1929682" y="3594100"/>
                </a:lnTo>
                <a:lnTo>
                  <a:pt x="1929682" y="3600450"/>
                </a:lnTo>
                <a:close/>
              </a:path>
            </a:pathLst>
          </a:custGeom>
          <a:gradFill>
            <a:gsLst>
              <a:gs pos="0">
                <a:schemeClr val="accent1">
                  <a:lumMod val="74000"/>
                  <a:lumOff val="26000"/>
                </a:schemeClr>
              </a:gs>
              <a:gs pos="100000">
                <a:schemeClr val="accent1">
                  <a:lumMod val="75000"/>
                </a:schemeClr>
              </a:gs>
            </a:gsLst>
            <a:lin ang="2700000" scaled="1"/>
          </a:gradFill>
          <a:ln w="635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FED2C905-5BCC-6627-B7AC-C33B3C4447C3}"/>
              </a:ext>
            </a:extLst>
          </p:cNvPr>
          <p:cNvSpPr/>
          <p:nvPr/>
        </p:nvSpPr>
        <p:spPr>
          <a:xfrm>
            <a:off x="1835150" y="1898650"/>
            <a:ext cx="1784350" cy="6286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55DCF645-E292-85FC-CE99-93688A93799F}"/>
              </a:ext>
            </a:extLst>
          </p:cNvPr>
          <p:cNvSpPr/>
          <p:nvPr/>
        </p:nvSpPr>
        <p:spPr>
          <a:xfrm>
            <a:off x="3721100" y="5530850"/>
            <a:ext cx="1784350" cy="628650"/>
          </a:xfrm>
          <a:prstGeom prst="roundRect">
            <a:avLst>
              <a:gd name="adj" fmla="val 50000"/>
            </a:avLst>
          </a:pr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0" name="文本框 39">
            <a:extLst>
              <a:ext uri="{FF2B5EF4-FFF2-40B4-BE49-F238E27FC236}">
                <a16:creationId xmlns:a16="http://schemas.microsoft.com/office/drawing/2014/main" id="{9078213B-9046-C2F9-ED34-2DE0EEBF21FC}"/>
              </a:ext>
            </a:extLst>
          </p:cNvPr>
          <p:cNvSpPr txBox="1"/>
          <p:nvPr/>
        </p:nvSpPr>
        <p:spPr>
          <a:xfrm>
            <a:off x="2186748" y="2028309"/>
            <a:ext cx="1107996" cy="369332"/>
          </a:xfrm>
          <a:prstGeom prst="rect">
            <a:avLst/>
          </a:prstGeom>
          <a:noFill/>
        </p:spPr>
        <p:txBody>
          <a:bodyPr wrap="none" rtlCol="0">
            <a:spAutoFit/>
          </a:body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寄件用户</a:t>
            </a:r>
            <a:endPar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文本框 40">
            <a:extLst>
              <a:ext uri="{FF2B5EF4-FFF2-40B4-BE49-F238E27FC236}">
                <a16:creationId xmlns:a16="http://schemas.microsoft.com/office/drawing/2014/main" id="{D2678AC1-D086-B17C-2546-105608666803}"/>
              </a:ext>
            </a:extLst>
          </p:cNvPr>
          <p:cNvSpPr txBox="1"/>
          <p:nvPr/>
        </p:nvSpPr>
        <p:spPr>
          <a:xfrm>
            <a:off x="4066492" y="5655418"/>
            <a:ext cx="1107997" cy="369332"/>
          </a:xfrm>
          <a:prstGeom prst="rect">
            <a:avLst/>
          </a:prstGeom>
          <a:noFill/>
        </p:spPr>
        <p:txBody>
          <a:bodyPr wrap="none" rtlCol="0">
            <a:spAutoFit/>
          </a:bodyPr>
          <a:lstStyle/>
          <a:p>
            <a:pPr algn="ctr"/>
            <a:r>
              <a:rPr lang="zh-CN" alt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收件用户</a:t>
            </a:r>
            <a:endParaRPr lang="en-US"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文本框 41">
            <a:extLst>
              <a:ext uri="{FF2B5EF4-FFF2-40B4-BE49-F238E27FC236}">
                <a16:creationId xmlns:a16="http://schemas.microsoft.com/office/drawing/2014/main" id="{4DAE58D8-98F8-99AE-62E0-1DE11AC0400C}"/>
              </a:ext>
            </a:extLst>
          </p:cNvPr>
          <p:cNvSpPr txBox="1"/>
          <p:nvPr/>
        </p:nvSpPr>
        <p:spPr>
          <a:xfrm>
            <a:off x="8166818" y="2056666"/>
            <a:ext cx="1338829"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差异化体验</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3" name="文本框 42">
            <a:extLst>
              <a:ext uri="{FF2B5EF4-FFF2-40B4-BE49-F238E27FC236}">
                <a16:creationId xmlns:a16="http://schemas.microsoft.com/office/drawing/2014/main" id="{0246A1C9-8A83-F572-D02D-0B65E4E5D758}"/>
              </a:ext>
            </a:extLst>
          </p:cNvPr>
          <p:cNvSpPr txBox="1"/>
          <p:nvPr/>
        </p:nvSpPr>
        <p:spPr>
          <a:xfrm>
            <a:off x="1187794" y="5479017"/>
            <a:ext cx="1338829"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自定义内容</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4" name="文本框 43">
            <a:extLst>
              <a:ext uri="{FF2B5EF4-FFF2-40B4-BE49-F238E27FC236}">
                <a16:creationId xmlns:a16="http://schemas.microsoft.com/office/drawing/2014/main" id="{49D1B7F2-790B-049F-E58F-D90A140849D2}"/>
              </a:ext>
            </a:extLst>
          </p:cNvPr>
          <p:cNvSpPr txBox="1"/>
          <p:nvPr/>
        </p:nvSpPr>
        <p:spPr>
          <a:xfrm>
            <a:off x="8282234" y="5663683"/>
            <a:ext cx="1107996"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口碑传播</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5" name="文本框 44">
            <a:extLst>
              <a:ext uri="{FF2B5EF4-FFF2-40B4-BE49-F238E27FC236}">
                <a16:creationId xmlns:a16="http://schemas.microsoft.com/office/drawing/2014/main" id="{5CCFA070-876C-3A19-CFAC-BEFD1F48AFE8}"/>
              </a:ext>
            </a:extLst>
          </p:cNvPr>
          <p:cNvSpPr txBox="1"/>
          <p:nvPr/>
        </p:nvSpPr>
        <p:spPr>
          <a:xfrm>
            <a:off x="6398860" y="4492359"/>
            <a:ext cx="877164"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互动性</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6" name="文本框 45">
            <a:extLst>
              <a:ext uri="{FF2B5EF4-FFF2-40B4-BE49-F238E27FC236}">
                <a16:creationId xmlns:a16="http://schemas.microsoft.com/office/drawing/2014/main" id="{EEAF743E-6335-9170-F2DC-F4E5E5312D5C}"/>
              </a:ext>
            </a:extLst>
          </p:cNvPr>
          <p:cNvSpPr txBox="1"/>
          <p:nvPr/>
        </p:nvSpPr>
        <p:spPr>
          <a:xfrm>
            <a:off x="6398860" y="3183165"/>
            <a:ext cx="877164" cy="369332"/>
          </a:xfrm>
          <a:prstGeom prst="rect">
            <a:avLst/>
          </a:prstGeom>
          <a:noFill/>
        </p:spPr>
        <p:txBody>
          <a:bodyPr wrap="none" rtlCol="0">
            <a:spAutoFit/>
          </a:bodyPr>
          <a:lstStyle/>
          <a:p>
            <a:pPr algn="ctr"/>
            <a:r>
              <a:rPr lang="zh-CN" alt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rPr>
              <a:t>可视化</a:t>
            </a:r>
            <a:endParaRPr lang="en-US" dirty="0">
              <a:solidFill>
                <a:schemeClr val="tx1">
                  <a:lumMod val="50000"/>
                  <a:lumOff val="5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sym typeface="阿里巴巴普惠体 2 45 Light" panose="00020600040101010101" pitchFamily="18" charset="-122"/>
            </a:endParaRPr>
          </a:p>
        </p:txBody>
      </p:sp>
      <p:sp>
        <p:nvSpPr>
          <p:cNvPr id="47" name="文本框 46">
            <a:extLst>
              <a:ext uri="{FF2B5EF4-FFF2-40B4-BE49-F238E27FC236}">
                <a16:creationId xmlns:a16="http://schemas.microsoft.com/office/drawing/2014/main" id="{F6A362F4-C4C4-8A22-625B-BE7A5A4E3038}"/>
              </a:ext>
            </a:extLst>
          </p:cNvPr>
          <p:cNvSpPr txBox="1"/>
          <p:nvPr/>
        </p:nvSpPr>
        <p:spPr>
          <a:xfrm>
            <a:off x="2141840" y="3746612"/>
            <a:ext cx="1184941" cy="492443"/>
          </a:xfrm>
          <a:prstGeom prst="rect">
            <a:avLst/>
          </a:prstGeom>
          <a:noFill/>
        </p:spPr>
        <p:txBody>
          <a:bodyPr wrap="none" rtlCol="0">
            <a:spAutoFit/>
          </a:bodyPr>
          <a:lstStyle/>
          <a:p>
            <a:pPr algn="ctr"/>
            <a:r>
              <a:rPr lang="zh-CN" alt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参与感</a:t>
            </a:r>
            <a:endParaRPr 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48" name="文本框 47">
            <a:extLst>
              <a:ext uri="{FF2B5EF4-FFF2-40B4-BE49-F238E27FC236}">
                <a16:creationId xmlns:a16="http://schemas.microsoft.com/office/drawing/2014/main" id="{892765DB-C059-FE5D-C141-74D76D204C86}"/>
              </a:ext>
            </a:extLst>
          </p:cNvPr>
          <p:cNvSpPr txBox="1"/>
          <p:nvPr/>
        </p:nvSpPr>
        <p:spPr>
          <a:xfrm>
            <a:off x="1962328" y="4170264"/>
            <a:ext cx="1556836" cy="215444"/>
          </a:xfrm>
          <a:prstGeom prst="rect">
            <a:avLst/>
          </a:prstGeom>
          <a:noFill/>
        </p:spPr>
        <p:txBody>
          <a:bodyPr wrap="none" rtlCol="0">
            <a:spAutoFit/>
          </a:bodyPr>
          <a:lstStyle/>
          <a:p>
            <a:pPr algn="ctr"/>
            <a:r>
              <a:rPr lang="en-US" altLang="zh-CN"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Sense Of Participation</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文本框 48">
            <a:extLst>
              <a:ext uri="{FF2B5EF4-FFF2-40B4-BE49-F238E27FC236}">
                <a16:creationId xmlns:a16="http://schemas.microsoft.com/office/drawing/2014/main" id="{CEA6B811-D995-4E27-3C8D-C26C1B8FC931}"/>
              </a:ext>
            </a:extLst>
          </p:cNvPr>
          <p:cNvSpPr txBox="1"/>
          <p:nvPr/>
        </p:nvSpPr>
        <p:spPr>
          <a:xfrm>
            <a:off x="4023979" y="3746612"/>
            <a:ext cx="1184941" cy="492443"/>
          </a:xfrm>
          <a:prstGeom prst="rect">
            <a:avLst/>
          </a:prstGeom>
          <a:noFill/>
        </p:spPr>
        <p:txBody>
          <a:bodyPr wrap="none" rtlCol="0">
            <a:spAutoFit/>
          </a:bodyPr>
          <a:lstStyle/>
          <a:p>
            <a:pPr algn="ctr"/>
            <a:r>
              <a:rPr lang="zh-CN" alt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仪式感</a:t>
            </a:r>
            <a:endParaRPr lang="en-US" sz="2600" dirty="0">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0" name="文本框 49">
            <a:extLst>
              <a:ext uri="{FF2B5EF4-FFF2-40B4-BE49-F238E27FC236}">
                <a16:creationId xmlns:a16="http://schemas.microsoft.com/office/drawing/2014/main" id="{423E3CF2-1D0F-2D47-3E01-299C11A8F070}"/>
              </a:ext>
            </a:extLst>
          </p:cNvPr>
          <p:cNvSpPr txBox="1"/>
          <p:nvPr/>
        </p:nvSpPr>
        <p:spPr>
          <a:xfrm>
            <a:off x="4150617" y="4170264"/>
            <a:ext cx="931665" cy="215444"/>
          </a:xfrm>
          <a:prstGeom prst="rect">
            <a:avLst/>
          </a:prstGeom>
          <a:noFill/>
        </p:spPr>
        <p:txBody>
          <a:bodyPr wrap="none" rtlCol="0">
            <a:spAutoFit/>
          </a:bodyPr>
          <a:lstStyle/>
          <a:p>
            <a:pPr algn="ctr"/>
            <a:r>
              <a:rPr lang="en-US" altLang="zh-CN"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Ritual sense</a:t>
            </a:r>
            <a:endParaRPr lang="en-US" sz="800" spc="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文本框 50">
            <a:extLst>
              <a:ext uri="{FF2B5EF4-FFF2-40B4-BE49-F238E27FC236}">
                <a16:creationId xmlns:a16="http://schemas.microsoft.com/office/drawing/2014/main" id="{35AEB535-3655-6A91-118C-DCD98029B862}"/>
              </a:ext>
            </a:extLst>
          </p:cNvPr>
          <p:cNvSpPr txBox="1"/>
          <p:nvPr/>
        </p:nvSpPr>
        <p:spPr>
          <a:xfrm>
            <a:off x="8270518" y="3746612"/>
            <a:ext cx="1518365" cy="492443"/>
          </a:xfrm>
          <a:prstGeom prst="rect">
            <a:avLst/>
          </a:prstGeom>
          <a:noFill/>
        </p:spPr>
        <p:txBody>
          <a:bodyPr wrap="none" rtlCol="0">
            <a:spAutoFit/>
          </a:bodyPr>
          <a:lstStyle/>
          <a:p>
            <a:pPr algn="ctr"/>
            <a:r>
              <a:rPr lang="zh-CN" altLang="en-US" sz="2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营造惊喜</a:t>
            </a:r>
            <a:endParaRPr lang="en-US" sz="2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2" name="文本框 51">
            <a:extLst>
              <a:ext uri="{FF2B5EF4-FFF2-40B4-BE49-F238E27FC236}">
                <a16:creationId xmlns:a16="http://schemas.microsoft.com/office/drawing/2014/main" id="{AB1219F4-46DC-0FD2-647A-D1E187EEBFEE}"/>
              </a:ext>
            </a:extLst>
          </p:cNvPr>
          <p:cNvSpPr txBox="1"/>
          <p:nvPr/>
        </p:nvSpPr>
        <p:spPr>
          <a:xfrm>
            <a:off x="8467687" y="4170264"/>
            <a:ext cx="1124027" cy="215444"/>
          </a:xfrm>
          <a:prstGeom prst="rect">
            <a:avLst/>
          </a:prstGeom>
          <a:noFill/>
        </p:spPr>
        <p:txBody>
          <a:bodyPr wrap="none" rtlCol="0">
            <a:spAutoFit/>
          </a:bodyPr>
          <a:lstStyle/>
          <a:p>
            <a:pPr algn="ctr"/>
            <a:r>
              <a:rPr lang="en-US" altLang="zh-CN" sz="800" spc="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Create surprise</a:t>
            </a:r>
            <a:endParaRPr lang="en-US" sz="800" spc="1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D0FE4063-2543-C254-71FD-5196DD314980}"/>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3" name="矩形 2">
            <a:extLst>
              <a:ext uri="{FF2B5EF4-FFF2-40B4-BE49-F238E27FC236}">
                <a16:creationId xmlns:a16="http://schemas.microsoft.com/office/drawing/2014/main" id="{DECA0301-8880-C3A2-DA7E-E8E36C6F9370}"/>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 name="文本框 3">
            <a:extLst>
              <a:ext uri="{FF2B5EF4-FFF2-40B4-BE49-F238E27FC236}">
                <a16:creationId xmlns:a16="http://schemas.microsoft.com/office/drawing/2014/main" id="{3ABC762A-D2BF-EA0C-86D1-EF0A92DA3DBE}"/>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234276553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形状 5">
            <a:extLst>
              <a:ext uri="{FF2B5EF4-FFF2-40B4-BE49-F238E27FC236}">
                <a16:creationId xmlns:a16="http://schemas.microsoft.com/office/drawing/2014/main" id="{DAB94387-562B-0A58-6FA2-4820EDBE3AAC}"/>
              </a:ext>
            </a:extLst>
          </p:cNvPr>
          <p:cNvSpPr/>
          <p:nvPr/>
        </p:nvSpPr>
        <p:spPr>
          <a:xfrm>
            <a:off x="3185588" y="4070108"/>
            <a:ext cx="354535" cy="6344"/>
          </a:xfrm>
          <a:custGeom>
            <a:avLst/>
            <a:gdLst>
              <a:gd name="connsiteX0" fmla="*/ 0 w 354535"/>
              <a:gd name="connsiteY0" fmla="*/ 0 h 6344"/>
              <a:gd name="connsiteX1" fmla="*/ 354535 w 354535"/>
              <a:gd name="connsiteY1" fmla="*/ 0 h 6344"/>
            </a:gdLst>
            <a:ahLst/>
            <a:cxnLst>
              <a:cxn ang="0">
                <a:pos x="connsiteX0" y="connsiteY0"/>
              </a:cxn>
              <a:cxn ang="0">
                <a:pos x="connsiteX1" y="connsiteY1"/>
              </a:cxn>
            </a:cxnLst>
            <a:rect l="l" t="t" r="r" b="b"/>
            <a:pathLst>
              <a:path w="354535" h="6344">
                <a:moveTo>
                  <a:pt x="0" y="0"/>
                </a:moveTo>
                <a:lnTo>
                  <a:pt x="354535" y="0"/>
                </a:ln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 name="任意多边形: 形状 6">
            <a:extLst>
              <a:ext uri="{FF2B5EF4-FFF2-40B4-BE49-F238E27FC236}">
                <a16:creationId xmlns:a16="http://schemas.microsoft.com/office/drawing/2014/main" id="{62F3F6AE-69E6-1EA8-7C2C-A24B094F96CA}"/>
              </a:ext>
            </a:extLst>
          </p:cNvPr>
          <p:cNvSpPr/>
          <p:nvPr/>
        </p:nvSpPr>
        <p:spPr>
          <a:xfrm>
            <a:off x="3622325" y="3445218"/>
            <a:ext cx="1280257" cy="1280257"/>
          </a:xfrm>
          <a:custGeom>
            <a:avLst/>
            <a:gdLst>
              <a:gd name="connsiteX0" fmla="*/ 1280257 w 1280257"/>
              <a:gd name="connsiteY0" fmla="*/ 640129 h 1280257"/>
              <a:gd name="connsiteX1" fmla="*/ 640129 w 1280257"/>
              <a:gd name="connsiteY1" fmla="*/ 1280257 h 1280257"/>
              <a:gd name="connsiteX2" fmla="*/ 0 w 1280257"/>
              <a:gd name="connsiteY2" fmla="*/ 640129 h 1280257"/>
              <a:gd name="connsiteX3" fmla="*/ 640129 w 1280257"/>
              <a:gd name="connsiteY3" fmla="*/ 0 h 1280257"/>
              <a:gd name="connsiteX4" fmla="*/ 1280257 w 1280257"/>
              <a:gd name="connsiteY4" fmla="*/ 640129 h 1280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257" h="1280257">
                <a:moveTo>
                  <a:pt x="1280257" y="640129"/>
                </a:moveTo>
                <a:cubicBezTo>
                  <a:pt x="1280257" y="993662"/>
                  <a:pt x="993662" y="1280257"/>
                  <a:pt x="640129" y="1280257"/>
                </a:cubicBezTo>
                <a:cubicBezTo>
                  <a:pt x="286595" y="1280257"/>
                  <a:pt x="0" y="993662"/>
                  <a:pt x="0" y="640129"/>
                </a:cubicBezTo>
                <a:cubicBezTo>
                  <a:pt x="0" y="286595"/>
                  <a:pt x="286595" y="0"/>
                  <a:pt x="640129" y="0"/>
                </a:cubicBezTo>
                <a:cubicBezTo>
                  <a:pt x="993662" y="0"/>
                  <a:pt x="1280257" y="286595"/>
                  <a:pt x="1280257" y="640129"/>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7" name="矩形: 圆角 16">
            <a:extLst>
              <a:ext uri="{FF2B5EF4-FFF2-40B4-BE49-F238E27FC236}">
                <a16:creationId xmlns:a16="http://schemas.microsoft.com/office/drawing/2014/main" id="{445C0ECD-AF50-CE85-80CC-1559799326A3}"/>
              </a:ext>
            </a:extLst>
          </p:cNvPr>
          <p:cNvSpPr/>
          <p:nvPr/>
        </p:nvSpPr>
        <p:spPr>
          <a:xfrm>
            <a:off x="1622180" y="2420978"/>
            <a:ext cx="1459415" cy="3320610"/>
          </a:xfrm>
          <a:prstGeom prst="roundRect">
            <a:avLst>
              <a:gd name="adj" fmla="val 50000"/>
            </a:avLst>
          </a:pr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矩形: 圆角 17">
            <a:extLst>
              <a:ext uri="{FF2B5EF4-FFF2-40B4-BE49-F238E27FC236}">
                <a16:creationId xmlns:a16="http://schemas.microsoft.com/office/drawing/2014/main" id="{08D62109-6591-81C9-12E6-3F4DBA7F9B9F}"/>
              </a:ext>
            </a:extLst>
          </p:cNvPr>
          <p:cNvSpPr/>
          <p:nvPr/>
        </p:nvSpPr>
        <p:spPr>
          <a:xfrm>
            <a:off x="9110406" y="2420978"/>
            <a:ext cx="1459415" cy="3320610"/>
          </a:xfrm>
          <a:prstGeom prst="roundRect">
            <a:avLst>
              <a:gd name="adj" fmla="val 50000"/>
            </a:avLst>
          </a:pr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1A8D8C90-F23D-39FD-3804-EE5F42B99A0A}"/>
              </a:ext>
            </a:extLst>
          </p:cNvPr>
          <p:cNvSpPr/>
          <p:nvPr/>
        </p:nvSpPr>
        <p:spPr>
          <a:xfrm>
            <a:off x="5598076" y="2349327"/>
            <a:ext cx="1365033" cy="3437881"/>
          </a:xfrm>
          <a:custGeom>
            <a:avLst/>
            <a:gdLst>
              <a:gd name="connsiteX0" fmla="*/ 1365034 w 1365033"/>
              <a:gd name="connsiteY0" fmla="*/ 682507 h 3437881"/>
              <a:gd name="connsiteX1" fmla="*/ 1126673 w 1365033"/>
              <a:gd name="connsiteY1" fmla="*/ 1200728 h 3437881"/>
              <a:gd name="connsiteX2" fmla="*/ 1365034 w 1365033"/>
              <a:gd name="connsiteY2" fmla="*/ 1718941 h 3437881"/>
              <a:gd name="connsiteX3" fmla="*/ 1126673 w 1365033"/>
              <a:gd name="connsiteY3" fmla="*/ 2237161 h 3437881"/>
              <a:gd name="connsiteX4" fmla="*/ 1365034 w 1365033"/>
              <a:gd name="connsiteY4" fmla="*/ 2755375 h 3437881"/>
              <a:gd name="connsiteX5" fmla="*/ 682507 w 1365033"/>
              <a:gd name="connsiteY5" fmla="*/ 3437882 h 3437881"/>
              <a:gd name="connsiteX6" fmla="*/ 0 w 1365033"/>
              <a:gd name="connsiteY6" fmla="*/ 2755375 h 3437881"/>
              <a:gd name="connsiteX7" fmla="*/ 238343 w 1365033"/>
              <a:gd name="connsiteY7" fmla="*/ 2237161 h 3437881"/>
              <a:gd name="connsiteX8" fmla="*/ 0 w 1365033"/>
              <a:gd name="connsiteY8" fmla="*/ 1718941 h 3437881"/>
              <a:gd name="connsiteX9" fmla="*/ 238343 w 1365033"/>
              <a:gd name="connsiteY9" fmla="*/ 1200728 h 3437881"/>
              <a:gd name="connsiteX10" fmla="*/ 0 w 1365033"/>
              <a:gd name="connsiteY10" fmla="*/ 682507 h 3437881"/>
              <a:gd name="connsiteX11" fmla="*/ 682507 w 1365033"/>
              <a:gd name="connsiteY11" fmla="*/ 0 h 3437881"/>
              <a:gd name="connsiteX12" fmla="*/ 1365034 w 1365033"/>
              <a:gd name="connsiteY12" fmla="*/ 682507 h 343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5033" h="3437881">
                <a:moveTo>
                  <a:pt x="1365034" y="682507"/>
                </a:moveTo>
                <a:cubicBezTo>
                  <a:pt x="1365034" y="889827"/>
                  <a:pt x="1272600" y="1075551"/>
                  <a:pt x="1126673" y="1200728"/>
                </a:cubicBezTo>
                <a:cubicBezTo>
                  <a:pt x="1272600" y="1325897"/>
                  <a:pt x="1365034" y="1511628"/>
                  <a:pt x="1365034" y="1718941"/>
                </a:cubicBezTo>
                <a:cubicBezTo>
                  <a:pt x="1365034" y="1926261"/>
                  <a:pt x="1272600" y="2111985"/>
                  <a:pt x="1126673" y="2237161"/>
                </a:cubicBezTo>
                <a:cubicBezTo>
                  <a:pt x="1272600" y="2362331"/>
                  <a:pt x="1365034" y="2548061"/>
                  <a:pt x="1365034" y="2755375"/>
                </a:cubicBezTo>
                <a:cubicBezTo>
                  <a:pt x="1365034" y="3132317"/>
                  <a:pt x="1059444" y="3437882"/>
                  <a:pt x="682507" y="3437882"/>
                </a:cubicBezTo>
                <a:cubicBezTo>
                  <a:pt x="305571" y="3437882"/>
                  <a:pt x="0" y="3132317"/>
                  <a:pt x="0" y="2755375"/>
                </a:cubicBezTo>
                <a:cubicBezTo>
                  <a:pt x="0" y="2548061"/>
                  <a:pt x="92434" y="2362331"/>
                  <a:pt x="238343" y="2237161"/>
                </a:cubicBezTo>
                <a:cubicBezTo>
                  <a:pt x="92434" y="2111985"/>
                  <a:pt x="0" y="1926261"/>
                  <a:pt x="0" y="1718941"/>
                </a:cubicBezTo>
                <a:cubicBezTo>
                  <a:pt x="0" y="1511628"/>
                  <a:pt x="92434" y="1325897"/>
                  <a:pt x="238343" y="1200728"/>
                </a:cubicBezTo>
                <a:cubicBezTo>
                  <a:pt x="92434" y="1075551"/>
                  <a:pt x="0" y="889827"/>
                  <a:pt x="0" y="682507"/>
                </a:cubicBezTo>
                <a:cubicBezTo>
                  <a:pt x="0" y="305571"/>
                  <a:pt x="305571" y="0"/>
                  <a:pt x="682507" y="0"/>
                </a:cubicBezTo>
                <a:cubicBezTo>
                  <a:pt x="1059444" y="0"/>
                  <a:pt x="1365034" y="305571"/>
                  <a:pt x="1365034" y="682507"/>
                </a:cubicBezTo>
                <a:close/>
              </a:path>
            </a:pathLst>
          </a:custGeom>
          <a:solidFill>
            <a:srgbClr val="F6F7F9"/>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a:extLst>
              <a:ext uri="{FF2B5EF4-FFF2-40B4-BE49-F238E27FC236}">
                <a16:creationId xmlns:a16="http://schemas.microsoft.com/office/drawing/2014/main" id="{523F598D-B376-9A22-3945-9406463D1C81}"/>
              </a:ext>
            </a:extLst>
          </p:cNvPr>
          <p:cNvSpPr/>
          <p:nvPr/>
        </p:nvSpPr>
        <p:spPr>
          <a:xfrm>
            <a:off x="5591731" y="2342983"/>
            <a:ext cx="1377721" cy="3450569"/>
          </a:xfrm>
          <a:custGeom>
            <a:avLst/>
            <a:gdLst>
              <a:gd name="connsiteX0" fmla="*/ 1133017 w 1377721"/>
              <a:gd name="connsiteY0" fmla="*/ 1207072 h 3450569"/>
              <a:gd name="connsiteX1" fmla="*/ 1128887 w 1377721"/>
              <a:gd name="connsiteY1" fmla="*/ 1202256 h 3450569"/>
              <a:gd name="connsiteX2" fmla="*/ 1123272 w 1377721"/>
              <a:gd name="connsiteY2" fmla="*/ 1207072 h 3450569"/>
              <a:gd name="connsiteX3" fmla="*/ 1128887 w 1377721"/>
              <a:gd name="connsiteY3" fmla="*/ 1211887 h 3450569"/>
              <a:gd name="connsiteX4" fmla="*/ 1133017 w 1377721"/>
              <a:gd name="connsiteY4" fmla="*/ 1207072 h 3450569"/>
              <a:gd name="connsiteX5" fmla="*/ 1133017 w 1377721"/>
              <a:gd name="connsiteY5" fmla="*/ 2243505 h 3450569"/>
              <a:gd name="connsiteX6" fmla="*/ 1128887 w 1377721"/>
              <a:gd name="connsiteY6" fmla="*/ 2238690 h 3450569"/>
              <a:gd name="connsiteX7" fmla="*/ 1123272 w 1377721"/>
              <a:gd name="connsiteY7" fmla="*/ 2243505 h 3450569"/>
              <a:gd name="connsiteX8" fmla="*/ 1128887 w 1377721"/>
              <a:gd name="connsiteY8" fmla="*/ 2248320 h 3450569"/>
              <a:gd name="connsiteX9" fmla="*/ 1133017 w 1377721"/>
              <a:gd name="connsiteY9" fmla="*/ 2243505 h 3450569"/>
              <a:gd name="connsiteX10" fmla="*/ 244687 w 1377721"/>
              <a:gd name="connsiteY10" fmla="*/ 2243505 h 3450569"/>
              <a:gd name="connsiteX11" fmla="*/ 248817 w 1377721"/>
              <a:gd name="connsiteY11" fmla="*/ 2248320 h 3450569"/>
              <a:gd name="connsiteX12" fmla="*/ 254425 w 1377721"/>
              <a:gd name="connsiteY12" fmla="*/ 2243505 h 3450569"/>
              <a:gd name="connsiteX13" fmla="*/ 248817 w 1377721"/>
              <a:gd name="connsiteY13" fmla="*/ 2238690 h 3450569"/>
              <a:gd name="connsiteX14" fmla="*/ 244687 w 1377721"/>
              <a:gd name="connsiteY14" fmla="*/ 2243505 h 3450569"/>
              <a:gd name="connsiteX15" fmla="*/ 244687 w 1377721"/>
              <a:gd name="connsiteY15" fmla="*/ 1207072 h 3450569"/>
              <a:gd name="connsiteX16" fmla="*/ 248817 w 1377721"/>
              <a:gd name="connsiteY16" fmla="*/ 1211887 h 3450569"/>
              <a:gd name="connsiteX17" fmla="*/ 254425 w 1377721"/>
              <a:gd name="connsiteY17" fmla="*/ 1207072 h 3450569"/>
              <a:gd name="connsiteX18" fmla="*/ 248817 w 1377721"/>
              <a:gd name="connsiteY18" fmla="*/ 1202256 h 3450569"/>
              <a:gd name="connsiteX19" fmla="*/ 244687 w 1377721"/>
              <a:gd name="connsiteY19" fmla="*/ 1207072 h 3450569"/>
              <a:gd name="connsiteX20" fmla="*/ 1137147 w 1377721"/>
              <a:gd name="connsiteY20" fmla="*/ 1211887 h 3450569"/>
              <a:gd name="connsiteX21" fmla="*/ 1377722 w 1377721"/>
              <a:gd name="connsiteY21" fmla="*/ 688852 h 3450569"/>
              <a:gd name="connsiteX22" fmla="*/ 1365034 w 1377721"/>
              <a:gd name="connsiteY22" fmla="*/ 688852 h 3450569"/>
              <a:gd name="connsiteX23" fmla="*/ 1128887 w 1377721"/>
              <a:gd name="connsiteY23" fmla="*/ 1202256 h 3450569"/>
              <a:gd name="connsiteX24" fmla="*/ 1137147 w 1377721"/>
              <a:gd name="connsiteY24" fmla="*/ 1211887 h 3450569"/>
              <a:gd name="connsiteX25" fmla="*/ 1377722 w 1377721"/>
              <a:gd name="connsiteY25" fmla="*/ 1725285 h 3450569"/>
              <a:gd name="connsiteX26" fmla="*/ 1137147 w 1377721"/>
              <a:gd name="connsiteY26" fmla="*/ 1202256 h 3450569"/>
              <a:gd name="connsiteX27" fmla="*/ 1128887 w 1377721"/>
              <a:gd name="connsiteY27" fmla="*/ 1211887 h 3450569"/>
              <a:gd name="connsiteX28" fmla="*/ 1365034 w 1377721"/>
              <a:gd name="connsiteY28" fmla="*/ 1725285 h 3450569"/>
              <a:gd name="connsiteX29" fmla="*/ 1377722 w 1377721"/>
              <a:gd name="connsiteY29" fmla="*/ 1725285 h 3450569"/>
              <a:gd name="connsiteX30" fmla="*/ 1137147 w 1377721"/>
              <a:gd name="connsiteY30" fmla="*/ 2248320 h 3450569"/>
              <a:gd name="connsiteX31" fmla="*/ 1377722 w 1377721"/>
              <a:gd name="connsiteY31" fmla="*/ 1725285 h 3450569"/>
              <a:gd name="connsiteX32" fmla="*/ 1365034 w 1377721"/>
              <a:gd name="connsiteY32" fmla="*/ 1725285 h 3450569"/>
              <a:gd name="connsiteX33" fmla="*/ 1128887 w 1377721"/>
              <a:gd name="connsiteY33" fmla="*/ 2238690 h 3450569"/>
              <a:gd name="connsiteX34" fmla="*/ 1137147 w 1377721"/>
              <a:gd name="connsiteY34" fmla="*/ 2248320 h 3450569"/>
              <a:gd name="connsiteX35" fmla="*/ 1128887 w 1377721"/>
              <a:gd name="connsiteY35" fmla="*/ 2248320 h 3450569"/>
              <a:gd name="connsiteX36" fmla="*/ 1365034 w 1377721"/>
              <a:gd name="connsiteY36" fmla="*/ 2761719 h 3450569"/>
              <a:gd name="connsiteX37" fmla="*/ 1377722 w 1377721"/>
              <a:gd name="connsiteY37" fmla="*/ 2761719 h 3450569"/>
              <a:gd name="connsiteX38" fmla="*/ 1137147 w 1377721"/>
              <a:gd name="connsiteY38" fmla="*/ 2238690 h 3450569"/>
              <a:gd name="connsiteX39" fmla="*/ 1128887 w 1377721"/>
              <a:gd name="connsiteY39" fmla="*/ 2248320 h 3450569"/>
              <a:gd name="connsiteX40" fmla="*/ 1365034 w 1377721"/>
              <a:gd name="connsiteY40" fmla="*/ 2761719 h 3450569"/>
              <a:gd name="connsiteX41" fmla="*/ 688852 w 1377721"/>
              <a:gd name="connsiteY41" fmla="*/ 3437882 h 3450569"/>
              <a:gd name="connsiteX42" fmla="*/ 688852 w 1377721"/>
              <a:gd name="connsiteY42" fmla="*/ 3450570 h 3450569"/>
              <a:gd name="connsiteX43" fmla="*/ 1377722 w 1377721"/>
              <a:gd name="connsiteY43" fmla="*/ 2761719 h 3450569"/>
              <a:gd name="connsiteX44" fmla="*/ 1365034 w 1377721"/>
              <a:gd name="connsiteY44" fmla="*/ 2761719 h 3450569"/>
              <a:gd name="connsiteX45" fmla="*/ 688852 w 1377721"/>
              <a:gd name="connsiteY45" fmla="*/ 3437882 h 3450569"/>
              <a:gd name="connsiteX46" fmla="*/ 12688 w 1377721"/>
              <a:gd name="connsiteY46" fmla="*/ 2761719 h 3450569"/>
              <a:gd name="connsiteX47" fmla="*/ 0 w 1377721"/>
              <a:gd name="connsiteY47" fmla="*/ 2761719 h 3450569"/>
              <a:gd name="connsiteX48" fmla="*/ 688852 w 1377721"/>
              <a:gd name="connsiteY48" fmla="*/ 3450570 h 3450569"/>
              <a:gd name="connsiteX49" fmla="*/ 688852 w 1377721"/>
              <a:gd name="connsiteY49" fmla="*/ 3437882 h 3450569"/>
              <a:gd name="connsiteX50" fmla="*/ 12688 w 1377721"/>
              <a:gd name="connsiteY50" fmla="*/ 2761719 h 3450569"/>
              <a:gd name="connsiteX51" fmla="*/ 248817 w 1377721"/>
              <a:gd name="connsiteY51" fmla="*/ 2248320 h 3450569"/>
              <a:gd name="connsiteX52" fmla="*/ 240557 w 1377721"/>
              <a:gd name="connsiteY52" fmla="*/ 2238690 h 3450569"/>
              <a:gd name="connsiteX53" fmla="*/ 0 w 1377721"/>
              <a:gd name="connsiteY53" fmla="*/ 2761719 h 3450569"/>
              <a:gd name="connsiteX54" fmla="*/ 12688 w 1377721"/>
              <a:gd name="connsiteY54" fmla="*/ 2761719 h 3450569"/>
              <a:gd name="connsiteX55" fmla="*/ 0 w 1377721"/>
              <a:gd name="connsiteY55" fmla="*/ 1725285 h 3450569"/>
              <a:gd name="connsiteX56" fmla="*/ 240557 w 1377721"/>
              <a:gd name="connsiteY56" fmla="*/ 2248320 h 3450569"/>
              <a:gd name="connsiteX57" fmla="*/ 248817 w 1377721"/>
              <a:gd name="connsiteY57" fmla="*/ 2238690 h 3450569"/>
              <a:gd name="connsiteX58" fmla="*/ 12688 w 1377721"/>
              <a:gd name="connsiteY58" fmla="*/ 1725285 h 3450569"/>
              <a:gd name="connsiteX59" fmla="*/ 0 w 1377721"/>
              <a:gd name="connsiteY59" fmla="*/ 1725285 h 3450569"/>
              <a:gd name="connsiteX60" fmla="*/ 240557 w 1377721"/>
              <a:gd name="connsiteY60" fmla="*/ 1202256 h 3450569"/>
              <a:gd name="connsiteX61" fmla="*/ 0 w 1377721"/>
              <a:gd name="connsiteY61" fmla="*/ 1725285 h 3450569"/>
              <a:gd name="connsiteX62" fmla="*/ 12688 w 1377721"/>
              <a:gd name="connsiteY62" fmla="*/ 1725285 h 3450569"/>
              <a:gd name="connsiteX63" fmla="*/ 248817 w 1377721"/>
              <a:gd name="connsiteY63" fmla="*/ 1211887 h 3450569"/>
              <a:gd name="connsiteX64" fmla="*/ 240557 w 1377721"/>
              <a:gd name="connsiteY64" fmla="*/ 1202256 h 3450569"/>
              <a:gd name="connsiteX65" fmla="*/ 0 w 1377721"/>
              <a:gd name="connsiteY65" fmla="*/ 688852 h 3450569"/>
              <a:gd name="connsiteX66" fmla="*/ 240557 w 1377721"/>
              <a:gd name="connsiteY66" fmla="*/ 1211887 h 3450569"/>
              <a:gd name="connsiteX67" fmla="*/ 248817 w 1377721"/>
              <a:gd name="connsiteY67" fmla="*/ 1202256 h 3450569"/>
              <a:gd name="connsiteX68" fmla="*/ 12688 w 1377721"/>
              <a:gd name="connsiteY68" fmla="*/ 688852 h 3450569"/>
              <a:gd name="connsiteX69" fmla="*/ 0 w 1377721"/>
              <a:gd name="connsiteY69" fmla="*/ 688852 h 3450569"/>
              <a:gd name="connsiteX70" fmla="*/ 688852 w 1377721"/>
              <a:gd name="connsiteY70" fmla="*/ 0 h 3450569"/>
              <a:gd name="connsiteX71" fmla="*/ 0 w 1377721"/>
              <a:gd name="connsiteY71" fmla="*/ 688852 h 3450569"/>
              <a:gd name="connsiteX72" fmla="*/ 12688 w 1377721"/>
              <a:gd name="connsiteY72" fmla="*/ 688852 h 3450569"/>
              <a:gd name="connsiteX73" fmla="*/ 688852 w 1377721"/>
              <a:gd name="connsiteY73" fmla="*/ 12688 h 3450569"/>
              <a:gd name="connsiteX74" fmla="*/ 688852 w 1377721"/>
              <a:gd name="connsiteY74" fmla="*/ 0 h 3450569"/>
              <a:gd name="connsiteX75" fmla="*/ 1377722 w 1377721"/>
              <a:gd name="connsiteY75" fmla="*/ 688852 h 3450569"/>
              <a:gd name="connsiteX76" fmla="*/ 688852 w 1377721"/>
              <a:gd name="connsiteY76" fmla="*/ 0 h 3450569"/>
              <a:gd name="connsiteX77" fmla="*/ 688852 w 1377721"/>
              <a:gd name="connsiteY77" fmla="*/ 12688 h 3450569"/>
              <a:gd name="connsiteX78" fmla="*/ 1365034 w 1377721"/>
              <a:gd name="connsiteY78" fmla="*/ 688852 h 3450569"/>
              <a:gd name="connsiteX79" fmla="*/ 1377722 w 1377721"/>
              <a:gd name="connsiteY79" fmla="*/ 688852 h 345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377721" h="3450569">
                <a:moveTo>
                  <a:pt x="1133017" y="1207072"/>
                </a:moveTo>
                <a:lnTo>
                  <a:pt x="1128887" y="1202256"/>
                </a:lnTo>
                <a:lnTo>
                  <a:pt x="1123272" y="1207072"/>
                </a:lnTo>
                <a:lnTo>
                  <a:pt x="1128887" y="1211887"/>
                </a:lnTo>
                <a:lnTo>
                  <a:pt x="1133017" y="1207072"/>
                </a:lnTo>
                <a:close/>
                <a:moveTo>
                  <a:pt x="1133017" y="2243505"/>
                </a:moveTo>
                <a:lnTo>
                  <a:pt x="1128887" y="2238690"/>
                </a:lnTo>
                <a:lnTo>
                  <a:pt x="1123272" y="2243505"/>
                </a:lnTo>
                <a:lnTo>
                  <a:pt x="1128887" y="2248320"/>
                </a:lnTo>
                <a:lnTo>
                  <a:pt x="1133017" y="2243505"/>
                </a:lnTo>
                <a:close/>
                <a:moveTo>
                  <a:pt x="244687" y="2243505"/>
                </a:moveTo>
                <a:lnTo>
                  <a:pt x="248817" y="2248320"/>
                </a:lnTo>
                <a:lnTo>
                  <a:pt x="254425" y="2243505"/>
                </a:lnTo>
                <a:lnTo>
                  <a:pt x="248817" y="2238690"/>
                </a:lnTo>
                <a:lnTo>
                  <a:pt x="244687" y="2243505"/>
                </a:lnTo>
                <a:close/>
                <a:moveTo>
                  <a:pt x="244687" y="1207072"/>
                </a:moveTo>
                <a:lnTo>
                  <a:pt x="248817" y="1211887"/>
                </a:lnTo>
                <a:lnTo>
                  <a:pt x="254425" y="1207072"/>
                </a:lnTo>
                <a:lnTo>
                  <a:pt x="248817" y="1202256"/>
                </a:lnTo>
                <a:lnTo>
                  <a:pt x="244687" y="1207072"/>
                </a:lnTo>
                <a:close/>
                <a:moveTo>
                  <a:pt x="1137147" y="1211887"/>
                </a:moveTo>
                <a:cubicBezTo>
                  <a:pt x="1284400" y="1085556"/>
                  <a:pt x="1377722" y="898100"/>
                  <a:pt x="1377722" y="688852"/>
                </a:cubicBezTo>
                <a:lnTo>
                  <a:pt x="1365034" y="688852"/>
                </a:lnTo>
                <a:cubicBezTo>
                  <a:pt x="1365034" y="894243"/>
                  <a:pt x="1273425" y="1078235"/>
                  <a:pt x="1128887" y="1202256"/>
                </a:cubicBezTo>
                <a:lnTo>
                  <a:pt x="1137147" y="1211887"/>
                </a:lnTo>
                <a:close/>
                <a:moveTo>
                  <a:pt x="1377722" y="1725285"/>
                </a:moveTo>
                <a:cubicBezTo>
                  <a:pt x="1377722" y="1516043"/>
                  <a:pt x="1284400" y="1328580"/>
                  <a:pt x="1137147" y="1202256"/>
                </a:cubicBezTo>
                <a:lnTo>
                  <a:pt x="1128887" y="1211887"/>
                </a:lnTo>
                <a:cubicBezTo>
                  <a:pt x="1273425" y="1335902"/>
                  <a:pt x="1365034" y="1519900"/>
                  <a:pt x="1365034" y="1725285"/>
                </a:cubicBezTo>
                <a:lnTo>
                  <a:pt x="1377722" y="1725285"/>
                </a:lnTo>
                <a:close/>
                <a:moveTo>
                  <a:pt x="1137147" y="2248320"/>
                </a:moveTo>
                <a:cubicBezTo>
                  <a:pt x="1284400" y="2121990"/>
                  <a:pt x="1377722" y="1934533"/>
                  <a:pt x="1377722" y="1725285"/>
                </a:cubicBezTo>
                <a:lnTo>
                  <a:pt x="1365034" y="1725285"/>
                </a:lnTo>
                <a:cubicBezTo>
                  <a:pt x="1365034" y="1930676"/>
                  <a:pt x="1273425" y="2114669"/>
                  <a:pt x="1128887" y="2238690"/>
                </a:cubicBezTo>
                <a:lnTo>
                  <a:pt x="1137147" y="2248320"/>
                </a:lnTo>
                <a:close/>
                <a:moveTo>
                  <a:pt x="1128887" y="2248320"/>
                </a:moveTo>
                <a:cubicBezTo>
                  <a:pt x="1273425" y="2372335"/>
                  <a:pt x="1365034" y="2556334"/>
                  <a:pt x="1365034" y="2761719"/>
                </a:cubicBezTo>
                <a:lnTo>
                  <a:pt x="1377722" y="2761719"/>
                </a:lnTo>
                <a:cubicBezTo>
                  <a:pt x="1377722" y="2552477"/>
                  <a:pt x="1284400" y="2365014"/>
                  <a:pt x="1137147" y="2238690"/>
                </a:cubicBezTo>
                <a:lnTo>
                  <a:pt x="1128887" y="2248320"/>
                </a:lnTo>
                <a:close/>
                <a:moveTo>
                  <a:pt x="1365034" y="2761719"/>
                </a:moveTo>
                <a:cubicBezTo>
                  <a:pt x="1365034" y="3135153"/>
                  <a:pt x="1062286" y="3437882"/>
                  <a:pt x="688852" y="3437882"/>
                </a:cubicBezTo>
                <a:lnTo>
                  <a:pt x="688852" y="3450570"/>
                </a:lnTo>
                <a:cubicBezTo>
                  <a:pt x="1069290" y="3450570"/>
                  <a:pt x="1377722" y="3142163"/>
                  <a:pt x="1377722" y="2761719"/>
                </a:cubicBezTo>
                <a:lnTo>
                  <a:pt x="1365034" y="2761719"/>
                </a:lnTo>
                <a:close/>
                <a:moveTo>
                  <a:pt x="688852" y="3437882"/>
                </a:moveTo>
                <a:cubicBezTo>
                  <a:pt x="315417" y="3437882"/>
                  <a:pt x="12688" y="3135153"/>
                  <a:pt x="12688" y="2761719"/>
                </a:cubicBezTo>
                <a:lnTo>
                  <a:pt x="0" y="2761719"/>
                </a:lnTo>
                <a:cubicBezTo>
                  <a:pt x="0" y="3142163"/>
                  <a:pt x="308407" y="3450570"/>
                  <a:pt x="688852" y="3450570"/>
                </a:cubicBezTo>
                <a:lnTo>
                  <a:pt x="688852" y="3437882"/>
                </a:lnTo>
                <a:close/>
                <a:moveTo>
                  <a:pt x="12688" y="2761719"/>
                </a:moveTo>
                <a:cubicBezTo>
                  <a:pt x="12688" y="2556334"/>
                  <a:pt x="104253" y="2372335"/>
                  <a:pt x="248817" y="2248320"/>
                </a:cubicBezTo>
                <a:lnTo>
                  <a:pt x="240557" y="2238690"/>
                </a:lnTo>
                <a:cubicBezTo>
                  <a:pt x="93303" y="2365014"/>
                  <a:pt x="0" y="2552477"/>
                  <a:pt x="0" y="2761719"/>
                </a:cubicBezTo>
                <a:lnTo>
                  <a:pt x="12688" y="2761719"/>
                </a:lnTo>
                <a:close/>
                <a:moveTo>
                  <a:pt x="0" y="1725285"/>
                </a:moveTo>
                <a:cubicBezTo>
                  <a:pt x="0" y="1934533"/>
                  <a:pt x="93303" y="2121990"/>
                  <a:pt x="240557" y="2248320"/>
                </a:cubicBezTo>
                <a:lnTo>
                  <a:pt x="248817" y="2238690"/>
                </a:lnTo>
                <a:cubicBezTo>
                  <a:pt x="104253" y="2114669"/>
                  <a:pt x="12688" y="1930676"/>
                  <a:pt x="12688" y="1725285"/>
                </a:cubicBezTo>
                <a:lnTo>
                  <a:pt x="0" y="1725285"/>
                </a:lnTo>
                <a:close/>
                <a:moveTo>
                  <a:pt x="240557" y="1202256"/>
                </a:moveTo>
                <a:cubicBezTo>
                  <a:pt x="93303" y="1328580"/>
                  <a:pt x="0" y="1516043"/>
                  <a:pt x="0" y="1725285"/>
                </a:cubicBezTo>
                <a:lnTo>
                  <a:pt x="12688" y="1725285"/>
                </a:lnTo>
                <a:cubicBezTo>
                  <a:pt x="12688" y="1519900"/>
                  <a:pt x="104253" y="1335902"/>
                  <a:pt x="248817" y="1211887"/>
                </a:cubicBezTo>
                <a:lnTo>
                  <a:pt x="240557" y="1202256"/>
                </a:lnTo>
                <a:close/>
                <a:moveTo>
                  <a:pt x="0" y="688852"/>
                </a:moveTo>
                <a:cubicBezTo>
                  <a:pt x="0" y="898100"/>
                  <a:pt x="93303" y="1085556"/>
                  <a:pt x="240557" y="1211887"/>
                </a:cubicBezTo>
                <a:lnTo>
                  <a:pt x="248817" y="1202256"/>
                </a:lnTo>
                <a:cubicBezTo>
                  <a:pt x="104253" y="1078235"/>
                  <a:pt x="12688" y="894243"/>
                  <a:pt x="12688" y="688852"/>
                </a:cubicBezTo>
                <a:lnTo>
                  <a:pt x="0" y="688852"/>
                </a:lnTo>
                <a:close/>
                <a:moveTo>
                  <a:pt x="688852" y="0"/>
                </a:moveTo>
                <a:cubicBezTo>
                  <a:pt x="308407" y="0"/>
                  <a:pt x="0" y="308413"/>
                  <a:pt x="0" y="688852"/>
                </a:cubicBezTo>
                <a:lnTo>
                  <a:pt x="12688" y="688852"/>
                </a:lnTo>
                <a:cubicBezTo>
                  <a:pt x="12688" y="315417"/>
                  <a:pt x="315417" y="12688"/>
                  <a:pt x="688852" y="12688"/>
                </a:cubicBezTo>
                <a:lnTo>
                  <a:pt x="688852" y="0"/>
                </a:lnTo>
                <a:close/>
                <a:moveTo>
                  <a:pt x="1377722" y="688852"/>
                </a:moveTo>
                <a:cubicBezTo>
                  <a:pt x="1377722" y="308413"/>
                  <a:pt x="1069290" y="0"/>
                  <a:pt x="688852" y="0"/>
                </a:cubicBezTo>
                <a:lnTo>
                  <a:pt x="688852" y="12688"/>
                </a:lnTo>
                <a:cubicBezTo>
                  <a:pt x="1062286" y="12688"/>
                  <a:pt x="1365034" y="315417"/>
                  <a:pt x="1365034" y="688852"/>
                </a:cubicBezTo>
                <a:lnTo>
                  <a:pt x="1377722" y="688852"/>
                </a:lnTo>
                <a:close/>
              </a:path>
            </a:pathLst>
          </a:cu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a:extLst>
              <a:ext uri="{FF2B5EF4-FFF2-40B4-BE49-F238E27FC236}">
                <a16:creationId xmlns:a16="http://schemas.microsoft.com/office/drawing/2014/main" id="{7297B088-3047-ADEE-511F-FFFB9270FAFE}"/>
              </a:ext>
            </a:extLst>
          </p:cNvPr>
          <p:cNvSpPr/>
          <p:nvPr/>
        </p:nvSpPr>
        <p:spPr>
          <a:xfrm>
            <a:off x="5648171" y="2399422"/>
            <a:ext cx="1264824" cy="1264824"/>
          </a:xfrm>
          <a:custGeom>
            <a:avLst/>
            <a:gdLst>
              <a:gd name="connsiteX0" fmla="*/ 1264825 w 1264824"/>
              <a:gd name="connsiteY0" fmla="*/ 632412 h 1264824"/>
              <a:gd name="connsiteX1" fmla="*/ 632413 w 1264824"/>
              <a:gd name="connsiteY1" fmla="*/ 1264825 h 1264824"/>
              <a:gd name="connsiteX2" fmla="*/ 0 w 1264824"/>
              <a:gd name="connsiteY2" fmla="*/ 632412 h 1264824"/>
              <a:gd name="connsiteX3" fmla="*/ 632413 w 1264824"/>
              <a:gd name="connsiteY3" fmla="*/ 0 h 1264824"/>
              <a:gd name="connsiteX4" fmla="*/ 1264825 w 1264824"/>
              <a:gd name="connsiteY4" fmla="*/ 632412 h 126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824" h="1264824">
                <a:moveTo>
                  <a:pt x="1264825" y="632412"/>
                </a:moveTo>
                <a:cubicBezTo>
                  <a:pt x="1264825" y="981684"/>
                  <a:pt x="981684" y="1264825"/>
                  <a:pt x="632413" y="1264825"/>
                </a:cubicBezTo>
                <a:cubicBezTo>
                  <a:pt x="283141" y="1264825"/>
                  <a:pt x="0" y="981684"/>
                  <a:pt x="0" y="632412"/>
                </a:cubicBezTo>
                <a:cubicBezTo>
                  <a:pt x="0" y="283141"/>
                  <a:pt x="283141" y="0"/>
                  <a:pt x="632413" y="0"/>
                </a:cubicBezTo>
                <a:cubicBezTo>
                  <a:pt x="981684" y="0"/>
                  <a:pt x="1264825" y="283141"/>
                  <a:pt x="1264825" y="63241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a:extLst>
              <a:ext uri="{FF2B5EF4-FFF2-40B4-BE49-F238E27FC236}">
                <a16:creationId xmlns:a16="http://schemas.microsoft.com/office/drawing/2014/main" id="{509593FC-668C-B3B5-02D9-6851B1E301EB}"/>
              </a:ext>
            </a:extLst>
          </p:cNvPr>
          <p:cNvSpPr/>
          <p:nvPr/>
        </p:nvSpPr>
        <p:spPr>
          <a:xfrm>
            <a:off x="5648171" y="3435862"/>
            <a:ext cx="1264824" cy="1264824"/>
          </a:xfrm>
          <a:custGeom>
            <a:avLst/>
            <a:gdLst>
              <a:gd name="connsiteX0" fmla="*/ 1264825 w 1264824"/>
              <a:gd name="connsiteY0" fmla="*/ 632412 h 1264824"/>
              <a:gd name="connsiteX1" fmla="*/ 632413 w 1264824"/>
              <a:gd name="connsiteY1" fmla="*/ 1264825 h 1264824"/>
              <a:gd name="connsiteX2" fmla="*/ 0 w 1264824"/>
              <a:gd name="connsiteY2" fmla="*/ 632412 h 1264824"/>
              <a:gd name="connsiteX3" fmla="*/ 632413 w 1264824"/>
              <a:gd name="connsiteY3" fmla="*/ 0 h 1264824"/>
              <a:gd name="connsiteX4" fmla="*/ 1264825 w 1264824"/>
              <a:gd name="connsiteY4" fmla="*/ 632412 h 126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824" h="1264824">
                <a:moveTo>
                  <a:pt x="1264825" y="632412"/>
                </a:moveTo>
                <a:cubicBezTo>
                  <a:pt x="1264825" y="981684"/>
                  <a:pt x="981684" y="1264825"/>
                  <a:pt x="632413" y="1264825"/>
                </a:cubicBezTo>
                <a:cubicBezTo>
                  <a:pt x="283141" y="1264825"/>
                  <a:pt x="0" y="981684"/>
                  <a:pt x="0" y="632412"/>
                </a:cubicBezTo>
                <a:cubicBezTo>
                  <a:pt x="0" y="283141"/>
                  <a:pt x="283141" y="0"/>
                  <a:pt x="632413" y="0"/>
                </a:cubicBezTo>
                <a:cubicBezTo>
                  <a:pt x="981684" y="0"/>
                  <a:pt x="1264825" y="283141"/>
                  <a:pt x="1264825" y="63241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a:extLst>
              <a:ext uri="{FF2B5EF4-FFF2-40B4-BE49-F238E27FC236}">
                <a16:creationId xmlns:a16="http://schemas.microsoft.com/office/drawing/2014/main" id="{6BF998AB-B760-46EF-0D43-47694A1D50E4}"/>
              </a:ext>
            </a:extLst>
          </p:cNvPr>
          <p:cNvSpPr/>
          <p:nvPr/>
        </p:nvSpPr>
        <p:spPr>
          <a:xfrm>
            <a:off x="5648171" y="4472296"/>
            <a:ext cx="1264824" cy="1264824"/>
          </a:xfrm>
          <a:custGeom>
            <a:avLst/>
            <a:gdLst>
              <a:gd name="connsiteX0" fmla="*/ 1264825 w 1264824"/>
              <a:gd name="connsiteY0" fmla="*/ 632412 h 1264824"/>
              <a:gd name="connsiteX1" fmla="*/ 632413 w 1264824"/>
              <a:gd name="connsiteY1" fmla="*/ 1264824 h 1264824"/>
              <a:gd name="connsiteX2" fmla="*/ 0 w 1264824"/>
              <a:gd name="connsiteY2" fmla="*/ 632412 h 1264824"/>
              <a:gd name="connsiteX3" fmla="*/ 632413 w 1264824"/>
              <a:gd name="connsiteY3" fmla="*/ 0 h 1264824"/>
              <a:gd name="connsiteX4" fmla="*/ 1264825 w 1264824"/>
              <a:gd name="connsiteY4" fmla="*/ 632412 h 126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824" h="1264824">
                <a:moveTo>
                  <a:pt x="1264825" y="632412"/>
                </a:moveTo>
                <a:cubicBezTo>
                  <a:pt x="1264825" y="981684"/>
                  <a:pt x="981684" y="1264824"/>
                  <a:pt x="632413" y="1264824"/>
                </a:cubicBezTo>
                <a:cubicBezTo>
                  <a:pt x="283141" y="1264824"/>
                  <a:pt x="0" y="981684"/>
                  <a:pt x="0" y="632412"/>
                </a:cubicBezTo>
                <a:cubicBezTo>
                  <a:pt x="0" y="283141"/>
                  <a:pt x="283141" y="0"/>
                  <a:pt x="632413" y="0"/>
                </a:cubicBezTo>
                <a:cubicBezTo>
                  <a:pt x="981684" y="0"/>
                  <a:pt x="1264825" y="283141"/>
                  <a:pt x="1264825" y="632412"/>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9" name="任意多边形: 形状 38">
            <a:extLst>
              <a:ext uri="{FF2B5EF4-FFF2-40B4-BE49-F238E27FC236}">
                <a16:creationId xmlns:a16="http://schemas.microsoft.com/office/drawing/2014/main" id="{69A8271A-9217-FA33-ABAD-9334FAF58B55}"/>
              </a:ext>
            </a:extLst>
          </p:cNvPr>
          <p:cNvSpPr/>
          <p:nvPr/>
        </p:nvSpPr>
        <p:spPr>
          <a:xfrm>
            <a:off x="2816824" y="2039042"/>
            <a:ext cx="6524508" cy="6344"/>
          </a:xfrm>
          <a:custGeom>
            <a:avLst/>
            <a:gdLst>
              <a:gd name="connsiteX0" fmla="*/ 0 w 6524508"/>
              <a:gd name="connsiteY0" fmla="*/ 0 h 6344"/>
              <a:gd name="connsiteX1" fmla="*/ 982521 w 6524508"/>
              <a:gd name="connsiteY1" fmla="*/ 0 h 6344"/>
              <a:gd name="connsiteX2" fmla="*/ 1957766 w 6524508"/>
              <a:gd name="connsiteY2" fmla="*/ 0 h 6344"/>
              <a:gd name="connsiteX3" fmla="*/ 2940280 w 6524508"/>
              <a:gd name="connsiteY3" fmla="*/ 0 h 6344"/>
              <a:gd name="connsiteX4" fmla="*/ 4084177 w 6524508"/>
              <a:gd name="connsiteY4" fmla="*/ 0 h 6344"/>
              <a:gd name="connsiteX5" fmla="*/ 6524509 w 6524508"/>
              <a:gd name="connsiteY5" fmla="*/ 0 h 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4508" h="6344">
                <a:moveTo>
                  <a:pt x="0" y="0"/>
                </a:moveTo>
                <a:lnTo>
                  <a:pt x="982521" y="0"/>
                </a:lnTo>
                <a:moveTo>
                  <a:pt x="1957766" y="0"/>
                </a:moveTo>
                <a:lnTo>
                  <a:pt x="2940280" y="0"/>
                </a:lnTo>
                <a:moveTo>
                  <a:pt x="4084177" y="0"/>
                </a:moveTo>
                <a:lnTo>
                  <a:pt x="6524509" y="0"/>
                </a:lnTo>
              </a:path>
            </a:pathLst>
          </a:custGeom>
          <a:noFill/>
          <a:ln w="634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任意多边形: 形状 42">
            <a:extLst>
              <a:ext uri="{FF2B5EF4-FFF2-40B4-BE49-F238E27FC236}">
                <a16:creationId xmlns:a16="http://schemas.microsoft.com/office/drawing/2014/main" id="{E7147C28-E2AF-6043-7930-08E8310715F1}"/>
              </a:ext>
            </a:extLst>
          </p:cNvPr>
          <p:cNvSpPr/>
          <p:nvPr/>
        </p:nvSpPr>
        <p:spPr>
          <a:xfrm>
            <a:off x="3497618" y="4025369"/>
            <a:ext cx="42505" cy="85011"/>
          </a:xfrm>
          <a:custGeom>
            <a:avLst/>
            <a:gdLst>
              <a:gd name="connsiteX0" fmla="*/ 0 w 42505"/>
              <a:gd name="connsiteY0" fmla="*/ 0 h 85011"/>
              <a:gd name="connsiteX1" fmla="*/ 42506 w 42505"/>
              <a:gd name="connsiteY1" fmla="*/ 42506 h 85011"/>
              <a:gd name="connsiteX2" fmla="*/ 0 w 42505"/>
              <a:gd name="connsiteY2" fmla="*/ 85011 h 85011"/>
            </a:gdLst>
            <a:ahLst/>
            <a:cxnLst>
              <a:cxn ang="0">
                <a:pos x="connsiteX0" y="connsiteY0"/>
              </a:cxn>
              <a:cxn ang="0">
                <a:pos x="connsiteX1" y="connsiteY1"/>
              </a:cxn>
              <a:cxn ang="0">
                <a:pos x="connsiteX2" y="connsiteY2"/>
              </a:cxn>
            </a:cxnLst>
            <a:rect l="l" t="t" r="r" b="b"/>
            <a:pathLst>
              <a:path w="42505" h="85011">
                <a:moveTo>
                  <a:pt x="0" y="0"/>
                </a:moveTo>
                <a:lnTo>
                  <a:pt x="42506" y="42506"/>
                </a:lnTo>
                <a:lnTo>
                  <a:pt x="0" y="85011"/>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4" name="任意多边形: 形状 43">
            <a:extLst>
              <a:ext uri="{FF2B5EF4-FFF2-40B4-BE49-F238E27FC236}">
                <a16:creationId xmlns:a16="http://schemas.microsoft.com/office/drawing/2014/main" id="{76DF6230-0CEE-2C47-F1E9-1AD7359E4482}"/>
              </a:ext>
            </a:extLst>
          </p:cNvPr>
          <p:cNvSpPr/>
          <p:nvPr/>
        </p:nvSpPr>
        <p:spPr>
          <a:xfrm>
            <a:off x="5009759" y="4070869"/>
            <a:ext cx="425107" cy="6344"/>
          </a:xfrm>
          <a:custGeom>
            <a:avLst/>
            <a:gdLst>
              <a:gd name="connsiteX0" fmla="*/ 0 w 425107"/>
              <a:gd name="connsiteY0" fmla="*/ 0 h 6344"/>
              <a:gd name="connsiteX1" fmla="*/ 425107 w 425107"/>
              <a:gd name="connsiteY1" fmla="*/ 0 h 6344"/>
            </a:gdLst>
            <a:ahLst/>
            <a:cxnLst>
              <a:cxn ang="0">
                <a:pos x="connsiteX0" y="connsiteY0"/>
              </a:cxn>
              <a:cxn ang="0">
                <a:pos x="connsiteX1" y="connsiteY1"/>
              </a:cxn>
            </a:cxnLst>
            <a:rect l="l" t="t" r="r" b="b"/>
            <a:pathLst>
              <a:path w="425107" h="6344">
                <a:moveTo>
                  <a:pt x="0" y="0"/>
                </a:moveTo>
                <a:lnTo>
                  <a:pt x="425107" y="0"/>
                </a:ln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任意多边形: 形状 44">
            <a:extLst>
              <a:ext uri="{FF2B5EF4-FFF2-40B4-BE49-F238E27FC236}">
                <a16:creationId xmlns:a16="http://schemas.microsoft.com/office/drawing/2014/main" id="{541BF359-697C-0AA3-6D4F-D956634DD7F6}"/>
              </a:ext>
            </a:extLst>
          </p:cNvPr>
          <p:cNvSpPr/>
          <p:nvPr/>
        </p:nvSpPr>
        <p:spPr>
          <a:xfrm>
            <a:off x="5392361" y="4028357"/>
            <a:ext cx="42505" cy="85017"/>
          </a:xfrm>
          <a:custGeom>
            <a:avLst/>
            <a:gdLst>
              <a:gd name="connsiteX0" fmla="*/ 0 w 42505"/>
              <a:gd name="connsiteY0" fmla="*/ 0 h 85017"/>
              <a:gd name="connsiteX1" fmla="*/ 42505 w 42505"/>
              <a:gd name="connsiteY1" fmla="*/ 42512 h 85017"/>
              <a:gd name="connsiteX2" fmla="*/ 0 w 42505"/>
              <a:gd name="connsiteY2" fmla="*/ 85018 h 85017"/>
            </a:gdLst>
            <a:ahLst/>
            <a:cxnLst>
              <a:cxn ang="0">
                <a:pos x="connsiteX0" y="connsiteY0"/>
              </a:cxn>
              <a:cxn ang="0">
                <a:pos x="connsiteX1" y="connsiteY1"/>
              </a:cxn>
              <a:cxn ang="0">
                <a:pos x="connsiteX2" y="connsiteY2"/>
              </a:cxn>
            </a:cxnLst>
            <a:rect l="l" t="t" r="r" b="b"/>
            <a:pathLst>
              <a:path w="42505" h="85017">
                <a:moveTo>
                  <a:pt x="0" y="0"/>
                </a:moveTo>
                <a:lnTo>
                  <a:pt x="42505" y="42512"/>
                </a:lnTo>
                <a:lnTo>
                  <a:pt x="0" y="85018"/>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6" name="任意多边形: 形状 45">
            <a:extLst>
              <a:ext uri="{FF2B5EF4-FFF2-40B4-BE49-F238E27FC236}">
                <a16:creationId xmlns:a16="http://schemas.microsoft.com/office/drawing/2014/main" id="{64B1802F-9E0D-E725-8790-091801755FAB}"/>
              </a:ext>
            </a:extLst>
          </p:cNvPr>
          <p:cNvSpPr/>
          <p:nvPr/>
        </p:nvSpPr>
        <p:spPr>
          <a:xfrm>
            <a:off x="8586571" y="4070869"/>
            <a:ext cx="425056" cy="6344"/>
          </a:xfrm>
          <a:custGeom>
            <a:avLst/>
            <a:gdLst>
              <a:gd name="connsiteX0" fmla="*/ 0 w 425056"/>
              <a:gd name="connsiteY0" fmla="*/ 0 h 6344"/>
              <a:gd name="connsiteX1" fmla="*/ 425056 w 425056"/>
              <a:gd name="connsiteY1" fmla="*/ 0 h 6344"/>
            </a:gdLst>
            <a:ahLst/>
            <a:cxnLst>
              <a:cxn ang="0">
                <a:pos x="connsiteX0" y="connsiteY0"/>
              </a:cxn>
              <a:cxn ang="0">
                <a:pos x="connsiteX1" y="connsiteY1"/>
              </a:cxn>
            </a:cxnLst>
            <a:rect l="l" t="t" r="r" b="b"/>
            <a:pathLst>
              <a:path w="425056" h="6344">
                <a:moveTo>
                  <a:pt x="0" y="0"/>
                </a:moveTo>
                <a:lnTo>
                  <a:pt x="425056" y="0"/>
                </a:ln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7" name="任意多边形: 形状 46">
            <a:extLst>
              <a:ext uri="{FF2B5EF4-FFF2-40B4-BE49-F238E27FC236}">
                <a16:creationId xmlns:a16="http://schemas.microsoft.com/office/drawing/2014/main" id="{5E812BFC-7797-997A-243B-8766DC3E22A0}"/>
              </a:ext>
            </a:extLst>
          </p:cNvPr>
          <p:cNvSpPr/>
          <p:nvPr/>
        </p:nvSpPr>
        <p:spPr>
          <a:xfrm>
            <a:off x="8969122" y="4028357"/>
            <a:ext cx="42505" cy="85017"/>
          </a:xfrm>
          <a:custGeom>
            <a:avLst/>
            <a:gdLst>
              <a:gd name="connsiteX0" fmla="*/ 0 w 42505"/>
              <a:gd name="connsiteY0" fmla="*/ 0 h 85017"/>
              <a:gd name="connsiteX1" fmla="*/ 42505 w 42505"/>
              <a:gd name="connsiteY1" fmla="*/ 42512 h 85017"/>
              <a:gd name="connsiteX2" fmla="*/ 0 w 42505"/>
              <a:gd name="connsiteY2" fmla="*/ 85018 h 85017"/>
            </a:gdLst>
            <a:ahLst/>
            <a:cxnLst>
              <a:cxn ang="0">
                <a:pos x="connsiteX0" y="connsiteY0"/>
              </a:cxn>
              <a:cxn ang="0">
                <a:pos x="connsiteX1" y="connsiteY1"/>
              </a:cxn>
              <a:cxn ang="0">
                <a:pos x="connsiteX2" y="connsiteY2"/>
              </a:cxn>
            </a:cxnLst>
            <a:rect l="l" t="t" r="r" b="b"/>
            <a:pathLst>
              <a:path w="42505" h="85017">
                <a:moveTo>
                  <a:pt x="0" y="0"/>
                </a:moveTo>
                <a:lnTo>
                  <a:pt x="42505" y="42512"/>
                </a:lnTo>
                <a:lnTo>
                  <a:pt x="0" y="85018"/>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a:extLst>
              <a:ext uri="{FF2B5EF4-FFF2-40B4-BE49-F238E27FC236}">
                <a16:creationId xmlns:a16="http://schemas.microsoft.com/office/drawing/2014/main" id="{FE79E9F1-53C4-1CE5-F846-0ECD71B57BE6}"/>
              </a:ext>
            </a:extLst>
          </p:cNvPr>
          <p:cNvSpPr/>
          <p:nvPr/>
        </p:nvSpPr>
        <p:spPr>
          <a:xfrm>
            <a:off x="5010077" y="3536941"/>
            <a:ext cx="438435" cy="146599"/>
          </a:xfrm>
          <a:custGeom>
            <a:avLst/>
            <a:gdLst>
              <a:gd name="connsiteX0" fmla="*/ 0 w 438435"/>
              <a:gd name="connsiteY0" fmla="*/ 146600 h 146599"/>
              <a:gd name="connsiteX1" fmla="*/ 438436 w 438435"/>
              <a:gd name="connsiteY1" fmla="*/ 0 h 146599"/>
            </a:gdLst>
            <a:ahLst/>
            <a:cxnLst>
              <a:cxn ang="0">
                <a:pos x="connsiteX0" y="connsiteY0"/>
              </a:cxn>
              <a:cxn ang="0">
                <a:pos x="connsiteX1" y="connsiteY1"/>
              </a:cxn>
            </a:cxnLst>
            <a:rect l="l" t="t" r="r" b="b"/>
            <a:pathLst>
              <a:path w="438435" h="146599">
                <a:moveTo>
                  <a:pt x="0" y="146600"/>
                </a:moveTo>
                <a:cubicBezTo>
                  <a:pt x="82804" y="144792"/>
                  <a:pt x="286405" y="112938"/>
                  <a:pt x="438436" y="0"/>
                </a:cubicBez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a:extLst>
              <a:ext uri="{FF2B5EF4-FFF2-40B4-BE49-F238E27FC236}">
                <a16:creationId xmlns:a16="http://schemas.microsoft.com/office/drawing/2014/main" id="{3F71B662-B588-3E85-6235-439B1AF4C914}"/>
              </a:ext>
            </a:extLst>
          </p:cNvPr>
          <p:cNvSpPr/>
          <p:nvPr/>
        </p:nvSpPr>
        <p:spPr>
          <a:xfrm>
            <a:off x="5393167" y="3519032"/>
            <a:ext cx="57769" cy="74397"/>
          </a:xfrm>
          <a:custGeom>
            <a:avLst/>
            <a:gdLst>
              <a:gd name="connsiteX0" fmla="*/ 0 w 57769"/>
              <a:gd name="connsiteY0" fmla="*/ 0 h 74397"/>
              <a:gd name="connsiteX1" fmla="*/ 57770 w 57769"/>
              <a:gd name="connsiteY1" fmla="*/ 16628 h 74397"/>
              <a:gd name="connsiteX2" fmla="*/ 41142 w 57769"/>
              <a:gd name="connsiteY2" fmla="*/ 74398 h 74397"/>
            </a:gdLst>
            <a:ahLst/>
            <a:cxnLst>
              <a:cxn ang="0">
                <a:pos x="connsiteX0" y="connsiteY0"/>
              </a:cxn>
              <a:cxn ang="0">
                <a:pos x="connsiteX1" y="connsiteY1"/>
              </a:cxn>
              <a:cxn ang="0">
                <a:pos x="connsiteX2" y="connsiteY2"/>
              </a:cxn>
            </a:cxnLst>
            <a:rect l="l" t="t" r="r" b="b"/>
            <a:pathLst>
              <a:path w="57769" h="74397">
                <a:moveTo>
                  <a:pt x="0" y="0"/>
                </a:moveTo>
                <a:lnTo>
                  <a:pt x="57770" y="16628"/>
                </a:lnTo>
                <a:lnTo>
                  <a:pt x="41142" y="74398"/>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a:extLst>
              <a:ext uri="{FF2B5EF4-FFF2-40B4-BE49-F238E27FC236}">
                <a16:creationId xmlns:a16="http://schemas.microsoft.com/office/drawing/2014/main" id="{F4C55342-9D80-A178-F97B-E8B1AA79D8EF}"/>
              </a:ext>
            </a:extLst>
          </p:cNvPr>
          <p:cNvSpPr/>
          <p:nvPr/>
        </p:nvSpPr>
        <p:spPr>
          <a:xfrm>
            <a:off x="5010077" y="4390042"/>
            <a:ext cx="438435" cy="146593"/>
          </a:xfrm>
          <a:custGeom>
            <a:avLst/>
            <a:gdLst>
              <a:gd name="connsiteX0" fmla="*/ 0 w 438435"/>
              <a:gd name="connsiteY0" fmla="*/ 0 h 146593"/>
              <a:gd name="connsiteX1" fmla="*/ 438436 w 438435"/>
              <a:gd name="connsiteY1" fmla="*/ 146594 h 146593"/>
            </a:gdLst>
            <a:ahLst/>
            <a:cxnLst>
              <a:cxn ang="0">
                <a:pos x="connsiteX0" y="connsiteY0"/>
              </a:cxn>
              <a:cxn ang="0">
                <a:pos x="connsiteX1" y="connsiteY1"/>
              </a:cxn>
            </a:cxnLst>
            <a:rect l="l" t="t" r="r" b="b"/>
            <a:pathLst>
              <a:path w="438435" h="146593">
                <a:moveTo>
                  <a:pt x="0" y="0"/>
                </a:moveTo>
                <a:cubicBezTo>
                  <a:pt x="82804" y="1808"/>
                  <a:pt x="286405" y="33662"/>
                  <a:pt x="438436" y="146594"/>
                </a:cubicBezTo>
              </a:path>
            </a:pathLst>
          </a:custGeom>
          <a:noFill/>
          <a:ln w="6340" cap="flat">
            <a:solidFill>
              <a:schemeClr val="accent1"/>
            </a:solidFill>
            <a:custDash>
              <a:ds d="300000" sp="3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a:extLst>
              <a:ext uri="{FF2B5EF4-FFF2-40B4-BE49-F238E27FC236}">
                <a16:creationId xmlns:a16="http://schemas.microsoft.com/office/drawing/2014/main" id="{9AA4F97F-4786-3E70-99B4-CAD256628285}"/>
              </a:ext>
            </a:extLst>
          </p:cNvPr>
          <p:cNvSpPr/>
          <p:nvPr/>
        </p:nvSpPr>
        <p:spPr>
          <a:xfrm>
            <a:off x="5393167" y="4480154"/>
            <a:ext cx="57769" cy="74391"/>
          </a:xfrm>
          <a:custGeom>
            <a:avLst/>
            <a:gdLst>
              <a:gd name="connsiteX0" fmla="*/ 0 w 57769"/>
              <a:gd name="connsiteY0" fmla="*/ 74391 h 74391"/>
              <a:gd name="connsiteX1" fmla="*/ 57770 w 57769"/>
              <a:gd name="connsiteY1" fmla="*/ 57770 h 74391"/>
              <a:gd name="connsiteX2" fmla="*/ 41142 w 57769"/>
              <a:gd name="connsiteY2" fmla="*/ 0 h 74391"/>
            </a:gdLst>
            <a:ahLst/>
            <a:cxnLst>
              <a:cxn ang="0">
                <a:pos x="connsiteX0" y="connsiteY0"/>
              </a:cxn>
              <a:cxn ang="0">
                <a:pos x="connsiteX1" y="connsiteY1"/>
              </a:cxn>
              <a:cxn ang="0">
                <a:pos x="connsiteX2" y="connsiteY2"/>
              </a:cxn>
            </a:cxnLst>
            <a:rect l="l" t="t" r="r" b="b"/>
            <a:pathLst>
              <a:path w="57769" h="74391">
                <a:moveTo>
                  <a:pt x="0" y="74391"/>
                </a:moveTo>
                <a:lnTo>
                  <a:pt x="57770" y="57770"/>
                </a:lnTo>
                <a:lnTo>
                  <a:pt x="41142" y="0"/>
                </a:lnTo>
              </a:path>
            </a:pathLst>
          </a:custGeom>
          <a:no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89E7BBEC-7CD0-5450-E540-FE63A7D2B860}"/>
              </a:ext>
            </a:extLst>
          </p:cNvPr>
          <p:cNvSpPr txBox="1"/>
          <p:nvPr/>
        </p:nvSpPr>
        <p:spPr>
          <a:xfrm>
            <a:off x="1950357"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改版背景</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a:extLst>
              <a:ext uri="{FF2B5EF4-FFF2-40B4-BE49-F238E27FC236}">
                <a16:creationId xmlns:a16="http://schemas.microsoft.com/office/drawing/2014/main" id="{E5AEDED3-4BBC-EA95-02C4-75EB4A55B3CF}"/>
              </a:ext>
            </a:extLst>
          </p:cNvPr>
          <p:cNvSpPr txBox="1"/>
          <p:nvPr/>
        </p:nvSpPr>
        <p:spPr>
          <a:xfrm>
            <a:off x="3837554"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产品目标</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a:extLst>
              <a:ext uri="{FF2B5EF4-FFF2-40B4-BE49-F238E27FC236}">
                <a16:creationId xmlns:a16="http://schemas.microsoft.com/office/drawing/2014/main" id="{360D5C78-5847-2AE7-77D6-D454AD3E2935}"/>
              </a:ext>
            </a:extLst>
          </p:cNvPr>
          <p:cNvSpPr txBox="1"/>
          <p:nvPr/>
        </p:nvSpPr>
        <p:spPr>
          <a:xfrm>
            <a:off x="5874576"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设计目标</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a:extLst>
              <a:ext uri="{FF2B5EF4-FFF2-40B4-BE49-F238E27FC236}">
                <a16:creationId xmlns:a16="http://schemas.microsoft.com/office/drawing/2014/main" id="{F2E530BA-93E6-43FE-2EB2-F71680777875}"/>
              </a:ext>
            </a:extLst>
          </p:cNvPr>
          <p:cNvSpPr txBox="1"/>
          <p:nvPr/>
        </p:nvSpPr>
        <p:spPr>
          <a:xfrm>
            <a:off x="9438133" y="1904376"/>
            <a:ext cx="800219" cy="276999"/>
          </a:xfrm>
          <a:prstGeom prst="rect">
            <a:avLst/>
          </a:prstGeom>
          <a:noFill/>
        </p:spPr>
        <p:txBody>
          <a:bodyPr wrap="none" rtlCol="0">
            <a:spAutoFit/>
          </a:bodyPr>
          <a:lstStyle/>
          <a:p>
            <a:pPr algn="ctr"/>
            <a:r>
              <a:rPr lang="zh-CN" alt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设计愿望</a:t>
            </a:r>
            <a:endParaRPr lang="en-US" sz="12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a:extLst>
              <a:ext uri="{FF2B5EF4-FFF2-40B4-BE49-F238E27FC236}">
                <a16:creationId xmlns:a16="http://schemas.microsoft.com/office/drawing/2014/main" id="{BC55C4E2-9BF1-8029-35CC-81E569984474}"/>
              </a:ext>
            </a:extLst>
          </p:cNvPr>
          <p:cNvSpPr txBox="1"/>
          <p:nvPr/>
        </p:nvSpPr>
        <p:spPr>
          <a:xfrm>
            <a:off x="1977425" y="3478408"/>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时代背景</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a:extLst>
              <a:ext uri="{FF2B5EF4-FFF2-40B4-BE49-F238E27FC236}">
                <a16:creationId xmlns:a16="http://schemas.microsoft.com/office/drawing/2014/main" id="{B0AE0E15-6CB0-48D6-07F5-4E3FC546D57D}"/>
              </a:ext>
            </a:extLst>
          </p:cNvPr>
          <p:cNvSpPr txBox="1"/>
          <p:nvPr/>
        </p:nvSpPr>
        <p:spPr>
          <a:xfrm>
            <a:off x="1977425" y="3809607"/>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a:extLst>
              <a:ext uri="{FF2B5EF4-FFF2-40B4-BE49-F238E27FC236}">
                <a16:creationId xmlns:a16="http://schemas.microsoft.com/office/drawing/2014/main" id="{7C23D5C8-87C7-ABE8-B8E4-5DF743B2EC51}"/>
              </a:ext>
            </a:extLst>
          </p:cNvPr>
          <p:cNvSpPr txBox="1"/>
          <p:nvPr/>
        </p:nvSpPr>
        <p:spPr>
          <a:xfrm>
            <a:off x="1977425" y="4140806"/>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时代背景</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a:extLst>
              <a:ext uri="{FF2B5EF4-FFF2-40B4-BE49-F238E27FC236}">
                <a16:creationId xmlns:a16="http://schemas.microsoft.com/office/drawing/2014/main" id="{605F75FB-86E0-CBA2-B6DD-38947525ABAB}"/>
              </a:ext>
            </a:extLst>
          </p:cNvPr>
          <p:cNvSpPr txBox="1"/>
          <p:nvPr/>
        </p:nvSpPr>
        <p:spPr>
          <a:xfrm>
            <a:off x="1977425" y="4472005"/>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D3A88F1B-EFD4-6434-FB41-0AE0115E80D0}"/>
              </a:ext>
            </a:extLst>
          </p:cNvPr>
          <p:cNvSpPr txBox="1"/>
          <p:nvPr/>
        </p:nvSpPr>
        <p:spPr>
          <a:xfrm>
            <a:off x="1977425" y="4803204"/>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a:extLst>
              <a:ext uri="{FF2B5EF4-FFF2-40B4-BE49-F238E27FC236}">
                <a16:creationId xmlns:a16="http://schemas.microsoft.com/office/drawing/2014/main" id="{EBE6D2EB-0189-D755-E14F-DF47E10D1BCD}"/>
              </a:ext>
            </a:extLst>
          </p:cNvPr>
          <p:cNvSpPr txBox="1"/>
          <p:nvPr/>
        </p:nvSpPr>
        <p:spPr>
          <a:xfrm>
            <a:off x="9465651" y="3667746"/>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a:extLst>
              <a:ext uri="{FF2B5EF4-FFF2-40B4-BE49-F238E27FC236}">
                <a16:creationId xmlns:a16="http://schemas.microsoft.com/office/drawing/2014/main" id="{30EF5CF2-8148-2BAC-B594-66A704E217D9}"/>
              </a:ext>
            </a:extLst>
          </p:cNvPr>
          <p:cNvSpPr txBox="1"/>
          <p:nvPr/>
        </p:nvSpPr>
        <p:spPr>
          <a:xfrm>
            <a:off x="9465651" y="3998945"/>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时代背景</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a:extLst>
              <a:ext uri="{FF2B5EF4-FFF2-40B4-BE49-F238E27FC236}">
                <a16:creationId xmlns:a16="http://schemas.microsoft.com/office/drawing/2014/main" id="{A6B770D1-0FFB-AE62-09A5-0D8A47C543C9}"/>
              </a:ext>
            </a:extLst>
          </p:cNvPr>
          <p:cNvSpPr txBox="1"/>
          <p:nvPr/>
        </p:nvSpPr>
        <p:spPr>
          <a:xfrm>
            <a:off x="9465651" y="4330144"/>
            <a:ext cx="74892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行业趋势</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0ACBC620-6121-99C0-CE95-A42E340EC9FD}"/>
              </a:ext>
            </a:extLst>
          </p:cNvPr>
          <p:cNvSpPr txBox="1"/>
          <p:nvPr/>
        </p:nvSpPr>
        <p:spPr>
          <a:xfrm>
            <a:off x="3788676" y="3810752"/>
            <a:ext cx="954108" cy="549189"/>
          </a:xfrm>
          <a:prstGeom prst="rect">
            <a:avLst/>
          </a:prstGeom>
          <a:noFill/>
        </p:spPr>
        <p:txBody>
          <a:bodyPr wrap="none" rtlCol="0" anchor="ctr">
            <a:spAutoFit/>
          </a:bodyPr>
          <a:lstStyle/>
          <a:p>
            <a:pPr algn="ctr">
              <a:lnSpc>
                <a:spcPct val="130000"/>
              </a:lnSpc>
            </a:pPr>
            <a:r>
              <a:rPr lang="zh-CN" altLang="en-US"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明确定位</a:t>
            </a:r>
            <a:endParaRPr lang="en-US" altLang="zh-CN"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algn="ctr">
              <a:lnSpc>
                <a:spcPct val="130000"/>
              </a:lnSpc>
            </a:pPr>
            <a:r>
              <a:rPr lang="zh-CN" altLang="en-US"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提升知名度</a:t>
            </a:r>
            <a:endParaRPr lang="en-US" sz="12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a:extLst>
              <a:ext uri="{FF2B5EF4-FFF2-40B4-BE49-F238E27FC236}">
                <a16:creationId xmlns:a16="http://schemas.microsoft.com/office/drawing/2014/main" id="{3D1461F2-A5DA-A942-0C56-01298AFECE58}"/>
              </a:ext>
            </a:extLst>
          </p:cNvPr>
          <p:cNvSpPr txBox="1"/>
          <p:nvPr/>
        </p:nvSpPr>
        <p:spPr>
          <a:xfrm>
            <a:off x="6008714" y="2804010"/>
            <a:ext cx="543739"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品牌</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3" name="文本框 72">
            <a:extLst>
              <a:ext uri="{FF2B5EF4-FFF2-40B4-BE49-F238E27FC236}">
                <a16:creationId xmlns:a16="http://schemas.microsoft.com/office/drawing/2014/main" id="{E101A340-1C2D-F481-7EA4-8AFFF5ABDA54}"/>
              </a:ext>
            </a:extLst>
          </p:cNvPr>
          <p:cNvSpPr txBox="1"/>
          <p:nvPr/>
        </p:nvSpPr>
        <p:spPr>
          <a:xfrm>
            <a:off x="6046384" y="3033520"/>
            <a:ext cx="468398" cy="215444"/>
          </a:xfrm>
          <a:prstGeom prst="rect">
            <a:avLst/>
          </a:prstGeom>
          <a:noFill/>
        </p:spPr>
        <p:txBody>
          <a:bodyPr wrap="non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Brand</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a:extLst>
              <a:ext uri="{FF2B5EF4-FFF2-40B4-BE49-F238E27FC236}">
                <a16:creationId xmlns:a16="http://schemas.microsoft.com/office/drawing/2014/main" id="{93735547-228F-9565-E500-4A3F74503D3B}"/>
              </a:ext>
            </a:extLst>
          </p:cNvPr>
          <p:cNvSpPr txBox="1"/>
          <p:nvPr/>
        </p:nvSpPr>
        <p:spPr>
          <a:xfrm>
            <a:off x="6008714" y="3843731"/>
            <a:ext cx="543739"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视觉</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7C592C5D-5E8B-47F4-D866-D6245362CCB8}"/>
              </a:ext>
            </a:extLst>
          </p:cNvPr>
          <p:cNvSpPr txBox="1"/>
          <p:nvPr/>
        </p:nvSpPr>
        <p:spPr>
          <a:xfrm>
            <a:off x="6047186" y="4073241"/>
            <a:ext cx="466795" cy="215444"/>
          </a:xfrm>
          <a:prstGeom prst="rect">
            <a:avLst/>
          </a:prstGeom>
          <a:noFill/>
        </p:spPr>
        <p:txBody>
          <a:bodyPr wrap="non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Vision</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a:extLst>
              <a:ext uri="{FF2B5EF4-FFF2-40B4-BE49-F238E27FC236}">
                <a16:creationId xmlns:a16="http://schemas.microsoft.com/office/drawing/2014/main" id="{C40F6F83-ADE0-9B7F-CE11-5685A57DA1D5}"/>
              </a:ext>
            </a:extLst>
          </p:cNvPr>
          <p:cNvSpPr txBox="1"/>
          <p:nvPr/>
        </p:nvSpPr>
        <p:spPr>
          <a:xfrm>
            <a:off x="6008714" y="4934319"/>
            <a:ext cx="543739" cy="307777"/>
          </a:xfrm>
          <a:prstGeom prst="rect">
            <a:avLst/>
          </a:prstGeom>
          <a:noFill/>
        </p:spPr>
        <p:txBody>
          <a:bodyPr wrap="none" rtlCol="0" anchor="ctr">
            <a:spAutoFit/>
          </a:bodyPr>
          <a:lstStyle/>
          <a:p>
            <a:pPr algn="ctr"/>
            <a:r>
              <a:rPr lang="zh-CN" alt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a:t>
            </a:r>
            <a:endParaRPr lang="en-US" sz="14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621EC7D8-5910-0D83-9BBD-3339BC4C97FE}"/>
              </a:ext>
            </a:extLst>
          </p:cNvPr>
          <p:cNvSpPr txBox="1"/>
          <p:nvPr/>
        </p:nvSpPr>
        <p:spPr>
          <a:xfrm>
            <a:off x="5930166" y="5163829"/>
            <a:ext cx="700834" cy="215444"/>
          </a:xfrm>
          <a:prstGeom prst="rect">
            <a:avLst/>
          </a:prstGeom>
          <a:noFill/>
        </p:spPr>
        <p:txBody>
          <a:bodyPr wrap="none" rtlCol="0">
            <a:spAutoFit/>
          </a:bodyPr>
          <a:lstStyle/>
          <a:p>
            <a:pPr algn="ctr"/>
            <a:r>
              <a:rPr lang="en-US" altLang="zh-CN"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Experience</a:t>
            </a:r>
            <a:endParaRPr lang="en-US" sz="8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C6307679-30B1-048D-876F-0525FD776E00}"/>
              </a:ext>
            </a:extLst>
          </p:cNvPr>
          <p:cNvSpPr txBox="1"/>
          <p:nvPr/>
        </p:nvSpPr>
        <p:spPr>
          <a:xfrm>
            <a:off x="6966716" y="2828142"/>
            <a:ext cx="1665841" cy="470770"/>
          </a:xfrm>
          <a:prstGeom prst="rect">
            <a:avLst/>
          </a:prstGeom>
          <a:noFill/>
        </p:spPr>
        <p:txBody>
          <a:bodyPr wrap="none" rtlCol="0">
            <a:spAutoFit/>
          </a:bodyPr>
          <a:lstStyle/>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品牌重塑，构建统一的风</a:t>
            </a:r>
            <a:endParaRPr lang="en-US" altLang="zh-CN"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格体系</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6BDCAC29-8946-5987-A7C8-46898FE598BE}"/>
              </a:ext>
            </a:extLst>
          </p:cNvPr>
          <p:cNvSpPr txBox="1"/>
          <p:nvPr/>
        </p:nvSpPr>
        <p:spPr>
          <a:xfrm>
            <a:off x="6966716" y="3841067"/>
            <a:ext cx="1665841" cy="470770"/>
          </a:xfrm>
          <a:prstGeom prst="rect">
            <a:avLst/>
          </a:prstGeom>
          <a:noFill/>
        </p:spPr>
        <p:txBody>
          <a:bodyPr wrap="square" rtlCol="0">
            <a:spAutoFit/>
          </a:bodyPr>
          <a:lstStyle/>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多场景渗透，同质化突围形成品牌记忆点</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4D07EEE1-B06E-4CFB-430F-1D31257AC40B}"/>
              </a:ext>
            </a:extLst>
          </p:cNvPr>
          <p:cNvSpPr txBox="1"/>
          <p:nvPr/>
        </p:nvSpPr>
        <p:spPr>
          <a:xfrm>
            <a:off x="6966716" y="4928444"/>
            <a:ext cx="1665841" cy="470770"/>
          </a:xfrm>
          <a:prstGeom prst="rect">
            <a:avLst/>
          </a:prstGeom>
          <a:noFill/>
        </p:spPr>
        <p:txBody>
          <a:bodyPr wrap="square" rtlCol="0">
            <a:spAutoFit/>
          </a:bodyPr>
          <a:lstStyle/>
          <a:p>
            <a:pPr>
              <a:lnSpc>
                <a:spcPct val="120000"/>
              </a:lnSpc>
            </a:pP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产品与品牌传递相结合构建长期的体验壁垒</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B688B87F-E791-04C2-D0BF-698336DF6B6F}"/>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90B1CB82-58E2-4CDA-0932-2877A8F8A71F}"/>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38DB8DAA-78E2-9F00-2DD4-51518A19F686}"/>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8" name="图形 2">
            <a:extLst>
              <a:ext uri="{FF2B5EF4-FFF2-40B4-BE49-F238E27FC236}">
                <a16:creationId xmlns:a16="http://schemas.microsoft.com/office/drawing/2014/main" id="{5E4FA266-649B-6003-1F3E-EDD368D26FEA}"/>
              </a:ext>
            </a:extLst>
          </p:cNvPr>
          <p:cNvGrpSpPr/>
          <p:nvPr/>
        </p:nvGrpSpPr>
        <p:grpSpPr>
          <a:xfrm>
            <a:off x="2178050" y="2915212"/>
            <a:ext cx="344832" cy="468160"/>
            <a:chOff x="3154072" y="343971"/>
            <a:chExt cx="740346" cy="1005125"/>
          </a:xfrm>
          <a:gradFill>
            <a:gsLst>
              <a:gs pos="0">
                <a:schemeClr val="accent1">
                  <a:lumMod val="74000"/>
                  <a:lumOff val="26000"/>
                </a:schemeClr>
              </a:gs>
              <a:gs pos="100000">
                <a:schemeClr val="accent1">
                  <a:lumMod val="75000"/>
                </a:schemeClr>
              </a:gs>
            </a:gsLst>
            <a:lin ang="2700000" scaled="1"/>
          </a:gradFill>
        </p:grpSpPr>
        <p:sp>
          <p:nvSpPr>
            <p:cNvPr id="9" name="任意多边形: 形状 8">
              <a:extLst>
                <a:ext uri="{FF2B5EF4-FFF2-40B4-BE49-F238E27FC236}">
                  <a16:creationId xmlns:a16="http://schemas.microsoft.com/office/drawing/2014/main" id="{8764EA31-8AA7-DA19-4EDB-2274B3F15702}"/>
                </a:ext>
              </a:extLst>
            </p:cNvPr>
            <p:cNvSpPr/>
            <p:nvPr/>
          </p:nvSpPr>
          <p:spPr>
            <a:xfrm>
              <a:off x="3258816" y="343971"/>
              <a:ext cx="530866" cy="526737"/>
            </a:xfrm>
            <a:custGeom>
              <a:avLst/>
              <a:gdLst>
                <a:gd name="connsiteX0" fmla="*/ 265433 w 530866"/>
                <a:gd name="connsiteY0" fmla="*/ 526737 h 526737"/>
                <a:gd name="connsiteX1" fmla="*/ 72115 w 530866"/>
                <a:gd name="connsiteY1" fmla="*/ 380705 h 526737"/>
                <a:gd name="connsiteX2" fmla="*/ 9133 w 530866"/>
                <a:gd name="connsiteY2" fmla="*/ 314414 h 526737"/>
                <a:gd name="connsiteX3" fmla="*/ 35870 w 530866"/>
                <a:gd name="connsiteY3" fmla="*/ 209469 h 526737"/>
                <a:gd name="connsiteX4" fmla="*/ 265433 w 530866"/>
                <a:gd name="connsiteY4" fmla="*/ 0 h 526737"/>
                <a:gd name="connsiteX5" fmla="*/ 494996 w 530866"/>
                <a:gd name="connsiteY5" fmla="*/ 209460 h 526737"/>
                <a:gd name="connsiteX6" fmla="*/ 521734 w 530866"/>
                <a:gd name="connsiteY6" fmla="*/ 314405 h 526737"/>
                <a:gd name="connsiteX7" fmla="*/ 458760 w 530866"/>
                <a:gd name="connsiteY7" fmla="*/ 380688 h 526737"/>
                <a:gd name="connsiteX8" fmla="*/ 265433 w 530866"/>
                <a:gd name="connsiteY8" fmla="*/ 526737 h 526737"/>
                <a:gd name="connsiteX9" fmla="*/ 265433 w 530866"/>
                <a:gd name="connsiteY9" fmla="*/ 42863 h 526737"/>
                <a:gd name="connsiteX10" fmla="*/ 77558 w 530866"/>
                <a:gd name="connsiteY10" fmla="*/ 227283 h 526737"/>
                <a:gd name="connsiteX11" fmla="*/ 76830 w 530866"/>
                <a:gd name="connsiteY11" fmla="*/ 246674 h 526737"/>
                <a:gd name="connsiteX12" fmla="*/ 57456 w 530866"/>
                <a:gd name="connsiteY12" fmla="*/ 247865 h 526737"/>
                <a:gd name="connsiteX13" fmla="*/ 53392 w 530866"/>
                <a:gd name="connsiteY13" fmla="*/ 248577 h 526737"/>
                <a:gd name="connsiteX14" fmla="*/ 48420 w 530866"/>
                <a:gd name="connsiteY14" fmla="*/ 297277 h 526737"/>
                <a:gd name="connsiteX15" fmla="*/ 92020 w 530866"/>
                <a:gd name="connsiteY15" fmla="*/ 342249 h 526737"/>
                <a:gd name="connsiteX16" fmla="*/ 102204 w 530866"/>
                <a:gd name="connsiteY16" fmla="*/ 344520 h 526737"/>
                <a:gd name="connsiteX17" fmla="*/ 106696 w 530866"/>
                <a:gd name="connsiteY17" fmla="*/ 353941 h 526737"/>
                <a:gd name="connsiteX18" fmla="*/ 265433 w 530866"/>
                <a:gd name="connsiteY18" fmla="*/ 483875 h 526737"/>
                <a:gd name="connsiteX19" fmla="*/ 424162 w 530866"/>
                <a:gd name="connsiteY19" fmla="*/ 353941 h 526737"/>
                <a:gd name="connsiteX20" fmla="*/ 428654 w 530866"/>
                <a:gd name="connsiteY20" fmla="*/ 344520 h 526737"/>
                <a:gd name="connsiteX21" fmla="*/ 438838 w 530866"/>
                <a:gd name="connsiteY21" fmla="*/ 342249 h 526737"/>
                <a:gd name="connsiteX22" fmla="*/ 482429 w 530866"/>
                <a:gd name="connsiteY22" fmla="*/ 297277 h 526737"/>
                <a:gd name="connsiteX23" fmla="*/ 477474 w 530866"/>
                <a:gd name="connsiteY23" fmla="*/ 248577 h 526737"/>
                <a:gd name="connsiteX24" fmla="*/ 473402 w 530866"/>
                <a:gd name="connsiteY24" fmla="*/ 247865 h 526737"/>
                <a:gd name="connsiteX25" fmla="*/ 454028 w 530866"/>
                <a:gd name="connsiteY25" fmla="*/ 246674 h 526737"/>
                <a:gd name="connsiteX26" fmla="*/ 453300 w 530866"/>
                <a:gd name="connsiteY26" fmla="*/ 227283 h 526737"/>
                <a:gd name="connsiteX27" fmla="*/ 265433 w 530866"/>
                <a:gd name="connsiteY27" fmla="*/ 42863 h 52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30866" h="526737">
                  <a:moveTo>
                    <a:pt x="265433" y="526737"/>
                  </a:moveTo>
                  <a:cubicBezTo>
                    <a:pt x="177557" y="526737"/>
                    <a:pt x="108874" y="452799"/>
                    <a:pt x="72115" y="380705"/>
                  </a:cubicBezTo>
                  <a:cubicBezTo>
                    <a:pt x="45000" y="369440"/>
                    <a:pt x="20183" y="339754"/>
                    <a:pt x="9133" y="314414"/>
                  </a:cubicBezTo>
                  <a:cubicBezTo>
                    <a:pt x="-9958" y="270625"/>
                    <a:pt x="1795" y="224634"/>
                    <a:pt x="35870" y="209469"/>
                  </a:cubicBezTo>
                  <a:cubicBezTo>
                    <a:pt x="48266" y="90766"/>
                    <a:pt x="146198" y="0"/>
                    <a:pt x="265433" y="0"/>
                  </a:cubicBezTo>
                  <a:cubicBezTo>
                    <a:pt x="384668" y="0"/>
                    <a:pt x="482600" y="90757"/>
                    <a:pt x="494996" y="209460"/>
                  </a:cubicBezTo>
                  <a:cubicBezTo>
                    <a:pt x="529072" y="224617"/>
                    <a:pt x="540825" y="270608"/>
                    <a:pt x="521734" y="314405"/>
                  </a:cubicBezTo>
                  <a:cubicBezTo>
                    <a:pt x="510692" y="339745"/>
                    <a:pt x="485875" y="369432"/>
                    <a:pt x="458760" y="380688"/>
                  </a:cubicBezTo>
                  <a:cubicBezTo>
                    <a:pt x="421993" y="452799"/>
                    <a:pt x="353301" y="526737"/>
                    <a:pt x="265433" y="526737"/>
                  </a:cubicBezTo>
                  <a:close/>
                  <a:moveTo>
                    <a:pt x="265433" y="42863"/>
                  </a:moveTo>
                  <a:cubicBezTo>
                    <a:pt x="163978" y="42863"/>
                    <a:pt x="81450" y="123873"/>
                    <a:pt x="77558" y="227283"/>
                  </a:cubicBezTo>
                  <a:lnTo>
                    <a:pt x="76830" y="246674"/>
                  </a:lnTo>
                  <a:lnTo>
                    <a:pt x="57456" y="247865"/>
                  </a:lnTo>
                  <a:cubicBezTo>
                    <a:pt x="55124" y="248011"/>
                    <a:pt x="53958" y="248337"/>
                    <a:pt x="53392" y="248577"/>
                  </a:cubicBezTo>
                  <a:cubicBezTo>
                    <a:pt x="43003" y="253103"/>
                    <a:pt x="38673" y="274894"/>
                    <a:pt x="48420" y="297277"/>
                  </a:cubicBezTo>
                  <a:cubicBezTo>
                    <a:pt x="58159" y="319626"/>
                    <a:pt x="79470" y="339454"/>
                    <a:pt x="92020" y="342249"/>
                  </a:cubicBezTo>
                  <a:lnTo>
                    <a:pt x="102204" y="344520"/>
                  </a:lnTo>
                  <a:lnTo>
                    <a:pt x="106696" y="353941"/>
                  </a:lnTo>
                  <a:cubicBezTo>
                    <a:pt x="136674" y="416752"/>
                    <a:pt x="194119" y="483875"/>
                    <a:pt x="265433" y="483875"/>
                  </a:cubicBezTo>
                  <a:cubicBezTo>
                    <a:pt x="336748" y="483875"/>
                    <a:pt x="394192" y="416752"/>
                    <a:pt x="424162" y="353941"/>
                  </a:cubicBezTo>
                  <a:lnTo>
                    <a:pt x="428654" y="344520"/>
                  </a:lnTo>
                  <a:lnTo>
                    <a:pt x="438838" y="342249"/>
                  </a:lnTo>
                  <a:cubicBezTo>
                    <a:pt x="451379" y="339454"/>
                    <a:pt x="472691" y="319626"/>
                    <a:pt x="482429" y="297277"/>
                  </a:cubicBezTo>
                  <a:cubicBezTo>
                    <a:pt x="492184" y="274894"/>
                    <a:pt x="487864" y="253112"/>
                    <a:pt x="477474" y="248577"/>
                  </a:cubicBezTo>
                  <a:cubicBezTo>
                    <a:pt x="476908" y="248328"/>
                    <a:pt x="475742" y="248011"/>
                    <a:pt x="473402" y="247865"/>
                  </a:cubicBezTo>
                  <a:lnTo>
                    <a:pt x="454028" y="246674"/>
                  </a:lnTo>
                  <a:lnTo>
                    <a:pt x="453300" y="227283"/>
                  </a:lnTo>
                  <a:cubicBezTo>
                    <a:pt x="449416" y="123873"/>
                    <a:pt x="366889" y="42863"/>
                    <a:pt x="265433" y="42863"/>
                  </a:cubicBezTo>
                  <a:close/>
                </a:path>
              </a:pathLst>
            </a:custGeom>
            <a:grpFill/>
            <a:ln w="8572"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A55DE41B-2C2C-22E9-FAF7-C5FD78CD2CFD}"/>
                </a:ext>
              </a:extLst>
            </p:cNvPr>
            <p:cNvSpPr/>
            <p:nvPr/>
          </p:nvSpPr>
          <p:spPr>
            <a:xfrm>
              <a:off x="3154072" y="881210"/>
              <a:ext cx="740346" cy="467887"/>
            </a:xfrm>
            <a:custGeom>
              <a:avLst/>
              <a:gdLst>
                <a:gd name="connsiteX0" fmla="*/ 539433 w 740346"/>
                <a:gd name="connsiteY0" fmla="*/ 0 h 467887"/>
                <a:gd name="connsiteX1" fmla="*/ 453185 w 740346"/>
                <a:gd name="connsiteY1" fmla="*/ 320912 h 467887"/>
                <a:gd name="connsiteX2" fmla="*/ 287170 w 740346"/>
                <a:gd name="connsiteY2" fmla="*/ 320912 h 467887"/>
                <a:gd name="connsiteX3" fmla="*/ 200922 w 740346"/>
                <a:gd name="connsiteY3" fmla="*/ 0 h 467887"/>
                <a:gd name="connsiteX4" fmla="*/ 0 w 740346"/>
                <a:gd name="connsiteY4" fmla="*/ 257552 h 467887"/>
                <a:gd name="connsiteX5" fmla="*/ 0 w 740346"/>
                <a:gd name="connsiteY5" fmla="*/ 467887 h 467887"/>
                <a:gd name="connsiteX6" fmla="*/ 740347 w 740346"/>
                <a:gd name="connsiteY6" fmla="*/ 467887 h 467887"/>
                <a:gd name="connsiteX7" fmla="*/ 740347 w 740346"/>
                <a:gd name="connsiteY7" fmla="*/ 257552 h 467887"/>
                <a:gd name="connsiteX8" fmla="*/ 539433 w 740346"/>
                <a:gd name="connsiteY8" fmla="*/ 0 h 4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46" h="467887">
                  <a:moveTo>
                    <a:pt x="539433" y="0"/>
                  </a:moveTo>
                  <a:lnTo>
                    <a:pt x="453185" y="320912"/>
                  </a:lnTo>
                  <a:lnTo>
                    <a:pt x="287170" y="320912"/>
                  </a:lnTo>
                  <a:lnTo>
                    <a:pt x="200922" y="0"/>
                  </a:lnTo>
                  <a:cubicBezTo>
                    <a:pt x="85836" y="29078"/>
                    <a:pt x="0" y="133765"/>
                    <a:pt x="0" y="257552"/>
                  </a:cubicBezTo>
                  <a:lnTo>
                    <a:pt x="0" y="467887"/>
                  </a:lnTo>
                  <a:lnTo>
                    <a:pt x="740347" y="467887"/>
                  </a:lnTo>
                  <a:lnTo>
                    <a:pt x="740347" y="257552"/>
                  </a:lnTo>
                  <a:cubicBezTo>
                    <a:pt x="740347" y="133757"/>
                    <a:pt x="654510" y="29078"/>
                    <a:pt x="539433" y="0"/>
                  </a:cubicBezTo>
                  <a:close/>
                </a:path>
              </a:pathLst>
            </a:custGeom>
            <a:grpFill/>
            <a:ln w="8572" cap="flat">
              <a:noFill/>
              <a:prstDash val="solid"/>
              <a:miter/>
            </a:ln>
          </p:spPr>
          <p:txBody>
            <a:bodyPr rtlCol="0" anchor="ctr"/>
            <a:lstStyle/>
            <a:p>
              <a:endParaRPr lang="zh-CN" altLang="en-US"/>
            </a:p>
          </p:txBody>
        </p:sp>
        <p:sp>
          <p:nvSpPr>
            <p:cNvPr id="11" name="任意多边形: 形状 10">
              <a:extLst>
                <a:ext uri="{FF2B5EF4-FFF2-40B4-BE49-F238E27FC236}">
                  <a16:creationId xmlns:a16="http://schemas.microsoft.com/office/drawing/2014/main" id="{3022129E-386D-B3C7-10E6-A1D699BC1ED8}"/>
                </a:ext>
              </a:extLst>
            </p:cNvPr>
            <p:cNvSpPr/>
            <p:nvPr/>
          </p:nvSpPr>
          <p:spPr>
            <a:xfrm>
              <a:off x="3469077" y="920746"/>
              <a:ext cx="110336" cy="380756"/>
            </a:xfrm>
            <a:custGeom>
              <a:avLst/>
              <a:gdLst>
                <a:gd name="connsiteX0" fmla="*/ 55173 w 110336"/>
                <a:gd name="connsiteY0" fmla="*/ 0 h 380756"/>
                <a:gd name="connsiteX1" fmla="*/ 55173 w 110336"/>
                <a:gd name="connsiteY1" fmla="*/ 0 h 380756"/>
                <a:gd name="connsiteX2" fmla="*/ 83702 w 110336"/>
                <a:gd name="connsiteY2" fmla="*/ 26429 h 380756"/>
                <a:gd name="connsiteX3" fmla="*/ 110337 w 110336"/>
                <a:gd name="connsiteY3" fmla="*/ 373315 h 380756"/>
                <a:gd name="connsiteX4" fmla="*/ 91014 w 110336"/>
                <a:gd name="connsiteY4" fmla="*/ 380756 h 380756"/>
                <a:gd name="connsiteX5" fmla="*/ 19322 w 110336"/>
                <a:gd name="connsiteY5" fmla="*/ 380756 h 380756"/>
                <a:gd name="connsiteX6" fmla="*/ 0 w 110336"/>
                <a:gd name="connsiteY6" fmla="*/ 373315 h 380756"/>
                <a:gd name="connsiteX7" fmla="*/ 26635 w 110336"/>
                <a:gd name="connsiteY7" fmla="*/ 26429 h 380756"/>
                <a:gd name="connsiteX8" fmla="*/ 55173 w 110336"/>
                <a:gd name="connsiteY8" fmla="*/ 0 h 3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36" h="380756">
                  <a:moveTo>
                    <a:pt x="55173" y="0"/>
                  </a:moveTo>
                  <a:lnTo>
                    <a:pt x="55173" y="0"/>
                  </a:lnTo>
                  <a:cubicBezTo>
                    <a:pt x="70123" y="0"/>
                    <a:pt x="82562" y="11513"/>
                    <a:pt x="83702" y="26429"/>
                  </a:cubicBezTo>
                  <a:lnTo>
                    <a:pt x="110337" y="373315"/>
                  </a:lnTo>
                  <a:cubicBezTo>
                    <a:pt x="104096" y="378082"/>
                    <a:pt x="97649" y="380756"/>
                    <a:pt x="91014" y="380756"/>
                  </a:cubicBezTo>
                  <a:lnTo>
                    <a:pt x="19322" y="380756"/>
                  </a:lnTo>
                  <a:cubicBezTo>
                    <a:pt x="12696" y="380756"/>
                    <a:pt x="6241" y="378090"/>
                    <a:pt x="0" y="373315"/>
                  </a:cubicBezTo>
                  <a:lnTo>
                    <a:pt x="26635" y="26429"/>
                  </a:lnTo>
                  <a:cubicBezTo>
                    <a:pt x="27783" y="11521"/>
                    <a:pt x="40222" y="0"/>
                    <a:pt x="55173" y="0"/>
                  </a:cubicBezTo>
                  <a:close/>
                </a:path>
              </a:pathLst>
            </a:custGeom>
            <a:grpFill/>
            <a:ln w="8572" cap="flat">
              <a:noFill/>
              <a:prstDash val="solid"/>
              <a:miter/>
            </a:ln>
          </p:spPr>
          <p:txBody>
            <a:bodyPr rtlCol="0" anchor="ctr"/>
            <a:lstStyle/>
            <a:p>
              <a:endParaRPr lang="zh-CN" altLang="en-US"/>
            </a:p>
          </p:txBody>
        </p:sp>
        <p:grpSp>
          <p:nvGrpSpPr>
            <p:cNvPr id="12" name="图形 2">
              <a:extLst>
                <a:ext uri="{FF2B5EF4-FFF2-40B4-BE49-F238E27FC236}">
                  <a16:creationId xmlns:a16="http://schemas.microsoft.com/office/drawing/2014/main" id="{D0B7FBE1-EDAB-7037-F284-01C5138C2B45}"/>
                </a:ext>
              </a:extLst>
            </p:cNvPr>
            <p:cNvGrpSpPr/>
            <p:nvPr/>
          </p:nvGrpSpPr>
          <p:grpSpPr>
            <a:xfrm>
              <a:off x="3318475" y="356830"/>
              <a:ext cx="411548" cy="147447"/>
              <a:chOff x="3318475" y="356830"/>
              <a:chExt cx="411548" cy="147447"/>
            </a:xfrm>
            <a:grpFill/>
          </p:grpSpPr>
          <p:sp>
            <p:nvSpPr>
              <p:cNvPr id="13" name="任意多边形: 形状 12">
                <a:extLst>
                  <a:ext uri="{FF2B5EF4-FFF2-40B4-BE49-F238E27FC236}">
                    <a16:creationId xmlns:a16="http://schemas.microsoft.com/office/drawing/2014/main" id="{192B9CA6-E6E3-5EE7-E72F-5533A3F052A6}"/>
                  </a:ext>
                </a:extLst>
              </p:cNvPr>
              <p:cNvSpPr/>
              <p:nvPr/>
            </p:nvSpPr>
            <p:spPr>
              <a:xfrm>
                <a:off x="3331317" y="365402"/>
                <a:ext cx="385865" cy="130302"/>
              </a:xfrm>
              <a:custGeom>
                <a:avLst/>
                <a:gdLst>
                  <a:gd name="connsiteX0" fmla="*/ 385865 w 385865"/>
                  <a:gd name="connsiteY0" fmla="*/ 130302 h 130302"/>
                  <a:gd name="connsiteX1" fmla="*/ 192933 w 385865"/>
                  <a:gd name="connsiteY1" fmla="*/ 0 h 130302"/>
                  <a:gd name="connsiteX2" fmla="*/ 0 w 385865"/>
                  <a:gd name="connsiteY2" fmla="*/ 130302 h 130302"/>
                  <a:gd name="connsiteX3" fmla="*/ 385865 w 385865"/>
                  <a:gd name="connsiteY3" fmla="*/ 130302 h 130302"/>
                </a:gdLst>
                <a:ahLst/>
                <a:cxnLst>
                  <a:cxn ang="0">
                    <a:pos x="connsiteX0" y="connsiteY0"/>
                  </a:cxn>
                  <a:cxn ang="0">
                    <a:pos x="connsiteX1" y="connsiteY1"/>
                  </a:cxn>
                  <a:cxn ang="0">
                    <a:pos x="connsiteX2" y="connsiteY2"/>
                  </a:cxn>
                  <a:cxn ang="0">
                    <a:pos x="connsiteX3" y="connsiteY3"/>
                  </a:cxn>
                </a:cxnLst>
                <a:rect l="l" t="t" r="r" b="b"/>
                <a:pathLst>
                  <a:path w="385865" h="130302">
                    <a:moveTo>
                      <a:pt x="385865" y="130302"/>
                    </a:moveTo>
                    <a:cubicBezTo>
                      <a:pt x="354087" y="53758"/>
                      <a:pt x="279772" y="0"/>
                      <a:pt x="192933" y="0"/>
                    </a:cubicBezTo>
                    <a:cubicBezTo>
                      <a:pt x="106093" y="0"/>
                      <a:pt x="31778" y="53758"/>
                      <a:pt x="0" y="130302"/>
                    </a:cubicBezTo>
                    <a:lnTo>
                      <a:pt x="385865" y="130302"/>
                    </a:lnTo>
                    <a:close/>
                  </a:path>
                </a:pathLst>
              </a:custGeom>
              <a:grpFill/>
              <a:ln w="8572" cap="flat">
                <a:noFill/>
                <a:prstDash val="solid"/>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26A99A08-53CD-2B42-0936-16F2A5390992}"/>
                  </a:ext>
                </a:extLst>
              </p:cNvPr>
              <p:cNvSpPr/>
              <p:nvPr/>
            </p:nvSpPr>
            <p:spPr>
              <a:xfrm>
                <a:off x="3318475" y="356830"/>
                <a:ext cx="411548" cy="147447"/>
              </a:xfrm>
              <a:custGeom>
                <a:avLst/>
                <a:gdLst>
                  <a:gd name="connsiteX0" fmla="*/ 411549 w 411548"/>
                  <a:gd name="connsiteY0" fmla="*/ 147447 h 147447"/>
                  <a:gd name="connsiteX1" fmla="*/ 0 w 411548"/>
                  <a:gd name="connsiteY1" fmla="*/ 147447 h 147447"/>
                  <a:gd name="connsiteX2" fmla="*/ 4929 w 411548"/>
                  <a:gd name="connsiteY2" fmla="*/ 135591 h 147447"/>
                  <a:gd name="connsiteX3" fmla="*/ 205774 w 411548"/>
                  <a:gd name="connsiteY3" fmla="*/ 0 h 147447"/>
                  <a:gd name="connsiteX4" fmla="*/ 406619 w 411548"/>
                  <a:gd name="connsiteY4" fmla="*/ 135583 h 147447"/>
                  <a:gd name="connsiteX5" fmla="*/ 411549 w 411548"/>
                  <a:gd name="connsiteY5" fmla="*/ 147447 h 147447"/>
                  <a:gd name="connsiteX6" fmla="*/ 26120 w 411548"/>
                  <a:gd name="connsiteY6" fmla="*/ 130302 h 147447"/>
                  <a:gd name="connsiteX7" fmla="*/ 385428 w 411548"/>
                  <a:gd name="connsiteY7" fmla="*/ 130302 h 147447"/>
                  <a:gd name="connsiteX8" fmla="*/ 205774 w 411548"/>
                  <a:gd name="connsiteY8" fmla="*/ 17145 h 147447"/>
                  <a:gd name="connsiteX9" fmla="*/ 26120 w 411548"/>
                  <a:gd name="connsiteY9" fmla="*/ 130302 h 14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1548" h="147447">
                    <a:moveTo>
                      <a:pt x="411549" y="147447"/>
                    </a:moveTo>
                    <a:lnTo>
                      <a:pt x="0" y="147447"/>
                    </a:lnTo>
                    <a:lnTo>
                      <a:pt x="4929" y="135591"/>
                    </a:lnTo>
                    <a:cubicBezTo>
                      <a:pt x="39125" y="53218"/>
                      <a:pt x="117958" y="0"/>
                      <a:pt x="205774" y="0"/>
                    </a:cubicBezTo>
                    <a:cubicBezTo>
                      <a:pt x="293591" y="0"/>
                      <a:pt x="372424" y="53218"/>
                      <a:pt x="406619" y="135583"/>
                    </a:cubicBezTo>
                    <a:lnTo>
                      <a:pt x="411549" y="147447"/>
                    </a:lnTo>
                    <a:close/>
                    <a:moveTo>
                      <a:pt x="26120" y="130302"/>
                    </a:moveTo>
                    <a:lnTo>
                      <a:pt x="385428" y="130302"/>
                    </a:lnTo>
                    <a:cubicBezTo>
                      <a:pt x="351524" y="61148"/>
                      <a:pt x="282352" y="17145"/>
                      <a:pt x="205774" y="17145"/>
                    </a:cubicBezTo>
                    <a:cubicBezTo>
                      <a:pt x="129196" y="17145"/>
                      <a:pt x="60025" y="61148"/>
                      <a:pt x="26120" y="130302"/>
                    </a:cubicBezTo>
                    <a:close/>
                  </a:path>
                </a:pathLst>
              </a:custGeom>
              <a:grpFill/>
              <a:ln w="8572" cap="flat">
                <a:noFill/>
                <a:prstDash val="solid"/>
                <a:miter/>
              </a:ln>
            </p:spPr>
            <p:txBody>
              <a:bodyPr rtlCol="0" anchor="ctr"/>
              <a:lstStyle/>
              <a:p>
                <a:endParaRPr lang="zh-CN" altLang="en-US"/>
              </a:p>
            </p:txBody>
          </p:sp>
        </p:grpSp>
      </p:grpSp>
      <p:grpSp>
        <p:nvGrpSpPr>
          <p:cNvPr id="15" name="图形 2">
            <a:extLst>
              <a:ext uri="{FF2B5EF4-FFF2-40B4-BE49-F238E27FC236}">
                <a16:creationId xmlns:a16="http://schemas.microsoft.com/office/drawing/2014/main" id="{03C44341-A254-34B7-77D3-2BF8235EF9BD}"/>
              </a:ext>
            </a:extLst>
          </p:cNvPr>
          <p:cNvGrpSpPr/>
          <p:nvPr/>
        </p:nvGrpSpPr>
        <p:grpSpPr>
          <a:xfrm>
            <a:off x="9548497" y="2949714"/>
            <a:ext cx="579490" cy="399156"/>
            <a:chOff x="4665944" y="2166483"/>
            <a:chExt cx="1145603" cy="789099"/>
          </a:xfrm>
          <a:gradFill>
            <a:gsLst>
              <a:gs pos="0">
                <a:schemeClr val="accent1">
                  <a:lumMod val="74000"/>
                  <a:lumOff val="26000"/>
                </a:schemeClr>
              </a:gs>
              <a:gs pos="100000">
                <a:schemeClr val="accent1">
                  <a:lumMod val="75000"/>
                </a:schemeClr>
              </a:gs>
            </a:gsLst>
            <a:lin ang="2700000" scaled="1"/>
          </a:gradFill>
        </p:grpSpPr>
        <p:sp>
          <p:nvSpPr>
            <p:cNvPr id="16" name="任意多边形: 形状 15">
              <a:extLst>
                <a:ext uri="{FF2B5EF4-FFF2-40B4-BE49-F238E27FC236}">
                  <a16:creationId xmlns:a16="http://schemas.microsoft.com/office/drawing/2014/main" id="{D12005EB-EC36-0E95-02E2-E5AF11590374}"/>
                </a:ext>
              </a:extLst>
            </p:cNvPr>
            <p:cNvSpPr/>
            <p:nvPr/>
          </p:nvSpPr>
          <p:spPr>
            <a:xfrm>
              <a:off x="4774442" y="2166483"/>
              <a:ext cx="928623" cy="651827"/>
            </a:xfrm>
            <a:custGeom>
              <a:avLst/>
              <a:gdLst>
                <a:gd name="connsiteX0" fmla="*/ 878973 w 928624"/>
                <a:gd name="connsiteY0" fmla="*/ 651827 h 651827"/>
                <a:gd name="connsiteX1" fmla="*/ 49643 w 928624"/>
                <a:gd name="connsiteY1" fmla="*/ 651827 h 651827"/>
                <a:gd name="connsiteX2" fmla="*/ 0 w 928624"/>
                <a:gd name="connsiteY2" fmla="*/ 602175 h 651827"/>
                <a:gd name="connsiteX3" fmla="*/ 0 w 928624"/>
                <a:gd name="connsiteY3" fmla="*/ 49652 h 651827"/>
                <a:gd name="connsiteX4" fmla="*/ 49643 w 928624"/>
                <a:gd name="connsiteY4" fmla="*/ 0 h 651827"/>
                <a:gd name="connsiteX5" fmla="*/ 878973 w 928624"/>
                <a:gd name="connsiteY5" fmla="*/ 0 h 651827"/>
                <a:gd name="connsiteX6" fmla="*/ 928625 w 928624"/>
                <a:gd name="connsiteY6" fmla="*/ 49652 h 651827"/>
                <a:gd name="connsiteX7" fmla="*/ 928625 w 928624"/>
                <a:gd name="connsiteY7" fmla="*/ 602175 h 651827"/>
                <a:gd name="connsiteX8" fmla="*/ 878973 w 928624"/>
                <a:gd name="connsiteY8" fmla="*/ 651827 h 651827"/>
                <a:gd name="connsiteX9" fmla="*/ 49635 w 928624"/>
                <a:gd name="connsiteY9" fmla="*/ 42863 h 651827"/>
                <a:gd name="connsiteX10" fmla="*/ 42854 w 928624"/>
                <a:gd name="connsiteY10" fmla="*/ 49652 h 651827"/>
                <a:gd name="connsiteX11" fmla="*/ 42854 w 928624"/>
                <a:gd name="connsiteY11" fmla="*/ 602175 h 651827"/>
                <a:gd name="connsiteX12" fmla="*/ 49635 w 928624"/>
                <a:gd name="connsiteY12" fmla="*/ 608965 h 651827"/>
                <a:gd name="connsiteX13" fmla="*/ 878964 w 928624"/>
                <a:gd name="connsiteY13" fmla="*/ 608965 h 651827"/>
                <a:gd name="connsiteX14" fmla="*/ 885754 w 928624"/>
                <a:gd name="connsiteY14" fmla="*/ 602175 h 651827"/>
                <a:gd name="connsiteX15" fmla="*/ 885754 w 928624"/>
                <a:gd name="connsiteY15" fmla="*/ 49652 h 651827"/>
                <a:gd name="connsiteX16" fmla="*/ 878964 w 928624"/>
                <a:gd name="connsiteY16" fmla="*/ 42863 h 651827"/>
                <a:gd name="connsiteX17" fmla="*/ 49635 w 928624"/>
                <a:gd name="connsiteY17" fmla="*/ 42863 h 65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8624" h="651827">
                  <a:moveTo>
                    <a:pt x="878973" y="651827"/>
                  </a:moveTo>
                  <a:lnTo>
                    <a:pt x="49643" y="651827"/>
                  </a:lnTo>
                  <a:cubicBezTo>
                    <a:pt x="22271" y="651827"/>
                    <a:pt x="0" y="629556"/>
                    <a:pt x="0" y="602175"/>
                  </a:cubicBezTo>
                  <a:lnTo>
                    <a:pt x="0" y="49652"/>
                  </a:lnTo>
                  <a:cubicBezTo>
                    <a:pt x="0" y="22271"/>
                    <a:pt x="22271" y="0"/>
                    <a:pt x="49643" y="0"/>
                  </a:cubicBezTo>
                  <a:lnTo>
                    <a:pt x="878973" y="0"/>
                  </a:lnTo>
                  <a:cubicBezTo>
                    <a:pt x="906345" y="0"/>
                    <a:pt x="928625" y="22271"/>
                    <a:pt x="928625" y="49652"/>
                  </a:cubicBezTo>
                  <a:lnTo>
                    <a:pt x="928625" y="602175"/>
                  </a:lnTo>
                  <a:cubicBezTo>
                    <a:pt x="928616" y="629556"/>
                    <a:pt x="906345" y="651827"/>
                    <a:pt x="878973" y="651827"/>
                  </a:cubicBezTo>
                  <a:close/>
                  <a:moveTo>
                    <a:pt x="49635" y="42863"/>
                  </a:moveTo>
                  <a:cubicBezTo>
                    <a:pt x="45897" y="42863"/>
                    <a:pt x="42854" y="45906"/>
                    <a:pt x="42854" y="49652"/>
                  </a:cubicBezTo>
                  <a:lnTo>
                    <a:pt x="42854" y="602175"/>
                  </a:lnTo>
                  <a:cubicBezTo>
                    <a:pt x="42854" y="605922"/>
                    <a:pt x="45897" y="608965"/>
                    <a:pt x="49635" y="608965"/>
                  </a:cubicBezTo>
                  <a:lnTo>
                    <a:pt x="878964" y="608965"/>
                  </a:lnTo>
                  <a:cubicBezTo>
                    <a:pt x="882710" y="608965"/>
                    <a:pt x="885754" y="605922"/>
                    <a:pt x="885754" y="602175"/>
                  </a:cubicBezTo>
                  <a:lnTo>
                    <a:pt x="885754" y="49652"/>
                  </a:lnTo>
                  <a:cubicBezTo>
                    <a:pt x="885754" y="45914"/>
                    <a:pt x="882710" y="42863"/>
                    <a:pt x="878964" y="42863"/>
                  </a:cubicBezTo>
                  <a:lnTo>
                    <a:pt x="49635" y="42863"/>
                  </a:lnTo>
                  <a:close/>
                </a:path>
              </a:pathLst>
            </a:custGeom>
            <a:grpFill/>
            <a:ln w="8572" cap="flat">
              <a:noFill/>
              <a:prstDash val="solid"/>
              <a:miter/>
            </a:ln>
          </p:spPr>
          <p:txBody>
            <a:bodyPr rtlCol="0" anchor="ctr"/>
            <a:lstStyle/>
            <a:p>
              <a:endParaRPr lang="zh-CN" altLang="en-US"/>
            </a:p>
          </p:txBody>
        </p:sp>
        <p:sp>
          <p:nvSpPr>
            <p:cNvPr id="19" name="任意多边形: 形状 18">
              <a:extLst>
                <a:ext uri="{FF2B5EF4-FFF2-40B4-BE49-F238E27FC236}">
                  <a16:creationId xmlns:a16="http://schemas.microsoft.com/office/drawing/2014/main" id="{A6E63DDB-C320-FE0E-47C2-E60BB22E40F5}"/>
                </a:ext>
              </a:extLst>
            </p:cNvPr>
            <p:cNvSpPr/>
            <p:nvPr/>
          </p:nvSpPr>
          <p:spPr>
            <a:xfrm>
              <a:off x="4665944" y="2865323"/>
              <a:ext cx="1145603" cy="90259"/>
            </a:xfrm>
            <a:custGeom>
              <a:avLst/>
              <a:gdLst>
                <a:gd name="connsiteX0" fmla="*/ 1114202 w 1145603"/>
                <a:gd name="connsiteY0" fmla="*/ 90260 h 90259"/>
                <a:gd name="connsiteX1" fmla="*/ 31410 w 1145603"/>
                <a:gd name="connsiteY1" fmla="*/ 90260 h 90259"/>
                <a:gd name="connsiteX2" fmla="*/ 0 w 1145603"/>
                <a:gd name="connsiteY2" fmla="*/ 58850 h 90259"/>
                <a:gd name="connsiteX3" fmla="*/ 0 w 1145603"/>
                <a:gd name="connsiteY3" fmla="*/ 31410 h 90259"/>
                <a:gd name="connsiteX4" fmla="*/ 31410 w 1145603"/>
                <a:gd name="connsiteY4" fmla="*/ 0 h 90259"/>
                <a:gd name="connsiteX5" fmla="*/ 1114194 w 1145603"/>
                <a:gd name="connsiteY5" fmla="*/ 0 h 90259"/>
                <a:gd name="connsiteX6" fmla="*/ 1145603 w 1145603"/>
                <a:gd name="connsiteY6" fmla="*/ 31410 h 90259"/>
                <a:gd name="connsiteX7" fmla="*/ 1145603 w 1145603"/>
                <a:gd name="connsiteY7" fmla="*/ 58850 h 90259"/>
                <a:gd name="connsiteX8" fmla="*/ 1114202 w 1145603"/>
                <a:gd name="connsiteY8" fmla="*/ 90260 h 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5603" h="90259">
                  <a:moveTo>
                    <a:pt x="1114202" y="90260"/>
                  </a:moveTo>
                  <a:lnTo>
                    <a:pt x="31410" y="90260"/>
                  </a:lnTo>
                  <a:cubicBezTo>
                    <a:pt x="14068" y="90260"/>
                    <a:pt x="0" y="76201"/>
                    <a:pt x="0" y="58850"/>
                  </a:cubicBezTo>
                  <a:lnTo>
                    <a:pt x="0" y="31410"/>
                  </a:lnTo>
                  <a:cubicBezTo>
                    <a:pt x="0" y="14059"/>
                    <a:pt x="14068" y="0"/>
                    <a:pt x="31410" y="0"/>
                  </a:cubicBezTo>
                  <a:lnTo>
                    <a:pt x="1114194" y="0"/>
                  </a:lnTo>
                  <a:cubicBezTo>
                    <a:pt x="1131536" y="0"/>
                    <a:pt x="1145603" y="14059"/>
                    <a:pt x="1145603" y="31410"/>
                  </a:cubicBezTo>
                  <a:lnTo>
                    <a:pt x="1145603" y="58850"/>
                  </a:lnTo>
                  <a:cubicBezTo>
                    <a:pt x="1145612" y="76201"/>
                    <a:pt x="1131544" y="90260"/>
                    <a:pt x="1114202" y="90260"/>
                  </a:cubicBezTo>
                  <a:close/>
                </a:path>
              </a:pathLst>
            </a:custGeom>
            <a:grpFill/>
            <a:ln w="8572"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99165CBF-C1EC-477C-213C-C872F6011ACD}"/>
                </a:ext>
              </a:extLst>
            </p:cNvPr>
            <p:cNvSpPr/>
            <p:nvPr/>
          </p:nvSpPr>
          <p:spPr>
            <a:xfrm>
              <a:off x="4795860" y="2187916"/>
              <a:ext cx="885770" cy="98086"/>
            </a:xfrm>
            <a:custGeom>
              <a:avLst/>
              <a:gdLst>
                <a:gd name="connsiteX0" fmla="*/ 857550 w 885770"/>
                <a:gd name="connsiteY0" fmla="*/ 0 h 98086"/>
                <a:gd name="connsiteX1" fmla="*/ 28221 w 885770"/>
                <a:gd name="connsiteY1" fmla="*/ 0 h 98086"/>
                <a:gd name="connsiteX2" fmla="*/ 0 w 885770"/>
                <a:gd name="connsiteY2" fmla="*/ 28221 h 98086"/>
                <a:gd name="connsiteX3" fmla="*/ 0 w 885770"/>
                <a:gd name="connsiteY3" fmla="*/ 98086 h 98086"/>
                <a:gd name="connsiteX4" fmla="*/ 885771 w 885770"/>
                <a:gd name="connsiteY4" fmla="*/ 98086 h 98086"/>
                <a:gd name="connsiteX5" fmla="*/ 885771 w 885770"/>
                <a:gd name="connsiteY5" fmla="*/ 28221 h 98086"/>
                <a:gd name="connsiteX6" fmla="*/ 857550 w 885770"/>
                <a:gd name="connsiteY6" fmla="*/ 0 h 98086"/>
                <a:gd name="connsiteX7" fmla="*/ 442890 w 885770"/>
                <a:gd name="connsiteY7" fmla="*/ 72618 h 98086"/>
                <a:gd name="connsiteX8" fmla="*/ 419315 w 885770"/>
                <a:gd name="connsiteY8" fmla="*/ 49043 h 98086"/>
                <a:gd name="connsiteX9" fmla="*/ 442890 w 885770"/>
                <a:gd name="connsiteY9" fmla="*/ 25469 h 98086"/>
                <a:gd name="connsiteX10" fmla="*/ 466464 w 885770"/>
                <a:gd name="connsiteY10" fmla="*/ 49043 h 98086"/>
                <a:gd name="connsiteX11" fmla="*/ 442890 w 885770"/>
                <a:gd name="connsiteY11" fmla="*/ 72618 h 9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5770" h="98086">
                  <a:moveTo>
                    <a:pt x="857550" y="0"/>
                  </a:moveTo>
                  <a:lnTo>
                    <a:pt x="28221" y="0"/>
                  </a:lnTo>
                  <a:cubicBezTo>
                    <a:pt x="12636" y="0"/>
                    <a:pt x="0" y="12636"/>
                    <a:pt x="0" y="28221"/>
                  </a:cubicBezTo>
                  <a:lnTo>
                    <a:pt x="0" y="98086"/>
                  </a:lnTo>
                  <a:lnTo>
                    <a:pt x="885771" y="98086"/>
                  </a:lnTo>
                  <a:lnTo>
                    <a:pt x="885771" y="28221"/>
                  </a:lnTo>
                  <a:cubicBezTo>
                    <a:pt x="885771" y="12627"/>
                    <a:pt x="873135" y="0"/>
                    <a:pt x="857550" y="0"/>
                  </a:cubicBezTo>
                  <a:close/>
                  <a:moveTo>
                    <a:pt x="442890" y="72618"/>
                  </a:moveTo>
                  <a:cubicBezTo>
                    <a:pt x="429868" y="72618"/>
                    <a:pt x="419315" y="62065"/>
                    <a:pt x="419315" y="49043"/>
                  </a:cubicBezTo>
                  <a:cubicBezTo>
                    <a:pt x="419315" y="36022"/>
                    <a:pt x="429868" y="25469"/>
                    <a:pt x="442890" y="25469"/>
                  </a:cubicBezTo>
                  <a:cubicBezTo>
                    <a:pt x="455911" y="25469"/>
                    <a:pt x="466464" y="36022"/>
                    <a:pt x="466464" y="49043"/>
                  </a:cubicBezTo>
                  <a:cubicBezTo>
                    <a:pt x="466464" y="62056"/>
                    <a:pt x="455911" y="72618"/>
                    <a:pt x="442890" y="72618"/>
                  </a:cubicBezTo>
                  <a:close/>
                </a:path>
              </a:pathLst>
            </a:custGeom>
            <a:grpFill/>
            <a:ln w="8572" cap="flat">
              <a:noFill/>
              <a:prstDash val="solid"/>
              <a:miter/>
            </a:ln>
          </p:spPr>
          <p:txBody>
            <a:bodyPr rtlCol="0" anchor="ctr"/>
            <a:lstStyle/>
            <a:p>
              <a:endParaRPr lang="zh-CN" altLang="en-US"/>
            </a:p>
          </p:txBody>
        </p:sp>
        <p:grpSp>
          <p:nvGrpSpPr>
            <p:cNvPr id="21" name="图形 2">
              <a:extLst>
                <a:ext uri="{FF2B5EF4-FFF2-40B4-BE49-F238E27FC236}">
                  <a16:creationId xmlns:a16="http://schemas.microsoft.com/office/drawing/2014/main" id="{530335AE-D637-EAB5-7CFE-4E3B062E7170}"/>
                </a:ext>
              </a:extLst>
            </p:cNvPr>
            <p:cNvGrpSpPr/>
            <p:nvPr/>
          </p:nvGrpSpPr>
          <p:grpSpPr>
            <a:xfrm>
              <a:off x="5372739" y="2423233"/>
              <a:ext cx="133924" cy="191216"/>
              <a:chOff x="5372739" y="2423233"/>
              <a:chExt cx="133924" cy="191216"/>
            </a:xfrm>
            <a:grpFill/>
          </p:grpSpPr>
          <p:sp>
            <p:nvSpPr>
              <p:cNvPr id="22" name="任意多边形: 形状 21">
                <a:extLst>
                  <a:ext uri="{FF2B5EF4-FFF2-40B4-BE49-F238E27FC236}">
                    <a16:creationId xmlns:a16="http://schemas.microsoft.com/office/drawing/2014/main" id="{E81EE82C-804A-E93F-CB19-1B4D91901177}"/>
                  </a:ext>
                </a:extLst>
              </p:cNvPr>
              <p:cNvSpPr/>
              <p:nvPr/>
            </p:nvSpPr>
            <p:spPr>
              <a:xfrm>
                <a:off x="5424351" y="2513957"/>
                <a:ext cx="73906" cy="100491"/>
              </a:xfrm>
              <a:custGeom>
                <a:avLst/>
                <a:gdLst>
                  <a:gd name="connsiteX0" fmla="*/ 56794 w 73906"/>
                  <a:gd name="connsiteY0" fmla="*/ 100492 h 100491"/>
                  <a:gd name="connsiteX1" fmla="*/ 42067 w 73906"/>
                  <a:gd name="connsiteY1" fmla="*/ 92151 h 100491"/>
                  <a:gd name="connsiteX2" fmla="*/ 2436 w 73906"/>
                  <a:gd name="connsiteY2" fmla="*/ 25954 h 100491"/>
                  <a:gd name="connsiteX3" fmla="*/ 8334 w 73906"/>
                  <a:gd name="connsiteY3" fmla="*/ 2440 h 100491"/>
                  <a:gd name="connsiteX4" fmla="*/ 31848 w 73906"/>
                  <a:gd name="connsiteY4" fmla="*/ 8338 h 100491"/>
                  <a:gd name="connsiteX5" fmla="*/ 71470 w 73906"/>
                  <a:gd name="connsiteY5" fmla="*/ 74535 h 100491"/>
                  <a:gd name="connsiteX6" fmla="*/ 65572 w 73906"/>
                  <a:gd name="connsiteY6" fmla="*/ 98049 h 100491"/>
                  <a:gd name="connsiteX7" fmla="*/ 56794 w 73906"/>
                  <a:gd name="connsiteY7" fmla="*/ 100492 h 10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06" h="100491">
                    <a:moveTo>
                      <a:pt x="56794" y="100492"/>
                    </a:moveTo>
                    <a:cubicBezTo>
                      <a:pt x="50965" y="100492"/>
                      <a:pt x="45281" y="97517"/>
                      <a:pt x="42067" y="92151"/>
                    </a:cubicBezTo>
                    <a:lnTo>
                      <a:pt x="2436" y="25954"/>
                    </a:lnTo>
                    <a:cubicBezTo>
                      <a:pt x="-2425" y="17828"/>
                      <a:pt x="216" y="7300"/>
                      <a:pt x="8334" y="2440"/>
                    </a:cubicBezTo>
                    <a:cubicBezTo>
                      <a:pt x="16452" y="-2429"/>
                      <a:pt x="26996" y="220"/>
                      <a:pt x="31848" y="8338"/>
                    </a:cubicBezTo>
                    <a:lnTo>
                      <a:pt x="71470" y="74535"/>
                    </a:lnTo>
                    <a:cubicBezTo>
                      <a:pt x="76331" y="82661"/>
                      <a:pt x="73691" y="93188"/>
                      <a:pt x="65572" y="98049"/>
                    </a:cubicBezTo>
                    <a:cubicBezTo>
                      <a:pt x="62829" y="99712"/>
                      <a:pt x="59795" y="100492"/>
                      <a:pt x="56794" y="100492"/>
                    </a:cubicBezTo>
                    <a:close/>
                  </a:path>
                </a:pathLst>
              </a:custGeom>
              <a:grpFill/>
              <a:ln w="8572" cap="flat">
                <a:noFill/>
                <a:prstDash val="solid"/>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02135ECC-DD19-8219-2EC8-B9BD1934F642}"/>
                  </a:ext>
                </a:extLst>
              </p:cNvPr>
              <p:cNvSpPr/>
              <p:nvPr/>
            </p:nvSpPr>
            <p:spPr>
              <a:xfrm>
                <a:off x="5372739" y="2423233"/>
                <a:ext cx="133924" cy="163942"/>
              </a:xfrm>
              <a:custGeom>
                <a:avLst/>
                <a:gdLst>
                  <a:gd name="connsiteX0" fmla="*/ 27851 w 133924"/>
                  <a:gd name="connsiteY0" fmla="*/ 155469 h 163942"/>
                  <a:gd name="connsiteX1" fmla="*/ 204 w 133924"/>
                  <a:gd name="connsiteY1" fmla="*/ 12471 h 163942"/>
                  <a:gd name="connsiteX2" fmla="*/ 17067 w 133924"/>
                  <a:gd name="connsiteY2" fmla="*/ 2381 h 163942"/>
                  <a:gd name="connsiteX3" fmla="*/ 130044 w 133924"/>
                  <a:gd name="connsiteY3" fmla="*/ 94296 h 163942"/>
                  <a:gd name="connsiteX4" fmla="*/ 123057 w 133924"/>
                  <a:gd name="connsiteY4" fmla="*/ 112855 h 163942"/>
                  <a:gd name="connsiteX5" fmla="*/ 77366 w 133924"/>
                  <a:gd name="connsiteY5" fmla="*/ 111149 h 163942"/>
                  <a:gd name="connsiteX6" fmla="*/ 67584 w 133924"/>
                  <a:gd name="connsiteY6" fmla="*/ 117004 h 163942"/>
                  <a:gd name="connsiteX7" fmla="*/ 47499 w 133924"/>
                  <a:gd name="connsiteY7" fmla="*/ 158075 h 163942"/>
                  <a:gd name="connsiteX8" fmla="*/ 27851 w 133924"/>
                  <a:gd name="connsiteY8" fmla="*/ 155469 h 1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24" h="163942">
                    <a:moveTo>
                      <a:pt x="27851" y="155469"/>
                    </a:moveTo>
                    <a:lnTo>
                      <a:pt x="204" y="12471"/>
                    </a:lnTo>
                    <a:cubicBezTo>
                      <a:pt x="-1647" y="2887"/>
                      <a:pt x="9489" y="-3782"/>
                      <a:pt x="17067" y="2381"/>
                    </a:cubicBezTo>
                    <a:lnTo>
                      <a:pt x="130044" y="94296"/>
                    </a:lnTo>
                    <a:cubicBezTo>
                      <a:pt x="137828" y="100631"/>
                      <a:pt x="133087" y="113224"/>
                      <a:pt x="123057" y="112855"/>
                    </a:cubicBezTo>
                    <a:lnTo>
                      <a:pt x="77366" y="111149"/>
                    </a:lnTo>
                    <a:cubicBezTo>
                      <a:pt x="73234" y="110995"/>
                      <a:pt x="69402" y="113292"/>
                      <a:pt x="67584" y="117004"/>
                    </a:cubicBezTo>
                    <a:lnTo>
                      <a:pt x="47499" y="158075"/>
                    </a:lnTo>
                    <a:cubicBezTo>
                      <a:pt x="43101" y="167093"/>
                      <a:pt x="29754" y="165319"/>
                      <a:pt x="27851" y="155469"/>
                    </a:cubicBezTo>
                    <a:close/>
                  </a:path>
                </a:pathLst>
              </a:custGeom>
              <a:grpFill/>
              <a:ln w="8572" cap="flat">
                <a:noFill/>
                <a:prstDash val="solid"/>
                <a:miter/>
              </a:ln>
            </p:spPr>
            <p:txBody>
              <a:bodyPr rtlCol="0" anchor="ctr"/>
              <a:lstStyle/>
              <a:p>
                <a:endParaRPr lang="zh-CN" altLang="en-US"/>
              </a:p>
            </p:txBody>
          </p:sp>
        </p:grpSp>
      </p:grpSp>
    </p:spTree>
    <p:extLst>
      <p:ext uri="{BB962C8B-B14F-4D97-AF65-F5344CB8AC3E}">
        <p14:creationId xmlns:p14="http://schemas.microsoft.com/office/powerpoint/2010/main" val="194038251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任意多边形: 形状 10">
            <a:extLst>
              <a:ext uri="{FF2B5EF4-FFF2-40B4-BE49-F238E27FC236}">
                <a16:creationId xmlns:a16="http://schemas.microsoft.com/office/drawing/2014/main" id="{783B988F-FB70-4762-3233-E6FF495931ED}"/>
              </a:ext>
            </a:extLst>
          </p:cNvPr>
          <p:cNvSpPr/>
          <p:nvPr/>
        </p:nvSpPr>
        <p:spPr>
          <a:xfrm>
            <a:off x="1921747" y="3789077"/>
            <a:ext cx="2065900" cy="2065900"/>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a:extLst>
              <a:ext uri="{FF2B5EF4-FFF2-40B4-BE49-F238E27FC236}">
                <a16:creationId xmlns:a16="http://schemas.microsoft.com/office/drawing/2014/main" id="{6BCC2BCB-9F0F-BD23-4E31-70E0B958A5A3}"/>
              </a:ext>
            </a:extLst>
          </p:cNvPr>
          <p:cNvSpPr/>
          <p:nvPr/>
        </p:nvSpPr>
        <p:spPr>
          <a:xfrm>
            <a:off x="4486577" y="3789077"/>
            <a:ext cx="2065900" cy="2065900"/>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 name="任意多边形: 形状 8">
            <a:extLst>
              <a:ext uri="{FF2B5EF4-FFF2-40B4-BE49-F238E27FC236}">
                <a16:creationId xmlns:a16="http://schemas.microsoft.com/office/drawing/2014/main" id="{1A1E2245-13AF-3926-2E9D-4676DDDC3F3C}"/>
              </a:ext>
            </a:extLst>
          </p:cNvPr>
          <p:cNvSpPr/>
          <p:nvPr/>
        </p:nvSpPr>
        <p:spPr>
          <a:xfrm>
            <a:off x="3252247" y="1849330"/>
            <a:ext cx="2065900" cy="2065900"/>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任意多边形: 形状 40">
            <a:extLst>
              <a:ext uri="{FF2B5EF4-FFF2-40B4-BE49-F238E27FC236}">
                <a16:creationId xmlns:a16="http://schemas.microsoft.com/office/drawing/2014/main" id="{89034284-D46E-F7AF-BED2-40D42DA62CEE}"/>
              </a:ext>
            </a:extLst>
          </p:cNvPr>
          <p:cNvSpPr/>
          <p:nvPr/>
        </p:nvSpPr>
        <p:spPr>
          <a:xfrm>
            <a:off x="3050654" y="2793747"/>
            <a:ext cx="2523680" cy="2523680"/>
          </a:xfrm>
          <a:custGeom>
            <a:avLst/>
            <a:gdLst>
              <a:gd name="connsiteX0" fmla="*/ 2523681 w 2523680"/>
              <a:gd name="connsiteY0" fmla="*/ 1261840 h 2523680"/>
              <a:gd name="connsiteX1" fmla="*/ 1261840 w 2523680"/>
              <a:gd name="connsiteY1" fmla="*/ 2523681 h 2523680"/>
              <a:gd name="connsiteX2" fmla="*/ 0 w 2523680"/>
              <a:gd name="connsiteY2" fmla="*/ 1261840 h 2523680"/>
              <a:gd name="connsiteX3" fmla="*/ 1261840 w 2523680"/>
              <a:gd name="connsiteY3" fmla="*/ 0 h 2523680"/>
              <a:gd name="connsiteX4" fmla="*/ 2523681 w 2523680"/>
              <a:gd name="connsiteY4" fmla="*/ 1261840 h 252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3680" h="2523680">
                <a:moveTo>
                  <a:pt x="2523681" y="1261840"/>
                </a:moveTo>
                <a:cubicBezTo>
                  <a:pt x="2523681" y="1958736"/>
                  <a:pt x="1958735" y="2523681"/>
                  <a:pt x="1261840" y="2523681"/>
                </a:cubicBezTo>
                <a:cubicBezTo>
                  <a:pt x="564945" y="2523681"/>
                  <a:pt x="0" y="1958736"/>
                  <a:pt x="0" y="1261840"/>
                </a:cubicBezTo>
                <a:cubicBezTo>
                  <a:pt x="0" y="564945"/>
                  <a:pt x="564945" y="0"/>
                  <a:pt x="1261840" y="0"/>
                </a:cubicBezTo>
                <a:cubicBezTo>
                  <a:pt x="1958735" y="0"/>
                  <a:pt x="2523681" y="564945"/>
                  <a:pt x="2523681" y="1261840"/>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2" name="任意多边形: 形状 41">
            <a:extLst>
              <a:ext uri="{FF2B5EF4-FFF2-40B4-BE49-F238E27FC236}">
                <a16:creationId xmlns:a16="http://schemas.microsoft.com/office/drawing/2014/main" id="{9CEF42B6-2394-36AC-2A25-10D573DA873E}"/>
              </a:ext>
            </a:extLst>
          </p:cNvPr>
          <p:cNvSpPr/>
          <p:nvPr/>
        </p:nvSpPr>
        <p:spPr>
          <a:xfrm>
            <a:off x="6942813" y="3974364"/>
            <a:ext cx="874093" cy="6344"/>
          </a:xfrm>
          <a:custGeom>
            <a:avLst/>
            <a:gdLst>
              <a:gd name="connsiteX0" fmla="*/ 0 w 874093"/>
              <a:gd name="connsiteY0" fmla="*/ 0 h 6344"/>
              <a:gd name="connsiteX1" fmla="*/ 874094 w 874093"/>
              <a:gd name="connsiteY1" fmla="*/ 0 h 6344"/>
            </a:gdLst>
            <a:ahLst/>
            <a:cxnLst>
              <a:cxn ang="0">
                <a:pos x="connsiteX0" y="connsiteY0"/>
              </a:cxn>
              <a:cxn ang="0">
                <a:pos x="connsiteX1" y="connsiteY1"/>
              </a:cxn>
            </a:cxnLst>
            <a:rect l="l" t="t" r="r" b="b"/>
            <a:pathLst>
              <a:path w="874093" h="6344">
                <a:moveTo>
                  <a:pt x="0" y="0"/>
                </a:moveTo>
                <a:lnTo>
                  <a:pt x="874094" y="0"/>
                </a:lnTo>
              </a:path>
            </a:pathLst>
          </a:custGeom>
          <a:noFill/>
          <a:ln w="12680" cap="flat">
            <a:solidFill>
              <a:schemeClr val="accent1"/>
            </a:solidFill>
            <a:custDash>
              <a:ds d="600000" sp="600000"/>
            </a:custDash>
            <a:miter/>
            <a:headEnd w="lg" len="lg"/>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a:extLst>
              <a:ext uri="{FF2B5EF4-FFF2-40B4-BE49-F238E27FC236}">
                <a16:creationId xmlns:a16="http://schemas.microsoft.com/office/drawing/2014/main" id="{B6E4840E-105C-7527-6371-AF54CD44285A}"/>
              </a:ext>
            </a:extLst>
          </p:cNvPr>
          <p:cNvSpPr/>
          <p:nvPr/>
        </p:nvSpPr>
        <p:spPr>
          <a:xfrm>
            <a:off x="3483057" y="2079595"/>
            <a:ext cx="1612879" cy="1612879"/>
          </a:xfrm>
          <a:custGeom>
            <a:avLst/>
            <a:gdLst>
              <a:gd name="connsiteX0" fmla="*/ 1612880 w 1612879"/>
              <a:gd name="connsiteY0" fmla="*/ 806440 h 1612879"/>
              <a:gd name="connsiteX1" fmla="*/ 806440 w 1612879"/>
              <a:gd name="connsiteY1" fmla="*/ 1612880 h 1612879"/>
              <a:gd name="connsiteX2" fmla="*/ 0 w 1612879"/>
              <a:gd name="connsiteY2" fmla="*/ 806440 h 1612879"/>
              <a:gd name="connsiteX3" fmla="*/ 806440 w 1612879"/>
              <a:gd name="connsiteY3" fmla="*/ 0 h 1612879"/>
              <a:gd name="connsiteX4" fmla="*/ 1612880 w 1612879"/>
              <a:gd name="connsiteY4" fmla="*/ 806440 h 1612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79" h="1612879">
                <a:moveTo>
                  <a:pt x="1612880" y="806440"/>
                </a:moveTo>
                <a:cubicBezTo>
                  <a:pt x="1612880" y="1251825"/>
                  <a:pt x="1251825" y="1612880"/>
                  <a:pt x="806440" y="1612880"/>
                </a:cubicBezTo>
                <a:cubicBezTo>
                  <a:pt x="361055" y="1612880"/>
                  <a:pt x="0" y="1251825"/>
                  <a:pt x="0" y="806440"/>
                </a:cubicBezTo>
                <a:cubicBezTo>
                  <a:pt x="0" y="361055"/>
                  <a:pt x="361055" y="0"/>
                  <a:pt x="806440" y="0"/>
                </a:cubicBezTo>
                <a:cubicBezTo>
                  <a:pt x="1251824" y="0"/>
                  <a:pt x="1612880" y="361055"/>
                  <a:pt x="1612880" y="80644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a:extLst>
              <a:ext uri="{FF2B5EF4-FFF2-40B4-BE49-F238E27FC236}">
                <a16:creationId xmlns:a16="http://schemas.microsoft.com/office/drawing/2014/main" id="{DF2F80D0-E601-7A7C-7D89-964C154A00EE}"/>
              </a:ext>
            </a:extLst>
          </p:cNvPr>
          <p:cNvSpPr/>
          <p:nvPr/>
        </p:nvSpPr>
        <p:spPr>
          <a:xfrm>
            <a:off x="2148259" y="4015588"/>
            <a:ext cx="1612879" cy="1612879"/>
          </a:xfrm>
          <a:custGeom>
            <a:avLst/>
            <a:gdLst>
              <a:gd name="connsiteX0" fmla="*/ 1612880 w 1612879"/>
              <a:gd name="connsiteY0" fmla="*/ 806440 h 1612879"/>
              <a:gd name="connsiteX1" fmla="*/ 806440 w 1612879"/>
              <a:gd name="connsiteY1" fmla="*/ 1612880 h 1612879"/>
              <a:gd name="connsiteX2" fmla="*/ 0 w 1612879"/>
              <a:gd name="connsiteY2" fmla="*/ 806440 h 1612879"/>
              <a:gd name="connsiteX3" fmla="*/ 806440 w 1612879"/>
              <a:gd name="connsiteY3" fmla="*/ 0 h 1612879"/>
              <a:gd name="connsiteX4" fmla="*/ 1612880 w 1612879"/>
              <a:gd name="connsiteY4" fmla="*/ 806440 h 1612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79" h="1612879">
                <a:moveTo>
                  <a:pt x="1612880" y="806440"/>
                </a:moveTo>
                <a:cubicBezTo>
                  <a:pt x="1612880" y="1251824"/>
                  <a:pt x="1251825" y="1612880"/>
                  <a:pt x="806440" y="1612880"/>
                </a:cubicBezTo>
                <a:cubicBezTo>
                  <a:pt x="361056" y="1612880"/>
                  <a:pt x="0" y="1251825"/>
                  <a:pt x="0" y="806440"/>
                </a:cubicBezTo>
                <a:cubicBezTo>
                  <a:pt x="0" y="361055"/>
                  <a:pt x="361056" y="0"/>
                  <a:pt x="806440" y="0"/>
                </a:cubicBezTo>
                <a:cubicBezTo>
                  <a:pt x="1251825" y="0"/>
                  <a:pt x="1612880" y="361055"/>
                  <a:pt x="1612880" y="80644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a:extLst>
              <a:ext uri="{FF2B5EF4-FFF2-40B4-BE49-F238E27FC236}">
                <a16:creationId xmlns:a16="http://schemas.microsoft.com/office/drawing/2014/main" id="{CBB71D71-6687-906F-D7F4-43E59160DACD}"/>
              </a:ext>
            </a:extLst>
          </p:cNvPr>
          <p:cNvSpPr/>
          <p:nvPr/>
        </p:nvSpPr>
        <p:spPr>
          <a:xfrm>
            <a:off x="4713329" y="4015588"/>
            <a:ext cx="1612879" cy="1612879"/>
          </a:xfrm>
          <a:custGeom>
            <a:avLst/>
            <a:gdLst>
              <a:gd name="connsiteX0" fmla="*/ 1612880 w 1612879"/>
              <a:gd name="connsiteY0" fmla="*/ 806440 h 1612879"/>
              <a:gd name="connsiteX1" fmla="*/ 806440 w 1612879"/>
              <a:gd name="connsiteY1" fmla="*/ 1612880 h 1612879"/>
              <a:gd name="connsiteX2" fmla="*/ 0 w 1612879"/>
              <a:gd name="connsiteY2" fmla="*/ 806440 h 1612879"/>
              <a:gd name="connsiteX3" fmla="*/ 806440 w 1612879"/>
              <a:gd name="connsiteY3" fmla="*/ 0 h 1612879"/>
              <a:gd name="connsiteX4" fmla="*/ 1612880 w 1612879"/>
              <a:gd name="connsiteY4" fmla="*/ 806440 h 1612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79" h="1612879">
                <a:moveTo>
                  <a:pt x="1612880" y="806440"/>
                </a:moveTo>
                <a:cubicBezTo>
                  <a:pt x="1612880" y="1251824"/>
                  <a:pt x="1251825" y="1612880"/>
                  <a:pt x="806440" y="1612880"/>
                </a:cubicBezTo>
                <a:cubicBezTo>
                  <a:pt x="361055" y="1612880"/>
                  <a:pt x="0" y="1251825"/>
                  <a:pt x="0" y="806440"/>
                </a:cubicBezTo>
                <a:cubicBezTo>
                  <a:pt x="0" y="361055"/>
                  <a:pt x="361055" y="0"/>
                  <a:pt x="806440" y="0"/>
                </a:cubicBezTo>
                <a:cubicBezTo>
                  <a:pt x="1251824" y="0"/>
                  <a:pt x="1612880" y="361055"/>
                  <a:pt x="1612880" y="806440"/>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任意多边形: 形状 59">
            <a:extLst>
              <a:ext uri="{FF2B5EF4-FFF2-40B4-BE49-F238E27FC236}">
                <a16:creationId xmlns:a16="http://schemas.microsoft.com/office/drawing/2014/main" id="{F68AE00E-C21F-B03C-36BC-229FCED7ED5D}"/>
              </a:ext>
            </a:extLst>
          </p:cNvPr>
          <p:cNvSpPr/>
          <p:nvPr/>
        </p:nvSpPr>
        <p:spPr>
          <a:xfrm>
            <a:off x="4245576" y="1967216"/>
            <a:ext cx="87840" cy="76072"/>
          </a:xfrm>
          <a:custGeom>
            <a:avLst/>
            <a:gdLst>
              <a:gd name="connsiteX0" fmla="*/ 43921 w 87840"/>
              <a:gd name="connsiteY0" fmla="*/ 76072 h 76072"/>
              <a:gd name="connsiteX1" fmla="*/ 87841 w 87840"/>
              <a:gd name="connsiteY1" fmla="*/ 0 h 76072"/>
              <a:gd name="connsiteX2" fmla="*/ 0 w 87840"/>
              <a:gd name="connsiteY2" fmla="*/ 0 h 76072"/>
              <a:gd name="connsiteX3" fmla="*/ 43921 w 87840"/>
              <a:gd name="connsiteY3" fmla="*/ 76072 h 76072"/>
            </a:gdLst>
            <a:ahLst/>
            <a:cxnLst>
              <a:cxn ang="0">
                <a:pos x="connsiteX0" y="connsiteY0"/>
              </a:cxn>
              <a:cxn ang="0">
                <a:pos x="connsiteX1" y="connsiteY1"/>
              </a:cxn>
              <a:cxn ang="0">
                <a:pos x="connsiteX2" y="connsiteY2"/>
              </a:cxn>
              <a:cxn ang="0">
                <a:pos x="connsiteX3" y="connsiteY3"/>
              </a:cxn>
            </a:cxnLst>
            <a:rect l="l" t="t" r="r" b="b"/>
            <a:pathLst>
              <a:path w="87840" h="76072">
                <a:moveTo>
                  <a:pt x="43921" y="76072"/>
                </a:moveTo>
                <a:lnTo>
                  <a:pt x="87841" y="0"/>
                </a:lnTo>
                <a:lnTo>
                  <a:pt x="0" y="0"/>
                </a:lnTo>
                <a:lnTo>
                  <a:pt x="43921" y="76072"/>
                </a:lnTo>
                <a:close/>
              </a:path>
            </a:pathLst>
          </a:custGeom>
          <a:solidFill>
            <a:schemeClr val="tx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a:extLst>
              <a:ext uri="{FF2B5EF4-FFF2-40B4-BE49-F238E27FC236}">
                <a16:creationId xmlns:a16="http://schemas.microsoft.com/office/drawing/2014/main" id="{8E27277F-839A-D01C-C7B4-D1BCEDD1C415}"/>
              </a:ext>
            </a:extLst>
          </p:cNvPr>
          <p:cNvSpPr/>
          <p:nvPr/>
        </p:nvSpPr>
        <p:spPr>
          <a:xfrm>
            <a:off x="5475848" y="5667833"/>
            <a:ext cx="87840" cy="76072"/>
          </a:xfrm>
          <a:custGeom>
            <a:avLst/>
            <a:gdLst>
              <a:gd name="connsiteX0" fmla="*/ 43920 w 87840"/>
              <a:gd name="connsiteY0" fmla="*/ 0 h 76072"/>
              <a:gd name="connsiteX1" fmla="*/ 0 w 87840"/>
              <a:gd name="connsiteY1" fmla="*/ 76073 h 76072"/>
              <a:gd name="connsiteX2" fmla="*/ 87841 w 87840"/>
              <a:gd name="connsiteY2" fmla="*/ 76073 h 76072"/>
              <a:gd name="connsiteX3" fmla="*/ 43920 w 87840"/>
              <a:gd name="connsiteY3" fmla="*/ 0 h 76072"/>
            </a:gdLst>
            <a:ahLst/>
            <a:cxnLst>
              <a:cxn ang="0">
                <a:pos x="connsiteX0" y="connsiteY0"/>
              </a:cxn>
              <a:cxn ang="0">
                <a:pos x="connsiteX1" y="connsiteY1"/>
              </a:cxn>
              <a:cxn ang="0">
                <a:pos x="connsiteX2" y="connsiteY2"/>
              </a:cxn>
              <a:cxn ang="0">
                <a:pos x="connsiteX3" y="connsiteY3"/>
              </a:cxn>
            </a:cxnLst>
            <a:rect l="l" t="t" r="r" b="b"/>
            <a:pathLst>
              <a:path w="87840" h="76072">
                <a:moveTo>
                  <a:pt x="43920" y="0"/>
                </a:moveTo>
                <a:lnTo>
                  <a:pt x="0" y="76073"/>
                </a:lnTo>
                <a:lnTo>
                  <a:pt x="87841" y="76073"/>
                </a:lnTo>
                <a:lnTo>
                  <a:pt x="43920" y="0"/>
                </a:lnTo>
                <a:close/>
              </a:path>
            </a:pathLst>
          </a:custGeom>
          <a:solidFill>
            <a:schemeClr val="tx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任意多边形: 形状 61">
            <a:extLst>
              <a:ext uri="{FF2B5EF4-FFF2-40B4-BE49-F238E27FC236}">
                <a16:creationId xmlns:a16="http://schemas.microsoft.com/office/drawing/2014/main" id="{783A5C90-5C19-9FC1-7356-A7AAD9CBB3D3}"/>
              </a:ext>
            </a:extLst>
          </p:cNvPr>
          <p:cNvSpPr/>
          <p:nvPr/>
        </p:nvSpPr>
        <p:spPr>
          <a:xfrm>
            <a:off x="2910778" y="5667833"/>
            <a:ext cx="87840" cy="76072"/>
          </a:xfrm>
          <a:custGeom>
            <a:avLst/>
            <a:gdLst>
              <a:gd name="connsiteX0" fmla="*/ 43920 w 87840"/>
              <a:gd name="connsiteY0" fmla="*/ 0 h 76072"/>
              <a:gd name="connsiteX1" fmla="*/ 0 w 87840"/>
              <a:gd name="connsiteY1" fmla="*/ 76073 h 76072"/>
              <a:gd name="connsiteX2" fmla="*/ 87841 w 87840"/>
              <a:gd name="connsiteY2" fmla="*/ 76073 h 76072"/>
              <a:gd name="connsiteX3" fmla="*/ 43920 w 87840"/>
              <a:gd name="connsiteY3" fmla="*/ 0 h 76072"/>
            </a:gdLst>
            <a:ahLst/>
            <a:cxnLst>
              <a:cxn ang="0">
                <a:pos x="connsiteX0" y="connsiteY0"/>
              </a:cxn>
              <a:cxn ang="0">
                <a:pos x="connsiteX1" y="connsiteY1"/>
              </a:cxn>
              <a:cxn ang="0">
                <a:pos x="connsiteX2" y="connsiteY2"/>
              </a:cxn>
              <a:cxn ang="0">
                <a:pos x="connsiteX3" y="connsiteY3"/>
              </a:cxn>
            </a:cxnLst>
            <a:rect l="l" t="t" r="r" b="b"/>
            <a:pathLst>
              <a:path w="87840" h="76072">
                <a:moveTo>
                  <a:pt x="43920" y="0"/>
                </a:moveTo>
                <a:lnTo>
                  <a:pt x="0" y="76073"/>
                </a:lnTo>
                <a:lnTo>
                  <a:pt x="87841" y="76073"/>
                </a:lnTo>
                <a:lnTo>
                  <a:pt x="43920" y="0"/>
                </a:lnTo>
                <a:close/>
              </a:path>
            </a:pathLst>
          </a:custGeom>
          <a:solidFill>
            <a:schemeClr val="tx1"/>
          </a:solidFill>
          <a:ln w="6340" cap="flat">
            <a:no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任意多边形: 形状 62">
            <a:extLst>
              <a:ext uri="{FF2B5EF4-FFF2-40B4-BE49-F238E27FC236}">
                <a16:creationId xmlns:a16="http://schemas.microsoft.com/office/drawing/2014/main" id="{046995B6-935A-5150-F2A6-560A81A3F0FE}"/>
              </a:ext>
            </a:extLst>
          </p:cNvPr>
          <p:cNvSpPr/>
          <p:nvPr/>
        </p:nvSpPr>
        <p:spPr>
          <a:xfrm>
            <a:off x="7786138" y="3937276"/>
            <a:ext cx="37112" cy="74182"/>
          </a:xfrm>
          <a:custGeom>
            <a:avLst/>
            <a:gdLst>
              <a:gd name="connsiteX0" fmla="*/ 0 w 37112"/>
              <a:gd name="connsiteY0" fmla="*/ 0 h 74182"/>
              <a:gd name="connsiteX1" fmla="*/ 37113 w 37112"/>
              <a:gd name="connsiteY1" fmla="*/ 37088 h 74182"/>
              <a:gd name="connsiteX2" fmla="*/ 0 w 37112"/>
              <a:gd name="connsiteY2" fmla="*/ 74182 h 74182"/>
            </a:gdLst>
            <a:ahLst/>
            <a:cxnLst>
              <a:cxn ang="0">
                <a:pos x="connsiteX0" y="connsiteY0"/>
              </a:cxn>
              <a:cxn ang="0">
                <a:pos x="connsiteX1" y="connsiteY1"/>
              </a:cxn>
              <a:cxn ang="0">
                <a:pos x="connsiteX2" y="connsiteY2"/>
              </a:cxn>
            </a:cxnLst>
            <a:rect l="l" t="t" r="r" b="b"/>
            <a:pathLst>
              <a:path w="37112" h="74182">
                <a:moveTo>
                  <a:pt x="0" y="0"/>
                </a:moveTo>
                <a:lnTo>
                  <a:pt x="37113" y="37088"/>
                </a:lnTo>
                <a:lnTo>
                  <a:pt x="0" y="74182"/>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a:extLst>
              <a:ext uri="{FF2B5EF4-FFF2-40B4-BE49-F238E27FC236}">
                <a16:creationId xmlns:a16="http://schemas.microsoft.com/office/drawing/2014/main" id="{64AB06AD-96CC-3D5F-749A-ABF69C331418}"/>
              </a:ext>
            </a:extLst>
          </p:cNvPr>
          <p:cNvSpPr/>
          <p:nvPr/>
        </p:nvSpPr>
        <p:spPr>
          <a:xfrm>
            <a:off x="8491795" y="2445988"/>
            <a:ext cx="1436183" cy="3182473"/>
          </a:xfrm>
          <a:custGeom>
            <a:avLst/>
            <a:gdLst>
              <a:gd name="connsiteX0" fmla="*/ 0 w 1436183"/>
              <a:gd name="connsiteY0" fmla="*/ 718092 h 3182473"/>
              <a:gd name="connsiteX1" fmla="*/ 718091 w 1436183"/>
              <a:gd name="connsiteY1" fmla="*/ 0 h 3182473"/>
              <a:gd name="connsiteX2" fmla="*/ 1436183 w 1436183"/>
              <a:gd name="connsiteY2" fmla="*/ 718092 h 3182473"/>
              <a:gd name="connsiteX3" fmla="*/ 1436183 w 1436183"/>
              <a:gd name="connsiteY3" fmla="*/ 2464382 h 3182473"/>
              <a:gd name="connsiteX4" fmla="*/ 718091 w 1436183"/>
              <a:gd name="connsiteY4" fmla="*/ 3182474 h 3182473"/>
              <a:gd name="connsiteX5" fmla="*/ 0 w 1436183"/>
              <a:gd name="connsiteY5" fmla="*/ 2464382 h 3182473"/>
              <a:gd name="connsiteX6" fmla="*/ 0 w 1436183"/>
              <a:gd name="connsiteY6" fmla="*/ 718092 h 318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6183" h="3182473">
                <a:moveTo>
                  <a:pt x="0" y="718092"/>
                </a:moveTo>
                <a:cubicBezTo>
                  <a:pt x="0" y="321501"/>
                  <a:pt x="321520" y="0"/>
                  <a:pt x="718091" y="0"/>
                </a:cubicBezTo>
                <a:cubicBezTo>
                  <a:pt x="1114726" y="0"/>
                  <a:pt x="1436183" y="321501"/>
                  <a:pt x="1436183" y="718092"/>
                </a:cubicBezTo>
                <a:lnTo>
                  <a:pt x="1436183" y="2464382"/>
                </a:lnTo>
                <a:cubicBezTo>
                  <a:pt x="1436183" y="2860972"/>
                  <a:pt x="1114726" y="3182474"/>
                  <a:pt x="718091" y="3182474"/>
                </a:cubicBezTo>
                <a:cubicBezTo>
                  <a:pt x="321520" y="3182474"/>
                  <a:pt x="0" y="2860972"/>
                  <a:pt x="0" y="2464382"/>
                </a:cubicBezTo>
                <a:lnTo>
                  <a:pt x="0" y="718092"/>
                </a:ln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4" name="文本框 73">
            <a:extLst>
              <a:ext uri="{FF2B5EF4-FFF2-40B4-BE49-F238E27FC236}">
                <a16:creationId xmlns:a16="http://schemas.microsoft.com/office/drawing/2014/main" id="{E358E027-8189-E965-5606-448E47448157}"/>
              </a:ext>
            </a:extLst>
          </p:cNvPr>
          <p:cNvSpPr txBox="1"/>
          <p:nvPr/>
        </p:nvSpPr>
        <p:spPr>
          <a:xfrm>
            <a:off x="3786794" y="2774849"/>
            <a:ext cx="1005404"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用户体验</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773D41A8-8DE8-0340-1890-816B40725AC5}"/>
              </a:ext>
            </a:extLst>
          </p:cNvPr>
          <p:cNvSpPr txBox="1"/>
          <p:nvPr/>
        </p:nvSpPr>
        <p:spPr>
          <a:xfrm>
            <a:off x="3571190" y="3092747"/>
            <a:ext cx="1436612" cy="230832"/>
          </a:xfrm>
          <a:prstGeom prst="rect">
            <a:avLst/>
          </a:prstGeom>
          <a:noFill/>
        </p:spPr>
        <p:txBody>
          <a:bodyPr wrap="non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易懂、智能、可靠、亲民</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a:extLst>
              <a:ext uri="{FF2B5EF4-FFF2-40B4-BE49-F238E27FC236}">
                <a16:creationId xmlns:a16="http://schemas.microsoft.com/office/drawing/2014/main" id="{4CEB9B3E-CA0A-03A6-5F8D-29EB2D39C056}"/>
              </a:ext>
            </a:extLst>
          </p:cNvPr>
          <p:cNvSpPr txBox="1"/>
          <p:nvPr/>
        </p:nvSpPr>
        <p:spPr>
          <a:xfrm>
            <a:off x="2451996" y="4745038"/>
            <a:ext cx="1005404"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产品价值</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E3727834-2953-39B7-6377-D26A1B48E9CB}"/>
              </a:ext>
            </a:extLst>
          </p:cNvPr>
          <p:cNvSpPr txBox="1"/>
          <p:nvPr/>
        </p:nvSpPr>
        <p:spPr>
          <a:xfrm>
            <a:off x="2464019" y="5062936"/>
            <a:ext cx="981359" cy="230832"/>
          </a:xfrm>
          <a:prstGeom prst="rect">
            <a:avLst/>
          </a:prstGeom>
          <a:noFill/>
        </p:spPr>
        <p:txBody>
          <a:bodyPr wrap="non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一站式装修平台</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C017B59E-E1CE-642B-BEB1-7F643E75B32E}"/>
              </a:ext>
            </a:extLst>
          </p:cNvPr>
          <p:cNvSpPr txBox="1"/>
          <p:nvPr/>
        </p:nvSpPr>
        <p:spPr>
          <a:xfrm>
            <a:off x="5017066" y="4745038"/>
            <a:ext cx="1005404" cy="338554"/>
          </a:xfrm>
          <a:prstGeom prst="rect">
            <a:avLst/>
          </a:prstGeom>
          <a:noFill/>
        </p:spPr>
        <p:txBody>
          <a:bodyPr wrap="none" rtlCol="0">
            <a:spAutoFit/>
          </a:bodyPr>
          <a:lstStyle/>
          <a:p>
            <a:pPr algn="ctr"/>
            <a:r>
              <a:rPr lang="zh-CN" alt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用户需求</a:t>
            </a:r>
            <a:endParaRPr lang="en-US" sz="16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13BFBD92-C9AF-50F3-9BFF-BD56D7D9AB02}"/>
              </a:ext>
            </a:extLst>
          </p:cNvPr>
          <p:cNvSpPr txBox="1"/>
          <p:nvPr/>
        </p:nvSpPr>
        <p:spPr>
          <a:xfrm>
            <a:off x="4801462" y="5062936"/>
            <a:ext cx="1436612" cy="230832"/>
          </a:xfrm>
          <a:prstGeom prst="rect">
            <a:avLst/>
          </a:prstGeom>
          <a:noFill/>
        </p:spPr>
        <p:txBody>
          <a:bodyPr wrap="none" rtlCol="0">
            <a:spAutoFit/>
          </a:bodyPr>
          <a:lstStyle/>
          <a:p>
            <a:pPr algn="ctr"/>
            <a:r>
              <a:rPr lang="zh-CN" alt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寻灵感、看知识、找服务</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9CAE560E-2DA3-D6B1-710A-56B6E176BE75}"/>
              </a:ext>
            </a:extLst>
          </p:cNvPr>
          <p:cNvSpPr txBox="1"/>
          <p:nvPr/>
        </p:nvSpPr>
        <p:spPr>
          <a:xfrm>
            <a:off x="3709049" y="1596883"/>
            <a:ext cx="1160895"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轻松的获取知识</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55E03727-08EE-AC38-1EA2-9B5776DA6E5B}"/>
              </a:ext>
            </a:extLst>
          </p:cNvPr>
          <p:cNvSpPr txBox="1"/>
          <p:nvPr/>
        </p:nvSpPr>
        <p:spPr>
          <a:xfrm>
            <a:off x="2443981" y="5911265"/>
            <a:ext cx="1021434"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有温度的产品</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2" name="文本框 81">
            <a:extLst>
              <a:ext uri="{FF2B5EF4-FFF2-40B4-BE49-F238E27FC236}">
                <a16:creationId xmlns:a16="http://schemas.microsoft.com/office/drawing/2014/main" id="{94A9A84F-1530-45C2-0F0E-7A040AE53D0D}"/>
              </a:ext>
            </a:extLst>
          </p:cNvPr>
          <p:cNvSpPr txBox="1"/>
          <p:nvPr/>
        </p:nvSpPr>
        <p:spPr>
          <a:xfrm>
            <a:off x="4799859" y="5911265"/>
            <a:ext cx="1439818"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专业使用的装修内容</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3" name="文本框 82">
            <a:extLst>
              <a:ext uri="{FF2B5EF4-FFF2-40B4-BE49-F238E27FC236}">
                <a16:creationId xmlns:a16="http://schemas.microsoft.com/office/drawing/2014/main" id="{6052DD88-20D9-2524-3079-755420EA11C3}"/>
              </a:ext>
            </a:extLst>
          </p:cNvPr>
          <p:cNvSpPr txBox="1"/>
          <p:nvPr/>
        </p:nvSpPr>
        <p:spPr>
          <a:xfrm>
            <a:off x="8851769" y="3291215"/>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温度</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4" name="文本框 83">
            <a:extLst>
              <a:ext uri="{FF2B5EF4-FFF2-40B4-BE49-F238E27FC236}">
                <a16:creationId xmlns:a16="http://schemas.microsoft.com/office/drawing/2014/main" id="{77EFCECA-CF7B-7B85-17F9-0AE6D7DD64E7}"/>
              </a:ext>
            </a:extLst>
          </p:cNvPr>
          <p:cNvSpPr txBox="1"/>
          <p:nvPr/>
        </p:nvSpPr>
        <p:spPr>
          <a:xfrm>
            <a:off x="8851769" y="3716714"/>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轻松</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5" name="文本框 84">
            <a:extLst>
              <a:ext uri="{FF2B5EF4-FFF2-40B4-BE49-F238E27FC236}">
                <a16:creationId xmlns:a16="http://schemas.microsoft.com/office/drawing/2014/main" id="{00F65630-00B7-9AEA-479E-2BDBD2297169}"/>
              </a:ext>
            </a:extLst>
          </p:cNvPr>
          <p:cNvSpPr txBox="1"/>
          <p:nvPr/>
        </p:nvSpPr>
        <p:spPr>
          <a:xfrm>
            <a:off x="8851769" y="4142213"/>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专业</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6" name="文本框 85">
            <a:extLst>
              <a:ext uri="{FF2B5EF4-FFF2-40B4-BE49-F238E27FC236}">
                <a16:creationId xmlns:a16="http://schemas.microsoft.com/office/drawing/2014/main" id="{600A6210-2487-E6CC-0219-99C7EDEA6A48}"/>
              </a:ext>
            </a:extLst>
          </p:cNvPr>
          <p:cNvSpPr txBox="1"/>
          <p:nvPr/>
        </p:nvSpPr>
        <p:spPr>
          <a:xfrm>
            <a:off x="8851769" y="4567713"/>
            <a:ext cx="716234" cy="307777"/>
          </a:xfrm>
          <a:prstGeom prst="rect">
            <a:avLst/>
          </a:prstGeom>
          <a:noFill/>
        </p:spPr>
        <p:txBody>
          <a:bodyPr wrap="square" rtlCol="0" anchor="ctr">
            <a:spAutoFit/>
          </a:bodyPr>
          <a:lstStyle/>
          <a:p>
            <a:pPr algn="ctr"/>
            <a:r>
              <a:rPr lang="zh-CN" alt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实用</a:t>
            </a:r>
            <a:endParaRPr lang="en-US" sz="14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 name="文本框 1">
            <a:extLst>
              <a:ext uri="{FF2B5EF4-FFF2-40B4-BE49-F238E27FC236}">
                <a16:creationId xmlns:a16="http://schemas.microsoft.com/office/drawing/2014/main" id="{06123B66-4EB7-28B7-D570-DD1897DA9F30}"/>
              </a:ext>
            </a:extLst>
          </p:cNvPr>
          <p:cNvSpPr txBox="1"/>
          <p:nvPr/>
        </p:nvSpPr>
        <p:spPr>
          <a:xfrm>
            <a:off x="3838091" y="3738208"/>
            <a:ext cx="902811" cy="954107"/>
          </a:xfrm>
          <a:prstGeom prst="rect">
            <a:avLst/>
          </a:prstGeom>
          <a:noFill/>
        </p:spPr>
        <p:txBody>
          <a:bodyPr wrap="none" rtlCol="0">
            <a:spAutoFit/>
          </a:bodyPr>
          <a:lstStyle/>
          <a:p>
            <a:pPr algn="ctr"/>
            <a:r>
              <a:rPr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三维</a:t>
            </a:r>
            <a:endParaRPr lang="en-US" altLang="zh-CN"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a:p>
            <a:pPr algn="ctr"/>
            <a:r>
              <a:rPr lang="zh-CN" alt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体验</a:t>
            </a:r>
            <a:endParaRPr lang="en-US" sz="2800"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7F274FA9-B59C-8A2E-2040-1DB97852671A}"/>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C923686E-14C7-6E59-ED7B-37C8C9A46B81}"/>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3FC80DB9-4F7E-205D-54CC-202D377325BC}"/>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 name="文本框 5">
            <a:extLst>
              <a:ext uri="{FF2B5EF4-FFF2-40B4-BE49-F238E27FC236}">
                <a16:creationId xmlns:a16="http://schemas.microsoft.com/office/drawing/2014/main" id="{D1FA534F-9EC9-396B-666F-78E078A13B71}"/>
              </a:ext>
            </a:extLst>
          </p:cNvPr>
          <p:cNvSpPr txBox="1"/>
          <p:nvPr/>
        </p:nvSpPr>
        <p:spPr>
          <a:xfrm>
            <a:off x="3903815" y="2256748"/>
            <a:ext cx="771365" cy="646331"/>
          </a:xfrm>
          <a:prstGeom prst="rect">
            <a:avLst/>
          </a:prstGeom>
          <a:noFill/>
        </p:spPr>
        <p:txBody>
          <a:bodyPr wrap="none" rtlCol="0" anchor="ctr">
            <a:spAutoFit/>
          </a:bodyPr>
          <a:lstStyle/>
          <a:p>
            <a:pPr algn="ctr"/>
            <a:r>
              <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p>
        </p:txBody>
      </p:sp>
      <p:sp>
        <p:nvSpPr>
          <p:cNvPr id="7" name="文本框 6">
            <a:extLst>
              <a:ext uri="{FF2B5EF4-FFF2-40B4-BE49-F238E27FC236}">
                <a16:creationId xmlns:a16="http://schemas.microsoft.com/office/drawing/2014/main" id="{5B5FEEEF-6CD1-9D46-9925-1BCB1932511E}"/>
              </a:ext>
            </a:extLst>
          </p:cNvPr>
          <p:cNvSpPr txBox="1"/>
          <p:nvPr/>
        </p:nvSpPr>
        <p:spPr>
          <a:xfrm>
            <a:off x="2532947" y="4244399"/>
            <a:ext cx="843501" cy="646331"/>
          </a:xfrm>
          <a:prstGeom prst="rect">
            <a:avLst/>
          </a:prstGeom>
          <a:noFill/>
        </p:spPr>
        <p:txBody>
          <a:bodyPr wrap="none" rtlCol="0" anchor="ctr">
            <a:spAutoFit/>
          </a:bodyPr>
          <a:lstStyle/>
          <a:p>
            <a:pPr algn="ctr"/>
            <a:r>
              <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p>
        </p:txBody>
      </p:sp>
      <p:sp>
        <p:nvSpPr>
          <p:cNvPr id="8" name="文本框 7">
            <a:extLst>
              <a:ext uri="{FF2B5EF4-FFF2-40B4-BE49-F238E27FC236}">
                <a16:creationId xmlns:a16="http://schemas.microsoft.com/office/drawing/2014/main" id="{7346291B-7371-F230-1F6A-56ED2CFC20DD}"/>
              </a:ext>
            </a:extLst>
          </p:cNvPr>
          <p:cNvSpPr txBox="1"/>
          <p:nvPr/>
        </p:nvSpPr>
        <p:spPr>
          <a:xfrm>
            <a:off x="5095936" y="4244399"/>
            <a:ext cx="856325" cy="646331"/>
          </a:xfrm>
          <a:prstGeom prst="rect">
            <a:avLst/>
          </a:prstGeom>
          <a:noFill/>
        </p:spPr>
        <p:txBody>
          <a:bodyPr wrap="none" rtlCol="0" anchor="ctr">
            <a:spAutoFit/>
          </a:bodyPr>
          <a:lstStyle/>
          <a:p>
            <a:pPr algn="ctr"/>
            <a:r>
              <a:rPr lang="en-US" sz="3600" dirty="0">
                <a:solidFill>
                  <a:schemeClr val="bg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13" name="任意多边形: 形状 12">
            <a:extLst>
              <a:ext uri="{FF2B5EF4-FFF2-40B4-BE49-F238E27FC236}">
                <a16:creationId xmlns:a16="http://schemas.microsoft.com/office/drawing/2014/main" id="{3849E2AA-A8AC-A997-4E9C-03A7CFD6F6B2}"/>
              </a:ext>
            </a:extLst>
          </p:cNvPr>
          <p:cNvSpPr/>
          <p:nvPr/>
        </p:nvSpPr>
        <p:spPr>
          <a:xfrm>
            <a:off x="8696657" y="2114828"/>
            <a:ext cx="1026458" cy="1026458"/>
          </a:xfrm>
          <a:custGeom>
            <a:avLst/>
            <a:gdLst>
              <a:gd name="connsiteX0" fmla="*/ 2523681 w 2523680"/>
              <a:gd name="connsiteY0" fmla="*/ 1261840 h 2523680"/>
              <a:gd name="connsiteX1" fmla="*/ 1261840 w 2523680"/>
              <a:gd name="connsiteY1" fmla="*/ 2523681 h 2523680"/>
              <a:gd name="connsiteX2" fmla="*/ 0 w 2523680"/>
              <a:gd name="connsiteY2" fmla="*/ 1261840 h 2523680"/>
              <a:gd name="connsiteX3" fmla="*/ 1261840 w 2523680"/>
              <a:gd name="connsiteY3" fmla="*/ 0 h 2523680"/>
              <a:gd name="connsiteX4" fmla="*/ 2523681 w 2523680"/>
              <a:gd name="connsiteY4" fmla="*/ 1261840 h 252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3680" h="2523680">
                <a:moveTo>
                  <a:pt x="2523681" y="1261840"/>
                </a:moveTo>
                <a:cubicBezTo>
                  <a:pt x="2523681" y="1958736"/>
                  <a:pt x="1958735" y="2523681"/>
                  <a:pt x="1261840" y="2523681"/>
                </a:cubicBezTo>
                <a:cubicBezTo>
                  <a:pt x="564945" y="2523681"/>
                  <a:pt x="0" y="1958736"/>
                  <a:pt x="0" y="1261840"/>
                </a:cubicBezTo>
                <a:cubicBezTo>
                  <a:pt x="0" y="564945"/>
                  <a:pt x="564945" y="0"/>
                  <a:pt x="1261840" y="0"/>
                </a:cubicBezTo>
                <a:cubicBezTo>
                  <a:pt x="1958735" y="0"/>
                  <a:pt x="2523681" y="564945"/>
                  <a:pt x="2523681" y="1261840"/>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grpSp>
        <p:nvGrpSpPr>
          <p:cNvPr id="40" name="图形 2">
            <a:extLst>
              <a:ext uri="{FF2B5EF4-FFF2-40B4-BE49-F238E27FC236}">
                <a16:creationId xmlns:a16="http://schemas.microsoft.com/office/drawing/2014/main" id="{0D2C7F65-4632-DD81-07B2-20C1090802F9}"/>
              </a:ext>
            </a:extLst>
          </p:cNvPr>
          <p:cNvGrpSpPr/>
          <p:nvPr/>
        </p:nvGrpSpPr>
        <p:grpSpPr>
          <a:xfrm>
            <a:off x="8868578" y="2437519"/>
            <a:ext cx="682616" cy="381076"/>
            <a:chOff x="8040885" y="2227778"/>
            <a:chExt cx="1232296" cy="687943"/>
          </a:xfrm>
          <a:gradFill>
            <a:gsLst>
              <a:gs pos="0">
                <a:schemeClr val="accent1">
                  <a:lumMod val="74000"/>
                  <a:lumOff val="26000"/>
                </a:schemeClr>
              </a:gs>
              <a:gs pos="100000">
                <a:schemeClr val="accent1">
                  <a:lumMod val="75000"/>
                </a:schemeClr>
              </a:gs>
            </a:gsLst>
            <a:lin ang="2700000" scaled="1"/>
          </a:gradFill>
        </p:grpSpPr>
        <p:grpSp>
          <p:nvGrpSpPr>
            <p:cNvPr id="43" name="图形 2">
              <a:extLst>
                <a:ext uri="{FF2B5EF4-FFF2-40B4-BE49-F238E27FC236}">
                  <a16:creationId xmlns:a16="http://schemas.microsoft.com/office/drawing/2014/main" id="{12BD7E29-07DC-0629-3647-C1B168D004A3}"/>
                </a:ext>
              </a:extLst>
            </p:cNvPr>
            <p:cNvGrpSpPr/>
            <p:nvPr/>
          </p:nvGrpSpPr>
          <p:grpSpPr>
            <a:xfrm>
              <a:off x="8040885" y="2227778"/>
              <a:ext cx="850117" cy="687943"/>
              <a:chOff x="8040885" y="2227778"/>
              <a:chExt cx="850117" cy="687943"/>
            </a:xfrm>
            <a:grpFill/>
          </p:grpSpPr>
          <p:sp>
            <p:nvSpPr>
              <p:cNvPr id="45" name="任意多边形: 形状 44">
                <a:extLst>
                  <a:ext uri="{FF2B5EF4-FFF2-40B4-BE49-F238E27FC236}">
                    <a16:creationId xmlns:a16="http://schemas.microsoft.com/office/drawing/2014/main" id="{6623F08C-1221-9B19-7395-170F275349C8}"/>
                  </a:ext>
                </a:extLst>
              </p:cNvPr>
              <p:cNvSpPr/>
              <p:nvPr/>
            </p:nvSpPr>
            <p:spPr>
              <a:xfrm>
                <a:off x="8040885" y="2227778"/>
                <a:ext cx="850117" cy="597846"/>
              </a:xfrm>
              <a:custGeom>
                <a:avLst/>
                <a:gdLst>
                  <a:gd name="connsiteX0" fmla="*/ 802969 w 850117"/>
                  <a:gd name="connsiteY0" fmla="*/ 597846 h 597846"/>
                  <a:gd name="connsiteX1" fmla="*/ 47149 w 850117"/>
                  <a:gd name="connsiteY1" fmla="*/ 597846 h 597846"/>
                  <a:gd name="connsiteX2" fmla="*/ 0 w 850117"/>
                  <a:gd name="connsiteY2" fmla="*/ 550697 h 597846"/>
                  <a:gd name="connsiteX3" fmla="*/ 0 w 850117"/>
                  <a:gd name="connsiteY3" fmla="*/ 47149 h 597846"/>
                  <a:gd name="connsiteX4" fmla="*/ 47149 w 850117"/>
                  <a:gd name="connsiteY4" fmla="*/ 0 h 597846"/>
                  <a:gd name="connsiteX5" fmla="*/ 802969 w 850117"/>
                  <a:gd name="connsiteY5" fmla="*/ 0 h 597846"/>
                  <a:gd name="connsiteX6" fmla="*/ 850118 w 850117"/>
                  <a:gd name="connsiteY6" fmla="*/ 47149 h 597846"/>
                  <a:gd name="connsiteX7" fmla="*/ 850118 w 850117"/>
                  <a:gd name="connsiteY7" fmla="*/ 550697 h 597846"/>
                  <a:gd name="connsiteX8" fmla="*/ 802969 w 850117"/>
                  <a:gd name="connsiteY8" fmla="*/ 597846 h 597846"/>
                  <a:gd name="connsiteX9" fmla="*/ 47149 w 850117"/>
                  <a:gd name="connsiteY9" fmla="*/ 42863 h 597846"/>
                  <a:gd name="connsiteX10" fmla="*/ 42863 w 850117"/>
                  <a:gd name="connsiteY10" fmla="*/ 47149 h 597846"/>
                  <a:gd name="connsiteX11" fmla="*/ 42863 w 850117"/>
                  <a:gd name="connsiteY11" fmla="*/ 550697 h 597846"/>
                  <a:gd name="connsiteX12" fmla="*/ 47149 w 850117"/>
                  <a:gd name="connsiteY12" fmla="*/ 554984 h 597846"/>
                  <a:gd name="connsiteX13" fmla="*/ 802969 w 850117"/>
                  <a:gd name="connsiteY13" fmla="*/ 554984 h 597846"/>
                  <a:gd name="connsiteX14" fmla="*/ 807255 w 850117"/>
                  <a:gd name="connsiteY14" fmla="*/ 550697 h 597846"/>
                  <a:gd name="connsiteX15" fmla="*/ 807255 w 850117"/>
                  <a:gd name="connsiteY15" fmla="*/ 47149 h 597846"/>
                  <a:gd name="connsiteX16" fmla="*/ 802969 w 850117"/>
                  <a:gd name="connsiteY16" fmla="*/ 42863 h 597846"/>
                  <a:gd name="connsiteX17" fmla="*/ 47149 w 850117"/>
                  <a:gd name="connsiteY17" fmla="*/ 42863 h 5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0117" h="597846">
                    <a:moveTo>
                      <a:pt x="802969" y="597846"/>
                    </a:moveTo>
                    <a:lnTo>
                      <a:pt x="47149" y="597846"/>
                    </a:lnTo>
                    <a:cubicBezTo>
                      <a:pt x="21157" y="597846"/>
                      <a:pt x="0" y="576698"/>
                      <a:pt x="0" y="550697"/>
                    </a:cubicBezTo>
                    <a:lnTo>
                      <a:pt x="0" y="47149"/>
                    </a:lnTo>
                    <a:cubicBezTo>
                      <a:pt x="0" y="21148"/>
                      <a:pt x="21157" y="0"/>
                      <a:pt x="47149" y="0"/>
                    </a:cubicBezTo>
                    <a:lnTo>
                      <a:pt x="802969" y="0"/>
                    </a:lnTo>
                    <a:cubicBezTo>
                      <a:pt x="828961" y="0"/>
                      <a:pt x="850118" y="21148"/>
                      <a:pt x="850118" y="47149"/>
                    </a:cubicBezTo>
                    <a:lnTo>
                      <a:pt x="850118" y="550697"/>
                    </a:lnTo>
                    <a:cubicBezTo>
                      <a:pt x="850118" y="576698"/>
                      <a:pt x="828961" y="597846"/>
                      <a:pt x="802969" y="597846"/>
                    </a:cubicBezTo>
                    <a:close/>
                    <a:moveTo>
                      <a:pt x="47149" y="42863"/>
                    </a:moveTo>
                    <a:cubicBezTo>
                      <a:pt x="44791" y="42863"/>
                      <a:pt x="42863" y="44783"/>
                      <a:pt x="42863" y="47149"/>
                    </a:cubicBezTo>
                    <a:lnTo>
                      <a:pt x="42863" y="550697"/>
                    </a:lnTo>
                    <a:cubicBezTo>
                      <a:pt x="42863" y="553063"/>
                      <a:pt x="44791" y="554984"/>
                      <a:pt x="47149" y="554984"/>
                    </a:cubicBezTo>
                    <a:lnTo>
                      <a:pt x="802969" y="554984"/>
                    </a:lnTo>
                    <a:cubicBezTo>
                      <a:pt x="805326" y="554984"/>
                      <a:pt x="807255" y="553063"/>
                      <a:pt x="807255" y="550697"/>
                    </a:cubicBezTo>
                    <a:lnTo>
                      <a:pt x="807255" y="47149"/>
                    </a:lnTo>
                    <a:cubicBezTo>
                      <a:pt x="807255" y="44783"/>
                      <a:pt x="805326" y="42863"/>
                      <a:pt x="802969" y="42863"/>
                    </a:cubicBezTo>
                    <a:lnTo>
                      <a:pt x="47149" y="42863"/>
                    </a:lnTo>
                    <a:close/>
                  </a:path>
                </a:pathLst>
              </a:custGeom>
              <a:grpFill/>
              <a:ln w="8572" cap="flat">
                <a:noFill/>
                <a:prstDash val="solid"/>
                <a:miter/>
              </a:ln>
            </p:spPr>
            <p:txBody>
              <a:bodyPr rtlCol="0" anchor="ctr"/>
              <a:lstStyle/>
              <a:p>
                <a:endParaRPr lang="zh-CN" altLang="en-US"/>
              </a:p>
            </p:txBody>
          </p:sp>
          <p:grpSp>
            <p:nvGrpSpPr>
              <p:cNvPr id="46" name="图形 2">
                <a:extLst>
                  <a:ext uri="{FF2B5EF4-FFF2-40B4-BE49-F238E27FC236}">
                    <a16:creationId xmlns:a16="http://schemas.microsoft.com/office/drawing/2014/main" id="{A3041FB6-6D92-E3A3-B7D2-C7A9C7D79F5F}"/>
                  </a:ext>
                </a:extLst>
              </p:cNvPr>
              <p:cNvGrpSpPr/>
              <p:nvPr/>
            </p:nvGrpSpPr>
            <p:grpSpPr>
              <a:xfrm>
                <a:off x="8058228" y="2720817"/>
                <a:ext cx="815424" cy="87465"/>
                <a:chOff x="8058228" y="2720817"/>
                <a:chExt cx="815424" cy="87465"/>
              </a:xfrm>
              <a:grpFill/>
            </p:grpSpPr>
            <p:sp>
              <p:nvSpPr>
                <p:cNvPr id="54" name="任意多边形: 形状 53">
                  <a:extLst>
                    <a:ext uri="{FF2B5EF4-FFF2-40B4-BE49-F238E27FC236}">
                      <a16:creationId xmlns:a16="http://schemas.microsoft.com/office/drawing/2014/main" id="{0D6A4EB7-03A5-9F1B-6CD4-EFAC2541DC9A}"/>
                    </a:ext>
                  </a:extLst>
                </p:cNvPr>
                <p:cNvSpPr/>
                <p:nvPr/>
              </p:nvSpPr>
              <p:spPr>
                <a:xfrm>
                  <a:off x="8062308" y="2724906"/>
                  <a:ext cx="807254" cy="79286"/>
                </a:xfrm>
                <a:custGeom>
                  <a:avLst/>
                  <a:gdLst>
                    <a:gd name="connsiteX0" fmla="*/ 790110 w 807254"/>
                    <a:gd name="connsiteY0" fmla="*/ 79287 h 79286"/>
                    <a:gd name="connsiteX1" fmla="*/ 17145 w 807254"/>
                    <a:gd name="connsiteY1" fmla="*/ 79287 h 79286"/>
                    <a:gd name="connsiteX2" fmla="*/ 0 w 807254"/>
                    <a:gd name="connsiteY2" fmla="*/ 62142 h 79286"/>
                    <a:gd name="connsiteX3" fmla="*/ 0 w 807254"/>
                    <a:gd name="connsiteY3" fmla="*/ 17145 h 79286"/>
                    <a:gd name="connsiteX4" fmla="*/ 17145 w 807254"/>
                    <a:gd name="connsiteY4" fmla="*/ 0 h 79286"/>
                    <a:gd name="connsiteX5" fmla="*/ 790110 w 807254"/>
                    <a:gd name="connsiteY5" fmla="*/ 0 h 79286"/>
                    <a:gd name="connsiteX6" fmla="*/ 807255 w 807254"/>
                    <a:gd name="connsiteY6" fmla="*/ 17145 h 79286"/>
                    <a:gd name="connsiteX7" fmla="*/ 807255 w 807254"/>
                    <a:gd name="connsiteY7" fmla="*/ 62142 h 79286"/>
                    <a:gd name="connsiteX8" fmla="*/ 790110 w 807254"/>
                    <a:gd name="connsiteY8" fmla="*/ 79287 h 7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7254" h="79286">
                      <a:moveTo>
                        <a:pt x="790110" y="79287"/>
                      </a:moveTo>
                      <a:lnTo>
                        <a:pt x="17145" y="79287"/>
                      </a:lnTo>
                      <a:cubicBezTo>
                        <a:pt x="7672" y="79287"/>
                        <a:pt x="0" y="71615"/>
                        <a:pt x="0" y="62142"/>
                      </a:cubicBezTo>
                      <a:lnTo>
                        <a:pt x="0" y="17145"/>
                      </a:lnTo>
                      <a:cubicBezTo>
                        <a:pt x="0" y="7672"/>
                        <a:pt x="7672" y="0"/>
                        <a:pt x="17145" y="0"/>
                      </a:cubicBezTo>
                      <a:lnTo>
                        <a:pt x="790110" y="0"/>
                      </a:lnTo>
                      <a:cubicBezTo>
                        <a:pt x="799582" y="0"/>
                        <a:pt x="807255" y="7672"/>
                        <a:pt x="807255" y="17145"/>
                      </a:cubicBezTo>
                      <a:lnTo>
                        <a:pt x="807255" y="62142"/>
                      </a:lnTo>
                      <a:cubicBezTo>
                        <a:pt x="807255" y="71615"/>
                        <a:pt x="799582" y="79287"/>
                        <a:pt x="790110" y="79287"/>
                      </a:cubicBezTo>
                      <a:close/>
                    </a:path>
                  </a:pathLst>
                </a:custGeom>
                <a:grpFill/>
                <a:ln w="8572" cap="flat">
                  <a:noFill/>
                  <a:prstDash val="solid"/>
                  <a:miter/>
                </a:ln>
              </p:spPr>
              <p:txBody>
                <a:bodyPr rtlCol="0" anchor="ctr"/>
                <a:lstStyle/>
                <a:p>
                  <a:endParaRPr lang="zh-CN" altLang="en-US"/>
                </a:p>
              </p:txBody>
            </p:sp>
            <p:sp>
              <p:nvSpPr>
                <p:cNvPr id="55" name="任意多边形: 形状 54">
                  <a:extLst>
                    <a:ext uri="{FF2B5EF4-FFF2-40B4-BE49-F238E27FC236}">
                      <a16:creationId xmlns:a16="http://schemas.microsoft.com/office/drawing/2014/main" id="{D840F92B-230A-8E55-7B3B-C70394874966}"/>
                    </a:ext>
                  </a:extLst>
                </p:cNvPr>
                <p:cNvSpPr/>
                <p:nvPr/>
              </p:nvSpPr>
              <p:spPr>
                <a:xfrm>
                  <a:off x="8058228" y="2720817"/>
                  <a:ext cx="815424" cy="87465"/>
                </a:xfrm>
                <a:custGeom>
                  <a:avLst/>
                  <a:gdLst>
                    <a:gd name="connsiteX0" fmla="*/ 794199 w 815424"/>
                    <a:gd name="connsiteY0" fmla="*/ 87465 h 87465"/>
                    <a:gd name="connsiteX1" fmla="*/ 21234 w 815424"/>
                    <a:gd name="connsiteY1" fmla="*/ 87465 h 87465"/>
                    <a:gd name="connsiteX2" fmla="*/ 0 w 815424"/>
                    <a:gd name="connsiteY2" fmla="*/ 66231 h 87465"/>
                    <a:gd name="connsiteX3" fmla="*/ 0 w 815424"/>
                    <a:gd name="connsiteY3" fmla="*/ 21234 h 87465"/>
                    <a:gd name="connsiteX4" fmla="*/ 21234 w 815424"/>
                    <a:gd name="connsiteY4" fmla="*/ 0 h 87465"/>
                    <a:gd name="connsiteX5" fmla="*/ 794199 w 815424"/>
                    <a:gd name="connsiteY5" fmla="*/ 0 h 87465"/>
                    <a:gd name="connsiteX6" fmla="*/ 815425 w 815424"/>
                    <a:gd name="connsiteY6" fmla="*/ 21234 h 87465"/>
                    <a:gd name="connsiteX7" fmla="*/ 815425 w 815424"/>
                    <a:gd name="connsiteY7" fmla="*/ 66231 h 87465"/>
                    <a:gd name="connsiteX8" fmla="*/ 794199 w 815424"/>
                    <a:gd name="connsiteY8" fmla="*/ 87465 h 87465"/>
                    <a:gd name="connsiteX9" fmla="*/ 21234 w 815424"/>
                    <a:gd name="connsiteY9" fmla="*/ 8178 h 87465"/>
                    <a:gd name="connsiteX10" fmla="*/ 8178 w 815424"/>
                    <a:gd name="connsiteY10" fmla="*/ 21234 h 87465"/>
                    <a:gd name="connsiteX11" fmla="*/ 8178 w 815424"/>
                    <a:gd name="connsiteY11" fmla="*/ 66231 h 87465"/>
                    <a:gd name="connsiteX12" fmla="*/ 21234 w 815424"/>
                    <a:gd name="connsiteY12" fmla="*/ 79287 h 87465"/>
                    <a:gd name="connsiteX13" fmla="*/ 794199 w 815424"/>
                    <a:gd name="connsiteY13" fmla="*/ 79287 h 87465"/>
                    <a:gd name="connsiteX14" fmla="*/ 807255 w 815424"/>
                    <a:gd name="connsiteY14" fmla="*/ 66231 h 87465"/>
                    <a:gd name="connsiteX15" fmla="*/ 807255 w 815424"/>
                    <a:gd name="connsiteY15" fmla="*/ 21234 h 87465"/>
                    <a:gd name="connsiteX16" fmla="*/ 794199 w 815424"/>
                    <a:gd name="connsiteY16" fmla="*/ 8178 h 87465"/>
                    <a:gd name="connsiteX17" fmla="*/ 21234 w 815424"/>
                    <a:gd name="connsiteY17" fmla="*/ 8178 h 8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5424" h="87465">
                      <a:moveTo>
                        <a:pt x="794199" y="87465"/>
                      </a:moveTo>
                      <a:lnTo>
                        <a:pt x="21234" y="87465"/>
                      </a:lnTo>
                      <a:cubicBezTo>
                        <a:pt x="9533" y="87465"/>
                        <a:pt x="0" y="77941"/>
                        <a:pt x="0" y="66231"/>
                      </a:cubicBezTo>
                      <a:lnTo>
                        <a:pt x="0" y="21234"/>
                      </a:lnTo>
                      <a:cubicBezTo>
                        <a:pt x="0" y="9524"/>
                        <a:pt x="9524" y="0"/>
                        <a:pt x="21234" y="0"/>
                      </a:cubicBezTo>
                      <a:lnTo>
                        <a:pt x="794199" y="0"/>
                      </a:lnTo>
                      <a:cubicBezTo>
                        <a:pt x="805901" y="0"/>
                        <a:pt x="815425" y="9524"/>
                        <a:pt x="815425" y="21234"/>
                      </a:cubicBezTo>
                      <a:lnTo>
                        <a:pt x="815425" y="66231"/>
                      </a:lnTo>
                      <a:cubicBezTo>
                        <a:pt x="815425" y="77941"/>
                        <a:pt x="805901" y="87465"/>
                        <a:pt x="794199" y="87465"/>
                      </a:cubicBezTo>
                      <a:close/>
                      <a:moveTo>
                        <a:pt x="21234" y="8178"/>
                      </a:moveTo>
                      <a:cubicBezTo>
                        <a:pt x="14033" y="8178"/>
                        <a:pt x="8178" y="14042"/>
                        <a:pt x="8178" y="21234"/>
                      </a:cubicBezTo>
                      <a:lnTo>
                        <a:pt x="8178" y="66231"/>
                      </a:lnTo>
                      <a:cubicBezTo>
                        <a:pt x="8178" y="73432"/>
                        <a:pt x="14042" y="79287"/>
                        <a:pt x="21234" y="79287"/>
                      </a:cubicBezTo>
                      <a:lnTo>
                        <a:pt x="794199" y="79287"/>
                      </a:lnTo>
                      <a:cubicBezTo>
                        <a:pt x="801400" y="79287"/>
                        <a:pt x="807255" y="73423"/>
                        <a:pt x="807255" y="66231"/>
                      </a:cubicBezTo>
                      <a:lnTo>
                        <a:pt x="807255" y="21234"/>
                      </a:lnTo>
                      <a:cubicBezTo>
                        <a:pt x="807255" y="14033"/>
                        <a:pt x="801392" y="8178"/>
                        <a:pt x="794199" y="8178"/>
                      </a:cubicBezTo>
                      <a:lnTo>
                        <a:pt x="21234" y="8178"/>
                      </a:lnTo>
                      <a:close/>
                    </a:path>
                  </a:pathLst>
                </a:custGeom>
                <a:grpFill/>
                <a:ln w="8572" cap="flat">
                  <a:noFill/>
                  <a:prstDash val="solid"/>
                  <a:miter/>
                </a:ln>
              </p:spPr>
              <p:txBody>
                <a:bodyPr rtlCol="0" anchor="ctr"/>
                <a:lstStyle/>
                <a:p>
                  <a:endParaRPr lang="zh-CN" altLang="en-US"/>
                </a:p>
              </p:txBody>
            </p:sp>
          </p:grpSp>
          <p:grpSp>
            <p:nvGrpSpPr>
              <p:cNvPr id="47" name="图形 2">
                <a:extLst>
                  <a:ext uri="{FF2B5EF4-FFF2-40B4-BE49-F238E27FC236}">
                    <a16:creationId xmlns:a16="http://schemas.microsoft.com/office/drawing/2014/main" id="{C42B52A1-9B81-A853-5EAE-EF56E083CCA2}"/>
                  </a:ext>
                </a:extLst>
              </p:cNvPr>
              <p:cNvGrpSpPr/>
              <p:nvPr/>
            </p:nvGrpSpPr>
            <p:grpSpPr>
              <a:xfrm>
                <a:off x="8375359" y="2800112"/>
                <a:ext cx="181153" cy="98266"/>
                <a:chOff x="8375359" y="2800112"/>
                <a:chExt cx="181153" cy="98266"/>
              </a:xfrm>
              <a:grpFill/>
            </p:grpSpPr>
            <p:sp>
              <p:nvSpPr>
                <p:cNvPr id="52" name="任意多边形: 形状 51">
                  <a:extLst>
                    <a:ext uri="{FF2B5EF4-FFF2-40B4-BE49-F238E27FC236}">
                      <a16:creationId xmlns:a16="http://schemas.microsoft.com/office/drawing/2014/main" id="{B07C210E-6F85-F272-AE7F-FAC02722F929}"/>
                    </a:ext>
                  </a:extLst>
                </p:cNvPr>
                <p:cNvSpPr/>
                <p:nvPr/>
              </p:nvSpPr>
              <p:spPr>
                <a:xfrm>
                  <a:off x="8379448" y="2804193"/>
                  <a:ext cx="172984" cy="90096"/>
                </a:xfrm>
                <a:custGeom>
                  <a:avLst/>
                  <a:gdLst>
                    <a:gd name="connsiteX0" fmla="*/ 0 w 172984"/>
                    <a:gd name="connsiteY0" fmla="*/ 0 h 90096"/>
                    <a:gd name="connsiteX1" fmla="*/ 172985 w 172984"/>
                    <a:gd name="connsiteY1" fmla="*/ 0 h 90096"/>
                    <a:gd name="connsiteX2" fmla="*/ 172985 w 172984"/>
                    <a:gd name="connsiteY2" fmla="*/ 90097 h 90096"/>
                    <a:gd name="connsiteX3" fmla="*/ 0 w 172984"/>
                    <a:gd name="connsiteY3" fmla="*/ 90097 h 90096"/>
                  </a:gdLst>
                  <a:ahLst/>
                  <a:cxnLst>
                    <a:cxn ang="0">
                      <a:pos x="connsiteX0" y="connsiteY0"/>
                    </a:cxn>
                    <a:cxn ang="0">
                      <a:pos x="connsiteX1" y="connsiteY1"/>
                    </a:cxn>
                    <a:cxn ang="0">
                      <a:pos x="connsiteX2" y="connsiteY2"/>
                    </a:cxn>
                    <a:cxn ang="0">
                      <a:pos x="connsiteX3" y="connsiteY3"/>
                    </a:cxn>
                  </a:cxnLst>
                  <a:rect l="l" t="t" r="r" b="b"/>
                  <a:pathLst>
                    <a:path w="172984" h="90096">
                      <a:moveTo>
                        <a:pt x="0" y="0"/>
                      </a:moveTo>
                      <a:lnTo>
                        <a:pt x="172985" y="0"/>
                      </a:lnTo>
                      <a:lnTo>
                        <a:pt x="172985" y="90097"/>
                      </a:lnTo>
                      <a:lnTo>
                        <a:pt x="0" y="90097"/>
                      </a:lnTo>
                      <a:close/>
                    </a:path>
                  </a:pathLst>
                </a:custGeom>
                <a:grpFill/>
                <a:ln w="8572" cap="flat">
                  <a:noFill/>
                  <a:prstDash val="solid"/>
                  <a:miter/>
                </a:ln>
              </p:spPr>
              <p:txBody>
                <a:bodyPr rtlCol="0" anchor="ctr"/>
                <a:lstStyle/>
                <a:p>
                  <a:endParaRPr lang="zh-CN" altLang="en-US"/>
                </a:p>
              </p:txBody>
            </p:sp>
            <p:sp>
              <p:nvSpPr>
                <p:cNvPr id="53" name="任意多边形: 形状 52">
                  <a:extLst>
                    <a:ext uri="{FF2B5EF4-FFF2-40B4-BE49-F238E27FC236}">
                      <a16:creationId xmlns:a16="http://schemas.microsoft.com/office/drawing/2014/main" id="{A08E6F54-A508-0351-4E50-1360159DC976}"/>
                    </a:ext>
                  </a:extLst>
                </p:cNvPr>
                <p:cNvSpPr/>
                <p:nvPr/>
              </p:nvSpPr>
              <p:spPr>
                <a:xfrm>
                  <a:off x="8375359" y="2800112"/>
                  <a:ext cx="181153" cy="98266"/>
                </a:xfrm>
                <a:custGeom>
                  <a:avLst/>
                  <a:gdLst>
                    <a:gd name="connsiteX0" fmla="*/ 181154 w 181153"/>
                    <a:gd name="connsiteY0" fmla="*/ 98266 h 98266"/>
                    <a:gd name="connsiteX1" fmla="*/ 0 w 181153"/>
                    <a:gd name="connsiteY1" fmla="*/ 98266 h 98266"/>
                    <a:gd name="connsiteX2" fmla="*/ 0 w 181153"/>
                    <a:gd name="connsiteY2" fmla="*/ 0 h 98266"/>
                    <a:gd name="connsiteX3" fmla="*/ 181154 w 181153"/>
                    <a:gd name="connsiteY3" fmla="*/ 0 h 98266"/>
                    <a:gd name="connsiteX4" fmla="*/ 181154 w 181153"/>
                    <a:gd name="connsiteY4" fmla="*/ 98266 h 98266"/>
                    <a:gd name="connsiteX5" fmla="*/ 8178 w 181153"/>
                    <a:gd name="connsiteY5" fmla="*/ 90088 h 98266"/>
                    <a:gd name="connsiteX6" fmla="*/ 172993 w 181153"/>
                    <a:gd name="connsiteY6" fmla="*/ 90088 h 98266"/>
                    <a:gd name="connsiteX7" fmla="*/ 172993 w 181153"/>
                    <a:gd name="connsiteY7" fmla="*/ 8161 h 98266"/>
                    <a:gd name="connsiteX8" fmla="*/ 8178 w 181153"/>
                    <a:gd name="connsiteY8" fmla="*/ 8161 h 98266"/>
                    <a:gd name="connsiteX9" fmla="*/ 8178 w 181153"/>
                    <a:gd name="connsiteY9" fmla="*/ 90088 h 9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53" h="98266">
                      <a:moveTo>
                        <a:pt x="181154" y="98266"/>
                      </a:moveTo>
                      <a:lnTo>
                        <a:pt x="0" y="98266"/>
                      </a:lnTo>
                      <a:lnTo>
                        <a:pt x="0" y="0"/>
                      </a:lnTo>
                      <a:lnTo>
                        <a:pt x="181154" y="0"/>
                      </a:lnTo>
                      <a:lnTo>
                        <a:pt x="181154" y="98266"/>
                      </a:lnTo>
                      <a:close/>
                      <a:moveTo>
                        <a:pt x="8178" y="90088"/>
                      </a:moveTo>
                      <a:lnTo>
                        <a:pt x="172993" y="90088"/>
                      </a:lnTo>
                      <a:lnTo>
                        <a:pt x="172993" y="8161"/>
                      </a:lnTo>
                      <a:lnTo>
                        <a:pt x="8178" y="8161"/>
                      </a:lnTo>
                      <a:lnTo>
                        <a:pt x="8178" y="90088"/>
                      </a:lnTo>
                      <a:close/>
                    </a:path>
                  </a:pathLst>
                </a:custGeom>
                <a:grpFill/>
                <a:ln w="8572" cap="flat">
                  <a:noFill/>
                  <a:prstDash val="solid"/>
                  <a:miter/>
                </a:ln>
              </p:spPr>
              <p:txBody>
                <a:bodyPr rtlCol="0" anchor="ctr"/>
                <a:lstStyle/>
                <a:p>
                  <a:endParaRPr lang="zh-CN" altLang="en-US"/>
                </a:p>
              </p:txBody>
            </p:sp>
          </p:grpSp>
          <p:sp>
            <p:nvSpPr>
              <p:cNvPr id="51" name="任意多边形: 形状 50">
                <a:extLst>
                  <a:ext uri="{FF2B5EF4-FFF2-40B4-BE49-F238E27FC236}">
                    <a16:creationId xmlns:a16="http://schemas.microsoft.com/office/drawing/2014/main" id="{AFD784C9-0C69-0E51-DFAA-C01C99F22789}"/>
                  </a:ext>
                </a:extLst>
              </p:cNvPr>
              <p:cNvSpPr/>
              <p:nvPr/>
            </p:nvSpPr>
            <p:spPr>
              <a:xfrm>
                <a:off x="8239090" y="2872859"/>
                <a:ext cx="453699" cy="42862"/>
              </a:xfrm>
              <a:custGeom>
                <a:avLst/>
                <a:gdLst>
                  <a:gd name="connsiteX0" fmla="*/ 432269 w 453699"/>
                  <a:gd name="connsiteY0" fmla="*/ 42863 h 42862"/>
                  <a:gd name="connsiteX1" fmla="*/ 21431 w 453699"/>
                  <a:gd name="connsiteY1" fmla="*/ 42863 h 42862"/>
                  <a:gd name="connsiteX2" fmla="*/ 0 w 453699"/>
                  <a:gd name="connsiteY2" fmla="*/ 21431 h 42862"/>
                  <a:gd name="connsiteX3" fmla="*/ 21431 w 453699"/>
                  <a:gd name="connsiteY3" fmla="*/ 0 h 42862"/>
                  <a:gd name="connsiteX4" fmla="*/ 432269 w 453699"/>
                  <a:gd name="connsiteY4" fmla="*/ 0 h 42862"/>
                  <a:gd name="connsiteX5" fmla="*/ 453700 w 453699"/>
                  <a:gd name="connsiteY5" fmla="*/ 21431 h 42862"/>
                  <a:gd name="connsiteX6" fmla="*/ 432269 w 453699"/>
                  <a:gd name="connsiteY6" fmla="*/ 42863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699" h="42862">
                    <a:moveTo>
                      <a:pt x="432269" y="42863"/>
                    </a:moveTo>
                    <a:lnTo>
                      <a:pt x="21431" y="42863"/>
                    </a:lnTo>
                    <a:cubicBezTo>
                      <a:pt x="9593" y="42863"/>
                      <a:pt x="0" y="33270"/>
                      <a:pt x="0" y="21431"/>
                    </a:cubicBezTo>
                    <a:cubicBezTo>
                      <a:pt x="0" y="9593"/>
                      <a:pt x="9593" y="0"/>
                      <a:pt x="21431" y="0"/>
                    </a:cubicBezTo>
                    <a:lnTo>
                      <a:pt x="432269" y="0"/>
                    </a:lnTo>
                    <a:cubicBezTo>
                      <a:pt x="444107" y="0"/>
                      <a:pt x="453700" y="9593"/>
                      <a:pt x="453700" y="21431"/>
                    </a:cubicBezTo>
                    <a:cubicBezTo>
                      <a:pt x="453700" y="33270"/>
                      <a:pt x="444107" y="42863"/>
                      <a:pt x="432269" y="42863"/>
                    </a:cubicBezTo>
                    <a:close/>
                  </a:path>
                </a:pathLst>
              </a:custGeom>
              <a:grpFill/>
              <a:ln w="8572" cap="flat">
                <a:noFill/>
                <a:prstDash val="solid"/>
                <a:miter/>
              </a:ln>
            </p:spPr>
            <p:txBody>
              <a:bodyPr rtlCol="0" anchor="ctr"/>
              <a:lstStyle/>
              <a:p>
                <a:endParaRPr lang="zh-CN" altLang="en-US"/>
              </a:p>
            </p:txBody>
          </p:sp>
        </p:grpSp>
        <p:sp>
          <p:nvSpPr>
            <p:cNvPr id="44" name="任意多边形: 形状 43">
              <a:extLst>
                <a:ext uri="{FF2B5EF4-FFF2-40B4-BE49-F238E27FC236}">
                  <a16:creationId xmlns:a16="http://schemas.microsoft.com/office/drawing/2014/main" id="{444C2B8B-34D7-AB2D-C2AE-9C70EE996C04}"/>
                </a:ext>
              </a:extLst>
            </p:cNvPr>
            <p:cNvSpPr/>
            <p:nvPr/>
          </p:nvSpPr>
          <p:spPr>
            <a:xfrm>
              <a:off x="9006526" y="2230804"/>
              <a:ext cx="266656" cy="681890"/>
            </a:xfrm>
            <a:custGeom>
              <a:avLst/>
              <a:gdLst>
                <a:gd name="connsiteX0" fmla="*/ 248534 w 266656"/>
                <a:gd name="connsiteY0" fmla="*/ 0 h 681890"/>
                <a:gd name="connsiteX1" fmla="*/ 18122 w 266656"/>
                <a:gd name="connsiteY1" fmla="*/ 0 h 681890"/>
                <a:gd name="connsiteX2" fmla="*/ 0 w 266656"/>
                <a:gd name="connsiteY2" fmla="*/ 18122 h 681890"/>
                <a:gd name="connsiteX3" fmla="*/ 0 w 266656"/>
                <a:gd name="connsiteY3" fmla="*/ 663769 h 681890"/>
                <a:gd name="connsiteX4" fmla="*/ 18122 w 266656"/>
                <a:gd name="connsiteY4" fmla="*/ 681891 h 681890"/>
                <a:gd name="connsiteX5" fmla="*/ 248534 w 266656"/>
                <a:gd name="connsiteY5" fmla="*/ 681891 h 681890"/>
                <a:gd name="connsiteX6" fmla="*/ 266656 w 266656"/>
                <a:gd name="connsiteY6" fmla="*/ 663769 h 681890"/>
                <a:gd name="connsiteX7" fmla="*/ 266656 w 266656"/>
                <a:gd name="connsiteY7" fmla="*/ 18122 h 681890"/>
                <a:gd name="connsiteX8" fmla="*/ 248534 w 266656"/>
                <a:gd name="connsiteY8" fmla="*/ 0 h 681890"/>
                <a:gd name="connsiteX9" fmla="*/ 30158 w 266656"/>
                <a:gd name="connsiteY9" fmla="*/ 59965 h 681890"/>
                <a:gd name="connsiteX10" fmla="*/ 236498 w 266656"/>
                <a:gd name="connsiteY10" fmla="*/ 59965 h 681890"/>
                <a:gd name="connsiteX11" fmla="*/ 236498 w 266656"/>
                <a:gd name="connsiteY11" fmla="*/ 185500 h 681890"/>
                <a:gd name="connsiteX12" fmla="*/ 30158 w 266656"/>
                <a:gd name="connsiteY12" fmla="*/ 185500 h 681890"/>
                <a:gd name="connsiteX13" fmla="*/ 30158 w 266656"/>
                <a:gd name="connsiteY13" fmla="*/ 59965 h 681890"/>
                <a:gd name="connsiteX14" fmla="*/ 133328 w 266656"/>
                <a:gd name="connsiteY14" fmla="*/ 615223 h 681890"/>
                <a:gd name="connsiteX15" fmla="*/ 104756 w 266656"/>
                <a:gd name="connsiteY15" fmla="*/ 586650 h 681890"/>
                <a:gd name="connsiteX16" fmla="*/ 133328 w 266656"/>
                <a:gd name="connsiteY16" fmla="*/ 558078 h 681890"/>
                <a:gd name="connsiteX17" fmla="*/ 161901 w 266656"/>
                <a:gd name="connsiteY17" fmla="*/ 586650 h 681890"/>
                <a:gd name="connsiteX18" fmla="*/ 133328 w 266656"/>
                <a:gd name="connsiteY18" fmla="*/ 615223 h 681890"/>
                <a:gd name="connsiteX19" fmla="*/ 222508 w 266656"/>
                <a:gd name="connsiteY19" fmla="*/ 296129 h 681890"/>
                <a:gd name="connsiteX20" fmla="*/ 44149 w 266656"/>
                <a:gd name="connsiteY20" fmla="*/ 296129 h 681890"/>
                <a:gd name="connsiteX21" fmla="*/ 21491 w 266656"/>
                <a:gd name="connsiteY21" fmla="*/ 273471 h 681890"/>
                <a:gd name="connsiteX22" fmla="*/ 44149 w 266656"/>
                <a:gd name="connsiteY22" fmla="*/ 250814 h 681890"/>
                <a:gd name="connsiteX23" fmla="*/ 222508 w 266656"/>
                <a:gd name="connsiteY23" fmla="*/ 250814 h 681890"/>
                <a:gd name="connsiteX24" fmla="*/ 245165 w 266656"/>
                <a:gd name="connsiteY24" fmla="*/ 273471 h 681890"/>
                <a:gd name="connsiteX25" fmla="*/ 222508 w 266656"/>
                <a:gd name="connsiteY25" fmla="*/ 296129 h 68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656" h="681890">
                  <a:moveTo>
                    <a:pt x="248534" y="0"/>
                  </a:moveTo>
                  <a:lnTo>
                    <a:pt x="18122" y="0"/>
                  </a:lnTo>
                  <a:cubicBezTo>
                    <a:pt x="8110" y="0"/>
                    <a:pt x="0" y="8118"/>
                    <a:pt x="0" y="18122"/>
                  </a:cubicBezTo>
                  <a:lnTo>
                    <a:pt x="0" y="663769"/>
                  </a:lnTo>
                  <a:cubicBezTo>
                    <a:pt x="0" y="673781"/>
                    <a:pt x="8118" y="681891"/>
                    <a:pt x="18122" y="681891"/>
                  </a:cubicBezTo>
                  <a:lnTo>
                    <a:pt x="248534" y="681891"/>
                  </a:lnTo>
                  <a:cubicBezTo>
                    <a:pt x="258547" y="681891"/>
                    <a:pt x="266656" y="673773"/>
                    <a:pt x="266656" y="663769"/>
                  </a:cubicBezTo>
                  <a:lnTo>
                    <a:pt x="266656" y="18122"/>
                  </a:lnTo>
                  <a:cubicBezTo>
                    <a:pt x="266656" y="8118"/>
                    <a:pt x="258547" y="0"/>
                    <a:pt x="248534" y="0"/>
                  </a:cubicBezTo>
                  <a:close/>
                  <a:moveTo>
                    <a:pt x="30158" y="59965"/>
                  </a:moveTo>
                  <a:lnTo>
                    <a:pt x="236498" y="59965"/>
                  </a:lnTo>
                  <a:lnTo>
                    <a:pt x="236498" y="185500"/>
                  </a:lnTo>
                  <a:lnTo>
                    <a:pt x="30158" y="185500"/>
                  </a:lnTo>
                  <a:lnTo>
                    <a:pt x="30158" y="59965"/>
                  </a:lnTo>
                  <a:close/>
                  <a:moveTo>
                    <a:pt x="133328" y="615223"/>
                  </a:moveTo>
                  <a:cubicBezTo>
                    <a:pt x="117546" y="615223"/>
                    <a:pt x="104756" y="602432"/>
                    <a:pt x="104756" y="586650"/>
                  </a:cubicBezTo>
                  <a:cubicBezTo>
                    <a:pt x="104756" y="570869"/>
                    <a:pt x="117546" y="558078"/>
                    <a:pt x="133328" y="558078"/>
                  </a:cubicBezTo>
                  <a:cubicBezTo>
                    <a:pt x="149110" y="558078"/>
                    <a:pt x="161901" y="570869"/>
                    <a:pt x="161901" y="586650"/>
                  </a:cubicBezTo>
                  <a:cubicBezTo>
                    <a:pt x="161901" y="602432"/>
                    <a:pt x="149102" y="615223"/>
                    <a:pt x="133328" y="615223"/>
                  </a:cubicBezTo>
                  <a:close/>
                  <a:moveTo>
                    <a:pt x="222508" y="296129"/>
                  </a:moveTo>
                  <a:lnTo>
                    <a:pt x="44149" y="296129"/>
                  </a:lnTo>
                  <a:cubicBezTo>
                    <a:pt x="31633" y="296129"/>
                    <a:pt x="21491" y="285987"/>
                    <a:pt x="21491" y="273471"/>
                  </a:cubicBezTo>
                  <a:cubicBezTo>
                    <a:pt x="21491" y="260956"/>
                    <a:pt x="31633" y="250814"/>
                    <a:pt x="44149" y="250814"/>
                  </a:cubicBezTo>
                  <a:lnTo>
                    <a:pt x="222508" y="250814"/>
                  </a:lnTo>
                  <a:cubicBezTo>
                    <a:pt x="235024" y="250814"/>
                    <a:pt x="245165" y="260956"/>
                    <a:pt x="245165" y="273471"/>
                  </a:cubicBezTo>
                  <a:cubicBezTo>
                    <a:pt x="245157" y="285987"/>
                    <a:pt x="235015" y="296129"/>
                    <a:pt x="222508" y="296129"/>
                  </a:cubicBezTo>
                  <a:close/>
                </a:path>
              </a:pathLst>
            </a:custGeom>
            <a:grpFill/>
            <a:ln w="8572" cap="flat">
              <a:noFill/>
              <a:prstDash val="solid"/>
              <a:miter/>
            </a:ln>
          </p:spPr>
          <p:txBody>
            <a:bodyPr rtlCol="0" anchor="ctr"/>
            <a:lstStyle/>
            <a:p>
              <a:endParaRPr lang="zh-CN" altLang="en-US"/>
            </a:p>
          </p:txBody>
        </p:sp>
      </p:grpSp>
    </p:spTree>
    <p:extLst>
      <p:ext uri="{BB962C8B-B14F-4D97-AF65-F5344CB8AC3E}">
        <p14:creationId xmlns:p14="http://schemas.microsoft.com/office/powerpoint/2010/main" val="201111057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圆角 1">
            <a:extLst>
              <a:ext uri="{FF2B5EF4-FFF2-40B4-BE49-F238E27FC236}">
                <a16:creationId xmlns:a16="http://schemas.microsoft.com/office/drawing/2014/main" id="{37BFF7F6-A990-1015-9D8E-F547CE9A5CBF}"/>
              </a:ext>
            </a:extLst>
          </p:cNvPr>
          <p:cNvSpPr/>
          <p:nvPr/>
        </p:nvSpPr>
        <p:spPr>
          <a:xfrm>
            <a:off x="408495" y="1456263"/>
            <a:ext cx="11375010" cy="4935110"/>
          </a:xfrm>
          <a:prstGeom prst="roundRect">
            <a:avLst>
              <a:gd name="adj" fmla="val 2745"/>
            </a:avLst>
          </a:prstGeom>
          <a:solidFill>
            <a:schemeClr val="accent1">
              <a:lumMod val="20000"/>
              <a:lumOff val="80000"/>
              <a:alpha val="43000"/>
            </a:schemeClr>
          </a:solidFill>
          <a:ln w="63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矩形: 圆角 10">
            <a:extLst>
              <a:ext uri="{FF2B5EF4-FFF2-40B4-BE49-F238E27FC236}">
                <a16:creationId xmlns:a16="http://schemas.microsoft.com/office/drawing/2014/main" id="{6091D81C-EB08-E98D-7617-254CAAD51A9A}"/>
              </a:ext>
            </a:extLst>
          </p:cNvPr>
          <p:cNvSpPr/>
          <p:nvPr/>
        </p:nvSpPr>
        <p:spPr>
          <a:xfrm>
            <a:off x="640051" y="2394647"/>
            <a:ext cx="10911896" cy="2430269"/>
          </a:xfrm>
          <a:prstGeom prst="roundRect">
            <a:avLst/>
          </a:prstGeom>
          <a:solidFill>
            <a:schemeClr val="bg1"/>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a:extLst>
              <a:ext uri="{FF2B5EF4-FFF2-40B4-BE49-F238E27FC236}">
                <a16:creationId xmlns:a16="http://schemas.microsoft.com/office/drawing/2014/main" id="{652B136E-3972-F8BB-47ED-481267FF4D79}"/>
              </a:ext>
            </a:extLst>
          </p:cNvPr>
          <p:cNvSpPr/>
          <p:nvPr/>
        </p:nvSpPr>
        <p:spPr>
          <a:xfrm>
            <a:off x="1334733" y="3114953"/>
            <a:ext cx="948345" cy="948345"/>
          </a:xfrm>
          <a:custGeom>
            <a:avLst/>
            <a:gdLst>
              <a:gd name="connsiteX0" fmla="*/ 948345 w 948345"/>
              <a:gd name="connsiteY0" fmla="*/ 474173 h 948345"/>
              <a:gd name="connsiteX1" fmla="*/ 474173 w 948345"/>
              <a:gd name="connsiteY1" fmla="*/ 948345 h 948345"/>
              <a:gd name="connsiteX2" fmla="*/ 0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4" y="948345"/>
                  <a:pt x="0" y="736051"/>
                  <a:pt x="0" y="474173"/>
                </a:cubicBezTo>
                <a:cubicBezTo>
                  <a:pt x="0" y="212294"/>
                  <a:pt x="212294"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BAB644AC-1799-8F11-4E65-DBC5E1CEC70E}"/>
              </a:ext>
            </a:extLst>
          </p:cNvPr>
          <p:cNvSpPr/>
          <p:nvPr/>
        </p:nvSpPr>
        <p:spPr>
          <a:xfrm>
            <a:off x="5439186" y="3114953"/>
            <a:ext cx="948345" cy="948345"/>
          </a:xfrm>
          <a:custGeom>
            <a:avLst/>
            <a:gdLst>
              <a:gd name="connsiteX0" fmla="*/ 948345 w 948345"/>
              <a:gd name="connsiteY0" fmla="*/ 474173 h 948345"/>
              <a:gd name="connsiteX1" fmla="*/ 474173 w 948345"/>
              <a:gd name="connsiteY1" fmla="*/ 948345 h 948345"/>
              <a:gd name="connsiteX2" fmla="*/ 0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4" y="948345"/>
                  <a:pt x="0" y="736051"/>
                  <a:pt x="0" y="474173"/>
                </a:cubicBezTo>
                <a:cubicBezTo>
                  <a:pt x="0" y="212294"/>
                  <a:pt x="212294"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6" name="任意多边形: 形状 15">
            <a:extLst>
              <a:ext uri="{FF2B5EF4-FFF2-40B4-BE49-F238E27FC236}">
                <a16:creationId xmlns:a16="http://schemas.microsoft.com/office/drawing/2014/main" id="{6276795F-F612-261B-7170-53B9361C8879}"/>
              </a:ext>
            </a:extLst>
          </p:cNvPr>
          <p:cNvSpPr/>
          <p:nvPr/>
        </p:nvSpPr>
        <p:spPr>
          <a:xfrm>
            <a:off x="9543639" y="3114953"/>
            <a:ext cx="948345" cy="948345"/>
          </a:xfrm>
          <a:custGeom>
            <a:avLst/>
            <a:gdLst>
              <a:gd name="connsiteX0" fmla="*/ 948345 w 948345"/>
              <a:gd name="connsiteY0" fmla="*/ 474173 h 948345"/>
              <a:gd name="connsiteX1" fmla="*/ 474173 w 948345"/>
              <a:gd name="connsiteY1" fmla="*/ 948345 h 948345"/>
              <a:gd name="connsiteX2" fmla="*/ 1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5" y="948345"/>
                  <a:pt x="1" y="736051"/>
                  <a:pt x="1" y="474173"/>
                </a:cubicBezTo>
                <a:cubicBezTo>
                  <a:pt x="1" y="212294"/>
                  <a:pt x="212295"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8" name="任意多边形: 形状 17">
            <a:extLst>
              <a:ext uri="{FF2B5EF4-FFF2-40B4-BE49-F238E27FC236}">
                <a16:creationId xmlns:a16="http://schemas.microsoft.com/office/drawing/2014/main" id="{A48A2CF1-2D54-FBB0-53F8-1988B015CBF0}"/>
              </a:ext>
            </a:extLst>
          </p:cNvPr>
          <p:cNvSpPr/>
          <p:nvPr/>
        </p:nvSpPr>
        <p:spPr>
          <a:xfrm>
            <a:off x="7491377" y="3114953"/>
            <a:ext cx="948345" cy="948345"/>
          </a:xfrm>
          <a:custGeom>
            <a:avLst/>
            <a:gdLst>
              <a:gd name="connsiteX0" fmla="*/ 948345 w 948345"/>
              <a:gd name="connsiteY0" fmla="*/ 474173 h 948345"/>
              <a:gd name="connsiteX1" fmla="*/ 474173 w 948345"/>
              <a:gd name="connsiteY1" fmla="*/ 948345 h 948345"/>
              <a:gd name="connsiteX2" fmla="*/ 1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5" y="948345"/>
                  <a:pt x="1" y="736051"/>
                  <a:pt x="1" y="474173"/>
                </a:cubicBezTo>
                <a:cubicBezTo>
                  <a:pt x="1" y="212294"/>
                  <a:pt x="212295"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0" name="任意多边形: 形状 19">
            <a:extLst>
              <a:ext uri="{FF2B5EF4-FFF2-40B4-BE49-F238E27FC236}">
                <a16:creationId xmlns:a16="http://schemas.microsoft.com/office/drawing/2014/main" id="{528AC2B5-D760-7AF7-ABA5-6D5A496E6DDE}"/>
              </a:ext>
            </a:extLst>
          </p:cNvPr>
          <p:cNvSpPr/>
          <p:nvPr/>
        </p:nvSpPr>
        <p:spPr>
          <a:xfrm>
            <a:off x="3386956" y="3114953"/>
            <a:ext cx="948345" cy="948345"/>
          </a:xfrm>
          <a:custGeom>
            <a:avLst/>
            <a:gdLst>
              <a:gd name="connsiteX0" fmla="*/ 948345 w 948345"/>
              <a:gd name="connsiteY0" fmla="*/ 474173 h 948345"/>
              <a:gd name="connsiteX1" fmla="*/ 474173 w 948345"/>
              <a:gd name="connsiteY1" fmla="*/ 948345 h 948345"/>
              <a:gd name="connsiteX2" fmla="*/ 0 w 948345"/>
              <a:gd name="connsiteY2" fmla="*/ 474173 h 948345"/>
              <a:gd name="connsiteX3" fmla="*/ 474173 w 948345"/>
              <a:gd name="connsiteY3" fmla="*/ 0 h 948345"/>
              <a:gd name="connsiteX4" fmla="*/ 948345 w 948345"/>
              <a:gd name="connsiteY4" fmla="*/ 474173 h 9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345" h="948345">
                <a:moveTo>
                  <a:pt x="948345" y="474173"/>
                </a:moveTo>
                <a:cubicBezTo>
                  <a:pt x="948345" y="736051"/>
                  <a:pt x="736051" y="948345"/>
                  <a:pt x="474173" y="948345"/>
                </a:cubicBezTo>
                <a:cubicBezTo>
                  <a:pt x="212294" y="948345"/>
                  <a:pt x="0" y="736051"/>
                  <a:pt x="0" y="474173"/>
                </a:cubicBezTo>
                <a:cubicBezTo>
                  <a:pt x="0" y="212294"/>
                  <a:pt x="212294" y="0"/>
                  <a:pt x="474173" y="0"/>
                </a:cubicBezTo>
                <a:cubicBezTo>
                  <a:pt x="736051" y="0"/>
                  <a:pt x="948345" y="212294"/>
                  <a:pt x="948345" y="474173"/>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2" name="任意多边形: 形状 21">
            <a:extLst>
              <a:ext uri="{FF2B5EF4-FFF2-40B4-BE49-F238E27FC236}">
                <a16:creationId xmlns:a16="http://schemas.microsoft.com/office/drawing/2014/main" id="{32A5AED9-09FC-7CB6-6637-5094E50E1A3B}"/>
              </a:ext>
            </a:extLst>
          </p:cNvPr>
          <p:cNvSpPr/>
          <p:nvPr/>
        </p:nvSpPr>
        <p:spPr>
          <a:xfrm>
            <a:off x="2576805" y="3585953"/>
            <a:ext cx="565433" cy="6344"/>
          </a:xfrm>
          <a:custGeom>
            <a:avLst/>
            <a:gdLst>
              <a:gd name="connsiteX0" fmla="*/ 0 w 565433"/>
              <a:gd name="connsiteY0" fmla="*/ 0 h 6344"/>
              <a:gd name="connsiteX1" fmla="*/ 565433 w 565433"/>
              <a:gd name="connsiteY1" fmla="*/ 0 h 6344"/>
            </a:gdLst>
            <a:ahLst/>
            <a:cxnLst>
              <a:cxn ang="0">
                <a:pos x="connsiteX0" y="connsiteY0"/>
              </a:cxn>
              <a:cxn ang="0">
                <a:pos x="connsiteX1" y="connsiteY1"/>
              </a:cxn>
            </a:cxnLst>
            <a:rect l="l" t="t" r="r" b="b"/>
            <a:pathLst>
              <a:path w="565433" h="6344">
                <a:moveTo>
                  <a:pt x="0" y="0"/>
                </a:moveTo>
                <a:lnTo>
                  <a:pt x="565433"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3" name="任意多边形: 形状 22">
            <a:extLst>
              <a:ext uri="{FF2B5EF4-FFF2-40B4-BE49-F238E27FC236}">
                <a16:creationId xmlns:a16="http://schemas.microsoft.com/office/drawing/2014/main" id="{80D503F3-DEBA-4834-0234-0353988EA367}"/>
              </a:ext>
            </a:extLst>
          </p:cNvPr>
          <p:cNvSpPr/>
          <p:nvPr/>
        </p:nvSpPr>
        <p:spPr>
          <a:xfrm>
            <a:off x="3090584" y="3550157"/>
            <a:ext cx="51653" cy="77937"/>
          </a:xfrm>
          <a:custGeom>
            <a:avLst/>
            <a:gdLst>
              <a:gd name="connsiteX0" fmla="*/ 0 w 51653"/>
              <a:gd name="connsiteY0" fmla="*/ 0 h 77937"/>
              <a:gd name="connsiteX1" fmla="*/ 51654 w 51653"/>
              <a:gd name="connsiteY1" fmla="*/ 38965 h 77937"/>
              <a:gd name="connsiteX2" fmla="*/ 0 w 51653"/>
              <a:gd name="connsiteY2" fmla="*/ 77937 h 77937"/>
            </a:gdLst>
            <a:ahLst/>
            <a:cxnLst>
              <a:cxn ang="0">
                <a:pos x="connsiteX0" y="connsiteY0"/>
              </a:cxn>
              <a:cxn ang="0">
                <a:pos x="connsiteX1" y="connsiteY1"/>
              </a:cxn>
              <a:cxn ang="0">
                <a:pos x="connsiteX2" y="connsiteY2"/>
              </a:cxn>
            </a:cxnLst>
            <a:rect l="l" t="t" r="r" b="b"/>
            <a:pathLst>
              <a:path w="51653" h="77937">
                <a:moveTo>
                  <a:pt x="0" y="0"/>
                </a:moveTo>
                <a:lnTo>
                  <a:pt x="51654" y="38965"/>
                </a:lnTo>
                <a:lnTo>
                  <a:pt x="0" y="77937"/>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482301A0-5ACD-95A5-57E3-E9278C700AA4}"/>
              </a:ext>
            </a:extLst>
          </p:cNvPr>
          <p:cNvSpPr/>
          <p:nvPr/>
        </p:nvSpPr>
        <p:spPr>
          <a:xfrm>
            <a:off x="2517923"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1"/>
                  <a:pt x="48080" y="61948"/>
                  <a:pt x="30974" y="61948"/>
                </a:cubicBezTo>
                <a:cubicBezTo>
                  <a:pt x="13867" y="61948"/>
                  <a:pt x="0" y="48081"/>
                  <a:pt x="0" y="30974"/>
                </a:cubicBezTo>
                <a:cubicBezTo>
                  <a:pt x="0" y="13868"/>
                  <a:pt x="13867"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5" name="任意多边形: 形状 24">
            <a:extLst>
              <a:ext uri="{FF2B5EF4-FFF2-40B4-BE49-F238E27FC236}">
                <a16:creationId xmlns:a16="http://schemas.microsoft.com/office/drawing/2014/main" id="{61FCA5F5-EA8B-81F9-EF26-3C6526AA1232}"/>
              </a:ext>
            </a:extLst>
          </p:cNvPr>
          <p:cNvSpPr/>
          <p:nvPr/>
        </p:nvSpPr>
        <p:spPr>
          <a:xfrm>
            <a:off x="4639388" y="3585953"/>
            <a:ext cx="565432" cy="6344"/>
          </a:xfrm>
          <a:custGeom>
            <a:avLst/>
            <a:gdLst>
              <a:gd name="connsiteX0" fmla="*/ 0 w 565432"/>
              <a:gd name="connsiteY0" fmla="*/ 0 h 6344"/>
              <a:gd name="connsiteX1" fmla="*/ 565433 w 565432"/>
              <a:gd name="connsiteY1" fmla="*/ 0 h 6344"/>
            </a:gdLst>
            <a:ahLst/>
            <a:cxnLst>
              <a:cxn ang="0">
                <a:pos x="connsiteX0" y="connsiteY0"/>
              </a:cxn>
              <a:cxn ang="0">
                <a:pos x="connsiteX1" y="connsiteY1"/>
              </a:cxn>
            </a:cxnLst>
            <a:rect l="l" t="t" r="r" b="b"/>
            <a:pathLst>
              <a:path w="565432" h="6344">
                <a:moveTo>
                  <a:pt x="0" y="0"/>
                </a:moveTo>
                <a:lnTo>
                  <a:pt x="565433"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6" name="任意多边形: 形状 25">
            <a:extLst>
              <a:ext uri="{FF2B5EF4-FFF2-40B4-BE49-F238E27FC236}">
                <a16:creationId xmlns:a16="http://schemas.microsoft.com/office/drawing/2014/main" id="{EE7B43AC-D94E-654D-7942-26B470308ACE}"/>
              </a:ext>
            </a:extLst>
          </p:cNvPr>
          <p:cNvSpPr/>
          <p:nvPr/>
        </p:nvSpPr>
        <p:spPr>
          <a:xfrm>
            <a:off x="5153167" y="3550157"/>
            <a:ext cx="51653" cy="77937"/>
          </a:xfrm>
          <a:custGeom>
            <a:avLst/>
            <a:gdLst>
              <a:gd name="connsiteX0" fmla="*/ 0 w 51653"/>
              <a:gd name="connsiteY0" fmla="*/ 0 h 77937"/>
              <a:gd name="connsiteX1" fmla="*/ 51654 w 51653"/>
              <a:gd name="connsiteY1" fmla="*/ 38966 h 77937"/>
              <a:gd name="connsiteX2" fmla="*/ 0 w 51653"/>
              <a:gd name="connsiteY2" fmla="*/ 77938 h 77937"/>
            </a:gdLst>
            <a:ahLst/>
            <a:cxnLst>
              <a:cxn ang="0">
                <a:pos x="connsiteX0" y="connsiteY0"/>
              </a:cxn>
              <a:cxn ang="0">
                <a:pos x="connsiteX1" y="connsiteY1"/>
              </a:cxn>
              <a:cxn ang="0">
                <a:pos x="connsiteX2" y="connsiteY2"/>
              </a:cxn>
            </a:cxnLst>
            <a:rect l="l" t="t" r="r" b="b"/>
            <a:pathLst>
              <a:path w="51653" h="77937">
                <a:moveTo>
                  <a:pt x="0" y="0"/>
                </a:moveTo>
                <a:lnTo>
                  <a:pt x="51654" y="38966"/>
                </a:lnTo>
                <a:lnTo>
                  <a:pt x="0" y="77938"/>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a:extLst>
              <a:ext uri="{FF2B5EF4-FFF2-40B4-BE49-F238E27FC236}">
                <a16:creationId xmlns:a16="http://schemas.microsoft.com/office/drawing/2014/main" id="{2ED4FF66-D601-DBA7-E2A8-4B7A09036B0E}"/>
              </a:ext>
            </a:extLst>
          </p:cNvPr>
          <p:cNvSpPr/>
          <p:nvPr/>
        </p:nvSpPr>
        <p:spPr>
          <a:xfrm>
            <a:off x="4580506"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0"/>
                  <a:pt x="48080" y="61948"/>
                  <a:pt x="30974" y="61948"/>
                </a:cubicBezTo>
                <a:cubicBezTo>
                  <a:pt x="13867" y="61948"/>
                  <a:pt x="0" y="48080"/>
                  <a:pt x="0" y="30974"/>
                </a:cubicBezTo>
                <a:cubicBezTo>
                  <a:pt x="0" y="13868"/>
                  <a:pt x="13867"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8" name="任意多边形: 形状 27">
            <a:extLst>
              <a:ext uri="{FF2B5EF4-FFF2-40B4-BE49-F238E27FC236}">
                <a16:creationId xmlns:a16="http://schemas.microsoft.com/office/drawing/2014/main" id="{2661E339-6D28-CDB5-DFA2-BAC6C2ADDB8C}"/>
              </a:ext>
            </a:extLst>
          </p:cNvPr>
          <p:cNvSpPr/>
          <p:nvPr/>
        </p:nvSpPr>
        <p:spPr>
          <a:xfrm>
            <a:off x="6691586" y="3585953"/>
            <a:ext cx="565451" cy="6344"/>
          </a:xfrm>
          <a:custGeom>
            <a:avLst/>
            <a:gdLst>
              <a:gd name="connsiteX0" fmla="*/ 0 w 565451"/>
              <a:gd name="connsiteY0" fmla="*/ 0 h 6344"/>
              <a:gd name="connsiteX1" fmla="*/ 565452 w 565451"/>
              <a:gd name="connsiteY1" fmla="*/ 0 h 6344"/>
            </a:gdLst>
            <a:ahLst/>
            <a:cxnLst>
              <a:cxn ang="0">
                <a:pos x="connsiteX0" y="connsiteY0"/>
              </a:cxn>
              <a:cxn ang="0">
                <a:pos x="connsiteX1" y="connsiteY1"/>
              </a:cxn>
            </a:cxnLst>
            <a:rect l="l" t="t" r="r" b="b"/>
            <a:pathLst>
              <a:path w="565451" h="6344">
                <a:moveTo>
                  <a:pt x="0" y="0"/>
                </a:moveTo>
                <a:lnTo>
                  <a:pt x="565452"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9" name="任意多边形: 形状 28">
            <a:extLst>
              <a:ext uri="{FF2B5EF4-FFF2-40B4-BE49-F238E27FC236}">
                <a16:creationId xmlns:a16="http://schemas.microsoft.com/office/drawing/2014/main" id="{D7699B71-8DE0-9DEB-B11E-E15B9314820B}"/>
              </a:ext>
            </a:extLst>
          </p:cNvPr>
          <p:cNvSpPr/>
          <p:nvPr/>
        </p:nvSpPr>
        <p:spPr>
          <a:xfrm>
            <a:off x="7205397" y="3550157"/>
            <a:ext cx="51641" cy="77937"/>
          </a:xfrm>
          <a:custGeom>
            <a:avLst/>
            <a:gdLst>
              <a:gd name="connsiteX0" fmla="*/ 0 w 51641"/>
              <a:gd name="connsiteY0" fmla="*/ 0 h 77937"/>
              <a:gd name="connsiteX1" fmla="*/ 51641 w 51641"/>
              <a:gd name="connsiteY1" fmla="*/ 38966 h 77937"/>
              <a:gd name="connsiteX2" fmla="*/ 0 w 51641"/>
              <a:gd name="connsiteY2" fmla="*/ 77938 h 77937"/>
            </a:gdLst>
            <a:ahLst/>
            <a:cxnLst>
              <a:cxn ang="0">
                <a:pos x="connsiteX0" y="connsiteY0"/>
              </a:cxn>
              <a:cxn ang="0">
                <a:pos x="connsiteX1" y="connsiteY1"/>
              </a:cxn>
              <a:cxn ang="0">
                <a:pos x="connsiteX2" y="connsiteY2"/>
              </a:cxn>
            </a:cxnLst>
            <a:rect l="l" t="t" r="r" b="b"/>
            <a:pathLst>
              <a:path w="51641" h="77937">
                <a:moveTo>
                  <a:pt x="0" y="0"/>
                </a:moveTo>
                <a:lnTo>
                  <a:pt x="51641" y="38966"/>
                </a:lnTo>
                <a:lnTo>
                  <a:pt x="0" y="77938"/>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任意多边形: 形状 29">
            <a:extLst>
              <a:ext uri="{FF2B5EF4-FFF2-40B4-BE49-F238E27FC236}">
                <a16:creationId xmlns:a16="http://schemas.microsoft.com/office/drawing/2014/main" id="{56D7CA02-AA4B-3D48-9306-645A9F41A1AB}"/>
              </a:ext>
            </a:extLst>
          </p:cNvPr>
          <p:cNvSpPr/>
          <p:nvPr/>
        </p:nvSpPr>
        <p:spPr>
          <a:xfrm>
            <a:off x="6632698"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0"/>
                  <a:pt x="48080" y="61948"/>
                  <a:pt x="30974" y="61948"/>
                </a:cubicBezTo>
                <a:cubicBezTo>
                  <a:pt x="13867" y="61948"/>
                  <a:pt x="0" y="48080"/>
                  <a:pt x="0" y="30974"/>
                </a:cubicBezTo>
                <a:cubicBezTo>
                  <a:pt x="0" y="13868"/>
                  <a:pt x="13867"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任意多边形: 形状 30">
            <a:extLst>
              <a:ext uri="{FF2B5EF4-FFF2-40B4-BE49-F238E27FC236}">
                <a16:creationId xmlns:a16="http://schemas.microsoft.com/office/drawing/2014/main" id="{47AC7711-4A9D-EC1A-0313-2DFDD3AAD23B}"/>
              </a:ext>
            </a:extLst>
          </p:cNvPr>
          <p:cNvSpPr/>
          <p:nvPr/>
        </p:nvSpPr>
        <p:spPr>
          <a:xfrm>
            <a:off x="8738391" y="3585953"/>
            <a:ext cx="565451" cy="6344"/>
          </a:xfrm>
          <a:custGeom>
            <a:avLst/>
            <a:gdLst>
              <a:gd name="connsiteX0" fmla="*/ 0 w 565451"/>
              <a:gd name="connsiteY0" fmla="*/ 0 h 6344"/>
              <a:gd name="connsiteX1" fmla="*/ 565452 w 565451"/>
              <a:gd name="connsiteY1" fmla="*/ 0 h 6344"/>
            </a:gdLst>
            <a:ahLst/>
            <a:cxnLst>
              <a:cxn ang="0">
                <a:pos x="connsiteX0" y="connsiteY0"/>
              </a:cxn>
              <a:cxn ang="0">
                <a:pos x="connsiteX1" y="connsiteY1"/>
              </a:cxn>
            </a:cxnLst>
            <a:rect l="l" t="t" r="r" b="b"/>
            <a:pathLst>
              <a:path w="565451" h="6344">
                <a:moveTo>
                  <a:pt x="0" y="0"/>
                </a:moveTo>
                <a:lnTo>
                  <a:pt x="565452" y="0"/>
                </a:lnTo>
              </a:path>
            </a:pathLst>
          </a:custGeom>
          <a:noFill/>
          <a:ln w="12680" cap="flat">
            <a:solidFill>
              <a:schemeClr val="accent1"/>
            </a:solidFill>
            <a:custDash>
              <a:ds d="600000" sp="60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任意多边形: 形状 31">
            <a:extLst>
              <a:ext uri="{FF2B5EF4-FFF2-40B4-BE49-F238E27FC236}">
                <a16:creationId xmlns:a16="http://schemas.microsoft.com/office/drawing/2014/main" id="{F75E4C4E-AB2B-3A5A-7FCF-317B04A3D1E9}"/>
              </a:ext>
            </a:extLst>
          </p:cNvPr>
          <p:cNvSpPr/>
          <p:nvPr/>
        </p:nvSpPr>
        <p:spPr>
          <a:xfrm>
            <a:off x="9252202" y="3550157"/>
            <a:ext cx="51641" cy="77937"/>
          </a:xfrm>
          <a:custGeom>
            <a:avLst/>
            <a:gdLst>
              <a:gd name="connsiteX0" fmla="*/ 0 w 51641"/>
              <a:gd name="connsiteY0" fmla="*/ 0 h 77937"/>
              <a:gd name="connsiteX1" fmla="*/ 51641 w 51641"/>
              <a:gd name="connsiteY1" fmla="*/ 38966 h 77937"/>
              <a:gd name="connsiteX2" fmla="*/ 0 w 51641"/>
              <a:gd name="connsiteY2" fmla="*/ 77938 h 77937"/>
            </a:gdLst>
            <a:ahLst/>
            <a:cxnLst>
              <a:cxn ang="0">
                <a:pos x="connsiteX0" y="connsiteY0"/>
              </a:cxn>
              <a:cxn ang="0">
                <a:pos x="connsiteX1" y="connsiteY1"/>
              </a:cxn>
              <a:cxn ang="0">
                <a:pos x="connsiteX2" y="connsiteY2"/>
              </a:cxn>
            </a:cxnLst>
            <a:rect l="l" t="t" r="r" b="b"/>
            <a:pathLst>
              <a:path w="51641" h="77937">
                <a:moveTo>
                  <a:pt x="0" y="0"/>
                </a:moveTo>
                <a:lnTo>
                  <a:pt x="51641" y="38966"/>
                </a:lnTo>
                <a:lnTo>
                  <a:pt x="0" y="77938"/>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任意多边形: 形状 32">
            <a:extLst>
              <a:ext uri="{FF2B5EF4-FFF2-40B4-BE49-F238E27FC236}">
                <a16:creationId xmlns:a16="http://schemas.microsoft.com/office/drawing/2014/main" id="{5AF0FA54-385F-6892-5CC0-6EA22D2CCA93}"/>
              </a:ext>
            </a:extLst>
          </p:cNvPr>
          <p:cNvSpPr/>
          <p:nvPr/>
        </p:nvSpPr>
        <p:spPr>
          <a:xfrm>
            <a:off x="8679503" y="3558152"/>
            <a:ext cx="61947" cy="61947"/>
          </a:xfrm>
          <a:custGeom>
            <a:avLst/>
            <a:gdLst>
              <a:gd name="connsiteX0" fmla="*/ 61948 w 61947"/>
              <a:gd name="connsiteY0" fmla="*/ 30974 h 61947"/>
              <a:gd name="connsiteX1" fmla="*/ 30974 w 61947"/>
              <a:gd name="connsiteY1" fmla="*/ 61948 h 61947"/>
              <a:gd name="connsiteX2" fmla="*/ 0 w 61947"/>
              <a:gd name="connsiteY2" fmla="*/ 30974 h 61947"/>
              <a:gd name="connsiteX3" fmla="*/ 30974 w 61947"/>
              <a:gd name="connsiteY3" fmla="*/ 0 h 61947"/>
              <a:gd name="connsiteX4" fmla="*/ 61948 w 61947"/>
              <a:gd name="connsiteY4" fmla="*/ 30974 h 6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47" h="61947">
                <a:moveTo>
                  <a:pt x="61948" y="30974"/>
                </a:moveTo>
                <a:cubicBezTo>
                  <a:pt x="61948" y="48080"/>
                  <a:pt x="48080" y="61948"/>
                  <a:pt x="30974" y="61948"/>
                </a:cubicBezTo>
                <a:cubicBezTo>
                  <a:pt x="13868" y="61948"/>
                  <a:pt x="0" y="48080"/>
                  <a:pt x="0" y="30974"/>
                </a:cubicBezTo>
                <a:cubicBezTo>
                  <a:pt x="0" y="13868"/>
                  <a:pt x="13868" y="0"/>
                  <a:pt x="30974" y="0"/>
                </a:cubicBezTo>
                <a:cubicBezTo>
                  <a:pt x="48080" y="0"/>
                  <a:pt x="61948" y="13868"/>
                  <a:pt x="61948" y="30974"/>
                </a:cubicBezTo>
                <a:close/>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8" name="任意多边形: 形状 47">
            <a:extLst>
              <a:ext uri="{FF2B5EF4-FFF2-40B4-BE49-F238E27FC236}">
                <a16:creationId xmlns:a16="http://schemas.microsoft.com/office/drawing/2014/main" id="{BCCE2881-E034-CA21-AB9E-B57321BC35E8}"/>
              </a:ext>
            </a:extLst>
          </p:cNvPr>
          <p:cNvSpPr/>
          <p:nvPr/>
        </p:nvSpPr>
        <p:spPr>
          <a:xfrm>
            <a:off x="1825521" y="2153469"/>
            <a:ext cx="2062259" cy="560706"/>
          </a:xfrm>
          <a:custGeom>
            <a:avLst/>
            <a:gdLst>
              <a:gd name="connsiteX0" fmla="*/ 2062260 w 2062259"/>
              <a:gd name="connsiteY0" fmla="*/ 560707 h 560706"/>
              <a:gd name="connsiteX1" fmla="*/ 2062260 w 2062259"/>
              <a:gd name="connsiteY1" fmla="*/ 0 h 560706"/>
              <a:gd name="connsiteX2" fmla="*/ 0 w 2062259"/>
              <a:gd name="connsiteY2" fmla="*/ 0 h 560706"/>
              <a:gd name="connsiteX3" fmla="*/ 0 w 2062259"/>
              <a:gd name="connsiteY3" fmla="*/ 560707 h 560706"/>
            </a:gdLst>
            <a:ahLst/>
            <a:cxnLst>
              <a:cxn ang="0">
                <a:pos x="connsiteX0" y="connsiteY0"/>
              </a:cxn>
              <a:cxn ang="0">
                <a:pos x="connsiteX1" y="connsiteY1"/>
              </a:cxn>
              <a:cxn ang="0">
                <a:pos x="connsiteX2" y="connsiteY2"/>
              </a:cxn>
              <a:cxn ang="0">
                <a:pos x="connsiteX3" y="connsiteY3"/>
              </a:cxn>
            </a:cxnLst>
            <a:rect l="l" t="t" r="r" b="b"/>
            <a:pathLst>
              <a:path w="2062259" h="560706">
                <a:moveTo>
                  <a:pt x="2062260" y="560707"/>
                </a:moveTo>
                <a:lnTo>
                  <a:pt x="2062260" y="0"/>
                </a:lnTo>
                <a:lnTo>
                  <a:pt x="0" y="0"/>
                </a:lnTo>
                <a:lnTo>
                  <a:pt x="0" y="560707"/>
                </a:lnTo>
              </a:path>
            </a:pathLst>
          </a:custGeom>
          <a:noFill/>
          <a:ln w="12680" cap="flat">
            <a:solidFill>
              <a:schemeClr val="accent1"/>
            </a:solidFill>
            <a:prstDash val="solid"/>
            <a:miter/>
            <a:headEnd type="triangle"/>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9" name="任意多边形: 形状 48">
            <a:extLst>
              <a:ext uri="{FF2B5EF4-FFF2-40B4-BE49-F238E27FC236}">
                <a16:creationId xmlns:a16="http://schemas.microsoft.com/office/drawing/2014/main" id="{AD347871-3E9A-576E-0016-06732134FA35}"/>
              </a:ext>
            </a:extLst>
          </p:cNvPr>
          <p:cNvSpPr/>
          <p:nvPr/>
        </p:nvSpPr>
        <p:spPr>
          <a:xfrm>
            <a:off x="4835371" y="3694044"/>
            <a:ext cx="57293" cy="72950"/>
          </a:xfrm>
          <a:custGeom>
            <a:avLst/>
            <a:gdLst>
              <a:gd name="connsiteX0" fmla="*/ 0 w 57293"/>
              <a:gd name="connsiteY0" fmla="*/ 0 h 72950"/>
              <a:gd name="connsiteX1" fmla="*/ 57294 w 57293"/>
              <a:gd name="connsiteY1" fmla="*/ 29855 h 72950"/>
              <a:gd name="connsiteX2" fmla="*/ 16374 w 57293"/>
              <a:gd name="connsiteY2" fmla="*/ 72951 h 72950"/>
            </a:gdLst>
            <a:ahLst/>
            <a:cxnLst>
              <a:cxn ang="0">
                <a:pos x="connsiteX0" y="connsiteY0"/>
              </a:cxn>
              <a:cxn ang="0">
                <a:pos x="connsiteX1" y="connsiteY1"/>
              </a:cxn>
              <a:cxn ang="0">
                <a:pos x="connsiteX2" y="connsiteY2"/>
              </a:cxn>
            </a:cxnLst>
            <a:rect l="l" t="t" r="r" b="b"/>
            <a:pathLst>
              <a:path w="57293" h="72950">
                <a:moveTo>
                  <a:pt x="0" y="0"/>
                </a:moveTo>
                <a:lnTo>
                  <a:pt x="57294" y="29855"/>
                </a:lnTo>
                <a:lnTo>
                  <a:pt x="16374" y="72951"/>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0" name="任意多边形: 形状 49">
            <a:extLst>
              <a:ext uri="{FF2B5EF4-FFF2-40B4-BE49-F238E27FC236}">
                <a16:creationId xmlns:a16="http://schemas.microsoft.com/office/drawing/2014/main" id="{F12D1187-9524-B86F-32F2-6DA20942C475}"/>
              </a:ext>
            </a:extLst>
          </p:cNvPr>
          <p:cNvSpPr/>
          <p:nvPr/>
        </p:nvSpPr>
        <p:spPr>
          <a:xfrm flipH="1">
            <a:off x="8141557" y="4212911"/>
            <a:ext cx="1791263" cy="822979"/>
          </a:xfrm>
          <a:custGeom>
            <a:avLst/>
            <a:gdLst>
              <a:gd name="connsiteX0" fmla="*/ 0 w 1791263"/>
              <a:gd name="connsiteY0" fmla="*/ 0 h 822979"/>
              <a:gd name="connsiteX1" fmla="*/ 0 w 1791263"/>
              <a:gd name="connsiteY1" fmla="*/ 822979 h 822979"/>
              <a:gd name="connsiteX2" fmla="*/ 1791264 w 1791263"/>
              <a:gd name="connsiteY2" fmla="*/ 822979 h 822979"/>
              <a:gd name="connsiteX3" fmla="*/ 1791264 w 1791263"/>
              <a:gd name="connsiteY3" fmla="*/ 0 h 822979"/>
            </a:gdLst>
            <a:ahLst/>
            <a:cxnLst>
              <a:cxn ang="0">
                <a:pos x="connsiteX0" y="connsiteY0"/>
              </a:cxn>
              <a:cxn ang="0">
                <a:pos x="connsiteX1" y="connsiteY1"/>
              </a:cxn>
              <a:cxn ang="0">
                <a:pos x="connsiteX2" y="connsiteY2"/>
              </a:cxn>
              <a:cxn ang="0">
                <a:pos x="connsiteX3" y="connsiteY3"/>
              </a:cxn>
            </a:cxnLst>
            <a:rect l="l" t="t" r="r" b="b"/>
            <a:pathLst>
              <a:path w="1791263" h="822979">
                <a:moveTo>
                  <a:pt x="0" y="0"/>
                </a:moveTo>
                <a:lnTo>
                  <a:pt x="0" y="822979"/>
                </a:lnTo>
                <a:lnTo>
                  <a:pt x="1791264" y="822979"/>
                </a:lnTo>
                <a:lnTo>
                  <a:pt x="1791264" y="0"/>
                </a:lnTo>
              </a:path>
            </a:pathLst>
          </a:custGeom>
          <a:noFill/>
          <a:ln w="12680" cap="flat">
            <a:solidFill>
              <a:schemeClr val="accent1"/>
            </a:solidFill>
            <a:prstDash val="solid"/>
            <a:miter/>
            <a:headEnd type="triangle"/>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1" name="任意多边形: 形状 50">
            <a:extLst>
              <a:ext uri="{FF2B5EF4-FFF2-40B4-BE49-F238E27FC236}">
                <a16:creationId xmlns:a16="http://schemas.microsoft.com/office/drawing/2014/main" id="{86641D1A-A9C6-49CB-EBAA-2553A553F50E}"/>
              </a:ext>
            </a:extLst>
          </p:cNvPr>
          <p:cNvSpPr/>
          <p:nvPr/>
        </p:nvSpPr>
        <p:spPr>
          <a:xfrm>
            <a:off x="4104781" y="3726399"/>
            <a:ext cx="777802" cy="1220406"/>
          </a:xfrm>
          <a:custGeom>
            <a:avLst/>
            <a:gdLst>
              <a:gd name="connsiteX0" fmla="*/ 0 w 777802"/>
              <a:gd name="connsiteY0" fmla="*/ 1220407 h 1220406"/>
              <a:gd name="connsiteX1" fmla="*/ 0 w 777802"/>
              <a:gd name="connsiteY1" fmla="*/ 943835 h 1220406"/>
              <a:gd name="connsiteX2" fmla="*/ 777803 w 777802"/>
              <a:gd name="connsiteY2" fmla="*/ 0 h 1220406"/>
              <a:gd name="connsiteX3" fmla="*/ 777803 w 777802"/>
              <a:gd name="connsiteY3" fmla="*/ 0 h 1220406"/>
            </a:gdLst>
            <a:ahLst/>
            <a:cxnLst>
              <a:cxn ang="0">
                <a:pos x="connsiteX0" y="connsiteY0"/>
              </a:cxn>
              <a:cxn ang="0">
                <a:pos x="connsiteX1" y="connsiteY1"/>
              </a:cxn>
              <a:cxn ang="0">
                <a:pos x="connsiteX2" y="connsiteY2"/>
              </a:cxn>
              <a:cxn ang="0">
                <a:pos x="connsiteX3" y="connsiteY3"/>
              </a:cxn>
            </a:cxnLst>
            <a:rect l="l" t="t" r="r" b="b"/>
            <a:pathLst>
              <a:path w="777802" h="1220406">
                <a:moveTo>
                  <a:pt x="0" y="1220407"/>
                </a:moveTo>
                <a:lnTo>
                  <a:pt x="0" y="943835"/>
                </a:lnTo>
                <a:cubicBezTo>
                  <a:pt x="0" y="483632"/>
                  <a:pt x="326082" y="87942"/>
                  <a:pt x="777803" y="0"/>
                </a:cubicBezTo>
                <a:lnTo>
                  <a:pt x="777803" y="0"/>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2" name="任意多边形: 形状 51">
            <a:extLst>
              <a:ext uri="{FF2B5EF4-FFF2-40B4-BE49-F238E27FC236}">
                <a16:creationId xmlns:a16="http://schemas.microsoft.com/office/drawing/2014/main" id="{1B66C9AC-2341-7F85-DDAD-A836A7928240}"/>
              </a:ext>
            </a:extLst>
          </p:cNvPr>
          <p:cNvSpPr/>
          <p:nvPr/>
        </p:nvSpPr>
        <p:spPr>
          <a:xfrm>
            <a:off x="3506460" y="5195426"/>
            <a:ext cx="875774" cy="203138"/>
          </a:xfrm>
          <a:custGeom>
            <a:avLst/>
            <a:gdLst>
              <a:gd name="connsiteX0" fmla="*/ 0 w 875774"/>
              <a:gd name="connsiteY0" fmla="*/ 0 h 203138"/>
              <a:gd name="connsiteX1" fmla="*/ 875775 w 875774"/>
              <a:gd name="connsiteY1" fmla="*/ 0 h 203138"/>
              <a:gd name="connsiteX2" fmla="*/ 875775 w 875774"/>
              <a:gd name="connsiteY2" fmla="*/ 203139 h 203138"/>
              <a:gd name="connsiteX3" fmla="*/ 0 w 875774"/>
              <a:gd name="connsiteY3" fmla="*/ 203139 h 203138"/>
            </a:gdLst>
            <a:ahLst/>
            <a:cxnLst>
              <a:cxn ang="0">
                <a:pos x="connsiteX0" y="connsiteY0"/>
              </a:cxn>
              <a:cxn ang="0">
                <a:pos x="connsiteX1" y="connsiteY1"/>
              </a:cxn>
              <a:cxn ang="0">
                <a:pos x="connsiteX2" y="connsiteY2"/>
              </a:cxn>
              <a:cxn ang="0">
                <a:pos x="connsiteX3" y="connsiteY3"/>
              </a:cxn>
            </a:cxnLst>
            <a:rect l="l" t="t" r="r" b="b"/>
            <a:pathLst>
              <a:path w="875774" h="203138">
                <a:moveTo>
                  <a:pt x="0" y="0"/>
                </a:moveTo>
                <a:lnTo>
                  <a:pt x="875775" y="0"/>
                </a:lnTo>
                <a:lnTo>
                  <a:pt x="875775" y="203139"/>
                </a:lnTo>
                <a:lnTo>
                  <a:pt x="0" y="203139"/>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3" name="任意多边形: 形状 52">
            <a:extLst>
              <a:ext uri="{FF2B5EF4-FFF2-40B4-BE49-F238E27FC236}">
                <a16:creationId xmlns:a16="http://schemas.microsoft.com/office/drawing/2014/main" id="{9902131C-EB73-D716-AD7F-5A86BD312271}"/>
              </a:ext>
            </a:extLst>
          </p:cNvPr>
          <p:cNvSpPr/>
          <p:nvPr/>
        </p:nvSpPr>
        <p:spPr>
          <a:xfrm>
            <a:off x="3503288" y="5192254"/>
            <a:ext cx="226164" cy="209483"/>
          </a:xfrm>
          <a:custGeom>
            <a:avLst/>
            <a:gdLst>
              <a:gd name="connsiteX0" fmla="*/ 0 w 226164"/>
              <a:gd name="connsiteY0" fmla="*/ 0 h 209483"/>
              <a:gd name="connsiteX1" fmla="*/ 226165 w 226164"/>
              <a:gd name="connsiteY1" fmla="*/ 0 h 209483"/>
              <a:gd name="connsiteX2" fmla="*/ 226165 w 226164"/>
              <a:gd name="connsiteY2" fmla="*/ 209483 h 209483"/>
              <a:gd name="connsiteX3" fmla="*/ 0 w 226164"/>
              <a:gd name="connsiteY3" fmla="*/ 209483 h 209483"/>
            </a:gdLst>
            <a:ahLst/>
            <a:cxnLst>
              <a:cxn ang="0">
                <a:pos x="connsiteX0" y="connsiteY0"/>
              </a:cxn>
              <a:cxn ang="0">
                <a:pos x="connsiteX1" y="connsiteY1"/>
              </a:cxn>
              <a:cxn ang="0">
                <a:pos x="connsiteX2" y="connsiteY2"/>
              </a:cxn>
              <a:cxn ang="0">
                <a:pos x="connsiteX3" y="connsiteY3"/>
              </a:cxn>
            </a:cxnLst>
            <a:rect l="l" t="t" r="r" b="b"/>
            <a:pathLst>
              <a:path w="226164" h="209483">
                <a:moveTo>
                  <a:pt x="0" y="0"/>
                </a:moveTo>
                <a:lnTo>
                  <a:pt x="226165" y="0"/>
                </a:lnTo>
                <a:lnTo>
                  <a:pt x="226165" y="209483"/>
                </a:lnTo>
                <a:lnTo>
                  <a:pt x="0" y="20948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6" name="任意多边形: 形状 55">
            <a:extLst>
              <a:ext uri="{FF2B5EF4-FFF2-40B4-BE49-F238E27FC236}">
                <a16:creationId xmlns:a16="http://schemas.microsoft.com/office/drawing/2014/main" id="{8281E58A-DB96-8E71-5F37-8F6F7B7BAC29}"/>
              </a:ext>
            </a:extLst>
          </p:cNvPr>
          <p:cNvSpPr/>
          <p:nvPr/>
        </p:nvSpPr>
        <p:spPr>
          <a:xfrm>
            <a:off x="3506460" y="5476547"/>
            <a:ext cx="875774" cy="203138"/>
          </a:xfrm>
          <a:custGeom>
            <a:avLst/>
            <a:gdLst>
              <a:gd name="connsiteX0" fmla="*/ 0 w 875774"/>
              <a:gd name="connsiteY0" fmla="*/ 0 h 203138"/>
              <a:gd name="connsiteX1" fmla="*/ 875775 w 875774"/>
              <a:gd name="connsiteY1" fmla="*/ 0 h 203138"/>
              <a:gd name="connsiteX2" fmla="*/ 875775 w 875774"/>
              <a:gd name="connsiteY2" fmla="*/ 203139 h 203138"/>
              <a:gd name="connsiteX3" fmla="*/ 0 w 875774"/>
              <a:gd name="connsiteY3" fmla="*/ 203139 h 203138"/>
            </a:gdLst>
            <a:ahLst/>
            <a:cxnLst>
              <a:cxn ang="0">
                <a:pos x="connsiteX0" y="connsiteY0"/>
              </a:cxn>
              <a:cxn ang="0">
                <a:pos x="connsiteX1" y="connsiteY1"/>
              </a:cxn>
              <a:cxn ang="0">
                <a:pos x="connsiteX2" y="connsiteY2"/>
              </a:cxn>
              <a:cxn ang="0">
                <a:pos x="connsiteX3" y="connsiteY3"/>
              </a:cxn>
            </a:cxnLst>
            <a:rect l="l" t="t" r="r" b="b"/>
            <a:pathLst>
              <a:path w="875774" h="203138">
                <a:moveTo>
                  <a:pt x="0" y="0"/>
                </a:moveTo>
                <a:lnTo>
                  <a:pt x="875775" y="0"/>
                </a:lnTo>
                <a:lnTo>
                  <a:pt x="875775" y="203139"/>
                </a:lnTo>
                <a:lnTo>
                  <a:pt x="0" y="203139"/>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任意多边形: 形状 56">
            <a:extLst>
              <a:ext uri="{FF2B5EF4-FFF2-40B4-BE49-F238E27FC236}">
                <a16:creationId xmlns:a16="http://schemas.microsoft.com/office/drawing/2014/main" id="{9FF92698-072C-172B-BE89-66E48662E16A}"/>
              </a:ext>
            </a:extLst>
          </p:cNvPr>
          <p:cNvSpPr/>
          <p:nvPr/>
        </p:nvSpPr>
        <p:spPr>
          <a:xfrm>
            <a:off x="3503288" y="5473375"/>
            <a:ext cx="226164" cy="209483"/>
          </a:xfrm>
          <a:custGeom>
            <a:avLst/>
            <a:gdLst>
              <a:gd name="connsiteX0" fmla="*/ 0 w 226164"/>
              <a:gd name="connsiteY0" fmla="*/ 0 h 209483"/>
              <a:gd name="connsiteX1" fmla="*/ 226165 w 226164"/>
              <a:gd name="connsiteY1" fmla="*/ 0 h 209483"/>
              <a:gd name="connsiteX2" fmla="*/ 226165 w 226164"/>
              <a:gd name="connsiteY2" fmla="*/ 209483 h 209483"/>
              <a:gd name="connsiteX3" fmla="*/ 0 w 226164"/>
              <a:gd name="connsiteY3" fmla="*/ 209483 h 209483"/>
            </a:gdLst>
            <a:ahLst/>
            <a:cxnLst>
              <a:cxn ang="0">
                <a:pos x="connsiteX0" y="connsiteY0"/>
              </a:cxn>
              <a:cxn ang="0">
                <a:pos x="connsiteX1" y="connsiteY1"/>
              </a:cxn>
              <a:cxn ang="0">
                <a:pos x="connsiteX2" y="connsiteY2"/>
              </a:cxn>
              <a:cxn ang="0">
                <a:pos x="connsiteX3" y="connsiteY3"/>
              </a:cxn>
            </a:cxnLst>
            <a:rect l="l" t="t" r="r" b="b"/>
            <a:pathLst>
              <a:path w="226164" h="209483">
                <a:moveTo>
                  <a:pt x="0" y="0"/>
                </a:moveTo>
                <a:lnTo>
                  <a:pt x="226165" y="0"/>
                </a:lnTo>
                <a:lnTo>
                  <a:pt x="226165" y="209483"/>
                </a:lnTo>
                <a:lnTo>
                  <a:pt x="0" y="20948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0" name="任意多边形: 形状 59">
            <a:extLst>
              <a:ext uri="{FF2B5EF4-FFF2-40B4-BE49-F238E27FC236}">
                <a16:creationId xmlns:a16="http://schemas.microsoft.com/office/drawing/2014/main" id="{90E84A87-053C-EC78-E89E-99D9E454B43F}"/>
              </a:ext>
            </a:extLst>
          </p:cNvPr>
          <p:cNvSpPr/>
          <p:nvPr/>
        </p:nvSpPr>
        <p:spPr>
          <a:xfrm>
            <a:off x="3506460" y="5757674"/>
            <a:ext cx="875774" cy="203138"/>
          </a:xfrm>
          <a:custGeom>
            <a:avLst/>
            <a:gdLst>
              <a:gd name="connsiteX0" fmla="*/ 0 w 875774"/>
              <a:gd name="connsiteY0" fmla="*/ 0 h 203138"/>
              <a:gd name="connsiteX1" fmla="*/ 875775 w 875774"/>
              <a:gd name="connsiteY1" fmla="*/ 0 h 203138"/>
              <a:gd name="connsiteX2" fmla="*/ 875775 w 875774"/>
              <a:gd name="connsiteY2" fmla="*/ 203139 h 203138"/>
              <a:gd name="connsiteX3" fmla="*/ 0 w 875774"/>
              <a:gd name="connsiteY3" fmla="*/ 203139 h 203138"/>
            </a:gdLst>
            <a:ahLst/>
            <a:cxnLst>
              <a:cxn ang="0">
                <a:pos x="connsiteX0" y="connsiteY0"/>
              </a:cxn>
              <a:cxn ang="0">
                <a:pos x="connsiteX1" y="connsiteY1"/>
              </a:cxn>
              <a:cxn ang="0">
                <a:pos x="connsiteX2" y="connsiteY2"/>
              </a:cxn>
              <a:cxn ang="0">
                <a:pos x="connsiteX3" y="connsiteY3"/>
              </a:cxn>
            </a:cxnLst>
            <a:rect l="l" t="t" r="r" b="b"/>
            <a:pathLst>
              <a:path w="875774" h="203138">
                <a:moveTo>
                  <a:pt x="0" y="0"/>
                </a:moveTo>
                <a:lnTo>
                  <a:pt x="875775" y="0"/>
                </a:lnTo>
                <a:lnTo>
                  <a:pt x="875775" y="203139"/>
                </a:lnTo>
                <a:lnTo>
                  <a:pt x="0" y="203139"/>
                </a:ln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任意多边形: 形状 60">
            <a:extLst>
              <a:ext uri="{FF2B5EF4-FFF2-40B4-BE49-F238E27FC236}">
                <a16:creationId xmlns:a16="http://schemas.microsoft.com/office/drawing/2014/main" id="{F91A9A69-EB10-A753-7430-DC4ACC0435F0}"/>
              </a:ext>
            </a:extLst>
          </p:cNvPr>
          <p:cNvSpPr/>
          <p:nvPr/>
        </p:nvSpPr>
        <p:spPr>
          <a:xfrm>
            <a:off x="3503288" y="5754502"/>
            <a:ext cx="226164" cy="209483"/>
          </a:xfrm>
          <a:custGeom>
            <a:avLst/>
            <a:gdLst>
              <a:gd name="connsiteX0" fmla="*/ 0 w 226164"/>
              <a:gd name="connsiteY0" fmla="*/ 0 h 209483"/>
              <a:gd name="connsiteX1" fmla="*/ 226165 w 226164"/>
              <a:gd name="connsiteY1" fmla="*/ 0 h 209483"/>
              <a:gd name="connsiteX2" fmla="*/ 226165 w 226164"/>
              <a:gd name="connsiteY2" fmla="*/ 209483 h 209483"/>
              <a:gd name="connsiteX3" fmla="*/ 0 w 226164"/>
              <a:gd name="connsiteY3" fmla="*/ 209483 h 209483"/>
            </a:gdLst>
            <a:ahLst/>
            <a:cxnLst>
              <a:cxn ang="0">
                <a:pos x="connsiteX0" y="connsiteY0"/>
              </a:cxn>
              <a:cxn ang="0">
                <a:pos x="connsiteX1" y="connsiteY1"/>
              </a:cxn>
              <a:cxn ang="0">
                <a:pos x="connsiteX2" y="connsiteY2"/>
              </a:cxn>
              <a:cxn ang="0">
                <a:pos x="connsiteX3" y="connsiteY3"/>
              </a:cxn>
            </a:cxnLst>
            <a:rect l="l" t="t" r="r" b="b"/>
            <a:pathLst>
              <a:path w="226164" h="209483">
                <a:moveTo>
                  <a:pt x="0" y="0"/>
                </a:moveTo>
                <a:lnTo>
                  <a:pt x="226165" y="0"/>
                </a:lnTo>
                <a:lnTo>
                  <a:pt x="226165" y="209483"/>
                </a:lnTo>
                <a:lnTo>
                  <a:pt x="0" y="209483"/>
                </a:ln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任意多边形: 形状 63">
            <a:extLst>
              <a:ext uri="{FF2B5EF4-FFF2-40B4-BE49-F238E27FC236}">
                <a16:creationId xmlns:a16="http://schemas.microsoft.com/office/drawing/2014/main" id="{234C3356-4598-A3EF-B847-8811822DF96A}"/>
              </a:ext>
            </a:extLst>
          </p:cNvPr>
          <p:cNvSpPr/>
          <p:nvPr/>
        </p:nvSpPr>
        <p:spPr>
          <a:xfrm>
            <a:off x="3185207" y="5500877"/>
            <a:ext cx="164921" cy="6344"/>
          </a:xfrm>
          <a:custGeom>
            <a:avLst/>
            <a:gdLst>
              <a:gd name="connsiteX0" fmla="*/ 164922 w 164921"/>
              <a:gd name="connsiteY0" fmla="*/ 0 h 6344"/>
              <a:gd name="connsiteX1" fmla="*/ 0 w 164921"/>
              <a:gd name="connsiteY1" fmla="*/ 0 h 6344"/>
            </a:gdLst>
            <a:ahLst/>
            <a:cxnLst>
              <a:cxn ang="0">
                <a:pos x="connsiteX0" y="connsiteY0"/>
              </a:cxn>
              <a:cxn ang="0">
                <a:pos x="connsiteX1" y="connsiteY1"/>
              </a:cxn>
            </a:cxnLst>
            <a:rect l="l" t="t" r="r" b="b"/>
            <a:pathLst>
              <a:path w="164921" h="6344">
                <a:moveTo>
                  <a:pt x="164922" y="0"/>
                </a:moveTo>
                <a:lnTo>
                  <a:pt x="0" y="0"/>
                </a:lnTo>
              </a:path>
            </a:pathLst>
          </a:custGeom>
          <a:noFill/>
          <a:ln w="6340" cap="flat">
            <a:solidFill>
              <a:schemeClr val="accent1"/>
            </a:solidFill>
            <a:custDash>
              <a:ds d="150000" sp="15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任意多边形: 形状 64">
            <a:extLst>
              <a:ext uri="{FF2B5EF4-FFF2-40B4-BE49-F238E27FC236}">
                <a16:creationId xmlns:a16="http://schemas.microsoft.com/office/drawing/2014/main" id="{4F162EA9-308A-E240-DCA9-036D6E0E883C}"/>
              </a:ext>
            </a:extLst>
          </p:cNvPr>
          <p:cNvSpPr/>
          <p:nvPr/>
        </p:nvSpPr>
        <p:spPr>
          <a:xfrm>
            <a:off x="3162767" y="5477061"/>
            <a:ext cx="30445" cy="47644"/>
          </a:xfrm>
          <a:custGeom>
            <a:avLst/>
            <a:gdLst>
              <a:gd name="connsiteX0" fmla="*/ 0 w 30445"/>
              <a:gd name="connsiteY0" fmla="*/ 23822 h 47644"/>
              <a:gd name="connsiteX1" fmla="*/ 30446 w 30445"/>
              <a:gd name="connsiteY1" fmla="*/ 47644 h 47644"/>
              <a:gd name="connsiteX2" fmla="*/ 30446 w 30445"/>
              <a:gd name="connsiteY2" fmla="*/ 0 h 47644"/>
              <a:gd name="connsiteX3" fmla="*/ 0 w 30445"/>
              <a:gd name="connsiteY3" fmla="*/ 23822 h 47644"/>
            </a:gdLst>
            <a:ahLst/>
            <a:cxnLst>
              <a:cxn ang="0">
                <a:pos x="connsiteX0" y="connsiteY0"/>
              </a:cxn>
              <a:cxn ang="0">
                <a:pos x="connsiteX1" y="connsiteY1"/>
              </a:cxn>
              <a:cxn ang="0">
                <a:pos x="connsiteX2" y="connsiteY2"/>
              </a:cxn>
              <a:cxn ang="0">
                <a:pos x="connsiteX3" y="connsiteY3"/>
              </a:cxn>
            </a:cxnLst>
            <a:rect l="l" t="t" r="r" b="b"/>
            <a:pathLst>
              <a:path w="30445" h="47644">
                <a:moveTo>
                  <a:pt x="0" y="23822"/>
                </a:moveTo>
                <a:lnTo>
                  <a:pt x="30446" y="47644"/>
                </a:lnTo>
                <a:lnTo>
                  <a:pt x="30446" y="0"/>
                </a:lnTo>
                <a:lnTo>
                  <a:pt x="0" y="23822"/>
                </a:lnTo>
                <a:close/>
              </a:path>
            </a:pathLst>
          </a:custGeom>
          <a:solidFill>
            <a:schemeClr val="accent1"/>
          </a:solid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任意多边形: 形状 65">
            <a:extLst>
              <a:ext uri="{FF2B5EF4-FFF2-40B4-BE49-F238E27FC236}">
                <a16:creationId xmlns:a16="http://schemas.microsoft.com/office/drawing/2014/main" id="{4EA12A42-E3E6-8E79-0CAA-D7FC739A6DCE}"/>
              </a:ext>
            </a:extLst>
          </p:cNvPr>
          <p:cNvSpPr/>
          <p:nvPr/>
        </p:nvSpPr>
        <p:spPr>
          <a:xfrm>
            <a:off x="3185207" y="5666864"/>
            <a:ext cx="164921" cy="6344"/>
          </a:xfrm>
          <a:custGeom>
            <a:avLst/>
            <a:gdLst>
              <a:gd name="connsiteX0" fmla="*/ 164922 w 164921"/>
              <a:gd name="connsiteY0" fmla="*/ 0 h 6344"/>
              <a:gd name="connsiteX1" fmla="*/ 0 w 164921"/>
              <a:gd name="connsiteY1" fmla="*/ 0 h 6344"/>
            </a:gdLst>
            <a:ahLst/>
            <a:cxnLst>
              <a:cxn ang="0">
                <a:pos x="connsiteX0" y="connsiteY0"/>
              </a:cxn>
              <a:cxn ang="0">
                <a:pos x="connsiteX1" y="connsiteY1"/>
              </a:cxn>
            </a:cxnLst>
            <a:rect l="l" t="t" r="r" b="b"/>
            <a:pathLst>
              <a:path w="164921" h="6344">
                <a:moveTo>
                  <a:pt x="164922" y="0"/>
                </a:moveTo>
                <a:lnTo>
                  <a:pt x="0" y="0"/>
                </a:lnTo>
              </a:path>
            </a:pathLst>
          </a:custGeom>
          <a:noFill/>
          <a:ln w="6340" cap="flat">
            <a:solidFill>
              <a:schemeClr val="accent1"/>
            </a:solidFill>
            <a:custDash>
              <a:ds d="150000" sp="150000"/>
            </a:custDash>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任意多边形: 形状 66">
            <a:extLst>
              <a:ext uri="{FF2B5EF4-FFF2-40B4-BE49-F238E27FC236}">
                <a16:creationId xmlns:a16="http://schemas.microsoft.com/office/drawing/2014/main" id="{186092A6-3E62-0B31-1E86-C6CB998D4D46}"/>
              </a:ext>
            </a:extLst>
          </p:cNvPr>
          <p:cNvSpPr/>
          <p:nvPr/>
        </p:nvSpPr>
        <p:spPr>
          <a:xfrm>
            <a:off x="3162767" y="5643049"/>
            <a:ext cx="30445" cy="47644"/>
          </a:xfrm>
          <a:custGeom>
            <a:avLst/>
            <a:gdLst>
              <a:gd name="connsiteX0" fmla="*/ 0 w 30445"/>
              <a:gd name="connsiteY0" fmla="*/ 23822 h 47644"/>
              <a:gd name="connsiteX1" fmla="*/ 30446 w 30445"/>
              <a:gd name="connsiteY1" fmla="*/ 47644 h 47644"/>
              <a:gd name="connsiteX2" fmla="*/ 30446 w 30445"/>
              <a:gd name="connsiteY2" fmla="*/ 0 h 47644"/>
              <a:gd name="connsiteX3" fmla="*/ 0 w 30445"/>
              <a:gd name="connsiteY3" fmla="*/ 23822 h 47644"/>
            </a:gdLst>
            <a:ahLst/>
            <a:cxnLst>
              <a:cxn ang="0">
                <a:pos x="connsiteX0" y="connsiteY0"/>
              </a:cxn>
              <a:cxn ang="0">
                <a:pos x="connsiteX1" y="connsiteY1"/>
              </a:cxn>
              <a:cxn ang="0">
                <a:pos x="connsiteX2" y="connsiteY2"/>
              </a:cxn>
              <a:cxn ang="0">
                <a:pos x="connsiteX3" y="connsiteY3"/>
              </a:cxn>
            </a:cxnLst>
            <a:rect l="l" t="t" r="r" b="b"/>
            <a:pathLst>
              <a:path w="30445" h="47644">
                <a:moveTo>
                  <a:pt x="0" y="23822"/>
                </a:moveTo>
                <a:lnTo>
                  <a:pt x="30446" y="47644"/>
                </a:lnTo>
                <a:lnTo>
                  <a:pt x="30446" y="0"/>
                </a:lnTo>
                <a:lnTo>
                  <a:pt x="0" y="23822"/>
                </a:lnTo>
                <a:close/>
              </a:path>
            </a:pathLst>
          </a:custGeom>
          <a:solidFill>
            <a:schemeClr val="accent1"/>
          </a:solidFill>
          <a:ln w="634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任意多边形: 形状 67">
            <a:extLst>
              <a:ext uri="{FF2B5EF4-FFF2-40B4-BE49-F238E27FC236}">
                <a16:creationId xmlns:a16="http://schemas.microsoft.com/office/drawing/2014/main" id="{C460005E-649D-F329-EFB5-FF33F66D232A}"/>
              </a:ext>
            </a:extLst>
          </p:cNvPr>
          <p:cNvSpPr/>
          <p:nvPr/>
        </p:nvSpPr>
        <p:spPr>
          <a:xfrm>
            <a:off x="3794154" y="4231455"/>
            <a:ext cx="6344" cy="670396"/>
          </a:xfrm>
          <a:custGeom>
            <a:avLst/>
            <a:gdLst>
              <a:gd name="connsiteX0" fmla="*/ 0 w 6344"/>
              <a:gd name="connsiteY0" fmla="*/ 0 h 670396"/>
              <a:gd name="connsiteX1" fmla="*/ 0 w 6344"/>
              <a:gd name="connsiteY1" fmla="*/ 670396 h 670396"/>
            </a:gdLst>
            <a:ahLst/>
            <a:cxnLst>
              <a:cxn ang="0">
                <a:pos x="connsiteX0" y="connsiteY0"/>
              </a:cxn>
              <a:cxn ang="0">
                <a:pos x="connsiteX1" y="connsiteY1"/>
              </a:cxn>
            </a:cxnLst>
            <a:rect l="l" t="t" r="r" b="b"/>
            <a:pathLst>
              <a:path w="6344" h="670396">
                <a:moveTo>
                  <a:pt x="0" y="0"/>
                </a:moveTo>
                <a:lnTo>
                  <a:pt x="0" y="670396"/>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任意多边形: 形状 68">
            <a:extLst>
              <a:ext uri="{FF2B5EF4-FFF2-40B4-BE49-F238E27FC236}">
                <a16:creationId xmlns:a16="http://schemas.microsoft.com/office/drawing/2014/main" id="{0A704B4D-6A28-701D-C090-1E941D15FE92}"/>
              </a:ext>
            </a:extLst>
          </p:cNvPr>
          <p:cNvSpPr/>
          <p:nvPr/>
        </p:nvSpPr>
        <p:spPr>
          <a:xfrm>
            <a:off x="3755182" y="4855070"/>
            <a:ext cx="74695" cy="51133"/>
          </a:xfrm>
          <a:custGeom>
            <a:avLst/>
            <a:gdLst>
              <a:gd name="connsiteX0" fmla="*/ 74696 w 74695"/>
              <a:gd name="connsiteY0" fmla="*/ 0 h 51133"/>
              <a:gd name="connsiteX1" fmla="*/ 35197 w 74695"/>
              <a:gd name="connsiteY1" fmla="*/ 51134 h 51133"/>
              <a:gd name="connsiteX2" fmla="*/ 0 w 74695"/>
              <a:gd name="connsiteY2" fmla="*/ 3242 h 51133"/>
            </a:gdLst>
            <a:ahLst/>
            <a:cxnLst>
              <a:cxn ang="0">
                <a:pos x="connsiteX0" y="connsiteY0"/>
              </a:cxn>
              <a:cxn ang="0">
                <a:pos x="connsiteX1" y="connsiteY1"/>
              </a:cxn>
              <a:cxn ang="0">
                <a:pos x="connsiteX2" y="connsiteY2"/>
              </a:cxn>
            </a:cxnLst>
            <a:rect l="l" t="t" r="r" b="b"/>
            <a:pathLst>
              <a:path w="74695" h="51133">
                <a:moveTo>
                  <a:pt x="74696" y="0"/>
                </a:moveTo>
                <a:lnTo>
                  <a:pt x="35197" y="51134"/>
                </a:lnTo>
                <a:lnTo>
                  <a:pt x="0" y="3242"/>
                </a:lnTo>
              </a:path>
            </a:pathLst>
          </a:custGeom>
          <a:noFill/>
          <a:ln w="12680" cap="flat">
            <a:solidFill>
              <a:schemeClr val="accent1"/>
            </a:solidFill>
            <a:prstDash val="solid"/>
            <a:miter/>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5" name="文本框 74">
            <a:extLst>
              <a:ext uri="{FF2B5EF4-FFF2-40B4-BE49-F238E27FC236}">
                <a16:creationId xmlns:a16="http://schemas.microsoft.com/office/drawing/2014/main" id="{63B84E61-598F-D6C0-B938-50A12AE08A66}"/>
              </a:ext>
            </a:extLst>
          </p:cNvPr>
          <p:cNvSpPr txBox="1"/>
          <p:nvPr/>
        </p:nvSpPr>
        <p:spPr>
          <a:xfrm>
            <a:off x="1485740" y="3450626"/>
            <a:ext cx="646331"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需求方</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6" name="文本框 75">
            <a:extLst>
              <a:ext uri="{FF2B5EF4-FFF2-40B4-BE49-F238E27FC236}">
                <a16:creationId xmlns:a16="http://schemas.microsoft.com/office/drawing/2014/main" id="{014FEE02-A080-7527-7471-32992E1D41D4}"/>
              </a:ext>
            </a:extLst>
          </p:cNvPr>
          <p:cNvSpPr txBox="1"/>
          <p:nvPr/>
        </p:nvSpPr>
        <p:spPr>
          <a:xfrm>
            <a:off x="3537962" y="3450626"/>
            <a:ext cx="646332"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设计方</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7" name="文本框 76">
            <a:extLst>
              <a:ext uri="{FF2B5EF4-FFF2-40B4-BE49-F238E27FC236}">
                <a16:creationId xmlns:a16="http://schemas.microsoft.com/office/drawing/2014/main" id="{12DD7ACE-76C5-6DDE-774F-9C8665205204}"/>
              </a:ext>
            </a:extLst>
          </p:cNvPr>
          <p:cNvSpPr txBox="1"/>
          <p:nvPr/>
        </p:nvSpPr>
        <p:spPr>
          <a:xfrm>
            <a:off x="5590193" y="3450626"/>
            <a:ext cx="646331"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需求方</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8" name="文本框 77">
            <a:extLst>
              <a:ext uri="{FF2B5EF4-FFF2-40B4-BE49-F238E27FC236}">
                <a16:creationId xmlns:a16="http://schemas.microsoft.com/office/drawing/2014/main" id="{A93C1738-D0FA-240B-EF42-9B9A9B7C5895}"/>
              </a:ext>
            </a:extLst>
          </p:cNvPr>
          <p:cNvSpPr txBox="1"/>
          <p:nvPr/>
        </p:nvSpPr>
        <p:spPr>
          <a:xfrm>
            <a:off x="7703426" y="3450626"/>
            <a:ext cx="524246" cy="276999"/>
          </a:xfrm>
          <a:prstGeom prst="rect">
            <a:avLst/>
          </a:prstGeom>
          <a:noFill/>
        </p:spPr>
        <p:txBody>
          <a:bodyPr wrap="none" rtlCol="0">
            <a:spAutoFit/>
          </a:bodyPr>
          <a:lstStyle/>
          <a:p>
            <a:pPr algn="ctr"/>
            <a:r>
              <a:rPr lang="en-US" altLang="zh-CN"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QCP</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79" name="文本框 78">
            <a:extLst>
              <a:ext uri="{FF2B5EF4-FFF2-40B4-BE49-F238E27FC236}">
                <a16:creationId xmlns:a16="http://schemas.microsoft.com/office/drawing/2014/main" id="{98008EF9-89EA-936B-0CE4-4F712540CBD3}"/>
              </a:ext>
            </a:extLst>
          </p:cNvPr>
          <p:cNvSpPr txBox="1"/>
          <p:nvPr/>
        </p:nvSpPr>
        <p:spPr>
          <a:xfrm>
            <a:off x="9617702" y="3450626"/>
            <a:ext cx="800219" cy="276999"/>
          </a:xfrm>
          <a:prstGeom prst="rect">
            <a:avLst/>
          </a:prstGeom>
          <a:noFill/>
        </p:spPr>
        <p:txBody>
          <a:bodyPr wrap="none" rtlCol="0">
            <a:spAutoFit/>
          </a:bodyPr>
          <a:lstStyle/>
          <a:p>
            <a:pPr algn="ctr"/>
            <a:r>
              <a:rPr lang="zh-CN" alt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设计审核</a:t>
            </a:r>
            <a:endParaRPr lang="en-US" sz="1200"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80" name="文本框 79">
            <a:extLst>
              <a:ext uri="{FF2B5EF4-FFF2-40B4-BE49-F238E27FC236}">
                <a16:creationId xmlns:a16="http://schemas.microsoft.com/office/drawing/2014/main" id="{EB7FD3E3-5D2F-5342-67FA-71947262868F}"/>
              </a:ext>
            </a:extLst>
          </p:cNvPr>
          <p:cNvSpPr txBox="1"/>
          <p:nvPr/>
        </p:nvSpPr>
        <p:spPr>
          <a:xfrm>
            <a:off x="1975628" y="1849655"/>
            <a:ext cx="1718740" cy="261610"/>
          </a:xfrm>
          <a:prstGeom prst="rect">
            <a:avLst/>
          </a:prstGeom>
          <a:noFill/>
        </p:spPr>
        <p:txBody>
          <a:bodyPr wrap="none" rtlCol="0">
            <a:spAutoFit/>
          </a:bodyPr>
          <a:lstStyle/>
          <a:p>
            <a:pPr algn="ctr"/>
            <a:r>
              <a:rPr lang="zh-CN" alt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设计前置、指导视觉定位</a:t>
            </a:r>
            <a:endParaRPr lang="en-US" sz="11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1" name="文本框 80">
            <a:extLst>
              <a:ext uri="{FF2B5EF4-FFF2-40B4-BE49-F238E27FC236}">
                <a16:creationId xmlns:a16="http://schemas.microsoft.com/office/drawing/2014/main" id="{9B0FC74E-A594-A8E5-9604-6D0F59BB1C58}"/>
              </a:ext>
            </a:extLst>
          </p:cNvPr>
          <p:cNvSpPr txBox="1"/>
          <p:nvPr/>
        </p:nvSpPr>
        <p:spPr>
          <a:xfrm>
            <a:off x="1533876" y="2689246"/>
            <a:ext cx="575800"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p>
        </p:txBody>
      </p:sp>
      <p:sp>
        <p:nvSpPr>
          <p:cNvPr id="82" name="文本框 81">
            <a:extLst>
              <a:ext uri="{FF2B5EF4-FFF2-40B4-BE49-F238E27FC236}">
                <a16:creationId xmlns:a16="http://schemas.microsoft.com/office/drawing/2014/main" id="{B5C4DB8E-E0B1-1797-0938-E1904B86EE73}"/>
              </a:ext>
            </a:extLst>
          </p:cNvPr>
          <p:cNvSpPr txBox="1"/>
          <p:nvPr/>
        </p:nvSpPr>
        <p:spPr>
          <a:xfrm>
            <a:off x="3568351" y="2689246"/>
            <a:ext cx="623890"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p>
        </p:txBody>
      </p:sp>
      <p:sp>
        <p:nvSpPr>
          <p:cNvPr id="83" name="文本框 82">
            <a:extLst>
              <a:ext uri="{FF2B5EF4-FFF2-40B4-BE49-F238E27FC236}">
                <a16:creationId xmlns:a16="http://schemas.microsoft.com/office/drawing/2014/main" id="{D627ED4E-63B9-3EC7-6ACD-70CB1B62D0B1}"/>
              </a:ext>
            </a:extLst>
          </p:cNvPr>
          <p:cNvSpPr txBox="1"/>
          <p:nvPr/>
        </p:nvSpPr>
        <p:spPr>
          <a:xfrm>
            <a:off x="5596605" y="2689246"/>
            <a:ext cx="633507"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p>
        </p:txBody>
      </p:sp>
      <p:sp>
        <p:nvSpPr>
          <p:cNvPr id="84" name="文本框 83">
            <a:extLst>
              <a:ext uri="{FF2B5EF4-FFF2-40B4-BE49-F238E27FC236}">
                <a16:creationId xmlns:a16="http://schemas.microsoft.com/office/drawing/2014/main" id="{AFE3CCFF-608E-C150-2C86-6F3FF73D80A7}"/>
              </a:ext>
            </a:extLst>
          </p:cNvPr>
          <p:cNvSpPr txBox="1"/>
          <p:nvPr/>
        </p:nvSpPr>
        <p:spPr>
          <a:xfrm>
            <a:off x="7628867" y="2689246"/>
            <a:ext cx="635110"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04</a:t>
            </a:r>
          </a:p>
        </p:txBody>
      </p:sp>
      <p:sp>
        <p:nvSpPr>
          <p:cNvPr id="85" name="文本框 84">
            <a:extLst>
              <a:ext uri="{FF2B5EF4-FFF2-40B4-BE49-F238E27FC236}">
                <a16:creationId xmlns:a16="http://schemas.microsoft.com/office/drawing/2014/main" id="{22CE6D73-2935-E6CC-5205-DB77987B0788}"/>
              </a:ext>
            </a:extLst>
          </p:cNvPr>
          <p:cNvSpPr txBox="1"/>
          <p:nvPr/>
        </p:nvSpPr>
        <p:spPr>
          <a:xfrm>
            <a:off x="9689036" y="2689246"/>
            <a:ext cx="657552" cy="461665"/>
          </a:xfrm>
          <a:prstGeom prst="rect">
            <a:avLst/>
          </a:prstGeom>
          <a:noFill/>
        </p:spPr>
        <p:txBody>
          <a:bodyPr wrap="none" rtlCol="0" anchor="ctr">
            <a:spAutoFit/>
          </a:bodyPr>
          <a:lstStyle/>
          <a:p>
            <a:pPr algn="ctr"/>
            <a:r>
              <a:rPr lang="en-US" sz="2400" dirty="0">
                <a:solidFill>
                  <a:schemeClr val="accent1"/>
                </a:solidFill>
                <a:latin typeface="Monoton" pitchFamily="2" charset="0"/>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05</a:t>
            </a:r>
          </a:p>
        </p:txBody>
      </p:sp>
      <p:sp>
        <p:nvSpPr>
          <p:cNvPr id="86" name="文本框 85">
            <a:extLst>
              <a:ext uri="{FF2B5EF4-FFF2-40B4-BE49-F238E27FC236}">
                <a16:creationId xmlns:a16="http://schemas.microsoft.com/office/drawing/2014/main" id="{BFF98C34-A912-1698-789D-80FEDF80C102}"/>
              </a:ext>
            </a:extLst>
          </p:cNvPr>
          <p:cNvSpPr txBox="1"/>
          <p:nvPr/>
        </p:nvSpPr>
        <p:spPr>
          <a:xfrm>
            <a:off x="2511832" y="3242931"/>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需求周知</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7" name="文本框 86">
            <a:extLst>
              <a:ext uri="{FF2B5EF4-FFF2-40B4-BE49-F238E27FC236}">
                <a16:creationId xmlns:a16="http://schemas.microsoft.com/office/drawing/2014/main" id="{B1BE28DF-619E-BB07-E9FC-D20FABE18AA8}"/>
              </a:ext>
            </a:extLst>
          </p:cNvPr>
          <p:cNvSpPr txBox="1"/>
          <p:nvPr/>
        </p:nvSpPr>
        <p:spPr>
          <a:xfrm>
            <a:off x="4564058" y="3242931"/>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制定模板</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8" name="文本框 87">
            <a:extLst>
              <a:ext uri="{FF2B5EF4-FFF2-40B4-BE49-F238E27FC236}">
                <a16:creationId xmlns:a16="http://schemas.microsoft.com/office/drawing/2014/main" id="{2BB73F00-799F-0F83-4FA5-6114C3573E2D}"/>
              </a:ext>
            </a:extLst>
          </p:cNvPr>
          <p:cNvSpPr txBox="1"/>
          <p:nvPr/>
        </p:nvSpPr>
        <p:spPr>
          <a:xfrm>
            <a:off x="6720682" y="3242931"/>
            <a:ext cx="415499"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下单</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89" name="文本框 88">
            <a:extLst>
              <a:ext uri="{FF2B5EF4-FFF2-40B4-BE49-F238E27FC236}">
                <a16:creationId xmlns:a16="http://schemas.microsoft.com/office/drawing/2014/main" id="{03C717BD-CEB7-B273-42A9-56643DBCF9D4}"/>
              </a:ext>
            </a:extLst>
          </p:cNvPr>
          <p:cNvSpPr txBox="1"/>
          <p:nvPr/>
        </p:nvSpPr>
        <p:spPr>
          <a:xfrm>
            <a:off x="8673844" y="3242931"/>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输出审核</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0" name="文本框 89">
            <a:extLst>
              <a:ext uri="{FF2B5EF4-FFF2-40B4-BE49-F238E27FC236}">
                <a16:creationId xmlns:a16="http://schemas.microsoft.com/office/drawing/2014/main" id="{2A58DBCA-7E84-0EDB-2FE5-529A18FB8315}"/>
              </a:ext>
            </a:extLst>
          </p:cNvPr>
          <p:cNvSpPr txBox="1"/>
          <p:nvPr/>
        </p:nvSpPr>
        <p:spPr>
          <a:xfrm>
            <a:off x="8002290" y="5210393"/>
            <a:ext cx="2069797" cy="253916"/>
          </a:xfrm>
          <a:prstGeom prst="rect">
            <a:avLst/>
          </a:prstGeom>
          <a:noFill/>
        </p:spPr>
        <p:txBody>
          <a:bodyPr wrap="none" rtlCol="0">
            <a:spAutoFit/>
          </a:bodyPr>
          <a:lstStyle/>
          <a:p>
            <a:pPr algn="ctr"/>
            <a:r>
              <a:rPr lang="zh-CN" alt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提升审核效率、减少不必要沟通</a:t>
            </a:r>
            <a:endParaRPr lang="en-US" sz="105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1" name="文本框 90">
            <a:extLst>
              <a:ext uri="{FF2B5EF4-FFF2-40B4-BE49-F238E27FC236}">
                <a16:creationId xmlns:a16="http://schemas.microsoft.com/office/drawing/2014/main" id="{2D46B113-4816-B5FC-D922-F217F19DF0E9}"/>
              </a:ext>
            </a:extLst>
          </p:cNvPr>
          <p:cNvSpPr txBox="1"/>
          <p:nvPr/>
        </p:nvSpPr>
        <p:spPr>
          <a:xfrm>
            <a:off x="3104805" y="4412675"/>
            <a:ext cx="646332" cy="230832"/>
          </a:xfrm>
          <a:prstGeom prst="rect">
            <a:avLst/>
          </a:prstGeom>
          <a:noFill/>
        </p:spPr>
        <p:txBody>
          <a:bodyPr wrap="none" rtlCol="0">
            <a:spAutoFit/>
          </a:bodyPr>
          <a:lstStyle/>
          <a:p>
            <a:pPr algn="ctr"/>
            <a:r>
              <a:rPr lang="zh-CN" alt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需求鉴定</a:t>
            </a:r>
            <a:endParaRPr lang="en-US" sz="9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2" name="文本框 91">
            <a:extLst>
              <a:ext uri="{FF2B5EF4-FFF2-40B4-BE49-F238E27FC236}">
                <a16:creationId xmlns:a16="http://schemas.microsoft.com/office/drawing/2014/main" id="{7C17F914-CBCA-E223-178D-1C21A7DEFC61}"/>
              </a:ext>
            </a:extLst>
          </p:cNvPr>
          <p:cNvSpPr txBox="1"/>
          <p:nvPr/>
        </p:nvSpPr>
        <p:spPr>
          <a:xfrm>
            <a:off x="2075361" y="5374580"/>
            <a:ext cx="1079452" cy="246221"/>
          </a:xfrm>
          <a:prstGeom prst="rect">
            <a:avLst/>
          </a:prstGeom>
          <a:noFill/>
        </p:spPr>
        <p:txBody>
          <a:bodyPr wrap="square" rtlCol="0">
            <a:spAutoFit/>
          </a:bodyPr>
          <a:lstStyle/>
          <a:p>
            <a:pPr algn="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保障视觉品质</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3" name="文本框 92">
            <a:extLst>
              <a:ext uri="{FF2B5EF4-FFF2-40B4-BE49-F238E27FC236}">
                <a16:creationId xmlns:a16="http://schemas.microsoft.com/office/drawing/2014/main" id="{54968B7A-2BD7-21CC-8249-280879D25FF8}"/>
              </a:ext>
            </a:extLst>
          </p:cNvPr>
          <p:cNvSpPr txBox="1"/>
          <p:nvPr/>
        </p:nvSpPr>
        <p:spPr>
          <a:xfrm>
            <a:off x="1739791" y="5556574"/>
            <a:ext cx="1415022" cy="246221"/>
          </a:xfrm>
          <a:prstGeom prst="rect">
            <a:avLst/>
          </a:prstGeom>
          <a:noFill/>
        </p:spPr>
        <p:txBody>
          <a:bodyPr wrap="square" rtlCol="0">
            <a:spAutoFit/>
          </a:bodyPr>
          <a:lstStyle/>
          <a:p>
            <a:pPr algn="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批量需求输出效率</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4" name="文本框 93">
            <a:extLst>
              <a:ext uri="{FF2B5EF4-FFF2-40B4-BE49-F238E27FC236}">
                <a16:creationId xmlns:a16="http://schemas.microsoft.com/office/drawing/2014/main" id="{9193E465-34D1-320B-BF71-29CD6B9CC35F}"/>
              </a:ext>
            </a:extLst>
          </p:cNvPr>
          <p:cNvSpPr txBox="1"/>
          <p:nvPr/>
        </p:nvSpPr>
        <p:spPr>
          <a:xfrm>
            <a:off x="3793609" y="5199386"/>
            <a:ext cx="543740" cy="200055"/>
          </a:xfrm>
          <a:prstGeom prst="rect">
            <a:avLst/>
          </a:prstGeom>
          <a:noFill/>
        </p:spPr>
        <p:txBody>
          <a:bodyPr wrap="none" rtlCol="0">
            <a:spAutoFit/>
          </a:bodyPr>
          <a:lstStyle/>
          <a:p>
            <a:pPr algn="ctr"/>
            <a:r>
              <a:rPr lang="zh-CN" alt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重要级别</a:t>
            </a:r>
            <a:endParaRPr 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5" name="文本框 94">
            <a:extLst>
              <a:ext uri="{FF2B5EF4-FFF2-40B4-BE49-F238E27FC236}">
                <a16:creationId xmlns:a16="http://schemas.microsoft.com/office/drawing/2014/main" id="{39F38AD7-858D-F918-99EC-17786D3C86AE}"/>
              </a:ext>
            </a:extLst>
          </p:cNvPr>
          <p:cNvSpPr txBox="1"/>
          <p:nvPr/>
        </p:nvSpPr>
        <p:spPr>
          <a:xfrm>
            <a:off x="3793609" y="5477822"/>
            <a:ext cx="543740" cy="200055"/>
          </a:xfrm>
          <a:prstGeom prst="rect">
            <a:avLst/>
          </a:prstGeom>
          <a:noFill/>
        </p:spPr>
        <p:txBody>
          <a:bodyPr wrap="none" rtlCol="0">
            <a:spAutoFit/>
          </a:bodyPr>
          <a:lstStyle/>
          <a:p>
            <a:pPr algn="ctr"/>
            <a:r>
              <a:rPr lang="zh-CN" alt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难度系数</a:t>
            </a:r>
            <a:endParaRPr 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6" name="文本框 95">
            <a:extLst>
              <a:ext uri="{FF2B5EF4-FFF2-40B4-BE49-F238E27FC236}">
                <a16:creationId xmlns:a16="http://schemas.microsoft.com/office/drawing/2014/main" id="{2A6E8020-BBC3-FBDE-42A7-95E7B86ACACF}"/>
              </a:ext>
            </a:extLst>
          </p:cNvPr>
          <p:cNvSpPr txBox="1"/>
          <p:nvPr/>
        </p:nvSpPr>
        <p:spPr>
          <a:xfrm>
            <a:off x="3748726" y="5756259"/>
            <a:ext cx="633508" cy="200055"/>
          </a:xfrm>
          <a:prstGeom prst="rect">
            <a:avLst/>
          </a:prstGeom>
          <a:noFill/>
        </p:spPr>
        <p:txBody>
          <a:bodyPr wrap="square" rtlCol="0">
            <a:spAutoFit/>
          </a:bodyPr>
          <a:lstStyle/>
          <a:p>
            <a:pPr algn="ctr"/>
            <a:r>
              <a:rPr lang="zh-CN" alt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匹配负责人</a:t>
            </a:r>
            <a:endParaRPr lang="en-US" sz="7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7" name="文本框 96">
            <a:extLst>
              <a:ext uri="{FF2B5EF4-FFF2-40B4-BE49-F238E27FC236}">
                <a16:creationId xmlns:a16="http://schemas.microsoft.com/office/drawing/2014/main" id="{EBE0E5DF-E63B-92FB-9610-2C378E0B9251}"/>
              </a:ext>
            </a:extLst>
          </p:cNvPr>
          <p:cNvSpPr txBox="1"/>
          <p:nvPr/>
        </p:nvSpPr>
        <p:spPr>
          <a:xfrm>
            <a:off x="3457993" y="5181579"/>
            <a:ext cx="314510" cy="230832"/>
          </a:xfrm>
          <a:prstGeom prst="rect">
            <a:avLst/>
          </a:prstGeom>
          <a:noFill/>
        </p:spPr>
        <p:txBody>
          <a:bodyPr wrap="none" rtlCol="0">
            <a:spAutoFit/>
          </a:bodyPr>
          <a:lstStyle/>
          <a:p>
            <a:pPr algn="ctr"/>
            <a:r>
              <a:rPr lang="en-US" altLang="zh-CN"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01</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8" name="文本框 97">
            <a:extLst>
              <a:ext uri="{FF2B5EF4-FFF2-40B4-BE49-F238E27FC236}">
                <a16:creationId xmlns:a16="http://schemas.microsoft.com/office/drawing/2014/main" id="{3EB3EED3-FA8F-55B6-C70A-B0C4494A36AE}"/>
              </a:ext>
            </a:extLst>
          </p:cNvPr>
          <p:cNvSpPr txBox="1"/>
          <p:nvPr/>
        </p:nvSpPr>
        <p:spPr>
          <a:xfrm>
            <a:off x="3458795" y="5472840"/>
            <a:ext cx="312906" cy="230832"/>
          </a:xfrm>
          <a:prstGeom prst="rect">
            <a:avLst/>
          </a:prstGeom>
          <a:noFill/>
        </p:spPr>
        <p:txBody>
          <a:bodyPr wrap="none" rtlCol="0">
            <a:spAutoFit/>
          </a:bodyPr>
          <a:lstStyle/>
          <a:p>
            <a:pPr algn="ctr"/>
            <a:r>
              <a:rPr lang="en-US" altLang="zh-CN"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02</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99" name="文本框 98">
            <a:extLst>
              <a:ext uri="{FF2B5EF4-FFF2-40B4-BE49-F238E27FC236}">
                <a16:creationId xmlns:a16="http://schemas.microsoft.com/office/drawing/2014/main" id="{EB5A7096-8CC0-9A41-B541-DAAF8827B41D}"/>
              </a:ext>
            </a:extLst>
          </p:cNvPr>
          <p:cNvSpPr txBox="1"/>
          <p:nvPr/>
        </p:nvSpPr>
        <p:spPr>
          <a:xfrm>
            <a:off x="3458795" y="5743287"/>
            <a:ext cx="312906" cy="230832"/>
          </a:xfrm>
          <a:prstGeom prst="rect">
            <a:avLst/>
          </a:prstGeom>
          <a:noFill/>
        </p:spPr>
        <p:txBody>
          <a:bodyPr wrap="none" rtlCol="0">
            <a:spAutoFit/>
          </a:bodyPr>
          <a:lstStyle/>
          <a:p>
            <a:pPr algn="ctr"/>
            <a:r>
              <a:rPr lang="en-US" altLang="zh-CN" sz="90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03</a:t>
            </a:r>
            <a:endParaRPr lang="en-US" sz="9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50291F48-3C44-56EA-F821-BB79FC98EE0C}"/>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60F17C58-7B77-C4A5-C268-FB68628C3E04}"/>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3BF68BFB-527F-266D-35AD-D04EB0206ECB}"/>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418323895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1">
            <a:extLst>
              <a:ext uri="{FF2B5EF4-FFF2-40B4-BE49-F238E27FC236}">
                <a16:creationId xmlns:a16="http://schemas.microsoft.com/office/drawing/2014/main" id="{89B506A5-F47E-AD66-2DA3-1B868DC31641}"/>
              </a:ext>
            </a:extLst>
          </p:cNvPr>
          <p:cNvSpPr/>
          <p:nvPr/>
        </p:nvSpPr>
        <p:spPr>
          <a:xfrm>
            <a:off x="5352343" y="1938703"/>
            <a:ext cx="1934574" cy="1934574"/>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1" name="任意多边形: 形状 10">
            <a:extLst>
              <a:ext uri="{FF2B5EF4-FFF2-40B4-BE49-F238E27FC236}">
                <a16:creationId xmlns:a16="http://schemas.microsoft.com/office/drawing/2014/main" id="{ECC993A3-FFCF-08E9-F396-388C473EFCB1}"/>
              </a:ext>
            </a:extLst>
          </p:cNvPr>
          <p:cNvSpPr/>
          <p:nvPr/>
        </p:nvSpPr>
        <p:spPr>
          <a:xfrm>
            <a:off x="1949722" y="1938703"/>
            <a:ext cx="1934574" cy="1934574"/>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2" name="任意多边形: 形状 11">
            <a:extLst>
              <a:ext uri="{FF2B5EF4-FFF2-40B4-BE49-F238E27FC236}">
                <a16:creationId xmlns:a16="http://schemas.microsoft.com/office/drawing/2014/main" id="{9154354A-6089-F31B-3CC6-DE6771BE4C68}"/>
              </a:ext>
            </a:extLst>
          </p:cNvPr>
          <p:cNvSpPr/>
          <p:nvPr/>
        </p:nvSpPr>
        <p:spPr>
          <a:xfrm>
            <a:off x="8763326" y="1938703"/>
            <a:ext cx="1934574" cy="1934574"/>
          </a:xfrm>
          <a:custGeom>
            <a:avLst/>
            <a:gdLst>
              <a:gd name="connsiteX0" fmla="*/ 1730779 w 1730779"/>
              <a:gd name="connsiteY0" fmla="*/ 865390 h 1730779"/>
              <a:gd name="connsiteX1" fmla="*/ 865390 w 1730779"/>
              <a:gd name="connsiteY1" fmla="*/ 1730779 h 1730779"/>
              <a:gd name="connsiteX2" fmla="*/ 0 w 1730779"/>
              <a:gd name="connsiteY2" fmla="*/ 865390 h 1730779"/>
              <a:gd name="connsiteX3" fmla="*/ 865390 w 1730779"/>
              <a:gd name="connsiteY3" fmla="*/ 0 h 1730779"/>
              <a:gd name="connsiteX4" fmla="*/ 1730779 w 1730779"/>
              <a:gd name="connsiteY4" fmla="*/ 865390 h 17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79" h="1730779">
                <a:moveTo>
                  <a:pt x="1730779" y="865390"/>
                </a:moveTo>
                <a:cubicBezTo>
                  <a:pt x="1730779" y="1343331"/>
                  <a:pt x="1343331" y="1730779"/>
                  <a:pt x="865390" y="1730779"/>
                </a:cubicBezTo>
                <a:cubicBezTo>
                  <a:pt x="387448" y="1730779"/>
                  <a:pt x="0" y="1343331"/>
                  <a:pt x="0" y="865390"/>
                </a:cubicBezTo>
                <a:cubicBezTo>
                  <a:pt x="0" y="387448"/>
                  <a:pt x="387448" y="0"/>
                  <a:pt x="865390" y="0"/>
                </a:cubicBezTo>
                <a:cubicBezTo>
                  <a:pt x="1343331" y="0"/>
                  <a:pt x="1730779" y="387448"/>
                  <a:pt x="1730779" y="865390"/>
                </a:cubicBezTo>
                <a:close/>
              </a:path>
            </a:pathLst>
          </a:cu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3" name="任意多边形: 形状 12">
            <a:extLst>
              <a:ext uri="{FF2B5EF4-FFF2-40B4-BE49-F238E27FC236}">
                <a16:creationId xmlns:a16="http://schemas.microsoft.com/office/drawing/2014/main" id="{7E203FAE-4038-ABB0-B501-CAB83280A6BC}"/>
              </a:ext>
            </a:extLst>
          </p:cNvPr>
          <p:cNvSpPr/>
          <p:nvPr/>
        </p:nvSpPr>
        <p:spPr>
          <a:xfrm>
            <a:off x="2105544" y="2099905"/>
            <a:ext cx="1611408" cy="1611407"/>
          </a:xfrm>
          <a:custGeom>
            <a:avLst/>
            <a:gdLst>
              <a:gd name="connsiteX0" fmla="*/ 1611408 w 1611408"/>
              <a:gd name="connsiteY0" fmla="*/ 805704 h 1611407"/>
              <a:gd name="connsiteX1" fmla="*/ 805704 w 1611408"/>
              <a:gd name="connsiteY1" fmla="*/ 1611408 h 1611407"/>
              <a:gd name="connsiteX2" fmla="*/ 0 w 1611408"/>
              <a:gd name="connsiteY2" fmla="*/ 805704 h 1611407"/>
              <a:gd name="connsiteX3" fmla="*/ 805704 w 1611408"/>
              <a:gd name="connsiteY3" fmla="*/ 0 h 1611407"/>
              <a:gd name="connsiteX4" fmla="*/ 1611408 w 1611408"/>
              <a:gd name="connsiteY4" fmla="*/ 805704 h 16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408" h="1611407">
                <a:moveTo>
                  <a:pt x="1611408" y="805704"/>
                </a:moveTo>
                <a:cubicBezTo>
                  <a:pt x="1611408" y="1250682"/>
                  <a:pt x="1250682" y="1611408"/>
                  <a:pt x="805704" y="1611408"/>
                </a:cubicBezTo>
                <a:cubicBezTo>
                  <a:pt x="360726" y="1611408"/>
                  <a:pt x="0" y="1250682"/>
                  <a:pt x="0" y="805704"/>
                </a:cubicBezTo>
                <a:cubicBezTo>
                  <a:pt x="0" y="360726"/>
                  <a:pt x="360726" y="0"/>
                  <a:pt x="805704" y="0"/>
                </a:cubicBezTo>
                <a:cubicBezTo>
                  <a:pt x="1250682" y="0"/>
                  <a:pt x="1611408" y="360726"/>
                  <a:pt x="1611408" y="805704"/>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4" name="任意多边形: 形状 13">
            <a:extLst>
              <a:ext uri="{FF2B5EF4-FFF2-40B4-BE49-F238E27FC236}">
                <a16:creationId xmlns:a16="http://schemas.microsoft.com/office/drawing/2014/main" id="{313F1C39-E4AA-24BA-464F-3B46B2E5FA89}"/>
              </a:ext>
            </a:extLst>
          </p:cNvPr>
          <p:cNvSpPr/>
          <p:nvPr/>
        </p:nvSpPr>
        <p:spPr>
          <a:xfrm>
            <a:off x="8919136" y="2099905"/>
            <a:ext cx="1611408" cy="1611407"/>
          </a:xfrm>
          <a:custGeom>
            <a:avLst/>
            <a:gdLst>
              <a:gd name="connsiteX0" fmla="*/ 1611408 w 1611408"/>
              <a:gd name="connsiteY0" fmla="*/ 805704 h 1611407"/>
              <a:gd name="connsiteX1" fmla="*/ 805704 w 1611408"/>
              <a:gd name="connsiteY1" fmla="*/ 1611408 h 1611407"/>
              <a:gd name="connsiteX2" fmla="*/ 0 w 1611408"/>
              <a:gd name="connsiteY2" fmla="*/ 805704 h 1611407"/>
              <a:gd name="connsiteX3" fmla="*/ 805704 w 1611408"/>
              <a:gd name="connsiteY3" fmla="*/ 0 h 1611407"/>
              <a:gd name="connsiteX4" fmla="*/ 1611408 w 1611408"/>
              <a:gd name="connsiteY4" fmla="*/ 805704 h 16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408" h="1611407">
                <a:moveTo>
                  <a:pt x="1611408" y="805704"/>
                </a:moveTo>
                <a:cubicBezTo>
                  <a:pt x="1611408" y="1250682"/>
                  <a:pt x="1250682" y="1611408"/>
                  <a:pt x="805704" y="1611408"/>
                </a:cubicBezTo>
                <a:cubicBezTo>
                  <a:pt x="360726" y="1611408"/>
                  <a:pt x="0" y="1250682"/>
                  <a:pt x="0" y="805704"/>
                </a:cubicBezTo>
                <a:cubicBezTo>
                  <a:pt x="0" y="360726"/>
                  <a:pt x="360726" y="0"/>
                  <a:pt x="805704" y="0"/>
                </a:cubicBezTo>
                <a:cubicBezTo>
                  <a:pt x="1250682" y="0"/>
                  <a:pt x="1611408" y="360726"/>
                  <a:pt x="1611408" y="805704"/>
                </a:cubicBezTo>
                <a:close/>
              </a:path>
            </a:pathLst>
          </a:custGeom>
          <a:solidFill>
            <a:srgbClr val="FFFFFF"/>
          </a:solidFill>
          <a:ln w="6340" cap="flat">
            <a:solidFill>
              <a:schemeClr val="accent1">
                <a:lumMod val="100000"/>
              </a:schemeClr>
            </a:solid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15" name="任意多边形: 形状 14">
            <a:extLst>
              <a:ext uri="{FF2B5EF4-FFF2-40B4-BE49-F238E27FC236}">
                <a16:creationId xmlns:a16="http://schemas.microsoft.com/office/drawing/2014/main" id="{53C76160-73B4-9994-884A-2CC0001BFAA6}"/>
              </a:ext>
            </a:extLst>
          </p:cNvPr>
          <p:cNvSpPr/>
          <p:nvPr/>
        </p:nvSpPr>
        <p:spPr>
          <a:xfrm>
            <a:off x="5448899" y="2036464"/>
            <a:ext cx="1738290" cy="1738290"/>
          </a:xfrm>
          <a:custGeom>
            <a:avLst/>
            <a:gdLst>
              <a:gd name="connsiteX0" fmla="*/ 1738291 w 1738290"/>
              <a:gd name="connsiteY0" fmla="*/ 869145 h 1738290"/>
              <a:gd name="connsiteX1" fmla="*/ 869145 w 1738290"/>
              <a:gd name="connsiteY1" fmla="*/ 1738291 h 1738290"/>
              <a:gd name="connsiteX2" fmla="*/ 0 w 1738290"/>
              <a:gd name="connsiteY2" fmla="*/ 869145 h 1738290"/>
              <a:gd name="connsiteX3" fmla="*/ 869145 w 1738290"/>
              <a:gd name="connsiteY3" fmla="*/ 0 h 1738290"/>
              <a:gd name="connsiteX4" fmla="*/ 1738291 w 1738290"/>
              <a:gd name="connsiteY4" fmla="*/ 869145 h 1738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290" h="1738290">
                <a:moveTo>
                  <a:pt x="1738291" y="869145"/>
                </a:moveTo>
                <a:cubicBezTo>
                  <a:pt x="1738291" y="1349161"/>
                  <a:pt x="1349161" y="1738291"/>
                  <a:pt x="869145" y="1738291"/>
                </a:cubicBezTo>
                <a:cubicBezTo>
                  <a:pt x="389130" y="1738291"/>
                  <a:pt x="0" y="1349161"/>
                  <a:pt x="0" y="869145"/>
                </a:cubicBezTo>
                <a:cubicBezTo>
                  <a:pt x="0" y="389130"/>
                  <a:pt x="389130" y="0"/>
                  <a:pt x="869145" y="0"/>
                </a:cubicBezTo>
                <a:cubicBezTo>
                  <a:pt x="1349161" y="0"/>
                  <a:pt x="1738291" y="389130"/>
                  <a:pt x="1738291" y="869145"/>
                </a:cubicBezTo>
                <a:close/>
              </a:path>
            </a:pathLst>
          </a:custGeom>
          <a:gradFill flip="none" rotWithShape="1">
            <a:gsLst>
              <a:gs pos="0">
                <a:schemeClr val="accent1">
                  <a:lumMod val="60000"/>
                  <a:lumOff val="40000"/>
                </a:schemeClr>
              </a:gs>
              <a:gs pos="84000">
                <a:schemeClr val="accent1">
                  <a:lumMod val="75000"/>
                </a:schemeClr>
              </a:gs>
            </a:gsLst>
            <a:lin ang="27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4" name="任意多边形: 形状 23">
            <a:extLst>
              <a:ext uri="{FF2B5EF4-FFF2-40B4-BE49-F238E27FC236}">
                <a16:creationId xmlns:a16="http://schemas.microsoft.com/office/drawing/2014/main" id="{D9D5A112-C84F-F6EB-7C0D-024DD6598428}"/>
              </a:ext>
            </a:extLst>
          </p:cNvPr>
          <p:cNvSpPr/>
          <p:nvPr/>
        </p:nvSpPr>
        <p:spPr>
          <a:xfrm>
            <a:off x="3889271" y="2945585"/>
            <a:ext cx="1251727" cy="45719"/>
          </a:xfrm>
          <a:custGeom>
            <a:avLst/>
            <a:gdLst>
              <a:gd name="connsiteX0" fmla="*/ 0 w 1041070"/>
              <a:gd name="connsiteY0" fmla="*/ 0 h 6344"/>
              <a:gd name="connsiteX1" fmla="*/ 1041071 w 1041070"/>
              <a:gd name="connsiteY1" fmla="*/ 0 h 6344"/>
            </a:gdLst>
            <a:ahLst/>
            <a:cxnLst>
              <a:cxn ang="0">
                <a:pos x="connsiteX0" y="connsiteY0"/>
              </a:cxn>
              <a:cxn ang="0">
                <a:pos x="connsiteX1" y="connsiteY1"/>
              </a:cxn>
            </a:cxnLst>
            <a:rect l="l" t="t" r="r" b="b"/>
            <a:pathLst>
              <a:path w="1041070" h="6344">
                <a:moveTo>
                  <a:pt x="0" y="0"/>
                </a:moveTo>
                <a:lnTo>
                  <a:pt x="1041071" y="0"/>
                </a:lnTo>
              </a:path>
            </a:pathLst>
          </a:custGeom>
          <a:noFill/>
          <a:ln w="12680" cap="flat">
            <a:solidFill>
              <a:schemeClr val="accent1"/>
            </a:solidFill>
            <a:prstDash val="solid"/>
            <a:miter/>
            <a:tailEnd type="triangle" w="lg" len="lg"/>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27" name="任意多边形: 形状 26">
            <a:extLst>
              <a:ext uri="{FF2B5EF4-FFF2-40B4-BE49-F238E27FC236}">
                <a16:creationId xmlns:a16="http://schemas.microsoft.com/office/drawing/2014/main" id="{2C6FBE0C-BCFC-BF4C-4599-CDBB5F52E21A}"/>
              </a:ext>
            </a:extLst>
          </p:cNvPr>
          <p:cNvSpPr/>
          <p:nvPr/>
        </p:nvSpPr>
        <p:spPr>
          <a:xfrm>
            <a:off x="7296086" y="2945585"/>
            <a:ext cx="1251727" cy="45719"/>
          </a:xfrm>
          <a:custGeom>
            <a:avLst/>
            <a:gdLst>
              <a:gd name="connsiteX0" fmla="*/ 0 w 1041070"/>
              <a:gd name="connsiteY0" fmla="*/ 0 h 6344"/>
              <a:gd name="connsiteX1" fmla="*/ 1041071 w 1041070"/>
              <a:gd name="connsiteY1" fmla="*/ 0 h 6344"/>
            </a:gdLst>
            <a:ahLst/>
            <a:cxnLst>
              <a:cxn ang="0">
                <a:pos x="connsiteX0" y="connsiteY0"/>
              </a:cxn>
              <a:cxn ang="0">
                <a:pos x="connsiteX1" y="connsiteY1"/>
              </a:cxn>
            </a:cxnLst>
            <a:rect l="l" t="t" r="r" b="b"/>
            <a:pathLst>
              <a:path w="1041070" h="6344">
                <a:moveTo>
                  <a:pt x="0" y="0"/>
                </a:moveTo>
                <a:lnTo>
                  <a:pt x="1041071" y="0"/>
                </a:lnTo>
              </a:path>
            </a:pathLst>
          </a:custGeom>
          <a:noFill/>
          <a:ln w="12680" cap="flat">
            <a:solidFill>
              <a:schemeClr val="accent1"/>
            </a:solidFill>
            <a:prstDash val="solid"/>
            <a:miter/>
            <a:tailEnd type="triangle" w="lg" len="lg"/>
          </a:ln>
        </p:spPr>
        <p:txBody>
          <a:bodyPr rtlCol="0" anchor="ct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0" name="矩形: 圆角 29">
            <a:extLst>
              <a:ext uri="{FF2B5EF4-FFF2-40B4-BE49-F238E27FC236}">
                <a16:creationId xmlns:a16="http://schemas.microsoft.com/office/drawing/2014/main" id="{4516AC5A-CD59-2518-09B1-BBFDEAF35207}"/>
              </a:ext>
            </a:extLst>
          </p:cNvPr>
          <p:cNvSpPr/>
          <p:nvPr/>
        </p:nvSpPr>
        <p:spPr>
          <a:xfrm>
            <a:off x="1927909" y="4113262"/>
            <a:ext cx="1973023" cy="837424"/>
          </a:xfrm>
          <a:prstGeom prst="roundRect">
            <a:avLst>
              <a:gd name="adj" fmla="val 622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1" name="矩形: 圆角 30">
            <a:extLst>
              <a:ext uri="{FF2B5EF4-FFF2-40B4-BE49-F238E27FC236}">
                <a16:creationId xmlns:a16="http://schemas.microsoft.com/office/drawing/2014/main" id="{B0E6ED77-BD76-E08B-EC95-7BD074269BCB}"/>
              </a:ext>
            </a:extLst>
          </p:cNvPr>
          <p:cNvSpPr/>
          <p:nvPr/>
        </p:nvSpPr>
        <p:spPr>
          <a:xfrm>
            <a:off x="5334704" y="4113262"/>
            <a:ext cx="1973023" cy="1129254"/>
          </a:xfrm>
          <a:prstGeom prst="roundRect">
            <a:avLst>
              <a:gd name="adj" fmla="val 3171"/>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2" name="矩形: 圆角 31">
            <a:extLst>
              <a:ext uri="{FF2B5EF4-FFF2-40B4-BE49-F238E27FC236}">
                <a16:creationId xmlns:a16="http://schemas.microsoft.com/office/drawing/2014/main" id="{C93B1EF8-CA9C-E0A3-CA04-96F13180E7B4}"/>
              </a:ext>
            </a:extLst>
          </p:cNvPr>
          <p:cNvSpPr/>
          <p:nvPr/>
        </p:nvSpPr>
        <p:spPr>
          <a:xfrm>
            <a:off x="1939571" y="4125454"/>
            <a:ext cx="1949700" cy="407016"/>
          </a:xfrm>
          <a:prstGeom prst="roundRect">
            <a:avLst/>
          </a:prstGeom>
          <a:solidFill>
            <a:srgbClr val="FFFFFF"/>
          </a:solidFill>
          <a:ln w="6340" cap="flat">
            <a:no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3" name="矩形: 圆角 32">
            <a:extLst>
              <a:ext uri="{FF2B5EF4-FFF2-40B4-BE49-F238E27FC236}">
                <a16:creationId xmlns:a16="http://schemas.microsoft.com/office/drawing/2014/main" id="{AE654A44-4140-5BD2-1032-5DD93453FA06}"/>
              </a:ext>
            </a:extLst>
          </p:cNvPr>
          <p:cNvSpPr/>
          <p:nvPr/>
        </p:nvSpPr>
        <p:spPr>
          <a:xfrm>
            <a:off x="5345290" y="4125454"/>
            <a:ext cx="1951852" cy="584652"/>
          </a:xfrm>
          <a:prstGeom prst="roundRect">
            <a:avLst>
              <a:gd name="adj" fmla="val 6227"/>
            </a:avLst>
          </a:prstGeom>
          <a:solidFill>
            <a:srgbClr val="FFFFFF"/>
          </a:solidFill>
          <a:ln w="6340" cap="flat">
            <a:noFill/>
            <a:prstDash val="dash"/>
            <a:miter/>
          </a:ln>
          <a:effectLst>
            <a:outerShdw blurRad="241300" dist="38100" dir="5400000" algn="t" rotWithShape="0">
              <a:schemeClr val="accent1">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4" name="矩形: 圆角 33">
            <a:extLst>
              <a:ext uri="{FF2B5EF4-FFF2-40B4-BE49-F238E27FC236}">
                <a16:creationId xmlns:a16="http://schemas.microsoft.com/office/drawing/2014/main" id="{0B1062C4-9CC3-13E8-FEAB-FDCB6D619D40}"/>
              </a:ext>
            </a:extLst>
          </p:cNvPr>
          <p:cNvSpPr/>
          <p:nvPr/>
        </p:nvSpPr>
        <p:spPr>
          <a:xfrm>
            <a:off x="1921565" y="5026816"/>
            <a:ext cx="1985711" cy="437744"/>
          </a:xfrm>
          <a:prstGeom prst="roundRect">
            <a:avLst>
              <a:gd name="adj" fmla="val 10220"/>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5" name="矩形: 圆角 34">
            <a:extLst>
              <a:ext uri="{FF2B5EF4-FFF2-40B4-BE49-F238E27FC236}">
                <a16:creationId xmlns:a16="http://schemas.microsoft.com/office/drawing/2014/main" id="{9EDBAE00-6B4E-311F-9EE1-D00F1ABA64C6}"/>
              </a:ext>
            </a:extLst>
          </p:cNvPr>
          <p:cNvSpPr/>
          <p:nvPr/>
        </p:nvSpPr>
        <p:spPr>
          <a:xfrm>
            <a:off x="1921565" y="5534346"/>
            <a:ext cx="1985711" cy="437744"/>
          </a:xfrm>
          <a:prstGeom prst="roundRect">
            <a:avLst>
              <a:gd name="adj" fmla="val 1150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6" name="矩形: 圆角 35">
            <a:extLst>
              <a:ext uri="{FF2B5EF4-FFF2-40B4-BE49-F238E27FC236}">
                <a16:creationId xmlns:a16="http://schemas.microsoft.com/office/drawing/2014/main" id="{7ED3CF29-AE42-8488-786C-E3A1E2C4FDA1}"/>
              </a:ext>
            </a:extLst>
          </p:cNvPr>
          <p:cNvSpPr/>
          <p:nvPr/>
        </p:nvSpPr>
        <p:spPr>
          <a:xfrm>
            <a:off x="5328360" y="5356711"/>
            <a:ext cx="1985711" cy="615380"/>
          </a:xfrm>
          <a:prstGeom prst="roundRect">
            <a:avLst>
              <a:gd name="adj" fmla="val 7953"/>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1" name="矩形: 圆角 40">
            <a:extLst>
              <a:ext uri="{FF2B5EF4-FFF2-40B4-BE49-F238E27FC236}">
                <a16:creationId xmlns:a16="http://schemas.microsoft.com/office/drawing/2014/main" id="{593DCD1A-46DF-A40C-AFBE-0C91AA47B1ED}"/>
              </a:ext>
            </a:extLst>
          </p:cNvPr>
          <p:cNvSpPr/>
          <p:nvPr/>
        </p:nvSpPr>
        <p:spPr>
          <a:xfrm>
            <a:off x="8735156" y="4112727"/>
            <a:ext cx="1985711" cy="437744"/>
          </a:xfrm>
          <a:prstGeom prst="roundRect">
            <a:avLst>
              <a:gd name="adj" fmla="val 13766"/>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3" name="矩形: 圆角 42">
            <a:extLst>
              <a:ext uri="{FF2B5EF4-FFF2-40B4-BE49-F238E27FC236}">
                <a16:creationId xmlns:a16="http://schemas.microsoft.com/office/drawing/2014/main" id="{345466BB-5BD5-FBF0-795F-D7AC3E571DE9}"/>
              </a:ext>
            </a:extLst>
          </p:cNvPr>
          <p:cNvSpPr/>
          <p:nvPr/>
        </p:nvSpPr>
        <p:spPr>
          <a:xfrm>
            <a:off x="8735156" y="4823804"/>
            <a:ext cx="1985711" cy="437744"/>
          </a:xfrm>
          <a:prstGeom prst="roundRect">
            <a:avLst>
              <a:gd name="adj" fmla="val 12799"/>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45" name="矩形: 圆角 44">
            <a:extLst>
              <a:ext uri="{FF2B5EF4-FFF2-40B4-BE49-F238E27FC236}">
                <a16:creationId xmlns:a16="http://schemas.microsoft.com/office/drawing/2014/main" id="{05BE0066-F9E2-75A7-A68B-44DA88686E2C}"/>
              </a:ext>
            </a:extLst>
          </p:cNvPr>
          <p:cNvSpPr/>
          <p:nvPr/>
        </p:nvSpPr>
        <p:spPr>
          <a:xfrm>
            <a:off x="8735156" y="5540691"/>
            <a:ext cx="1985711" cy="437744"/>
          </a:xfrm>
          <a:prstGeom prst="roundRect">
            <a:avLst>
              <a:gd name="adj" fmla="val 9898"/>
            </a:avLst>
          </a:prstGeom>
          <a:solidFill>
            <a:schemeClr val="accent1">
              <a:lumMod val="20000"/>
              <a:lumOff val="80000"/>
              <a:alpha val="43000"/>
            </a:schemeClr>
          </a:solidFill>
          <a:ln w="6350">
            <a:solidFill>
              <a:schemeClr val="accent1">
                <a:lumMod val="10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2000">
              <a:solidFill>
                <a:schemeClr val="l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5" name="文本框 54">
            <a:extLst>
              <a:ext uri="{FF2B5EF4-FFF2-40B4-BE49-F238E27FC236}">
                <a16:creationId xmlns:a16="http://schemas.microsoft.com/office/drawing/2014/main" id="{5097E1F9-4A62-7778-7326-7870D03E474E}"/>
              </a:ext>
            </a:extLst>
          </p:cNvPr>
          <p:cNvSpPr txBox="1"/>
          <p:nvPr/>
        </p:nvSpPr>
        <p:spPr>
          <a:xfrm>
            <a:off x="2472667" y="2636849"/>
            <a:ext cx="877163" cy="369332"/>
          </a:xfrm>
          <a:prstGeom prst="rect">
            <a:avLst/>
          </a:prstGeom>
          <a:noFill/>
        </p:spPr>
        <p:txBody>
          <a:bodyPr wrap="none" rtlCol="0">
            <a:spAutoFit/>
          </a:bodyPr>
          <a:lstStyle/>
          <a:p>
            <a:pPr algn="ctr"/>
            <a:r>
              <a:rPr lang="zh-CN" alt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形态一</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6" name="文本框 55">
            <a:extLst>
              <a:ext uri="{FF2B5EF4-FFF2-40B4-BE49-F238E27FC236}">
                <a16:creationId xmlns:a16="http://schemas.microsoft.com/office/drawing/2014/main" id="{98AF94D1-AE10-7CC3-B426-57E4031D904E}"/>
              </a:ext>
            </a:extLst>
          </p:cNvPr>
          <p:cNvSpPr txBox="1"/>
          <p:nvPr/>
        </p:nvSpPr>
        <p:spPr>
          <a:xfrm>
            <a:off x="2565641" y="3045843"/>
            <a:ext cx="691215"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瞬间记忆</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7" name="文本框 56">
            <a:extLst>
              <a:ext uri="{FF2B5EF4-FFF2-40B4-BE49-F238E27FC236}">
                <a16:creationId xmlns:a16="http://schemas.microsoft.com/office/drawing/2014/main" id="{1223DC48-C91B-2F5C-15F3-80B8868F3CFE}"/>
              </a:ext>
            </a:extLst>
          </p:cNvPr>
          <p:cNvSpPr txBox="1"/>
          <p:nvPr/>
        </p:nvSpPr>
        <p:spPr>
          <a:xfrm>
            <a:off x="5867441" y="2636849"/>
            <a:ext cx="901209" cy="369332"/>
          </a:xfrm>
          <a:prstGeom prst="rect">
            <a:avLst/>
          </a:prstGeom>
          <a:noFill/>
        </p:spPr>
        <p:txBody>
          <a:bodyPr wrap="none" rtlCol="0">
            <a:spAutoFit/>
          </a:bodyPr>
          <a:lstStyle/>
          <a:p>
            <a:pPr algn="ctr"/>
            <a:r>
              <a:rPr lang="zh-CN" altLang="en-US"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形态二</a:t>
            </a:r>
            <a:endParaRPr lang="en-US" dirty="0">
              <a:solidFill>
                <a:schemeClr val="bg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58" name="文本框 57">
            <a:extLst>
              <a:ext uri="{FF2B5EF4-FFF2-40B4-BE49-F238E27FC236}">
                <a16:creationId xmlns:a16="http://schemas.microsoft.com/office/drawing/2014/main" id="{C52CBD55-B872-9165-E543-B02250A70C33}"/>
              </a:ext>
            </a:extLst>
          </p:cNvPr>
          <p:cNvSpPr txBox="1"/>
          <p:nvPr/>
        </p:nvSpPr>
        <p:spPr>
          <a:xfrm>
            <a:off x="5972438" y="3045843"/>
            <a:ext cx="691215" cy="246221"/>
          </a:xfrm>
          <a:prstGeom prst="rect">
            <a:avLst/>
          </a:prstGeom>
          <a:noFill/>
        </p:spPr>
        <p:txBody>
          <a:bodyPr wrap="none" rtlCol="0">
            <a:spAutoFit/>
          </a:bodyPr>
          <a:lstStyle/>
          <a:p>
            <a:pPr algn="ctr"/>
            <a:r>
              <a:rPr lang="zh-CN" alt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短期记忆</a:t>
            </a:r>
            <a:endParaRPr lang="en-US" sz="10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9" name="文本框 58">
            <a:extLst>
              <a:ext uri="{FF2B5EF4-FFF2-40B4-BE49-F238E27FC236}">
                <a16:creationId xmlns:a16="http://schemas.microsoft.com/office/drawing/2014/main" id="{E03C1998-9E9E-5882-C51A-8910F617AD6F}"/>
              </a:ext>
            </a:extLst>
          </p:cNvPr>
          <p:cNvSpPr txBox="1"/>
          <p:nvPr/>
        </p:nvSpPr>
        <p:spPr>
          <a:xfrm>
            <a:off x="9286259" y="2636849"/>
            <a:ext cx="877163" cy="369332"/>
          </a:xfrm>
          <a:prstGeom prst="rect">
            <a:avLst/>
          </a:prstGeom>
          <a:noFill/>
        </p:spPr>
        <p:txBody>
          <a:bodyPr wrap="none" rtlCol="0">
            <a:spAutoFit/>
          </a:bodyPr>
          <a:lstStyle/>
          <a:p>
            <a:pPr algn="ctr"/>
            <a:r>
              <a:rPr lang="zh-CN" alt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rPr>
              <a:t>形态三</a:t>
            </a:r>
            <a:endParaRPr lang="en-US" dirty="0">
              <a:solidFill>
                <a:schemeClr val="accent1"/>
              </a:solidFill>
              <a:latin typeface="思源宋体 CN Heavy" panose="02020900000000000000" pitchFamily="18" charset="-122"/>
              <a:ea typeface="思源宋体 CN Heavy" panose="02020900000000000000" pitchFamily="18" charset="-122"/>
              <a:cs typeface="阿里巴巴普惠体 2.0 45 Light" panose="00020600040101010101" pitchFamily="18" charset="-122"/>
              <a:sym typeface="阿里巴巴普惠体 2 45 Light" panose="00020600040101010101" pitchFamily="18" charset="-122"/>
            </a:endParaRPr>
          </a:p>
        </p:txBody>
      </p:sp>
      <p:sp>
        <p:nvSpPr>
          <p:cNvPr id="60" name="文本框 59">
            <a:extLst>
              <a:ext uri="{FF2B5EF4-FFF2-40B4-BE49-F238E27FC236}">
                <a16:creationId xmlns:a16="http://schemas.microsoft.com/office/drawing/2014/main" id="{29A5CDAF-EA0E-D19F-FF54-E140AB5236A0}"/>
              </a:ext>
            </a:extLst>
          </p:cNvPr>
          <p:cNvSpPr txBox="1"/>
          <p:nvPr/>
        </p:nvSpPr>
        <p:spPr>
          <a:xfrm>
            <a:off x="9189277" y="3045843"/>
            <a:ext cx="1071127" cy="246221"/>
          </a:xfrm>
          <a:prstGeom prst="rect">
            <a:avLst/>
          </a:prstGeom>
          <a:noFill/>
        </p:spPr>
        <p:txBody>
          <a:bodyPr wrap="none" rtlCol="0">
            <a:spAutoFit/>
          </a:bodyPr>
          <a:lstStyle/>
          <a:p>
            <a:pPr algn="ctr"/>
            <a:r>
              <a:rPr lang="zh-CN" alt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品牌感情化寄托</a:t>
            </a:r>
            <a:endParaRPr lang="en-US" sz="10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1" name="文本框 60">
            <a:extLst>
              <a:ext uri="{FF2B5EF4-FFF2-40B4-BE49-F238E27FC236}">
                <a16:creationId xmlns:a16="http://schemas.microsoft.com/office/drawing/2014/main" id="{0D545FC8-DDE8-EA5B-CD10-222963A8F400}"/>
              </a:ext>
            </a:extLst>
          </p:cNvPr>
          <p:cNvSpPr txBox="1"/>
          <p:nvPr/>
        </p:nvSpPr>
        <p:spPr>
          <a:xfrm>
            <a:off x="4230136" y="2592702"/>
            <a:ext cx="691215"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占领任职</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2" name="文本框 61">
            <a:extLst>
              <a:ext uri="{FF2B5EF4-FFF2-40B4-BE49-F238E27FC236}">
                <a16:creationId xmlns:a16="http://schemas.microsoft.com/office/drawing/2014/main" id="{FC3C59B0-9427-5A97-E748-E9DB1B495C1A}"/>
              </a:ext>
            </a:extLst>
          </p:cNvPr>
          <p:cNvSpPr txBox="1"/>
          <p:nvPr/>
        </p:nvSpPr>
        <p:spPr>
          <a:xfrm>
            <a:off x="7629650" y="2592702"/>
            <a:ext cx="691215"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重复记忆</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3" name="文本框 62">
            <a:extLst>
              <a:ext uri="{FF2B5EF4-FFF2-40B4-BE49-F238E27FC236}">
                <a16:creationId xmlns:a16="http://schemas.microsoft.com/office/drawing/2014/main" id="{EB1FCE1D-9931-1892-117A-1396721252C2}"/>
              </a:ext>
            </a:extLst>
          </p:cNvPr>
          <p:cNvSpPr txBox="1"/>
          <p:nvPr/>
        </p:nvSpPr>
        <p:spPr>
          <a:xfrm>
            <a:off x="1981496" y="4654927"/>
            <a:ext cx="1871025"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超级符号、</a:t>
            </a:r>
            <a:r>
              <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IP</a:t>
            </a: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、品牌字体</a:t>
            </a:r>
            <a:r>
              <a:rPr lang="en-US" altLang="zh-CN"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a:t>
            </a: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色系</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4" name="文本框 63">
            <a:extLst>
              <a:ext uri="{FF2B5EF4-FFF2-40B4-BE49-F238E27FC236}">
                <a16:creationId xmlns:a16="http://schemas.microsoft.com/office/drawing/2014/main" id="{B03B4A1C-32D1-99B2-FBAD-DD7E9AE12B8E}"/>
              </a:ext>
            </a:extLst>
          </p:cNvPr>
          <p:cNvSpPr txBox="1"/>
          <p:nvPr/>
        </p:nvSpPr>
        <p:spPr>
          <a:xfrm>
            <a:off x="5653326" y="4885759"/>
            <a:ext cx="1324402" cy="246221"/>
          </a:xfrm>
          <a:prstGeom prst="rect">
            <a:avLst/>
          </a:prstGeom>
          <a:noFill/>
        </p:spPr>
        <p:txBody>
          <a:bodyPr wrap="none" rtlCol="0">
            <a:spAutoFit/>
          </a:bodyPr>
          <a:lstStyle/>
          <a:p>
            <a:pPr algn="ctr"/>
            <a:r>
              <a:rPr lang="zh-CN" alt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场景维度、感官维度</a:t>
            </a:r>
            <a:endParaRPr lang="en-US" sz="1000" dirty="0">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5" name="文本框 64">
            <a:extLst>
              <a:ext uri="{FF2B5EF4-FFF2-40B4-BE49-F238E27FC236}">
                <a16:creationId xmlns:a16="http://schemas.microsoft.com/office/drawing/2014/main" id="{43A6578A-0B56-5A1C-1344-530F5AE155A5}"/>
              </a:ext>
            </a:extLst>
          </p:cNvPr>
          <p:cNvSpPr txBox="1"/>
          <p:nvPr/>
        </p:nvSpPr>
        <p:spPr>
          <a:xfrm>
            <a:off x="2363010" y="4190463"/>
            <a:ext cx="1107997"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常见认知联想</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6" name="文本框 65">
            <a:extLst>
              <a:ext uri="{FF2B5EF4-FFF2-40B4-BE49-F238E27FC236}">
                <a16:creationId xmlns:a16="http://schemas.microsoft.com/office/drawing/2014/main" id="{88DEC21E-0202-0C34-1F2A-CD4373296F63}"/>
              </a:ext>
            </a:extLst>
          </p:cNvPr>
          <p:cNvSpPr txBox="1"/>
          <p:nvPr/>
        </p:nvSpPr>
        <p:spPr>
          <a:xfrm>
            <a:off x="2439955" y="5102586"/>
            <a:ext cx="954107"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视觉差异化</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7" name="文本框 66">
            <a:extLst>
              <a:ext uri="{FF2B5EF4-FFF2-40B4-BE49-F238E27FC236}">
                <a16:creationId xmlns:a16="http://schemas.microsoft.com/office/drawing/2014/main" id="{9CAA6F0D-EF4C-4B33-2AE0-3A9C16B7170D}"/>
              </a:ext>
            </a:extLst>
          </p:cNvPr>
          <p:cNvSpPr txBox="1"/>
          <p:nvPr/>
        </p:nvSpPr>
        <p:spPr>
          <a:xfrm>
            <a:off x="2439958" y="5614718"/>
            <a:ext cx="954107"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保持一致性</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8" name="文本框 67">
            <a:extLst>
              <a:ext uri="{FF2B5EF4-FFF2-40B4-BE49-F238E27FC236}">
                <a16:creationId xmlns:a16="http://schemas.microsoft.com/office/drawing/2014/main" id="{5C3441E3-2463-2B71-118E-BE62396828BF}"/>
              </a:ext>
            </a:extLst>
          </p:cNvPr>
          <p:cNvSpPr txBox="1"/>
          <p:nvPr/>
        </p:nvSpPr>
        <p:spPr>
          <a:xfrm>
            <a:off x="5690273" y="5525902"/>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周期性营销活动</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69" name="文本框 68">
            <a:extLst>
              <a:ext uri="{FF2B5EF4-FFF2-40B4-BE49-F238E27FC236}">
                <a16:creationId xmlns:a16="http://schemas.microsoft.com/office/drawing/2014/main" id="{0B597D94-601D-4A90-1448-1559AF4A5FBB}"/>
              </a:ext>
            </a:extLst>
          </p:cNvPr>
          <p:cNvSpPr txBox="1"/>
          <p:nvPr/>
        </p:nvSpPr>
        <p:spPr>
          <a:xfrm>
            <a:off x="5690272" y="4279281"/>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全链路品牌曝光</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0" name="文本框 69">
            <a:extLst>
              <a:ext uri="{FF2B5EF4-FFF2-40B4-BE49-F238E27FC236}">
                <a16:creationId xmlns:a16="http://schemas.microsoft.com/office/drawing/2014/main" id="{9121901F-37DD-4B49-EEBB-3F71BDFABC44}"/>
              </a:ext>
            </a:extLst>
          </p:cNvPr>
          <p:cNvSpPr txBox="1"/>
          <p:nvPr/>
        </p:nvSpPr>
        <p:spPr>
          <a:xfrm>
            <a:off x="9093897" y="4193100"/>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品牌主张被认同</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1" name="文本框 70">
            <a:extLst>
              <a:ext uri="{FF2B5EF4-FFF2-40B4-BE49-F238E27FC236}">
                <a16:creationId xmlns:a16="http://schemas.microsoft.com/office/drawing/2014/main" id="{2378930E-1311-3A1A-5ADA-B3B07E02CFDE}"/>
              </a:ext>
            </a:extLst>
          </p:cNvPr>
          <p:cNvSpPr txBox="1"/>
          <p:nvPr/>
        </p:nvSpPr>
        <p:spPr>
          <a:xfrm>
            <a:off x="9093899" y="4904176"/>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情绪高点惊喜感</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72" name="文本框 71">
            <a:extLst>
              <a:ext uri="{FF2B5EF4-FFF2-40B4-BE49-F238E27FC236}">
                <a16:creationId xmlns:a16="http://schemas.microsoft.com/office/drawing/2014/main" id="{333624F9-1E14-927E-5601-231EFE03F579}"/>
              </a:ext>
            </a:extLst>
          </p:cNvPr>
          <p:cNvSpPr txBox="1"/>
          <p:nvPr/>
        </p:nvSpPr>
        <p:spPr>
          <a:xfrm>
            <a:off x="9093898" y="5624462"/>
            <a:ext cx="1261885" cy="276999"/>
          </a:xfrm>
          <a:prstGeom prst="rect">
            <a:avLst/>
          </a:prstGeom>
          <a:noFill/>
        </p:spPr>
        <p:txBody>
          <a:bodyPr wrap="none" rtlCol="0">
            <a:spAutoFit/>
          </a:bodyPr>
          <a:lstStyle/>
          <a:p>
            <a:pPr algn="ctr"/>
            <a:r>
              <a:rPr lang="zh-CN" alt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成就感和获得感</a:t>
            </a:r>
            <a:endParaRPr lang="en-US" sz="1200" dirty="0">
              <a:solidFill>
                <a:schemeClr val="accent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3" name="文本框 2">
            <a:extLst>
              <a:ext uri="{FF2B5EF4-FFF2-40B4-BE49-F238E27FC236}">
                <a16:creationId xmlns:a16="http://schemas.microsoft.com/office/drawing/2014/main" id="{4EFAB08D-922C-EBD2-2FF0-80FEADCD6E26}"/>
              </a:ext>
            </a:extLst>
          </p:cNvPr>
          <p:cNvSpPr txBox="1"/>
          <p:nvPr/>
        </p:nvSpPr>
        <p:spPr>
          <a:xfrm>
            <a:off x="676767" y="402360"/>
            <a:ext cx="3172170" cy="584775"/>
          </a:xfrm>
          <a:prstGeom prst="rect">
            <a:avLst/>
          </a:prstGeom>
          <a:noFill/>
        </p:spPr>
        <p:txBody>
          <a:bodyPr wrap="square" rtlCol="0">
            <a:spAutoFit/>
          </a:bodyPr>
          <a:lstStyle>
            <a:defPPr>
              <a:defRPr lang="zh-CN"/>
            </a:defPPr>
            <a:lvl1pPr>
              <a:defRPr sz="3200" b="1">
                <a:gradFill flip="none" rotWithShape="1">
                  <a:gsLst>
                    <a:gs pos="0">
                      <a:schemeClr val="accent1">
                        <a:lumMod val="50000"/>
                      </a:schemeClr>
                    </a:gs>
                    <a:gs pos="100000">
                      <a:schemeClr val="accent1"/>
                    </a:gs>
                  </a:gsLst>
                  <a:lin ang="13500000" scaled="1"/>
                  <a:tileRect/>
                </a:gradFill>
                <a:latin typeface="思源宋体 CN Heavy" panose="02020900000000000000" pitchFamily="18" charset="-122"/>
                <a:ea typeface="思源宋体 CN Heavy" panose="02020900000000000000" pitchFamily="18" charset="-122"/>
                <a:cs typeface="阿里巴巴普惠体" panose="00020600040101010101" pitchFamily="18" charset="-122"/>
              </a:defRPr>
            </a:lvl1pPr>
          </a:lstStyle>
          <a:p>
            <a:r>
              <a:rPr lang="zh-CN" altLang="en-US" dirty="0">
                <a:sym typeface="阿里巴巴普惠体 2 45 Light" panose="00020600040101010101" pitchFamily="18" charset="-122"/>
              </a:rPr>
              <a:t>神奇的逻辑图</a:t>
            </a:r>
          </a:p>
        </p:txBody>
      </p:sp>
      <p:sp>
        <p:nvSpPr>
          <p:cNvPr id="4" name="矩形 3">
            <a:extLst>
              <a:ext uri="{FF2B5EF4-FFF2-40B4-BE49-F238E27FC236}">
                <a16:creationId xmlns:a16="http://schemas.microsoft.com/office/drawing/2014/main" id="{4F9DC1F9-3D61-6846-2C78-368821A061E6}"/>
              </a:ext>
            </a:extLst>
          </p:cNvPr>
          <p:cNvSpPr/>
          <p:nvPr/>
        </p:nvSpPr>
        <p:spPr>
          <a:xfrm>
            <a:off x="3420984" y="489284"/>
            <a:ext cx="3219061" cy="373879"/>
          </a:xfrm>
          <a:prstGeom prst="rect">
            <a:avLst/>
          </a:prstGeom>
          <a:solidFill>
            <a:schemeClr val="accent1">
              <a:lumMod val="100000"/>
            </a:schemeClr>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CN" altLang="en-US" sz="9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
        <p:nvSpPr>
          <p:cNvPr id="5" name="文本框 4">
            <a:extLst>
              <a:ext uri="{FF2B5EF4-FFF2-40B4-BE49-F238E27FC236}">
                <a16:creationId xmlns:a16="http://schemas.microsoft.com/office/drawing/2014/main" id="{04B3792E-BF5F-4B4D-6E97-F2BF8F2C7CF2}"/>
              </a:ext>
            </a:extLst>
          </p:cNvPr>
          <p:cNvSpPr txBox="1"/>
          <p:nvPr/>
        </p:nvSpPr>
        <p:spPr>
          <a:xfrm>
            <a:off x="3420983" y="449020"/>
            <a:ext cx="3219061" cy="461665"/>
          </a:xfrm>
          <a:prstGeom prst="rect">
            <a:avLst/>
          </a:prstGeom>
          <a:noFill/>
        </p:spPr>
        <p:txBody>
          <a:bodyPr wrap="square" rtlCol="0" anchor="ctr">
            <a:spAutoFit/>
          </a:bodyPr>
          <a:lstStyle/>
          <a:p>
            <a:pPr algn="dist"/>
            <a:r>
              <a:rPr lang="en-US" altLang="zh-CN"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rPr>
              <a:t>SHENQIDELUOJITU</a:t>
            </a:r>
            <a:endParaRPr lang="zh-CN" altLang="en-US" sz="2400" dirty="0">
              <a:solidFill>
                <a:schemeClr val="bg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sym typeface="阿里巴巴普惠体 2 45 Light" panose="00020600040101010101" pitchFamily="18" charset="-122"/>
            </a:endParaRPr>
          </a:p>
        </p:txBody>
      </p:sp>
    </p:spTree>
    <p:extLst>
      <p:ext uri="{BB962C8B-B14F-4D97-AF65-F5344CB8AC3E}">
        <p14:creationId xmlns:p14="http://schemas.microsoft.com/office/powerpoint/2010/main" val="103280550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Object 3" descr="preencoded.png">
            <a:extLst>
              <a:ext uri="{FF2B5EF4-FFF2-40B4-BE49-F238E27FC236}">
                <a16:creationId xmlns:a16="http://schemas.microsoft.com/office/drawing/2014/main" id="{0BEBABF6-2F19-5046-9BC9-DC7DECAAA344}"/>
              </a:ext>
            </a:extLst>
          </p:cNvPr>
          <p:cNvSpPr/>
          <p:nvPr/>
        </p:nvSpPr>
        <p:spPr>
          <a:xfrm>
            <a:off x="547151" y="2415953"/>
            <a:ext cx="1357328" cy="3202420"/>
          </a:xfrm>
          <a:prstGeom prst="roundRect">
            <a:avLst>
              <a:gd name="adj" fmla="val 5106"/>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solidFill>
                <a:schemeClr val="bg2">
                  <a:lumMod val="25000"/>
                </a:schemeClr>
              </a:solidFill>
              <a:latin typeface="阿里巴巴普惠体 2.0 45 Light" panose="00020600040101010101" pitchFamily="18" charset="-122"/>
              <a:ea typeface="阿里巴巴普惠体 2.0 45 Light" panose="00020600040101010101" pitchFamily="18" charset="-122"/>
            </a:endParaRPr>
          </a:p>
        </p:txBody>
      </p:sp>
      <p:sp>
        <p:nvSpPr>
          <p:cNvPr id="148" name="圆角矩形 147">
            <a:extLst>
              <a:ext uri="{FF2B5EF4-FFF2-40B4-BE49-F238E27FC236}">
                <a16:creationId xmlns:a16="http://schemas.microsoft.com/office/drawing/2014/main" id="{88E7908F-BB81-7A4B-B08D-400AC5F75415}"/>
              </a:ext>
            </a:extLst>
          </p:cNvPr>
          <p:cNvSpPr/>
          <p:nvPr/>
        </p:nvSpPr>
        <p:spPr>
          <a:xfrm>
            <a:off x="678602" y="2514030"/>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9" name="圆角矩形 148">
            <a:extLst>
              <a:ext uri="{FF2B5EF4-FFF2-40B4-BE49-F238E27FC236}">
                <a16:creationId xmlns:a16="http://schemas.microsoft.com/office/drawing/2014/main" id="{DFA339EF-44AA-8A43-9635-7B61E40E78B2}"/>
              </a:ext>
            </a:extLst>
          </p:cNvPr>
          <p:cNvSpPr/>
          <p:nvPr/>
        </p:nvSpPr>
        <p:spPr>
          <a:xfrm>
            <a:off x="678602" y="3086307"/>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0" name="圆角矩形 149">
            <a:extLst>
              <a:ext uri="{FF2B5EF4-FFF2-40B4-BE49-F238E27FC236}">
                <a16:creationId xmlns:a16="http://schemas.microsoft.com/office/drawing/2014/main" id="{894E9572-3CA5-3747-AC3C-69EE42DF7E77}"/>
              </a:ext>
            </a:extLst>
          </p:cNvPr>
          <p:cNvSpPr/>
          <p:nvPr/>
        </p:nvSpPr>
        <p:spPr>
          <a:xfrm>
            <a:off x="668406" y="3687955"/>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1" name="圆角矩形 150">
            <a:extLst>
              <a:ext uri="{FF2B5EF4-FFF2-40B4-BE49-F238E27FC236}">
                <a16:creationId xmlns:a16="http://schemas.microsoft.com/office/drawing/2014/main" id="{CFD2A894-1A4D-4045-B288-369C92C4235F}"/>
              </a:ext>
            </a:extLst>
          </p:cNvPr>
          <p:cNvSpPr/>
          <p:nvPr/>
        </p:nvSpPr>
        <p:spPr>
          <a:xfrm>
            <a:off x="658210" y="4289603"/>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2" name="圆角矩形 151">
            <a:extLst>
              <a:ext uri="{FF2B5EF4-FFF2-40B4-BE49-F238E27FC236}">
                <a16:creationId xmlns:a16="http://schemas.microsoft.com/office/drawing/2014/main" id="{417B7DA5-5D41-DE47-B301-8244ED846A55}"/>
              </a:ext>
            </a:extLst>
          </p:cNvPr>
          <p:cNvSpPr/>
          <p:nvPr/>
        </p:nvSpPr>
        <p:spPr>
          <a:xfrm>
            <a:off x="648014" y="4891251"/>
            <a:ext cx="1106025" cy="483263"/>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3" name="Object45">
            <a:extLst>
              <a:ext uri="{FF2B5EF4-FFF2-40B4-BE49-F238E27FC236}">
                <a16:creationId xmlns:a16="http://schemas.microsoft.com/office/drawing/2014/main" id="{7C773B1A-670B-AC42-B16F-C0B1EEB10A95}"/>
              </a:ext>
            </a:extLst>
          </p:cNvPr>
          <p:cNvSpPr/>
          <p:nvPr/>
        </p:nvSpPr>
        <p:spPr>
          <a:xfrm>
            <a:off x="1011083" y="2676632"/>
            <a:ext cx="445079" cy="164212"/>
          </a:xfrm>
          <a:prstGeom prst="rect">
            <a:avLst/>
          </a:prstGeom>
          <a:noFill/>
          <a:ln/>
        </p:spPr>
        <p:txBody>
          <a:bodyPr wrap="square" lIns="0" tIns="0" rIns="0" bIns="0" rtlCol="0" anchor="t">
            <a:spAutoFit/>
          </a:bodyPr>
          <a:lstStyle/>
          <a:p>
            <a:pPr algn="ctr"/>
            <a:r>
              <a:rPr lang="en-US" sz="1067"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政策</a:t>
            </a:r>
          </a:p>
        </p:txBody>
      </p:sp>
      <p:sp>
        <p:nvSpPr>
          <p:cNvPr id="85" name="Object55">
            <a:extLst>
              <a:ext uri="{FF2B5EF4-FFF2-40B4-BE49-F238E27FC236}">
                <a16:creationId xmlns:a16="http://schemas.microsoft.com/office/drawing/2014/main" id="{A7264EE3-B94A-1C4B-8C6D-B36F76E4F066}"/>
              </a:ext>
            </a:extLst>
          </p:cNvPr>
          <p:cNvSpPr/>
          <p:nvPr/>
        </p:nvSpPr>
        <p:spPr>
          <a:xfrm>
            <a:off x="1011083" y="3264474"/>
            <a:ext cx="445079" cy="164212"/>
          </a:xfrm>
          <a:prstGeom prst="rect">
            <a:avLst/>
          </a:prstGeom>
          <a:noFill/>
          <a:ln/>
        </p:spPr>
        <p:txBody>
          <a:bodyPr wrap="square" lIns="0" tIns="0" rIns="0" bIns="0" rtlCol="0" anchor="t">
            <a:spAutoFit/>
          </a:bodyPr>
          <a:lstStyle/>
          <a:p>
            <a:pPr algn="ctr"/>
            <a:r>
              <a:rPr lang="en-US" sz="1067"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理论</a:t>
            </a:r>
          </a:p>
        </p:txBody>
      </p:sp>
      <p:sp>
        <p:nvSpPr>
          <p:cNvPr id="86" name="Object56">
            <a:extLst>
              <a:ext uri="{FF2B5EF4-FFF2-40B4-BE49-F238E27FC236}">
                <a16:creationId xmlns:a16="http://schemas.microsoft.com/office/drawing/2014/main" id="{F865334D-B0CC-4345-8AE7-5282DDF9501C}"/>
              </a:ext>
            </a:extLst>
          </p:cNvPr>
          <p:cNvSpPr/>
          <p:nvPr/>
        </p:nvSpPr>
        <p:spPr>
          <a:xfrm>
            <a:off x="1011083" y="3860711"/>
            <a:ext cx="445079" cy="164212"/>
          </a:xfrm>
          <a:prstGeom prst="rect">
            <a:avLst/>
          </a:prstGeom>
          <a:noFill/>
          <a:ln/>
        </p:spPr>
        <p:txBody>
          <a:bodyPr wrap="square" lIns="0" tIns="0" rIns="0" bIns="0" rtlCol="0" anchor="t">
            <a:spAutoFit/>
          </a:bodyPr>
          <a:lstStyle/>
          <a:p>
            <a:pPr algn="ctr"/>
            <a:r>
              <a:rPr lang="en-US" sz="1067"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技术</a:t>
            </a:r>
          </a:p>
        </p:txBody>
      </p:sp>
      <p:sp>
        <p:nvSpPr>
          <p:cNvPr id="87" name="Object57">
            <a:extLst>
              <a:ext uri="{FF2B5EF4-FFF2-40B4-BE49-F238E27FC236}">
                <a16:creationId xmlns:a16="http://schemas.microsoft.com/office/drawing/2014/main" id="{90395DB7-646B-514E-8030-83BE1E1DAB89}"/>
              </a:ext>
            </a:extLst>
          </p:cNvPr>
          <p:cNvSpPr/>
          <p:nvPr/>
        </p:nvSpPr>
        <p:spPr>
          <a:xfrm>
            <a:off x="1011083" y="4448552"/>
            <a:ext cx="445079" cy="164212"/>
          </a:xfrm>
          <a:prstGeom prst="rect">
            <a:avLst/>
          </a:prstGeom>
          <a:noFill/>
          <a:ln/>
        </p:spPr>
        <p:txBody>
          <a:bodyPr wrap="square" lIns="0" tIns="0" rIns="0" bIns="0" rtlCol="0" anchor="t">
            <a:spAutoFit/>
          </a:bodyPr>
          <a:lstStyle/>
          <a:p>
            <a:pPr algn="ctr"/>
            <a:r>
              <a:rPr lang="en-US" sz="1067"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市场</a:t>
            </a:r>
          </a:p>
        </p:txBody>
      </p:sp>
      <p:sp>
        <p:nvSpPr>
          <p:cNvPr id="88" name="Object58">
            <a:extLst>
              <a:ext uri="{FF2B5EF4-FFF2-40B4-BE49-F238E27FC236}">
                <a16:creationId xmlns:a16="http://schemas.microsoft.com/office/drawing/2014/main" id="{0EE911D6-CAE7-A147-B18A-98F4E7E7CE66}"/>
              </a:ext>
            </a:extLst>
          </p:cNvPr>
          <p:cNvSpPr/>
          <p:nvPr/>
        </p:nvSpPr>
        <p:spPr>
          <a:xfrm>
            <a:off x="1011083" y="5044791"/>
            <a:ext cx="445079" cy="164212"/>
          </a:xfrm>
          <a:prstGeom prst="rect">
            <a:avLst/>
          </a:prstGeom>
          <a:noFill/>
          <a:ln/>
        </p:spPr>
        <p:txBody>
          <a:bodyPr wrap="square" lIns="0" tIns="0" rIns="0" bIns="0" rtlCol="0" anchor="t">
            <a:spAutoFit/>
          </a:bodyPr>
          <a:lstStyle/>
          <a:p>
            <a:pPr algn="ctr"/>
            <a:r>
              <a:rPr lang="en-US" sz="1067"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机制</a:t>
            </a:r>
          </a:p>
        </p:txBody>
      </p:sp>
      <p:sp>
        <p:nvSpPr>
          <p:cNvPr id="90" name="Object60">
            <a:extLst>
              <a:ext uri="{FF2B5EF4-FFF2-40B4-BE49-F238E27FC236}">
                <a16:creationId xmlns:a16="http://schemas.microsoft.com/office/drawing/2014/main" id="{4740302C-08E0-A946-B0BF-FA1E79A19472}"/>
              </a:ext>
            </a:extLst>
          </p:cNvPr>
          <p:cNvSpPr/>
          <p:nvPr/>
        </p:nvSpPr>
        <p:spPr>
          <a:xfrm>
            <a:off x="2426746" y="1911633"/>
            <a:ext cx="923749" cy="184666"/>
          </a:xfrm>
          <a:prstGeom prst="rect">
            <a:avLst/>
          </a:prstGeom>
          <a:noFill/>
          <a:ln/>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itchFamily="18" charset="-122"/>
              </a:rPr>
              <a:t>补充与提升</a:t>
            </a:r>
            <a:endParaRPr lang="en-US" sz="1200"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95" name="Object61">
            <a:extLst>
              <a:ext uri="{FF2B5EF4-FFF2-40B4-BE49-F238E27FC236}">
                <a16:creationId xmlns:a16="http://schemas.microsoft.com/office/drawing/2014/main" id="{82721EA4-FC72-F442-9F26-82B591C9FC5E}"/>
              </a:ext>
            </a:extLst>
          </p:cNvPr>
          <p:cNvSpPr/>
          <p:nvPr/>
        </p:nvSpPr>
        <p:spPr>
          <a:xfrm>
            <a:off x="2426746" y="6060108"/>
            <a:ext cx="923749" cy="184666"/>
          </a:xfrm>
          <a:prstGeom prst="rect">
            <a:avLst/>
          </a:prstGeom>
          <a:noFill/>
          <a:ln/>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itchFamily="18" charset="-122"/>
              </a:rPr>
              <a:t>依据与基础</a:t>
            </a:r>
            <a:endParaRPr lang="en-US" sz="1200"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96" name="Object62">
            <a:extLst>
              <a:ext uri="{FF2B5EF4-FFF2-40B4-BE49-F238E27FC236}">
                <a16:creationId xmlns:a16="http://schemas.microsoft.com/office/drawing/2014/main" id="{5217FCC0-48C7-BC4B-BEC0-3D2AF70C9EBB}"/>
              </a:ext>
            </a:extLst>
          </p:cNvPr>
          <p:cNvSpPr/>
          <p:nvPr/>
        </p:nvSpPr>
        <p:spPr>
          <a:xfrm>
            <a:off x="4143434" y="2557964"/>
            <a:ext cx="419887" cy="225767"/>
          </a:xfrm>
          <a:prstGeom prst="rect">
            <a:avLst/>
          </a:prstGeom>
          <a:noFill/>
          <a:ln/>
        </p:spPr>
        <p:txBody>
          <a:bodyPr wrap="square" lIns="0" tIns="0" rIns="0" bIns="0" rtlCol="0" anchor="t">
            <a:spAutoFit/>
          </a:bodyPr>
          <a:lstStyle/>
          <a:p>
            <a:pPr algn="l"/>
            <a:r>
              <a:rPr lang="en-US" sz="1467" dirty="0">
                <a:solidFill>
                  <a:srgbClr val="FFFFFF"/>
                </a:solidFill>
                <a:latin typeface="阿里巴巴普惠体 2.0 45 Light" panose="00020600040101010101" pitchFamily="18" charset="-122"/>
                <a:ea typeface="阿里巴巴普惠体 2.0 45 Light" panose="00020600040101010101" pitchFamily="18" charset="-122"/>
                <a:cs typeface="OPPOSans R" pitchFamily="18" charset="-122"/>
              </a:rPr>
              <a:t>输出</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97" name="Object63">
            <a:extLst>
              <a:ext uri="{FF2B5EF4-FFF2-40B4-BE49-F238E27FC236}">
                <a16:creationId xmlns:a16="http://schemas.microsoft.com/office/drawing/2014/main" id="{9E50B664-0898-B347-81B8-284D0771C4BA}"/>
              </a:ext>
            </a:extLst>
          </p:cNvPr>
          <p:cNvSpPr/>
          <p:nvPr/>
        </p:nvSpPr>
        <p:spPr>
          <a:xfrm>
            <a:off x="4143434" y="3909998"/>
            <a:ext cx="419887" cy="225767"/>
          </a:xfrm>
          <a:prstGeom prst="rect">
            <a:avLst/>
          </a:prstGeom>
          <a:noFill/>
          <a:ln/>
        </p:spPr>
        <p:txBody>
          <a:bodyPr wrap="square" lIns="0" tIns="0" rIns="0" bIns="0" rtlCol="0" anchor="t">
            <a:spAutoFit/>
          </a:bodyPr>
          <a:lstStyle/>
          <a:p>
            <a:pPr algn="l"/>
            <a:r>
              <a:rPr lang="en-US" sz="1467" dirty="0">
                <a:solidFill>
                  <a:srgbClr val="FFFFFF"/>
                </a:solidFill>
                <a:latin typeface="阿里巴巴普惠体 2.0 45 Light" panose="00020600040101010101" pitchFamily="18" charset="-122"/>
                <a:ea typeface="阿里巴巴普惠体 2.0 45 Light" panose="00020600040101010101" pitchFamily="18" charset="-122"/>
                <a:cs typeface="OPPOSans R" pitchFamily="18" charset="-122"/>
              </a:rPr>
              <a:t>输出</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98" name="Object64">
            <a:extLst>
              <a:ext uri="{FF2B5EF4-FFF2-40B4-BE49-F238E27FC236}">
                <a16:creationId xmlns:a16="http://schemas.microsoft.com/office/drawing/2014/main" id="{D37E17DD-8F6A-284C-8166-31F4D0F8AD8F}"/>
              </a:ext>
            </a:extLst>
          </p:cNvPr>
          <p:cNvSpPr/>
          <p:nvPr/>
        </p:nvSpPr>
        <p:spPr>
          <a:xfrm>
            <a:off x="4143434" y="5245235"/>
            <a:ext cx="419887" cy="225767"/>
          </a:xfrm>
          <a:prstGeom prst="rect">
            <a:avLst/>
          </a:prstGeom>
          <a:noFill/>
          <a:ln/>
        </p:spPr>
        <p:txBody>
          <a:bodyPr wrap="square" lIns="0" tIns="0" rIns="0" bIns="0" rtlCol="0" anchor="t">
            <a:spAutoFit/>
          </a:bodyPr>
          <a:lstStyle/>
          <a:p>
            <a:pPr algn="l"/>
            <a:r>
              <a:rPr lang="en-US" sz="1467" dirty="0">
                <a:solidFill>
                  <a:srgbClr val="FFFFFF"/>
                </a:solidFill>
                <a:latin typeface="阿里巴巴普惠体 2.0 45 Light" panose="00020600040101010101" pitchFamily="18" charset="-122"/>
                <a:ea typeface="阿里巴巴普惠体 2.0 45 Light" panose="00020600040101010101" pitchFamily="18" charset="-122"/>
                <a:cs typeface="OPPOSans R" pitchFamily="18" charset="-122"/>
              </a:rPr>
              <a:t>输出</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20" name="Object 6" descr="preencoded.png">
            <a:extLst>
              <a:ext uri="{FF2B5EF4-FFF2-40B4-BE49-F238E27FC236}">
                <a16:creationId xmlns:a16="http://schemas.microsoft.com/office/drawing/2014/main" id="{CEBC8146-6461-6043-8221-F0ADDA69372E}"/>
              </a:ext>
            </a:extLst>
          </p:cNvPr>
          <p:cNvSpPr/>
          <p:nvPr/>
        </p:nvSpPr>
        <p:spPr>
          <a:xfrm>
            <a:off x="7665514" y="1590130"/>
            <a:ext cx="1952005" cy="4532560"/>
          </a:xfrm>
          <a:prstGeom prst="roundRect">
            <a:avLst>
              <a:gd name="adj" fmla="val 4917"/>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123" name="圆角矩形 122">
            <a:extLst>
              <a:ext uri="{FF2B5EF4-FFF2-40B4-BE49-F238E27FC236}">
                <a16:creationId xmlns:a16="http://schemas.microsoft.com/office/drawing/2014/main" id="{E145B571-165D-D444-8EF7-FEA26FC15DE1}"/>
              </a:ext>
            </a:extLst>
          </p:cNvPr>
          <p:cNvSpPr/>
          <p:nvPr/>
        </p:nvSpPr>
        <p:spPr>
          <a:xfrm>
            <a:off x="7804742" y="2138527"/>
            <a:ext cx="1673550"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4" name="圆角矩形 123">
            <a:extLst>
              <a:ext uri="{FF2B5EF4-FFF2-40B4-BE49-F238E27FC236}">
                <a16:creationId xmlns:a16="http://schemas.microsoft.com/office/drawing/2014/main" id="{F4F2F745-938E-C640-8189-3455E5B0637B}"/>
              </a:ext>
            </a:extLst>
          </p:cNvPr>
          <p:cNvSpPr/>
          <p:nvPr/>
        </p:nvSpPr>
        <p:spPr>
          <a:xfrm>
            <a:off x="7804742" y="3491706"/>
            <a:ext cx="1673550"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9" name="圆角矩形 128">
            <a:extLst>
              <a:ext uri="{FF2B5EF4-FFF2-40B4-BE49-F238E27FC236}">
                <a16:creationId xmlns:a16="http://schemas.microsoft.com/office/drawing/2014/main" id="{B60B214A-90F5-F046-A4EB-B4F90207DF46}"/>
              </a:ext>
            </a:extLst>
          </p:cNvPr>
          <p:cNvSpPr/>
          <p:nvPr/>
        </p:nvSpPr>
        <p:spPr>
          <a:xfrm>
            <a:off x="7804742" y="4841535"/>
            <a:ext cx="1673550"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5" name="Object47">
            <a:extLst>
              <a:ext uri="{FF2B5EF4-FFF2-40B4-BE49-F238E27FC236}">
                <a16:creationId xmlns:a16="http://schemas.microsoft.com/office/drawing/2014/main" id="{6D7D19C0-0D1F-F14C-B2C5-4AB69671638C}"/>
              </a:ext>
            </a:extLst>
          </p:cNvPr>
          <p:cNvSpPr/>
          <p:nvPr/>
        </p:nvSpPr>
        <p:spPr>
          <a:xfrm>
            <a:off x="8095665" y="2482383"/>
            <a:ext cx="1091704" cy="384721"/>
          </a:xfrm>
          <a:prstGeom prst="rect">
            <a:avLst/>
          </a:prstGeom>
          <a:noFill/>
          <a:ln/>
        </p:spPr>
        <p:txBody>
          <a:bodyPr wrap="square" lIns="0" tIns="0" rIns="0" bIns="0" rtlCol="0" anchor="t">
            <a:spAutoFit/>
          </a:bodyPr>
          <a:lstStyle/>
          <a:p>
            <a:pPr algn="ctr">
              <a:lnSpc>
                <a:spcPct val="120000"/>
              </a:lnSpc>
            </a:pPr>
            <a:r>
              <a:rPr 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2个高水平团队
10+ 就业岗位</a:t>
            </a:r>
            <a:endParaRPr lang="en-US" sz="1067"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7" name="Object49">
            <a:extLst>
              <a:ext uri="{FF2B5EF4-FFF2-40B4-BE49-F238E27FC236}">
                <a16:creationId xmlns:a16="http://schemas.microsoft.com/office/drawing/2014/main" id="{92C86290-626C-A04D-956F-F36E22DF1B28}"/>
              </a:ext>
            </a:extLst>
          </p:cNvPr>
          <p:cNvSpPr/>
          <p:nvPr/>
        </p:nvSpPr>
        <p:spPr>
          <a:xfrm>
            <a:off x="7948706" y="3670218"/>
            <a:ext cx="1385624" cy="774251"/>
          </a:xfrm>
          <a:prstGeom prst="rect">
            <a:avLst/>
          </a:prstGeom>
          <a:noFill/>
          <a:ln/>
        </p:spPr>
        <p:txBody>
          <a:bodyPr wrap="square" lIns="0" tIns="0" rIns="0" bIns="0" rtlCol="0" anchor="t">
            <a:spAutoFit/>
          </a:bodyPr>
          <a:lstStyle/>
          <a:p>
            <a:pPr algn="ctr">
              <a:lnSpc>
                <a:spcPct val="120000"/>
              </a:lnSpc>
            </a:pPr>
            <a:r>
              <a:rPr lang="en-US" altLang="zh-CN"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1</a:t>
            </a: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套数据库</a:t>
            </a:r>
          </a:p>
          <a:p>
            <a:pPr algn="ctr">
              <a:lnSpc>
                <a:spcPct val="120000"/>
              </a:lnSpc>
            </a:pPr>
            <a:r>
              <a:rPr lang="en-US" altLang="zh-CN"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1</a:t>
            </a: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套数据合格评定体系</a:t>
            </a:r>
          </a:p>
          <a:p>
            <a:pPr algn="ctr">
              <a:lnSpc>
                <a:spcPct val="120000"/>
              </a:lnSpc>
            </a:pPr>
            <a:r>
              <a:rPr lang="en-US" altLang="zh-CN"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1</a:t>
            </a: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套标准化检验检测数据格式</a:t>
            </a:r>
          </a:p>
        </p:txBody>
      </p:sp>
      <p:sp>
        <p:nvSpPr>
          <p:cNvPr id="69" name="Object51">
            <a:extLst>
              <a:ext uri="{FF2B5EF4-FFF2-40B4-BE49-F238E27FC236}">
                <a16:creationId xmlns:a16="http://schemas.microsoft.com/office/drawing/2014/main" id="{9288CD15-2E09-FB4C-9F00-E3C4D9D7381C}"/>
              </a:ext>
            </a:extLst>
          </p:cNvPr>
          <p:cNvSpPr/>
          <p:nvPr/>
        </p:nvSpPr>
        <p:spPr>
          <a:xfrm>
            <a:off x="8024285" y="5220042"/>
            <a:ext cx="1234465" cy="384721"/>
          </a:xfrm>
          <a:prstGeom prst="rect">
            <a:avLst/>
          </a:prstGeom>
          <a:noFill/>
          <a:ln/>
        </p:spPr>
        <p:txBody>
          <a:bodyPr wrap="square" lIns="0" tIns="0" rIns="0" bIns="0" rtlCol="0" anchor="t">
            <a:spAutoFit/>
          </a:bodyPr>
          <a:lstStyle/>
          <a:p>
            <a:pPr algn="ctr">
              <a:lnSpc>
                <a:spcPct val="120000"/>
              </a:lnSpc>
            </a:pPr>
            <a:r>
              <a:rPr 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2个产业示范工程
服务100+家企业</a:t>
            </a:r>
            <a:endParaRPr lang="en-US" sz="1067"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8" name="Object74">
            <a:extLst>
              <a:ext uri="{FF2B5EF4-FFF2-40B4-BE49-F238E27FC236}">
                <a16:creationId xmlns:a16="http://schemas.microsoft.com/office/drawing/2014/main" id="{B53DE804-074F-EA4A-980E-5E1E5591EE1F}"/>
              </a:ext>
            </a:extLst>
          </p:cNvPr>
          <p:cNvSpPr/>
          <p:nvPr/>
        </p:nvSpPr>
        <p:spPr>
          <a:xfrm>
            <a:off x="7948705" y="1760179"/>
            <a:ext cx="1385624" cy="184667"/>
          </a:xfrm>
          <a:prstGeom prst="rect">
            <a:avLst/>
          </a:prstGeom>
          <a:noFill/>
          <a:ln/>
        </p:spPr>
        <p:txBody>
          <a:bodyPr wrap="square" lIns="0" tIns="0" rIns="0" bIns="0" rtlCol="0" anchor="t">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近期目标 2022年</a:t>
            </a:r>
          </a:p>
        </p:txBody>
      </p:sp>
      <p:sp>
        <p:nvSpPr>
          <p:cNvPr id="122" name="Object 7" descr="preencoded.png">
            <a:extLst>
              <a:ext uri="{FF2B5EF4-FFF2-40B4-BE49-F238E27FC236}">
                <a16:creationId xmlns:a16="http://schemas.microsoft.com/office/drawing/2014/main" id="{DBCE8C82-F81C-2547-A15C-8E767B73128F}"/>
              </a:ext>
            </a:extLst>
          </p:cNvPr>
          <p:cNvSpPr/>
          <p:nvPr/>
        </p:nvSpPr>
        <p:spPr>
          <a:xfrm>
            <a:off x="9782617" y="1590130"/>
            <a:ext cx="1943628" cy="4532560"/>
          </a:xfrm>
          <a:prstGeom prst="roundRect">
            <a:avLst>
              <a:gd name="adj" fmla="val 3625"/>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127" name="圆角矩形 126">
            <a:extLst>
              <a:ext uri="{FF2B5EF4-FFF2-40B4-BE49-F238E27FC236}">
                <a16:creationId xmlns:a16="http://schemas.microsoft.com/office/drawing/2014/main" id="{3021DB5C-A47C-CD43-9D65-255362E8AB00}"/>
              </a:ext>
            </a:extLst>
          </p:cNvPr>
          <p:cNvSpPr/>
          <p:nvPr/>
        </p:nvSpPr>
        <p:spPr>
          <a:xfrm>
            <a:off x="9917656" y="2138527"/>
            <a:ext cx="1673551"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8" name="圆角矩形 127">
            <a:extLst>
              <a:ext uri="{FF2B5EF4-FFF2-40B4-BE49-F238E27FC236}">
                <a16:creationId xmlns:a16="http://schemas.microsoft.com/office/drawing/2014/main" id="{624C9003-E16A-A642-8767-7EC5E8E8A324}"/>
              </a:ext>
            </a:extLst>
          </p:cNvPr>
          <p:cNvSpPr/>
          <p:nvPr/>
        </p:nvSpPr>
        <p:spPr>
          <a:xfrm>
            <a:off x="9917656" y="3491706"/>
            <a:ext cx="1673551"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0" name="圆角矩形 129">
            <a:extLst>
              <a:ext uri="{FF2B5EF4-FFF2-40B4-BE49-F238E27FC236}">
                <a16:creationId xmlns:a16="http://schemas.microsoft.com/office/drawing/2014/main" id="{AB0D43B4-0B36-774E-AC41-DE297D1C49F8}"/>
              </a:ext>
            </a:extLst>
          </p:cNvPr>
          <p:cNvSpPr/>
          <p:nvPr/>
        </p:nvSpPr>
        <p:spPr>
          <a:xfrm>
            <a:off x="9917656" y="4841535"/>
            <a:ext cx="1673551" cy="1087471"/>
          </a:xfrm>
          <a:prstGeom prst="roundRect">
            <a:avLst>
              <a:gd name="adj" fmla="val 1586"/>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6" name="Object48">
            <a:extLst>
              <a:ext uri="{FF2B5EF4-FFF2-40B4-BE49-F238E27FC236}">
                <a16:creationId xmlns:a16="http://schemas.microsoft.com/office/drawing/2014/main" id="{D95DE989-284C-0549-B497-C9ED53FA17F0}"/>
              </a:ext>
            </a:extLst>
          </p:cNvPr>
          <p:cNvSpPr/>
          <p:nvPr/>
        </p:nvSpPr>
        <p:spPr>
          <a:xfrm>
            <a:off x="10372334" y="2482383"/>
            <a:ext cx="764193" cy="384721"/>
          </a:xfrm>
          <a:prstGeom prst="rect">
            <a:avLst/>
          </a:prstGeom>
          <a:noFill/>
          <a:ln/>
        </p:spPr>
        <p:txBody>
          <a:bodyPr wrap="square" lIns="0" tIns="0" rIns="0" bIns="0" rtlCol="0" anchor="t">
            <a:spAutoFit/>
          </a:bodyPr>
          <a:lstStyle/>
          <a:p>
            <a:pPr algn="ctr">
              <a:lnSpc>
                <a:spcPct val="120000"/>
              </a:lnSpc>
            </a:pPr>
            <a:r>
              <a:rPr 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20+ 专利
5+ 标准</a:t>
            </a:r>
            <a:endParaRPr lang="en-US" sz="1067"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68" name="Object50">
            <a:extLst>
              <a:ext uri="{FF2B5EF4-FFF2-40B4-BE49-F238E27FC236}">
                <a16:creationId xmlns:a16="http://schemas.microsoft.com/office/drawing/2014/main" id="{9E74CB0A-C467-104A-805F-A48C2B79D7BE}"/>
              </a:ext>
            </a:extLst>
          </p:cNvPr>
          <p:cNvSpPr/>
          <p:nvPr/>
        </p:nvSpPr>
        <p:spPr>
          <a:xfrm>
            <a:off x="10321948" y="3666067"/>
            <a:ext cx="864965" cy="774251"/>
          </a:xfrm>
          <a:prstGeom prst="rect">
            <a:avLst/>
          </a:prstGeom>
          <a:noFill/>
          <a:ln/>
        </p:spPr>
        <p:txBody>
          <a:bodyPr wrap="square" lIns="0" tIns="0" rIns="0" bIns="0" rtlCol="0" anchor="t">
            <a:spAutoFit/>
          </a:bodyPr>
          <a:lstStyle/>
          <a:p>
            <a:pPr algn="ctr">
              <a:lnSpc>
                <a:spcPct val="120000"/>
              </a:lnSpc>
            </a:pP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持续优化</a:t>
            </a:r>
          </a:p>
          <a:p>
            <a:pPr algn="ctr">
              <a:lnSpc>
                <a:spcPct val="120000"/>
              </a:lnSpc>
            </a:pP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数据库</a:t>
            </a:r>
          </a:p>
          <a:p>
            <a:pPr algn="ctr">
              <a:lnSpc>
                <a:spcPct val="120000"/>
              </a:lnSpc>
            </a:pP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合格评定体系</a:t>
            </a:r>
          </a:p>
          <a:p>
            <a:pPr algn="ctr">
              <a:lnSpc>
                <a:spcPct val="120000"/>
              </a:lnSpc>
            </a:pPr>
            <a:r>
              <a:rPr lang="zh-CN" alt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模拟交易系统</a:t>
            </a:r>
          </a:p>
        </p:txBody>
      </p:sp>
      <p:sp>
        <p:nvSpPr>
          <p:cNvPr id="70" name="Object52">
            <a:extLst>
              <a:ext uri="{FF2B5EF4-FFF2-40B4-BE49-F238E27FC236}">
                <a16:creationId xmlns:a16="http://schemas.microsoft.com/office/drawing/2014/main" id="{03F0A6CF-BC33-FB45-8CFA-B05873C8AD4B}"/>
              </a:ext>
            </a:extLst>
          </p:cNvPr>
          <p:cNvSpPr/>
          <p:nvPr/>
        </p:nvSpPr>
        <p:spPr>
          <a:xfrm>
            <a:off x="10116204" y="5110871"/>
            <a:ext cx="1276453" cy="577209"/>
          </a:xfrm>
          <a:prstGeom prst="rect">
            <a:avLst/>
          </a:prstGeom>
          <a:noFill/>
          <a:ln/>
        </p:spPr>
        <p:txBody>
          <a:bodyPr wrap="square" lIns="0" tIns="0" rIns="0" bIns="0" rtlCol="0" anchor="t">
            <a:spAutoFit/>
          </a:bodyPr>
          <a:lstStyle/>
          <a:p>
            <a:pPr algn="ctr">
              <a:lnSpc>
                <a:spcPct val="120000"/>
              </a:lnSpc>
            </a:pPr>
            <a:r>
              <a:rPr 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5+产业示范工程
20+支撑转化成果
服务500+企业</a:t>
            </a:r>
            <a:endParaRPr lang="en-US" sz="1067"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09" name="Object75">
            <a:extLst>
              <a:ext uri="{FF2B5EF4-FFF2-40B4-BE49-F238E27FC236}">
                <a16:creationId xmlns:a16="http://schemas.microsoft.com/office/drawing/2014/main" id="{89DFA7A9-85B6-4A48-ADA1-23954C2E295A}"/>
              </a:ext>
            </a:extLst>
          </p:cNvPr>
          <p:cNvSpPr/>
          <p:nvPr/>
        </p:nvSpPr>
        <p:spPr>
          <a:xfrm>
            <a:off x="10061618" y="1760179"/>
            <a:ext cx="1385624" cy="184667"/>
          </a:xfrm>
          <a:prstGeom prst="rect">
            <a:avLst/>
          </a:prstGeom>
          <a:noFill/>
          <a:ln/>
        </p:spPr>
        <p:txBody>
          <a:bodyPr wrap="square" lIns="0" tIns="0" rIns="0" bIns="0" rtlCol="0" anchor="t">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远期目标 2025年</a:t>
            </a:r>
          </a:p>
        </p:txBody>
      </p:sp>
      <p:sp>
        <p:nvSpPr>
          <p:cNvPr id="21" name="Object 27" descr="preencoded.png">
            <a:extLst>
              <a:ext uri="{FF2B5EF4-FFF2-40B4-BE49-F238E27FC236}">
                <a16:creationId xmlns:a16="http://schemas.microsoft.com/office/drawing/2014/main" id="{517871C4-5024-0A44-B200-D754B1BE82EE}"/>
              </a:ext>
            </a:extLst>
          </p:cNvPr>
          <p:cNvSpPr/>
          <p:nvPr/>
        </p:nvSpPr>
        <p:spPr>
          <a:xfrm>
            <a:off x="4048003" y="3758837"/>
            <a:ext cx="531535" cy="488571"/>
          </a:xfrm>
          <a:custGeom>
            <a:avLst/>
            <a:gdLst>
              <a:gd name="connsiteX0" fmla="*/ 171708 w 398651"/>
              <a:gd name="connsiteY0" fmla="*/ 366429 h 366428"/>
              <a:gd name="connsiteX1" fmla="*/ 398652 w 398651"/>
              <a:gd name="connsiteY1" fmla="*/ 183214 h 366428"/>
              <a:gd name="connsiteX2" fmla="*/ 171708 w 398651"/>
              <a:gd name="connsiteY2" fmla="*/ 0 h 366428"/>
              <a:gd name="connsiteX3" fmla="*/ 171708 w 398651"/>
              <a:gd name="connsiteY3" fmla="*/ 101476 h 366428"/>
              <a:gd name="connsiteX4" fmla="*/ 0 w 398651"/>
              <a:gd name="connsiteY4" fmla="*/ 101476 h 366428"/>
              <a:gd name="connsiteX5" fmla="*/ 0 w 398651"/>
              <a:gd name="connsiteY5" fmla="*/ 269761 h 366428"/>
              <a:gd name="connsiteX6" fmla="*/ 171708 w 398651"/>
              <a:gd name="connsiteY6" fmla="*/ 269761 h 366428"/>
              <a:gd name="connsiteX7" fmla="*/ 171708 w 398651"/>
              <a:gd name="connsiteY7" fmla="*/ 366429 h 36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6428">
                <a:moveTo>
                  <a:pt x="171708" y="366429"/>
                </a:moveTo>
                <a:lnTo>
                  <a:pt x="398652" y="183214"/>
                </a:lnTo>
                <a:lnTo>
                  <a:pt x="171708" y="0"/>
                </a:lnTo>
                <a:lnTo>
                  <a:pt x="171708" y="101476"/>
                </a:lnTo>
                <a:lnTo>
                  <a:pt x="0" y="101476"/>
                </a:lnTo>
                <a:lnTo>
                  <a:pt x="0" y="269761"/>
                </a:lnTo>
                <a:lnTo>
                  <a:pt x="171708" y="269761"/>
                </a:lnTo>
                <a:lnTo>
                  <a:pt x="171708" y="366429"/>
                </a:lnTo>
                <a:close/>
              </a:path>
            </a:pathLst>
          </a:custGeom>
          <a:gradFill flip="none" rotWithShape="1">
            <a:gsLst>
              <a:gs pos="0">
                <a:schemeClr val="accent1">
                  <a:lumMod val="60000"/>
                  <a:lumOff val="40000"/>
                  <a:alpha val="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2" name="Object 28" descr="preencoded.png">
            <a:extLst>
              <a:ext uri="{FF2B5EF4-FFF2-40B4-BE49-F238E27FC236}">
                <a16:creationId xmlns:a16="http://schemas.microsoft.com/office/drawing/2014/main" id="{C00C48FA-E651-524A-B2D4-57137B300A63}"/>
              </a:ext>
            </a:extLst>
          </p:cNvPr>
          <p:cNvSpPr/>
          <p:nvPr/>
        </p:nvSpPr>
        <p:spPr>
          <a:xfrm>
            <a:off x="4048002" y="5095146"/>
            <a:ext cx="531535" cy="480428"/>
          </a:xfrm>
          <a:custGeom>
            <a:avLst/>
            <a:gdLst>
              <a:gd name="connsiteX0" fmla="*/ 171708 w 398651"/>
              <a:gd name="connsiteY0" fmla="*/ 360321 h 360321"/>
              <a:gd name="connsiteX1" fmla="*/ 398652 w 398651"/>
              <a:gd name="connsiteY1" fmla="*/ 180160 h 360321"/>
              <a:gd name="connsiteX2" fmla="*/ 171708 w 398651"/>
              <a:gd name="connsiteY2" fmla="*/ 0 h 360321"/>
              <a:gd name="connsiteX3" fmla="*/ 171708 w 398651"/>
              <a:gd name="connsiteY3" fmla="*/ 99785 h 360321"/>
              <a:gd name="connsiteX4" fmla="*/ 0 w 398651"/>
              <a:gd name="connsiteY4" fmla="*/ 99785 h 360321"/>
              <a:gd name="connsiteX5" fmla="*/ 0 w 398651"/>
              <a:gd name="connsiteY5" fmla="*/ 265264 h 360321"/>
              <a:gd name="connsiteX6" fmla="*/ 171708 w 398651"/>
              <a:gd name="connsiteY6" fmla="*/ 265264 h 360321"/>
              <a:gd name="connsiteX7" fmla="*/ 171708 w 398651"/>
              <a:gd name="connsiteY7" fmla="*/ 360321 h 36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0321">
                <a:moveTo>
                  <a:pt x="171708" y="360321"/>
                </a:moveTo>
                <a:lnTo>
                  <a:pt x="398652" y="180160"/>
                </a:lnTo>
                <a:lnTo>
                  <a:pt x="171708" y="0"/>
                </a:lnTo>
                <a:lnTo>
                  <a:pt x="171708" y="99785"/>
                </a:lnTo>
                <a:lnTo>
                  <a:pt x="0" y="99785"/>
                </a:lnTo>
                <a:lnTo>
                  <a:pt x="0" y="265264"/>
                </a:lnTo>
                <a:lnTo>
                  <a:pt x="171708" y="265264"/>
                </a:lnTo>
                <a:lnTo>
                  <a:pt x="171708" y="360321"/>
                </a:lnTo>
                <a:close/>
              </a:path>
            </a:pathLst>
          </a:custGeom>
          <a:gradFill flip="none" rotWithShape="1">
            <a:gsLst>
              <a:gs pos="0">
                <a:schemeClr val="accent1">
                  <a:lumMod val="60000"/>
                  <a:lumOff val="40000"/>
                  <a:alpha val="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9" name="Object59">
            <a:extLst>
              <a:ext uri="{FF2B5EF4-FFF2-40B4-BE49-F238E27FC236}">
                <a16:creationId xmlns:a16="http://schemas.microsoft.com/office/drawing/2014/main" id="{AD844D53-B8A7-4F44-8499-E2888E3CF721}"/>
              </a:ext>
            </a:extLst>
          </p:cNvPr>
          <p:cNvSpPr/>
          <p:nvPr/>
        </p:nvSpPr>
        <p:spPr>
          <a:xfrm>
            <a:off x="2041950" y="3473608"/>
            <a:ext cx="470272" cy="184667"/>
          </a:xfrm>
          <a:prstGeom prst="rect">
            <a:avLst/>
          </a:prstGeom>
          <a:noFill/>
          <a:ln/>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itchFamily="18" charset="-122"/>
              </a:rPr>
              <a:t>输入</a:t>
            </a:r>
            <a:endParaRPr lang="en-US" sz="1200"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99" name="Object65">
            <a:extLst>
              <a:ext uri="{FF2B5EF4-FFF2-40B4-BE49-F238E27FC236}">
                <a16:creationId xmlns:a16="http://schemas.microsoft.com/office/drawing/2014/main" id="{02AD8834-628D-E54A-827A-FD4525698766}"/>
              </a:ext>
            </a:extLst>
          </p:cNvPr>
          <p:cNvSpPr/>
          <p:nvPr/>
        </p:nvSpPr>
        <p:spPr>
          <a:xfrm>
            <a:off x="2041950" y="4397358"/>
            <a:ext cx="470272" cy="184667"/>
          </a:xfrm>
          <a:prstGeom prst="rect">
            <a:avLst/>
          </a:prstGeom>
          <a:noFill/>
          <a:ln/>
        </p:spPr>
        <p:txBody>
          <a:bodyPr wrap="square" lIns="0" tIns="0" rIns="0" bIns="0" rtlCol="0" anchor="t">
            <a:spAutoFit/>
          </a:bodyPr>
          <a:lstStyle/>
          <a:p>
            <a:pPr algn="ctr"/>
            <a:r>
              <a:rPr lang="en-US" sz="1200" dirty="0">
                <a:solidFill>
                  <a:srgbClr val="727272"/>
                </a:solidFill>
                <a:latin typeface="阿里巴巴普惠体 2.0 45 Light" panose="00020600040101010101" pitchFamily="18" charset="-122"/>
                <a:ea typeface="阿里巴巴普惠体 2.0 45 Light" panose="00020600040101010101" pitchFamily="18" charset="-122"/>
                <a:cs typeface="OPPOSans R" pitchFamily="18" charset="-122"/>
              </a:rPr>
              <a:t>研究</a:t>
            </a:r>
            <a:endParaRPr lang="en-US" sz="1200"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13" name="Object 25" descr="preencoded.png">
            <a:extLst>
              <a:ext uri="{FF2B5EF4-FFF2-40B4-BE49-F238E27FC236}">
                <a16:creationId xmlns:a16="http://schemas.microsoft.com/office/drawing/2014/main" id="{F68627EA-7F72-774D-AF06-DFDC43C30095}"/>
              </a:ext>
            </a:extLst>
          </p:cNvPr>
          <p:cNvSpPr/>
          <p:nvPr/>
        </p:nvSpPr>
        <p:spPr>
          <a:xfrm>
            <a:off x="2011319" y="3758837"/>
            <a:ext cx="531535" cy="488571"/>
          </a:xfrm>
          <a:custGeom>
            <a:avLst/>
            <a:gdLst>
              <a:gd name="connsiteX0" fmla="*/ 171708 w 398651"/>
              <a:gd name="connsiteY0" fmla="*/ 366429 h 366428"/>
              <a:gd name="connsiteX1" fmla="*/ 398652 w 398651"/>
              <a:gd name="connsiteY1" fmla="*/ 183214 h 366428"/>
              <a:gd name="connsiteX2" fmla="*/ 171708 w 398651"/>
              <a:gd name="connsiteY2" fmla="*/ 0 h 366428"/>
              <a:gd name="connsiteX3" fmla="*/ 171708 w 398651"/>
              <a:gd name="connsiteY3" fmla="*/ 101476 h 366428"/>
              <a:gd name="connsiteX4" fmla="*/ 0 w 398651"/>
              <a:gd name="connsiteY4" fmla="*/ 101476 h 366428"/>
              <a:gd name="connsiteX5" fmla="*/ 0 w 398651"/>
              <a:gd name="connsiteY5" fmla="*/ 269761 h 366428"/>
              <a:gd name="connsiteX6" fmla="*/ 171708 w 398651"/>
              <a:gd name="connsiteY6" fmla="*/ 269761 h 366428"/>
              <a:gd name="connsiteX7" fmla="*/ 171708 w 398651"/>
              <a:gd name="connsiteY7" fmla="*/ 366429 h 36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6428">
                <a:moveTo>
                  <a:pt x="171708" y="366429"/>
                </a:moveTo>
                <a:lnTo>
                  <a:pt x="398652" y="183214"/>
                </a:lnTo>
                <a:lnTo>
                  <a:pt x="171708" y="0"/>
                </a:lnTo>
                <a:lnTo>
                  <a:pt x="171708" y="101476"/>
                </a:lnTo>
                <a:lnTo>
                  <a:pt x="0" y="101476"/>
                </a:lnTo>
                <a:lnTo>
                  <a:pt x="0" y="269761"/>
                </a:lnTo>
                <a:lnTo>
                  <a:pt x="171708" y="269761"/>
                </a:lnTo>
                <a:lnTo>
                  <a:pt x="171708" y="366429"/>
                </a:lnTo>
                <a:close/>
              </a:path>
            </a:pathLst>
          </a:custGeom>
          <a:gradFill flip="none" rotWithShape="1">
            <a:gsLst>
              <a:gs pos="0">
                <a:schemeClr val="accent1">
                  <a:lumMod val="60000"/>
                  <a:lumOff val="40000"/>
                  <a:alpha val="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grpSp>
        <p:nvGrpSpPr>
          <p:cNvPr id="134" name="组合 133">
            <a:extLst>
              <a:ext uri="{FF2B5EF4-FFF2-40B4-BE49-F238E27FC236}">
                <a16:creationId xmlns:a16="http://schemas.microsoft.com/office/drawing/2014/main" id="{EF910BCC-4D85-A741-8D27-8DB3C1A9CC37}"/>
              </a:ext>
            </a:extLst>
          </p:cNvPr>
          <p:cNvGrpSpPr/>
          <p:nvPr/>
        </p:nvGrpSpPr>
        <p:grpSpPr>
          <a:xfrm>
            <a:off x="7410105" y="2494456"/>
            <a:ext cx="328471" cy="3163399"/>
            <a:chOff x="5548246" y="2728097"/>
            <a:chExt cx="246353" cy="2372555"/>
          </a:xfrm>
          <a:solidFill>
            <a:schemeClr val="accent1"/>
          </a:solidFill>
        </p:grpSpPr>
        <p:sp>
          <p:nvSpPr>
            <p:cNvPr id="19" name="Object 37" descr="preencoded.png">
              <a:extLst>
                <a:ext uri="{FF2B5EF4-FFF2-40B4-BE49-F238E27FC236}">
                  <a16:creationId xmlns:a16="http://schemas.microsoft.com/office/drawing/2014/main" id="{EB480832-006D-0245-BE1B-6E2BDA3F2C12}"/>
                </a:ext>
              </a:extLst>
            </p:cNvPr>
            <p:cNvSpPr/>
            <p:nvPr/>
          </p:nvSpPr>
          <p:spPr>
            <a:xfrm>
              <a:off x="5548246" y="3840657"/>
              <a:ext cx="246353" cy="116055"/>
            </a:xfrm>
            <a:custGeom>
              <a:avLst/>
              <a:gdLst>
                <a:gd name="connsiteX0" fmla="*/ 244167 w 246353"/>
                <a:gd name="connsiteY0" fmla="*/ 63600 h 116055"/>
                <a:gd name="connsiteX1" fmla="*/ 244167 w 246353"/>
                <a:gd name="connsiteY1" fmla="*/ 52456 h 116055"/>
                <a:gd name="connsiteX2" fmla="*/ 196658 w 246353"/>
                <a:gd name="connsiteY2" fmla="*/ 2308 h 116055"/>
                <a:gd name="connsiteX3" fmla="*/ 186101 w 246353"/>
                <a:gd name="connsiteY3" fmla="*/ 2308 h 116055"/>
                <a:gd name="connsiteX4" fmla="*/ 186101 w 246353"/>
                <a:gd name="connsiteY4" fmla="*/ 13452 h 116055"/>
                <a:gd name="connsiteX5" fmla="*/ 228331 w 246353"/>
                <a:gd name="connsiteY5" fmla="*/ 58028 h 116055"/>
                <a:gd name="connsiteX6" fmla="*/ 186101 w 246353"/>
                <a:gd name="connsiteY6" fmla="*/ 102604 h 116055"/>
                <a:gd name="connsiteX7" fmla="*/ 186101 w 246353"/>
                <a:gd name="connsiteY7" fmla="*/ 113748 h 116055"/>
                <a:gd name="connsiteX8" fmla="*/ 196658 w 246353"/>
                <a:gd name="connsiteY8" fmla="*/ 113748 h 116055"/>
                <a:gd name="connsiteX9" fmla="*/ 244167 w 246353"/>
                <a:gd name="connsiteY9" fmla="*/ 63600 h 116055"/>
                <a:gd name="connsiteX10" fmla="*/ 0 w 246353"/>
                <a:gd name="connsiteY10" fmla="*/ 65908 h 116055"/>
                <a:gd name="connsiteX11" fmla="*/ 238888 w 246353"/>
                <a:gd name="connsiteY11" fmla="*/ 65908 h 116055"/>
                <a:gd name="connsiteX12" fmla="*/ 238888 w 246353"/>
                <a:gd name="connsiteY12" fmla="*/ 50148 h 116055"/>
                <a:gd name="connsiteX13" fmla="*/ 0 w 246353"/>
                <a:gd name="connsiteY13" fmla="*/ 50148 h 116055"/>
                <a:gd name="connsiteX14" fmla="*/ 0 w 246353"/>
                <a:gd name="connsiteY14" fmla="*/ 65908 h 11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6055">
                  <a:moveTo>
                    <a:pt x="244167" y="63600"/>
                  </a:moveTo>
                  <a:cubicBezTo>
                    <a:pt x="247082" y="60523"/>
                    <a:pt x="247082" y="55533"/>
                    <a:pt x="244167" y="52456"/>
                  </a:cubicBezTo>
                  <a:lnTo>
                    <a:pt x="196658" y="2308"/>
                  </a:lnTo>
                  <a:cubicBezTo>
                    <a:pt x="193743" y="-769"/>
                    <a:pt x="189016" y="-769"/>
                    <a:pt x="186101" y="2308"/>
                  </a:cubicBezTo>
                  <a:cubicBezTo>
                    <a:pt x="183185" y="5385"/>
                    <a:pt x="183185" y="10375"/>
                    <a:pt x="186101" y="13452"/>
                  </a:cubicBezTo>
                  <a:lnTo>
                    <a:pt x="228331" y="58028"/>
                  </a:lnTo>
                  <a:lnTo>
                    <a:pt x="186101" y="102604"/>
                  </a:lnTo>
                  <a:cubicBezTo>
                    <a:pt x="183185" y="105681"/>
                    <a:pt x="183185" y="110670"/>
                    <a:pt x="186101" y="113748"/>
                  </a:cubicBezTo>
                  <a:cubicBezTo>
                    <a:pt x="189016" y="116825"/>
                    <a:pt x="193743" y="116825"/>
                    <a:pt x="196658" y="113748"/>
                  </a:cubicBezTo>
                  <a:lnTo>
                    <a:pt x="244167" y="63600"/>
                  </a:lnTo>
                  <a:close/>
                  <a:moveTo>
                    <a:pt x="0" y="65908"/>
                  </a:moveTo>
                  <a:lnTo>
                    <a:pt x="238888" y="65908"/>
                  </a:lnTo>
                  <a:lnTo>
                    <a:pt x="238888" y="50148"/>
                  </a:lnTo>
                  <a:lnTo>
                    <a:pt x="0" y="50148"/>
                  </a:lnTo>
                  <a:lnTo>
                    <a:pt x="0" y="65908"/>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 name="Object 38" descr="preencoded.png">
              <a:extLst>
                <a:ext uri="{FF2B5EF4-FFF2-40B4-BE49-F238E27FC236}">
                  <a16:creationId xmlns:a16="http://schemas.microsoft.com/office/drawing/2014/main" id="{69F93B4E-DC25-F147-BE61-DDFC7FC7F432}"/>
                </a:ext>
              </a:extLst>
            </p:cNvPr>
            <p:cNvSpPr/>
            <p:nvPr/>
          </p:nvSpPr>
          <p:spPr>
            <a:xfrm>
              <a:off x="5548246" y="4984597"/>
              <a:ext cx="246353" cy="116055"/>
            </a:xfrm>
            <a:custGeom>
              <a:avLst/>
              <a:gdLst>
                <a:gd name="connsiteX0" fmla="*/ 244167 w 246353"/>
                <a:gd name="connsiteY0" fmla="*/ 63600 h 116055"/>
                <a:gd name="connsiteX1" fmla="*/ 244167 w 246353"/>
                <a:gd name="connsiteY1" fmla="*/ 52456 h 116055"/>
                <a:gd name="connsiteX2" fmla="*/ 196658 w 246353"/>
                <a:gd name="connsiteY2" fmla="*/ 2308 h 116055"/>
                <a:gd name="connsiteX3" fmla="*/ 186101 w 246353"/>
                <a:gd name="connsiteY3" fmla="*/ 2308 h 116055"/>
                <a:gd name="connsiteX4" fmla="*/ 186101 w 246353"/>
                <a:gd name="connsiteY4" fmla="*/ 13452 h 116055"/>
                <a:gd name="connsiteX5" fmla="*/ 228331 w 246353"/>
                <a:gd name="connsiteY5" fmla="*/ 58028 h 116055"/>
                <a:gd name="connsiteX6" fmla="*/ 186101 w 246353"/>
                <a:gd name="connsiteY6" fmla="*/ 102604 h 116055"/>
                <a:gd name="connsiteX7" fmla="*/ 186101 w 246353"/>
                <a:gd name="connsiteY7" fmla="*/ 113748 h 116055"/>
                <a:gd name="connsiteX8" fmla="*/ 196658 w 246353"/>
                <a:gd name="connsiteY8" fmla="*/ 113748 h 116055"/>
                <a:gd name="connsiteX9" fmla="*/ 244167 w 246353"/>
                <a:gd name="connsiteY9" fmla="*/ 63600 h 116055"/>
                <a:gd name="connsiteX10" fmla="*/ 0 w 246353"/>
                <a:gd name="connsiteY10" fmla="*/ 65908 h 116055"/>
                <a:gd name="connsiteX11" fmla="*/ 238888 w 246353"/>
                <a:gd name="connsiteY11" fmla="*/ 65908 h 116055"/>
                <a:gd name="connsiteX12" fmla="*/ 238888 w 246353"/>
                <a:gd name="connsiteY12" fmla="*/ 50148 h 116055"/>
                <a:gd name="connsiteX13" fmla="*/ 0 w 246353"/>
                <a:gd name="connsiteY13" fmla="*/ 50148 h 116055"/>
                <a:gd name="connsiteX14" fmla="*/ 0 w 246353"/>
                <a:gd name="connsiteY14" fmla="*/ 65908 h 11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6055">
                  <a:moveTo>
                    <a:pt x="244167" y="63600"/>
                  </a:moveTo>
                  <a:cubicBezTo>
                    <a:pt x="247082" y="60523"/>
                    <a:pt x="247082" y="55533"/>
                    <a:pt x="244167" y="52456"/>
                  </a:cubicBezTo>
                  <a:lnTo>
                    <a:pt x="196658" y="2308"/>
                  </a:lnTo>
                  <a:cubicBezTo>
                    <a:pt x="193743" y="-769"/>
                    <a:pt x="189016" y="-769"/>
                    <a:pt x="186101" y="2308"/>
                  </a:cubicBezTo>
                  <a:cubicBezTo>
                    <a:pt x="183185" y="5385"/>
                    <a:pt x="183185" y="10375"/>
                    <a:pt x="186101" y="13452"/>
                  </a:cubicBezTo>
                  <a:lnTo>
                    <a:pt x="228331" y="58028"/>
                  </a:lnTo>
                  <a:lnTo>
                    <a:pt x="186101" y="102604"/>
                  </a:lnTo>
                  <a:cubicBezTo>
                    <a:pt x="183185" y="105681"/>
                    <a:pt x="183185" y="110670"/>
                    <a:pt x="186101" y="113748"/>
                  </a:cubicBezTo>
                  <a:cubicBezTo>
                    <a:pt x="189016" y="116825"/>
                    <a:pt x="193743" y="116825"/>
                    <a:pt x="196658" y="113748"/>
                  </a:cubicBezTo>
                  <a:lnTo>
                    <a:pt x="244167" y="63600"/>
                  </a:lnTo>
                  <a:close/>
                  <a:moveTo>
                    <a:pt x="0" y="65908"/>
                  </a:moveTo>
                  <a:lnTo>
                    <a:pt x="238888" y="65908"/>
                  </a:lnTo>
                  <a:lnTo>
                    <a:pt x="238888" y="50148"/>
                  </a:lnTo>
                  <a:lnTo>
                    <a:pt x="0" y="50148"/>
                  </a:lnTo>
                  <a:lnTo>
                    <a:pt x="0" y="65908"/>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14" name="Object 36" descr="preencoded.png">
              <a:extLst>
                <a:ext uri="{FF2B5EF4-FFF2-40B4-BE49-F238E27FC236}">
                  <a16:creationId xmlns:a16="http://schemas.microsoft.com/office/drawing/2014/main" id="{1741CB8D-17FC-B149-9949-896ED6660398}"/>
                </a:ext>
              </a:extLst>
            </p:cNvPr>
            <p:cNvSpPr/>
            <p:nvPr/>
          </p:nvSpPr>
          <p:spPr>
            <a:xfrm>
              <a:off x="5548246" y="2728097"/>
              <a:ext cx="246353" cy="104449"/>
            </a:xfrm>
            <a:custGeom>
              <a:avLst/>
              <a:gdLst>
                <a:gd name="connsiteX0" fmla="*/ 244167 w 246353"/>
                <a:gd name="connsiteY0" fmla="*/ 57240 h 104449"/>
                <a:gd name="connsiteX1" fmla="*/ 244167 w 246353"/>
                <a:gd name="connsiteY1" fmla="*/ 47210 h 104449"/>
                <a:gd name="connsiteX2" fmla="*/ 196658 w 246353"/>
                <a:gd name="connsiteY2" fmla="*/ 2077 h 104449"/>
                <a:gd name="connsiteX3" fmla="*/ 186101 w 246353"/>
                <a:gd name="connsiteY3" fmla="*/ 2077 h 104449"/>
                <a:gd name="connsiteX4" fmla="*/ 186101 w 246353"/>
                <a:gd name="connsiteY4" fmla="*/ 12107 h 104449"/>
                <a:gd name="connsiteX5" fmla="*/ 228331 w 246353"/>
                <a:gd name="connsiteY5" fmla="*/ 52225 h 104449"/>
                <a:gd name="connsiteX6" fmla="*/ 186101 w 246353"/>
                <a:gd name="connsiteY6" fmla="*/ 92343 h 104449"/>
                <a:gd name="connsiteX7" fmla="*/ 186101 w 246353"/>
                <a:gd name="connsiteY7" fmla="*/ 102373 h 104449"/>
                <a:gd name="connsiteX8" fmla="*/ 196658 w 246353"/>
                <a:gd name="connsiteY8" fmla="*/ 102373 h 104449"/>
                <a:gd name="connsiteX9" fmla="*/ 244167 w 246353"/>
                <a:gd name="connsiteY9" fmla="*/ 57240 h 104449"/>
                <a:gd name="connsiteX10" fmla="*/ 0 w 246353"/>
                <a:gd name="connsiteY10" fmla="*/ 59317 h 104449"/>
                <a:gd name="connsiteX11" fmla="*/ 238888 w 246353"/>
                <a:gd name="connsiteY11" fmla="*/ 59317 h 104449"/>
                <a:gd name="connsiteX12" fmla="*/ 238888 w 246353"/>
                <a:gd name="connsiteY12" fmla="*/ 45133 h 104449"/>
                <a:gd name="connsiteX13" fmla="*/ 0 w 246353"/>
                <a:gd name="connsiteY13" fmla="*/ 45133 h 104449"/>
                <a:gd name="connsiteX14" fmla="*/ 0 w 246353"/>
                <a:gd name="connsiteY14" fmla="*/ 59317 h 10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04449">
                  <a:moveTo>
                    <a:pt x="244167" y="57240"/>
                  </a:moveTo>
                  <a:cubicBezTo>
                    <a:pt x="247082" y="54470"/>
                    <a:pt x="247082" y="49980"/>
                    <a:pt x="244167" y="47210"/>
                  </a:cubicBezTo>
                  <a:lnTo>
                    <a:pt x="196658" y="2077"/>
                  </a:lnTo>
                  <a:cubicBezTo>
                    <a:pt x="193743" y="-692"/>
                    <a:pt x="189016" y="-692"/>
                    <a:pt x="186101" y="2077"/>
                  </a:cubicBezTo>
                  <a:cubicBezTo>
                    <a:pt x="183185" y="4847"/>
                    <a:pt x="183185" y="9337"/>
                    <a:pt x="186101" y="12107"/>
                  </a:cubicBezTo>
                  <a:lnTo>
                    <a:pt x="228331" y="52225"/>
                  </a:lnTo>
                  <a:lnTo>
                    <a:pt x="186101" y="92343"/>
                  </a:lnTo>
                  <a:cubicBezTo>
                    <a:pt x="183185" y="95113"/>
                    <a:pt x="183185" y="99603"/>
                    <a:pt x="186101" y="102373"/>
                  </a:cubicBezTo>
                  <a:cubicBezTo>
                    <a:pt x="189016" y="105142"/>
                    <a:pt x="193743" y="105142"/>
                    <a:pt x="196658" y="102373"/>
                  </a:cubicBezTo>
                  <a:lnTo>
                    <a:pt x="244167" y="57240"/>
                  </a:lnTo>
                  <a:close/>
                  <a:moveTo>
                    <a:pt x="0" y="59317"/>
                  </a:moveTo>
                  <a:lnTo>
                    <a:pt x="238888" y="59317"/>
                  </a:lnTo>
                  <a:lnTo>
                    <a:pt x="238888" y="45133"/>
                  </a:lnTo>
                  <a:lnTo>
                    <a:pt x="0" y="45133"/>
                  </a:lnTo>
                  <a:lnTo>
                    <a:pt x="0" y="59317"/>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grpSp>
      <p:sp>
        <p:nvSpPr>
          <p:cNvPr id="115" name="Object 34" descr="preencoded.png">
            <a:extLst>
              <a:ext uri="{FF2B5EF4-FFF2-40B4-BE49-F238E27FC236}">
                <a16:creationId xmlns:a16="http://schemas.microsoft.com/office/drawing/2014/main" id="{56A6DFAA-F338-A548-A6D0-9180AF1422CF}"/>
              </a:ext>
            </a:extLst>
          </p:cNvPr>
          <p:cNvSpPr/>
          <p:nvPr/>
        </p:nvSpPr>
        <p:spPr>
          <a:xfrm>
            <a:off x="1221418" y="2108449"/>
            <a:ext cx="3370701" cy="189119"/>
          </a:xfrm>
          <a:custGeom>
            <a:avLst/>
            <a:gdLst>
              <a:gd name="connsiteX0" fmla="*/ 34904 w 2528026"/>
              <a:gd name="connsiteY0" fmla="*/ 5158 h 141839"/>
              <a:gd name="connsiteX1" fmla="*/ 34904 w 2528026"/>
              <a:gd name="connsiteY1" fmla="*/ 0 h 141839"/>
              <a:gd name="connsiteX2" fmla="*/ 30164 w 2528026"/>
              <a:gd name="connsiteY2" fmla="*/ 0 h 141839"/>
              <a:gd name="connsiteX3" fmla="*/ 30164 w 2528026"/>
              <a:gd name="connsiteY3" fmla="*/ 5158 h 141839"/>
              <a:gd name="connsiteX4" fmla="*/ 34904 w 2528026"/>
              <a:gd name="connsiteY4" fmla="*/ 5158 h 141839"/>
              <a:gd name="connsiteX5" fmla="*/ 31552 w 2528026"/>
              <a:gd name="connsiteY5" fmla="*/ 140329 h 141839"/>
              <a:gd name="connsiteX6" fmla="*/ 38255 w 2528026"/>
              <a:gd name="connsiteY6" fmla="*/ 140329 h 141839"/>
              <a:gd name="connsiteX7" fmla="*/ 68419 w 2528026"/>
              <a:gd name="connsiteY7" fmla="*/ 107505 h 141839"/>
              <a:gd name="connsiteX8" fmla="*/ 68419 w 2528026"/>
              <a:gd name="connsiteY8" fmla="*/ 100211 h 141839"/>
              <a:gd name="connsiteX9" fmla="*/ 61716 w 2528026"/>
              <a:gd name="connsiteY9" fmla="*/ 100211 h 141839"/>
              <a:gd name="connsiteX10" fmla="*/ 34904 w 2528026"/>
              <a:gd name="connsiteY10" fmla="*/ 129388 h 141839"/>
              <a:gd name="connsiteX11" fmla="*/ 8091 w 2528026"/>
              <a:gd name="connsiteY11" fmla="*/ 100211 h 141839"/>
              <a:gd name="connsiteX12" fmla="*/ 1388 w 2528026"/>
              <a:gd name="connsiteY12" fmla="*/ 100211 h 141839"/>
              <a:gd name="connsiteX13" fmla="*/ 1388 w 2528026"/>
              <a:gd name="connsiteY13" fmla="*/ 107505 h 141839"/>
              <a:gd name="connsiteX14" fmla="*/ 31552 w 2528026"/>
              <a:gd name="connsiteY14" fmla="*/ 140329 h 141839"/>
              <a:gd name="connsiteX15" fmla="*/ 2528026 w 2528026"/>
              <a:gd name="connsiteY15" fmla="*/ 0 h 141839"/>
              <a:gd name="connsiteX16" fmla="*/ 34904 w 2528026"/>
              <a:gd name="connsiteY16" fmla="*/ 0 h 141839"/>
              <a:gd name="connsiteX17" fmla="*/ 34904 w 2528026"/>
              <a:gd name="connsiteY17" fmla="*/ 10316 h 141839"/>
              <a:gd name="connsiteX18" fmla="*/ 2528026 w 2528026"/>
              <a:gd name="connsiteY18" fmla="*/ 10316 h 141839"/>
              <a:gd name="connsiteX19" fmla="*/ 2528026 w 2528026"/>
              <a:gd name="connsiteY19" fmla="*/ 0 h 141839"/>
              <a:gd name="connsiteX20" fmla="*/ 30164 w 2528026"/>
              <a:gd name="connsiteY20" fmla="*/ 5158 h 141839"/>
              <a:gd name="connsiteX21" fmla="*/ 30164 w 2528026"/>
              <a:gd name="connsiteY21" fmla="*/ 136682 h 141839"/>
              <a:gd name="connsiteX22" fmla="*/ 39643 w 2528026"/>
              <a:gd name="connsiteY22" fmla="*/ 136682 h 141839"/>
              <a:gd name="connsiteX23" fmla="*/ 39643 w 2528026"/>
              <a:gd name="connsiteY23" fmla="*/ 5158 h 141839"/>
              <a:gd name="connsiteX24" fmla="*/ 30164 w 2528026"/>
              <a:gd name="connsiteY24" fmla="*/ 5158 h 141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28026" h="141839">
                <a:moveTo>
                  <a:pt x="34904" y="5158"/>
                </a:moveTo>
                <a:lnTo>
                  <a:pt x="34904" y="0"/>
                </a:lnTo>
                <a:lnTo>
                  <a:pt x="30164" y="0"/>
                </a:lnTo>
                <a:lnTo>
                  <a:pt x="30164" y="5158"/>
                </a:lnTo>
                <a:lnTo>
                  <a:pt x="34904" y="5158"/>
                </a:lnTo>
                <a:close/>
                <a:moveTo>
                  <a:pt x="31552" y="140329"/>
                </a:moveTo>
                <a:cubicBezTo>
                  <a:pt x="33403" y="142343"/>
                  <a:pt x="36404" y="142343"/>
                  <a:pt x="38255" y="140329"/>
                </a:cubicBezTo>
                <a:lnTo>
                  <a:pt x="68419" y="107505"/>
                </a:lnTo>
                <a:cubicBezTo>
                  <a:pt x="70270" y="105491"/>
                  <a:pt x="70270" y="102225"/>
                  <a:pt x="68419" y="100211"/>
                </a:cubicBezTo>
                <a:cubicBezTo>
                  <a:pt x="66568" y="98196"/>
                  <a:pt x="63567" y="98196"/>
                  <a:pt x="61716" y="100211"/>
                </a:cubicBezTo>
                <a:lnTo>
                  <a:pt x="34904" y="129388"/>
                </a:lnTo>
                <a:lnTo>
                  <a:pt x="8091" y="100211"/>
                </a:lnTo>
                <a:cubicBezTo>
                  <a:pt x="6240" y="98196"/>
                  <a:pt x="3239" y="98196"/>
                  <a:pt x="1388" y="100211"/>
                </a:cubicBezTo>
                <a:cubicBezTo>
                  <a:pt x="-463" y="102225"/>
                  <a:pt x="-463" y="105491"/>
                  <a:pt x="1388" y="107505"/>
                </a:cubicBezTo>
                <a:lnTo>
                  <a:pt x="31552" y="140329"/>
                </a:lnTo>
                <a:close/>
                <a:moveTo>
                  <a:pt x="2528026" y="0"/>
                </a:moveTo>
                <a:lnTo>
                  <a:pt x="34904" y="0"/>
                </a:lnTo>
                <a:lnTo>
                  <a:pt x="34904" y="10316"/>
                </a:lnTo>
                <a:lnTo>
                  <a:pt x="2528026" y="10316"/>
                </a:lnTo>
                <a:lnTo>
                  <a:pt x="2528026" y="0"/>
                </a:lnTo>
                <a:close/>
                <a:moveTo>
                  <a:pt x="30164" y="5158"/>
                </a:moveTo>
                <a:lnTo>
                  <a:pt x="30164" y="136682"/>
                </a:lnTo>
                <a:lnTo>
                  <a:pt x="39643" y="136682"/>
                </a:lnTo>
                <a:lnTo>
                  <a:pt x="39643" y="5158"/>
                </a:lnTo>
                <a:lnTo>
                  <a:pt x="30164" y="5158"/>
                </a:lnTo>
                <a:close/>
              </a:path>
            </a:pathLst>
          </a:custGeom>
          <a:solidFill>
            <a:schemeClr val="accent1">
              <a:lumMod val="100000"/>
            </a:schemeClr>
          </a:solidFill>
          <a:ln w="6295"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grpSp>
        <p:nvGrpSpPr>
          <p:cNvPr id="132" name="组合 131">
            <a:extLst>
              <a:ext uri="{FF2B5EF4-FFF2-40B4-BE49-F238E27FC236}">
                <a16:creationId xmlns:a16="http://schemas.microsoft.com/office/drawing/2014/main" id="{8B08BEF8-95C1-CD4D-BF6C-B492AB03BC83}"/>
              </a:ext>
            </a:extLst>
          </p:cNvPr>
          <p:cNvGrpSpPr/>
          <p:nvPr/>
        </p:nvGrpSpPr>
        <p:grpSpPr>
          <a:xfrm>
            <a:off x="9535753" y="2611247"/>
            <a:ext cx="328471" cy="2874899"/>
            <a:chOff x="7105397" y="2815679"/>
            <a:chExt cx="246353" cy="2156170"/>
          </a:xfrm>
          <a:solidFill>
            <a:schemeClr val="accent1"/>
          </a:solidFill>
        </p:grpSpPr>
        <p:sp>
          <p:nvSpPr>
            <p:cNvPr id="9" name="Object 39" descr="preencoded.png">
              <a:extLst>
                <a:ext uri="{FF2B5EF4-FFF2-40B4-BE49-F238E27FC236}">
                  <a16:creationId xmlns:a16="http://schemas.microsoft.com/office/drawing/2014/main" id="{65404ECD-1258-2A4C-A92F-6881AFCF7445}"/>
                </a:ext>
              </a:extLst>
            </p:cNvPr>
            <p:cNvSpPr/>
            <p:nvPr/>
          </p:nvSpPr>
          <p:spPr>
            <a:xfrm>
              <a:off x="7105397" y="2815679"/>
              <a:ext cx="246353" cy="110594"/>
            </a:xfrm>
            <a:custGeom>
              <a:avLst/>
              <a:gdLst>
                <a:gd name="connsiteX0" fmla="*/ 244167 w 246353"/>
                <a:gd name="connsiteY0" fmla="*/ 60607 h 110594"/>
                <a:gd name="connsiteX1" fmla="*/ 244167 w 246353"/>
                <a:gd name="connsiteY1" fmla="*/ 49987 h 110594"/>
                <a:gd name="connsiteX2" fmla="*/ 196659 w 246353"/>
                <a:gd name="connsiteY2" fmla="*/ 2199 h 110594"/>
                <a:gd name="connsiteX3" fmla="*/ 186101 w 246353"/>
                <a:gd name="connsiteY3" fmla="*/ 2199 h 110594"/>
                <a:gd name="connsiteX4" fmla="*/ 186101 w 246353"/>
                <a:gd name="connsiteY4" fmla="*/ 12819 h 110594"/>
                <a:gd name="connsiteX5" fmla="*/ 228330 w 246353"/>
                <a:gd name="connsiteY5" fmla="*/ 55297 h 110594"/>
                <a:gd name="connsiteX6" fmla="*/ 186101 w 246353"/>
                <a:gd name="connsiteY6" fmla="*/ 97775 h 110594"/>
                <a:gd name="connsiteX7" fmla="*/ 186101 w 246353"/>
                <a:gd name="connsiteY7" fmla="*/ 108395 h 110594"/>
                <a:gd name="connsiteX8" fmla="*/ 196659 w 246353"/>
                <a:gd name="connsiteY8" fmla="*/ 108395 h 110594"/>
                <a:gd name="connsiteX9" fmla="*/ 244167 w 246353"/>
                <a:gd name="connsiteY9" fmla="*/ 60607 h 110594"/>
                <a:gd name="connsiteX10" fmla="*/ 0 w 246353"/>
                <a:gd name="connsiteY10" fmla="*/ 62806 h 110594"/>
                <a:gd name="connsiteX11" fmla="*/ 238888 w 246353"/>
                <a:gd name="connsiteY11" fmla="*/ 62806 h 110594"/>
                <a:gd name="connsiteX12" fmla="*/ 238888 w 246353"/>
                <a:gd name="connsiteY12" fmla="*/ 47788 h 110594"/>
                <a:gd name="connsiteX13" fmla="*/ 0 w 246353"/>
                <a:gd name="connsiteY13" fmla="*/ 47788 h 110594"/>
                <a:gd name="connsiteX14" fmla="*/ 0 w 246353"/>
                <a:gd name="connsiteY14" fmla="*/ 62806 h 11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0594">
                  <a:moveTo>
                    <a:pt x="244167" y="60607"/>
                  </a:moveTo>
                  <a:cubicBezTo>
                    <a:pt x="247082" y="57674"/>
                    <a:pt x="247082" y="52920"/>
                    <a:pt x="244167" y="49987"/>
                  </a:cubicBezTo>
                  <a:lnTo>
                    <a:pt x="196659" y="2199"/>
                  </a:lnTo>
                  <a:cubicBezTo>
                    <a:pt x="193743" y="-733"/>
                    <a:pt x="189016" y="-733"/>
                    <a:pt x="186101" y="2199"/>
                  </a:cubicBezTo>
                  <a:cubicBezTo>
                    <a:pt x="183185" y="5132"/>
                    <a:pt x="183185" y="9886"/>
                    <a:pt x="186101" y="12819"/>
                  </a:cubicBezTo>
                  <a:lnTo>
                    <a:pt x="228330" y="55297"/>
                  </a:lnTo>
                  <a:lnTo>
                    <a:pt x="186101" y="97775"/>
                  </a:lnTo>
                  <a:cubicBezTo>
                    <a:pt x="183185" y="100708"/>
                    <a:pt x="183185" y="105462"/>
                    <a:pt x="186101" y="108395"/>
                  </a:cubicBezTo>
                  <a:cubicBezTo>
                    <a:pt x="189016" y="111327"/>
                    <a:pt x="193743" y="111327"/>
                    <a:pt x="196659" y="108395"/>
                  </a:cubicBezTo>
                  <a:lnTo>
                    <a:pt x="244167" y="60607"/>
                  </a:lnTo>
                  <a:close/>
                  <a:moveTo>
                    <a:pt x="0" y="62806"/>
                  </a:moveTo>
                  <a:lnTo>
                    <a:pt x="238888" y="62806"/>
                  </a:lnTo>
                  <a:lnTo>
                    <a:pt x="238888" y="47788"/>
                  </a:lnTo>
                  <a:lnTo>
                    <a:pt x="0" y="47788"/>
                  </a:lnTo>
                  <a:lnTo>
                    <a:pt x="0" y="62806"/>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0" name="Object 40" descr="preencoded.png">
              <a:extLst>
                <a:ext uri="{FF2B5EF4-FFF2-40B4-BE49-F238E27FC236}">
                  <a16:creationId xmlns:a16="http://schemas.microsoft.com/office/drawing/2014/main" id="{8F44FAD6-58F2-8B45-9E78-8B954F93DCD8}"/>
                </a:ext>
              </a:extLst>
            </p:cNvPr>
            <p:cNvSpPr/>
            <p:nvPr/>
          </p:nvSpPr>
          <p:spPr>
            <a:xfrm>
              <a:off x="7105397" y="3840639"/>
              <a:ext cx="246353" cy="116055"/>
            </a:xfrm>
            <a:custGeom>
              <a:avLst/>
              <a:gdLst>
                <a:gd name="connsiteX0" fmla="*/ 244167 w 246353"/>
                <a:gd name="connsiteY0" fmla="*/ 63600 h 116055"/>
                <a:gd name="connsiteX1" fmla="*/ 244167 w 246353"/>
                <a:gd name="connsiteY1" fmla="*/ 52456 h 116055"/>
                <a:gd name="connsiteX2" fmla="*/ 196659 w 246353"/>
                <a:gd name="connsiteY2" fmla="*/ 2308 h 116055"/>
                <a:gd name="connsiteX3" fmla="*/ 186101 w 246353"/>
                <a:gd name="connsiteY3" fmla="*/ 2308 h 116055"/>
                <a:gd name="connsiteX4" fmla="*/ 186101 w 246353"/>
                <a:gd name="connsiteY4" fmla="*/ 13452 h 116055"/>
                <a:gd name="connsiteX5" fmla="*/ 228330 w 246353"/>
                <a:gd name="connsiteY5" fmla="*/ 58028 h 116055"/>
                <a:gd name="connsiteX6" fmla="*/ 186101 w 246353"/>
                <a:gd name="connsiteY6" fmla="*/ 102604 h 116055"/>
                <a:gd name="connsiteX7" fmla="*/ 186101 w 246353"/>
                <a:gd name="connsiteY7" fmla="*/ 113748 h 116055"/>
                <a:gd name="connsiteX8" fmla="*/ 196659 w 246353"/>
                <a:gd name="connsiteY8" fmla="*/ 113748 h 116055"/>
                <a:gd name="connsiteX9" fmla="*/ 244167 w 246353"/>
                <a:gd name="connsiteY9" fmla="*/ 63600 h 116055"/>
                <a:gd name="connsiteX10" fmla="*/ 0 w 246353"/>
                <a:gd name="connsiteY10" fmla="*/ 65908 h 116055"/>
                <a:gd name="connsiteX11" fmla="*/ 238888 w 246353"/>
                <a:gd name="connsiteY11" fmla="*/ 65908 h 116055"/>
                <a:gd name="connsiteX12" fmla="*/ 238888 w 246353"/>
                <a:gd name="connsiteY12" fmla="*/ 50148 h 116055"/>
                <a:gd name="connsiteX13" fmla="*/ 0 w 246353"/>
                <a:gd name="connsiteY13" fmla="*/ 50148 h 116055"/>
                <a:gd name="connsiteX14" fmla="*/ 0 w 246353"/>
                <a:gd name="connsiteY14" fmla="*/ 65908 h 11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6055">
                  <a:moveTo>
                    <a:pt x="244167" y="63600"/>
                  </a:moveTo>
                  <a:cubicBezTo>
                    <a:pt x="247082" y="60523"/>
                    <a:pt x="247082" y="55533"/>
                    <a:pt x="244167" y="52456"/>
                  </a:cubicBezTo>
                  <a:lnTo>
                    <a:pt x="196659" y="2308"/>
                  </a:lnTo>
                  <a:cubicBezTo>
                    <a:pt x="193743" y="-769"/>
                    <a:pt x="189016" y="-769"/>
                    <a:pt x="186101" y="2308"/>
                  </a:cubicBezTo>
                  <a:cubicBezTo>
                    <a:pt x="183185" y="5385"/>
                    <a:pt x="183185" y="10375"/>
                    <a:pt x="186101" y="13452"/>
                  </a:cubicBezTo>
                  <a:lnTo>
                    <a:pt x="228330" y="58028"/>
                  </a:lnTo>
                  <a:lnTo>
                    <a:pt x="186101" y="102604"/>
                  </a:lnTo>
                  <a:cubicBezTo>
                    <a:pt x="183185" y="105681"/>
                    <a:pt x="183185" y="110670"/>
                    <a:pt x="186101" y="113748"/>
                  </a:cubicBezTo>
                  <a:cubicBezTo>
                    <a:pt x="189016" y="116825"/>
                    <a:pt x="193743" y="116825"/>
                    <a:pt x="196659" y="113748"/>
                  </a:cubicBezTo>
                  <a:lnTo>
                    <a:pt x="244167" y="63600"/>
                  </a:lnTo>
                  <a:close/>
                  <a:moveTo>
                    <a:pt x="0" y="65908"/>
                  </a:moveTo>
                  <a:lnTo>
                    <a:pt x="238888" y="65908"/>
                  </a:lnTo>
                  <a:lnTo>
                    <a:pt x="238888" y="50148"/>
                  </a:lnTo>
                  <a:lnTo>
                    <a:pt x="0" y="50148"/>
                  </a:lnTo>
                  <a:lnTo>
                    <a:pt x="0" y="65908"/>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16" name="Object 41" descr="preencoded.png">
              <a:extLst>
                <a:ext uri="{FF2B5EF4-FFF2-40B4-BE49-F238E27FC236}">
                  <a16:creationId xmlns:a16="http://schemas.microsoft.com/office/drawing/2014/main" id="{468D4041-385B-AE40-9D08-0BABA6310A02}"/>
                </a:ext>
              </a:extLst>
            </p:cNvPr>
            <p:cNvSpPr/>
            <p:nvPr/>
          </p:nvSpPr>
          <p:spPr>
            <a:xfrm>
              <a:off x="7105397" y="4861255"/>
              <a:ext cx="246353" cy="110594"/>
            </a:xfrm>
            <a:custGeom>
              <a:avLst/>
              <a:gdLst>
                <a:gd name="connsiteX0" fmla="*/ 244167 w 246353"/>
                <a:gd name="connsiteY0" fmla="*/ 60607 h 110594"/>
                <a:gd name="connsiteX1" fmla="*/ 244167 w 246353"/>
                <a:gd name="connsiteY1" fmla="*/ 49987 h 110594"/>
                <a:gd name="connsiteX2" fmla="*/ 196659 w 246353"/>
                <a:gd name="connsiteY2" fmla="*/ 2199 h 110594"/>
                <a:gd name="connsiteX3" fmla="*/ 186101 w 246353"/>
                <a:gd name="connsiteY3" fmla="*/ 2199 h 110594"/>
                <a:gd name="connsiteX4" fmla="*/ 186101 w 246353"/>
                <a:gd name="connsiteY4" fmla="*/ 12819 h 110594"/>
                <a:gd name="connsiteX5" fmla="*/ 228330 w 246353"/>
                <a:gd name="connsiteY5" fmla="*/ 55297 h 110594"/>
                <a:gd name="connsiteX6" fmla="*/ 186101 w 246353"/>
                <a:gd name="connsiteY6" fmla="*/ 97775 h 110594"/>
                <a:gd name="connsiteX7" fmla="*/ 186101 w 246353"/>
                <a:gd name="connsiteY7" fmla="*/ 108395 h 110594"/>
                <a:gd name="connsiteX8" fmla="*/ 196659 w 246353"/>
                <a:gd name="connsiteY8" fmla="*/ 108395 h 110594"/>
                <a:gd name="connsiteX9" fmla="*/ 244167 w 246353"/>
                <a:gd name="connsiteY9" fmla="*/ 60607 h 110594"/>
                <a:gd name="connsiteX10" fmla="*/ 0 w 246353"/>
                <a:gd name="connsiteY10" fmla="*/ 62806 h 110594"/>
                <a:gd name="connsiteX11" fmla="*/ 238888 w 246353"/>
                <a:gd name="connsiteY11" fmla="*/ 62806 h 110594"/>
                <a:gd name="connsiteX12" fmla="*/ 238888 w 246353"/>
                <a:gd name="connsiteY12" fmla="*/ 47788 h 110594"/>
                <a:gd name="connsiteX13" fmla="*/ 0 w 246353"/>
                <a:gd name="connsiteY13" fmla="*/ 47788 h 110594"/>
                <a:gd name="connsiteX14" fmla="*/ 0 w 246353"/>
                <a:gd name="connsiteY14" fmla="*/ 62806 h 11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353" h="110594">
                  <a:moveTo>
                    <a:pt x="244167" y="60607"/>
                  </a:moveTo>
                  <a:cubicBezTo>
                    <a:pt x="247082" y="57674"/>
                    <a:pt x="247082" y="52920"/>
                    <a:pt x="244167" y="49987"/>
                  </a:cubicBezTo>
                  <a:lnTo>
                    <a:pt x="196659" y="2199"/>
                  </a:lnTo>
                  <a:cubicBezTo>
                    <a:pt x="193743" y="-733"/>
                    <a:pt x="189016" y="-733"/>
                    <a:pt x="186101" y="2199"/>
                  </a:cubicBezTo>
                  <a:cubicBezTo>
                    <a:pt x="183185" y="5132"/>
                    <a:pt x="183185" y="9886"/>
                    <a:pt x="186101" y="12819"/>
                  </a:cubicBezTo>
                  <a:lnTo>
                    <a:pt x="228330" y="55297"/>
                  </a:lnTo>
                  <a:lnTo>
                    <a:pt x="186101" y="97775"/>
                  </a:lnTo>
                  <a:cubicBezTo>
                    <a:pt x="183185" y="100708"/>
                    <a:pt x="183185" y="105462"/>
                    <a:pt x="186101" y="108395"/>
                  </a:cubicBezTo>
                  <a:cubicBezTo>
                    <a:pt x="189016" y="111327"/>
                    <a:pt x="193743" y="111327"/>
                    <a:pt x="196659" y="108395"/>
                  </a:cubicBezTo>
                  <a:lnTo>
                    <a:pt x="244167" y="60607"/>
                  </a:lnTo>
                  <a:close/>
                  <a:moveTo>
                    <a:pt x="0" y="62806"/>
                  </a:moveTo>
                  <a:lnTo>
                    <a:pt x="238888" y="62806"/>
                  </a:lnTo>
                  <a:lnTo>
                    <a:pt x="238888" y="47788"/>
                  </a:lnTo>
                  <a:lnTo>
                    <a:pt x="0" y="47788"/>
                  </a:lnTo>
                  <a:lnTo>
                    <a:pt x="0" y="62806"/>
                  </a:lnTo>
                  <a:close/>
                </a:path>
              </a:pathLst>
            </a:custGeom>
            <a:grpFill/>
            <a:ln w="6517"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grpSp>
      <p:sp>
        <p:nvSpPr>
          <p:cNvPr id="117" name="Object 35" descr="preencoded.png">
            <a:extLst>
              <a:ext uri="{FF2B5EF4-FFF2-40B4-BE49-F238E27FC236}">
                <a16:creationId xmlns:a16="http://schemas.microsoft.com/office/drawing/2014/main" id="{756B7A2C-4BA2-4F41-8D62-69A020207864}"/>
              </a:ext>
            </a:extLst>
          </p:cNvPr>
          <p:cNvSpPr/>
          <p:nvPr/>
        </p:nvSpPr>
        <p:spPr>
          <a:xfrm>
            <a:off x="1236375" y="5771788"/>
            <a:ext cx="3345229" cy="207173"/>
          </a:xfrm>
          <a:custGeom>
            <a:avLst/>
            <a:gdLst>
              <a:gd name="connsiteX0" fmla="*/ 2507532 w 2508922"/>
              <a:gd name="connsiteY0" fmla="*/ 117221 h 155380"/>
              <a:gd name="connsiteX1" fmla="*/ 2507532 w 2508922"/>
              <a:gd name="connsiteY1" fmla="*/ 123907 h 155380"/>
              <a:gd name="connsiteX2" fmla="*/ 2477287 w 2508922"/>
              <a:gd name="connsiteY2" fmla="*/ 153996 h 155380"/>
              <a:gd name="connsiteX3" fmla="*/ 2470571 w 2508922"/>
              <a:gd name="connsiteY3" fmla="*/ 153996 h 155380"/>
              <a:gd name="connsiteX4" fmla="*/ 2470571 w 2508922"/>
              <a:gd name="connsiteY4" fmla="*/ 147309 h 155380"/>
              <a:gd name="connsiteX5" fmla="*/ 2497448 w 2508922"/>
              <a:gd name="connsiteY5" fmla="*/ 120564 h 155380"/>
              <a:gd name="connsiteX6" fmla="*/ 2470571 w 2508922"/>
              <a:gd name="connsiteY6" fmla="*/ 93819 h 155380"/>
              <a:gd name="connsiteX7" fmla="*/ 2470571 w 2508922"/>
              <a:gd name="connsiteY7" fmla="*/ 87132 h 155380"/>
              <a:gd name="connsiteX8" fmla="*/ 2477287 w 2508922"/>
              <a:gd name="connsiteY8" fmla="*/ 87132 h 155380"/>
              <a:gd name="connsiteX9" fmla="*/ 2507532 w 2508922"/>
              <a:gd name="connsiteY9" fmla="*/ 117221 h 155380"/>
              <a:gd name="connsiteX10" fmla="*/ 4752 w 2508922"/>
              <a:gd name="connsiteY10" fmla="*/ 120564 h 155380"/>
              <a:gd name="connsiteX11" fmla="*/ 4752 w 2508922"/>
              <a:gd name="connsiteY11" fmla="*/ 125292 h 155380"/>
              <a:gd name="connsiteX12" fmla="*/ 0 w 2508922"/>
              <a:gd name="connsiteY12" fmla="*/ 125292 h 155380"/>
              <a:gd name="connsiteX13" fmla="*/ 0 w 2508922"/>
              <a:gd name="connsiteY13" fmla="*/ 120564 h 155380"/>
              <a:gd name="connsiteX14" fmla="*/ 4752 w 2508922"/>
              <a:gd name="connsiteY14" fmla="*/ 120564 h 155380"/>
              <a:gd name="connsiteX15" fmla="*/ 2504171 w 2508922"/>
              <a:gd name="connsiteY15" fmla="*/ 125292 h 155380"/>
              <a:gd name="connsiteX16" fmla="*/ 4752 w 2508922"/>
              <a:gd name="connsiteY16" fmla="*/ 125292 h 155380"/>
              <a:gd name="connsiteX17" fmla="*/ 4752 w 2508922"/>
              <a:gd name="connsiteY17" fmla="*/ 115836 h 155380"/>
              <a:gd name="connsiteX18" fmla="*/ 2504171 w 2508922"/>
              <a:gd name="connsiteY18" fmla="*/ 115836 h 155380"/>
              <a:gd name="connsiteX19" fmla="*/ 2504171 w 2508922"/>
              <a:gd name="connsiteY19" fmla="*/ 125292 h 155380"/>
              <a:gd name="connsiteX20" fmla="*/ 0 w 2508922"/>
              <a:gd name="connsiteY20" fmla="*/ 120564 h 155380"/>
              <a:gd name="connsiteX21" fmla="*/ 0 w 2508922"/>
              <a:gd name="connsiteY21" fmla="*/ 0 h 155380"/>
              <a:gd name="connsiteX22" fmla="*/ 9503 w 2508922"/>
              <a:gd name="connsiteY22" fmla="*/ 0 h 155380"/>
              <a:gd name="connsiteX23" fmla="*/ 9503 w 2508922"/>
              <a:gd name="connsiteY23" fmla="*/ 120564 h 155380"/>
              <a:gd name="connsiteX24" fmla="*/ 0 w 2508922"/>
              <a:gd name="connsiteY24" fmla="*/ 120564 h 155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08922" h="155380">
                <a:moveTo>
                  <a:pt x="2507532" y="117221"/>
                </a:moveTo>
                <a:cubicBezTo>
                  <a:pt x="2509386" y="119067"/>
                  <a:pt x="2509386" y="122061"/>
                  <a:pt x="2507532" y="123907"/>
                </a:cubicBezTo>
                <a:lnTo>
                  <a:pt x="2477287" y="153996"/>
                </a:lnTo>
                <a:cubicBezTo>
                  <a:pt x="2475433" y="155842"/>
                  <a:pt x="2472426" y="155842"/>
                  <a:pt x="2470571" y="153996"/>
                </a:cubicBezTo>
                <a:cubicBezTo>
                  <a:pt x="2468716" y="152150"/>
                  <a:pt x="2468716" y="149156"/>
                  <a:pt x="2470571" y="147309"/>
                </a:cubicBezTo>
                <a:lnTo>
                  <a:pt x="2497448" y="120564"/>
                </a:lnTo>
                <a:lnTo>
                  <a:pt x="2470571" y="93819"/>
                </a:lnTo>
                <a:cubicBezTo>
                  <a:pt x="2468716" y="91972"/>
                  <a:pt x="2468716" y="88978"/>
                  <a:pt x="2470571" y="87132"/>
                </a:cubicBezTo>
                <a:cubicBezTo>
                  <a:pt x="2472426" y="85286"/>
                  <a:pt x="2475433" y="85286"/>
                  <a:pt x="2477287" y="87132"/>
                </a:cubicBezTo>
                <a:lnTo>
                  <a:pt x="2507532" y="117221"/>
                </a:lnTo>
                <a:close/>
                <a:moveTo>
                  <a:pt x="4752" y="120564"/>
                </a:moveTo>
                <a:lnTo>
                  <a:pt x="4752" y="125292"/>
                </a:lnTo>
                <a:lnTo>
                  <a:pt x="0" y="125292"/>
                </a:lnTo>
                <a:lnTo>
                  <a:pt x="0" y="120564"/>
                </a:lnTo>
                <a:lnTo>
                  <a:pt x="4752" y="120564"/>
                </a:lnTo>
                <a:close/>
                <a:moveTo>
                  <a:pt x="2504171" y="125292"/>
                </a:moveTo>
                <a:lnTo>
                  <a:pt x="4752" y="125292"/>
                </a:lnTo>
                <a:lnTo>
                  <a:pt x="4752" y="115836"/>
                </a:lnTo>
                <a:lnTo>
                  <a:pt x="2504171" y="115836"/>
                </a:lnTo>
                <a:lnTo>
                  <a:pt x="2504171" y="125292"/>
                </a:lnTo>
                <a:close/>
                <a:moveTo>
                  <a:pt x="0" y="120564"/>
                </a:moveTo>
                <a:lnTo>
                  <a:pt x="0" y="0"/>
                </a:lnTo>
                <a:lnTo>
                  <a:pt x="9503" y="0"/>
                </a:lnTo>
                <a:lnTo>
                  <a:pt x="9503" y="120564"/>
                </a:lnTo>
                <a:lnTo>
                  <a:pt x="0" y="120564"/>
                </a:lnTo>
                <a:close/>
              </a:path>
            </a:pathLst>
          </a:custGeom>
          <a:solidFill>
            <a:schemeClr val="accent1">
              <a:lumMod val="100000"/>
            </a:schemeClr>
          </a:solidFill>
          <a:ln w="6318" cap="flat">
            <a:no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3" name="Object 4" descr="preencoded.png">
            <a:extLst>
              <a:ext uri="{FF2B5EF4-FFF2-40B4-BE49-F238E27FC236}">
                <a16:creationId xmlns:a16="http://schemas.microsoft.com/office/drawing/2014/main" id="{69BD5BC4-B23A-9445-B5DE-DD982E8B960A}"/>
              </a:ext>
            </a:extLst>
          </p:cNvPr>
          <p:cNvSpPr/>
          <p:nvPr/>
        </p:nvSpPr>
        <p:spPr>
          <a:xfrm>
            <a:off x="2637240" y="2415953"/>
            <a:ext cx="1357328" cy="3202420"/>
          </a:xfrm>
          <a:prstGeom prst="roundRect">
            <a:avLst>
              <a:gd name="adj" fmla="val 6884"/>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solidFill>
                <a:schemeClr val="bg2">
                  <a:lumMod val="25000"/>
                </a:schemeClr>
              </a:solidFill>
              <a:latin typeface="阿里巴巴普惠体 2.0 45 Light" panose="00020600040101010101" pitchFamily="18" charset="-122"/>
              <a:ea typeface="阿里巴巴普惠体 2.0 45 Light" panose="00020600040101010101" pitchFamily="18" charset="-122"/>
            </a:endParaRPr>
          </a:p>
        </p:txBody>
      </p:sp>
      <p:sp>
        <p:nvSpPr>
          <p:cNvPr id="143" name="圆角矩形 142">
            <a:extLst>
              <a:ext uri="{FF2B5EF4-FFF2-40B4-BE49-F238E27FC236}">
                <a16:creationId xmlns:a16="http://schemas.microsoft.com/office/drawing/2014/main" id="{FEC63B1D-44AB-3A4A-90E8-23BF7271A559}"/>
              </a:ext>
            </a:extLst>
          </p:cNvPr>
          <p:cNvSpPr/>
          <p:nvPr/>
        </p:nvSpPr>
        <p:spPr>
          <a:xfrm>
            <a:off x="2772876" y="2554917"/>
            <a:ext cx="1057004" cy="572168"/>
          </a:xfrm>
          <a:prstGeom prst="roundRect">
            <a:avLst>
              <a:gd name="adj" fmla="val 1586"/>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44" name="圆角矩形 143">
            <a:extLst>
              <a:ext uri="{FF2B5EF4-FFF2-40B4-BE49-F238E27FC236}">
                <a16:creationId xmlns:a16="http://schemas.microsoft.com/office/drawing/2014/main" id="{B3999E1D-BA39-1D49-A541-B242107FDCFB}"/>
              </a:ext>
            </a:extLst>
          </p:cNvPr>
          <p:cNvSpPr/>
          <p:nvPr/>
        </p:nvSpPr>
        <p:spPr>
          <a:xfrm>
            <a:off x="2772876" y="3724354"/>
            <a:ext cx="1057004" cy="572168"/>
          </a:xfrm>
          <a:prstGeom prst="roundRect">
            <a:avLst>
              <a:gd name="adj" fmla="val 1586"/>
            </a:avLst>
          </a:prstGeom>
          <a:solidFill>
            <a:schemeClr val="accent1"/>
          </a:soli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5" name="圆角矩形 144">
            <a:extLst>
              <a:ext uri="{FF2B5EF4-FFF2-40B4-BE49-F238E27FC236}">
                <a16:creationId xmlns:a16="http://schemas.microsoft.com/office/drawing/2014/main" id="{69BAABBB-F72F-BC41-A750-0588509E1813}"/>
              </a:ext>
            </a:extLst>
          </p:cNvPr>
          <p:cNvSpPr/>
          <p:nvPr/>
        </p:nvSpPr>
        <p:spPr>
          <a:xfrm>
            <a:off x="2772876" y="4931114"/>
            <a:ext cx="1057004" cy="572168"/>
          </a:xfrm>
          <a:prstGeom prst="roundRect">
            <a:avLst>
              <a:gd name="adj" fmla="val 1586"/>
            </a:avLst>
          </a:prstGeom>
          <a:solidFill>
            <a:schemeClr val="accent1"/>
          </a:soli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4" name="Object46">
            <a:extLst>
              <a:ext uri="{FF2B5EF4-FFF2-40B4-BE49-F238E27FC236}">
                <a16:creationId xmlns:a16="http://schemas.microsoft.com/office/drawing/2014/main" id="{087BEDE7-F36A-2B43-9665-0F3DF6F4B37C}"/>
              </a:ext>
            </a:extLst>
          </p:cNvPr>
          <p:cNvSpPr/>
          <p:nvPr/>
        </p:nvSpPr>
        <p:spPr>
          <a:xfrm>
            <a:off x="2940276" y="2758928"/>
            <a:ext cx="722204" cy="164212"/>
          </a:xfrm>
          <a:prstGeom prst="rect">
            <a:avLst/>
          </a:prstGeom>
          <a:noFill/>
          <a:ln/>
        </p:spPr>
        <p:txBody>
          <a:bodyPr wrap="square" lIns="0" tIns="0" rIns="0" bIns="0" rtlCol="0" anchor="t">
            <a:spAutoFit/>
          </a:bodyPr>
          <a:lstStyle/>
          <a:p>
            <a:pPr algn="ctr"/>
            <a:r>
              <a:rPr lang="en-US" sz="1067"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教育平台</a:t>
            </a:r>
            <a:endParaRPr lang="en-US" sz="1067"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83" name="Object53">
            <a:extLst>
              <a:ext uri="{FF2B5EF4-FFF2-40B4-BE49-F238E27FC236}">
                <a16:creationId xmlns:a16="http://schemas.microsoft.com/office/drawing/2014/main" id="{1B821F12-6D71-9D4E-A842-B0368D8D1D5C}"/>
              </a:ext>
            </a:extLst>
          </p:cNvPr>
          <p:cNvSpPr/>
          <p:nvPr/>
        </p:nvSpPr>
        <p:spPr>
          <a:xfrm>
            <a:off x="2940276" y="3928365"/>
            <a:ext cx="722204" cy="164212"/>
          </a:xfrm>
          <a:prstGeom prst="rect">
            <a:avLst/>
          </a:prstGeom>
          <a:noFill/>
          <a:ln/>
        </p:spPr>
        <p:txBody>
          <a:bodyPr wrap="square" lIns="0" tIns="0" rIns="0" bIns="0" rtlCol="0" anchor="t">
            <a:spAutoFit/>
          </a:bodyPr>
          <a:lstStyle/>
          <a:p>
            <a:pPr algn="ctr"/>
            <a:r>
              <a:rPr lang="en-US" sz="1067"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业务板块</a:t>
            </a:r>
          </a:p>
        </p:txBody>
      </p:sp>
      <p:sp>
        <p:nvSpPr>
          <p:cNvPr id="84" name="Object54">
            <a:extLst>
              <a:ext uri="{FF2B5EF4-FFF2-40B4-BE49-F238E27FC236}">
                <a16:creationId xmlns:a16="http://schemas.microsoft.com/office/drawing/2014/main" id="{37CC8AEB-442F-444A-B50E-F59FC0913836}"/>
              </a:ext>
            </a:extLst>
          </p:cNvPr>
          <p:cNvSpPr/>
          <p:nvPr/>
        </p:nvSpPr>
        <p:spPr>
          <a:xfrm>
            <a:off x="2940276" y="5135125"/>
            <a:ext cx="722204" cy="164212"/>
          </a:xfrm>
          <a:prstGeom prst="rect">
            <a:avLst/>
          </a:prstGeom>
          <a:noFill/>
          <a:ln/>
        </p:spPr>
        <p:txBody>
          <a:bodyPr wrap="square" lIns="0" tIns="0" rIns="0" bIns="0" rtlCol="0" anchor="t">
            <a:spAutoFit/>
          </a:bodyPr>
          <a:lstStyle/>
          <a:p>
            <a:pPr algn="ctr"/>
            <a:r>
              <a:rPr lang="en-US" sz="1067"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众创平台</a:t>
            </a:r>
          </a:p>
        </p:txBody>
      </p:sp>
      <p:sp>
        <p:nvSpPr>
          <p:cNvPr id="100" name="Object66">
            <a:extLst>
              <a:ext uri="{FF2B5EF4-FFF2-40B4-BE49-F238E27FC236}">
                <a16:creationId xmlns:a16="http://schemas.microsoft.com/office/drawing/2014/main" id="{21C9EF87-FF76-E341-90F5-A5BD71E766CC}"/>
              </a:ext>
            </a:extLst>
          </p:cNvPr>
          <p:cNvSpPr/>
          <p:nvPr/>
        </p:nvSpPr>
        <p:spPr>
          <a:xfrm>
            <a:off x="2709909" y="3338953"/>
            <a:ext cx="470272" cy="184667"/>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成果</a:t>
            </a:r>
          </a:p>
        </p:txBody>
      </p:sp>
      <p:sp>
        <p:nvSpPr>
          <p:cNvPr id="105" name="Object71">
            <a:extLst>
              <a:ext uri="{FF2B5EF4-FFF2-40B4-BE49-F238E27FC236}">
                <a16:creationId xmlns:a16="http://schemas.microsoft.com/office/drawing/2014/main" id="{D5F51730-AE2D-C14B-BAEA-5BC5F62F905E}"/>
              </a:ext>
            </a:extLst>
          </p:cNvPr>
          <p:cNvSpPr/>
          <p:nvPr/>
        </p:nvSpPr>
        <p:spPr>
          <a:xfrm>
            <a:off x="2709909" y="4506237"/>
            <a:ext cx="470272" cy="184667"/>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成果</a:t>
            </a:r>
          </a:p>
        </p:txBody>
      </p:sp>
      <p:sp>
        <p:nvSpPr>
          <p:cNvPr id="106" name="Object72">
            <a:extLst>
              <a:ext uri="{FF2B5EF4-FFF2-40B4-BE49-F238E27FC236}">
                <a16:creationId xmlns:a16="http://schemas.microsoft.com/office/drawing/2014/main" id="{CC648B15-6402-E447-AFEB-4E3C4380195F}"/>
              </a:ext>
            </a:extLst>
          </p:cNvPr>
          <p:cNvSpPr/>
          <p:nvPr/>
        </p:nvSpPr>
        <p:spPr>
          <a:xfrm>
            <a:off x="3415319" y="3338953"/>
            <a:ext cx="470272" cy="184667"/>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需求</a:t>
            </a:r>
          </a:p>
        </p:txBody>
      </p:sp>
      <p:sp>
        <p:nvSpPr>
          <p:cNvPr id="107" name="Object73">
            <a:extLst>
              <a:ext uri="{FF2B5EF4-FFF2-40B4-BE49-F238E27FC236}">
                <a16:creationId xmlns:a16="http://schemas.microsoft.com/office/drawing/2014/main" id="{78C40D39-8803-B944-8278-4A53D149C4C6}"/>
              </a:ext>
            </a:extLst>
          </p:cNvPr>
          <p:cNvSpPr/>
          <p:nvPr/>
        </p:nvSpPr>
        <p:spPr>
          <a:xfrm>
            <a:off x="3415319" y="4506237"/>
            <a:ext cx="470272" cy="184667"/>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需求</a:t>
            </a:r>
          </a:p>
        </p:txBody>
      </p:sp>
      <p:sp>
        <p:nvSpPr>
          <p:cNvPr id="11" name="Object 29" descr="preencoded.png">
            <a:extLst>
              <a:ext uri="{FF2B5EF4-FFF2-40B4-BE49-F238E27FC236}">
                <a16:creationId xmlns:a16="http://schemas.microsoft.com/office/drawing/2014/main" id="{20D907E4-7DA2-B743-9D9F-02EA8FC7E960}"/>
              </a:ext>
            </a:extLst>
          </p:cNvPr>
          <p:cNvSpPr/>
          <p:nvPr/>
        </p:nvSpPr>
        <p:spPr>
          <a:xfrm>
            <a:off x="3166527" y="4403796"/>
            <a:ext cx="98001" cy="434973"/>
          </a:xfrm>
          <a:custGeom>
            <a:avLst/>
            <a:gdLst>
              <a:gd name="connsiteX0" fmla="*/ 33222 w 73501"/>
              <a:gd name="connsiteY0" fmla="*/ 1385 h 326230"/>
              <a:gd name="connsiteX1" fmla="*/ 40280 w 73501"/>
              <a:gd name="connsiteY1" fmla="*/ 1385 h 326230"/>
              <a:gd name="connsiteX2" fmla="*/ 72040 w 73501"/>
              <a:gd name="connsiteY2" fmla="*/ 31474 h 326230"/>
              <a:gd name="connsiteX3" fmla="*/ 72040 w 73501"/>
              <a:gd name="connsiteY3" fmla="*/ 38160 h 326230"/>
              <a:gd name="connsiteX4" fmla="*/ 64982 w 73501"/>
              <a:gd name="connsiteY4" fmla="*/ 38160 h 326230"/>
              <a:gd name="connsiteX5" fmla="*/ 36751 w 73501"/>
              <a:gd name="connsiteY5" fmla="*/ 11414 h 326230"/>
              <a:gd name="connsiteX6" fmla="*/ 8520 w 73501"/>
              <a:gd name="connsiteY6" fmla="*/ 38160 h 326230"/>
              <a:gd name="connsiteX7" fmla="*/ 1462 w 73501"/>
              <a:gd name="connsiteY7" fmla="*/ 38160 h 326230"/>
              <a:gd name="connsiteX8" fmla="*/ 1462 w 73501"/>
              <a:gd name="connsiteY8" fmla="*/ 31474 h 326230"/>
              <a:gd name="connsiteX9" fmla="*/ 33222 w 73501"/>
              <a:gd name="connsiteY9" fmla="*/ 1385 h 326230"/>
              <a:gd name="connsiteX10" fmla="*/ 31760 w 73501"/>
              <a:gd name="connsiteY10" fmla="*/ 326231 h 326230"/>
              <a:gd name="connsiteX11" fmla="*/ 31760 w 73501"/>
              <a:gd name="connsiteY11" fmla="*/ 4728 h 326230"/>
              <a:gd name="connsiteX12" fmla="*/ 41742 w 73501"/>
              <a:gd name="connsiteY12" fmla="*/ 4728 h 326230"/>
              <a:gd name="connsiteX13" fmla="*/ 41742 w 73501"/>
              <a:gd name="connsiteY13" fmla="*/ 326231 h 326230"/>
              <a:gd name="connsiteX14" fmla="*/ 31760 w 73501"/>
              <a:gd name="connsiteY14" fmla="*/ 326231 h 32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501" h="326230">
                <a:moveTo>
                  <a:pt x="33222" y="1385"/>
                </a:moveTo>
                <a:cubicBezTo>
                  <a:pt x="35171" y="-462"/>
                  <a:pt x="38331" y="-462"/>
                  <a:pt x="40280" y="1385"/>
                </a:cubicBezTo>
                <a:lnTo>
                  <a:pt x="72040" y="31474"/>
                </a:lnTo>
                <a:cubicBezTo>
                  <a:pt x="73989" y="33320"/>
                  <a:pt x="73989" y="36314"/>
                  <a:pt x="72040" y="38160"/>
                </a:cubicBezTo>
                <a:cubicBezTo>
                  <a:pt x="70091" y="40006"/>
                  <a:pt x="66931" y="40006"/>
                  <a:pt x="64982" y="38160"/>
                </a:cubicBezTo>
                <a:lnTo>
                  <a:pt x="36751" y="11414"/>
                </a:lnTo>
                <a:lnTo>
                  <a:pt x="8520" y="38160"/>
                </a:lnTo>
                <a:cubicBezTo>
                  <a:pt x="6571" y="40006"/>
                  <a:pt x="3411" y="40006"/>
                  <a:pt x="1462" y="38160"/>
                </a:cubicBezTo>
                <a:cubicBezTo>
                  <a:pt x="-487" y="36314"/>
                  <a:pt x="-487" y="33320"/>
                  <a:pt x="1462" y="31474"/>
                </a:cubicBezTo>
                <a:lnTo>
                  <a:pt x="33222" y="1385"/>
                </a:lnTo>
                <a:close/>
                <a:moveTo>
                  <a:pt x="31760" y="326231"/>
                </a:moveTo>
                <a:lnTo>
                  <a:pt x="31760" y="4728"/>
                </a:lnTo>
                <a:lnTo>
                  <a:pt x="41742" y="4728"/>
                </a:lnTo>
                <a:lnTo>
                  <a:pt x="41742" y="326231"/>
                </a:lnTo>
                <a:lnTo>
                  <a:pt x="31760" y="326231"/>
                </a:lnTo>
                <a:close/>
              </a:path>
            </a:pathLst>
          </a:custGeom>
          <a:solidFill>
            <a:schemeClr val="accent1">
              <a:lumMod val="100000"/>
              <a:alpha val="33000"/>
            </a:schemeClr>
          </a:solidFill>
          <a:ln w="6615"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2" name="Object 29" descr="preencoded.png">
            <a:extLst>
              <a:ext uri="{FF2B5EF4-FFF2-40B4-BE49-F238E27FC236}">
                <a16:creationId xmlns:a16="http://schemas.microsoft.com/office/drawing/2014/main" id="{20D907E4-7DA2-B743-9D9F-02EA8FC7E960}"/>
              </a:ext>
            </a:extLst>
          </p:cNvPr>
          <p:cNvSpPr/>
          <p:nvPr/>
        </p:nvSpPr>
        <p:spPr>
          <a:xfrm>
            <a:off x="3386115" y="4410105"/>
            <a:ext cx="98001" cy="434975"/>
          </a:xfrm>
          <a:custGeom>
            <a:avLst/>
            <a:gdLst>
              <a:gd name="connsiteX0" fmla="*/ 33222 w 73501"/>
              <a:gd name="connsiteY0" fmla="*/ 324846 h 326231"/>
              <a:gd name="connsiteX1" fmla="*/ 40280 w 73501"/>
              <a:gd name="connsiteY1" fmla="*/ 324846 h 326231"/>
              <a:gd name="connsiteX2" fmla="*/ 72041 w 73501"/>
              <a:gd name="connsiteY2" fmla="*/ 294758 h 326231"/>
              <a:gd name="connsiteX3" fmla="*/ 72041 w 73501"/>
              <a:gd name="connsiteY3" fmla="*/ 288071 h 326231"/>
              <a:gd name="connsiteX4" fmla="*/ 64982 w 73501"/>
              <a:gd name="connsiteY4" fmla="*/ 288071 h 326231"/>
              <a:gd name="connsiteX5" fmla="*/ 36751 w 73501"/>
              <a:gd name="connsiteY5" fmla="*/ 314817 h 326231"/>
              <a:gd name="connsiteX6" fmla="*/ 8520 w 73501"/>
              <a:gd name="connsiteY6" fmla="*/ 288071 h 326231"/>
              <a:gd name="connsiteX7" fmla="*/ 1462 w 73501"/>
              <a:gd name="connsiteY7" fmla="*/ 288071 h 326231"/>
              <a:gd name="connsiteX8" fmla="*/ 1462 w 73501"/>
              <a:gd name="connsiteY8" fmla="*/ 294758 h 326231"/>
              <a:gd name="connsiteX9" fmla="*/ 33222 w 73501"/>
              <a:gd name="connsiteY9" fmla="*/ 324846 h 326231"/>
              <a:gd name="connsiteX10" fmla="*/ 31760 w 73501"/>
              <a:gd name="connsiteY10" fmla="*/ 0 h 326231"/>
              <a:gd name="connsiteX11" fmla="*/ 31760 w 73501"/>
              <a:gd name="connsiteY11" fmla="*/ 321503 h 326231"/>
              <a:gd name="connsiteX12" fmla="*/ 41741 w 73501"/>
              <a:gd name="connsiteY12" fmla="*/ 321503 h 326231"/>
              <a:gd name="connsiteX13" fmla="*/ 41741 w 73501"/>
              <a:gd name="connsiteY13" fmla="*/ 0 h 326231"/>
              <a:gd name="connsiteX14" fmla="*/ 31760 w 73501"/>
              <a:gd name="connsiteY14" fmla="*/ 0 h 3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501" h="326231">
                <a:moveTo>
                  <a:pt x="33222" y="324846"/>
                </a:moveTo>
                <a:cubicBezTo>
                  <a:pt x="35171" y="326693"/>
                  <a:pt x="38331" y="326693"/>
                  <a:pt x="40280" y="324846"/>
                </a:cubicBezTo>
                <a:lnTo>
                  <a:pt x="72041" y="294758"/>
                </a:lnTo>
                <a:cubicBezTo>
                  <a:pt x="73989" y="292912"/>
                  <a:pt x="73989" y="289918"/>
                  <a:pt x="72041" y="288071"/>
                </a:cubicBezTo>
                <a:cubicBezTo>
                  <a:pt x="70091" y="286225"/>
                  <a:pt x="66931" y="286225"/>
                  <a:pt x="64982" y="288071"/>
                </a:cubicBezTo>
                <a:lnTo>
                  <a:pt x="36751" y="314817"/>
                </a:lnTo>
                <a:lnTo>
                  <a:pt x="8520" y="288071"/>
                </a:lnTo>
                <a:cubicBezTo>
                  <a:pt x="6570" y="286225"/>
                  <a:pt x="3411" y="286225"/>
                  <a:pt x="1462" y="288071"/>
                </a:cubicBezTo>
                <a:cubicBezTo>
                  <a:pt x="-487" y="289918"/>
                  <a:pt x="-487" y="292912"/>
                  <a:pt x="1462" y="294758"/>
                </a:cubicBezTo>
                <a:lnTo>
                  <a:pt x="33222" y="324846"/>
                </a:lnTo>
                <a:close/>
                <a:moveTo>
                  <a:pt x="31760" y="0"/>
                </a:moveTo>
                <a:lnTo>
                  <a:pt x="31760" y="321503"/>
                </a:lnTo>
                <a:lnTo>
                  <a:pt x="41741" y="321503"/>
                </a:lnTo>
                <a:lnTo>
                  <a:pt x="41741" y="0"/>
                </a:lnTo>
                <a:lnTo>
                  <a:pt x="31760" y="0"/>
                </a:lnTo>
                <a:close/>
              </a:path>
            </a:pathLst>
          </a:custGeom>
          <a:solidFill>
            <a:schemeClr val="accent1">
              <a:lumMod val="100000"/>
              <a:alpha val="33000"/>
            </a:schemeClr>
          </a:solidFill>
          <a:ln w="6615"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5" name="Object 32" descr="preencoded.png">
            <a:extLst>
              <a:ext uri="{FF2B5EF4-FFF2-40B4-BE49-F238E27FC236}">
                <a16:creationId xmlns:a16="http://schemas.microsoft.com/office/drawing/2014/main" id="{41DE4BB7-EB2A-0C44-BEAE-FA1E345925E8}"/>
              </a:ext>
            </a:extLst>
          </p:cNvPr>
          <p:cNvSpPr/>
          <p:nvPr/>
        </p:nvSpPr>
        <p:spPr>
          <a:xfrm>
            <a:off x="3367241" y="3208229"/>
            <a:ext cx="108317" cy="443181"/>
          </a:xfrm>
          <a:custGeom>
            <a:avLst/>
            <a:gdLst>
              <a:gd name="connsiteX0" fmla="*/ 36719 w 81238"/>
              <a:gd name="connsiteY0" fmla="*/ 330976 h 332386"/>
              <a:gd name="connsiteX1" fmla="*/ 44520 w 81238"/>
              <a:gd name="connsiteY1" fmla="*/ 330976 h 332386"/>
              <a:gd name="connsiteX2" fmla="*/ 79624 w 81238"/>
              <a:gd name="connsiteY2" fmla="*/ 300319 h 332386"/>
              <a:gd name="connsiteX3" fmla="*/ 79624 w 81238"/>
              <a:gd name="connsiteY3" fmla="*/ 293507 h 332386"/>
              <a:gd name="connsiteX4" fmla="*/ 71822 w 81238"/>
              <a:gd name="connsiteY4" fmla="*/ 293507 h 332386"/>
              <a:gd name="connsiteX5" fmla="*/ 40619 w 81238"/>
              <a:gd name="connsiteY5" fmla="*/ 320757 h 332386"/>
              <a:gd name="connsiteX6" fmla="*/ 9416 w 81238"/>
              <a:gd name="connsiteY6" fmla="*/ 293507 h 332386"/>
              <a:gd name="connsiteX7" fmla="*/ 1616 w 81238"/>
              <a:gd name="connsiteY7" fmla="*/ 293507 h 332386"/>
              <a:gd name="connsiteX8" fmla="*/ 1616 w 81238"/>
              <a:gd name="connsiteY8" fmla="*/ 300319 h 332386"/>
              <a:gd name="connsiteX9" fmla="*/ 36719 w 81238"/>
              <a:gd name="connsiteY9" fmla="*/ 330976 h 332386"/>
              <a:gd name="connsiteX10" fmla="*/ 35104 w 81238"/>
              <a:gd name="connsiteY10" fmla="*/ 0 h 332386"/>
              <a:gd name="connsiteX11" fmla="*/ 35103 w 81238"/>
              <a:gd name="connsiteY11" fmla="*/ 327569 h 332386"/>
              <a:gd name="connsiteX12" fmla="*/ 46135 w 81238"/>
              <a:gd name="connsiteY12" fmla="*/ 327569 h 332386"/>
              <a:gd name="connsiteX13" fmla="*/ 46135 w 81238"/>
              <a:gd name="connsiteY13" fmla="*/ 0 h 332386"/>
              <a:gd name="connsiteX14" fmla="*/ 35104 w 81238"/>
              <a:gd name="connsiteY14" fmla="*/ 0 h 33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238" h="332386">
                <a:moveTo>
                  <a:pt x="36719" y="330976"/>
                </a:moveTo>
                <a:cubicBezTo>
                  <a:pt x="38873" y="332857"/>
                  <a:pt x="42366" y="332857"/>
                  <a:pt x="44520" y="330976"/>
                </a:cubicBezTo>
                <a:lnTo>
                  <a:pt x="79624" y="300319"/>
                </a:lnTo>
                <a:cubicBezTo>
                  <a:pt x="81777" y="298438"/>
                  <a:pt x="81777" y="295388"/>
                  <a:pt x="79624" y="293507"/>
                </a:cubicBezTo>
                <a:cubicBezTo>
                  <a:pt x="77469" y="291626"/>
                  <a:pt x="73977" y="291626"/>
                  <a:pt x="71822" y="293507"/>
                </a:cubicBezTo>
                <a:lnTo>
                  <a:pt x="40619" y="320757"/>
                </a:lnTo>
                <a:lnTo>
                  <a:pt x="9416" y="293507"/>
                </a:lnTo>
                <a:cubicBezTo>
                  <a:pt x="7262" y="291626"/>
                  <a:pt x="3770" y="291626"/>
                  <a:pt x="1616" y="293507"/>
                </a:cubicBezTo>
                <a:cubicBezTo>
                  <a:pt x="-539" y="295388"/>
                  <a:pt x="-539" y="298438"/>
                  <a:pt x="1616" y="300319"/>
                </a:cubicBezTo>
                <a:lnTo>
                  <a:pt x="36719" y="330976"/>
                </a:lnTo>
                <a:close/>
                <a:moveTo>
                  <a:pt x="35104" y="0"/>
                </a:moveTo>
                <a:lnTo>
                  <a:pt x="35103" y="327569"/>
                </a:lnTo>
                <a:lnTo>
                  <a:pt x="46135" y="327569"/>
                </a:lnTo>
                <a:lnTo>
                  <a:pt x="46135" y="0"/>
                </a:lnTo>
                <a:lnTo>
                  <a:pt x="35104" y="0"/>
                </a:lnTo>
                <a:close/>
              </a:path>
            </a:pathLst>
          </a:custGeom>
          <a:solidFill>
            <a:schemeClr val="accent1">
              <a:lumMod val="100000"/>
              <a:alpha val="33000"/>
            </a:schemeClr>
          </a:solidFill>
          <a:ln w="7144"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18" name="Object 30" descr="preencoded.png">
            <a:extLst>
              <a:ext uri="{FF2B5EF4-FFF2-40B4-BE49-F238E27FC236}">
                <a16:creationId xmlns:a16="http://schemas.microsoft.com/office/drawing/2014/main" id="{C0104D05-A204-2B44-AE9C-3B6E2F0A1679}"/>
              </a:ext>
            </a:extLst>
          </p:cNvPr>
          <p:cNvSpPr/>
          <p:nvPr/>
        </p:nvSpPr>
        <p:spPr>
          <a:xfrm>
            <a:off x="3158128" y="3210361"/>
            <a:ext cx="108317" cy="443181"/>
          </a:xfrm>
          <a:custGeom>
            <a:avLst/>
            <a:gdLst>
              <a:gd name="connsiteX0" fmla="*/ 36719 w 81238"/>
              <a:gd name="connsiteY0" fmla="*/ 1411 h 332386"/>
              <a:gd name="connsiteX1" fmla="*/ 44520 w 81238"/>
              <a:gd name="connsiteY1" fmla="*/ 1411 h 332386"/>
              <a:gd name="connsiteX2" fmla="*/ 79624 w 81238"/>
              <a:gd name="connsiteY2" fmla="*/ 32067 h 332386"/>
              <a:gd name="connsiteX3" fmla="*/ 79624 w 81238"/>
              <a:gd name="connsiteY3" fmla="*/ 38880 h 332386"/>
              <a:gd name="connsiteX4" fmla="*/ 71822 w 81238"/>
              <a:gd name="connsiteY4" fmla="*/ 38880 h 332386"/>
              <a:gd name="connsiteX5" fmla="*/ 40619 w 81238"/>
              <a:gd name="connsiteY5" fmla="*/ 11630 h 332386"/>
              <a:gd name="connsiteX6" fmla="*/ 9416 w 81238"/>
              <a:gd name="connsiteY6" fmla="*/ 38880 h 332386"/>
              <a:gd name="connsiteX7" fmla="*/ 1616 w 81238"/>
              <a:gd name="connsiteY7" fmla="*/ 38880 h 332386"/>
              <a:gd name="connsiteX8" fmla="*/ 1616 w 81238"/>
              <a:gd name="connsiteY8" fmla="*/ 32067 h 332386"/>
              <a:gd name="connsiteX9" fmla="*/ 36719 w 81238"/>
              <a:gd name="connsiteY9" fmla="*/ 1411 h 332386"/>
              <a:gd name="connsiteX10" fmla="*/ 35104 w 81238"/>
              <a:gd name="connsiteY10" fmla="*/ 332386 h 332386"/>
              <a:gd name="connsiteX11" fmla="*/ 35103 w 81238"/>
              <a:gd name="connsiteY11" fmla="*/ 4817 h 332386"/>
              <a:gd name="connsiteX12" fmla="*/ 46135 w 81238"/>
              <a:gd name="connsiteY12" fmla="*/ 4817 h 332386"/>
              <a:gd name="connsiteX13" fmla="*/ 46135 w 81238"/>
              <a:gd name="connsiteY13" fmla="*/ 332386 h 332386"/>
              <a:gd name="connsiteX14" fmla="*/ 35104 w 81238"/>
              <a:gd name="connsiteY14" fmla="*/ 332386 h 33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238" h="332386">
                <a:moveTo>
                  <a:pt x="36719" y="1411"/>
                </a:moveTo>
                <a:cubicBezTo>
                  <a:pt x="38873" y="-470"/>
                  <a:pt x="42366" y="-470"/>
                  <a:pt x="44520" y="1411"/>
                </a:cubicBezTo>
                <a:lnTo>
                  <a:pt x="79624" y="32067"/>
                </a:lnTo>
                <a:cubicBezTo>
                  <a:pt x="81777" y="33949"/>
                  <a:pt x="81777" y="36999"/>
                  <a:pt x="79624" y="38880"/>
                </a:cubicBezTo>
                <a:cubicBezTo>
                  <a:pt x="77469" y="40761"/>
                  <a:pt x="73977" y="40761"/>
                  <a:pt x="71822" y="38880"/>
                </a:cubicBezTo>
                <a:lnTo>
                  <a:pt x="40619" y="11630"/>
                </a:lnTo>
                <a:lnTo>
                  <a:pt x="9416" y="38880"/>
                </a:lnTo>
                <a:cubicBezTo>
                  <a:pt x="7262" y="40761"/>
                  <a:pt x="3770" y="40761"/>
                  <a:pt x="1616" y="38880"/>
                </a:cubicBezTo>
                <a:cubicBezTo>
                  <a:pt x="-539" y="36999"/>
                  <a:pt x="-539" y="33949"/>
                  <a:pt x="1616" y="32067"/>
                </a:cubicBezTo>
                <a:lnTo>
                  <a:pt x="36719" y="1411"/>
                </a:lnTo>
                <a:close/>
                <a:moveTo>
                  <a:pt x="35104" y="332386"/>
                </a:moveTo>
                <a:lnTo>
                  <a:pt x="35103" y="4817"/>
                </a:lnTo>
                <a:lnTo>
                  <a:pt x="46135" y="4817"/>
                </a:lnTo>
                <a:lnTo>
                  <a:pt x="46135" y="332386"/>
                </a:lnTo>
                <a:lnTo>
                  <a:pt x="35104" y="332386"/>
                </a:lnTo>
                <a:close/>
              </a:path>
            </a:pathLst>
          </a:custGeom>
          <a:solidFill>
            <a:schemeClr val="accent1">
              <a:lumMod val="100000"/>
              <a:alpha val="33000"/>
            </a:schemeClr>
          </a:solidFill>
          <a:ln w="7144" cap="flat">
            <a:noFill/>
            <a:prstDash val="solid"/>
            <a:miter/>
          </a:ln>
        </p:spPr>
        <p:txBody>
          <a:bodyPr rtlCol="0" anchor="ctr"/>
          <a:lstStyle/>
          <a:p>
            <a:endParaRPr lang="zh-CN" altLang="en-US" sz="240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19" name="Object 26" descr="preencoded.png">
            <a:extLst>
              <a:ext uri="{FF2B5EF4-FFF2-40B4-BE49-F238E27FC236}">
                <a16:creationId xmlns:a16="http://schemas.microsoft.com/office/drawing/2014/main" id="{329CE8C6-AA72-7D4C-840E-A8D8F065A3BE}"/>
              </a:ext>
            </a:extLst>
          </p:cNvPr>
          <p:cNvSpPr/>
          <p:nvPr/>
        </p:nvSpPr>
        <p:spPr>
          <a:xfrm>
            <a:off x="4048002" y="2409647"/>
            <a:ext cx="531535" cy="480427"/>
          </a:xfrm>
          <a:custGeom>
            <a:avLst/>
            <a:gdLst>
              <a:gd name="connsiteX0" fmla="*/ 171708 w 398651"/>
              <a:gd name="connsiteY0" fmla="*/ 360321 h 360320"/>
              <a:gd name="connsiteX1" fmla="*/ 398652 w 398651"/>
              <a:gd name="connsiteY1" fmla="*/ 180161 h 360320"/>
              <a:gd name="connsiteX2" fmla="*/ 171708 w 398651"/>
              <a:gd name="connsiteY2" fmla="*/ 0 h 360320"/>
              <a:gd name="connsiteX3" fmla="*/ 171708 w 398651"/>
              <a:gd name="connsiteY3" fmla="*/ 99784 h 360320"/>
              <a:gd name="connsiteX4" fmla="*/ 0 w 398651"/>
              <a:gd name="connsiteY4" fmla="*/ 99784 h 360320"/>
              <a:gd name="connsiteX5" fmla="*/ 0 w 398651"/>
              <a:gd name="connsiteY5" fmla="*/ 265264 h 360320"/>
              <a:gd name="connsiteX6" fmla="*/ 171708 w 398651"/>
              <a:gd name="connsiteY6" fmla="*/ 265264 h 360320"/>
              <a:gd name="connsiteX7" fmla="*/ 171708 w 398651"/>
              <a:gd name="connsiteY7" fmla="*/ 360321 h 3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51" h="360320">
                <a:moveTo>
                  <a:pt x="171708" y="360321"/>
                </a:moveTo>
                <a:lnTo>
                  <a:pt x="398652" y="180161"/>
                </a:lnTo>
                <a:lnTo>
                  <a:pt x="171708" y="0"/>
                </a:lnTo>
                <a:lnTo>
                  <a:pt x="171708" y="99784"/>
                </a:lnTo>
                <a:lnTo>
                  <a:pt x="0" y="99784"/>
                </a:lnTo>
                <a:lnTo>
                  <a:pt x="0" y="265264"/>
                </a:lnTo>
                <a:lnTo>
                  <a:pt x="171708" y="265264"/>
                </a:lnTo>
                <a:lnTo>
                  <a:pt x="171708" y="360321"/>
                </a:lnTo>
                <a:close/>
              </a:path>
            </a:pathLst>
          </a:custGeom>
          <a:gradFill flip="none" rotWithShape="1">
            <a:gsLst>
              <a:gs pos="0">
                <a:schemeClr val="accent1">
                  <a:lumMod val="60000"/>
                  <a:lumOff val="40000"/>
                  <a:alpha val="0"/>
                </a:schemeClr>
              </a:gs>
              <a:gs pos="84000">
                <a:schemeClr val="accent1">
                  <a:lumMod val="75000"/>
                </a:schemeClr>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 name="Object 5" descr="preencoded.png">
            <a:extLst>
              <a:ext uri="{FF2B5EF4-FFF2-40B4-BE49-F238E27FC236}">
                <a16:creationId xmlns:a16="http://schemas.microsoft.com/office/drawing/2014/main" id="{7DAA87AF-4DA3-7F4D-8F6F-5D8C0CC13B5A}"/>
              </a:ext>
            </a:extLst>
          </p:cNvPr>
          <p:cNvSpPr/>
          <p:nvPr/>
        </p:nvSpPr>
        <p:spPr>
          <a:xfrm>
            <a:off x="4653182" y="1911634"/>
            <a:ext cx="2866060" cy="4211063"/>
          </a:xfrm>
          <a:prstGeom prst="roundRect">
            <a:avLst>
              <a:gd name="adj" fmla="val 4032"/>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solidFill>
                <a:schemeClr val="bg2">
                  <a:lumMod val="25000"/>
                </a:schemeClr>
              </a:solidFill>
              <a:latin typeface="阿里巴巴普惠体 2.0 45 Light" panose="00020600040101010101" pitchFamily="18" charset="-122"/>
              <a:ea typeface="阿里巴巴普惠体 2.0 45 Light" panose="00020600040101010101" pitchFamily="18" charset="-122"/>
            </a:endParaRPr>
          </a:p>
        </p:txBody>
      </p:sp>
      <p:sp>
        <p:nvSpPr>
          <p:cNvPr id="135" name="圆角矩形 134">
            <a:extLst>
              <a:ext uri="{FF2B5EF4-FFF2-40B4-BE49-F238E27FC236}">
                <a16:creationId xmlns:a16="http://schemas.microsoft.com/office/drawing/2014/main" id="{FBFC55FD-6330-5549-AEF8-933CC3CA09FE}"/>
              </a:ext>
            </a:extLst>
          </p:cNvPr>
          <p:cNvSpPr/>
          <p:nvPr/>
        </p:nvSpPr>
        <p:spPr>
          <a:xfrm>
            <a:off x="4781901" y="2124670"/>
            <a:ext cx="2558921" cy="766824"/>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6" name="圆角矩形 135">
            <a:extLst>
              <a:ext uri="{FF2B5EF4-FFF2-40B4-BE49-F238E27FC236}">
                <a16:creationId xmlns:a16="http://schemas.microsoft.com/office/drawing/2014/main" id="{D2EF95FA-4274-0B48-A530-EEF2594D3845}"/>
              </a:ext>
            </a:extLst>
          </p:cNvPr>
          <p:cNvSpPr/>
          <p:nvPr/>
        </p:nvSpPr>
        <p:spPr>
          <a:xfrm>
            <a:off x="4781901" y="3303317"/>
            <a:ext cx="2558921" cy="1461205"/>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7" name="圆角矩形 136">
            <a:extLst>
              <a:ext uri="{FF2B5EF4-FFF2-40B4-BE49-F238E27FC236}">
                <a16:creationId xmlns:a16="http://schemas.microsoft.com/office/drawing/2014/main" id="{8E97410A-4C21-4546-9B39-74787EC9E748}"/>
              </a:ext>
            </a:extLst>
          </p:cNvPr>
          <p:cNvSpPr/>
          <p:nvPr/>
        </p:nvSpPr>
        <p:spPr>
          <a:xfrm>
            <a:off x="4781901" y="5206762"/>
            <a:ext cx="2558921" cy="728161"/>
          </a:xfrm>
          <a:prstGeom prst="roundRect">
            <a:avLst>
              <a:gd name="adj" fmla="val 9962"/>
            </a:avLst>
          </a:prstGeom>
          <a:solidFill>
            <a:srgbClr val="FFFFFF"/>
          </a:solidFill>
          <a:ln w="6340" cap="flat">
            <a:solidFill>
              <a:schemeClr val="accent1">
                <a:lumMod val="100000"/>
              </a:schemeClr>
            </a:solidFill>
            <a:prstDash val="dash"/>
            <a:miter/>
          </a:ln>
          <a:effectLst>
            <a:outerShdw blurRad="241300" dist="38100" dir="5400000" algn="t" rotWithShape="0">
              <a:schemeClr val="accent1">
                <a:lumMod val="100000"/>
                <a:alpha val="22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01" name="Object67">
            <a:extLst>
              <a:ext uri="{FF2B5EF4-FFF2-40B4-BE49-F238E27FC236}">
                <a16:creationId xmlns:a16="http://schemas.microsoft.com/office/drawing/2014/main" id="{D6BAB997-1BA2-A64F-B00C-E43B1D082D61}"/>
              </a:ext>
            </a:extLst>
          </p:cNvPr>
          <p:cNvSpPr/>
          <p:nvPr/>
        </p:nvSpPr>
        <p:spPr>
          <a:xfrm>
            <a:off x="6301649" y="3003043"/>
            <a:ext cx="772591" cy="184665"/>
          </a:xfrm>
          <a:prstGeom prst="rect">
            <a:avLst/>
          </a:prstGeom>
          <a:noFill/>
          <a:ln/>
        </p:spPr>
        <p:txBody>
          <a:bodyPr wrap="square" lIns="0" tIns="0" rIns="0" bIns="0" rtlCol="0" anchor="t">
            <a:spAutoFit/>
          </a:bodyPr>
          <a:lstStyle/>
          <a:p>
            <a:pPr algn="l"/>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成果支撑</a:t>
            </a:r>
          </a:p>
        </p:txBody>
      </p:sp>
      <p:sp>
        <p:nvSpPr>
          <p:cNvPr id="102" name="Object68">
            <a:extLst>
              <a:ext uri="{FF2B5EF4-FFF2-40B4-BE49-F238E27FC236}">
                <a16:creationId xmlns:a16="http://schemas.microsoft.com/office/drawing/2014/main" id="{35505C19-B6DD-2C4F-9B80-0ED1CB4EB527}"/>
              </a:ext>
            </a:extLst>
          </p:cNvPr>
          <p:cNvSpPr/>
          <p:nvPr/>
        </p:nvSpPr>
        <p:spPr>
          <a:xfrm>
            <a:off x="4888210" y="4884134"/>
            <a:ext cx="772591" cy="184665"/>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科研成果</a:t>
            </a:r>
          </a:p>
        </p:txBody>
      </p:sp>
      <p:sp>
        <p:nvSpPr>
          <p:cNvPr id="103" name="Object69">
            <a:extLst>
              <a:ext uri="{FF2B5EF4-FFF2-40B4-BE49-F238E27FC236}">
                <a16:creationId xmlns:a16="http://schemas.microsoft.com/office/drawing/2014/main" id="{62E1C3F8-FA5B-9F48-8C63-4F9A8D4245D4}"/>
              </a:ext>
            </a:extLst>
          </p:cNvPr>
          <p:cNvSpPr/>
          <p:nvPr/>
        </p:nvSpPr>
        <p:spPr>
          <a:xfrm>
            <a:off x="5778369" y="4884134"/>
            <a:ext cx="772591" cy="184665"/>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咨询服务</a:t>
            </a:r>
          </a:p>
        </p:txBody>
      </p:sp>
      <p:sp>
        <p:nvSpPr>
          <p:cNvPr id="104" name="Object70">
            <a:extLst>
              <a:ext uri="{FF2B5EF4-FFF2-40B4-BE49-F238E27FC236}">
                <a16:creationId xmlns:a16="http://schemas.microsoft.com/office/drawing/2014/main" id="{CD1B3C66-52BC-DD43-AC07-3FC18C0FD106}"/>
              </a:ext>
            </a:extLst>
          </p:cNvPr>
          <p:cNvSpPr/>
          <p:nvPr/>
        </p:nvSpPr>
        <p:spPr>
          <a:xfrm>
            <a:off x="6710517" y="4884134"/>
            <a:ext cx="772591" cy="184665"/>
          </a:xfrm>
          <a:prstGeom prst="rect">
            <a:avLst/>
          </a:prstGeom>
          <a:noFill/>
          <a:ln/>
        </p:spPr>
        <p:txBody>
          <a:bodyPr wrap="square" lIns="0" tIns="0" rIns="0" bIns="0" rtlCol="0" anchor="t">
            <a:spAutoFit/>
          </a:bodyPr>
          <a:lstStyle/>
          <a:p>
            <a:pPr algn="ctr"/>
            <a:r>
              <a:rPr lang="en-US" sz="1200" dirty="0">
                <a:solidFill>
                  <a:schemeClr val="bg2">
                    <a:lumMod val="25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方法工具</a:t>
            </a:r>
          </a:p>
        </p:txBody>
      </p:sp>
      <p:sp>
        <p:nvSpPr>
          <p:cNvPr id="110" name="Object76">
            <a:extLst>
              <a:ext uri="{FF2B5EF4-FFF2-40B4-BE49-F238E27FC236}">
                <a16:creationId xmlns:a16="http://schemas.microsoft.com/office/drawing/2014/main" id="{1BD1ED69-FD4E-4341-8187-FC632AD7E6BB}"/>
              </a:ext>
            </a:extLst>
          </p:cNvPr>
          <p:cNvSpPr/>
          <p:nvPr/>
        </p:nvSpPr>
        <p:spPr>
          <a:xfrm>
            <a:off x="5024242" y="2298534"/>
            <a:ext cx="2074237" cy="432619"/>
          </a:xfrm>
          <a:prstGeom prst="rect">
            <a:avLst/>
          </a:prstGeom>
          <a:noFill/>
          <a:ln/>
        </p:spPr>
        <p:txBody>
          <a:bodyPr wrap="square" lIns="0" tIns="0" rIns="0" bIns="0" rtlCol="0" anchor="t">
            <a:spAutoFit/>
          </a:bodyPr>
          <a:lstStyle/>
          <a:p>
            <a:pPr algn="ctr">
              <a:lnSpc>
                <a:spcPct val="12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创新人才培养  联合实践培养
培训咨询服务  交流互助平台</a:t>
            </a:r>
          </a:p>
        </p:txBody>
      </p:sp>
      <p:sp>
        <p:nvSpPr>
          <p:cNvPr id="111" name="Object77">
            <a:extLst>
              <a:ext uri="{FF2B5EF4-FFF2-40B4-BE49-F238E27FC236}">
                <a16:creationId xmlns:a16="http://schemas.microsoft.com/office/drawing/2014/main" id="{C9834E2D-E17A-F14F-8215-CC45E3380373}"/>
              </a:ext>
            </a:extLst>
          </p:cNvPr>
          <p:cNvSpPr/>
          <p:nvPr/>
        </p:nvSpPr>
        <p:spPr>
          <a:xfrm>
            <a:off x="5146009" y="3547373"/>
            <a:ext cx="1830704" cy="1093248"/>
          </a:xfrm>
          <a:prstGeom prst="rect">
            <a:avLst/>
          </a:prstGeom>
          <a:noFill/>
          <a:ln/>
        </p:spPr>
        <p:txBody>
          <a:bodyPr wrap="square" lIns="0" tIns="0" rIns="0" bIns="0" rtlCol="0" anchor="t">
            <a:spAutoFit/>
          </a:bodyPr>
          <a:lstStyle/>
          <a:p>
            <a:pPr algn="ctr">
              <a:lnSpc>
                <a:spcPct val="12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检验检测认证标准
合格评定手段
模拟交易机制
数字检验检测工具与方法
……</a:t>
            </a:r>
          </a:p>
        </p:txBody>
      </p:sp>
      <p:sp>
        <p:nvSpPr>
          <p:cNvPr id="112" name="Object78">
            <a:extLst>
              <a:ext uri="{FF2B5EF4-FFF2-40B4-BE49-F238E27FC236}">
                <a16:creationId xmlns:a16="http://schemas.microsoft.com/office/drawing/2014/main" id="{6151C52B-3803-6447-A8C6-96364D117101}"/>
              </a:ext>
            </a:extLst>
          </p:cNvPr>
          <p:cNvSpPr/>
          <p:nvPr/>
        </p:nvSpPr>
        <p:spPr>
          <a:xfrm>
            <a:off x="5024242" y="5453628"/>
            <a:ext cx="2074237" cy="211020"/>
          </a:xfrm>
          <a:prstGeom prst="rect">
            <a:avLst/>
          </a:prstGeom>
          <a:noFill/>
          <a:ln/>
        </p:spPr>
        <p:txBody>
          <a:bodyPr wrap="square" lIns="0" tIns="0" rIns="0" bIns="0" rtlCol="0" anchor="t">
            <a:spAutoFit/>
          </a:bodyPr>
          <a:lstStyle/>
          <a:p>
            <a:pPr algn="ctr">
              <a:lnSpc>
                <a:spcPct val="12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项目技术支撑  产业发展孵化</a:t>
            </a:r>
          </a:p>
        </p:txBody>
      </p:sp>
      <p:sp>
        <p:nvSpPr>
          <p:cNvPr id="16" name="Object 33" descr="preencoded.png">
            <a:extLst>
              <a:ext uri="{FF2B5EF4-FFF2-40B4-BE49-F238E27FC236}">
                <a16:creationId xmlns:a16="http://schemas.microsoft.com/office/drawing/2014/main" id="{59B9B2F5-9373-EC44-85F5-4C238A25CF54}"/>
              </a:ext>
            </a:extLst>
          </p:cNvPr>
          <p:cNvSpPr/>
          <p:nvPr/>
        </p:nvSpPr>
        <p:spPr>
          <a:xfrm>
            <a:off x="4783171" y="4859868"/>
            <a:ext cx="93144" cy="249908"/>
          </a:xfrm>
          <a:custGeom>
            <a:avLst/>
            <a:gdLst>
              <a:gd name="connsiteX0" fmla="*/ 38283 w 69858"/>
              <a:gd name="connsiteY0" fmla="*/ 185947 h 187431"/>
              <a:gd name="connsiteX1" fmla="*/ 31575 w 69858"/>
              <a:gd name="connsiteY1" fmla="*/ 185947 h 187431"/>
              <a:gd name="connsiteX2" fmla="*/ 1389 w 69858"/>
              <a:gd name="connsiteY2" fmla="*/ 153709 h 187431"/>
              <a:gd name="connsiteX3" fmla="*/ 1389 w 69858"/>
              <a:gd name="connsiteY3" fmla="*/ 146545 h 187431"/>
              <a:gd name="connsiteX4" fmla="*/ 8097 w 69858"/>
              <a:gd name="connsiteY4" fmla="*/ 146545 h 187431"/>
              <a:gd name="connsiteX5" fmla="*/ 34929 w 69858"/>
              <a:gd name="connsiteY5" fmla="*/ 175201 h 187431"/>
              <a:gd name="connsiteX6" fmla="*/ 61761 w 69858"/>
              <a:gd name="connsiteY6" fmla="*/ 146545 h 187431"/>
              <a:gd name="connsiteX7" fmla="*/ 68470 w 69858"/>
              <a:gd name="connsiteY7" fmla="*/ 146545 h 187431"/>
              <a:gd name="connsiteX8" fmla="*/ 68470 w 69858"/>
              <a:gd name="connsiteY8" fmla="*/ 153709 h 187431"/>
              <a:gd name="connsiteX9" fmla="*/ 38283 w 69858"/>
              <a:gd name="connsiteY9" fmla="*/ 185947 h 187431"/>
              <a:gd name="connsiteX10" fmla="*/ 39673 w 69858"/>
              <a:gd name="connsiteY10" fmla="*/ 0 h 187431"/>
              <a:gd name="connsiteX11" fmla="*/ 39673 w 69858"/>
              <a:gd name="connsiteY11" fmla="*/ 182365 h 187431"/>
              <a:gd name="connsiteX12" fmla="*/ 30186 w 69858"/>
              <a:gd name="connsiteY12" fmla="*/ 182365 h 187431"/>
              <a:gd name="connsiteX13" fmla="*/ 30186 w 69858"/>
              <a:gd name="connsiteY13" fmla="*/ 0 h 187431"/>
              <a:gd name="connsiteX14" fmla="*/ 39673 w 69858"/>
              <a:gd name="connsiteY14" fmla="*/ 0 h 18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858" h="187431">
                <a:moveTo>
                  <a:pt x="38283" y="185947"/>
                </a:moveTo>
                <a:cubicBezTo>
                  <a:pt x="36431" y="187926"/>
                  <a:pt x="33428" y="187926"/>
                  <a:pt x="31575" y="185947"/>
                </a:cubicBezTo>
                <a:lnTo>
                  <a:pt x="1389" y="153709"/>
                </a:lnTo>
                <a:cubicBezTo>
                  <a:pt x="-463" y="151731"/>
                  <a:pt x="-463" y="148524"/>
                  <a:pt x="1389" y="146545"/>
                </a:cubicBezTo>
                <a:cubicBezTo>
                  <a:pt x="3242" y="144567"/>
                  <a:pt x="6245" y="144567"/>
                  <a:pt x="8097" y="146545"/>
                </a:cubicBezTo>
                <a:lnTo>
                  <a:pt x="34929" y="175201"/>
                </a:lnTo>
                <a:lnTo>
                  <a:pt x="61761" y="146545"/>
                </a:lnTo>
                <a:cubicBezTo>
                  <a:pt x="63614" y="144567"/>
                  <a:pt x="66617" y="144567"/>
                  <a:pt x="68470" y="146545"/>
                </a:cubicBezTo>
                <a:cubicBezTo>
                  <a:pt x="70322" y="148524"/>
                  <a:pt x="70322" y="151731"/>
                  <a:pt x="68470" y="153709"/>
                </a:cubicBezTo>
                <a:lnTo>
                  <a:pt x="38283" y="185947"/>
                </a:lnTo>
                <a:close/>
                <a:moveTo>
                  <a:pt x="39673" y="0"/>
                </a:moveTo>
                <a:lnTo>
                  <a:pt x="39673" y="182365"/>
                </a:lnTo>
                <a:lnTo>
                  <a:pt x="30186" y="182365"/>
                </a:lnTo>
                <a:lnTo>
                  <a:pt x="30186" y="0"/>
                </a:lnTo>
                <a:lnTo>
                  <a:pt x="39673" y="0"/>
                </a:lnTo>
                <a:close/>
              </a:path>
            </a:pathLst>
          </a:custGeom>
          <a:solidFill>
            <a:schemeClr val="accent1">
              <a:alpha val="33000"/>
            </a:schemeClr>
          </a:solidFill>
          <a:ln w="6288"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7" name="Object 33" descr="preencoded.png">
            <a:extLst>
              <a:ext uri="{FF2B5EF4-FFF2-40B4-BE49-F238E27FC236}">
                <a16:creationId xmlns:a16="http://schemas.microsoft.com/office/drawing/2014/main" id="{59B9B2F5-9373-EC44-85F5-4C238A25CF54}"/>
              </a:ext>
            </a:extLst>
          </p:cNvPr>
          <p:cNvSpPr/>
          <p:nvPr/>
        </p:nvSpPr>
        <p:spPr>
          <a:xfrm>
            <a:off x="5674911" y="4859868"/>
            <a:ext cx="93141" cy="249908"/>
          </a:xfrm>
          <a:custGeom>
            <a:avLst/>
            <a:gdLst>
              <a:gd name="connsiteX0" fmla="*/ 38283 w 69856"/>
              <a:gd name="connsiteY0" fmla="*/ 185947 h 187431"/>
              <a:gd name="connsiteX1" fmla="*/ 31573 w 69856"/>
              <a:gd name="connsiteY1" fmla="*/ 185947 h 187431"/>
              <a:gd name="connsiteX2" fmla="*/ 1389 w 69856"/>
              <a:gd name="connsiteY2" fmla="*/ 153709 h 187431"/>
              <a:gd name="connsiteX3" fmla="*/ 1389 w 69856"/>
              <a:gd name="connsiteY3" fmla="*/ 146545 h 187431"/>
              <a:gd name="connsiteX4" fmla="*/ 8093 w 69856"/>
              <a:gd name="connsiteY4" fmla="*/ 146545 h 187431"/>
              <a:gd name="connsiteX5" fmla="*/ 34928 w 69856"/>
              <a:gd name="connsiteY5" fmla="*/ 175201 h 187431"/>
              <a:gd name="connsiteX6" fmla="*/ 61757 w 69856"/>
              <a:gd name="connsiteY6" fmla="*/ 146545 h 187431"/>
              <a:gd name="connsiteX7" fmla="*/ 68468 w 69856"/>
              <a:gd name="connsiteY7" fmla="*/ 146545 h 187431"/>
              <a:gd name="connsiteX8" fmla="*/ 68468 w 69856"/>
              <a:gd name="connsiteY8" fmla="*/ 153709 h 187431"/>
              <a:gd name="connsiteX9" fmla="*/ 38283 w 69856"/>
              <a:gd name="connsiteY9" fmla="*/ 185947 h 187431"/>
              <a:gd name="connsiteX10" fmla="*/ 39673 w 69856"/>
              <a:gd name="connsiteY10" fmla="*/ 0 h 187431"/>
              <a:gd name="connsiteX11" fmla="*/ 39673 w 69856"/>
              <a:gd name="connsiteY11" fmla="*/ 182365 h 187431"/>
              <a:gd name="connsiteX12" fmla="*/ 30183 w 69856"/>
              <a:gd name="connsiteY12" fmla="*/ 182365 h 187431"/>
              <a:gd name="connsiteX13" fmla="*/ 30183 w 69856"/>
              <a:gd name="connsiteY13" fmla="*/ 0 h 187431"/>
              <a:gd name="connsiteX14" fmla="*/ 39673 w 69856"/>
              <a:gd name="connsiteY14" fmla="*/ 0 h 18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856" h="187431">
                <a:moveTo>
                  <a:pt x="38283" y="185947"/>
                </a:moveTo>
                <a:cubicBezTo>
                  <a:pt x="36432" y="187926"/>
                  <a:pt x="33424" y="187926"/>
                  <a:pt x="31573" y="185947"/>
                </a:cubicBezTo>
                <a:lnTo>
                  <a:pt x="1389" y="153709"/>
                </a:lnTo>
                <a:cubicBezTo>
                  <a:pt x="-463" y="151731"/>
                  <a:pt x="-463" y="148524"/>
                  <a:pt x="1389" y="146545"/>
                </a:cubicBezTo>
                <a:cubicBezTo>
                  <a:pt x="3240" y="144567"/>
                  <a:pt x="6241" y="144567"/>
                  <a:pt x="8093" y="146545"/>
                </a:cubicBezTo>
                <a:lnTo>
                  <a:pt x="34928" y="175201"/>
                </a:lnTo>
                <a:lnTo>
                  <a:pt x="61757" y="146545"/>
                </a:lnTo>
                <a:cubicBezTo>
                  <a:pt x="63609" y="144567"/>
                  <a:pt x="66616" y="144567"/>
                  <a:pt x="68468" y="146545"/>
                </a:cubicBezTo>
                <a:cubicBezTo>
                  <a:pt x="70319" y="148524"/>
                  <a:pt x="70319" y="151731"/>
                  <a:pt x="68468" y="153709"/>
                </a:cubicBezTo>
                <a:lnTo>
                  <a:pt x="38283" y="185947"/>
                </a:lnTo>
                <a:close/>
                <a:moveTo>
                  <a:pt x="39673" y="0"/>
                </a:moveTo>
                <a:lnTo>
                  <a:pt x="39673" y="182365"/>
                </a:lnTo>
                <a:lnTo>
                  <a:pt x="30183" y="182365"/>
                </a:lnTo>
                <a:lnTo>
                  <a:pt x="30183" y="0"/>
                </a:lnTo>
                <a:lnTo>
                  <a:pt x="39673" y="0"/>
                </a:lnTo>
                <a:close/>
              </a:path>
            </a:pathLst>
          </a:custGeom>
          <a:solidFill>
            <a:schemeClr val="accent1">
              <a:alpha val="33000"/>
            </a:schemeClr>
          </a:solidFill>
          <a:ln w="6288"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8" name="Object 33" descr="preencoded.png">
            <a:extLst>
              <a:ext uri="{FF2B5EF4-FFF2-40B4-BE49-F238E27FC236}">
                <a16:creationId xmlns:a16="http://schemas.microsoft.com/office/drawing/2014/main" id="{59B9B2F5-9373-EC44-85F5-4C238A25CF54}"/>
              </a:ext>
            </a:extLst>
          </p:cNvPr>
          <p:cNvSpPr/>
          <p:nvPr/>
        </p:nvSpPr>
        <p:spPr>
          <a:xfrm>
            <a:off x="6566645" y="4859868"/>
            <a:ext cx="93147" cy="249908"/>
          </a:xfrm>
          <a:custGeom>
            <a:avLst/>
            <a:gdLst>
              <a:gd name="connsiteX0" fmla="*/ 38283 w 69860"/>
              <a:gd name="connsiteY0" fmla="*/ 185947 h 187431"/>
              <a:gd name="connsiteX1" fmla="*/ 31579 w 69860"/>
              <a:gd name="connsiteY1" fmla="*/ 185947 h 187431"/>
              <a:gd name="connsiteX2" fmla="*/ 1389 w 69860"/>
              <a:gd name="connsiteY2" fmla="*/ 153709 h 187431"/>
              <a:gd name="connsiteX3" fmla="*/ 1389 w 69860"/>
              <a:gd name="connsiteY3" fmla="*/ 146545 h 187431"/>
              <a:gd name="connsiteX4" fmla="*/ 8099 w 69860"/>
              <a:gd name="connsiteY4" fmla="*/ 146545 h 187431"/>
              <a:gd name="connsiteX5" fmla="*/ 34928 w 69860"/>
              <a:gd name="connsiteY5" fmla="*/ 175201 h 187431"/>
              <a:gd name="connsiteX6" fmla="*/ 61763 w 69860"/>
              <a:gd name="connsiteY6" fmla="*/ 146545 h 187431"/>
              <a:gd name="connsiteX7" fmla="*/ 68468 w 69860"/>
              <a:gd name="connsiteY7" fmla="*/ 146545 h 187431"/>
              <a:gd name="connsiteX8" fmla="*/ 68468 w 69860"/>
              <a:gd name="connsiteY8" fmla="*/ 153709 h 187431"/>
              <a:gd name="connsiteX9" fmla="*/ 38283 w 69860"/>
              <a:gd name="connsiteY9" fmla="*/ 185947 h 187431"/>
              <a:gd name="connsiteX10" fmla="*/ 39673 w 69860"/>
              <a:gd name="connsiteY10" fmla="*/ 0 h 187431"/>
              <a:gd name="connsiteX11" fmla="*/ 39673 w 69860"/>
              <a:gd name="connsiteY11" fmla="*/ 182365 h 187431"/>
              <a:gd name="connsiteX12" fmla="*/ 30189 w 69860"/>
              <a:gd name="connsiteY12" fmla="*/ 182365 h 187431"/>
              <a:gd name="connsiteX13" fmla="*/ 30189 w 69860"/>
              <a:gd name="connsiteY13" fmla="*/ 0 h 187431"/>
              <a:gd name="connsiteX14" fmla="*/ 39673 w 69860"/>
              <a:gd name="connsiteY14" fmla="*/ 0 h 18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860" h="187431">
                <a:moveTo>
                  <a:pt x="38283" y="185947"/>
                </a:moveTo>
                <a:cubicBezTo>
                  <a:pt x="36432" y="187926"/>
                  <a:pt x="33431" y="187926"/>
                  <a:pt x="31579" y="185947"/>
                </a:cubicBezTo>
                <a:lnTo>
                  <a:pt x="1389" y="153709"/>
                </a:lnTo>
                <a:cubicBezTo>
                  <a:pt x="-463" y="151731"/>
                  <a:pt x="-463" y="148524"/>
                  <a:pt x="1389" y="146545"/>
                </a:cubicBezTo>
                <a:cubicBezTo>
                  <a:pt x="3240" y="144567"/>
                  <a:pt x="6248" y="144567"/>
                  <a:pt x="8099" y="146545"/>
                </a:cubicBezTo>
                <a:lnTo>
                  <a:pt x="34928" y="175201"/>
                </a:lnTo>
                <a:lnTo>
                  <a:pt x="61763" y="146545"/>
                </a:lnTo>
                <a:cubicBezTo>
                  <a:pt x="63615" y="144567"/>
                  <a:pt x="66616" y="144567"/>
                  <a:pt x="68468" y="146545"/>
                </a:cubicBezTo>
                <a:cubicBezTo>
                  <a:pt x="70325" y="148524"/>
                  <a:pt x="70325" y="151731"/>
                  <a:pt x="68468" y="153709"/>
                </a:cubicBezTo>
                <a:lnTo>
                  <a:pt x="38283" y="185947"/>
                </a:lnTo>
                <a:close/>
                <a:moveTo>
                  <a:pt x="39673" y="0"/>
                </a:moveTo>
                <a:lnTo>
                  <a:pt x="39673" y="182365"/>
                </a:lnTo>
                <a:lnTo>
                  <a:pt x="30189" y="182365"/>
                </a:lnTo>
                <a:lnTo>
                  <a:pt x="30189" y="0"/>
                </a:lnTo>
                <a:lnTo>
                  <a:pt x="39673" y="0"/>
                </a:lnTo>
                <a:close/>
              </a:path>
            </a:pathLst>
          </a:custGeom>
          <a:solidFill>
            <a:schemeClr val="accent1">
              <a:alpha val="33000"/>
            </a:schemeClr>
          </a:solidFill>
          <a:ln w="6288"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21" name="Object 31" descr="preencoded.png">
            <a:extLst>
              <a:ext uri="{FF2B5EF4-FFF2-40B4-BE49-F238E27FC236}">
                <a16:creationId xmlns:a16="http://schemas.microsoft.com/office/drawing/2014/main" id="{0EDE9970-9658-8B42-8D40-EFF56E95E1EB}"/>
              </a:ext>
            </a:extLst>
          </p:cNvPr>
          <p:cNvSpPr/>
          <p:nvPr/>
        </p:nvSpPr>
        <p:spPr>
          <a:xfrm>
            <a:off x="6132241" y="2983502"/>
            <a:ext cx="92844" cy="241289"/>
          </a:xfrm>
          <a:custGeom>
            <a:avLst/>
            <a:gdLst>
              <a:gd name="connsiteX0" fmla="*/ 38160 w 69633"/>
              <a:gd name="connsiteY0" fmla="*/ 1433 h 180967"/>
              <a:gd name="connsiteX1" fmla="*/ 31474 w 69633"/>
              <a:gd name="connsiteY1" fmla="*/ 1433 h 180967"/>
              <a:gd name="connsiteX2" fmla="*/ 1385 w 69633"/>
              <a:gd name="connsiteY2" fmla="*/ 32559 h 180967"/>
              <a:gd name="connsiteX3" fmla="*/ 1385 w 69633"/>
              <a:gd name="connsiteY3" fmla="*/ 39476 h 180967"/>
              <a:gd name="connsiteX4" fmla="*/ 8071 w 69633"/>
              <a:gd name="connsiteY4" fmla="*/ 39476 h 180967"/>
              <a:gd name="connsiteX5" fmla="*/ 34817 w 69633"/>
              <a:gd name="connsiteY5" fmla="*/ 11808 h 180967"/>
              <a:gd name="connsiteX6" fmla="*/ 61563 w 69633"/>
              <a:gd name="connsiteY6" fmla="*/ 39476 h 180967"/>
              <a:gd name="connsiteX7" fmla="*/ 68249 w 69633"/>
              <a:gd name="connsiteY7" fmla="*/ 39476 h 180967"/>
              <a:gd name="connsiteX8" fmla="*/ 68249 w 69633"/>
              <a:gd name="connsiteY8" fmla="*/ 32559 h 180967"/>
              <a:gd name="connsiteX9" fmla="*/ 38160 w 69633"/>
              <a:gd name="connsiteY9" fmla="*/ 1433 h 180967"/>
              <a:gd name="connsiteX10" fmla="*/ 39545 w 69633"/>
              <a:gd name="connsiteY10" fmla="*/ 180968 h 180967"/>
              <a:gd name="connsiteX11" fmla="*/ 39545 w 69633"/>
              <a:gd name="connsiteY11" fmla="*/ 4891 h 180967"/>
              <a:gd name="connsiteX12" fmla="*/ 30089 w 69633"/>
              <a:gd name="connsiteY12" fmla="*/ 4891 h 180967"/>
              <a:gd name="connsiteX13" fmla="*/ 30089 w 69633"/>
              <a:gd name="connsiteY13" fmla="*/ 180968 h 180967"/>
              <a:gd name="connsiteX14" fmla="*/ 39545 w 69633"/>
              <a:gd name="connsiteY14" fmla="*/ 180968 h 18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9633" h="180967">
                <a:moveTo>
                  <a:pt x="38160" y="1433"/>
                </a:moveTo>
                <a:cubicBezTo>
                  <a:pt x="36314" y="-478"/>
                  <a:pt x="33320" y="-478"/>
                  <a:pt x="31474" y="1433"/>
                </a:cubicBezTo>
                <a:lnTo>
                  <a:pt x="1385" y="32559"/>
                </a:lnTo>
                <a:cubicBezTo>
                  <a:pt x="-462" y="34469"/>
                  <a:pt x="-462" y="37566"/>
                  <a:pt x="1385" y="39476"/>
                </a:cubicBezTo>
                <a:cubicBezTo>
                  <a:pt x="3231" y="41386"/>
                  <a:pt x="6225" y="41386"/>
                  <a:pt x="8071" y="39476"/>
                </a:cubicBezTo>
                <a:lnTo>
                  <a:pt x="34817" y="11808"/>
                </a:lnTo>
                <a:lnTo>
                  <a:pt x="61563" y="39476"/>
                </a:lnTo>
                <a:cubicBezTo>
                  <a:pt x="63409" y="41386"/>
                  <a:pt x="66403" y="41386"/>
                  <a:pt x="68249" y="39476"/>
                </a:cubicBezTo>
                <a:cubicBezTo>
                  <a:pt x="70096" y="37566"/>
                  <a:pt x="70096" y="34469"/>
                  <a:pt x="68249" y="32559"/>
                </a:cubicBezTo>
                <a:lnTo>
                  <a:pt x="38160" y="1433"/>
                </a:lnTo>
                <a:close/>
                <a:moveTo>
                  <a:pt x="39545" y="180968"/>
                </a:moveTo>
                <a:lnTo>
                  <a:pt x="39545" y="4891"/>
                </a:lnTo>
                <a:lnTo>
                  <a:pt x="30089" y="4891"/>
                </a:lnTo>
                <a:lnTo>
                  <a:pt x="30089" y="180968"/>
                </a:lnTo>
                <a:lnTo>
                  <a:pt x="39545" y="180968"/>
                </a:lnTo>
                <a:close/>
              </a:path>
            </a:pathLst>
          </a:custGeom>
          <a:solidFill>
            <a:schemeClr val="accent1">
              <a:alpha val="33000"/>
            </a:schemeClr>
          </a:solidFill>
          <a:ln w="5556" cap="flat">
            <a:solidFill>
              <a:schemeClr val="accent1">
                <a:lumMod val="100000"/>
              </a:schemeClr>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94" name="文本框 93">
            <a:extLst>
              <a:ext uri="{FF2B5EF4-FFF2-40B4-BE49-F238E27FC236}">
                <a16:creationId xmlns:a16="http://schemas.microsoft.com/office/drawing/2014/main" id="{3F71875D-0BAF-AC40-ABB2-D0390F94DF7A}"/>
              </a:ext>
            </a:extLst>
          </p:cNvPr>
          <p:cNvSpPr txBox="1"/>
          <p:nvPr/>
        </p:nvSpPr>
        <p:spPr>
          <a:xfrm>
            <a:off x="434917" y="776771"/>
            <a:ext cx="3070071" cy="477054"/>
          </a:xfrm>
          <a:prstGeom prst="rect">
            <a:avLst/>
          </a:prstGeom>
          <a:noFill/>
        </p:spPr>
        <p:txBody>
          <a:bodyPr wrap="none" rtlCol="0">
            <a:spAutoFit/>
          </a:bodyPr>
          <a:lstStyle>
            <a:defPPr>
              <a:defRPr lang="zh-CN"/>
            </a:defPPr>
            <a:lvl1pPr>
              <a:defRPr sz="2500" b="1">
                <a:solidFill>
                  <a:srgbClr val="3A50FB"/>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建设路线与预期目标</a:t>
            </a:r>
          </a:p>
        </p:txBody>
      </p:sp>
      <p:sp>
        <p:nvSpPr>
          <p:cNvPr id="125" name="文本框 124">
            <a:extLst>
              <a:ext uri="{FF2B5EF4-FFF2-40B4-BE49-F238E27FC236}">
                <a16:creationId xmlns:a16="http://schemas.microsoft.com/office/drawing/2014/main" id="{5619A707-C46B-8B4B-BF0B-96533D52ADCE}"/>
              </a:ext>
            </a:extLst>
          </p:cNvPr>
          <p:cNvSpPr txBox="1"/>
          <p:nvPr/>
        </p:nvSpPr>
        <p:spPr>
          <a:xfrm>
            <a:off x="434917" y="580046"/>
            <a:ext cx="2912977" cy="276999"/>
          </a:xfrm>
          <a:prstGeom prst="rect">
            <a:avLst/>
          </a:prstGeom>
          <a:noFill/>
        </p:spPr>
        <p:txBody>
          <a:bodyPr wrap="none" rtlCol="0">
            <a:spAutoFit/>
          </a:bodyPr>
          <a:lstStyle>
            <a:defPPr>
              <a:defRPr lang="zh-CN"/>
            </a:defPPr>
            <a:lvl1pPr>
              <a:defRPr kumimoji="1" sz="1200">
                <a:solidFill>
                  <a:srgbClr val="8A8A8A"/>
                </a:solidFill>
                <a:latin typeface="MiSans" pitchFamily="2" charset="-122"/>
                <a:ea typeface="MiSans" pitchFamily="2" charset="-122"/>
                <a:cs typeface="OPPOSans R" pitchFamily="18" charset="-122"/>
              </a:defRPr>
            </a:lvl1pPr>
          </a:lstStyle>
          <a:p>
            <a:r>
              <a:rPr lang="en-US" altLang="zh-CN" dirty="0">
                <a:latin typeface="阿里巴巴普惠体 2.0 45 Light" panose="00020600040101010101" pitchFamily="18" charset="-122"/>
                <a:ea typeface="阿里巴巴普惠体 2.0 45 Light" panose="00020600040101010101" pitchFamily="18" charset="-122"/>
              </a:rPr>
              <a:t>Construction route and expected goal</a:t>
            </a:r>
            <a:endParaRPr lang="zh-CN" altLang="en-US" dirty="0">
              <a:latin typeface="阿里巴巴普惠体 2.0 45 Light" panose="00020600040101010101" pitchFamily="18" charset="-122"/>
              <a:ea typeface="阿里巴巴普惠体 2.0 45 Light" panose="00020600040101010101" pitchFamily="18" charset="-122"/>
            </a:endParaRPr>
          </a:p>
        </p:txBody>
      </p:sp>
    </p:spTree>
    <p:extLst>
      <p:ext uri="{BB962C8B-B14F-4D97-AF65-F5344CB8AC3E}">
        <p14:creationId xmlns:p14="http://schemas.microsoft.com/office/powerpoint/2010/main" val="2726527720"/>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Object 4" descr="preencoded.png">
            <a:extLst>
              <a:ext uri="{FF2B5EF4-FFF2-40B4-BE49-F238E27FC236}">
                <a16:creationId xmlns:a16="http://schemas.microsoft.com/office/drawing/2014/main" id="{848C1830-A713-AF43-85E4-A15FC86B9FC7}"/>
              </a:ext>
            </a:extLst>
          </p:cNvPr>
          <p:cNvSpPr/>
          <p:nvPr/>
        </p:nvSpPr>
        <p:spPr>
          <a:xfrm>
            <a:off x="3247298" y="1302255"/>
            <a:ext cx="8044372" cy="5290659"/>
          </a:xfrm>
          <a:prstGeom prst="roundRect">
            <a:avLst>
              <a:gd name="adj" fmla="val 730"/>
            </a:avLst>
          </a:pr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84" name="Object 6" descr="preencoded.png">
            <a:extLst>
              <a:ext uri="{FF2B5EF4-FFF2-40B4-BE49-F238E27FC236}">
                <a16:creationId xmlns:a16="http://schemas.microsoft.com/office/drawing/2014/main" id="{0063B269-05C1-AE47-867A-ABDF16ED5C35}"/>
              </a:ext>
            </a:extLst>
          </p:cNvPr>
          <p:cNvSpPr/>
          <p:nvPr/>
        </p:nvSpPr>
        <p:spPr>
          <a:xfrm>
            <a:off x="3417272" y="3971075"/>
            <a:ext cx="7704421" cy="955912"/>
          </a:xfrm>
          <a:prstGeom prst="roundRect">
            <a:avLst>
              <a:gd name="adj" fmla="val 5939"/>
            </a:avLst>
          </a:prstGeom>
          <a:solidFill>
            <a:schemeClr val="bg2"/>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85" name="Object 7" descr="preencoded.png">
            <a:extLst>
              <a:ext uri="{FF2B5EF4-FFF2-40B4-BE49-F238E27FC236}">
                <a16:creationId xmlns:a16="http://schemas.microsoft.com/office/drawing/2014/main" id="{B2512862-9197-4D49-AE13-03279D4D3127}"/>
              </a:ext>
            </a:extLst>
          </p:cNvPr>
          <p:cNvSpPr/>
          <p:nvPr/>
        </p:nvSpPr>
        <p:spPr>
          <a:xfrm>
            <a:off x="3417272" y="5466916"/>
            <a:ext cx="7704421" cy="955912"/>
          </a:xfrm>
          <a:prstGeom prst="roundRect">
            <a:avLst>
              <a:gd name="adj" fmla="val 5939"/>
            </a:avLst>
          </a:prstGeom>
          <a:solidFill>
            <a:schemeClr val="bg2"/>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86" name="Object 25" descr="preencoded.png">
            <a:extLst>
              <a:ext uri="{FF2B5EF4-FFF2-40B4-BE49-F238E27FC236}">
                <a16:creationId xmlns:a16="http://schemas.microsoft.com/office/drawing/2014/main" id="{795F4070-A34E-9E4E-B3E3-8EB05C35A1C4}"/>
              </a:ext>
            </a:extLst>
          </p:cNvPr>
          <p:cNvSpPr/>
          <p:nvPr/>
        </p:nvSpPr>
        <p:spPr>
          <a:xfrm>
            <a:off x="5544164" y="3429138"/>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lumMod val="75000"/>
                </a:schemeClr>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7" name="Object 31" descr="preencoded.png">
            <a:extLst>
              <a:ext uri="{FF2B5EF4-FFF2-40B4-BE49-F238E27FC236}">
                <a16:creationId xmlns:a16="http://schemas.microsoft.com/office/drawing/2014/main" id="{DC216C98-E742-4F4F-8962-A5C950A8C338}"/>
              </a:ext>
            </a:extLst>
          </p:cNvPr>
          <p:cNvSpPr/>
          <p:nvPr/>
        </p:nvSpPr>
        <p:spPr>
          <a:xfrm>
            <a:off x="8518849" y="4924981"/>
            <a:ext cx="543208" cy="590799"/>
          </a:xfrm>
          <a:custGeom>
            <a:avLst/>
            <a:gdLst>
              <a:gd name="connsiteX0" fmla="*/ 608777 w 608777"/>
              <a:gd name="connsiteY0" fmla="*/ 376926 h 662113"/>
              <a:gd name="connsiteX1" fmla="*/ 304388 w 608777"/>
              <a:gd name="connsiteY1" fmla="*/ 0 h 662113"/>
              <a:gd name="connsiteX2" fmla="*/ 0 w 608777"/>
              <a:gd name="connsiteY2" fmla="*/ 376926 h 662113"/>
              <a:gd name="connsiteX3" fmla="*/ 168591 w 608777"/>
              <a:gd name="connsiteY3" fmla="*/ 376926 h 662113"/>
              <a:gd name="connsiteX4" fmla="*/ 168591 w 608777"/>
              <a:gd name="connsiteY4" fmla="*/ 662114 h 662113"/>
              <a:gd name="connsiteX5" fmla="*/ 448176 w 608777"/>
              <a:gd name="connsiteY5" fmla="*/ 662114 h 662113"/>
              <a:gd name="connsiteX6" fmla="*/ 448176 w 608777"/>
              <a:gd name="connsiteY6" fmla="*/ 376926 h 662113"/>
              <a:gd name="connsiteX7" fmla="*/ 608777 w 608777"/>
              <a:gd name="connsiteY7" fmla="*/ 376926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608777" y="376926"/>
                </a:moveTo>
                <a:lnTo>
                  <a:pt x="304388" y="0"/>
                </a:lnTo>
                <a:lnTo>
                  <a:pt x="0" y="376926"/>
                </a:lnTo>
                <a:lnTo>
                  <a:pt x="168591" y="376926"/>
                </a:lnTo>
                <a:lnTo>
                  <a:pt x="168591" y="662114"/>
                </a:lnTo>
                <a:lnTo>
                  <a:pt x="448176" y="662114"/>
                </a:lnTo>
                <a:lnTo>
                  <a:pt x="448176" y="376926"/>
                </a:lnTo>
                <a:lnTo>
                  <a:pt x="608777" y="376926"/>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8" name="Object 32" descr="preencoded.png">
            <a:extLst>
              <a:ext uri="{FF2B5EF4-FFF2-40B4-BE49-F238E27FC236}">
                <a16:creationId xmlns:a16="http://schemas.microsoft.com/office/drawing/2014/main" id="{29B6B406-5B82-2645-8E0F-0D632789774B}"/>
              </a:ext>
            </a:extLst>
          </p:cNvPr>
          <p:cNvSpPr/>
          <p:nvPr/>
        </p:nvSpPr>
        <p:spPr>
          <a:xfrm>
            <a:off x="5544164" y="4924978"/>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9" name="Object 33" descr="preencoded.png">
            <a:extLst>
              <a:ext uri="{FF2B5EF4-FFF2-40B4-BE49-F238E27FC236}">
                <a16:creationId xmlns:a16="http://schemas.microsoft.com/office/drawing/2014/main" id="{C10A5216-F2DB-584C-A3B3-47B29B89AE84}"/>
              </a:ext>
            </a:extLst>
          </p:cNvPr>
          <p:cNvSpPr/>
          <p:nvPr/>
        </p:nvSpPr>
        <p:spPr>
          <a:xfrm>
            <a:off x="8518849" y="3429139"/>
            <a:ext cx="543208" cy="590799"/>
          </a:xfrm>
          <a:custGeom>
            <a:avLst/>
            <a:gdLst>
              <a:gd name="connsiteX0" fmla="*/ 608777 w 608777"/>
              <a:gd name="connsiteY0" fmla="*/ 376926 h 662113"/>
              <a:gd name="connsiteX1" fmla="*/ 304388 w 608777"/>
              <a:gd name="connsiteY1" fmla="*/ 0 h 662113"/>
              <a:gd name="connsiteX2" fmla="*/ 0 w 608777"/>
              <a:gd name="connsiteY2" fmla="*/ 376926 h 662113"/>
              <a:gd name="connsiteX3" fmla="*/ 168591 w 608777"/>
              <a:gd name="connsiteY3" fmla="*/ 376926 h 662113"/>
              <a:gd name="connsiteX4" fmla="*/ 168591 w 608777"/>
              <a:gd name="connsiteY4" fmla="*/ 662114 h 662113"/>
              <a:gd name="connsiteX5" fmla="*/ 448176 w 608777"/>
              <a:gd name="connsiteY5" fmla="*/ 662114 h 662113"/>
              <a:gd name="connsiteX6" fmla="*/ 448176 w 608777"/>
              <a:gd name="connsiteY6" fmla="*/ 376926 h 662113"/>
              <a:gd name="connsiteX7" fmla="*/ 608777 w 608777"/>
              <a:gd name="connsiteY7" fmla="*/ 376926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608777" y="376926"/>
                </a:moveTo>
                <a:lnTo>
                  <a:pt x="304388" y="0"/>
                </a:lnTo>
                <a:lnTo>
                  <a:pt x="0" y="376926"/>
                </a:lnTo>
                <a:lnTo>
                  <a:pt x="168591" y="376926"/>
                </a:lnTo>
                <a:lnTo>
                  <a:pt x="168591" y="662114"/>
                </a:lnTo>
                <a:lnTo>
                  <a:pt x="448176" y="662114"/>
                </a:lnTo>
                <a:lnTo>
                  <a:pt x="448176" y="376926"/>
                </a:lnTo>
                <a:lnTo>
                  <a:pt x="608777" y="376926"/>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90" name="Object 5" descr="preencoded.png">
            <a:extLst>
              <a:ext uri="{FF2B5EF4-FFF2-40B4-BE49-F238E27FC236}">
                <a16:creationId xmlns:a16="http://schemas.microsoft.com/office/drawing/2014/main" id="{50DE1F4F-ED22-DB4A-A7EE-59BF6D045641}"/>
              </a:ext>
            </a:extLst>
          </p:cNvPr>
          <p:cNvSpPr/>
          <p:nvPr/>
        </p:nvSpPr>
        <p:spPr>
          <a:xfrm>
            <a:off x="3417272" y="1472285"/>
            <a:ext cx="7704421" cy="1958921"/>
          </a:xfrm>
          <a:prstGeom prst="roundRect">
            <a:avLst>
              <a:gd name="adj" fmla="val 5034"/>
            </a:avLst>
          </a:prstGeom>
          <a:solidFill>
            <a:schemeClr val="bg2"/>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129" name="圆角矩形 128">
            <a:extLst>
              <a:ext uri="{FF2B5EF4-FFF2-40B4-BE49-F238E27FC236}">
                <a16:creationId xmlns:a16="http://schemas.microsoft.com/office/drawing/2014/main" id="{2198F4B0-1CB4-A243-8A17-D63D69463990}"/>
              </a:ext>
            </a:extLst>
          </p:cNvPr>
          <p:cNvSpPr/>
          <p:nvPr/>
        </p:nvSpPr>
        <p:spPr>
          <a:xfrm>
            <a:off x="3589289"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0" name="圆角矩形 129">
            <a:extLst>
              <a:ext uri="{FF2B5EF4-FFF2-40B4-BE49-F238E27FC236}">
                <a16:creationId xmlns:a16="http://schemas.microsoft.com/office/drawing/2014/main" id="{F2C5C910-80AD-504A-AAD7-20219A0FBC42}"/>
              </a:ext>
            </a:extLst>
          </p:cNvPr>
          <p:cNvSpPr/>
          <p:nvPr/>
        </p:nvSpPr>
        <p:spPr>
          <a:xfrm>
            <a:off x="5071836"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1" name="圆角矩形 130">
            <a:extLst>
              <a:ext uri="{FF2B5EF4-FFF2-40B4-BE49-F238E27FC236}">
                <a16:creationId xmlns:a16="http://schemas.microsoft.com/office/drawing/2014/main" id="{17A49959-D424-B84B-A5E0-CC0C0EFE6A4A}"/>
              </a:ext>
            </a:extLst>
          </p:cNvPr>
          <p:cNvSpPr/>
          <p:nvPr/>
        </p:nvSpPr>
        <p:spPr>
          <a:xfrm>
            <a:off x="6564137"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2" name="圆角矩形 131">
            <a:extLst>
              <a:ext uri="{FF2B5EF4-FFF2-40B4-BE49-F238E27FC236}">
                <a16:creationId xmlns:a16="http://schemas.microsoft.com/office/drawing/2014/main" id="{75A3EFFE-3815-E94F-A0AB-35599F4C8B3B}"/>
              </a:ext>
            </a:extLst>
          </p:cNvPr>
          <p:cNvSpPr/>
          <p:nvPr/>
        </p:nvSpPr>
        <p:spPr>
          <a:xfrm>
            <a:off x="8046684"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3" name="圆角矩形 132">
            <a:extLst>
              <a:ext uri="{FF2B5EF4-FFF2-40B4-BE49-F238E27FC236}">
                <a16:creationId xmlns:a16="http://schemas.microsoft.com/office/drawing/2014/main" id="{E6F88860-99CE-3249-AB50-2161F50B8E90}"/>
              </a:ext>
            </a:extLst>
          </p:cNvPr>
          <p:cNvSpPr/>
          <p:nvPr/>
        </p:nvSpPr>
        <p:spPr>
          <a:xfrm>
            <a:off x="9538985" y="1732209"/>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4" name="圆角矩形 133">
            <a:extLst>
              <a:ext uri="{FF2B5EF4-FFF2-40B4-BE49-F238E27FC236}">
                <a16:creationId xmlns:a16="http://schemas.microsoft.com/office/drawing/2014/main" id="{358600B8-5E6F-034C-8713-D002FCF382F4}"/>
              </a:ext>
            </a:extLst>
          </p:cNvPr>
          <p:cNvSpPr/>
          <p:nvPr/>
        </p:nvSpPr>
        <p:spPr>
          <a:xfrm>
            <a:off x="9538985" y="2288164"/>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5" name="圆角矩形 134">
            <a:extLst>
              <a:ext uri="{FF2B5EF4-FFF2-40B4-BE49-F238E27FC236}">
                <a16:creationId xmlns:a16="http://schemas.microsoft.com/office/drawing/2014/main" id="{81B277E4-B505-284F-BFC4-29468B52265B}"/>
              </a:ext>
            </a:extLst>
          </p:cNvPr>
          <p:cNvSpPr/>
          <p:nvPr/>
        </p:nvSpPr>
        <p:spPr>
          <a:xfrm>
            <a:off x="9538985" y="285387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6" name="圆角矩形 135">
            <a:extLst>
              <a:ext uri="{FF2B5EF4-FFF2-40B4-BE49-F238E27FC236}">
                <a16:creationId xmlns:a16="http://schemas.microsoft.com/office/drawing/2014/main" id="{B84AEF28-3CE2-EB45-8D9A-C9A8D2F098F8}"/>
              </a:ext>
            </a:extLst>
          </p:cNvPr>
          <p:cNvSpPr/>
          <p:nvPr/>
        </p:nvSpPr>
        <p:spPr>
          <a:xfrm>
            <a:off x="3589289"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7" name="圆角矩形 136">
            <a:extLst>
              <a:ext uri="{FF2B5EF4-FFF2-40B4-BE49-F238E27FC236}">
                <a16:creationId xmlns:a16="http://schemas.microsoft.com/office/drawing/2014/main" id="{67D62E26-AD37-AE48-8E05-8D13D8B7BD80}"/>
              </a:ext>
            </a:extLst>
          </p:cNvPr>
          <p:cNvSpPr/>
          <p:nvPr/>
        </p:nvSpPr>
        <p:spPr>
          <a:xfrm>
            <a:off x="5071836"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8" name="圆角矩形 137">
            <a:extLst>
              <a:ext uri="{FF2B5EF4-FFF2-40B4-BE49-F238E27FC236}">
                <a16:creationId xmlns:a16="http://schemas.microsoft.com/office/drawing/2014/main" id="{0C59CCD1-938A-B14D-876F-1DF2676FD96B}"/>
              </a:ext>
            </a:extLst>
          </p:cNvPr>
          <p:cNvSpPr/>
          <p:nvPr/>
        </p:nvSpPr>
        <p:spPr>
          <a:xfrm>
            <a:off x="6564137"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9" name="圆角矩形 138">
            <a:extLst>
              <a:ext uri="{FF2B5EF4-FFF2-40B4-BE49-F238E27FC236}">
                <a16:creationId xmlns:a16="http://schemas.microsoft.com/office/drawing/2014/main" id="{99AFC9EA-AA22-9346-B0C0-27F1A020C9F9}"/>
              </a:ext>
            </a:extLst>
          </p:cNvPr>
          <p:cNvSpPr/>
          <p:nvPr/>
        </p:nvSpPr>
        <p:spPr>
          <a:xfrm>
            <a:off x="8046684"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0" name="圆角矩形 139">
            <a:extLst>
              <a:ext uri="{FF2B5EF4-FFF2-40B4-BE49-F238E27FC236}">
                <a16:creationId xmlns:a16="http://schemas.microsoft.com/office/drawing/2014/main" id="{DD645176-FBA8-0740-A736-6DBC29D31DFD}"/>
              </a:ext>
            </a:extLst>
          </p:cNvPr>
          <p:cNvSpPr/>
          <p:nvPr/>
        </p:nvSpPr>
        <p:spPr>
          <a:xfrm>
            <a:off x="9538985" y="4268145"/>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1" name="圆角矩形 140">
            <a:extLst>
              <a:ext uri="{FF2B5EF4-FFF2-40B4-BE49-F238E27FC236}">
                <a16:creationId xmlns:a16="http://schemas.microsoft.com/office/drawing/2014/main" id="{878D3BFB-B666-CA49-8BAD-0D1858B24DF6}"/>
              </a:ext>
            </a:extLst>
          </p:cNvPr>
          <p:cNvSpPr/>
          <p:nvPr/>
        </p:nvSpPr>
        <p:spPr>
          <a:xfrm>
            <a:off x="3589289"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2" name="圆角矩形 141">
            <a:extLst>
              <a:ext uri="{FF2B5EF4-FFF2-40B4-BE49-F238E27FC236}">
                <a16:creationId xmlns:a16="http://schemas.microsoft.com/office/drawing/2014/main" id="{BC2F280E-AA2D-E941-A8FD-8CC76AE2C59B}"/>
              </a:ext>
            </a:extLst>
          </p:cNvPr>
          <p:cNvSpPr/>
          <p:nvPr/>
        </p:nvSpPr>
        <p:spPr>
          <a:xfrm>
            <a:off x="5071836"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3" name="圆角矩形 142">
            <a:extLst>
              <a:ext uri="{FF2B5EF4-FFF2-40B4-BE49-F238E27FC236}">
                <a16:creationId xmlns:a16="http://schemas.microsoft.com/office/drawing/2014/main" id="{D71BEB94-5315-B849-A07F-54F2CD40DBB8}"/>
              </a:ext>
            </a:extLst>
          </p:cNvPr>
          <p:cNvSpPr/>
          <p:nvPr/>
        </p:nvSpPr>
        <p:spPr>
          <a:xfrm>
            <a:off x="6564137"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4" name="圆角矩形 143">
            <a:extLst>
              <a:ext uri="{FF2B5EF4-FFF2-40B4-BE49-F238E27FC236}">
                <a16:creationId xmlns:a16="http://schemas.microsoft.com/office/drawing/2014/main" id="{47A51323-C4E7-9E46-883E-DFC398B5E38B}"/>
              </a:ext>
            </a:extLst>
          </p:cNvPr>
          <p:cNvSpPr/>
          <p:nvPr/>
        </p:nvSpPr>
        <p:spPr>
          <a:xfrm>
            <a:off x="8046684"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5" name="圆角矩形 144">
            <a:extLst>
              <a:ext uri="{FF2B5EF4-FFF2-40B4-BE49-F238E27FC236}">
                <a16:creationId xmlns:a16="http://schemas.microsoft.com/office/drawing/2014/main" id="{2D1C30FD-AFF5-8043-ADC5-60CB4AA16081}"/>
              </a:ext>
            </a:extLst>
          </p:cNvPr>
          <p:cNvSpPr/>
          <p:nvPr/>
        </p:nvSpPr>
        <p:spPr>
          <a:xfrm>
            <a:off x="9538985" y="5779953"/>
            <a:ext cx="1311416" cy="41184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08" name="Object47">
            <a:extLst>
              <a:ext uri="{FF2B5EF4-FFF2-40B4-BE49-F238E27FC236}">
                <a16:creationId xmlns:a16="http://schemas.microsoft.com/office/drawing/2014/main" id="{D959A167-8C84-214C-8920-2528E55361B8}"/>
              </a:ext>
            </a:extLst>
          </p:cNvPr>
          <p:cNvSpPr/>
          <p:nvPr/>
        </p:nvSpPr>
        <p:spPr>
          <a:xfrm>
            <a:off x="3773961" y="1864187"/>
            <a:ext cx="936175"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城市管理方</a:t>
            </a:r>
          </a:p>
        </p:txBody>
      </p:sp>
      <p:sp>
        <p:nvSpPr>
          <p:cNvPr id="109" name="Object48">
            <a:extLst>
              <a:ext uri="{FF2B5EF4-FFF2-40B4-BE49-F238E27FC236}">
                <a16:creationId xmlns:a16="http://schemas.microsoft.com/office/drawing/2014/main" id="{8DC3333A-DB23-2243-A163-9248BDB1D4B7}"/>
              </a:ext>
            </a:extLst>
          </p:cNvPr>
          <p:cNvSpPr/>
          <p:nvPr/>
        </p:nvSpPr>
        <p:spPr>
          <a:xfrm>
            <a:off x="3850555" y="438334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运维单位</a:t>
            </a:r>
          </a:p>
        </p:txBody>
      </p:sp>
      <p:sp>
        <p:nvSpPr>
          <p:cNvPr id="110" name="Object49">
            <a:extLst>
              <a:ext uri="{FF2B5EF4-FFF2-40B4-BE49-F238E27FC236}">
                <a16:creationId xmlns:a16="http://schemas.microsoft.com/office/drawing/2014/main" id="{136A1392-CCF5-2F49-B618-D9A404542167}"/>
              </a:ext>
            </a:extLst>
          </p:cNvPr>
          <p:cNvSpPr/>
          <p:nvPr/>
        </p:nvSpPr>
        <p:spPr>
          <a:xfrm>
            <a:off x="3850555" y="588973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规划单位</a:t>
            </a:r>
          </a:p>
        </p:txBody>
      </p:sp>
      <p:sp>
        <p:nvSpPr>
          <p:cNvPr id="111" name="Object50">
            <a:extLst>
              <a:ext uri="{FF2B5EF4-FFF2-40B4-BE49-F238E27FC236}">
                <a16:creationId xmlns:a16="http://schemas.microsoft.com/office/drawing/2014/main" id="{DE898CF8-51A4-FB42-929E-8A8B3CE8A869}"/>
              </a:ext>
            </a:extLst>
          </p:cNvPr>
          <p:cNvSpPr/>
          <p:nvPr/>
        </p:nvSpPr>
        <p:spPr>
          <a:xfrm>
            <a:off x="5267583" y="1864187"/>
            <a:ext cx="936175"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建筑使用者</a:t>
            </a:r>
          </a:p>
        </p:txBody>
      </p:sp>
      <p:sp>
        <p:nvSpPr>
          <p:cNvPr id="112" name="Object51">
            <a:extLst>
              <a:ext uri="{FF2B5EF4-FFF2-40B4-BE49-F238E27FC236}">
                <a16:creationId xmlns:a16="http://schemas.microsoft.com/office/drawing/2014/main" id="{E9464AEC-10E8-9D42-A131-2C27D79B12BB}"/>
              </a:ext>
            </a:extLst>
          </p:cNvPr>
          <p:cNvSpPr/>
          <p:nvPr/>
        </p:nvSpPr>
        <p:spPr>
          <a:xfrm>
            <a:off x="5267583" y="4383345"/>
            <a:ext cx="936175"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城市档案方</a:t>
            </a:r>
          </a:p>
        </p:txBody>
      </p:sp>
      <p:sp>
        <p:nvSpPr>
          <p:cNvPr id="113" name="Object52">
            <a:extLst>
              <a:ext uri="{FF2B5EF4-FFF2-40B4-BE49-F238E27FC236}">
                <a16:creationId xmlns:a16="http://schemas.microsoft.com/office/drawing/2014/main" id="{E91460F6-14BB-844E-94D8-7438B43813D1}"/>
              </a:ext>
            </a:extLst>
          </p:cNvPr>
          <p:cNvSpPr/>
          <p:nvPr/>
        </p:nvSpPr>
        <p:spPr>
          <a:xfrm>
            <a:off x="5344178" y="588973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设计单位</a:t>
            </a:r>
          </a:p>
        </p:txBody>
      </p:sp>
      <p:sp>
        <p:nvSpPr>
          <p:cNvPr id="114" name="Object53">
            <a:extLst>
              <a:ext uri="{FF2B5EF4-FFF2-40B4-BE49-F238E27FC236}">
                <a16:creationId xmlns:a16="http://schemas.microsoft.com/office/drawing/2014/main" id="{3C028BED-A618-544B-91DE-017B4149BED0}"/>
              </a:ext>
            </a:extLst>
          </p:cNvPr>
          <p:cNvSpPr/>
          <p:nvPr/>
        </p:nvSpPr>
        <p:spPr>
          <a:xfrm>
            <a:off x="6756951" y="1864187"/>
            <a:ext cx="936175"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资源回收方</a:t>
            </a:r>
          </a:p>
        </p:txBody>
      </p:sp>
      <p:sp>
        <p:nvSpPr>
          <p:cNvPr id="115" name="Object54">
            <a:extLst>
              <a:ext uri="{FF2B5EF4-FFF2-40B4-BE49-F238E27FC236}">
                <a16:creationId xmlns:a16="http://schemas.microsoft.com/office/drawing/2014/main" id="{9EBC5EA5-8F28-0741-963F-AD2448205E68}"/>
              </a:ext>
            </a:extLst>
          </p:cNvPr>
          <p:cNvSpPr/>
          <p:nvPr/>
        </p:nvSpPr>
        <p:spPr>
          <a:xfrm>
            <a:off x="6527163" y="4383345"/>
            <a:ext cx="139575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数据资产交易机构</a:t>
            </a:r>
          </a:p>
        </p:txBody>
      </p:sp>
      <p:sp>
        <p:nvSpPr>
          <p:cNvPr id="116" name="Object55">
            <a:extLst>
              <a:ext uri="{FF2B5EF4-FFF2-40B4-BE49-F238E27FC236}">
                <a16:creationId xmlns:a16="http://schemas.microsoft.com/office/drawing/2014/main" id="{9CD7D45D-E45A-1E4A-A17F-71C642A844E1}"/>
              </a:ext>
            </a:extLst>
          </p:cNvPr>
          <p:cNvSpPr/>
          <p:nvPr/>
        </p:nvSpPr>
        <p:spPr>
          <a:xfrm>
            <a:off x="6833546" y="588973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生产单位</a:t>
            </a:r>
          </a:p>
        </p:txBody>
      </p:sp>
      <p:sp>
        <p:nvSpPr>
          <p:cNvPr id="117" name="Object56">
            <a:extLst>
              <a:ext uri="{FF2B5EF4-FFF2-40B4-BE49-F238E27FC236}">
                <a16:creationId xmlns:a16="http://schemas.microsoft.com/office/drawing/2014/main" id="{3178B0F3-28FC-1B42-A1D7-3F6687303191}"/>
              </a:ext>
            </a:extLst>
          </p:cNvPr>
          <p:cNvSpPr/>
          <p:nvPr/>
        </p:nvSpPr>
        <p:spPr>
          <a:xfrm>
            <a:off x="8246319" y="1864187"/>
            <a:ext cx="936175"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相关企业方</a:t>
            </a:r>
          </a:p>
        </p:txBody>
      </p:sp>
      <p:sp>
        <p:nvSpPr>
          <p:cNvPr id="118" name="Object57">
            <a:extLst>
              <a:ext uri="{FF2B5EF4-FFF2-40B4-BE49-F238E27FC236}">
                <a16:creationId xmlns:a16="http://schemas.microsoft.com/office/drawing/2014/main" id="{5DAAB4DA-4F4E-C849-892F-36A78A644562}"/>
              </a:ext>
            </a:extLst>
          </p:cNvPr>
          <p:cNvSpPr/>
          <p:nvPr/>
        </p:nvSpPr>
        <p:spPr>
          <a:xfrm>
            <a:off x="8322914" y="438334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科研机构</a:t>
            </a:r>
          </a:p>
        </p:txBody>
      </p:sp>
      <p:sp>
        <p:nvSpPr>
          <p:cNvPr id="119" name="Object58">
            <a:extLst>
              <a:ext uri="{FF2B5EF4-FFF2-40B4-BE49-F238E27FC236}">
                <a16:creationId xmlns:a16="http://schemas.microsoft.com/office/drawing/2014/main" id="{2E45FCC8-3396-9745-A4F1-868A5A43F4F3}"/>
              </a:ext>
            </a:extLst>
          </p:cNvPr>
          <p:cNvSpPr/>
          <p:nvPr/>
        </p:nvSpPr>
        <p:spPr>
          <a:xfrm>
            <a:off x="8322914" y="588973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施工单位</a:t>
            </a:r>
          </a:p>
        </p:txBody>
      </p:sp>
      <p:sp>
        <p:nvSpPr>
          <p:cNvPr id="120" name="Object59">
            <a:extLst>
              <a:ext uri="{FF2B5EF4-FFF2-40B4-BE49-F238E27FC236}">
                <a16:creationId xmlns:a16="http://schemas.microsoft.com/office/drawing/2014/main" id="{0501FBF2-6761-E047-B4F6-8201B4265E31}"/>
              </a:ext>
            </a:extLst>
          </p:cNvPr>
          <p:cNvSpPr/>
          <p:nvPr/>
        </p:nvSpPr>
        <p:spPr>
          <a:xfrm>
            <a:off x="9893132" y="1864187"/>
            <a:ext cx="629789"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碳中和</a:t>
            </a:r>
          </a:p>
        </p:txBody>
      </p:sp>
      <p:sp>
        <p:nvSpPr>
          <p:cNvPr id="121" name="Object60">
            <a:extLst>
              <a:ext uri="{FF2B5EF4-FFF2-40B4-BE49-F238E27FC236}">
                <a16:creationId xmlns:a16="http://schemas.microsoft.com/office/drawing/2014/main" id="{6248EEB9-2A37-6C45-80D2-F4F13EB4EE9A}"/>
              </a:ext>
            </a:extLst>
          </p:cNvPr>
          <p:cNvSpPr/>
          <p:nvPr/>
        </p:nvSpPr>
        <p:spPr>
          <a:xfrm>
            <a:off x="9816536" y="438334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培训机构</a:t>
            </a:r>
          </a:p>
        </p:txBody>
      </p:sp>
      <p:sp>
        <p:nvSpPr>
          <p:cNvPr id="122" name="Object61">
            <a:extLst>
              <a:ext uri="{FF2B5EF4-FFF2-40B4-BE49-F238E27FC236}">
                <a16:creationId xmlns:a16="http://schemas.microsoft.com/office/drawing/2014/main" id="{B3206FFB-CB68-8441-8E9E-6477E83FED0D}"/>
              </a:ext>
            </a:extLst>
          </p:cNvPr>
          <p:cNvSpPr/>
          <p:nvPr/>
        </p:nvSpPr>
        <p:spPr>
          <a:xfrm>
            <a:off x="9816536" y="5889735"/>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物流机构</a:t>
            </a:r>
          </a:p>
        </p:txBody>
      </p:sp>
      <p:sp>
        <p:nvSpPr>
          <p:cNvPr id="123" name="Object62">
            <a:extLst>
              <a:ext uri="{FF2B5EF4-FFF2-40B4-BE49-F238E27FC236}">
                <a16:creationId xmlns:a16="http://schemas.microsoft.com/office/drawing/2014/main" id="{407F58FA-0E69-F248-8014-079F48514880}"/>
              </a:ext>
            </a:extLst>
          </p:cNvPr>
          <p:cNvSpPr/>
          <p:nvPr/>
        </p:nvSpPr>
        <p:spPr>
          <a:xfrm>
            <a:off x="9816536" y="2425891"/>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金融机构</a:t>
            </a:r>
          </a:p>
        </p:txBody>
      </p:sp>
      <p:sp>
        <p:nvSpPr>
          <p:cNvPr id="124" name="Object63">
            <a:extLst>
              <a:ext uri="{FF2B5EF4-FFF2-40B4-BE49-F238E27FC236}">
                <a16:creationId xmlns:a16="http://schemas.microsoft.com/office/drawing/2014/main" id="{5A9F3789-9E46-EC4A-B86D-0ECFD41A20C7}"/>
              </a:ext>
            </a:extLst>
          </p:cNvPr>
          <p:cNvSpPr/>
          <p:nvPr/>
        </p:nvSpPr>
        <p:spPr>
          <a:xfrm>
            <a:off x="9816536" y="2987596"/>
            <a:ext cx="782981" cy="184666"/>
          </a:xfrm>
          <a:prstGeom prst="rect">
            <a:avLst/>
          </a:prstGeom>
          <a:noFill/>
          <a:ln/>
        </p:spPr>
        <p:txBody>
          <a:bodyPr wrap="square" lIns="0" tIns="0" rIns="0" bIns="0" rtlCol="0" anchor="ctr">
            <a:spAutoFit/>
          </a:bodyPr>
          <a:lstStyle/>
          <a:p>
            <a:pPr algn="ct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保险机构</a:t>
            </a:r>
          </a:p>
        </p:txBody>
      </p:sp>
      <p:sp>
        <p:nvSpPr>
          <p:cNvPr id="125" name="Object64">
            <a:extLst>
              <a:ext uri="{FF2B5EF4-FFF2-40B4-BE49-F238E27FC236}">
                <a16:creationId xmlns:a16="http://schemas.microsoft.com/office/drawing/2014/main" id="{00A0644E-93E0-3141-BA1E-22CC48AA8104}"/>
              </a:ext>
            </a:extLst>
          </p:cNvPr>
          <p:cNvSpPr/>
          <p:nvPr/>
        </p:nvSpPr>
        <p:spPr>
          <a:xfrm>
            <a:off x="3846302" y="2362404"/>
            <a:ext cx="791492" cy="801501"/>
          </a:xfrm>
          <a:prstGeom prst="rect">
            <a:avLst/>
          </a:prstGeom>
          <a:noFill/>
          <a:ln/>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市政服务
应急保障
CIM建设</a:t>
            </a:r>
          </a:p>
        </p:txBody>
      </p:sp>
      <p:sp>
        <p:nvSpPr>
          <p:cNvPr id="126" name="Object65">
            <a:extLst>
              <a:ext uri="{FF2B5EF4-FFF2-40B4-BE49-F238E27FC236}">
                <a16:creationId xmlns:a16="http://schemas.microsoft.com/office/drawing/2014/main" id="{E6985375-A751-2A46-B3E1-4A2D89154F68}"/>
              </a:ext>
            </a:extLst>
          </p:cNvPr>
          <p:cNvSpPr/>
          <p:nvPr/>
        </p:nvSpPr>
        <p:spPr>
          <a:xfrm>
            <a:off x="5344178" y="2362404"/>
            <a:ext cx="782981" cy="801501"/>
          </a:xfrm>
          <a:prstGeom prst="rect">
            <a:avLst/>
          </a:prstGeom>
          <a:noFill/>
          <a:ln/>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综合判断
装饰装修
需求服务</a:t>
            </a:r>
          </a:p>
        </p:txBody>
      </p:sp>
      <p:sp>
        <p:nvSpPr>
          <p:cNvPr id="127" name="Object66">
            <a:extLst>
              <a:ext uri="{FF2B5EF4-FFF2-40B4-BE49-F238E27FC236}">
                <a16:creationId xmlns:a16="http://schemas.microsoft.com/office/drawing/2014/main" id="{B4F74FB5-9B61-C749-A5B7-672612144EE5}"/>
              </a:ext>
            </a:extLst>
          </p:cNvPr>
          <p:cNvSpPr/>
          <p:nvPr/>
        </p:nvSpPr>
        <p:spPr>
          <a:xfrm>
            <a:off x="6756951" y="2362404"/>
            <a:ext cx="936175" cy="801501"/>
          </a:xfrm>
          <a:prstGeom prst="rect">
            <a:avLst/>
          </a:prstGeom>
          <a:noFill/>
          <a:ln/>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资源回收
资源再造
资源再利用</a:t>
            </a:r>
          </a:p>
        </p:txBody>
      </p:sp>
      <p:sp>
        <p:nvSpPr>
          <p:cNvPr id="128" name="Object67">
            <a:extLst>
              <a:ext uri="{FF2B5EF4-FFF2-40B4-BE49-F238E27FC236}">
                <a16:creationId xmlns:a16="http://schemas.microsoft.com/office/drawing/2014/main" id="{845F511F-B076-E545-9F16-B5B53E2F6EC0}"/>
              </a:ext>
            </a:extLst>
          </p:cNvPr>
          <p:cNvSpPr/>
          <p:nvPr/>
        </p:nvSpPr>
        <p:spPr>
          <a:xfrm>
            <a:off x="8322914" y="2362404"/>
            <a:ext cx="782981" cy="801501"/>
          </a:xfrm>
          <a:prstGeom prst="rect">
            <a:avLst/>
          </a:prstGeom>
          <a:noFill/>
          <a:ln/>
        </p:spPr>
        <p:txBody>
          <a:bodyPr wrap="square" lIns="0" tIns="0" rIns="0" bIns="0" rtlCol="0" anchor="ctr">
            <a:spAutoFit/>
          </a:bodyPr>
          <a:lstStyle/>
          <a:p>
            <a:pPr algn="ctr">
              <a:lnSpc>
                <a:spcPct val="150000"/>
              </a:lnSpc>
            </a:pPr>
            <a:r>
              <a:rPr lang="en-US" sz="12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R" pitchFamily="18" charset="-122"/>
              </a:rPr>
              <a:t>辅助管理
业务分析
人才培养</a:t>
            </a:r>
          </a:p>
        </p:txBody>
      </p:sp>
      <p:sp>
        <p:nvSpPr>
          <p:cNvPr id="146" name="Object 25" descr="preencoded.png">
            <a:extLst>
              <a:ext uri="{FF2B5EF4-FFF2-40B4-BE49-F238E27FC236}">
                <a16:creationId xmlns:a16="http://schemas.microsoft.com/office/drawing/2014/main" id="{770F0418-1362-884E-8D19-4C2CB3EE2FA6}"/>
              </a:ext>
            </a:extLst>
          </p:cNvPr>
          <p:cNvSpPr/>
          <p:nvPr/>
        </p:nvSpPr>
        <p:spPr>
          <a:xfrm rot="16200000">
            <a:off x="1522205" y="1733469"/>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7" name="Object 25" descr="preencoded.png">
            <a:extLst>
              <a:ext uri="{FF2B5EF4-FFF2-40B4-BE49-F238E27FC236}">
                <a16:creationId xmlns:a16="http://schemas.microsoft.com/office/drawing/2014/main" id="{FB8CC022-C173-7140-8048-CEA18BA9A5B1}"/>
              </a:ext>
            </a:extLst>
          </p:cNvPr>
          <p:cNvSpPr/>
          <p:nvPr/>
        </p:nvSpPr>
        <p:spPr>
          <a:xfrm rot="16200000">
            <a:off x="1522207" y="2770489"/>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8" name="Object 25" descr="preencoded.png">
            <a:extLst>
              <a:ext uri="{FF2B5EF4-FFF2-40B4-BE49-F238E27FC236}">
                <a16:creationId xmlns:a16="http://schemas.microsoft.com/office/drawing/2014/main" id="{A8C1F01D-6282-A648-AE7B-4AA739D2330B}"/>
              </a:ext>
            </a:extLst>
          </p:cNvPr>
          <p:cNvSpPr/>
          <p:nvPr/>
        </p:nvSpPr>
        <p:spPr>
          <a:xfrm rot="16200000">
            <a:off x="1522208" y="3821523"/>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9" name="Object 25" descr="preencoded.png">
            <a:extLst>
              <a:ext uri="{FF2B5EF4-FFF2-40B4-BE49-F238E27FC236}">
                <a16:creationId xmlns:a16="http://schemas.microsoft.com/office/drawing/2014/main" id="{DDC67203-F28D-524B-8A2D-A4BF9707A62A}"/>
              </a:ext>
            </a:extLst>
          </p:cNvPr>
          <p:cNvSpPr/>
          <p:nvPr/>
        </p:nvSpPr>
        <p:spPr>
          <a:xfrm rot="16200000">
            <a:off x="1522209" y="4830515"/>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0" name="Object 25" descr="preencoded.png">
            <a:extLst>
              <a:ext uri="{FF2B5EF4-FFF2-40B4-BE49-F238E27FC236}">
                <a16:creationId xmlns:a16="http://schemas.microsoft.com/office/drawing/2014/main" id="{9104A930-EB2F-BE4F-AAD9-6B2AC1126B09}"/>
              </a:ext>
            </a:extLst>
          </p:cNvPr>
          <p:cNvSpPr/>
          <p:nvPr/>
        </p:nvSpPr>
        <p:spPr>
          <a:xfrm rot="16200000">
            <a:off x="1522211" y="5881550"/>
            <a:ext cx="543208" cy="590799"/>
          </a:xfrm>
          <a:custGeom>
            <a:avLst/>
            <a:gdLst>
              <a:gd name="connsiteX0" fmla="*/ 0 w 608777"/>
              <a:gd name="connsiteY0" fmla="*/ 285188 h 662113"/>
              <a:gd name="connsiteX1" fmla="*/ 304389 w 608777"/>
              <a:gd name="connsiteY1" fmla="*/ 662114 h 662113"/>
              <a:gd name="connsiteX2" fmla="*/ 608778 w 608777"/>
              <a:gd name="connsiteY2" fmla="*/ 285188 h 662113"/>
              <a:gd name="connsiteX3" fmla="*/ 440187 w 608777"/>
              <a:gd name="connsiteY3" fmla="*/ 285188 h 662113"/>
              <a:gd name="connsiteX4" fmla="*/ 440187 w 608777"/>
              <a:gd name="connsiteY4" fmla="*/ 0 h 662113"/>
              <a:gd name="connsiteX5" fmla="*/ 160603 w 608777"/>
              <a:gd name="connsiteY5" fmla="*/ 0 h 662113"/>
              <a:gd name="connsiteX6" fmla="*/ 160603 w 608777"/>
              <a:gd name="connsiteY6" fmla="*/ 285188 h 662113"/>
              <a:gd name="connsiteX7" fmla="*/ 0 w 608777"/>
              <a:gd name="connsiteY7" fmla="*/ 285188 h 6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8777" h="662113">
                <a:moveTo>
                  <a:pt x="0" y="285188"/>
                </a:moveTo>
                <a:lnTo>
                  <a:pt x="304389" y="662114"/>
                </a:lnTo>
                <a:lnTo>
                  <a:pt x="608778" y="285188"/>
                </a:lnTo>
                <a:lnTo>
                  <a:pt x="440187" y="285188"/>
                </a:lnTo>
                <a:lnTo>
                  <a:pt x="440187" y="0"/>
                </a:lnTo>
                <a:lnTo>
                  <a:pt x="160603" y="0"/>
                </a:lnTo>
                <a:lnTo>
                  <a:pt x="160603" y="285188"/>
                </a:lnTo>
                <a:lnTo>
                  <a:pt x="0" y="28518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1" name="圆角矩形 150">
            <a:extLst>
              <a:ext uri="{FF2B5EF4-FFF2-40B4-BE49-F238E27FC236}">
                <a16:creationId xmlns:a16="http://schemas.microsoft.com/office/drawing/2014/main" id="{FB14BF7D-DA52-474E-BEF9-79437078E8AA}"/>
              </a:ext>
            </a:extLst>
          </p:cNvPr>
          <p:cNvSpPr/>
          <p:nvPr/>
        </p:nvSpPr>
        <p:spPr>
          <a:xfrm>
            <a:off x="744491" y="1353838"/>
            <a:ext cx="785164" cy="5239076"/>
          </a:xfrm>
          <a:prstGeom prst="roundRect">
            <a:avLst>
              <a:gd name="adj" fmla="val 9962"/>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2" name="矩形 11">
            <a:extLst>
              <a:ext uri="{FF2B5EF4-FFF2-40B4-BE49-F238E27FC236}">
                <a16:creationId xmlns:a16="http://schemas.microsoft.com/office/drawing/2014/main" id="{2C7DFF8C-62AC-EA48-A17C-20E7C51DE7D4}"/>
              </a:ext>
            </a:extLst>
          </p:cNvPr>
          <p:cNvSpPr/>
          <p:nvPr/>
        </p:nvSpPr>
        <p:spPr>
          <a:xfrm>
            <a:off x="873179" y="2839267"/>
            <a:ext cx="444348" cy="2124941"/>
          </a:xfrm>
          <a:prstGeom prst="rect">
            <a:avLst/>
          </a:prstGeom>
        </p:spPr>
        <p:txBody>
          <a:bodyPr wrap="square">
            <a:spAutoFit/>
          </a:bodyPr>
          <a:lstStyle/>
          <a:p>
            <a:pPr algn="ctr">
              <a:lnSpc>
                <a:spcPts val="4133"/>
              </a:lnSpc>
            </a:pPr>
            <a:r>
              <a:rPr lang="en-US" altLang="zh-CN" sz="2000" dirty="0" err="1">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市场监管</a:t>
            </a:r>
            <a:endParaRPr lang="en-US" altLang="zh-CN" sz="2000"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52" name="Object42">
            <a:extLst>
              <a:ext uri="{FF2B5EF4-FFF2-40B4-BE49-F238E27FC236}">
                <a16:creationId xmlns:a16="http://schemas.microsoft.com/office/drawing/2014/main" id="{DBF63075-CB02-554A-88EC-41A49DC31F58}"/>
              </a:ext>
            </a:extLst>
          </p:cNvPr>
          <p:cNvSpPr/>
          <p:nvPr/>
        </p:nvSpPr>
        <p:spPr>
          <a:xfrm>
            <a:off x="1837013" y="1809107"/>
            <a:ext cx="1473200" cy="528927"/>
          </a:xfrm>
          <a:prstGeom prst="rect">
            <a:avLst/>
          </a:prstGeom>
          <a:noFill/>
          <a:ln/>
        </p:spPr>
        <p:txBody>
          <a:bodyPr wrap="square" lIns="0" tIns="0" rIns="0" bIns="0" rtlCol="0" anchor="ctr">
            <a:spAutoFit/>
          </a:bodyPr>
          <a:lstStyle/>
          <a:p>
            <a:pPr algn="ctr">
              <a:lnSpc>
                <a:spcPct val="120000"/>
              </a:lnSpc>
            </a:pPr>
            <a:r>
              <a:rPr lang="en-US" sz="1467" dirty="0">
                <a:solidFill>
                  <a:srgbClr val="666666"/>
                </a:solidFill>
                <a:latin typeface="阿里巴巴普惠体 2.0 45 Light" panose="00020600040101010101" pitchFamily="18" charset="-122"/>
                <a:ea typeface="阿里巴巴普惠体 2.0 45 Light" panose="00020600040101010101" pitchFamily="18" charset="-122"/>
                <a:cs typeface="OPPOSans R" pitchFamily="18" charset="-122"/>
              </a:rPr>
              <a:t>数据资产
使用</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53" name="Object43">
            <a:extLst>
              <a:ext uri="{FF2B5EF4-FFF2-40B4-BE49-F238E27FC236}">
                <a16:creationId xmlns:a16="http://schemas.microsoft.com/office/drawing/2014/main" id="{C30A5A7B-AEA1-C24A-87D6-E77757BDB3C5}"/>
              </a:ext>
            </a:extLst>
          </p:cNvPr>
          <p:cNvSpPr/>
          <p:nvPr/>
        </p:nvSpPr>
        <p:spPr>
          <a:xfrm>
            <a:off x="1837013" y="2800835"/>
            <a:ext cx="1473200" cy="528927"/>
          </a:xfrm>
          <a:prstGeom prst="rect">
            <a:avLst/>
          </a:prstGeom>
          <a:noFill/>
          <a:ln/>
        </p:spPr>
        <p:txBody>
          <a:bodyPr wrap="square" lIns="0" tIns="0" rIns="0" bIns="0" rtlCol="0" anchor="ctr">
            <a:spAutoFit/>
          </a:bodyPr>
          <a:lstStyle/>
          <a:p>
            <a:pPr algn="ctr">
              <a:lnSpc>
                <a:spcPct val="120000"/>
              </a:lnSpc>
            </a:pPr>
            <a:r>
              <a:rPr lang="en-US" sz="1467" dirty="0">
                <a:solidFill>
                  <a:srgbClr val="666666"/>
                </a:solidFill>
                <a:latin typeface="阿里巴巴普惠体 2.0 45 Light" panose="00020600040101010101" pitchFamily="18" charset="-122"/>
                <a:ea typeface="阿里巴巴普惠体 2.0 45 Light" panose="00020600040101010101" pitchFamily="18" charset="-122"/>
                <a:cs typeface="OPPOSans R" pitchFamily="18" charset="-122"/>
              </a:rPr>
              <a:t>数据资产
转移</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54" name="Object44">
            <a:extLst>
              <a:ext uri="{FF2B5EF4-FFF2-40B4-BE49-F238E27FC236}">
                <a16:creationId xmlns:a16="http://schemas.microsoft.com/office/drawing/2014/main" id="{BBE9EF50-603F-E048-90D9-A97725257B39}"/>
              </a:ext>
            </a:extLst>
          </p:cNvPr>
          <p:cNvSpPr/>
          <p:nvPr/>
        </p:nvSpPr>
        <p:spPr>
          <a:xfrm>
            <a:off x="1837013" y="3819001"/>
            <a:ext cx="1473200" cy="528927"/>
          </a:xfrm>
          <a:prstGeom prst="rect">
            <a:avLst/>
          </a:prstGeom>
          <a:noFill/>
          <a:ln/>
        </p:spPr>
        <p:txBody>
          <a:bodyPr wrap="square" lIns="0" tIns="0" rIns="0" bIns="0" rtlCol="0" anchor="ctr">
            <a:spAutoFit/>
          </a:bodyPr>
          <a:lstStyle/>
          <a:p>
            <a:pPr algn="ctr">
              <a:lnSpc>
                <a:spcPct val="120000"/>
              </a:lnSpc>
            </a:pPr>
            <a:r>
              <a:rPr lang="en-US" sz="1467" dirty="0">
                <a:solidFill>
                  <a:srgbClr val="666666"/>
                </a:solidFill>
                <a:latin typeface="阿里巴巴普惠体 2.0 45 Light" panose="00020600040101010101" pitchFamily="18" charset="-122"/>
                <a:ea typeface="阿里巴巴普惠体 2.0 45 Light" panose="00020600040101010101" pitchFamily="18" charset="-122"/>
                <a:cs typeface="OPPOSans R" pitchFamily="18" charset="-122"/>
              </a:rPr>
              <a:t>数据资产
持有</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55" name="Object45">
            <a:extLst>
              <a:ext uri="{FF2B5EF4-FFF2-40B4-BE49-F238E27FC236}">
                <a16:creationId xmlns:a16="http://schemas.microsoft.com/office/drawing/2014/main" id="{3BFC97AB-64DB-6C4E-8339-A1938906C857}"/>
              </a:ext>
            </a:extLst>
          </p:cNvPr>
          <p:cNvSpPr/>
          <p:nvPr/>
        </p:nvSpPr>
        <p:spPr>
          <a:xfrm>
            <a:off x="1837013" y="4854383"/>
            <a:ext cx="1473200" cy="528927"/>
          </a:xfrm>
          <a:prstGeom prst="rect">
            <a:avLst/>
          </a:prstGeom>
          <a:noFill/>
          <a:ln/>
        </p:spPr>
        <p:txBody>
          <a:bodyPr wrap="square" lIns="0" tIns="0" rIns="0" bIns="0" rtlCol="0" anchor="ctr">
            <a:spAutoFit/>
          </a:bodyPr>
          <a:lstStyle/>
          <a:p>
            <a:pPr algn="ctr">
              <a:lnSpc>
                <a:spcPct val="120000"/>
              </a:lnSpc>
            </a:pPr>
            <a:r>
              <a:rPr lang="en-US" sz="1467" dirty="0">
                <a:solidFill>
                  <a:srgbClr val="666666"/>
                </a:solidFill>
                <a:latin typeface="阿里巴巴普惠体 2.0 45 Light" panose="00020600040101010101" pitchFamily="18" charset="-122"/>
                <a:ea typeface="阿里巴巴普惠体 2.0 45 Light" panose="00020600040101010101" pitchFamily="18" charset="-122"/>
                <a:cs typeface="OPPOSans R" pitchFamily="18" charset="-122"/>
              </a:rPr>
              <a:t>数据资产
支付</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56" name="Object46">
            <a:extLst>
              <a:ext uri="{FF2B5EF4-FFF2-40B4-BE49-F238E27FC236}">
                <a16:creationId xmlns:a16="http://schemas.microsoft.com/office/drawing/2014/main" id="{82D52173-9107-524D-BCCA-272AE9CC7F56}"/>
              </a:ext>
            </a:extLst>
          </p:cNvPr>
          <p:cNvSpPr/>
          <p:nvPr/>
        </p:nvSpPr>
        <p:spPr>
          <a:xfrm>
            <a:off x="1837013" y="5886522"/>
            <a:ext cx="1473200" cy="528927"/>
          </a:xfrm>
          <a:prstGeom prst="rect">
            <a:avLst/>
          </a:prstGeom>
          <a:noFill/>
          <a:ln/>
        </p:spPr>
        <p:txBody>
          <a:bodyPr wrap="square" lIns="0" tIns="0" rIns="0" bIns="0" rtlCol="0" anchor="ctr">
            <a:spAutoFit/>
          </a:bodyPr>
          <a:lstStyle/>
          <a:p>
            <a:pPr algn="ctr">
              <a:lnSpc>
                <a:spcPct val="120000"/>
              </a:lnSpc>
            </a:pPr>
            <a:r>
              <a:rPr lang="en-US" sz="1467" dirty="0">
                <a:solidFill>
                  <a:srgbClr val="666666"/>
                </a:solidFill>
                <a:latin typeface="阿里巴巴普惠体 2.0 45 Light" panose="00020600040101010101" pitchFamily="18" charset="-122"/>
                <a:ea typeface="阿里巴巴普惠体 2.0 45 Light" panose="00020600040101010101" pitchFamily="18" charset="-122"/>
                <a:cs typeface="OPPOSans R" pitchFamily="18" charset="-122"/>
              </a:rPr>
              <a:t>数据资产
生产</a:t>
            </a:r>
            <a:endParaRPr lang="en-US" sz="14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57" name="Object 37" descr="preencoded.png">
            <a:extLst>
              <a:ext uri="{FF2B5EF4-FFF2-40B4-BE49-F238E27FC236}">
                <a16:creationId xmlns:a16="http://schemas.microsoft.com/office/drawing/2014/main" id="{1CE28D9E-628B-4645-A19D-0B1D04B29A2C}"/>
              </a:ext>
            </a:extLst>
          </p:cNvPr>
          <p:cNvSpPr/>
          <p:nvPr/>
        </p:nvSpPr>
        <p:spPr>
          <a:xfrm>
            <a:off x="2490487" y="2425892"/>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9" name="Object 37" descr="preencoded.png">
            <a:extLst>
              <a:ext uri="{FF2B5EF4-FFF2-40B4-BE49-F238E27FC236}">
                <a16:creationId xmlns:a16="http://schemas.microsoft.com/office/drawing/2014/main" id="{F9895430-7FAB-5B40-BE07-C56606781B1D}"/>
              </a:ext>
            </a:extLst>
          </p:cNvPr>
          <p:cNvSpPr/>
          <p:nvPr/>
        </p:nvSpPr>
        <p:spPr>
          <a:xfrm>
            <a:off x="2490487" y="3463222"/>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0" name="Object 37" descr="preencoded.png">
            <a:extLst>
              <a:ext uri="{FF2B5EF4-FFF2-40B4-BE49-F238E27FC236}">
                <a16:creationId xmlns:a16="http://schemas.microsoft.com/office/drawing/2014/main" id="{377D6515-2076-DD4E-880C-8126B4C5F21B}"/>
              </a:ext>
            </a:extLst>
          </p:cNvPr>
          <p:cNvSpPr/>
          <p:nvPr/>
        </p:nvSpPr>
        <p:spPr>
          <a:xfrm>
            <a:off x="2490487" y="4475269"/>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2" name="Object 37" descr="preencoded.png">
            <a:extLst>
              <a:ext uri="{FF2B5EF4-FFF2-40B4-BE49-F238E27FC236}">
                <a16:creationId xmlns:a16="http://schemas.microsoft.com/office/drawing/2014/main" id="{AFD4E536-42D2-0C40-BF92-A266AB16DC5E}"/>
              </a:ext>
            </a:extLst>
          </p:cNvPr>
          <p:cNvSpPr/>
          <p:nvPr/>
        </p:nvSpPr>
        <p:spPr>
          <a:xfrm>
            <a:off x="2490487" y="5492392"/>
            <a:ext cx="147227" cy="311617"/>
          </a:xfrm>
          <a:custGeom>
            <a:avLst/>
            <a:gdLst>
              <a:gd name="connsiteX0" fmla="*/ 86565 w 157961"/>
              <a:gd name="connsiteY0" fmla="*/ 3231 h 334337"/>
              <a:gd name="connsiteX1" fmla="*/ 71397 w 157961"/>
              <a:gd name="connsiteY1" fmla="*/ 3231 h 334337"/>
              <a:gd name="connsiteX2" fmla="*/ 3141 w 157961"/>
              <a:gd name="connsiteY2" fmla="*/ 73437 h 334337"/>
              <a:gd name="connsiteX3" fmla="*/ 3141 w 157961"/>
              <a:gd name="connsiteY3" fmla="*/ 89038 h 334337"/>
              <a:gd name="connsiteX4" fmla="*/ 18309 w 157961"/>
              <a:gd name="connsiteY4" fmla="*/ 89038 h 334337"/>
              <a:gd name="connsiteX5" fmla="*/ 78981 w 157961"/>
              <a:gd name="connsiteY5" fmla="*/ 26633 h 334337"/>
              <a:gd name="connsiteX6" fmla="*/ 139652 w 157961"/>
              <a:gd name="connsiteY6" fmla="*/ 89038 h 334337"/>
              <a:gd name="connsiteX7" fmla="*/ 154820 w 157961"/>
              <a:gd name="connsiteY7" fmla="*/ 89038 h 334337"/>
              <a:gd name="connsiteX8" fmla="*/ 154820 w 157961"/>
              <a:gd name="connsiteY8" fmla="*/ 73437 h 334337"/>
              <a:gd name="connsiteX9" fmla="*/ 86565 w 157961"/>
              <a:gd name="connsiteY9" fmla="*/ 3231 h 334337"/>
              <a:gd name="connsiteX10" fmla="*/ 89706 w 157961"/>
              <a:gd name="connsiteY10" fmla="*/ 334337 h 334337"/>
              <a:gd name="connsiteX11" fmla="*/ 89706 w 157961"/>
              <a:gd name="connsiteY11" fmla="*/ 11032 h 334337"/>
              <a:gd name="connsiteX12" fmla="*/ 68255 w 157961"/>
              <a:gd name="connsiteY12" fmla="*/ 11032 h 334337"/>
              <a:gd name="connsiteX13" fmla="*/ 68255 w 157961"/>
              <a:gd name="connsiteY13" fmla="*/ 334337 h 334337"/>
              <a:gd name="connsiteX14" fmla="*/ 89706 w 157961"/>
              <a:gd name="connsiteY14" fmla="*/ 334337 h 3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7961" h="334337">
                <a:moveTo>
                  <a:pt x="86565" y="3231"/>
                </a:moveTo>
                <a:cubicBezTo>
                  <a:pt x="82376" y="-1077"/>
                  <a:pt x="75585" y="-1077"/>
                  <a:pt x="71397" y="3231"/>
                </a:cubicBezTo>
                <a:lnTo>
                  <a:pt x="3141" y="73437"/>
                </a:lnTo>
                <a:cubicBezTo>
                  <a:pt x="-1047" y="77745"/>
                  <a:pt x="-1047" y="84730"/>
                  <a:pt x="3141" y="89038"/>
                </a:cubicBezTo>
                <a:cubicBezTo>
                  <a:pt x="7330" y="93346"/>
                  <a:pt x="14121" y="93346"/>
                  <a:pt x="18309" y="89038"/>
                </a:cubicBezTo>
                <a:lnTo>
                  <a:pt x="78981" y="26633"/>
                </a:lnTo>
                <a:lnTo>
                  <a:pt x="139652" y="89038"/>
                </a:lnTo>
                <a:cubicBezTo>
                  <a:pt x="143840" y="93346"/>
                  <a:pt x="150632" y="93346"/>
                  <a:pt x="154820" y="89038"/>
                </a:cubicBezTo>
                <a:cubicBezTo>
                  <a:pt x="159009" y="84730"/>
                  <a:pt x="159009" y="77745"/>
                  <a:pt x="154820" y="73437"/>
                </a:cubicBezTo>
                <a:lnTo>
                  <a:pt x="86565" y="3231"/>
                </a:lnTo>
                <a:close/>
                <a:moveTo>
                  <a:pt x="89706" y="334337"/>
                </a:moveTo>
                <a:lnTo>
                  <a:pt x="89706" y="11032"/>
                </a:lnTo>
                <a:lnTo>
                  <a:pt x="68255" y="11032"/>
                </a:lnTo>
                <a:lnTo>
                  <a:pt x="68255" y="334337"/>
                </a:lnTo>
                <a:lnTo>
                  <a:pt x="89706" y="334337"/>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2" name="文本框 71">
            <a:extLst>
              <a:ext uri="{FF2B5EF4-FFF2-40B4-BE49-F238E27FC236}">
                <a16:creationId xmlns:a16="http://schemas.microsoft.com/office/drawing/2014/main" id="{76D3AA9A-1514-A441-B643-3C507ED2B832}"/>
              </a:ext>
            </a:extLst>
          </p:cNvPr>
          <p:cNvSpPr txBox="1"/>
          <p:nvPr/>
        </p:nvSpPr>
        <p:spPr>
          <a:xfrm>
            <a:off x="692141" y="655763"/>
            <a:ext cx="2428870" cy="477054"/>
          </a:xfrm>
          <a:prstGeom prst="rect">
            <a:avLst/>
          </a:prstGeom>
          <a:noFill/>
        </p:spPr>
        <p:txBody>
          <a:bodyPr wrap="none" rtlCol="0">
            <a:spAutoFit/>
          </a:bodyPr>
          <a:lstStyle>
            <a:defPPr>
              <a:defRPr lang="zh-CN"/>
            </a:defPPr>
            <a:lvl1pPr>
              <a:defRPr sz="2500" b="1">
                <a:solidFill>
                  <a:schemeClr val="accent2"/>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数据资产流通图</a:t>
            </a:r>
          </a:p>
        </p:txBody>
      </p:sp>
      <p:sp>
        <p:nvSpPr>
          <p:cNvPr id="73" name="文本框 72">
            <a:extLst>
              <a:ext uri="{FF2B5EF4-FFF2-40B4-BE49-F238E27FC236}">
                <a16:creationId xmlns:a16="http://schemas.microsoft.com/office/drawing/2014/main" id="{23854394-C989-F544-9E8F-AD2567AB3E81}"/>
              </a:ext>
            </a:extLst>
          </p:cNvPr>
          <p:cNvSpPr txBox="1"/>
          <p:nvPr/>
        </p:nvSpPr>
        <p:spPr>
          <a:xfrm>
            <a:off x="718645" y="432535"/>
            <a:ext cx="1925527" cy="276999"/>
          </a:xfrm>
          <a:prstGeom prst="rect">
            <a:avLst/>
          </a:prstGeom>
          <a:noFill/>
        </p:spPr>
        <p:txBody>
          <a:bodyPr wrap="none" rtlCol="0">
            <a:spAutoFit/>
          </a:bodyPr>
          <a:lstStyle/>
          <a:p>
            <a:r>
              <a:rPr kumimoji="1" lang="en-US" altLang="zh-CN" sz="1200">
                <a:solidFill>
                  <a:srgbClr val="8A8A8A"/>
                </a:solidFill>
                <a:latin typeface="阿里巴巴普惠体 2.0 45 Light" panose="00020600040101010101" pitchFamily="18" charset="-122"/>
                <a:ea typeface="阿里巴巴普惠体 2.0 45 Light" panose="00020600040101010101" pitchFamily="18" charset="-122"/>
                <a:cs typeface="OPPOSans R" pitchFamily="18" charset="-122"/>
              </a:rPr>
              <a:t>Digital </a:t>
            </a:r>
            <a:r>
              <a:rPr kumimoji="1" lang="en-US" altLang="zh-CN" sz="1200" dirty="0">
                <a:solidFill>
                  <a:srgbClr val="8A8A8A"/>
                </a:solidFill>
                <a:latin typeface="阿里巴巴普惠体 2.0 45 Light" panose="00020600040101010101" pitchFamily="18" charset="-122"/>
                <a:ea typeface="阿里巴巴普惠体 2.0 45 Light" panose="00020600040101010101" pitchFamily="18" charset="-122"/>
                <a:cs typeface="OPPOSans R" pitchFamily="18" charset="-122"/>
              </a:rPr>
              <a:t>A</a:t>
            </a:r>
            <a:r>
              <a:rPr kumimoji="1" lang="en-US" altLang="zh-CN" sz="1200">
                <a:solidFill>
                  <a:srgbClr val="8A8A8A"/>
                </a:solidFill>
                <a:latin typeface="阿里巴巴普惠体 2.0 45 Light" panose="00020600040101010101" pitchFamily="18" charset="-122"/>
                <a:ea typeface="阿里巴巴普惠体 2.0 45 Light" panose="00020600040101010101" pitchFamily="18" charset="-122"/>
                <a:cs typeface="OPPOSans R" pitchFamily="18" charset="-122"/>
              </a:rPr>
              <a:t>sset </a:t>
            </a:r>
            <a:r>
              <a:rPr kumimoji="1" lang="en-US" altLang="zh-CN" sz="1200" dirty="0">
                <a:solidFill>
                  <a:srgbClr val="8A8A8A"/>
                </a:solidFill>
                <a:latin typeface="阿里巴巴普惠体 2.0 45 Light" panose="00020600040101010101" pitchFamily="18" charset="-122"/>
                <a:ea typeface="阿里巴巴普惠体 2.0 45 Light" panose="00020600040101010101" pitchFamily="18" charset="-122"/>
                <a:cs typeface="OPPOSans R" pitchFamily="18" charset="-122"/>
              </a:rPr>
              <a:t>Flow Chart</a:t>
            </a:r>
            <a:endParaRPr kumimoji="1" lang="zh-CN" altLang="en-US" sz="1200" dirty="0">
              <a:solidFill>
                <a:srgbClr val="8A8A8A"/>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Tree>
    <p:extLst>
      <p:ext uri="{BB962C8B-B14F-4D97-AF65-F5344CB8AC3E}">
        <p14:creationId xmlns:p14="http://schemas.microsoft.com/office/powerpoint/2010/main" val="293569273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圆角矩形 229">
            <a:extLst>
              <a:ext uri="{FF2B5EF4-FFF2-40B4-BE49-F238E27FC236}">
                <a16:creationId xmlns:a16="http://schemas.microsoft.com/office/drawing/2014/main" id="{B9C0DDEF-5712-0343-8999-0536E090AD85}"/>
              </a:ext>
            </a:extLst>
          </p:cNvPr>
          <p:cNvSpPr/>
          <p:nvPr/>
        </p:nvSpPr>
        <p:spPr>
          <a:xfrm>
            <a:off x="8708017" y="1445010"/>
            <a:ext cx="596561" cy="2206111"/>
          </a:xfrm>
          <a:prstGeom prst="roundRect">
            <a:avLst>
              <a:gd name="adj" fmla="val 36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29" name="圆角矩形 228">
            <a:extLst>
              <a:ext uri="{FF2B5EF4-FFF2-40B4-BE49-F238E27FC236}">
                <a16:creationId xmlns:a16="http://schemas.microsoft.com/office/drawing/2014/main" id="{DF334A6C-0485-4E4A-A729-C4A02CFABEB4}"/>
              </a:ext>
            </a:extLst>
          </p:cNvPr>
          <p:cNvSpPr/>
          <p:nvPr/>
        </p:nvSpPr>
        <p:spPr>
          <a:xfrm>
            <a:off x="2612017" y="1445011"/>
            <a:ext cx="596561" cy="2206115"/>
          </a:xfrm>
          <a:prstGeom prst="roundRect">
            <a:avLst>
              <a:gd name="adj" fmla="val 36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9" name="圆角矩形 218">
            <a:extLst>
              <a:ext uri="{FF2B5EF4-FFF2-40B4-BE49-F238E27FC236}">
                <a16:creationId xmlns:a16="http://schemas.microsoft.com/office/drawing/2014/main" id="{43CFDC44-E4D4-7C4B-9365-CED902687ADD}"/>
              </a:ext>
            </a:extLst>
          </p:cNvPr>
          <p:cNvSpPr/>
          <p:nvPr/>
        </p:nvSpPr>
        <p:spPr>
          <a:xfrm>
            <a:off x="9680889" y="1923893"/>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20" name="圆角矩形 219">
            <a:extLst>
              <a:ext uri="{FF2B5EF4-FFF2-40B4-BE49-F238E27FC236}">
                <a16:creationId xmlns:a16="http://schemas.microsoft.com/office/drawing/2014/main" id="{1F94600D-1E75-0644-9E56-ED73EA821C3C}"/>
              </a:ext>
            </a:extLst>
          </p:cNvPr>
          <p:cNvSpPr/>
          <p:nvPr/>
        </p:nvSpPr>
        <p:spPr>
          <a:xfrm>
            <a:off x="9680889" y="2415615"/>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21" name="圆角矩形 220">
            <a:extLst>
              <a:ext uri="{FF2B5EF4-FFF2-40B4-BE49-F238E27FC236}">
                <a16:creationId xmlns:a16="http://schemas.microsoft.com/office/drawing/2014/main" id="{270ABC1A-1670-FB40-A182-9EF749B9C04B}"/>
              </a:ext>
            </a:extLst>
          </p:cNvPr>
          <p:cNvSpPr/>
          <p:nvPr/>
        </p:nvSpPr>
        <p:spPr>
          <a:xfrm>
            <a:off x="9680889" y="2907336"/>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22" name="圆角矩形 221">
            <a:extLst>
              <a:ext uri="{FF2B5EF4-FFF2-40B4-BE49-F238E27FC236}">
                <a16:creationId xmlns:a16="http://schemas.microsoft.com/office/drawing/2014/main" id="{091605A6-4E56-C441-A86C-9B74ACD199F0}"/>
              </a:ext>
            </a:extLst>
          </p:cNvPr>
          <p:cNvSpPr/>
          <p:nvPr/>
        </p:nvSpPr>
        <p:spPr>
          <a:xfrm>
            <a:off x="9680889" y="3399057"/>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23" name="圆角矩形 222">
            <a:extLst>
              <a:ext uri="{FF2B5EF4-FFF2-40B4-BE49-F238E27FC236}">
                <a16:creationId xmlns:a16="http://schemas.microsoft.com/office/drawing/2014/main" id="{AE5CC6C0-0B43-8747-96EB-6372429AF574}"/>
              </a:ext>
            </a:extLst>
          </p:cNvPr>
          <p:cNvSpPr/>
          <p:nvPr/>
        </p:nvSpPr>
        <p:spPr>
          <a:xfrm>
            <a:off x="9680889" y="1432172"/>
            <a:ext cx="1616187" cy="339552"/>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15" name="圆角矩形 214">
            <a:extLst>
              <a:ext uri="{FF2B5EF4-FFF2-40B4-BE49-F238E27FC236}">
                <a16:creationId xmlns:a16="http://schemas.microsoft.com/office/drawing/2014/main" id="{FE9094C5-7579-8348-AD45-187FDAA0E024}"/>
              </a:ext>
            </a:extLst>
          </p:cNvPr>
          <p:cNvSpPr/>
          <p:nvPr/>
        </p:nvSpPr>
        <p:spPr>
          <a:xfrm>
            <a:off x="642779" y="2051021"/>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16" name="圆角矩形 215">
            <a:extLst>
              <a:ext uri="{FF2B5EF4-FFF2-40B4-BE49-F238E27FC236}">
                <a16:creationId xmlns:a16="http://schemas.microsoft.com/office/drawing/2014/main" id="{428489D7-B37D-6840-9627-5F1F75C53EA2}"/>
              </a:ext>
            </a:extLst>
          </p:cNvPr>
          <p:cNvSpPr/>
          <p:nvPr/>
        </p:nvSpPr>
        <p:spPr>
          <a:xfrm>
            <a:off x="642779" y="2660621"/>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17" name="圆角矩形 216">
            <a:extLst>
              <a:ext uri="{FF2B5EF4-FFF2-40B4-BE49-F238E27FC236}">
                <a16:creationId xmlns:a16="http://schemas.microsoft.com/office/drawing/2014/main" id="{D8235477-6CF4-CD43-A6E8-BF579250FBEF}"/>
              </a:ext>
            </a:extLst>
          </p:cNvPr>
          <p:cNvSpPr/>
          <p:nvPr/>
        </p:nvSpPr>
        <p:spPr>
          <a:xfrm>
            <a:off x="642779" y="3288329"/>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18" name="圆角矩形 217">
            <a:extLst>
              <a:ext uri="{FF2B5EF4-FFF2-40B4-BE49-F238E27FC236}">
                <a16:creationId xmlns:a16="http://schemas.microsoft.com/office/drawing/2014/main" id="{A20D02F2-AE3D-B345-8BF9-568099D59AC5}"/>
              </a:ext>
            </a:extLst>
          </p:cNvPr>
          <p:cNvSpPr/>
          <p:nvPr/>
        </p:nvSpPr>
        <p:spPr>
          <a:xfrm>
            <a:off x="642779" y="1447457"/>
            <a:ext cx="1324843" cy="409431"/>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187" name="Object56">
            <a:extLst>
              <a:ext uri="{FF2B5EF4-FFF2-40B4-BE49-F238E27FC236}">
                <a16:creationId xmlns:a16="http://schemas.microsoft.com/office/drawing/2014/main" id="{C62E8CDF-38BB-4146-BE22-52DC25261E64}"/>
              </a:ext>
            </a:extLst>
          </p:cNvPr>
          <p:cNvSpPr/>
          <p:nvPr/>
        </p:nvSpPr>
        <p:spPr>
          <a:xfrm>
            <a:off x="9894211" y="1525678"/>
            <a:ext cx="1189544" cy="205121"/>
          </a:xfrm>
          <a:prstGeom prst="rect">
            <a:avLst/>
          </a:prstGeom>
          <a:noFill/>
          <a:ln/>
        </p:spPr>
        <p:txBody>
          <a:bodyPr wrap="square" lIns="0" tIns="0" rIns="0" bIns="0" rtlCol="0" anchor="t">
            <a:spAutoFit/>
          </a:bodyPr>
          <a:lstStyle/>
          <a:p>
            <a:pPr algn="ctr"/>
            <a:r>
              <a:rPr lang="en-US" sz="1333">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数字科技专家</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88" name="Object57">
            <a:extLst>
              <a:ext uri="{FF2B5EF4-FFF2-40B4-BE49-F238E27FC236}">
                <a16:creationId xmlns:a16="http://schemas.microsoft.com/office/drawing/2014/main" id="{7848A814-8225-6545-B162-57BFF59708ED}"/>
              </a:ext>
            </a:extLst>
          </p:cNvPr>
          <p:cNvSpPr/>
          <p:nvPr/>
        </p:nvSpPr>
        <p:spPr>
          <a:xfrm>
            <a:off x="880063" y="1541769"/>
            <a:ext cx="849675"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上级单位</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89" name="Object58">
            <a:extLst>
              <a:ext uri="{FF2B5EF4-FFF2-40B4-BE49-F238E27FC236}">
                <a16:creationId xmlns:a16="http://schemas.microsoft.com/office/drawing/2014/main" id="{B49E2B75-ED3E-CC40-99FE-7F444B0ED1FF}"/>
              </a:ext>
            </a:extLst>
          </p:cNvPr>
          <p:cNvSpPr/>
          <p:nvPr/>
        </p:nvSpPr>
        <p:spPr>
          <a:xfrm>
            <a:off x="880063" y="2153534"/>
            <a:ext cx="849675"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主管单位</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0" name="Object59">
            <a:extLst>
              <a:ext uri="{FF2B5EF4-FFF2-40B4-BE49-F238E27FC236}">
                <a16:creationId xmlns:a16="http://schemas.microsoft.com/office/drawing/2014/main" id="{FF77EF8F-5056-C142-B5E2-1D7AEB7187BB}"/>
              </a:ext>
            </a:extLst>
          </p:cNvPr>
          <p:cNvSpPr/>
          <p:nvPr/>
        </p:nvSpPr>
        <p:spPr>
          <a:xfrm>
            <a:off x="880063" y="2773797"/>
            <a:ext cx="849675"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依托单位</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1" name="Object70">
            <a:extLst>
              <a:ext uri="{FF2B5EF4-FFF2-40B4-BE49-F238E27FC236}">
                <a16:creationId xmlns:a16="http://schemas.microsoft.com/office/drawing/2014/main" id="{01225E36-21FE-9946-A231-22BEB6F8E86F}"/>
              </a:ext>
            </a:extLst>
          </p:cNvPr>
          <p:cNvSpPr/>
          <p:nvPr/>
        </p:nvSpPr>
        <p:spPr>
          <a:xfrm>
            <a:off x="1049999" y="3445942"/>
            <a:ext cx="509805"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2" name="Object71">
            <a:extLst>
              <a:ext uri="{FF2B5EF4-FFF2-40B4-BE49-F238E27FC236}">
                <a16:creationId xmlns:a16="http://schemas.microsoft.com/office/drawing/2014/main" id="{61B207A7-F9F5-7242-B3FB-6556E77C87B6}"/>
              </a:ext>
            </a:extLst>
          </p:cNvPr>
          <p:cNvSpPr/>
          <p:nvPr/>
        </p:nvSpPr>
        <p:spPr>
          <a:xfrm>
            <a:off x="9894211" y="2018489"/>
            <a:ext cx="1189544"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建筑行业专家</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3" name="Object72">
            <a:extLst>
              <a:ext uri="{FF2B5EF4-FFF2-40B4-BE49-F238E27FC236}">
                <a16:creationId xmlns:a16="http://schemas.microsoft.com/office/drawing/2014/main" id="{EADC105B-4AF5-7548-8A4F-FFBDC850E4C9}"/>
              </a:ext>
            </a:extLst>
          </p:cNvPr>
          <p:cNvSpPr/>
          <p:nvPr/>
        </p:nvSpPr>
        <p:spPr>
          <a:xfrm>
            <a:off x="9894211" y="2511301"/>
            <a:ext cx="1189544"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金融领域专家</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4" name="Object73">
            <a:extLst>
              <a:ext uri="{FF2B5EF4-FFF2-40B4-BE49-F238E27FC236}">
                <a16:creationId xmlns:a16="http://schemas.microsoft.com/office/drawing/2014/main" id="{F28DBF9F-8C55-5A41-8177-F35F42EAB001}"/>
              </a:ext>
            </a:extLst>
          </p:cNvPr>
          <p:cNvSpPr/>
          <p:nvPr/>
        </p:nvSpPr>
        <p:spPr>
          <a:xfrm>
            <a:off x="9894211" y="3004111"/>
            <a:ext cx="1189544"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合格评定专家</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5" name="Object74">
            <a:extLst>
              <a:ext uri="{FF2B5EF4-FFF2-40B4-BE49-F238E27FC236}">
                <a16:creationId xmlns:a16="http://schemas.microsoft.com/office/drawing/2014/main" id="{E212E22A-D7E4-C646-B105-6310954BB395}"/>
              </a:ext>
            </a:extLst>
          </p:cNvPr>
          <p:cNvSpPr/>
          <p:nvPr/>
        </p:nvSpPr>
        <p:spPr>
          <a:xfrm>
            <a:off x="9894211" y="3496923"/>
            <a:ext cx="1189544" cy="20512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标准领域专家</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6" name="Object75">
            <a:extLst>
              <a:ext uri="{FF2B5EF4-FFF2-40B4-BE49-F238E27FC236}">
                <a16:creationId xmlns:a16="http://schemas.microsoft.com/office/drawing/2014/main" id="{BC96114E-2992-754C-B7AE-D5B0F394D30B}"/>
              </a:ext>
            </a:extLst>
          </p:cNvPr>
          <p:cNvSpPr/>
          <p:nvPr/>
        </p:nvSpPr>
        <p:spPr>
          <a:xfrm>
            <a:off x="8930597" y="1903592"/>
            <a:ext cx="186928" cy="1025602"/>
          </a:xfrm>
          <a:prstGeom prst="rect">
            <a:avLst/>
          </a:prstGeom>
          <a:noFill/>
          <a:ln/>
        </p:spPr>
        <p:txBody>
          <a:bodyPr wrap="square" lIns="0" tIns="0" rIns="0" bIns="0" rtlCol="0" anchor="t">
            <a:spAutoFit/>
          </a:bodyPr>
          <a:lstStyle/>
          <a:p>
            <a:pPr algn="ctr"/>
            <a:r>
              <a:rPr lang="en-US" sz="1333" dirty="0" err="1">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技术委员会</a:t>
            </a:r>
            <a:endParaRPr lang="en-US" sz="1333"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07" name="Object76">
            <a:extLst>
              <a:ext uri="{FF2B5EF4-FFF2-40B4-BE49-F238E27FC236}">
                <a16:creationId xmlns:a16="http://schemas.microsoft.com/office/drawing/2014/main" id="{AB0E03E6-CA70-B74F-BBB0-B313C77490EE}"/>
              </a:ext>
            </a:extLst>
          </p:cNvPr>
          <p:cNvSpPr/>
          <p:nvPr/>
        </p:nvSpPr>
        <p:spPr>
          <a:xfrm>
            <a:off x="2821552" y="1895099"/>
            <a:ext cx="193291" cy="1025602"/>
          </a:xfrm>
          <a:prstGeom prst="rect">
            <a:avLst/>
          </a:prstGeom>
          <a:noFill/>
          <a:ln/>
        </p:spPr>
        <p:txBody>
          <a:bodyPr wrap="square" lIns="0" tIns="0" rIns="0" bIns="0" rtlCol="0" anchor="t">
            <a:spAutoFit/>
          </a:bodyPr>
          <a:lstStyle/>
          <a:p>
            <a:pPr algn="ctr"/>
            <a:r>
              <a:rPr lang="en-US" sz="1333"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管理委员会</a:t>
            </a:r>
            <a:endParaRPr lang="en-US" sz="1333"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25" name="圆角矩形 224">
            <a:extLst>
              <a:ext uri="{FF2B5EF4-FFF2-40B4-BE49-F238E27FC236}">
                <a16:creationId xmlns:a16="http://schemas.microsoft.com/office/drawing/2014/main" id="{A11EEC37-C32D-644B-B303-BA71C6A03F7B}"/>
              </a:ext>
            </a:extLst>
          </p:cNvPr>
          <p:cNvSpPr/>
          <p:nvPr/>
        </p:nvSpPr>
        <p:spPr>
          <a:xfrm>
            <a:off x="4074769" y="1515704"/>
            <a:ext cx="4042465" cy="799177"/>
          </a:xfrm>
          <a:prstGeom prst="roundRect">
            <a:avLst>
              <a:gd name="adj" fmla="val 3529"/>
            </a:avLst>
          </a:prstGeom>
          <a:noFill/>
          <a:ln>
            <a:solidFill>
              <a:srgbClr val="E5E1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2400">
              <a:latin typeface="阿里巴巴普惠体 2.0 45 Light" panose="00020600040101010101" pitchFamily="18" charset="-122"/>
              <a:ea typeface="阿里巴巴普惠体 2.0 45 Light" panose="00020600040101010101" pitchFamily="18" charset="-122"/>
            </a:endParaRPr>
          </a:p>
        </p:txBody>
      </p:sp>
      <p:sp>
        <p:nvSpPr>
          <p:cNvPr id="226" name="圆角矩形 225">
            <a:extLst>
              <a:ext uri="{FF2B5EF4-FFF2-40B4-BE49-F238E27FC236}">
                <a16:creationId xmlns:a16="http://schemas.microsoft.com/office/drawing/2014/main" id="{C0F9019C-6E76-6043-BA24-0AC26B7223F9}"/>
              </a:ext>
            </a:extLst>
          </p:cNvPr>
          <p:cNvSpPr/>
          <p:nvPr/>
        </p:nvSpPr>
        <p:spPr>
          <a:xfrm>
            <a:off x="4178025" y="1596906"/>
            <a:ext cx="3835953" cy="637573"/>
          </a:xfrm>
          <a:prstGeom prst="roundRect">
            <a:avLst>
              <a:gd name="adj" fmla="val 36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5" name="Object54">
            <a:extLst>
              <a:ext uri="{FF2B5EF4-FFF2-40B4-BE49-F238E27FC236}">
                <a16:creationId xmlns:a16="http://schemas.microsoft.com/office/drawing/2014/main" id="{04BB727C-8C0F-FD48-B69A-3F5CF6715A5C}"/>
              </a:ext>
            </a:extLst>
          </p:cNvPr>
          <p:cNvSpPr/>
          <p:nvPr/>
        </p:nvSpPr>
        <p:spPr>
          <a:xfrm>
            <a:off x="5246326" y="1710361"/>
            <a:ext cx="1699349" cy="276999"/>
          </a:xfrm>
          <a:prstGeom prst="rect">
            <a:avLst/>
          </a:prstGeom>
          <a:noFill/>
          <a:ln/>
        </p:spPr>
        <p:txBody>
          <a:bodyPr wrap="square" lIns="0" tIns="0" rIns="0" bIns="0" rtlCol="0" anchor="t">
            <a:spAutoFit/>
          </a:bodyPr>
          <a:lstStyle/>
          <a:p>
            <a:pPr algn="ctr"/>
            <a:r>
              <a:rPr lang="en-US" dirty="0">
                <a:solidFill>
                  <a:srgbClr val="FFFFFF"/>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技术创新中心</a:t>
            </a:r>
            <a:endParaRPr lang="en-US" dirty="0">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208" name="Object77">
            <a:extLst>
              <a:ext uri="{FF2B5EF4-FFF2-40B4-BE49-F238E27FC236}">
                <a16:creationId xmlns:a16="http://schemas.microsoft.com/office/drawing/2014/main" id="{65A63CB0-2349-5349-9807-5F511FCC05BE}"/>
              </a:ext>
            </a:extLst>
          </p:cNvPr>
          <p:cNvSpPr/>
          <p:nvPr/>
        </p:nvSpPr>
        <p:spPr>
          <a:xfrm>
            <a:off x="5055150" y="1993513"/>
            <a:ext cx="2081702" cy="164212"/>
          </a:xfrm>
          <a:prstGeom prst="rect">
            <a:avLst/>
          </a:prstGeom>
          <a:noFill/>
          <a:ln/>
        </p:spPr>
        <p:txBody>
          <a:bodyPr wrap="square" lIns="0" tIns="0" rIns="0" bIns="0" rtlCol="0" anchor="t">
            <a:spAutoFit/>
          </a:bodyPr>
          <a:lstStyle/>
          <a:p>
            <a:pPr algn="ctr"/>
            <a:r>
              <a:rPr lang="en-US" sz="1067" dirty="0">
                <a:solidFill>
                  <a:srgbClr val="FFFFFF"/>
                </a:solidFill>
                <a:latin typeface="阿里巴巴普惠体 2.0 45 Light" panose="00020600040101010101" pitchFamily="18" charset="-122"/>
                <a:ea typeface="阿里巴巴普惠体 2.0 45 Light" panose="00020600040101010101" pitchFamily="18" charset="-122"/>
                <a:cs typeface="OPPOSans R" pitchFamily="18" charset="-122"/>
              </a:rPr>
              <a:t>建筑业数据资产检验检测认证技术</a:t>
            </a:r>
            <a:endParaRPr lang="en-US" sz="10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cxnSp>
        <p:nvCxnSpPr>
          <p:cNvPr id="31" name="直线连接符 30">
            <a:extLst>
              <a:ext uri="{FF2B5EF4-FFF2-40B4-BE49-F238E27FC236}">
                <a16:creationId xmlns:a16="http://schemas.microsoft.com/office/drawing/2014/main" id="{6E2C4646-8E2E-8242-B5EB-1EC8FAB7EAF8}"/>
              </a:ext>
            </a:extLst>
          </p:cNvPr>
          <p:cNvCxnSpPr>
            <a:cxnSpLocks/>
          </p:cNvCxnSpPr>
          <p:nvPr/>
        </p:nvCxnSpPr>
        <p:spPr>
          <a:xfrm flipH="1">
            <a:off x="6088489" y="2464723"/>
            <a:ext cx="1" cy="519752"/>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8" name="直线连接符 227">
            <a:extLst>
              <a:ext uri="{FF2B5EF4-FFF2-40B4-BE49-F238E27FC236}">
                <a16:creationId xmlns:a16="http://schemas.microsoft.com/office/drawing/2014/main" id="{9B186C62-DF4E-6B40-B444-C4AD25F6A67D}"/>
              </a:ext>
            </a:extLst>
          </p:cNvPr>
          <p:cNvCxnSpPr>
            <a:cxnSpLocks/>
            <a:endCxn id="227" idx="3"/>
          </p:cNvCxnSpPr>
          <p:nvPr/>
        </p:nvCxnSpPr>
        <p:spPr>
          <a:xfrm flipH="1">
            <a:off x="6887428" y="2932081"/>
            <a:ext cx="1803923"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1" name="直线连接符 230">
            <a:extLst>
              <a:ext uri="{FF2B5EF4-FFF2-40B4-BE49-F238E27FC236}">
                <a16:creationId xmlns:a16="http://schemas.microsoft.com/office/drawing/2014/main" id="{40B3D8FB-BF03-CE44-8990-1C46C6901E0B}"/>
              </a:ext>
            </a:extLst>
          </p:cNvPr>
          <p:cNvCxnSpPr>
            <a:cxnSpLocks/>
          </p:cNvCxnSpPr>
          <p:nvPr/>
        </p:nvCxnSpPr>
        <p:spPr>
          <a:xfrm flipH="1">
            <a:off x="9304576" y="1617867"/>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2" name="直线连接符 231">
            <a:extLst>
              <a:ext uri="{FF2B5EF4-FFF2-40B4-BE49-F238E27FC236}">
                <a16:creationId xmlns:a16="http://schemas.microsoft.com/office/drawing/2014/main" id="{F9DE53F5-D05B-C94C-8571-FC8F787C0719}"/>
              </a:ext>
            </a:extLst>
          </p:cNvPr>
          <p:cNvCxnSpPr>
            <a:cxnSpLocks/>
          </p:cNvCxnSpPr>
          <p:nvPr/>
        </p:nvCxnSpPr>
        <p:spPr>
          <a:xfrm flipH="1">
            <a:off x="9304576" y="2132217"/>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3" name="直线连接符 232">
            <a:extLst>
              <a:ext uri="{FF2B5EF4-FFF2-40B4-BE49-F238E27FC236}">
                <a16:creationId xmlns:a16="http://schemas.microsoft.com/office/drawing/2014/main" id="{4DD2CAA0-BC85-144E-877F-22CF5D13F911}"/>
              </a:ext>
            </a:extLst>
          </p:cNvPr>
          <p:cNvCxnSpPr>
            <a:cxnSpLocks/>
          </p:cNvCxnSpPr>
          <p:nvPr/>
        </p:nvCxnSpPr>
        <p:spPr>
          <a:xfrm flipH="1">
            <a:off x="9304576" y="2608468"/>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4" name="直线连接符 233">
            <a:extLst>
              <a:ext uri="{FF2B5EF4-FFF2-40B4-BE49-F238E27FC236}">
                <a16:creationId xmlns:a16="http://schemas.microsoft.com/office/drawing/2014/main" id="{ACD1E991-B6BB-1049-8034-14137D17EAA7}"/>
              </a:ext>
            </a:extLst>
          </p:cNvPr>
          <p:cNvCxnSpPr>
            <a:cxnSpLocks/>
          </p:cNvCxnSpPr>
          <p:nvPr/>
        </p:nvCxnSpPr>
        <p:spPr>
          <a:xfrm flipH="1">
            <a:off x="9304576" y="3094243"/>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5" name="直线连接符 234">
            <a:extLst>
              <a:ext uri="{FF2B5EF4-FFF2-40B4-BE49-F238E27FC236}">
                <a16:creationId xmlns:a16="http://schemas.microsoft.com/office/drawing/2014/main" id="{46169E26-8F41-7747-834C-E11B97A9D0D3}"/>
              </a:ext>
            </a:extLst>
          </p:cNvPr>
          <p:cNvCxnSpPr>
            <a:cxnSpLocks/>
          </p:cNvCxnSpPr>
          <p:nvPr/>
        </p:nvCxnSpPr>
        <p:spPr>
          <a:xfrm flipH="1">
            <a:off x="9304576" y="3570493"/>
            <a:ext cx="374989"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6" name="直线连接符 235">
            <a:extLst>
              <a:ext uri="{FF2B5EF4-FFF2-40B4-BE49-F238E27FC236}">
                <a16:creationId xmlns:a16="http://schemas.microsoft.com/office/drawing/2014/main" id="{EE45423A-60B0-7645-862A-D25C9D3822A1}"/>
              </a:ext>
            </a:extLst>
          </p:cNvPr>
          <p:cNvCxnSpPr>
            <a:cxnSpLocks/>
          </p:cNvCxnSpPr>
          <p:nvPr/>
        </p:nvCxnSpPr>
        <p:spPr>
          <a:xfrm flipH="1">
            <a:off x="1989376" y="3532305"/>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7" name="直线连接符 236">
            <a:extLst>
              <a:ext uri="{FF2B5EF4-FFF2-40B4-BE49-F238E27FC236}">
                <a16:creationId xmlns:a16="http://schemas.microsoft.com/office/drawing/2014/main" id="{5928DC9F-C1D1-FC4C-BDB7-B6D6CD6D957E}"/>
              </a:ext>
            </a:extLst>
          </p:cNvPr>
          <p:cNvCxnSpPr>
            <a:cxnSpLocks/>
          </p:cNvCxnSpPr>
          <p:nvPr/>
        </p:nvCxnSpPr>
        <p:spPr>
          <a:xfrm flipH="1">
            <a:off x="1989376" y="2913181"/>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8" name="直线连接符 237">
            <a:extLst>
              <a:ext uri="{FF2B5EF4-FFF2-40B4-BE49-F238E27FC236}">
                <a16:creationId xmlns:a16="http://schemas.microsoft.com/office/drawing/2014/main" id="{E32AAEF2-59CC-684E-BD28-F95DD28ECE91}"/>
              </a:ext>
            </a:extLst>
          </p:cNvPr>
          <p:cNvCxnSpPr>
            <a:cxnSpLocks/>
          </p:cNvCxnSpPr>
          <p:nvPr/>
        </p:nvCxnSpPr>
        <p:spPr>
          <a:xfrm flipH="1">
            <a:off x="1989376" y="2294056"/>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9" name="直线连接符 238">
            <a:extLst>
              <a:ext uri="{FF2B5EF4-FFF2-40B4-BE49-F238E27FC236}">
                <a16:creationId xmlns:a16="http://schemas.microsoft.com/office/drawing/2014/main" id="{799492F0-45D9-244D-ADF2-EC1636F13032}"/>
              </a:ext>
            </a:extLst>
          </p:cNvPr>
          <p:cNvCxnSpPr>
            <a:cxnSpLocks/>
          </p:cNvCxnSpPr>
          <p:nvPr/>
        </p:nvCxnSpPr>
        <p:spPr>
          <a:xfrm flipH="1">
            <a:off x="1989376" y="1703505"/>
            <a:ext cx="5912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0" name="直线连接符 239">
            <a:extLst>
              <a:ext uri="{FF2B5EF4-FFF2-40B4-BE49-F238E27FC236}">
                <a16:creationId xmlns:a16="http://schemas.microsoft.com/office/drawing/2014/main" id="{2EDE4B55-8C75-E84A-BA45-9BFDAAEDE41C}"/>
              </a:ext>
            </a:extLst>
          </p:cNvPr>
          <p:cNvCxnSpPr>
            <a:cxnSpLocks/>
          </p:cNvCxnSpPr>
          <p:nvPr/>
        </p:nvCxnSpPr>
        <p:spPr>
          <a:xfrm flipH="1">
            <a:off x="3215885" y="2945175"/>
            <a:ext cx="2060913"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2" name="直线连接符 241">
            <a:extLst>
              <a:ext uri="{FF2B5EF4-FFF2-40B4-BE49-F238E27FC236}">
                <a16:creationId xmlns:a16="http://schemas.microsoft.com/office/drawing/2014/main" id="{294FA1A9-F995-B54A-A10C-1FF467B8FA0E}"/>
              </a:ext>
            </a:extLst>
          </p:cNvPr>
          <p:cNvCxnSpPr>
            <a:cxnSpLocks/>
          </p:cNvCxnSpPr>
          <p:nvPr/>
        </p:nvCxnSpPr>
        <p:spPr>
          <a:xfrm flipH="1">
            <a:off x="6088490" y="3131403"/>
            <a:ext cx="1" cy="713327"/>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3" name="直线连接符 242">
            <a:extLst>
              <a:ext uri="{FF2B5EF4-FFF2-40B4-BE49-F238E27FC236}">
                <a16:creationId xmlns:a16="http://schemas.microsoft.com/office/drawing/2014/main" id="{4F07DB21-1D1C-094B-A7DA-1A82A4D9B2A2}"/>
              </a:ext>
            </a:extLst>
          </p:cNvPr>
          <p:cNvCxnSpPr>
            <a:cxnSpLocks/>
          </p:cNvCxnSpPr>
          <p:nvPr/>
        </p:nvCxnSpPr>
        <p:spPr>
          <a:xfrm flipH="1">
            <a:off x="1928175" y="3828068"/>
            <a:ext cx="8714652"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4" name="直线连接符 243">
            <a:extLst>
              <a:ext uri="{FF2B5EF4-FFF2-40B4-BE49-F238E27FC236}">
                <a16:creationId xmlns:a16="http://schemas.microsoft.com/office/drawing/2014/main" id="{BE0B78B2-5DFA-D247-A922-29FEC36F80BB}"/>
              </a:ext>
            </a:extLst>
          </p:cNvPr>
          <p:cNvCxnSpPr>
            <a:cxnSpLocks/>
          </p:cNvCxnSpPr>
          <p:nvPr/>
        </p:nvCxnSpPr>
        <p:spPr>
          <a:xfrm flipH="1">
            <a:off x="192606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5" name="直线连接符 244">
            <a:extLst>
              <a:ext uri="{FF2B5EF4-FFF2-40B4-BE49-F238E27FC236}">
                <a16:creationId xmlns:a16="http://schemas.microsoft.com/office/drawing/2014/main" id="{501B768F-B24E-5F41-947D-10315B8A3332}"/>
              </a:ext>
            </a:extLst>
          </p:cNvPr>
          <p:cNvCxnSpPr>
            <a:cxnSpLocks/>
          </p:cNvCxnSpPr>
          <p:nvPr/>
        </p:nvCxnSpPr>
        <p:spPr>
          <a:xfrm flipH="1">
            <a:off x="548841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6" name="直线连接符 245">
            <a:extLst>
              <a:ext uri="{FF2B5EF4-FFF2-40B4-BE49-F238E27FC236}">
                <a16:creationId xmlns:a16="http://schemas.microsoft.com/office/drawing/2014/main" id="{0664AF3A-B538-7C49-BBB9-821EFCF6594C}"/>
              </a:ext>
            </a:extLst>
          </p:cNvPr>
          <p:cNvCxnSpPr>
            <a:cxnSpLocks/>
          </p:cNvCxnSpPr>
          <p:nvPr/>
        </p:nvCxnSpPr>
        <p:spPr>
          <a:xfrm flipH="1">
            <a:off x="868881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7" name="直线连接符 246">
            <a:extLst>
              <a:ext uri="{FF2B5EF4-FFF2-40B4-BE49-F238E27FC236}">
                <a16:creationId xmlns:a16="http://schemas.microsoft.com/office/drawing/2014/main" id="{11D1712E-6998-EF4D-8AAD-9F93AB6A4436}"/>
              </a:ext>
            </a:extLst>
          </p:cNvPr>
          <p:cNvCxnSpPr>
            <a:cxnSpLocks/>
          </p:cNvCxnSpPr>
          <p:nvPr/>
        </p:nvCxnSpPr>
        <p:spPr>
          <a:xfrm flipH="1">
            <a:off x="10631916" y="3826727"/>
            <a:ext cx="1" cy="534556"/>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Object 20" descr="preencoded.png">
            <a:extLst>
              <a:ext uri="{FF2B5EF4-FFF2-40B4-BE49-F238E27FC236}">
                <a16:creationId xmlns:a16="http://schemas.microsoft.com/office/drawing/2014/main" id="{5B8C1148-87D7-2C4A-A898-79EE76B7B333}"/>
              </a:ext>
            </a:extLst>
          </p:cNvPr>
          <p:cNvSpPr/>
          <p:nvPr/>
        </p:nvSpPr>
        <p:spPr>
          <a:xfrm>
            <a:off x="9816764" y="4309525"/>
            <a:ext cx="1669601" cy="1924235"/>
          </a:xfrm>
          <a:custGeom>
            <a:avLst/>
            <a:gdLst>
              <a:gd name="connsiteX0" fmla="*/ 1209148 w 1252201"/>
              <a:gd name="connsiteY0" fmla="*/ 0 h 1812953"/>
              <a:gd name="connsiteX1" fmla="*/ 1252202 w 1252201"/>
              <a:gd name="connsiteY1" fmla="*/ 0 h 1812953"/>
              <a:gd name="connsiteX2" fmla="*/ 1252202 w 1252201"/>
              <a:gd name="connsiteY2" fmla="*/ 1812953 h 1812953"/>
              <a:gd name="connsiteX3" fmla="*/ 1209148 w 1252201"/>
              <a:gd name="connsiteY3" fmla="*/ 1812953 h 1812953"/>
              <a:gd name="connsiteX4" fmla="*/ 43054 w 1252201"/>
              <a:gd name="connsiteY4" fmla="*/ 1812953 h 1812953"/>
              <a:gd name="connsiteX5" fmla="*/ 0 w 1252201"/>
              <a:gd name="connsiteY5" fmla="*/ 1812953 h 1812953"/>
              <a:gd name="connsiteX6" fmla="*/ 0 w 1252201"/>
              <a:gd name="connsiteY6" fmla="*/ 0 h 1812953"/>
              <a:gd name="connsiteX7" fmla="*/ 43054 w 1252201"/>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201" h="1812953">
                <a:moveTo>
                  <a:pt x="1209148" y="0"/>
                </a:moveTo>
                <a:cubicBezTo>
                  <a:pt x="1232926" y="0"/>
                  <a:pt x="1252202" y="0"/>
                  <a:pt x="1252202" y="0"/>
                </a:cubicBezTo>
                <a:lnTo>
                  <a:pt x="1252202" y="1812953"/>
                </a:lnTo>
                <a:cubicBezTo>
                  <a:pt x="1252202" y="1812953"/>
                  <a:pt x="1232926" y="1812953"/>
                  <a:pt x="1209148" y="1812953"/>
                </a:cubicBezTo>
                <a:lnTo>
                  <a:pt x="43054" y="1812953"/>
                </a:lnTo>
                <a:cubicBezTo>
                  <a:pt x="19276" y="1812953"/>
                  <a:pt x="0" y="1812953"/>
                  <a:pt x="0" y="1812953"/>
                </a:cubicBezTo>
                <a:lnTo>
                  <a:pt x="0" y="0"/>
                </a:lnTo>
                <a:cubicBezTo>
                  <a:pt x="0" y="0"/>
                  <a:pt x="19276" y="0"/>
                  <a:pt x="43054"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6" name="Object 18" descr="preencoded.png">
            <a:extLst>
              <a:ext uri="{FF2B5EF4-FFF2-40B4-BE49-F238E27FC236}">
                <a16:creationId xmlns:a16="http://schemas.microsoft.com/office/drawing/2014/main" id="{E0F01861-FCFD-944B-B169-3F8F32243949}"/>
              </a:ext>
            </a:extLst>
          </p:cNvPr>
          <p:cNvSpPr/>
          <p:nvPr/>
        </p:nvSpPr>
        <p:spPr>
          <a:xfrm>
            <a:off x="776249" y="4309525"/>
            <a:ext cx="2247332" cy="1924235"/>
          </a:xfrm>
          <a:custGeom>
            <a:avLst/>
            <a:gdLst>
              <a:gd name="connsiteX0" fmla="*/ 1642284 w 1685499"/>
              <a:gd name="connsiteY0" fmla="*/ 0 h 1812953"/>
              <a:gd name="connsiteX1" fmla="*/ 1685500 w 1685499"/>
              <a:gd name="connsiteY1" fmla="*/ 0 h 1812953"/>
              <a:gd name="connsiteX2" fmla="*/ 1685500 w 1685499"/>
              <a:gd name="connsiteY2" fmla="*/ 1812953 h 1812953"/>
              <a:gd name="connsiteX3" fmla="*/ 1642284 w 1685499"/>
              <a:gd name="connsiteY3" fmla="*/ 1812953 h 1812953"/>
              <a:gd name="connsiteX4" fmla="*/ 43216 w 1685499"/>
              <a:gd name="connsiteY4" fmla="*/ 1812953 h 1812953"/>
              <a:gd name="connsiteX5" fmla="*/ 0 w 1685499"/>
              <a:gd name="connsiteY5" fmla="*/ 1812953 h 1812953"/>
              <a:gd name="connsiteX6" fmla="*/ 0 w 1685499"/>
              <a:gd name="connsiteY6" fmla="*/ 0 h 1812953"/>
              <a:gd name="connsiteX7" fmla="*/ 43216 w 1685499"/>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5499" h="1812953">
                <a:moveTo>
                  <a:pt x="1642284" y="0"/>
                </a:moveTo>
                <a:cubicBezTo>
                  <a:pt x="1666151" y="0"/>
                  <a:pt x="1685500" y="0"/>
                  <a:pt x="1685500" y="0"/>
                </a:cubicBezTo>
                <a:lnTo>
                  <a:pt x="1685500" y="1812953"/>
                </a:lnTo>
                <a:cubicBezTo>
                  <a:pt x="1685500" y="1812953"/>
                  <a:pt x="1666151" y="1812953"/>
                  <a:pt x="1642284" y="1812953"/>
                </a:cubicBezTo>
                <a:lnTo>
                  <a:pt x="43216" y="1812953"/>
                </a:lnTo>
                <a:cubicBezTo>
                  <a:pt x="19349" y="1812953"/>
                  <a:pt x="0" y="1812953"/>
                  <a:pt x="0" y="1812953"/>
                </a:cubicBezTo>
                <a:lnTo>
                  <a:pt x="0" y="0"/>
                </a:lnTo>
                <a:cubicBezTo>
                  <a:pt x="0" y="0"/>
                  <a:pt x="19349" y="0"/>
                  <a:pt x="43216"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7" name="Object 19" descr="preencoded.png">
            <a:extLst>
              <a:ext uri="{FF2B5EF4-FFF2-40B4-BE49-F238E27FC236}">
                <a16:creationId xmlns:a16="http://schemas.microsoft.com/office/drawing/2014/main" id="{F5AAC0D1-DA7C-AF49-8FC8-2D840D6A230B}"/>
              </a:ext>
            </a:extLst>
          </p:cNvPr>
          <p:cNvSpPr/>
          <p:nvPr/>
        </p:nvSpPr>
        <p:spPr>
          <a:xfrm>
            <a:off x="7845581" y="4309525"/>
            <a:ext cx="1686467" cy="1924235"/>
          </a:xfrm>
          <a:custGeom>
            <a:avLst/>
            <a:gdLst>
              <a:gd name="connsiteX0" fmla="*/ 1221362 w 1264850"/>
              <a:gd name="connsiteY0" fmla="*/ 0 h 1812953"/>
              <a:gd name="connsiteX1" fmla="*/ 1264850 w 1264850"/>
              <a:gd name="connsiteY1" fmla="*/ 0 h 1812953"/>
              <a:gd name="connsiteX2" fmla="*/ 1264850 w 1264850"/>
              <a:gd name="connsiteY2" fmla="*/ 1812953 h 1812953"/>
              <a:gd name="connsiteX3" fmla="*/ 1221362 w 1264850"/>
              <a:gd name="connsiteY3" fmla="*/ 1812953 h 1812953"/>
              <a:gd name="connsiteX4" fmla="*/ 43489 w 1264850"/>
              <a:gd name="connsiteY4" fmla="*/ 1812953 h 1812953"/>
              <a:gd name="connsiteX5" fmla="*/ 0 w 1264850"/>
              <a:gd name="connsiteY5" fmla="*/ 1812953 h 1812953"/>
              <a:gd name="connsiteX6" fmla="*/ 0 w 1264850"/>
              <a:gd name="connsiteY6" fmla="*/ 0 h 1812953"/>
              <a:gd name="connsiteX7" fmla="*/ 43489 w 1264850"/>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4850" h="1812953">
                <a:moveTo>
                  <a:pt x="1221362" y="0"/>
                </a:moveTo>
                <a:cubicBezTo>
                  <a:pt x="1245380" y="0"/>
                  <a:pt x="1264850" y="0"/>
                  <a:pt x="1264850" y="0"/>
                </a:cubicBezTo>
                <a:lnTo>
                  <a:pt x="1264850" y="1812953"/>
                </a:lnTo>
                <a:cubicBezTo>
                  <a:pt x="1264850" y="1812953"/>
                  <a:pt x="1245380" y="1812953"/>
                  <a:pt x="1221362" y="1812953"/>
                </a:cubicBezTo>
                <a:lnTo>
                  <a:pt x="43489" y="1812953"/>
                </a:lnTo>
                <a:cubicBezTo>
                  <a:pt x="19470" y="1812953"/>
                  <a:pt x="0" y="1812953"/>
                  <a:pt x="0" y="1812953"/>
                </a:cubicBezTo>
                <a:lnTo>
                  <a:pt x="0" y="0"/>
                </a:lnTo>
                <a:cubicBezTo>
                  <a:pt x="0" y="0"/>
                  <a:pt x="19470" y="0"/>
                  <a:pt x="43489"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8" name="Object 21" descr="preencoded.png">
            <a:extLst>
              <a:ext uri="{FF2B5EF4-FFF2-40B4-BE49-F238E27FC236}">
                <a16:creationId xmlns:a16="http://schemas.microsoft.com/office/drawing/2014/main" id="{C562ED0A-4AB6-5443-816C-DB15FB27FE43}"/>
              </a:ext>
            </a:extLst>
          </p:cNvPr>
          <p:cNvSpPr/>
          <p:nvPr/>
        </p:nvSpPr>
        <p:spPr>
          <a:xfrm>
            <a:off x="3291287" y="4309525"/>
            <a:ext cx="4286548" cy="1924235"/>
          </a:xfrm>
          <a:custGeom>
            <a:avLst/>
            <a:gdLst>
              <a:gd name="connsiteX0" fmla="*/ 3171688 w 3214911"/>
              <a:gd name="connsiteY0" fmla="*/ 0 h 1812953"/>
              <a:gd name="connsiteX1" fmla="*/ 3214912 w 3214911"/>
              <a:gd name="connsiteY1" fmla="*/ 0 h 1812953"/>
              <a:gd name="connsiteX2" fmla="*/ 3214912 w 3214911"/>
              <a:gd name="connsiteY2" fmla="*/ 1812953 h 1812953"/>
              <a:gd name="connsiteX3" fmla="*/ 3171688 w 3214911"/>
              <a:gd name="connsiteY3" fmla="*/ 1812953 h 1812953"/>
              <a:gd name="connsiteX4" fmla="*/ 43225 w 3214911"/>
              <a:gd name="connsiteY4" fmla="*/ 1812953 h 1812953"/>
              <a:gd name="connsiteX5" fmla="*/ 0 w 3214911"/>
              <a:gd name="connsiteY5" fmla="*/ 1812953 h 1812953"/>
              <a:gd name="connsiteX6" fmla="*/ 0 w 3214911"/>
              <a:gd name="connsiteY6" fmla="*/ 0 h 1812953"/>
              <a:gd name="connsiteX7" fmla="*/ 43225 w 3214911"/>
              <a:gd name="connsiteY7" fmla="*/ 0 h 18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4911" h="1812953">
                <a:moveTo>
                  <a:pt x="3171688" y="0"/>
                </a:moveTo>
                <a:cubicBezTo>
                  <a:pt x="3195560" y="0"/>
                  <a:pt x="3214912" y="0"/>
                  <a:pt x="3214912" y="0"/>
                </a:cubicBezTo>
                <a:lnTo>
                  <a:pt x="3214912" y="1812953"/>
                </a:lnTo>
                <a:cubicBezTo>
                  <a:pt x="3214912" y="1812953"/>
                  <a:pt x="3195560" y="1812953"/>
                  <a:pt x="3171688" y="1812953"/>
                </a:cubicBezTo>
                <a:lnTo>
                  <a:pt x="43225" y="1812953"/>
                </a:lnTo>
                <a:cubicBezTo>
                  <a:pt x="19352" y="1812953"/>
                  <a:pt x="0" y="1812953"/>
                  <a:pt x="0" y="1812953"/>
                </a:cubicBezTo>
                <a:lnTo>
                  <a:pt x="0" y="0"/>
                </a:lnTo>
                <a:cubicBezTo>
                  <a:pt x="0" y="0"/>
                  <a:pt x="19352" y="0"/>
                  <a:pt x="43225" y="0"/>
                </a:cubicBezTo>
                <a:close/>
              </a:path>
            </a:pathLst>
          </a:custGeom>
          <a:solidFill>
            <a:srgbClr val="F7F7F7">
              <a:alpha val="20000"/>
            </a:srgbClr>
          </a:solidFill>
          <a:ln w="6350" cap="flat">
            <a:solidFill>
              <a:srgbClr val="4D4D4D">
                <a:alpha val="50000"/>
              </a:srgbClr>
            </a:solidFill>
            <a:prstDash val="lgDash"/>
            <a:miter/>
          </a:ln>
        </p:spPr>
        <p:txBody>
          <a:bodyPr rtlCol="0" anchor="ctr"/>
          <a:lstStyle/>
          <a:p>
            <a:endParaRPr lang="zh-CN" altLang="en-US">
              <a:latin typeface="阿里巴巴普惠体 2.0 45 Light" panose="00020600040101010101" pitchFamily="18" charset="-122"/>
              <a:ea typeface="阿里巴巴普惠体 2.0 45 Light" panose="00020600040101010101" pitchFamily="18" charset="-122"/>
            </a:endParaRPr>
          </a:p>
        </p:txBody>
      </p:sp>
      <p:sp>
        <p:nvSpPr>
          <p:cNvPr id="248" name="圆角矩形 247">
            <a:extLst>
              <a:ext uri="{FF2B5EF4-FFF2-40B4-BE49-F238E27FC236}">
                <a16:creationId xmlns:a16="http://schemas.microsoft.com/office/drawing/2014/main" id="{B4F4A237-87CC-5640-9E39-F231D9A8A3F2}"/>
              </a:ext>
            </a:extLst>
          </p:cNvPr>
          <p:cNvSpPr/>
          <p:nvPr/>
        </p:nvSpPr>
        <p:spPr>
          <a:xfrm>
            <a:off x="1038102" y="4431573"/>
            <a:ext cx="496452" cy="1182289"/>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49" name="圆角矩形 248">
            <a:extLst>
              <a:ext uri="{FF2B5EF4-FFF2-40B4-BE49-F238E27FC236}">
                <a16:creationId xmlns:a16="http://schemas.microsoft.com/office/drawing/2014/main" id="{841BC5EB-BD7A-D14A-902B-8EA73CFFADDD}"/>
              </a:ext>
            </a:extLst>
          </p:cNvPr>
          <p:cNvSpPr/>
          <p:nvPr/>
        </p:nvSpPr>
        <p:spPr>
          <a:xfrm>
            <a:off x="1704853" y="4431573"/>
            <a:ext cx="496452" cy="1182289"/>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0" name="圆角矩形 249">
            <a:extLst>
              <a:ext uri="{FF2B5EF4-FFF2-40B4-BE49-F238E27FC236}">
                <a16:creationId xmlns:a16="http://schemas.microsoft.com/office/drawing/2014/main" id="{F06CBC40-B35C-BD46-9FEC-B5A3177FEFA8}"/>
              </a:ext>
            </a:extLst>
          </p:cNvPr>
          <p:cNvSpPr/>
          <p:nvPr/>
        </p:nvSpPr>
        <p:spPr>
          <a:xfrm>
            <a:off x="2343027" y="4431573"/>
            <a:ext cx="496452" cy="1182289"/>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1" name="圆角矩形 250">
            <a:extLst>
              <a:ext uri="{FF2B5EF4-FFF2-40B4-BE49-F238E27FC236}">
                <a16:creationId xmlns:a16="http://schemas.microsoft.com/office/drawing/2014/main" id="{02F99C85-1CF6-7B4E-A76F-D5A1CDCCC3C0}"/>
              </a:ext>
            </a:extLst>
          </p:cNvPr>
          <p:cNvSpPr/>
          <p:nvPr/>
        </p:nvSpPr>
        <p:spPr>
          <a:xfrm>
            <a:off x="3447927" y="4431571"/>
            <a:ext cx="496452" cy="1486200"/>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2" name="圆角矩形 251">
            <a:extLst>
              <a:ext uri="{FF2B5EF4-FFF2-40B4-BE49-F238E27FC236}">
                <a16:creationId xmlns:a16="http://schemas.microsoft.com/office/drawing/2014/main" id="{F48BE854-871D-4F4E-9C12-3DA7D7CA10C3}"/>
              </a:ext>
            </a:extLst>
          </p:cNvPr>
          <p:cNvSpPr/>
          <p:nvPr/>
        </p:nvSpPr>
        <p:spPr>
          <a:xfrm>
            <a:off x="4076577" y="4431571"/>
            <a:ext cx="496452" cy="1486200"/>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3" name="圆角矩形 252">
            <a:extLst>
              <a:ext uri="{FF2B5EF4-FFF2-40B4-BE49-F238E27FC236}">
                <a16:creationId xmlns:a16="http://schemas.microsoft.com/office/drawing/2014/main" id="{23889E3E-9717-D747-82F5-6582722C4FC0}"/>
              </a:ext>
            </a:extLst>
          </p:cNvPr>
          <p:cNvSpPr/>
          <p:nvPr/>
        </p:nvSpPr>
        <p:spPr>
          <a:xfrm>
            <a:off x="4724277" y="4431571"/>
            <a:ext cx="496452" cy="1486200"/>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4" name="圆角矩形 253">
            <a:extLst>
              <a:ext uri="{FF2B5EF4-FFF2-40B4-BE49-F238E27FC236}">
                <a16:creationId xmlns:a16="http://schemas.microsoft.com/office/drawing/2014/main" id="{5C0E225F-2815-754B-A214-2E72B6DD9704}"/>
              </a:ext>
            </a:extLst>
          </p:cNvPr>
          <p:cNvSpPr/>
          <p:nvPr/>
        </p:nvSpPr>
        <p:spPr>
          <a:xfrm>
            <a:off x="8096126" y="4431571"/>
            <a:ext cx="496452" cy="143482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5" name="圆角矩形 254">
            <a:extLst>
              <a:ext uri="{FF2B5EF4-FFF2-40B4-BE49-F238E27FC236}">
                <a16:creationId xmlns:a16="http://schemas.microsoft.com/office/drawing/2014/main" id="{61BB580C-ADE5-3C48-BF41-330522C46204}"/>
              </a:ext>
            </a:extLst>
          </p:cNvPr>
          <p:cNvSpPr/>
          <p:nvPr/>
        </p:nvSpPr>
        <p:spPr>
          <a:xfrm>
            <a:off x="8829551" y="4431571"/>
            <a:ext cx="496452" cy="1434828"/>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6" name="圆角矩形 255">
            <a:extLst>
              <a:ext uri="{FF2B5EF4-FFF2-40B4-BE49-F238E27FC236}">
                <a16:creationId xmlns:a16="http://schemas.microsoft.com/office/drawing/2014/main" id="{738835BA-5A71-0C48-B602-DC44C35293B7}"/>
              </a:ext>
            </a:extLst>
          </p:cNvPr>
          <p:cNvSpPr/>
          <p:nvPr/>
        </p:nvSpPr>
        <p:spPr>
          <a:xfrm>
            <a:off x="10010651" y="4431571"/>
            <a:ext cx="496452" cy="1452803"/>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257" name="圆角矩形 256">
            <a:extLst>
              <a:ext uri="{FF2B5EF4-FFF2-40B4-BE49-F238E27FC236}">
                <a16:creationId xmlns:a16="http://schemas.microsoft.com/office/drawing/2014/main" id="{A3AF7881-B8D4-5F4E-A515-4A534DF021E0}"/>
              </a:ext>
            </a:extLst>
          </p:cNvPr>
          <p:cNvSpPr/>
          <p:nvPr/>
        </p:nvSpPr>
        <p:spPr>
          <a:xfrm>
            <a:off x="10744075" y="4431571"/>
            <a:ext cx="496452" cy="1452803"/>
          </a:xfrm>
          <a:prstGeom prst="roundRect">
            <a:avLst>
              <a:gd name="adj" fmla="val 9962"/>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191" name="Object60">
            <a:extLst>
              <a:ext uri="{FF2B5EF4-FFF2-40B4-BE49-F238E27FC236}">
                <a16:creationId xmlns:a16="http://schemas.microsoft.com/office/drawing/2014/main" id="{62609255-BE8D-DE49-91F7-556A67CDD1F5}"/>
              </a:ext>
            </a:extLst>
          </p:cNvPr>
          <p:cNvSpPr/>
          <p:nvPr/>
        </p:nvSpPr>
        <p:spPr>
          <a:xfrm>
            <a:off x="1203314" y="4606029"/>
            <a:ext cx="189023" cy="82048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综合管理</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2" name="Object61">
            <a:extLst>
              <a:ext uri="{FF2B5EF4-FFF2-40B4-BE49-F238E27FC236}">
                <a16:creationId xmlns:a16="http://schemas.microsoft.com/office/drawing/2014/main" id="{F08AE277-1E8B-9A48-834E-7C1DD5B03E14}"/>
              </a:ext>
            </a:extLst>
          </p:cNvPr>
          <p:cNvSpPr/>
          <p:nvPr/>
        </p:nvSpPr>
        <p:spPr>
          <a:xfrm>
            <a:off x="1840570" y="4606029"/>
            <a:ext cx="189023" cy="82048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合作交流</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3" name="Object62">
            <a:extLst>
              <a:ext uri="{FF2B5EF4-FFF2-40B4-BE49-F238E27FC236}">
                <a16:creationId xmlns:a16="http://schemas.microsoft.com/office/drawing/2014/main" id="{0D768AB6-7383-334D-91F4-584140130D41}"/>
              </a:ext>
            </a:extLst>
          </p:cNvPr>
          <p:cNvSpPr/>
          <p:nvPr/>
        </p:nvSpPr>
        <p:spPr>
          <a:xfrm>
            <a:off x="2494819" y="4767467"/>
            <a:ext cx="189023" cy="41024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4" name="Object63">
            <a:extLst>
              <a:ext uri="{FF2B5EF4-FFF2-40B4-BE49-F238E27FC236}">
                <a16:creationId xmlns:a16="http://schemas.microsoft.com/office/drawing/2014/main" id="{30930C63-FC03-F244-81EF-35F9FCF2316A}"/>
              </a:ext>
            </a:extLst>
          </p:cNvPr>
          <p:cNvSpPr/>
          <p:nvPr/>
        </p:nvSpPr>
        <p:spPr>
          <a:xfrm>
            <a:off x="3590901" y="4665506"/>
            <a:ext cx="189023" cy="1025602"/>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成果转化部</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5" name="Object64">
            <a:extLst>
              <a:ext uri="{FF2B5EF4-FFF2-40B4-BE49-F238E27FC236}">
                <a16:creationId xmlns:a16="http://schemas.microsoft.com/office/drawing/2014/main" id="{73BCE1ED-3FFB-7F49-9501-7B1E5C91F950}"/>
              </a:ext>
            </a:extLst>
          </p:cNvPr>
          <p:cNvSpPr/>
          <p:nvPr/>
        </p:nvSpPr>
        <p:spPr>
          <a:xfrm>
            <a:off x="4228157" y="4665506"/>
            <a:ext cx="189023" cy="1025602"/>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示范推广部</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6" name="Object65">
            <a:extLst>
              <a:ext uri="{FF2B5EF4-FFF2-40B4-BE49-F238E27FC236}">
                <a16:creationId xmlns:a16="http://schemas.microsoft.com/office/drawing/2014/main" id="{5E390FF2-7A96-8340-B83E-D43DA051DB93}"/>
              </a:ext>
            </a:extLst>
          </p:cNvPr>
          <p:cNvSpPr/>
          <p:nvPr/>
        </p:nvSpPr>
        <p:spPr>
          <a:xfrm>
            <a:off x="4865413" y="4665506"/>
            <a:ext cx="189023" cy="1025602"/>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创新研究院</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7" name="Object66">
            <a:extLst>
              <a:ext uri="{FF2B5EF4-FFF2-40B4-BE49-F238E27FC236}">
                <a16:creationId xmlns:a16="http://schemas.microsoft.com/office/drawing/2014/main" id="{ADD69355-06C8-3345-BE07-AB06DC7E3435}"/>
              </a:ext>
            </a:extLst>
          </p:cNvPr>
          <p:cNvSpPr/>
          <p:nvPr/>
        </p:nvSpPr>
        <p:spPr>
          <a:xfrm>
            <a:off x="8238621" y="4665506"/>
            <a:ext cx="189023" cy="1025602"/>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产业孵化器</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8" name="Object67">
            <a:extLst>
              <a:ext uri="{FF2B5EF4-FFF2-40B4-BE49-F238E27FC236}">
                <a16:creationId xmlns:a16="http://schemas.microsoft.com/office/drawing/2014/main" id="{F763D9C0-1C96-9844-A675-629BA3954D4C}"/>
              </a:ext>
            </a:extLst>
          </p:cNvPr>
          <p:cNvSpPr/>
          <p:nvPr/>
        </p:nvSpPr>
        <p:spPr>
          <a:xfrm>
            <a:off x="8960845" y="4665506"/>
            <a:ext cx="189023" cy="820481"/>
          </a:xfrm>
          <a:prstGeom prst="rect">
            <a:avLst/>
          </a:prstGeom>
          <a:noFill/>
          <a:ln/>
        </p:spPr>
        <p:txBody>
          <a:bodyPr wrap="square" lIns="0" tIns="0" rIns="0" bIns="0" rtlCol="0" anchor="t">
            <a:spAutoFit/>
          </a:bodyPr>
          <a:lstStyle/>
          <a:p>
            <a:pPr algn="ctr"/>
            <a:r>
              <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众创空间</a:t>
            </a:r>
            <a:endParaRPr lang="en-US" sz="1333"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199" name="Object68">
            <a:extLst>
              <a:ext uri="{FF2B5EF4-FFF2-40B4-BE49-F238E27FC236}">
                <a16:creationId xmlns:a16="http://schemas.microsoft.com/office/drawing/2014/main" id="{47326385-0484-8C4C-812B-B01ECDB01AE7}"/>
              </a:ext>
            </a:extLst>
          </p:cNvPr>
          <p:cNvSpPr/>
          <p:nvPr/>
        </p:nvSpPr>
        <p:spPr>
          <a:xfrm>
            <a:off x="10165120" y="4549507"/>
            <a:ext cx="186929" cy="1230722"/>
          </a:xfrm>
          <a:prstGeom prst="rect">
            <a:avLst/>
          </a:prstGeom>
          <a:noFill/>
          <a:ln/>
        </p:spPr>
        <p:txBody>
          <a:bodyPr wrap="square" lIns="0" tIns="0" rIns="0" bIns="0" rtlCol="0" anchor="t">
            <a:spAutoFit/>
          </a:bodyPr>
          <a:lstStyle/>
          <a:p>
            <a:pPr algn="ctr"/>
            <a:r>
              <a:rPr lang="en-US" sz="1333" dirty="0" err="1">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人才培养基地</a:t>
            </a:r>
            <a:endPar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0" name="Object69">
            <a:extLst>
              <a:ext uri="{FF2B5EF4-FFF2-40B4-BE49-F238E27FC236}">
                <a16:creationId xmlns:a16="http://schemas.microsoft.com/office/drawing/2014/main" id="{6130329A-385B-6B46-B16D-D1B921451455}"/>
              </a:ext>
            </a:extLst>
          </p:cNvPr>
          <p:cNvSpPr/>
          <p:nvPr/>
        </p:nvSpPr>
        <p:spPr>
          <a:xfrm>
            <a:off x="10887344" y="4549507"/>
            <a:ext cx="186929" cy="1230722"/>
          </a:xfrm>
          <a:prstGeom prst="rect">
            <a:avLst/>
          </a:prstGeom>
          <a:noFill/>
          <a:ln/>
        </p:spPr>
        <p:txBody>
          <a:bodyPr wrap="square" lIns="0" tIns="0" rIns="0" bIns="0" rtlCol="0" anchor="t">
            <a:spAutoFit/>
          </a:bodyPr>
          <a:lstStyle/>
          <a:p>
            <a:pPr algn="ctr"/>
            <a:r>
              <a:rPr lang="en-US" sz="1333" dirty="0" err="1">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rPr>
              <a:t>学生实践基地</a:t>
            </a:r>
            <a:endParaRPr lang="en-US" sz="1333" dirty="0">
              <a:solidFill>
                <a:srgbClr val="595959"/>
              </a:solidFill>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209" name="Object78">
            <a:extLst>
              <a:ext uri="{FF2B5EF4-FFF2-40B4-BE49-F238E27FC236}">
                <a16:creationId xmlns:a16="http://schemas.microsoft.com/office/drawing/2014/main" id="{357BF4E8-A2ED-274D-9DBB-591EE72F48DE}"/>
              </a:ext>
            </a:extLst>
          </p:cNvPr>
          <p:cNvSpPr/>
          <p:nvPr/>
        </p:nvSpPr>
        <p:spPr>
          <a:xfrm>
            <a:off x="1179523" y="5996702"/>
            <a:ext cx="1401963" cy="184666"/>
          </a:xfrm>
          <a:prstGeom prst="rect">
            <a:avLst/>
          </a:prstGeom>
          <a:noFill/>
          <a:ln/>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管理版块</a:t>
            </a:r>
          </a:p>
        </p:txBody>
      </p:sp>
      <p:sp>
        <p:nvSpPr>
          <p:cNvPr id="210" name="Object79">
            <a:extLst>
              <a:ext uri="{FF2B5EF4-FFF2-40B4-BE49-F238E27FC236}">
                <a16:creationId xmlns:a16="http://schemas.microsoft.com/office/drawing/2014/main" id="{67E95AAE-F251-2C4F-919D-B68456C4E38D}"/>
              </a:ext>
            </a:extLst>
          </p:cNvPr>
          <p:cNvSpPr/>
          <p:nvPr/>
        </p:nvSpPr>
        <p:spPr>
          <a:xfrm>
            <a:off x="4722667" y="5996702"/>
            <a:ext cx="1401963" cy="184666"/>
          </a:xfrm>
          <a:prstGeom prst="rect">
            <a:avLst/>
          </a:prstGeom>
          <a:noFill/>
          <a:ln/>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业务板块</a:t>
            </a:r>
          </a:p>
        </p:txBody>
      </p:sp>
      <p:sp>
        <p:nvSpPr>
          <p:cNvPr id="211" name="Object80">
            <a:extLst>
              <a:ext uri="{FF2B5EF4-FFF2-40B4-BE49-F238E27FC236}">
                <a16:creationId xmlns:a16="http://schemas.microsoft.com/office/drawing/2014/main" id="{8CAADF62-CA29-8B4A-B5CF-512BD0E9B1E0}"/>
              </a:ext>
            </a:extLst>
          </p:cNvPr>
          <p:cNvSpPr/>
          <p:nvPr/>
        </p:nvSpPr>
        <p:spPr>
          <a:xfrm>
            <a:off x="7976920" y="5996702"/>
            <a:ext cx="1401963" cy="184666"/>
          </a:xfrm>
          <a:prstGeom prst="rect">
            <a:avLst/>
          </a:prstGeom>
          <a:noFill/>
          <a:ln/>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众创平台</a:t>
            </a:r>
          </a:p>
        </p:txBody>
      </p:sp>
      <p:sp>
        <p:nvSpPr>
          <p:cNvPr id="212" name="Object81">
            <a:extLst>
              <a:ext uri="{FF2B5EF4-FFF2-40B4-BE49-F238E27FC236}">
                <a16:creationId xmlns:a16="http://schemas.microsoft.com/office/drawing/2014/main" id="{48E5634A-8644-334E-B6CE-0FE35463A20C}"/>
              </a:ext>
            </a:extLst>
          </p:cNvPr>
          <p:cNvSpPr/>
          <p:nvPr/>
        </p:nvSpPr>
        <p:spPr>
          <a:xfrm>
            <a:off x="9939669" y="5996702"/>
            <a:ext cx="1401963" cy="184666"/>
          </a:xfrm>
          <a:prstGeom prst="rect">
            <a:avLst/>
          </a:prstGeom>
          <a:noFill/>
          <a:ln/>
        </p:spPr>
        <p:txBody>
          <a:bodyPr wrap="square" lIns="0" tIns="0" rIns="0" bIns="0" rtlCol="0" anchor="t">
            <a:spAutoFit/>
          </a:bodyPr>
          <a:lstStyle/>
          <a:p>
            <a:pPr algn="ctr"/>
            <a:r>
              <a:rPr lang="en-US" sz="1200"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教育平台</a:t>
            </a:r>
          </a:p>
        </p:txBody>
      </p:sp>
      <p:sp>
        <p:nvSpPr>
          <p:cNvPr id="213" name="Object82">
            <a:extLst>
              <a:ext uri="{FF2B5EF4-FFF2-40B4-BE49-F238E27FC236}">
                <a16:creationId xmlns:a16="http://schemas.microsoft.com/office/drawing/2014/main" id="{B3E6BFCE-17A2-5140-A93C-80D7B223E6C6}"/>
              </a:ext>
            </a:extLst>
          </p:cNvPr>
          <p:cNvSpPr/>
          <p:nvPr/>
        </p:nvSpPr>
        <p:spPr>
          <a:xfrm>
            <a:off x="5911512" y="4649526"/>
            <a:ext cx="1393467" cy="1206292"/>
          </a:xfrm>
          <a:prstGeom prst="rect">
            <a:avLst/>
          </a:prstGeom>
          <a:noFill/>
          <a:ln/>
        </p:spPr>
        <p:txBody>
          <a:bodyPr wrap="square" lIns="0" tIns="0" rIns="0" bIns="0" rtlCol="0" anchor="ctr">
            <a:spAutoFit/>
          </a:bodyPr>
          <a:lstStyle/>
          <a:p>
            <a:pPr>
              <a:lnSpc>
                <a:spcPct val="150000"/>
              </a:lnSpc>
            </a:pPr>
            <a:r>
              <a:rPr lang="en-US" sz="1067" dirty="0">
                <a:solidFill>
                  <a:srgbClr val="666666"/>
                </a:solidFill>
                <a:latin typeface="阿里巴巴普惠体 2.0 45 Light" panose="00020600040101010101" pitchFamily="18" charset="-122"/>
                <a:ea typeface="阿里巴巴普惠体 2.0 45 Light" panose="00020600040101010101" pitchFamily="18" charset="-122"/>
                <a:cs typeface="OPPOSans R" pitchFamily="18" charset="-122"/>
              </a:rPr>
              <a:t>数字化合格评定研究
前沿建筑技术研究
智慧监管政策研究
资产金融化研究
……</a:t>
            </a:r>
            <a:endParaRPr lang="en-US" sz="1067" dirty="0">
              <a:latin typeface="阿里巴巴普惠体 2.0 45 Light" panose="00020600040101010101" pitchFamily="18" charset="-122"/>
              <a:ea typeface="阿里巴巴普惠体 2.0 45 Light" panose="00020600040101010101" pitchFamily="18" charset="-122"/>
              <a:cs typeface="OPPOSans R" pitchFamily="18" charset="-122"/>
            </a:endParaRPr>
          </a:p>
        </p:txBody>
      </p:sp>
      <p:sp>
        <p:nvSpPr>
          <p:cNvPr id="8" name="Object 50" descr="preencoded.png">
            <a:extLst>
              <a:ext uri="{FF2B5EF4-FFF2-40B4-BE49-F238E27FC236}">
                <a16:creationId xmlns:a16="http://schemas.microsoft.com/office/drawing/2014/main" id="{75CA902B-795A-A848-8E3A-30A258929C30}"/>
              </a:ext>
            </a:extLst>
          </p:cNvPr>
          <p:cNvSpPr/>
          <p:nvPr/>
        </p:nvSpPr>
        <p:spPr>
          <a:xfrm>
            <a:off x="5507941" y="4694095"/>
            <a:ext cx="240999" cy="1172304"/>
          </a:xfrm>
          <a:custGeom>
            <a:avLst/>
            <a:gdLst>
              <a:gd name="connsiteX0" fmla="*/ 180749 w 180749"/>
              <a:gd name="connsiteY0" fmla="*/ 0 h 879228"/>
              <a:gd name="connsiteX1" fmla="*/ 0 w 180749"/>
              <a:gd name="connsiteY1" fmla="*/ 0 h 879228"/>
              <a:gd name="connsiteX2" fmla="*/ 0 w 180749"/>
              <a:gd name="connsiteY2" fmla="*/ 879228 h 879228"/>
              <a:gd name="connsiteX3" fmla="*/ 180749 w 180749"/>
              <a:gd name="connsiteY3" fmla="*/ 879228 h 879228"/>
            </a:gdLst>
            <a:ahLst/>
            <a:cxnLst>
              <a:cxn ang="0">
                <a:pos x="connsiteX0" y="connsiteY0"/>
              </a:cxn>
              <a:cxn ang="0">
                <a:pos x="connsiteX1" y="connsiteY1"/>
              </a:cxn>
              <a:cxn ang="0">
                <a:pos x="connsiteX2" y="connsiteY2"/>
              </a:cxn>
              <a:cxn ang="0">
                <a:pos x="connsiteX3" y="connsiteY3"/>
              </a:cxn>
            </a:cxnLst>
            <a:rect l="l" t="t" r="r" b="b"/>
            <a:pathLst>
              <a:path w="180749" h="879228">
                <a:moveTo>
                  <a:pt x="180749" y="0"/>
                </a:moveTo>
                <a:lnTo>
                  <a:pt x="0" y="0"/>
                </a:lnTo>
                <a:lnTo>
                  <a:pt x="0" y="879228"/>
                </a:lnTo>
                <a:lnTo>
                  <a:pt x="180749" y="879228"/>
                </a:lnTo>
              </a:path>
            </a:pathLst>
          </a:custGeom>
          <a:noFill/>
          <a:ln w="6350" cap="flat">
            <a:solidFill>
              <a:srgbClr val="7F7F7F"/>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endParaRPr>
          </a:p>
        </p:txBody>
      </p:sp>
      <p:sp>
        <p:nvSpPr>
          <p:cNvPr id="24" name="Object 50" descr="preencoded.png">
            <a:extLst>
              <a:ext uri="{FF2B5EF4-FFF2-40B4-BE49-F238E27FC236}">
                <a16:creationId xmlns:a16="http://schemas.microsoft.com/office/drawing/2014/main" id="{75CA902B-795A-A848-8E3A-30A258929C30}"/>
              </a:ext>
            </a:extLst>
          </p:cNvPr>
          <p:cNvSpPr/>
          <p:nvPr/>
        </p:nvSpPr>
        <p:spPr>
          <a:xfrm>
            <a:off x="5307109" y="5293177"/>
            <a:ext cx="200831" cy="8619"/>
          </a:xfrm>
          <a:custGeom>
            <a:avLst/>
            <a:gdLst>
              <a:gd name="connsiteX0" fmla="*/ 0 w 150623"/>
              <a:gd name="connsiteY0" fmla="*/ 0 h 6464"/>
              <a:gd name="connsiteX1" fmla="*/ 150624 w 150623"/>
              <a:gd name="connsiteY1" fmla="*/ 0 h 6464"/>
            </a:gdLst>
            <a:ahLst/>
            <a:cxnLst>
              <a:cxn ang="0">
                <a:pos x="connsiteX0" y="connsiteY0"/>
              </a:cxn>
              <a:cxn ang="0">
                <a:pos x="connsiteX1" y="connsiteY1"/>
              </a:cxn>
            </a:cxnLst>
            <a:rect l="l" t="t" r="r" b="b"/>
            <a:pathLst>
              <a:path w="150623" h="6464">
                <a:moveTo>
                  <a:pt x="0" y="0"/>
                </a:moveTo>
                <a:lnTo>
                  <a:pt x="150624" y="0"/>
                </a:lnTo>
              </a:path>
            </a:pathLst>
          </a:custGeom>
          <a:ln w="6350" cap="flat">
            <a:solidFill>
              <a:srgbClr val="7F7F7F"/>
            </a:solidFill>
            <a:prstDash val="solid"/>
            <a:miter/>
          </a:ln>
        </p:spPr>
        <p:txBody>
          <a:bodyPr rtlCol="0" anchor="ctr"/>
          <a:lstStyle/>
          <a:p>
            <a:endParaRPr lang="zh-CN" altLang="en-US" sz="2400">
              <a:latin typeface="阿里巴巴普惠体 2.0 45 Light" panose="00020600040101010101" pitchFamily="18" charset="-122"/>
              <a:ea typeface="阿里巴巴普惠体 2.0 45 Light" panose="00020600040101010101" pitchFamily="18" charset="-122"/>
            </a:endParaRPr>
          </a:p>
        </p:txBody>
      </p:sp>
      <p:sp>
        <p:nvSpPr>
          <p:cNvPr id="227" name="圆角矩形 226">
            <a:extLst>
              <a:ext uri="{FF2B5EF4-FFF2-40B4-BE49-F238E27FC236}">
                <a16:creationId xmlns:a16="http://schemas.microsoft.com/office/drawing/2014/main" id="{D8302056-83C1-2D42-A8AE-4920613BEC88}"/>
              </a:ext>
            </a:extLst>
          </p:cNvPr>
          <p:cNvSpPr/>
          <p:nvPr/>
        </p:nvSpPr>
        <p:spPr>
          <a:xfrm>
            <a:off x="5271241" y="2736589"/>
            <a:ext cx="1616187" cy="390984"/>
          </a:xfrm>
          <a:prstGeom prst="roundRect">
            <a:avLst>
              <a:gd name="adj" fmla="val 781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tx1"/>
              </a:solidFill>
            </a:endParaRPr>
          </a:p>
        </p:txBody>
      </p:sp>
      <p:sp>
        <p:nvSpPr>
          <p:cNvPr id="186" name="Object55">
            <a:extLst>
              <a:ext uri="{FF2B5EF4-FFF2-40B4-BE49-F238E27FC236}">
                <a16:creationId xmlns:a16="http://schemas.microsoft.com/office/drawing/2014/main" id="{B44DE4F5-24C5-C04C-9E42-5D380DBFD7E5}"/>
              </a:ext>
            </a:extLst>
          </p:cNvPr>
          <p:cNvSpPr/>
          <p:nvPr/>
        </p:nvSpPr>
        <p:spPr>
          <a:xfrm>
            <a:off x="5437831" y="2838813"/>
            <a:ext cx="1283008" cy="205121"/>
          </a:xfrm>
          <a:prstGeom prst="rect">
            <a:avLst/>
          </a:prstGeom>
          <a:noFill/>
          <a:ln/>
        </p:spPr>
        <p:txBody>
          <a:bodyPr wrap="square" lIns="0" tIns="0" rIns="0" bIns="0" rtlCol="0" anchor="t">
            <a:spAutoFit/>
          </a:bodyPr>
          <a:lstStyle/>
          <a:p>
            <a:pPr algn="ctr"/>
            <a:r>
              <a:rPr lang="en-US" sz="1333" dirty="0">
                <a:solidFill>
                  <a:schemeClr val="accent1">
                    <a:lumMod val="100000"/>
                  </a:schemeClr>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中心主任</a:t>
            </a:r>
          </a:p>
        </p:txBody>
      </p:sp>
      <p:sp>
        <p:nvSpPr>
          <p:cNvPr id="90" name="文本框 89">
            <a:extLst>
              <a:ext uri="{FF2B5EF4-FFF2-40B4-BE49-F238E27FC236}">
                <a16:creationId xmlns:a16="http://schemas.microsoft.com/office/drawing/2014/main" id="{37FCF5B3-D365-D043-8D1E-1800303B07A5}"/>
              </a:ext>
            </a:extLst>
          </p:cNvPr>
          <p:cNvSpPr txBox="1"/>
          <p:nvPr/>
        </p:nvSpPr>
        <p:spPr>
          <a:xfrm>
            <a:off x="567439" y="670754"/>
            <a:ext cx="1467068" cy="477054"/>
          </a:xfrm>
          <a:prstGeom prst="rect">
            <a:avLst/>
          </a:prstGeom>
          <a:noFill/>
        </p:spPr>
        <p:txBody>
          <a:bodyPr wrap="none" rtlCol="0">
            <a:spAutoFit/>
          </a:bodyPr>
          <a:lstStyle>
            <a:defPPr>
              <a:defRPr lang="zh-CN"/>
            </a:defPPr>
            <a:lvl1pPr>
              <a:defRPr sz="2500" b="1">
                <a:solidFill>
                  <a:srgbClr val="3A50FB"/>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组织机制</a:t>
            </a:r>
          </a:p>
        </p:txBody>
      </p:sp>
      <p:sp>
        <p:nvSpPr>
          <p:cNvPr id="91" name="文本框 90">
            <a:extLst>
              <a:ext uri="{FF2B5EF4-FFF2-40B4-BE49-F238E27FC236}">
                <a16:creationId xmlns:a16="http://schemas.microsoft.com/office/drawing/2014/main" id="{F8C67F68-29E7-0645-B0F0-B387906AD102}"/>
              </a:ext>
            </a:extLst>
          </p:cNvPr>
          <p:cNvSpPr txBox="1"/>
          <p:nvPr/>
        </p:nvSpPr>
        <p:spPr>
          <a:xfrm>
            <a:off x="593944" y="460778"/>
            <a:ext cx="1980029" cy="276999"/>
          </a:xfrm>
          <a:prstGeom prst="rect">
            <a:avLst/>
          </a:prstGeom>
          <a:noFill/>
        </p:spPr>
        <p:txBody>
          <a:bodyPr wrap="none" rtlCol="0">
            <a:spAutoFit/>
          </a:bodyPr>
          <a:lstStyle>
            <a:defPPr>
              <a:defRPr lang="zh-CN"/>
            </a:defPPr>
            <a:lvl1pPr>
              <a:defRPr kumimoji="1" sz="1200">
                <a:solidFill>
                  <a:srgbClr val="8A8A8A"/>
                </a:solidFill>
                <a:latin typeface="MiSans" pitchFamily="2" charset="-122"/>
                <a:ea typeface="MiSans" pitchFamily="2" charset="-122"/>
                <a:cs typeface="OPPOSans R" pitchFamily="18" charset="-122"/>
              </a:defRPr>
            </a:lvl1pPr>
          </a:lstStyle>
          <a:p>
            <a:r>
              <a:rPr lang="en-US" altLang="zh-CN" dirty="0">
                <a:latin typeface="阿里巴巴普惠体 2.0 45 Light" panose="00020600040101010101" pitchFamily="18" charset="-122"/>
                <a:ea typeface="阿里巴巴普惠体 2.0 45 Light" panose="00020600040101010101" pitchFamily="18" charset="-122"/>
              </a:rPr>
              <a:t>Organization mechanism</a:t>
            </a:r>
            <a:endParaRPr lang="zh-CN" altLang="en-US" dirty="0">
              <a:latin typeface="阿里巴巴普惠体 2.0 45 Light" panose="00020600040101010101" pitchFamily="18" charset="-122"/>
              <a:ea typeface="阿里巴巴普惠体 2.0 45 Light" panose="00020600040101010101" pitchFamily="18" charset="-122"/>
            </a:endParaRPr>
          </a:p>
        </p:txBody>
      </p:sp>
    </p:spTree>
    <p:extLst>
      <p:ext uri="{BB962C8B-B14F-4D97-AF65-F5344CB8AC3E}">
        <p14:creationId xmlns:p14="http://schemas.microsoft.com/office/powerpoint/2010/main" val="3407675952"/>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a:extLst>
              <a:ext uri="{FF2B5EF4-FFF2-40B4-BE49-F238E27FC236}">
                <a16:creationId xmlns:a16="http://schemas.microsoft.com/office/drawing/2014/main" id="{7997A20E-62D8-0A4B-9256-CCAED076C2FF}"/>
              </a:ext>
            </a:extLst>
          </p:cNvPr>
          <p:cNvSpPr txBox="1"/>
          <p:nvPr/>
        </p:nvSpPr>
        <p:spPr>
          <a:xfrm>
            <a:off x="543433" y="805688"/>
            <a:ext cx="21082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产品功能矩阵</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a:extLst>
              <a:ext uri="{FF2B5EF4-FFF2-40B4-BE49-F238E27FC236}">
                <a16:creationId xmlns:a16="http://schemas.microsoft.com/office/drawing/2014/main" id="{42018217-8679-2C4E-80FA-5F0344BF289A}"/>
              </a:ext>
            </a:extLst>
          </p:cNvPr>
          <p:cNvSpPr txBox="1"/>
          <p:nvPr/>
        </p:nvSpPr>
        <p:spPr>
          <a:xfrm>
            <a:off x="543433" y="604070"/>
            <a:ext cx="1850186"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Product Function Matrix</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28" name="任意多边形: 形状 127">
            <a:extLst>
              <a:ext uri="{FF2B5EF4-FFF2-40B4-BE49-F238E27FC236}">
                <a16:creationId xmlns:a16="http://schemas.microsoft.com/office/drawing/2014/main" id="{298E3DE0-0160-C427-DAA1-A27FC85238BD}"/>
              </a:ext>
            </a:extLst>
          </p:cNvPr>
          <p:cNvSpPr/>
          <p:nvPr/>
        </p:nvSpPr>
        <p:spPr>
          <a:xfrm>
            <a:off x="635000" y="3848100"/>
            <a:ext cx="10922000" cy="933450"/>
          </a:xfrm>
          <a:custGeom>
            <a:avLst/>
            <a:gdLst>
              <a:gd name="connsiteX0" fmla="*/ 0 w 10922000"/>
              <a:gd name="connsiteY0" fmla="*/ 0 h 933450"/>
              <a:gd name="connsiteX1" fmla="*/ 10922000 w 10922000"/>
              <a:gd name="connsiteY1" fmla="*/ 0 h 933450"/>
              <a:gd name="connsiteX2" fmla="*/ 10922000 w 10922000"/>
              <a:gd name="connsiteY2" fmla="*/ 933450 h 933450"/>
              <a:gd name="connsiteX3" fmla="*/ 0 w 10922000"/>
              <a:gd name="connsiteY3" fmla="*/ 933450 h 933450"/>
              <a:gd name="connsiteX4" fmla="*/ 0 w 10922000"/>
              <a:gd name="connsiteY4" fmla="*/ 0 h 93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933450">
                <a:moveTo>
                  <a:pt x="0" y="0"/>
                </a:moveTo>
                <a:lnTo>
                  <a:pt x="10922000" y="0"/>
                </a:lnTo>
                <a:lnTo>
                  <a:pt x="10922000" y="933450"/>
                </a:lnTo>
                <a:lnTo>
                  <a:pt x="0" y="9334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29" name="任意多边形: 形状 128">
            <a:extLst>
              <a:ext uri="{FF2B5EF4-FFF2-40B4-BE49-F238E27FC236}">
                <a16:creationId xmlns:a16="http://schemas.microsoft.com/office/drawing/2014/main" id="{B1C54B2E-9ADB-5133-4696-BA66EE29CC53}"/>
              </a:ext>
            </a:extLst>
          </p:cNvPr>
          <p:cNvSpPr/>
          <p:nvPr/>
        </p:nvSpPr>
        <p:spPr>
          <a:xfrm>
            <a:off x="635000" y="3844925"/>
            <a:ext cx="10922000" cy="939800"/>
          </a:xfrm>
          <a:custGeom>
            <a:avLst/>
            <a:gdLst>
              <a:gd name="connsiteX0" fmla="*/ 0 w 10922000"/>
              <a:gd name="connsiteY0" fmla="*/ 939800 h 939800"/>
              <a:gd name="connsiteX1" fmla="*/ 25279 w 10922000"/>
              <a:gd name="connsiteY1" fmla="*/ 939800 h 939800"/>
              <a:gd name="connsiteX2" fmla="*/ 25279 w 10922000"/>
              <a:gd name="connsiteY2" fmla="*/ 933450 h 939800"/>
              <a:gd name="connsiteX3" fmla="*/ 0 w 10922000"/>
              <a:gd name="connsiteY3" fmla="*/ 933450 h 939800"/>
              <a:gd name="connsiteX4" fmla="*/ 0 w 10922000"/>
              <a:gd name="connsiteY4" fmla="*/ 939800 h 939800"/>
              <a:gd name="connsiteX5" fmla="*/ 75844 w 10922000"/>
              <a:gd name="connsiteY5" fmla="*/ 939800 h 939800"/>
              <a:gd name="connsiteX6" fmla="*/ 126409 w 10922000"/>
              <a:gd name="connsiteY6" fmla="*/ 939800 h 939800"/>
              <a:gd name="connsiteX7" fmla="*/ 126409 w 10922000"/>
              <a:gd name="connsiteY7" fmla="*/ 933450 h 939800"/>
              <a:gd name="connsiteX8" fmla="*/ 75844 w 10922000"/>
              <a:gd name="connsiteY8" fmla="*/ 933450 h 939800"/>
              <a:gd name="connsiteX9" fmla="*/ 75844 w 10922000"/>
              <a:gd name="connsiteY9" fmla="*/ 939800 h 939800"/>
              <a:gd name="connsiteX10" fmla="*/ 176975 w 10922000"/>
              <a:gd name="connsiteY10" fmla="*/ 939800 h 939800"/>
              <a:gd name="connsiteX11" fmla="*/ 227540 w 10922000"/>
              <a:gd name="connsiteY11" fmla="*/ 939800 h 939800"/>
              <a:gd name="connsiteX12" fmla="*/ 227540 w 10922000"/>
              <a:gd name="connsiteY12" fmla="*/ 933450 h 939800"/>
              <a:gd name="connsiteX13" fmla="*/ 176975 w 10922000"/>
              <a:gd name="connsiteY13" fmla="*/ 933450 h 939800"/>
              <a:gd name="connsiteX14" fmla="*/ 176975 w 10922000"/>
              <a:gd name="connsiteY14" fmla="*/ 939800 h 939800"/>
              <a:gd name="connsiteX15" fmla="*/ 278105 w 10922000"/>
              <a:gd name="connsiteY15" fmla="*/ 939800 h 939800"/>
              <a:gd name="connsiteX16" fmla="*/ 328670 w 10922000"/>
              <a:gd name="connsiteY16" fmla="*/ 939800 h 939800"/>
              <a:gd name="connsiteX17" fmla="*/ 328670 w 10922000"/>
              <a:gd name="connsiteY17" fmla="*/ 933450 h 939800"/>
              <a:gd name="connsiteX18" fmla="*/ 278105 w 10922000"/>
              <a:gd name="connsiteY18" fmla="*/ 933450 h 939800"/>
              <a:gd name="connsiteX19" fmla="*/ 278105 w 10922000"/>
              <a:gd name="connsiteY19" fmla="*/ 939800 h 939800"/>
              <a:gd name="connsiteX20" fmla="*/ 379235 w 10922000"/>
              <a:gd name="connsiteY20" fmla="*/ 939800 h 939800"/>
              <a:gd name="connsiteX21" fmla="*/ 429800 w 10922000"/>
              <a:gd name="connsiteY21" fmla="*/ 939800 h 939800"/>
              <a:gd name="connsiteX22" fmla="*/ 429800 w 10922000"/>
              <a:gd name="connsiteY22" fmla="*/ 933450 h 939800"/>
              <a:gd name="connsiteX23" fmla="*/ 379235 w 10922000"/>
              <a:gd name="connsiteY23" fmla="*/ 933450 h 939800"/>
              <a:gd name="connsiteX24" fmla="*/ 379235 w 10922000"/>
              <a:gd name="connsiteY24" fmla="*/ 939800 h 939800"/>
              <a:gd name="connsiteX25" fmla="*/ 480365 w 10922000"/>
              <a:gd name="connsiteY25" fmla="*/ 939800 h 939800"/>
              <a:gd name="connsiteX26" fmla="*/ 530930 w 10922000"/>
              <a:gd name="connsiteY26" fmla="*/ 939800 h 939800"/>
              <a:gd name="connsiteX27" fmla="*/ 530930 w 10922000"/>
              <a:gd name="connsiteY27" fmla="*/ 933450 h 939800"/>
              <a:gd name="connsiteX28" fmla="*/ 480365 w 10922000"/>
              <a:gd name="connsiteY28" fmla="*/ 933450 h 939800"/>
              <a:gd name="connsiteX29" fmla="*/ 480365 w 10922000"/>
              <a:gd name="connsiteY29" fmla="*/ 939800 h 939800"/>
              <a:gd name="connsiteX30" fmla="*/ 581495 w 10922000"/>
              <a:gd name="connsiteY30" fmla="*/ 939800 h 939800"/>
              <a:gd name="connsiteX31" fmla="*/ 632060 w 10922000"/>
              <a:gd name="connsiteY31" fmla="*/ 939800 h 939800"/>
              <a:gd name="connsiteX32" fmla="*/ 632060 w 10922000"/>
              <a:gd name="connsiteY32" fmla="*/ 933450 h 939800"/>
              <a:gd name="connsiteX33" fmla="*/ 581495 w 10922000"/>
              <a:gd name="connsiteY33" fmla="*/ 933450 h 939800"/>
              <a:gd name="connsiteX34" fmla="*/ 581495 w 10922000"/>
              <a:gd name="connsiteY34" fmla="*/ 939800 h 939800"/>
              <a:gd name="connsiteX35" fmla="*/ 682625 w 10922000"/>
              <a:gd name="connsiteY35" fmla="*/ 939800 h 939800"/>
              <a:gd name="connsiteX36" fmla="*/ 733190 w 10922000"/>
              <a:gd name="connsiteY36" fmla="*/ 939800 h 939800"/>
              <a:gd name="connsiteX37" fmla="*/ 733190 w 10922000"/>
              <a:gd name="connsiteY37" fmla="*/ 933450 h 939800"/>
              <a:gd name="connsiteX38" fmla="*/ 682625 w 10922000"/>
              <a:gd name="connsiteY38" fmla="*/ 933450 h 939800"/>
              <a:gd name="connsiteX39" fmla="*/ 682625 w 10922000"/>
              <a:gd name="connsiteY39" fmla="*/ 939800 h 939800"/>
              <a:gd name="connsiteX40" fmla="*/ 783755 w 10922000"/>
              <a:gd name="connsiteY40" fmla="*/ 939800 h 939800"/>
              <a:gd name="connsiteX41" fmla="*/ 834320 w 10922000"/>
              <a:gd name="connsiteY41" fmla="*/ 939800 h 939800"/>
              <a:gd name="connsiteX42" fmla="*/ 834320 w 10922000"/>
              <a:gd name="connsiteY42" fmla="*/ 933450 h 939800"/>
              <a:gd name="connsiteX43" fmla="*/ 783755 w 10922000"/>
              <a:gd name="connsiteY43" fmla="*/ 933450 h 939800"/>
              <a:gd name="connsiteX44" fmla="*/ 783755 w 10922000"/>
              <a:gd name="connsiteY44" fmla="*/ 939800 h 939800"/>
              <a:gd name="connsiteX45" fmla="*/ 884885 w 10922000"/>
              <a:gd name="connsiteY45" fmla="*/ 939800 h 939800"/>
              <a:gd name="connsiteX46" fmla="*/ 935450 w 10922000"/>
              <a:gd name="connsiteY46" fmla="*/ 939800 h 939800"/>
              <a:gd name="connsiteX47" fmla="*/ 935450 w 10922000"/>
              <a:gd name="connsiteY47" fmla="*/ 933450 h 939800"/>
              <a:gd name="connsiteX48" fmla="*/ 884885 w 10922000"/>
              <a:gd name="connsiteY48" fmla="*/ 933450 h 939800"/>
              <a:gd name="connsiteX49" fmla="*/ 884885 w 10922000"/>
              <a:gd name="connsiteY49" fmla="*/ 939800 h 939800"/>
              <a:gd name="connsiteX50" fmla="*/ 986015 w 10922000"/>
              <a:gd name="connsiteY50" fmla="*/ 939800 h 939800"/>
              <a:gd name="connsiteX51" fmla="*/ 1036580 w 10922000"/>
              <a:gd name="connsiteY51" fmla="*/ 939800 h 939800"/>
              <a:gd name="connsiteX52" fmla="*/ 1036580 w 10922000"/>
              <a:gd name="connsiteY52" fmla="*/ 933450 h 939800"/>
              <a:gd name="connsiteX53" fmla="*/ 986015 w 10922000"/>
              <a:gd name="connsiteY53" fmla="*/ 933450 h 939800"/>
              <a:gd name="connsiteX54" fmla="*/ 986015 w 10922000"/>
              <a:gd name="connsiteY54" fmla="*/ 939800 h 939800"/>
              <a:gd name="connsiteX55" fmla="*/ 1087146 w 10922000"/>
              <a:gd name="connsiteY55" fmla="*/ 939800 h 939800"/>
              <a:gd name="connsiteX56" fmla="*/ 1137710 w 10922000"/>
              <a:gd name="connsiteY56" fmla="*/ 939800 h 939800"/>
              <a:gd name="connsiteX57" fmla="*/ 1137710 w 10922000"/>
              <a:gd name="connsiteY57" fmla="*/ 933450 h 939800"/>
              <a:gd name="connsiteX58" fmla="*/ 1087146 w 10922000"/>
              <a:gd name="connsiteY58" fmla="*/ 933450 h 939800"/>
              <a:gd name="connsiteX59" fmla="*/ 1087146 w 10922000"/>
              <a:gd name="connsiteY59" fmla="*/ 939800 h 939800"/>
              <a:gd name="connsiteX60" fmla="*/ 1188276 w 10922000"/>
              <a:gd name="connsiteY60" fmla="*/ 939800 h 939800"/>
              <a:gd name="connsiteX61" fmla="*/ 1238841 w 10922000"/>
              <a:gd name="connsiteY61" fmla="*/ 939800 h 939800"/>
              <a:gd name="connsiteX62" fmla="*/ 1238841 w 10922000"/>
              <a:gd name="connsiteY62" fmla="*/ 933450 h 939800"/>
              <a:gd name="connsiteX63" fmla="*/ 1188276 w 10922000"/>
              <a:gd name="connsiteY63" fmla="*/ 933450 h 939800"/>
              <a:gd name="connsiteX64" fmla="*/ 1188276 w 10922000"/>
              <a:gd name="connsiteY64" fmla="*/ 939800 h 939800"/>
              <a:gd name="connsiteX65" fmla="*/ 1289406 w 10922000"/>
              <a:gd name="connsiteY65" fmla="*/ 939800 h 939800"/>
              <a:gd name="connsiteX66" fmla="*/ 1339971 w 10922000"/>
              <a:gd name="connsiteY66" fmla="*/ 939800 h 939800"/>
              <a:gd name="connsiteX67" fmla="*/ 1339971 w 10922000"/>
              <a:gd name="connsiteY67" fmla="*/ 933450 h 939800"/>
              <a:gd name="connsiteX68" fmla="*/ 1289406 w 10922000"/>
              <a:gd name="connsiteY68" fmla="*/ 933450 h 939800"/>
              <a:gd name="connsiteX69" fmla="*/ 1289406 w 10922000"/>
              <a:gd name="connsiteY69" fmla="*/ 939800 h 939800"/>
              <a:gd name="connsiteX70" fmla="*/ 1390536 w 10922000"/>
              <a:gd name="connsiteY70" fmla="*/ 939800 h 939800"/>
              <a:gd name="connsiteX71" fmla="*/ 1441101 w 10922000"/>
              <a:gd name="connsiteY71" fmla="*/ 939800 h 939800"/>
              <a:gd name="connsiteX72" fmla="*/ 1441101 w 10922000"/>
              <a:gd name="connsiteY72" fmla="*/ 933450 h 939800"/>
              <a:gd name="connsiteX73" fmla="*/ 1390536 w 10922000"/>
              <a:gd name="connsiteY73" fmla="*/ 933450 h 939800"/>
              <a:gd name="connsiteX74" fmla="*/ 1390536 w 10922000"/>
              <a:gd name="connsiteY74" fmla="*/ 939800 h 939800"/>
              <a:gd name="connsiteX75" fmla="*/ 1491660 w 10922000"/>
              <a:gd name="connsiteY75" fmla="*/ 939800 h 939800"/>
              <a:gd name="connsiteX76" fmla="*/ 1542225 w 10922000"/>
              <a:gd name="connsiteY76" fmla="*/ 939800 h 939800"/>
              <a:gd name="connsiteX77" fmla="*/ 1542225 w 10922000"/>
              <a:gd name="connsiteY77" fmla="*/ 933450 h 939800"/>
              <a:gd name="connsiteX78" fmla="*/ 1491660 w 10922000"/>
              <a:gd name="connsiteY78" fmla="*/ 933450 h 939800"/>
              <a:gd name="connsiteX79" fmla="*/ 1491660 w 10922000"/>
              <a:gd name="connsiteY79" fmla="*/ 939800 h 939800"/>
              <a:gd name="connsiteX80" fmla="*/ 1592790 w 10922000"/>
              <a:gd name="connsiteY80" fmla="*/ 939800 h 939800"/>
              <a:gd name="connsiteX81" fmla="*/ 1643355 w 10922000"/>
              <a:gd name="connsiteY81" fmla="*/ 939800 h 939800"/>
              <a:gd name="connsiteX82" fmla="*/ 1643355 w 10922000"/>
              <a:gd name="connsiteY82" fmla="*/ 933450 h 939800"/>
              <a:gd name="connsiteX83" fmla="*/ 1592790 w 10922000"/>
              <a:gd name="connsiteY83" fmla="*/ 933450 h 939800"/>
              <a:gd name="connsiteX84" fmla="*/ 1592790 w 10922000"/>
              <a:gd name="connsiteY84" fmla="*/ 939800 h 939800"/>
              <a:gd name="connsiteX85" fmla="*/ 1693920 w 10922000"/>
              <a:gd name="connsiteY85" fmla="*/ 939800 h 939800"/>
              <a:gd name="connsiteX86" fmla="*/ 1744485 w 10922000"/>
              <a:gd name="connsiteY86" fmla="*/ 939800 h 939800"/>
              <a:gd name="connsiteX87" fmla="*/ 1744485 w 10922000"/>
              <a:gd name="connsiteY87" fmla="*/ 933450 h 939800"/>
              <a:gd name="connsiteX88" fmla="*/ 1693920 w 10922000"/>
              <a:gd name="connsiteY88" fmla="*/ 933450 h 939800"/>
              <a:gd name="connsiteX89" fmla="*/ 1693920 w 10922000"/>
              <a:gd name="connsiteY89" fmla="*/ 939800 h 939800"/>
              <a:gd name="connsiteX90" fmla="*/ 1795050 w 10922000"/>
              <a:gd name="connsiteY90" fmla="*/ 939800 h 939800"/>
              <a:gd name="connsiteX91" fmla="*/ 1845615 w 10922000"/>
              <a:gd name="connsiteY91" fmla="*/ 939800 h 939800"/>
              <a:gd name="connsiteX92" fmla="*/ 1845615 w 10922000"/>
              <a:gd name="connsiteY92" fmla="*/ 933450 h 939800"/>
              <a:gd name="connsiteX93" fmla="*/ 1795050 w 10922000"/>
              <a:gd name="connsiteY93" fmla="*/ 933450 h 939800"/>
              <a:gd name="connsiteX94" fmla="*/ 1795050 w 10922000"/>
              <a:gd name="connsiteY94" fmla="*/ 939800 h 939800"/>
              <a:gd name="connsiteX95" fmla="*/ 1896180 w 10922000"/>
              <a:gd name="connsiteY95" fmla="*/ 939800 h 939800"/>
              <a:gd name="connsiteX96" fmla="*/ 1946745 w 10922000"/>
              <a:gd name="connsiteY96" fmla="*/ 939800 h 939800"/>
              <a:gd name="connsiteX97" fmla="*/ 1946745 w 10922000"/>
              <a:gd name="connsiteY97" fmla="*/ 933450 h 939800"/>
              <a:gd name="connsiteX98" fmla="*/ 1896180 w 10922000"/>
              <a:gd name="connsiteY98" fmla="*/ 933450 h 939800"/>
              <a:gd name="connsiteX99" fmla="*/ 1896180 w 10922000"/>
              <a:gd name="connsiteY99" fmla="*/ 939800 h 939800"/>
              <a:gd name="connsiteX100" fmla="*/ 1997310 w 10922000"/>
              <a:gd name="connsiteY100" fmla="*/ 939800 h 939800"/>
              <a:gd name="connsiteX101" fmla="*/ 2047875 w 10922000"/>
              <a:gd name="connsiteY101" fmla="*/ 939800 h 939800"/>
              <a:gd name="connsiteX102" fmla="*/ 2047875 w 10922000"/>
              <a:gd name="connsiteY102" fmla="*/ 933450 h 939800"/>
              <a:gd name="connsiteX103" fmla="*/ 1997310 w 10922000"/>
              <a:gd name="connsiteY103" fmla="*/ 933450 h 939800"/>
              <a:gd name="connsiteX104" fmla="*/ 1997310 w 10922000"/>
              <a:gd name="connsiteY104" fmla="*/ 939800 h 939800"/>
              <a:gd name="connsiteX105" fmla="*/ 2098440 w 10922000"/>
              <a:gd name="connsiteY105" fmla="*/ 939800 h 939800"/>
              <a:gd name="connsiteX106" fmla="*/ 2149005 w 10922000"/>
              <a:gd name="connsiteY106" fmla="*/ 939800 h 939800"/>
              <a:gd name="connsiteX107" fmla="*/ 2149005 w 10922000"/>
              <a:gd name="connsiteY107" fmla="*/ 933450 h 939800"/>
              <a:gd name="connsiteX108" fmla="*/ 2098440 w 10922000"/>
              <a:gd name="connsiteY108" fmla="*/ 933450 h 939800"/>
              <a:gd name="connsiteX109" fmla="*/ 2098440 w 10922000"/>
              <a:gd name="connsiteY109" fmla="*/ 939800 h 939800"/>
              <a:gd name="connsiteX110" fmla="*/ 2199570 w 10922000"/>
              <a:gd name="connsiteY110" fmla="*/ 939800 h 939800"/>
              <a:gd name="connsiteX111" fmla="*/ 2250135 w 10922000"/>
              <a:gd name="connsiteY111" fmla="*/ 939800 h 939800"/>
              <a:gd name="connsiteX112" fmla="*/ 2250135 w 10922000"/>
              <a:gd name="connsiteY112" fmla="*/ 933450 h 939800"/>
              <a:gd name="connsiteX113" fmla="*/ 2199570 w 10922000"/>
              <a:gd name="connsiteY113" fmla="*/ 933450 h 939800"/>
              <a:gd name="connsiteX114" fmla="*/ 2199570 w 10922000"/>
              <a:gd name="connsiteY114" fmla="*/ 939800 h 939800"/>
              <a:gd name="connsiteX115" fmla="*/ 2300700 w 10922000"/>
              <a:gd name="connsiteY115" fmla="*/ 939800 h 939800"/>
              <a:gd name="connsiteX116" fmla="*/ 2351266 w 10922000"/>
              <a:gd name="connsiteY116" fmla="*/ 939800 h 939800"/>
              <a:gd name="connsiteX117" fmla="*/ 2351266 w 10922000"/>
              <a:gd name="connsiteY117" fmla="*/ 933450 h 939800"/>
              <a:gd name="connsiteX118" fmla="*/ 2300700 w 10922000"/>
              <a:gd name="connsiteY118" fmla="*/ 933450 h 939800"/>
              <a:gd name="connsiteX119" fmla="*/ 2300700 w 10922000"/>
              <a:gd name="connsiteY119" fmla="*/ 939800 h 939800"/>
              <a:gd name="connsiteX120" fmla="*/ 2401830 w 10922000"/>
              <a:gd name="connsiteY120" fmla="*/ 939800 h 939800"/>
              <a:gd name="connsiteX121" fmla="*/ 2452396 w 10922000"/>
              <a:gd name="connsiteY121" fmla="*/ 939800 h 939800"/>
              <a:gd name="connsiteX122" fmla="*/ 2452396 w 10922000"/>
              <a:gd name="connsiteY122" fmla="*/ 933450 h 939800"/>
              <a:gd name="connsiteX123" fmla="*/ 2401830 w 10922000"/>
              <a:gd name="connsiteY123" fmla="*/ 933450 h 939800"/>
              <a:gd name="connsiteX124" fmla="*/ 2401830 w 10922000"/>
              <a:gd name="connsiteY124" fmla="*/ 939800 h 939800"/>
              <a:gd name="connsiteX125" fmla="*/ 2502961 w 10922000"/>
              <a:gd name="connsiteY125" fmla="*/ 939800 h 939800"/>
              <a:gd name="connsiteX126" fmla="*/ 2553526 w 10922000"/>
              <a:gd name="connsiteY126" fmla="*/ 939800 h 939800"/>
              <a:gd name="connsiteX127" fmla="*/ 2553526 w 10922000"/>
              <a:gd name="connsiteY127" fmla="*/ 933450 h 939800"/>
              <a:gd name="connsiteX128" fmla="*/ 2502961 w 10922000"/>
              <a:gd name="connsiteY128" fmla="*/ 933450 h 939800"/>
              <a:gd name="connsiteX129" fmla="*/ 2502961 w 10922000"/>
              <a:gd name="connsiteY129" fmla="*/ 939800 h 939800"/>
              <a:gd name="connsiteX130" fmla="*/ 2604084 w 10922000"/>
              <a:gd name="connsiteY130" fmla="*/ 939800 h 939800"/>
              <a:gd name="connsiteX131" fmla="*/ 2654649 w 10922000"/>
              <a:gd name="connsiteY131" fmla="*/ 939800 h 939800"/>
              <a:gd name="connsiteX132" fmla="*/ 2654649 w 10922000"/>
              <a:gd name="connsiteY132" fmla="*/ 933450 h 939800"/>
              <a:gd name="connsiteX133" fmla="*/ 2604084 w 10922000"/>
              <a:gd name="connsiteY133" fmla="*/ 933450 h 939800"/>
              <a:gd name="connsiteX134" fmla="*/ 2604084 w 10922000"/>
              <a:gd name="connsiteY134" fmla="*/ 939800 h 939800"/>
              <a:gd name="connsiteX135" fmla="*/ 2705214 w 10922000"/>
              <a:gd name="connsiteY135" fmla="*/ 939800 h 939800"/>
              <a:gd name="connsiteX136" fmla="*/ 2755780 w 10922000"/>
              <a:gd name="connsiteY136" fmla="*/ 939800 h 939800"/>
              <a:gd name="connsiteX137" fmla="*/ 2755780 w 10922000"/>
              <a:gd name="connsiteY137" fmla="*/ 933450 h 939800"/>
              <a:gd name="connsiteX138" fmla="*/ 2705214 w 10922000"/>
              <a:gd name="connsiteY138" fmla="*/ 933450 h 939800"/>
              <a:gd name="connsiteX139" fmla="*/ 2705214 w 10922000"/>
              <a:gd name="connsiteY139" fmla="*/ 939800 h 939800"/>
              <a:gd name="connsiteX140" fmla="*/ 2806344 w 10922000"/>
              <a:gd name="connsiteY140" fmla="*/ 939800 h 939800"/>
              <a:gd name="connsiteX141" fmla="*/ 2856909 w 10922000"/>
              <a:gd name="connsiteY141" fmla="*/ 939800 h 939800"/>
              <a:gd name="connsiteX142" fmla="*/ 2856909 w 10922000"/>
              <a:gd name="connsiteY142" fmla="*/ 933450 h 939800"/>
              <a:gd name="connsiteX143" fmla="*/ 2806344 w 10922000"/>
              <a:gd name="connsiteY143" fmla="*/ 933450 h 939800"/>
              <a:gd name="connsiteX144" fmla="*/ 2806344 w 10922000"/>
              <a:gd name="connsiteY144" fmla="*/ 939800 h 939800"/>
              <a:gd name="connsiteX145" fmla="*/ 2907475 w 10922000"/>
              <a:gd name="connsiteY145" fmla="*/ 939800 h 939800"/>
              <a:gd name="connsiteX146" fmla="*/ 2958040 w 10922000"/>
              <a:gd name="connsiteY146" fmla="*/ 939800 h 939800"/>
              <a:gd name="connsiteX147" fmla="*/ 2958040 w 10922000"/>
              <a:gd name="connsiteY147" fmla="*/ 933450 h 939800"/>
              <a:gd name="connsiteX148" fmla="*/ 2907475 w 10922000"/>
              <a:gd name="connsiteY148" fmla="*/ 933450 h 939800"/>
              <a:gd name="connsiteX149" fmla="*/ 2907475 w 10922000"/>
              <a:gd name="connsiteY149" fmla="*/ 939800 h 939800"/>
              <a:gd name="connsiteX150" fmla="*/ 3008605 w 10922000"/>
              <a:gd name="connsiteY150" fmla="*/ 939800 h 939800"/>
              <a:gd name="connsiteX151" fmla="*/ 3059170 w 10922000"/>
              <a:gd name="connsiteY151" fmla="*/ 939800 h 939800"/>
              <a:gd name="connsiteX152" fmla="*/ 3059170 w 10922000"/>
              <a:gd name="connsiteY152" fmla="*/ 933450 h 939800"/>
              <a:gd name="connsiteX153" fmla="*/ 3008605 w 10922000"/>
              <a:gd name="connsiteY153" fmla="*/ 933450 h 939800"/>
              <a:gd name="connsiteX154" fmla="*/ 3008605 w 10922000"/>
              <a:gd name="connsiteY154" fmla="*/ 939800 h 939800"/>
              <a:gd name="connsiteX155" fmla="*/ 3109735 w 10922000"/>
              <a:gd name="connsiteY155" fmla="*/ 939800 h 939800"/>
              <a:gd name="connsiteX156" fmla="*/ 3160300 w 10922000"/>
              <a:gd name="connsiteY156" fmla="*/ 939800 h 939800"/>
              <a:gd name="connsiteX157" fmla="*/ 3160300 w 10922000"/>
              <a:gd name="connsiteY157" fmla="*/ 933450 h 939800"/>
              <a:gd name="connsiteX158" fmla="*/ 3109735 w 10922000"/>
              <a:gd name="connsiteY158" fmla="*/ 933450 h 939800"/>
              <a:gd name="connsiteX159" fmla="*/ 3109735 w 10922000"/>
              <a:gd name="connsiteY159" fmla="*/ 939800 h 939800"/>
              <a:gd name="connsiteX160" fmla="*/ 3210865 w 10922000"/>
              <a:gd name="connsiteY160" fmla="*/ 939800 h 939800"/>
              <a:gd name="connsiteX161" fmla="*/ 3261430 w 10922000"/>
              <a:gd name="connsiteY161" fmla="*/ 939800 h 939800"/>
              <a:gd name="connsiteX162" fmla="*/ 3261430 w 10922000"/>
              <a:gd name="connsiteY162" fmla="*/ 933450 h 939800"/>
              <a:gd name="connsiteX163" fmla="*/ 3210865 w 10922000"/>
              <a:gd name="connsiteY163" fmla="*/ 933450 h 939800"/>
              <a:gd name="connsiteX164" fmla="*/ 3210865 w 10922000"/>
              <a:gd name="connsiteY164" fmla="*/ 939800 h 939800"/>
              <a:gd name="connsiteX165" fmla="*/ 3311995 w 10922000"/>
              <a:gd name="connsiteY165" fmla="*/ 939800 h 939800"/>
              <a:gd name="connsiteX166" fmla="*/ 3362560 w 10922000"/>
              <a:gd name="connsiteY166" fmla="*/ 939800 h 939800"/>
              <a:gd name="connsiteX167" fmla="*/ 3362560 w 10922000"/>
              <a:gd name="connsiteY167" fmla="*/ 933450 h 939800"/>
              <a:gd name="connsiteX168" fmla="*/ 3311995 w 10922000"/>
              <a:gd name="connsiteY168" fmla="*/ 933450 h 939800"/>
              <a:gd name="connsiteX169" fmla="*/ 3311995 w 10922000"/>
              <a:gd name="connsiteY169" fmla="*/ 939800 h 939800"/>
              <a:gd name="connsiteX170" fmla="*/ 3413125 w 10922000"/>
              <a:gd name="connsiteY170" fmla="*/ 939800 h 939800"/>
              <a:gd name="connsiteX171" fmla="*/ 3463690 w 10922000"/>
              <a:gd name="connsiteY171" fmla="*/ 939800 h 939800"/>
              <a:gd name="connsiteX172" fmla="*/ 3463690 w 10922000"/>
              <a:gd name="connsiteY172" fmla="*/ 933450 h 939800"/>
              <a:gd name="connsiteX173" fmla="*/ 3413125 w 10922000"/>
              <a:gd name="connsiteY173" fmla="*/ 933450 h 939800"/>
              <a:gd name="connsiteX174" fmla="*/ 3413125 w 10922000"/>
              <a:gd name="connsiteY174" fmla="*/ 939800 h 939800"/>
              <a:gd name="connsiteX175" fmla="*/ 3514255 w 10922000"/>
              <a:gd name="connsiteY175" fmla="*/ 939800 h 939800"/>
              <a:gd name="connsiteX176" fmla="*/ 3564820 w 10922000"/>
              <a:gd name="connsiteY176" fmla="*/ 939800 h 939800"/>
              <a:gd name="connsiteX177" fmla="*/ 3564820 w 10922000"/>
              <a:gd name="connsiteY177" fmla="*/ 933450 h 939800"/>
              <a:gd name="connsiteX178" fmla="*/ 3514255 w 10922000"/>
              <a:gd name="connsiteY178" fmla="*/ 933450 h 939800"/>
              <a:gd name="connsiteX179" fmla="*/ 3514255 w 10922000"/>
              <a:gd name="connsiteY179" fmla="*/ 939800 h 939800"/>
              <a:gd name="connsiteX180" fmla="*/ 3615385 w 10922000"/>
              <a:gd name="connsiteY180" fmla="*/ 939800 h 939800"/>
              <a:gd name="connsiteX181" fmla="*/ 3665944 w 10922000"/>
              <a:gd name="connsiteY181" fmla="*/ 939800 h 939800"/>
              <a:gd name="connsiteX182" fmla="*/ 3665944 w 10922000"/>
              <a:gd name="connsiteY182" fmla="*/ 933450 h 939800"/>
              <a:gd name="connsiteX183" fmla="*/ 3615385 w 10922000"/>
              <a:gd name="connsiteY183" fmla="*/ 933450 h 939800"/>
              <a:gd name="connsiteX184" fmla="*/ 3615385 w 10922000"/>
              <a:gd name="connsiteY184" fmla="*/ 939800 h 939800"/>
              <a:gd name="connsiteX185" fmla="*/ 3716509 w 10922000"/>
              <a:gd name="connsiteY185" fmla="*/ 939800 h 939800"/>
              <a:gd name="connsiteX186" fmla="*/ 3767074 w 10922000"/>
              <a:gd name="connsiteY186" fmla="*/ 939800 h 939800"/>
              <a:gd name="connsiteX187" fmla="*/ 3767074 w 10922000"/>
              <a:gd name="connsiteY187" fmla="*/ 933450 h 939800"/>
              <a:gd name="connsiteX188" fmla="*/ 3716509 w 10922000"/>
              <a:gd name="connsiteY188" fmla="*/ 933450 h 939800"/>
              <a:gd name="connsiteX189" fmla="*/ 3716509 w 10922000"/>
              <a:gd name="connsiteY189" fmla="*/ 939800 h 939800"/>
              <a:gd name="connsiteX190" fmla="*/ 3817639 w 10922000"/>
              <a:gd name="connsiteY190" fmla="*/ 939800 h 939800"/>
              <a:gd name="connsiteX191" fmla="*/ 3868204 w 10922000"/>
              <a:gd name="connsiteY191" fmla="*/ 939800 h 939800"/>
              <a:gd name="connsiteX192" fmla="*/ 3868204 w 10922000"/>
              <a:gd name="connsiteY192" fmla="*/ 933450 h 939800"/>
              <a:gd name="connsiteX193" fmla="*/ 3817639 w 10922000"/>
              <a:gd name="connsiteY193" fmla="*/ 933450 h 939800"/>
              <a:gd name="connsiteX194" fmla="*/ 3817639 w 10922000"/>
              <a:gd name="connsiteY194" fmla="*/ 939800 h 939800"/>
              <a:gd name="connsiteX195" fmla="*/ 3918769 w 10922000"/>
              <a:gd name="connsiteY195" fmla="*/ 939800 h 939800"/>
              <a:gd name="connsiteX196" fmla="*/ 3969334 w 10922000"/>
              <a:gd name="connsiteY196" fmla="*/ 939800 h 939800"/>
              <a:gd name="connsiteX197" fmla="*/ 3969334 w 10922000"/>
              <a:gd name="connsiteY197" fmla="*/ 933450 h 939800"/>
              <a:gd name="connsiteX198" fmla="*/ 3918769 w 10922000"/>
              <a:gd name="connsiteY198" fmla="*/ 933450 h 939800"/>
              <a:gd name="connsiteX199" fmla="*/ 3918769 w 10922000"/>
              <a:gd name="connsiteY199" fmla="*/ 939800 h 939800"/>
              <a:gd name="connsiteX200" fmla="*/ 4019899 w 10922000"/>
              <a:gd name="connsiteY200" fmla="*/ 939800 h 939800"/>
              <a:gd name="connsiteX201" fmla="*/ 4070464 w 10922000"/>
              <a:gd name="connsiteY201" fmla="*/ 939800 h 939800"/>
              <a:gd name="connsiteX202" fmla="*/ 4070464 w 10922000"/>
              <a:gd name="connsiteY202" fmla="*/ 933450 h 939800"/>
              <a:gd name="connsiteX203" fmla="*/ 4019899 w 10922000"/>
              <a:gd name="connsiteY203" fmla="*/ 933450 h 939800"/>
              <a:gd name="connsiteX204" fmla="*/ 4019899 w 10922000"/>
              <a:gd name="connsiteY204" fmla="*/ 939800 h 939800"/>
              <a:gd name="connsiteX205" fmla="*/ 4121030 w 10922000"/>
              <a:gd name="connsiteY205" fmla="*/ 939800 h 939800"/>
              <a:gd name="connsiteX206" fmla="*/ 4171594 w 10922000"/>
              <a:gd name="connsiteY206" fmla="*/ 939800 h 939800"/>
              <a:gd name="connsiteX207" fmla="*/ 4171594 w 10922000"/>
              <a:gd name="connsiteY207" fmla="*/ 933450 h 939800"/>
              <a:gd name="connsiteX208" fmla="*/ 4121030 w 10922000"/>
              <a:gd name="connsiteY208" fmla="*/ 933450 h 939800"/>
              <a:gd name="connsiteX209" fmla="*/ 4121030 w 10922000"/>
              <a:gd name="connsiteY209" fmla="*/ 939800 h 939800"/>
              <a:gd name="connsiteX210" fmla="*/ 4222160 w 10922000"/>
              <a:gd name="connsiteY210" fmla="*/ 939800 h 939800"/>
              <a:gd name="connsiteX211" fmla="*/ 4272725 w 10922000"/>
              <a:gd name="connsiteY211" fmla="*/ 939800 h 939800"/>
              <a:gd name="connsiteX212" fmla="*/ 4272725 w 10922000"/>
              <a:gd name="connsiteY212" fmla="*/ 933450 h 939800"/>
              <a:gd name="connsiteX213" fmla="*/ 4222160 w 10922000"/>
              <a:gd name="connsiteY213" fmla="*/ 933450 h 939800"/>
              <a:gd name="connsiteX214" fmla="*/ 4222160 w 10922000"/>
              <a:gd name="connsiteY214" fmla="*/ 939800 h 939800"/>
              <a:gd name="connsiteX215" fmla="*/ 4323290 w 10922000"/>
              <a:gd name="connsiteY215" fmla="*/ 939800 h 939800"/>
              <a:gd name="connsiteX216" fmla="*/ 4373855 w 10922000"/>
              <a:gd name="connsiteY216" fmla="*/ 939800 h 939800"/>
              <a:gd name="connsiteX217" fmla="*/ 4373855 w 10922000"/>
              <a:gd name="connsiteY217" fmla="*/ 933450 h 939800"/>
              <a:gd name="connsiteX218" fmla="*/ 4323290 w 10922000"/>
              <a:gd name="connsiteY218" fmla="*/ 933450 h 939800"/>
              <a:gd name="connsiteX219" fmla="*/ 4323290 w 10922000"/>
              <a:gd name="connsiteY219" fmla="*/ 939800 h 939800"/>
              <a:gd name="connsiteX220" fmla="*/ 4424420 w 10922000"/>
              <a:gd name="connsiteY220" fmla="*/ 939800 h 939800"/>
              <a:gd name="connsiteX221" fmla="*/ 4474985 w 10922000"/>
              <a:gd name="connsiteY221" fmla="*/ 939800 h 939800"/>
              <a:gd name="connsiteX222" fmla="*/ 4474985 w 10922000"/>
              <a:gd name="connsiteY222" fmla="*/ 933450 h 939800"/>
              <a:gd name="connsiteX223" fmla="*/ 4424420 w 10922000"/>
              <a:gd name="connsiteY223" fmla="*/ 933450 h 939800"/>
              <a:gd name="connsiteX224" fmla="*/ 4424420 w 10922000"/>
              <a:gd name="connsiteY224" fmla="*/ 939800 h 939800"/>
              <a:gd name="connsiteX225" fmla="*/ 4525550 w 10922000"/>
              <a:gd name="connsiteY225" fmla="*/ 939800 h 939800"/>
              <a:gd name="connsiteX226" fmla="*/ 4576115 w 10922000"/>
              <a:gd name="connsiteY226" fmla="*/ 939800 h 939800"/>
              <a:gd name="connsiteX227" fmla="*/ 4576115 w 10922000"/>
              <a:gd name="connsiteY227" fmla="*/ 933450 h 939800"/>
              <a:gd name="connsiteX228" fmla="*/ 4525550 w 10922000"/>
              <a:gd name="connsiteY228" fmla="*/ 933450 h 939800"/>
              <a:gd name="connsiteX229" fmla="*/ 4525550 w 10922000"/>
              <a:gd name="connsiteY229" fmla="*/ 939800 h 939800"/>
              <a:gd name="connsiteX230" fmla="*/ 4626680 w 10922000"/>
              <a:gd name="connsiteY230" fmla="*/ 939800 h 939800"/>
              <a:gd name="connsiteX231" fmla="*/ 4677239 w 10922000"/>
              <a:gd name="connsiteY231" fmla="*/ 939800 h 939800"/>
              <a:gd name="connsiteX232" fmla="*/ 4677239 w 10922000"/>
              <a:gd name="connsiteY232" fmla="*/ 933450 h 939800"/>
              <a:gd name="connsiteX233" fmla="*/ 4626680 w 10922000"/>
              <a:gd name="connsiteY233" fmla="*/ 933450 h 939800"/>
              <a:gd name="connsiteX234" fmla="*/ 4626680 w 10922000"/>
              <a:gd name="connsiteY234" fmla="*/ 939800 h 939800"/>
              <a:gd name="connsiteX235" fmla="*/ 4727804 w 10922000"/>
              <a:gd name="connsiteY235" fmla="*/ 939800 h 939800"/>
              <a:gd name="connsiteX236" fmla="*/ 4778369 w 10922000"/>
              <a:gd name="connsiteY236" fmla="*/ 939800 h 939800"/>
              <a:gd name="connsiteX237" fmla="*/ 4778369 w 10922000"/>
              <a:gd name="connsiteY237" fmla="*/ 933450 h 939800"/>
              <a:gd name="connsiteX238" fmla="*/ 4727804 w 10922000"/>
              <a:gd name="connsiteY238" fmla="*/ 933450 h 939800"/>
              <a:gd name="connsiteX239" fmla="*/ 4727804 w 10922000"/>
              <a:gd name="connsiteY239" fmla="*/ 939800 h 939800"/>
              <a:gd name="connsiteX240" fmla="*/ 4828934 w 10922000"/>
              <a:gd name="connsiteY240" fmla="*/ 939800 h 939800"/>
              <a:gd name="connsiteX241" fmla="*/ 4879499 w 10922000"/>
              <a:gd name="connsiteY241" fmla="*/ 939800 h 939800"/>
              <a:gd name="connsiteX242" fmla="*/ 4879499 w 10922000"/>
              <a:gd name="connsiteY242" fmla="*/ 933450 h 939800"/>
              <a:gd name="connsiteX243" fmla="*/ 4828934 w 10922000"/>
              <a:gd name="connsiteY243" fmla="*/ 933450 h 939800"/>
              <a:gd name="connsiteX244" fmla="*/ 4828934 w 10922000"/>
              <a:gd name="connsiteY244" fmla="*/ 939800 h 939800"/>
              <a:gd name="connsiteX245" fmla="*/ 4930064 w 10922000"/>
              <a:gd name="connsiteY245" fmla="*/ 939800 h 939800"/>
              <a:gd name="connsiteX246" fmla="*/ 4980629 w 10922000"/>
              <a:gd name="connsiteY246" fmla="*/ 939800 h 939800"/>
              <a:gd name="connsiteX247" fmla="*/ 4980629 w 10922000"/>
              <a:gd name="connsiteY247" fmla="*/ 933450 h 939800"/>
              <a:gd name="connsiteX248" fmla="*/ 4930064 w 10922000"/>
              <a:gd name="connsiteY248" fmla="*/ 933450 h 939800"/>
              <a:gd name="connsiteX249" fmla="*/ 4930064 w 10922000"/>
              <a:gd name="connsiteY249" fmla="*/ 939800 h 939800"/>
              <a:gd name="connsiteX250" fmla="*/ 5031194 w 10922000"/>
              <a:gd name="connsiteY250" fmla="*/ 939800 h 939800"/>
              <a:gd name="connsiteX251" fmla="*/ 5081759 w 10922000"/>
              <a:gd name="connsiteY251" fmla="*/ 939800 h 939800"/>
              <a:gd name="connsiteX252" fmla="*/ 5081759 w 10922000"/>
              <a:gd name="connsiteY252" fmla="*/ 933450 h 939800"/>
              <a:gd name="connsiteX253" fmla="*/ 5031194 w 10922000"/>
              <a:gd name="connsiteY253" fmla="*/ 933450 h 939800"/>
              <a:gd name="connsiteX254" fmla="*/ 5031194 w 10922000"/>
              <a:gd name="connsiteY254" fmla="*/ 939800 h 939800"/>
              <a:gd name="connsiteX255" fmla="*/ 5132324 w 10922000"/>
              <a:gd name="connsiteY255" fmla="*/ 939800 h 939800"/>
              <a:gd name="connsiteX256" fmla="*/ 5182889 w 10922000"/>
              <a:gd name="connsiteY256" fmla="*/ 939800 h 939800"/>
              <a:gd name="connsiteX257" fmla="*/ 5182889 w 10922000"/>
              <a:gd name="connsiteY257" fmla="*/ 933450 h 939800"/>
              <a:gd name="connsiteX258" fmla="*/ 5132324 w 10922000"/>
              <a:gd name="connsiteY258" fmla="*/ 933450 h 939800"/>
              <a:gd name="connsiteX259" fmla="*/ 5132324 w 10922000"/>
              <a:gd name="connsiteY259" fmla="*/ 939800 h 939800"/>
              <a:gd name="connsiteX260" fmla="*/ 5233454 w 10922000"/>
              <a:gd name="connsiteY260" fmla="*/ 939800 h 939800"/>
              <a:gd name="connsiteX261" fmla="*/ 5284020 w 10922000"/>
              <a:gd name="connsiteY261" fmla="*/ 939800 h 939800"/>
              <a:gd name="connsiteX262" fmla="*/ 5284020 w 10922000"/>
              <a:gd name="connsiteY262" fmla="*/ 933450 h 939800"/>
              <a:gd name="connsiteX263" fmla="*/ 5233454 w 10922000"/>
              <a:gd name="connsiteY263" fmla="*/ 933450 h 939800"/>
              <a:gd name="connsiteX264" fmla="*/ 5233454 w 10922000"/>
              <a:gd name="connsiteY264" fmla="*/ 939800 h 939800"/>
              <a:gd name="connsiteX265" fmla="*/ 5334584 w 10922000"/>
              <a:gd name="connsiteY265" fmla="*/ 939800 h 939800"/>
              <a:gd name="connsiteX266" fmla="*/ 5385149 w 10922000"/>
              <a:gd name="connsiteY266" fmla="*/ 939800 h 939800"/>
              <a:gd name="connsiteX267" fmla="*/ 5385149 w 10922000"/>
              <a:gd name="connsiteY267" fmla="*/ 933450 h 939800"/>
              <a:gd name="connsiteX268" fmla="*/ 5334584 w 10922000"/>
              <a:gd name="connsiteY268" fmla="*/ 933450 h 939800"/>
              <a:gd name="connsiteX269" fmla="*/ 5334584 w 10922000"/>
              <a:gd name="connsiteY269" fmla="*/ 939800 h 939800"/>
              <a:gd name="connsiteX270" fmla="*/ 5435715 w 10922000"/>
              <a:gd name="connsiteY270" fmla="*/ 939800 h 939800"/>
              <a:gd name="connsiteX271" fmla="*/ 5486280 w 10922000"/>
              <a:gd name="connsiteY271" fmla="*/ 939800 h 939800"/>
              <a:gd name="connsiteX272" fmla="*/ 5486280 w 10922000"/>
              <a:gd name="connsiteY272" fmla="*/ 933450 h 939800"/>
              <a:gd name="connsiteX273" fmla="*/ 5435715 w 10922000"/>
              <a:gd name="connsiteY273" fmla="*/ 933450 h 939800"/>
              <a:gd name="connsiteX274" fmla="*/ 5435715 w 10922000"/>
              <a:gd name="connsiteY274" fmla="*/ 939800 h 939800"/>
              <a:gd name="connsiteX275" fmla="*/ 5536844 w 10922000"/>
              <a:gd name="connsiteY275" fmla="*/ 939800 h 939800"/>
              <a:gd name="connsiteX276" fmla="*/ 5587410 w 10922000"/>
              <a:gd name="connsiteY276" fmla="*/ 939800 h 939800"/>
              <a:gd name="connsiteX277" fmla="*/ 5587410 w 10922000"/>
              <a:gd name="connsiteY277" fmla="*/ 933450 h 939800"/>
              <a:gd name="connsiteX278" fmla="*/ 5536844 w 10922000"/>
              <a:gd name="connsiteY278" fmla="*/ 933450 h 939800"/>
              <a:gd name="connsiteX279" fmla="*/ 5536844 w 10922000"/>
              <a:gd name="connsiteY279" fmla="*/ 939800 h 939800"/>
              <a:gd name="connsiteX280" fmla="*/ 5637975 w 10922000"/>
              <a:gd name="connsiteY280" fmla="*/ 939800 h 939800"/>
              <a:gd name="connsiteX281" fmla="*/ 5688533 w 10922000"/>
              <a:gd name="connsiteY281" fmla="*/ 939800 h 939800"/>
              <a:gd name="connsiteX282" fmla="*/ 5688533 w 10922000"/>
              <a:gd name="connsiteY282" fmla="*/ 933450 h 939800"/>
              <a:gd name="connsiteX283" fmla="*/ 5637975 w 10922000"/>
              <a:gd name="connsiteY283" fmla="*/ 933450 h 939800"/>
              <a:gd name="connsiteX284" fmla="*/ 5637975 w 10922000"/>
              <a:gd name="connsiteY284" fmla="*/ 939800 h 939800"/>
              <a:gd name="connsiteX285" fmla="*/ 5739130 w 10922000"/>
              <a:gd name="connsiteY285" fmla="*/ 939800 h 939800"/>
              <a:gd name="connsiteX286" fmla="*/ 5789676 w 10922000"/>
              <a:gd name="connsiteY286" fmla="*/ 939800 h 939800"/>
              <a:gd name="connsiteX287" fmla="*/ 5789676 w 10922000"/>
              <a:gd name="connsiteY287" fmla="*/ 933450 h 939800"/>
              <a:gd name="connsiteX288" fmla="*/ 5739130 w 10922000"/>
              <a:gd name="connsiteY288" fmla="*/ 933450 h 939800"/>
              <a:gd name="connsiteX289" fmla="*/ 5739130 w 10922000"/>
              <a:gd name="connsiteY289" fmla="*/ 939800 h 939800"/>
              <a:gd name="connsiteX290" fmla="*/ 5840222 w 10922000"/>
              <a:gd name="connsiteY290" fmla="*/ 939800 h 939800"/>
              <a:gd name="connsiteX291" fmla="*/ 5890769 w 10922000"/>
              <a:gd name="connsiteY291" fmla="*/ 939800 h 939800"/>
              <a:gd name="connsiteX292" fmla="*/ 5890769 w 10922000"/>
              <a:gd name="connsiteY292" fmla="*/ 933450 h 939800"/>
              <a:gd name="connsiteX293" fmla="*/ 5840222 w 10922000"/>
              <a:gd name="connsiteY293" fmla="*/ 933450 h 939800"/>
              <a:gd name="connsiteX294" fmla="*/ 5840222 w 10922000"/>
              <a:gd name="connsiteY294" fmla="*/ 939800 h 939800"/>
              <a:gd name="connsiteX295" fmla="*/ 5941378 w 10922000"/>
              <a:gd name="connsiteY295" fmla="*/ 939800 h 939800"/>
              <a:gd name="connsiteX296" fmla="*/ 5991924 w 10922000"/>
              <a:gd name="connsiteY296" fmla="*/ 939800 h 939800"/>
              <a:gd name="connsiteX297" fmla="*/ 5991924 w 10922000"/>
              <a:gd name="connsiteY297" fmla="*/ 933450 h 939800"/>
              <a:gd name="connsiteX298" fmla="*/ 5941378 w 10922000"/>
              <a:gd name="connsiteY298" fmla="*/ 933450 h 939800"/>
              <a:gd name="connsiteX299" fmla="*/ 5941378 w 10922000"/>
              <a:gd name="connsiteY299" fmla="*/ 939800 h 939800"/>
              <a:gd name="connsiteX300" fmla="*/ 6042469 w 10922000"/>
              <a:gd name="connsiteY300" fmla="*/ 939800 h 939800"/>
              <a:gd name="connsiteX301" fmla="*/ 6093079 w 10922000"/>
              <a:gd name="connsiteY301" fmla="*/ 939800 h 939800"/>
              <a:gd name="connsiteX302" fmla="*/ 6093079 w 10922000"/>
              <a:gd name="connsiteY302" fmla="*/ 933450 h 939800"/>
              <a:gd name="connsiteX303" fmla="*/ 6042469 w 10922000"/>
              <a:gd name="connsiteY303" fmla="*/ 933450 h 939800"/>
              <a:gd name="connsiteX304" fmla="*/ 6042469 w 10922000"/>
              <a:gd name="connsiteY304" fmla="*/ 939800 h 939800"/>
              <a:gd name="connsiteX305" fmla="*/ 6143625 w 10922000"/>
              <a:gd name="connsiteY305" fmla="*/ 939800 h 939800"/>
              <a:gd name="connsiteX306" fmla="*/ 6194171 w 10922000"/>
              <a:gd name="connsiteY306" fmla="*/ 939800 h 939800"/>
              <a:gd name="connsiteX307" fmla="*/ 6194171 w 10922000"/>
              <a:gd name="connsiteY307" fmla="*/ 933450 h 939800"/>
              <a:gd name="connsiteX308" fmla="*/ 6143625 w 10922000"/>
              <a:gd name="connsiteY308" fmla="*/ 933450 h 939800"/>
              <a:gd name="connsiteX309" fmla="*/ 6143625 w 10922000"/>
              <a:gd name="connsiteY309" fmla="*/ 939800 h 939800"/>
              <a:gd name="connsiteX310" fmla="*/ 6244718 w 10922000"/>
              <a:gd name="connsiteY310" fmla="*/ 939800 h 939800"/>
              <a:gd name="connsiteX311" fmla="*/ 6295327 w 10922000"/>
              <a:gd name="connsiteY311" fmla="*/ 939800 h 939800"/>
              <a:gd name="connsiteX312" fmla="*/ 6295327 w 10922000"/>
              <a:gd name="connsiteY312" fmla="*/ 933450 h 939800"/>
              <a:gd name="connsiteX313" fmla="*/ 6244718 w 10922000"/>
              <a:gd name="connsiteY313" fmla="*/ 933450 h 939800"/>
              <a:gd name="connsiteX314" fmla="*/ 6244718 w 10922000"/>
              <a:gd name="connsiteY314" fmla="*/ 939800 h 939800"/>
              <a:gd name="connsiteX315" fmla="*/ 6345873 w 10922000"/>
              <a:gd name="connsiteY315" fmla="*/ 939800 h 939800"/>
              <a:gd name="connsiteX316" fmla="*/ 6396419 w 10922000"/>
              <a:gd name="connsiteY316" fmla="*/ 939800 h 939800"/>
              <a:gd name="connsiteX317" fmla="*/ 6396419 w 10922000"/>
              <a:gd name="connsiteY317" fmla="*/ 933450 h 939800"/>
              <a:gd name="connsiteX318" fmla="*/ 6345873 w 10922000"/>
              <a:gd name="connsiteY318" fmla="*/ 933450 h 939800"/>
              <a:gd name="connsiteX319" fmla="*/ 6345873 w 10922000"/>
              <a:gd name="connsiteY319" fmla="*/ 939800 h 939800"/>
              <a:gd name="connsiteX320" fmla="*/ 6447028 w 10922000"/>
              <a:gd name="connsiteY320" fmla="*/ 939800 h 939800"/>
              <a:gd name="connsiteX321" fmla="*/ 6497574 w 10922000"/>
              <a:gd name="connsiteY321" fmla="*/ 939800 h 939800"/>
              <a:gd name="connsiteX322" fmla="*/ 6497574 w 10922000"/>
              <a:gd name="connsiteY322" fmla="*/ 933450 h 939800"/>
              <a:gd name="connsiteX323" fmla="*/ 6447028 w 10922000"/>
              <a:gd name="connsiteY323" fmla="*/ 933450 h 939800"/>
              <a:gd name="connsiteX324" fmla="*/ 6447028 w 10922000"/>
              <a:gd name="connsiteY324" fmla="*/ 939800 h 939800"/>
              <a:gd name="connsiteX325" fmla="*/ 6548120 w 10922000"/>
              <a:gd name="connsiteY325" fmla="*/ 939800 h 939800"/>
              <a:gd name="connsiteX326" fmla="*/ 6598730 w 10922000"/>
              <a:gd name="connsiteY326" fmla="*/ 939800 h 939800"/>
              <a:gd name="connsiteX327" fmla="*/ 6598730 w 10922000"/>
              <a:gd name="connsiteY327" fmla="*/ 933450 h 939800"/>
              <a:gd name="connsiteX328" fmla="*/ 6548120 w 10922000"/>
              <a:gd name="connsiteY328" fmla="*/ 933450 h 939800"/>
              <a:gd name="connsiteX329" fmla="*/ 6548120 w 10922000"/>
              <a:gd name="connsiteY329" fmla="*/ 939800 h 939800"/>
              <a:gd name="connsiteX330" fmla="*/ 6649276 w 10922000"/>
              <a:gd name="connsiteY330" fmla="*/ 939800 h 939800"/>
              <a:gd name="connsiteX331" fmla="*/ 6699822 w 10922000"/>
              <a:gd name="connsiteY331" fmla="*/ 939800 h 939800"/>
              <a:gd name="connsiteX332" fmla="*/ 6699822 w 10922000"/>
              <a:gd name="connsiteY332" fmla="*/ 933450 h 939800"/>
              <a:gd name="connsiteX333" fmla="*/ 6649276 w 10922000"/>
              <a:gd name="connsiteY333" fmla="*/ 933450 h 939800"/>
              <a:gd name="connsiteX334" fmla="*/ 6649276 w 10922000"/>
              <a:gd name="connsiteY334" fmla="*/ 939800 h 939800"/>
              <a:gd name="connsiteX335" fmla="*/ 6750368 w 10922000"/>
              <a:gd name="connsiteY335" fmla="*/ 939800 h 939800"/>
              <a:gd name="connsiteX336" fmla="*/ 6800977 w 10922000"/>
              <a:gd name="connsiteY336" fmla="*/ 939800 h 939800"/>
              <a:gd name="connsiteX337" fmla="*/ 6800977 w 10922000"/>
              <a:gd name="connsiteY337" fmla="*/ 933450 h 939800"/>
              <a:gd name="connsiteX338" fmla="*/ 6750368 w 10922000"/>
              <a:gd name="connsiteY338" fmla="*/ 933450 h 939800"/>
              <a:gd name="connsiteX339" fmla="*/ 6750368 w 10922000"/>
              <a:gd name="connsiteY339" fmla="*/ 939800 h 939800"/>
              <a:gd name="connsiteX340" fmla="*/ 6851523 w 10922000"/>
              <a:gd name="connsiteY340" fmla="*/ 939800 h 939800"/>
              <a:gd name="connsiteX341" fmla="*/ 6902069 w 10922000"/>
              <a:gd name="connsiteY341" fmla="*/ 939800 h 939800"/>
              <a:gd name="connsiteX342" fmla="*/ 6902069 w 10922000"/>
              <a:gd name="connsiteY342" fmla="*/ 933450 h 939800"/>
              <a:gd name="connsiteX343" fmla="*/ 6851523 w 10922000"/>
              <a:gd name="connsiteY343" fmla="*/ 933450 h 939800"/>
              <a:gd name="connsiteX344" fmla="*/ 6851523 w 10922000"/>
              <a:gd name="connsiteY344" fmla="*/ 939800 h 939800"/>
              <a:gd name="connsiteX345" fmla="*/ 6952679 w 10922000"/>
              <a:gd name="connsiteY345" fmla="*/ 939800 h 939800"/>
              <a:gd name="connsiteX346" fmla="*/ 7003225 w 10922000"/>
              <a:gd name="connsiteY346" fmla="*/ 939800 h 939800"/>
              <a:gd name="connsiteX347" fmla="*/ 7003225 w 10922000"/>
              <a:gd name="connsiteY347" fmla="*/ 933450 h 939800"/>
              <a:gd name="connsiteX348" fmla="*/ 6952679 w 10922000"/>
              <a:gd name="connsiteY348" fmla="*/ 933450 h 939800"/>
              <a:gd name="connsiteX349" fmla="*/ 6952679 w 10922000"/>
              <a:gd name="connsiteY349" fmla="*/ 939800 h 939800"/>
              <a:gd name="connsiteX350" fmla="*/ 7053770 w 10922000"/>
              <a:gd name="connsiteY350" fmla="*/ 939800 h 939800"/>
              <a:gd name="connsiteX351" fmla="*/ 7104381 w 10922000"/>
              <a:gd name="connsiteY351" fmla="*/ 939800 h 939800"/>
              <a:gd name="connsiteX352" fmla="*/ 7104381 w 10922000"/>
              <a:gd name="connsiteY352" fmla="*/ 933450 h 939800"/>
              <a:gd name="connsiteX353" fmla="*/ 7053770 w 10922000"/>
              <a:gd name="connsiteY353" fmla="*/ 933450 h 939800"/>
              <a:gd name="connsiteX354" fmla="*/ 7053770 w 10922000"/>
              <a:gd name="connsiteY354" fmla="*/ 939800 h 939800"/>
              <a:gd name="connsiteX355" fmla="*/ 7154926 w 10922000"/>
              <a:gd name="connsiteY355" fmla="*/ 939800 h 939800"/>
              <a:gd name="connsiteX356" fmla="*/ 7205472 w 10922000"/>
              <a:gd name="connsiteY356" fmla="*/ 939800 h 939800"/>
              <a:gd name="connsiteX357" fmla="*/ 7205472 w 10922000"/>
              <a:gd name="connsiteY357" fmla="*/ 933450 h 939800"/>
              <a:gd name="connsiteX358" fmla="*/ 7154926 w 10922000"/>
              <a:gd name="connsiteY358" fmla="*/ 933450 h 939800"/>
              <a:gd name="connsiteX359" fmla="*/ 7154926 w 10922000"/>
              <a:gd name="connsiteY359" fmla="*/ 939800 h 939800"/>
              <a:gd name="connsiteX360" fmla="*/ 7256019 w 10922000"/>
              <a:gd name="connsiteY360" fmla="*/ 939800 h 939800"/>
              <a:gd name="connsiteX361" fmla="*/ 7306628 w 10922000"/>
              <a:gd name="connsiteY361" fmla="*/ 939800 h 939800"/>
              <a:gd name="connsiteX362" fmla="*/ 7306628 w 10922000"/>
              <a:gd name="connsiteY362" fmla="*/ 933450 h 939800"/>
              <a:gd name="connsiteX363" fmla="*/ 7256019 w 10922000"/>
              <a:gd name="connsiteY363" fmla="*/ 933450 h 939800"/>
              <a:gd name="connsiteX364" fmla="*/ 7256019 w 10922000"/>
              <a:gd name="connsiteY364" fmla="*/ 939800 h 939800"/>
              <a:gd name="connsiteX365" fmla="*/ 7357174 w 10922000"/>
              <a:gd name="connsiteY365" fmla="*/ 939800 h 939800"/>
              <a:gd name="connsiteX366" fmla="*/ 7407719 w 10922000"/>
              <a:gd name="connsiteY366" fmla="*/ 939800 h 939800"/>
              <a:gd name="connsiteX367" fmla="*/ 7407719 w 10922000"/>
              <a:gd name="connsiteY367" fmla="*/ 933450 h 939800"/>
              <a:gd name="connsiteX368" fmla="*/ 7357174 w 10922000"/>
              <a:gd name="connsiteY368" fmla="*/ 933450 h 939800"/>
              <a:gd name="connsiteX369" fmla="*/ 7357174 w 10922000"/>
              <a:gd name="connsiteY369" fmla="*/ 939800 h 939800"/>
              <a:gd name="connsiteX370" fmla="*/ 7458329 w 10922000"/>
              <a:gd name="connsiteY370" fmla="*/ 939800 h 939800"/>
              <a:gd name="connsiteX371" fmla="*/ 7508875 w 10922000"/>
              <a:gd name="connsiteY371" fmla="*/ 939800 h 939800"/>
              <a:gd name="connsiteX372" fmla="*/ 7508875 w 10922000"/>
              <a:gd name="connsiteY372" fmla="*/ 933450 h 939800"/>
              <a:gd name="connsiteX373" fmla="*/ 7458329 w 10922000"/>
              <a:gd name="connsiteY373" fmla="*/ 933450 h 939800"/>
              <a:gd name="connsiteX374" fmla="*/ 7458329 w 10922000"/>
              <a:gd name="connsiteY374" fmla="*/ 939800 h 939800"/>
              <a:gd name="connsiteX375" fmla="*/ 7559421 w 10922000"/>
              <a:gd name="connsiteY375" fmla="*/ 939800 h 939800"/>
              <a:gd name="connsiteX376" fmla="*/ 7610031 w 10922000"/>
              <a:gd name="connsiteY376" fmla="*/ 939800 h 939800"/>
              <a:gd name="connsiteX377" fmla="*/ 7610031 w 10922000"/>
              <a:gd name="connsiteY377" fmla="*/ 933450 h 939800"/>
              <a:gd name="connsiteX378" fmla="*/ 7559421 w 10922000"/>
              <a:gd name="connsiteY378" fmla="*/ 933450 h 939800"/>
              <a:gd name="connsiteX379" fmla="*/ 7559421 w 10922000"/>
              <a:gd name="connsiteY379" fmla="*/ 939800 h 939800"/>
              <a:gd name="connsiteX380" fmla="*/ 7660577 w 10922000"/>
              <a:gd name="connsiteY380" fmla="*/ 939800 h 939800"/>
              <a:gd name="connsiteX381" fmla="*/ 7711123 w 10922000"/>
              <a:gd name="connsiteY381" fmla="*/ 939800 h 939800"/>
              <a:gd name="connsiteX382" fmla="*/ 7711123 w 10922000"/>
              <a:gd name="connsiteY382" fmla="*/ 933450 h 939800"/>
              <a:gd name="connsiteX383" fmla="*/ 7660577 w 10922000"/>
              <a:gd name="connsiteY383" fmla="*/ 933450 h 939800"/>
              <a:gd name="connsiteX384" fmla="*/ 7660577 w 10922000"/>
              <a:gd name="connsiteY384" fmla="*/ 939800 h 939800"/>
              <a:gd name="connsiteX385" fmla="*/ 7761732 w 10922000"/>
              <a:gd name="connsiteY385" fmla="*/ 939800 h 939800"/>
              <a:gd name="connsiteX386" fmla="*/ 7812278 w 10922000"/>
              <a:gd name="connsiteY386" fmla="*/ 939800 h 939800"/>
              <a:gd name="connsiteX387" fmla="*/ 7812278 w 10922000"/>
              <a:gd name="connsiteY387" fmla="*/ 933450 h 939800"/>
              <a:gd name="connsiteX388" fmla="*/ 7761732 w 10922000"/>
              <a:gd name="connsiteY388" fmla="*/ 933450 h 939800"/>
              <a:gd name="connsiteX389" fmla="*/ 7761732 w 10922000"/>
              <a:gd name="connsiteY389" fmla="*/ 939800 h 939800"/>
              <a:gd name="connsiteX390" fmla="*/ 7862824 w 10922000"/>
              <a:gd name="connsiteY390" fmla="*/ 939800 h 939800"/>
              <a:gd name="connsiteX391" fmla="*/ 7913370 w 10922000"/>
              <a:gd name="connsiteY391" fmla="*/ 939800 h 939800"/>
              <a:gd name="connsiteX392" fmla="*/ 7913370 w 10922000"/>
              <a:gd name="connsiteY392" fmla="*/ 933450 h 939800"/>
              <a:gd name="connsiteX393" fmla="*/ 7862824 w 10922000"/>
              <a:gd name="connsiteY393" fmla="*/ 933450 h 939800"/>
              <a:gd name="connsiteX394" fmla="*/ 7862824 w 10922000"/>
              <a:gd name="connsiteY394" fmla="*/ 939800 h 939800"/>
              <a:gd name="connsiteX395" fmla="*/ 7963980 w 10922000"/>
              <a:gd name="connsiteY395" fmla="*/ 939800 h 939800"/>
              <a:gd name="connsiteX396" fmla="*/ 8014526 w 10922000"/>
              <a:gd name="connsiteY396" fmla="*/ 939800 h 939800"/>
              <a:gd name="connsiteX397" fmla="*/ 8014526 w 10922000"/>
              <a:gd name="connsiteY397" fmla="*/ 933450 h 939800"/>
              <a:gd name="connsiteX398" fmla="*/ 7963980 w 10922000"/>
              <a:gd name="connsiteY398" fmla="*/ 933450 h 939800"/>
              <a:gd name="connsiteX399" fmla="*/ 7963980 w 10922000"/>
              <a:gd name="connsiteY399" fmla="*/ 939800 h 939800"/>
              <a:gd name="connsiteX400" fmla="*/ 8065072 w 10922000"/>
              <a:gd name="connsiteY400" fmla="*/ 939800 h 939800"/>
              <a:gd name="connsiteX401" fmla="*/ 8115682 w 10922000"/>
              <a:gd name="connsiteY401" fmla="*/ 939800 h 939800"/>
              <a:gd name="connsiteX402" fmla="*/ 8115682 w 10922000"/>
              <a:gd name="connsiteY402" fmla="*/ 933450 h 939800"/>
              <a:gd name="connsiteX403" fmla="*/ 8065072 w 10922000"/>
              <a:gd name="connsiteY403" fmla="*/ 933450 h 939800"/>
              <a:gd name="connsiteX404" fmla="*/ 8065072 w 10922000"/>
              <a:gd name="connsiteY404" fmla="*/ 939800 h 939800"/>
              <a:gd name="connsiteX405" fmla="*/ 8166227 w 10922000"/>
              <a:gd name="connsiteY405" fmla="*/ 939800 h 939800"/>
              <a:gd name="connsiteX406" fmla="*/ 8216773 w 10922000"/>
              <a:gd name="connsiteY406" fmla="*/ 939800 h 939800"/>
              <a:gd name="connsiteX407" fmla="*/ 8216773 w 10922000"/>
              <a:gd name="connsiteY407" fmla="*/ 933450 h 939800"/>
              <a:gd name="connsiteX408" fmla="*/ 8166227 w 10922000"/>
              <a:gd name="connsiteY408" fmla="*/ 933450 h 939800"/>
              <a:gd name="connsiteX409" fmla="*/ 8166227 w 10922000"/>
              <a:gd name="connsiteY409" fmla="*/ 939800 h 939800"/>
              <a:gd name="connsiteX410" fmla="*/ 8267382 w 10922000"/>
              <a:gd name="connsiteY410" fmla="*/ 939800 h 939800"/>
              <a:gd name="connsiteX411" fmla="*/ 8317929 w 10922000"/>
              <a:gd name="connsiteY411" fmla="*/ 939800 h 939800"/>
              <a:gd name="connsiteX412" fmla="*/ 8317929 w 10922000"/>
              <a:gd name="connsiteY412" fmla="*/ 933450 h 939800"/>
              <a:gd name="connsiteX413" fmla="*/ 8267382 w 10922000"/>
              <a:gd name="connsiteY413" fmla="*/ 933450 h 939800"/>
              <a:gd name="connsiteX414" fmla="*/ 8267382 w 10922000"/>
              <a:gd name="connsiteY414" fmla="*/ 939800 h 939800"/>
              <a:gd name="connsiteX415" fmla="*/ 8368475 w 10922000"/>
              <a:gd name="connsiteY415" fmla="*/ 939800 h 939800"/>
              <a:gd name="connsiteX416" fmla="*/ 8419020 w 10922000"/>
              <a:gd name="connsiteY416" fmla="*/ 939800 h 939800"/>
              <a:gd name="connsiteX417" fmla="*/ 8419020 w 10922000"/>
              <a:gd name="connsiteY417" fmla="*/ 933450 h 939800"/>
              <a:gd name="connsiteX418" fmla="*/ 8368475 w 10922000"/>
              <a:gd name="connsiteY418" fmla="*/ 933450 h 939800"/>
              <a:gd name="connsiteX419" fmla="*/ 8368475 w 10922000"/>
              <a:gd name="connsiteY419" fmla="*/ 939800 h 939800"/>
              <a:gd name="connsiteX420" fmla="*/ 8469630 w 10922000"/>
              <a:gd name="connsiteY420" fmla="*/ 939800 h 939800"/>
              <a:gd name="connsiteX421" fmla="*/ 8520176 w 10922000"/>
              <a:gd name="connsiteY421" fmla="*/ 939800 h 939800"/>
              <a:gd name="connsiteX422" fmla="*/ 8520176 w 10922000"/>
              <a:gd name="connsiteY422" fmla="*/ 933450 h 939800"/>
              <a:gd name="connsiteX423" fmla="*/ 8469630 w 10922000"/>
              <a:gd name="connsiteY423" fmla="*/ 933450 h 939800"/>
              <a:gd name="connsiteX424" fmla="*/ 8469630 w 10922000"/>
              <a:gd name="connsiteY424" fmla="*/ 939800 h 939800"/>
              <a:gd name="connsiteX425" fmla="*/ 8570722 w 10922000"/>
              <a:gd name="connsiteY425" fmla="*/ 939800 h 939800"/>
              <a:gd name="connsiteX426" fmla="*/ 8621331 w 10922000"/>
              <a:gd name="connsiteY426" fmla="*/ 939800 h 939800"/>
              <a:gd name="connsiteX427" fmla="*/ 8621331 w 10922000"/>
              <a:gd name="connsiteY427" fmla="*/ 933450 h 939800"/>
              <a:gd name="connsiteX428" fmla="*/ 8570722 w 10922000"/>
              <a:gd name="connsiteY428" fmla="*/ 933450 h 939800"/>
              <a:gd name="connsiteX429" fmla="*/ 8570722 w 10922000"/>
              <a:gd name="connsiteY429" fmla="*/ 939800 h 939800"/>
              <a:gd name="connsiteX430" fmla="*/ 8671878 w 10922000"/>
              <a:gd name="connsiteY430" fmla="*/ 939800 h 939800"/>
              <a:gd name="connsiteX431" fmla="*/ 8722423 w 10922000"/>
              <a:gd name="connsiteY431" fmla="*/ 939800 h 939800"/>
              <a:gd name="connsiteX432" fmla="*/ 8722423 w 10922000"/>
              <a:gd name="connsiteY432" fmla="*/ 933450 h 939800"/>
              <a:gd name="connsiteX433" fmla="*/ 8671878 w 10922000"/>
              <a:gd name="connsiteY433" fmla="*/ 933450 h 939800"/>
              <a:gd name="connsiteX434" fmla="*/ 8671878 w 10922000"/>
              <a:gd name="connsiteY434" fmla="*/ 939800 h 939800"/>
              <a:gd name="connsiteX435" fmla="*/ 8773033 w 10922000"/>
              <a:gd name="connsiteY435" fmla="*/ 939800 h 939800"/>
              <a:gd name="connsiteX436" fmla="*/ 8823579 w 10922000"/>
              <a:gd name="connsiteY436" fmla="*/ 939800 h 939800"/>
              <a:gd name="connsiteX437" fmla="*/ 8823579 w 10922000"/>
              <a:gd name="connsiteY437" fmla="*/ 933450 h 939800"/>
              <a:gd name="connsiteX438" fmla="*/ 8773033 w 10922000"/>
              <a:gd name="connsiteY438" fmla="*/ 933450 h 939800"/>
              <a:gd name="connsiteX439" fmla="*/ 8773033 w 10922000"/>
              <a:gd name="connsiteY439" fmla="*/ 939800 h 939800"/>
              <a:gd name="connsiteX440" fmla="*/ 8874125 w 10922000"/>
              <a:gd name="connsiteY440" fmla="*/ 939800 h 939800"/>
              <a:gd name="connsiteX441" fmla="*/ 8924671 w 10922000"/>
              <a:gd name="connsiteY441" fmla="*/ 939800 h 939800"/>
              <a:gd name="connsiteX442" fmla="*/ 8924671 w 10922000"/>
              <a:gd name="connsiteY442" fmla="*/ 933450 h 939800"/>
              <a:gd name="connsiteX443" fmla="*/ 8874125 w 10922000"/>
              <a:gd name="connsiteY443" fmla="*/ 933450 h 939800"/>
              <a:gd name="connsiteX444" fmla="*/ 8874125 w 10922000"/>
              <a:gd name="connsiteY444" fmla="*/ 939800 h 939800"/>
              <a:gd name="connsiteX445" fmla="*/ 8975281 w 10922000"/>
              <a:gd name="connsiteY445" fmla="*/ 939800 h 939800"/>
              <a:gd name="connsiteX446" fmla="*/ 9025827 w 10922000"/>
              <a:gd name="connsiteY446" fmla="*/ 939800 h 939800"/>
              <a:gd name="connsiteX447" fmla="*/ 9025827 w 10922000"/>
              <a:gd name="connsiteY447" fmla="*/ 933450 h 939800"/>
              <a:gd name="connsiteX448" fmla="*/ 8975281 w 10922000"/>
              <a:gd name="connsiteY448" fmla="*/ 933450 h 939800"/>
              <a:gd name="connsiteX449" fmla="*/ 8975281 w 10922000"/>
              <a:gd name="connsiteY449" fmla="*/ 939800 h 939800"/>
              <a:gd name="connsiteX450" fmla="*/ 9076372 w 10922000"/>
              <a:gd name="connsiteY450" fmla="*/ 939800 h 939800"/>
              <a:gd name="connsiteX451" fmla="*/ 9126982 w 10922000"/>
              <a:gd name="connsiteY451" fmla="*/ 939800 h 939800"/>
              <a:gd name="connsiteX452" fmla="*/ 9126982 w 10922000"/>
              <a:gd name="connsiteY452" fmla="*/ 933450 h 939800"/>
              <a:gd name="connsiteX453" fmla="*/ 9076372 w 10922000"/>
              <a:gd name="connsiteY453" fmla="*/ 933450 h 939800"/>
              <a:gd name="connsiteX454" fmla="*/ 9076372 w 10922000"/>
              <a:gd name="connsiteY454" fmla="*/ 939800 h 939800"/>
              <a:gd name="connsiteX455" fmla="*/ 9177528 w 10922000"/>
              <a:gd name="connsiteY455" fmla="*/ 939800 h 939800"/>
              <a:gd name="connsiteX456" fmla="*/ 9228074 w 10922000"/>
              <a:gd name="connsiteY456" fmla="*/ 939800 h 939800"/>
              <a:gd name="connsiteX457" fmla="*/ 9228074 w 10922000"/>
              <a:gd name="connsiteY457" fmla="*/ 933450 h 939800"/>
              <a:gd name="connsiteX458" fmla="*/ 9177528 w 10922000"/>
              <a:gd name="connsiteY458" fmla="*/ 933450 h 939800"/>
              <a:gd name="connsiteX459" fmla="*/ 9177528 w 10922000"/>
              <a:gd name="connsiteY459" fmla="*/ 939800 h 939800"/>
              <a:gd name="connsiteX460" fmla="*/ 9278683 w 10922000"/>
              <a:gd name="connsiteY460" fmla="*/ 939800 h 939800"/>
              <a:gd name="connsiteX461" fmla="*/ 9329230 w 10922000"/>
              <a:gd name="connsiteY461" fmla="*/ 939800 h 939800"/>
              <a:gd name="connsiteX462" fmla="*/ 9329230 w 10922000"/>
              <a:gd name="connsiteY462" fmla="*/ 933450 h 939800"/>
              <a:gd name="connsiteX463" fmla="*/ 9278683 w 10922000"/>
              <a:gd name="connsiteY463" fmla="*/ 933450 h 939800"/>
              <a:gd name="connsiteX464" fmla="*/ 9278683 w 10922000"/>
              <a:gd name="connsiteY464" fmla="*/ 939800 h 939800"/>
              <a:gd name="connsiteX465" fmla="*/ 9379776 w 10922000"/>
              <a:gd name="connsiteY465" fmla="*/ 939800 h 939800"/>
              <a:gd name="connsiteX466" fmla="*/ 9430321 w 10922000"/>
              <a:gd name="connsiteY466" fmla="*/ 939800 h 939800"/>
              <a:gd name="connsiteX467" fmla="*/ 9430321 w 10922000"/>
              <a:gd name="connsiteY467" fmla="*/ 933450 h 939800"/>
              <a:gd name="connsiteX468" fmla="*/ 9379776 w 10922000"/>
              <a:gd name="connsiteY468" fmla="*/ 933450 h 939800"/>
              <a:gd name="connsiteX469" fmla="*/ 9379776 w 10922000"/>
              <a:gd name="connsiteY469" fmla="*/ 939800 h 939800"/>
              <a:gd name="connsiteX470" fmla="*/ 9480931 w 10922000"/>
              <a:gd name="connsiteY470" fmla="*/ 939800 h 939800"/>
              <a:gd name="connsiteX471" fmla="*/ 9531477 w 10922000"/>
              <a:gd name="connsiteY471" fmla="*/ 939800 h 939800"/>
              <a:gd name="connsiteX472" fmla="*/ 9531477 w 10922000"/>
              <a:gd name="connsiteY472" fmla="*/ 933450 h 939800"/>
              <a:gd name="connsiteX473" fmla="*/ 9480931 w 10922000"/>
              <a:gd name="connsiteY473" fmla="*/ 933450 h 939800"/>
              <a:gd name="connsiteX474" fmla="*/ 9480931 w 10922000"/>
              <a:gd name="connsiteY474" fmla="*/ 939800 h 939800"/>
              <a:gd name="connsiteX475" fmla="*/ 9582023 w 10922000"/>
              <a:gd name="connsiteY475" fmla="*/ 939800 h 939800"/>
              <a:gd name="connsiteX476" fmla="*/ 9632632 w 10922000"/>
              <a:gd name="connsiteY476" fmla="*/ 939800 h 939800"/>
              <a:gd name="connsiteX477" fmla="*/ 9632632 w 10922000"/>
              <a:gd name="connsiteY477" fmla="*/ 933450 h 939800"/>
              <a:gd name="connsiteX478" fmla="*/ 9582023 w 10922000"/>
              <a:gd name="connsiteY478" fmla="*/ 933450 h 939800"/>
              <a:gd name="connsiteX479" fmla="*/ 9582023 w 10922000"/>
              <a:gd name="connsiteY479" fmla="*/ 939800 h 939800"/>
              <a:gd name="connsiteX480" fmla="*/ 9683179 w 10922000"/>
              <a:gd name="connsiteY480" fmla="*/ 939800 h 939800"/>
              <a:gd name="connsiteX481" fmla="*/ 9733724 w 10922000"/>
              <a:gd name="connsiteY481" fmla="*/ 939800 h 939800"/>
              <a:gd name="connsiteX482" fmla="*/ 9733724 w 10922000"/>
              <a:gd name="connsiteY482" fmla="*/ 933450 h 939800"/>
              <a:gd name="connsiteX483" fmla="*/ 9683179 w 10922000"/>
              <a:gd name="connsiteY483" fmla="*/ 933450 h 939800"/>
              <a:gd name="connsiteX484" fmla="*/ 9683179 w 10922000"/>
              <a:gd name="connsiteY484" fmla="*/ 939800 h 939800"/>
              <a:gd name="connsiteX485" fmla="*/ 9784334 w 10922000"/>
              <a:gd name="connsiteY485" fmla="*/ 939800 h 939800"/>
              <a:gd name="connsiteX486" fmla="*/ 9834880 w 10922000"/>
              <a:gd name="connsiteY486" fmla="*/ 939800 h 939800"/>
              <a:gd name="connsiteX487" fmla="*/ 9834880 w 10922000"/>
              <a:gd name="connsiteY487" fmla="*/ 933450 h 939800"/>
              <a:gd name="connsiteX488" fmla="*/ 9784334 w 10922000"/>
              <a:gd name="connsiteY488" fmla="*/ 933450 h 939800"/>
              <a:gd name="connsiteX489" fmla="*/ 9784334 w 10922000"/>
              <a:gd name="connsiteY489" fmla="*/ 939800 h 939800"/>
              <a:gd name="connsiteX490" fmla="*/ 9885426 w 10922000"/>
              <a:gd name="connsiteY490" fmla="*/ 939800 h 939800"/>
              <a:gd name="connsiteX491" fmla="*/ 9935972 w 10922000"/>
              <a:gd name="connsiteY491" fmla="*/ 939800 h 939800"/>
              <a:gd name="connsiteX492" fmla="*/ 9935972 w 10922000"/>
              <a:gd name="connsiteY492" fmla="*/ 933450 h 939800"/>
              <a:gd name="connsiteX493" fmla="*/ 9885426 w 10922000"/>
              <a:gd name="connsiteY493" fmla="*/ 933450 h 939800"/>
              <a:gd name="connsiteX494" fmla="*/ 9885426 w 10922000"/>
              <a:gd name="connsiteY494" fmla="*/ 939800 h 939800"/>
              <a:gd name="connsiteX495" fmla="*/ 9986581 w 10922000"/>
              <a:gd name="connsiteY495" fmla="*/ 939800 h 939800"/>
              <a:gd name="connsiteX496" fmla="*/ 10037128 w 10922000"/>
              <a:gd name="connsiteY496" fmla="*/ 939800 h 939800"/>
              <a:gd name="connsiteX497" fmla="*/ 10037128 w 10922000"/>
              <a:gd name="connsiteY497" fmla="*/ 933450 h 939800"/>
              <a:gd name="connsiteX498" fmla="*/ 9986581 w 10922000"/>
              <a:gd name="connsiteY498" fmla="*/ 933450 h 939800"/>
              <a:gd name="connsiteX499" fmla="*/ 9986581 w 10922000"/>
              <a:gd name="connsiteY499" fmla="*/ 939800 h 939800"/>
              <a:gd name="connsiteX500" fmla="*/ 10087673 w 10922000"/>
              <a:gd name="connsiteY500" fmla="*/ 939800 h 939800"/>
              <a:gd name="connsiteX501" fmla="*/ 10138283 w 10922000"/>
              <a:gd name="connsiteY501" fmla="*/ 939800 h 939800"/>
              <a:gd name="connsiteX502" fmla="*/ 10138283 w 10922000"/>
              <a:gd name="connsiteY502" fmla="*/ 933450 h 939800"/>
              <a:gd name="connsiteX503" fmla="*/ 10087673 w 10922000"/>
              <a:gd name="connsiteY503" fmla="*/ 933450 h 939800"/>
              <a:gd name="connsiteX504" fmla="*/ 10087673 w 10922000"/>
              <a:gd name="connsiteY504" fmla="*/ 939800 h 939800"/>
              <a:gd name="connsiteX505" fmla="*/ 10188829 w 10922000"/>
              <a:gd name="connsiteY505" fmla="*/ 939800 h 939800"/>
              <a:gd name="connsiteX506" fmla="*/ 10239375 w 10922000"/>
              <a:gd name="connsiteY506" fmla="*/ 939800 h 939800"/>
              <a:gd name="connsiteX507" fmla="*/ 10239375 w 10922000"/>
              <a:gd name="connsiteY507" fmla="*/ 933450 h 939800"/>
              <a:gd name="connsiteX508" fmla="*/ 10188829 w 10922000"/>
              <a:gd name="connsiteY508" fmla="*/ 933450 h 939800"/>
              <a:gd name="connsiteX509" fmla="*/ 10188829 w 10922000"/>
              <a:gd name="connsiteY509" fmla="*/ 939800 h 939800"/>
              <a:gd name="connsiteX510" fmla="*/ 10289984 w 10922000"/>
              <a:gd name="connsiteY510" fmla="*/ 939800 h 939800"/>
              <a:gd name="connsiteX511" fmla="*/ 10340531 w 10922000"/>
              <a:gd name="connsiteY511" fmla="*/ 939800 h 939800"/>
              <a:gd name="connsiteX512" fmla="*/ 10340531 w 10922000"/>
              <a:gd name="connsiteY512" fmla="*/ 933450 h 939800"/>
              <a:gd name="connsiteX513" fmla="*/ 10289984 w 10922000"/>
              <a:gd name="connsiteY513" fmla="*/ 933450 h 939800"/>
              <a:gd name="connsiteX514" fmla="*/ 10289984 w 10922000"/>
              <a:gd name="connsiteY514" fmla="*/ 939800 h 939800"/>
              <a:gd name="connsiteX515" fmla="*/ 10391077 w 10922000"/>
              <a:gd name="connsiteY515" fmla="*/ 939800 h 939800"/>
              <a:gd name="connsiteX516" fmla="*/ 10441622 w 10922000"/>
              <a:gd name="connsiteY516" fmla="*/ 939800 h 939800"/>
              <a:gd name="connsiteX517" fmla="*/ 10441622 w 10922000"/>
              <a:gd name="connsiteY517" fmla="*/ 933450 h 939800"/>
              <a:gd name="connsiteX518" fmla="*/ 10391077 w 10922000"/>
              <a:gd name="connsiteY518" fmla="*/ 933450 h 939800"/>
              <a:gd name="connsiteX519" fmla="*/ 10391077 w 10922000"/>
              <a:gd name="connsiteY519" fmla="*/ 939800 h 939800"/>
              <a:gd name="connsiteX520" fmla="*/ 10492232 w 10922000"/>
              <a:gd name="connsiteY520" fmla="*/ 939800 h 939800"/>
              <a:gd name="connsiteX521" fmla="*/ 10542778 w 10922000"/>
              <a:gd name="connsiteY521" fmla="*/ 939800 h 939800"/>
              <a:gd name="connsiteX522" fmla="*/ 10542778 w 10922000"/>
              <a:gd name="connsiteY522" fmla="*/ 933450 h 939800"/>
              <a:gd name="connsiteX523" fmla="*/ 10492232 w 10922000"/>
              <a:gd name="connsiteY523" fmla="*/ 933450 h 939800"/>
              <a:gd name="connsiteX524" fmla="*/ 10492232 w 10922000"/>
              <a:gd name="connsiteY524" fmla="*/ 939800 h 939800"/>
              <a:gd name="connsiteX525" fmla="*/ 10593324 w 10922000"/>
              <a:gd name="connsiteY525" fmla="*/ 939800 h 939800"/>
              <a:gd name="connsiteX526" fmla="*/ 10643933 w 10922000"/>
              <a:gd name="connsiteY526" fmla="*/ 939800 h 939800"/>
              <a:gd name="connsiteX527" fmla="*/ 10643933 w 10922000"/>
              <a:gd name="connsiteY527" fmla="*/ 933450 h 939800"/>
              <a:gd name="connsiteX528" fmla="*/ 10593324 w 10922000"/>
              <a:gd name="connsiteY528" fmla="*/ 933450 h 939800"/>
              <a:gd name="connsiteX529" fmla="*/ 10593324 w 10922000"/>
              <a:gd name="connsiteY529" fmla="*/ 939800 h 939800"/>
              <a:gd name="connsiteX530" fmla="*/ 10694480 w 10922000"/>
              <a:gd name="connsiteY530" fmla="*/ 939800 h 939800"/>
              <a:gd name="connsiteX531" fmla="*/ 10745026 w 10922000"/>
              <a:gd name="connsiteY531" fmla="*/ 939800 h 939800"/>
              <a:gd name="connsiteX532" fmla="*/ 10745026 w 10922000"/>
              <a:gd name="connsiteY532" fmla="*/ 933450 h 939800"/>
              <a:gd name="connsiteX533" fmla="*/ 10694480 w 10922000"/>
              <a:gd name="connsiteY533" fmla="*/ 933450 h 939800"/>
              <a:gd name="connsiteX534" fmla="*/ 10694480 w 10922000"/>
              <a:gd name="connsiteY534" fmla="*/ 939800 h 939800"/>
              <a:gd name="connsiteX535" fmla="*/ 10795635 w 10922000"/>
              <a:gd name="connsiteY535" fmla="*/ 939800 h 939800"/>
              <a:gd name="connsiteX536" fmla="*/ 10846181 w 10922000"/>
              <a:gd name="connsiteY536" fmla="*/ 939800 h 939800"/>
              <a:gd name="connsiteX537" fmla="*/ 10846181 w 10922000"/>
              <a:gd name="connsiteY537" fmla="*/ 933450 h 939800"/>
              <a:gd name="connsiteX538" fmla="*/ 10795635 w 10922000"/>
              <a:gd name="connsiteY538" fmla="*/ 933450 h 939800"/>
              <a:gd name="connsiteX539" fmla="*/ 10795635 w 10922000"/>
              <a:gd name="connsiteY539" fmla="*/ 939800 h 939800"/>
              <a:gd name="connsiteX540" fmla="*/ 10896727 w 10922000"/>
              <a:gd name="connsiteY540" fmla="*/ 939800 h 939800"/>
              <a:gd name="connsiteX541" fmla="*/ 10922000 w 10922000"/>
              <a:gd name="connsiteY541" fmla="*/ 939800 h 939800"/>
              <a:gd name="connsiteX542" fmla="*/ 10922000 w 10922000"/>
              <a:gd name="connsiteY542" fmla="*/ 933450 h 939800"/>
              <a:gd name="connsiteX543" fmla="*/ 10896727 w 10922000"/>
              <a:gd name="connsiteY543" fmla="*/ 933450 h 939800"/>
              <a:gd name="connsiteX544" fmla="*/ 10896727 w 10922000"/>
              <a:gd name="connsiteY544" fmla="*/ 939800 h 939800"/>
              <a:gd name="connsiteX545" fmla="*/ 10922000 w 10922000"/>
              <a:gd name="connsiteY545" fmla="*/ 0 h 939800"/>
              <a:gd name="connsiteX546" fmla="*/ 10896727 w 10922000"/>
              <a:gd name="connsiteY546" fmla="*/ 0 h 939800"/>
              <a:gd name="connsiteX547" fmla="*/ 10896727 w 10922000"/>
              <a:gd name="connsiteY547" fmla="*/ 6350 h 939800"/>
              <a:gd name="connsiteX548" fmla="*/ 10922000 w 10922000"/>
              <a:gd name="connsiteY548" fmla="*/ 6350 h 939800"/>
              <a:gd name="connsiteX549" fmla="*/ 10922000 w 10922000"/>
              <a:gd name="connsiteY549" fmla="*/ 0 h 939800"/>
              <a:gd name="connsiteX550" fmla="*/ 10846181 w 10922000"/>
              <a:gd name="connsiteY550" fmla="*/ 0 h 939800"/>
              <a:gd name="connsiteX551" fmla="*/ 10795571 w 10922000"/>
              <a:gd name="connsiteY551" fmla="*/ 0 h 939800"/>
              <a:gd name="connsiteX552" fmla="*/ 10795571 w 10922000"/>
              <a:gd name="connsiteY552" fmla="*/ 6350 h 939800"/>
              <a:gd name="connsiteX553" fmla="*/ 10846181 w 10922000"/>
              <a:gd name="connsiteY553" fmla="*/ 6350 h 939800"/>
              <a:gd name="connsiteX554" fmla="*/ 10846181 w 10922000"/>
              <a:gd name="connsiteY554" fmla="*/ 0 h 939800"/>
              <a:gd name="connsiteX555" fmla="*/ 10745026 w 10922000"/>
              <a:gd name="connsiteY555" fmla="*/ 0 h 939800"/>
              <a:gd name="connsiteX556" fmla="*/ 10694480 w 10922000"/>
              <a:gd name="connsiteY556" fmla="*/ 0 h 939800"/>
              <a:gd name="connsiteX557" fmla="*/ 10694480 w 10922000"/>
              <a:gd name="connsiteY557" fmla="*/ 6350 h 939800"/>
              <a:gd name="connsiteX558" fmla="*/ 10745026 w 10922000"/>
              <a:gd name="connsiteY558" fmla="*/ 6350 h 939800"/>
              <a:gd name="connsiteX559" fmla="*/ 10745026 w 10922000"/>
              <a:gd name="connsiteY559" fmla="*/ 0 h 939800"/>
              <a:gd name="connsiteX560" fmla="*/ 10643870 w 10922000"/>
              <a:gd name="connsiteY560" fmla="*/ 0 h 939800"/>
              <a:gd name="connsiteX561" fmla="*/ 10593324 w 10922000"/>
              <a:gd name="connsiteY561" fmla="*/ 0 h 939800"/>
              <a:gd name="connsiteX562" fmla="*/ 10593324 w 10922000"/>
              <a:gd name="connsiteY562" fmla="*/ 6350 h 939800"/>
              <a:gd name="connsiteX563" fmla="*/ 10643870 w 10922000"/>
              <a:gd name="connsiteY563" fmla="*/ 6350 h 939800"/>
              <a:gd name="connsiteX564" fmla="*/ 10643870 w 10922000"/>
              <a:gd name="connsiteY564" fmla="*/ 0 h 939800"/>
              <a:gd name="connsiteX565" fmla="*/ 10542778 w 10922000"/>
              <a:gd name="connsiteY565" fmla="*/ 0 h 939800"/>
              <a:gd name="connsiteX566" fmla="*/ 10492169 w 10922000"/>
              <a:gd name="connsiteY566" fmla="*/ 0 h 939800"/>
              <a:gd name="connsiteX567" fmla="*/ 10492169 w 10922000"/>
              <a:gd name="connsiteY567" fmla="*/ 6350 h 939800"/>
              <a:gd name="connsiteX568" fmla="*/ 10542778 w 10922000"/>
              <a:gd name="connsiteY568" fmla="*/ 6350 h 939800"/>
              <a:gd name="connsiteX569" fmla="*/ 10542778 w 10922000"/>
              <a:gd name="connsiteY569" fmla="*/ 0 h 939800"/>
              <a:gd name="connsiteX570" fmla="*/ 10441622 w 10922000"/>
              <a:gd name="connsiteY570" fmla="*/ 0 h 939800"/>
              <a:gd name="connsiteX571" fmla="*/ 10391077 w 10922000"/>
              <a:gd name="connsiteY571" fmla="*/ 0 h 939800"/>
              <a:gd name="connsiteX572" fmla="*/ 10391077 w 10922000"/>
              <a:gd name="connsiteY572" fmla="*/ 6350 h 939800"/>
              <a:gd name="connsiteX573" fmla="*/ 10441622 w 10922000"/>
              <a:gd name="connsiteY573" fmla="*/ 6350 h 939800"/>
              <a:gd name="connsiteX574" fmla="*/ 10441622 w 10922000"/>
              <a:gd name="connsiteY574" fmla="*/ 0 h 939800"/>
              <a:gd name="connsiteX575" fmla="*/ 10340531 w 10922000"/>
              <a:gd name="connsiteY575" fmla="*/ 0 h 939800"/>
              <a:gd name="connsiteX576" fmla="*/ 10289921 w 10922000"/>
              <a:gd name="connsiteY576" fmla="*/ 0 h 939800"/>
              <a:gd name="connsiteX577" fmla="*/ 10289921 w 10922000"/>
              <a:gd name="connsiteY577" fmla="*/ 6350 h 939800"/>
              <a:gd name="connsiteX578" fmla="*/ 10340531 w 10922000"/>
              <a:gd name="connsiteY578" fmla="*/ 6350 h 939800"/>
              <a:gd name="connsiteX579" fmla="*/ 10340531 w 10922000"/>
              <a:gd name="connsiteY579" fmla="*/ 0 h 939800"/>
              <a:gd name="connsiteX580" fmla="*/ 10239375 w 10922000"/>
              <a:gd name="connsiteY580" fmla="*/ 0 h 939800"/>
              <a:gd name="connsiteX581" fmla="*/ 10188829 w 10922000"/>
              <a:gd name="connsiteY581" fmla="*/ 0 h 939800"/>
              <a:gd name="connsiteX582" fmla="*/ 10188829 w 10922000"/>
              <a:gd name="connsiteY582" fmla="*/ 6350 h 939800"/>
              <a:gd name="connsiteX583" fmla="*/ 10239375 w 10922000"/>
              <a:gd name="connsiteY583" fmla="*/ 6350 h 939800"/>
              <a:gd name="connsiteX584" fmla="*/ 10239375 w 10922000"/>
              <a:gd name="connsiteY584" fmla="*/ 0 h 939800"/>
              <a:gd name="connsiteX585" fmla="*/ 10138219 w 10922000"/>
              <a:gd name="connsiteY585" fmla="*/ 0 h 939800"/>
              <a:gd name="connsiteX586" fmla="*/ 10087673 w 10922000"/>
              <a:gd name="connsiteY586" fmla="*/ 0 h 939800"/>
              <a:gd name="connsiteX587" fmla="*/ 10087673 w 10922000"/>
              <a:gd name="connsiteY587" fmla="*/ 6350 h 939800"/>
              <a:gd name="connsiteX588" fmla="*/ 10138219 w 10922000"/>
              <a:gd name="connsiteY588" fmla="*/ 6350 h 939800"/>
              <a:gd name="connsiteX589" fmla="*/ 10138219 w 10922000"/>
              <a:gd name="connsiteY589" fmla="*/ 0 h 939800"/>
              <a:gd name="connsiteX590" fmla="*/ 10037128 w 10922000"/>
              <a:gd name="connsiteY590" fmla="*/ 0 h 939800"/>
              <a:gd name="connsiteX591" fmla="*/ 9986581 w 10922000"/>
              <a:gd name="connsiteY591" fmla="*/ 0 h 939800"/>
              <a:gd name="connsiteX592" fmla="*/ 9986581 w 10922000"/>
              <a:gd name="connsiteY592" fmla="*/ 6350 h 939800"/>
              <a:gd name="connsiteX593" fmla="*/ 10037128 w 10922000"/>
              <a:gd name="connsiteY593" fmla="*/ 6350 h 939800"/>
              <a:gd name="connsiteX594" fmla="*/ 10037128 w 10922000"/>
              <a:gd name="connsiteY594" fmla="*/ 0 h 939800"/>
              <a:gd name="connsiteX595" fmla="*/ 9935972 w 10922000"/>
              <a:gd name="connsiteY595" fmla="*/ 0 h 939800"/>
              <a:gd name="connsiteX596" fmla="*/ 9885426 w 10922000"/>
              <a:gd name="connsiteY596" fmla="*/ 0 h 939800"/>
              <a:gd name="connsiteX597" fmla="*/ 9885426 w 10922000"/>
              <a:gd name="connsiteY597" fmla="*/ 6350 h 939800"/>
              <a:gd name="connsiteX598" fmla="*/ 9935972 w 10922000"/>
              <a:gd name="connsiteY598" fmla="*/ 6350 h 939800"/>
              <a:gd name="connsiteX599" fmla="*/ 9935972 w 10922000"/>
              <a:gd name="connsiteY599" fmla="*/ 0 h 939800"/>
              <a:gd name="connsiteX600" fmla="*/ 9834880 w 10922000"/>
              <a:gd name="connsiteY600" fmla="*/ 0 h 939800"/>
              <a:gd name="connsiteX601" fmla="*/ 9784270 w 10922000"/>
              <a:gd name="connsiteY601" fmla="*/ 0 h 939800"/>
              <a:gd name="connsiteX602" fmla="*/ 9784270 w 10922000"/>
              <a:gd name="connsiteY602" fmla="*/ 6350 h 939800"/>
              <a:gd name="connsiteX603" fmla="*/ 9834880 w 10922000"/>
              <a:gd name="connsiteY603" fmla="*/ 6350 h 939800"/>
              <a:gd name="connsiteX604" fmla="*/ 9834880 w 10922000"/>
              <a:gd name="connsiteY604" fmla="*/ 0 h 939800"/>
              <a:gd name="connsiteX605" fmla="*/ 9733724 w 10922000"/>
              <a:gd name="connsiteY605" fmla="*/ 0 h 939800"/>
              <a:gd name="connsiteX606" fmla="*/ 9683179 w 10922000"/>
              <a:gd name="connsiteY606" fmla="*/ 0 h 939800"/>
              <a:gd name="connsiteX607" fmla="*/ 9683179 w 10922000"/>
              <a:gd name="connsiteY607" fmla="*/ 6350 h 939800"/>
              <a:gd name="connsiteX608" fmla="*/ 9733724 w 10922000"/>
              <a:gd name="connsiteY608" fmla="*/ 6350 h 939800"/>
              <a:gd name="connsiteX609" fmla="*/ 9733724 w 10922000"/>
              <a:gd name="connsiteY609" fmla="*/ 0 h 939800"/>
              <a:gd name="connsiteX610" fmla="*/ 9632569 w 10922000"/>
              <a:gd name="connsiteY610" fmla="*/ 0 h 939800"/>
              <a:gd name="connsiteX611" fmla="*/ 9582023 w 10922000"/>
              <a:gd name="connsiteY611" fmla="*/ 0 h 939800"/>
              <a:gd name="connsiteX612" fmla="*/ 9582023 w 10922000"/>
              <a:gd name="connsiteY612" fmla="*/ 6350 h 939800"/>
              <a:gd name="connsiteX613" fmla="*/ 9632569 w 10922000"/>
              <a:gd name="connsiteY613" fmla="*/ 6350 h 939800"/>
              <a:gd name="connsiteX614" fmla="*/ 9632569 w 10922000"/>
              <a:gd name="connsiteY614" fmla="*/ 0 h 939800"/>
              <a:gd name="connsiteX615" fmla="*/ 9531477 w 10922000"/>
              <a:gd name="connsiteY615" fmla="*/ 0 h 939800"/>
              <a:gd name="connsiteX616" fmla="*/ 9480931 w 10922000"/>
              <a:gd name="connsiteY616" fmla="*/ 0 h 939800"/>
              <a:gd name="connsiteX617" fmla="*/ 9480931 w 10922000"/>
              <a:gd name="connsiteY617" fmla="*/ 6350 h 939800"/>
              <a:gd name="connsiteX618" fmla="*/ 9531477 w 10922000"/>
              <a:gd name="connsiteY618" fmla="*/ 6350 h 939800"/>
              <a:gd name="connsiteX619" fmla="*/ 9531477 w 10922000"/>
              <a:gd name="connsiteY619" fmla="*/ 0 h 939800"/>
              <a:gd name="connsiteX620" fmla="*/ 9430321 w 10922000"/>
              <a:gd name="connsiteY620" fmla="*/ 0 h 939800"/>
              <a:gd name="connsiteX621" fmla="*/ 9379776 w 10922000"/>
              <a:gd name="connsiteY621" fmla="*/ 0 h 939800"/>
              <a:gd name="connsiteX622" fmla="*/ 9379776 w 10922000"/>
              <a:gd name="connsiteY622" fmla="*/ 6350 h 939800"/>
              <a:gd name="connsiteX623" fmla="*/ 9430321 w 10922000"/>
              <a:gd name="connsiteY623" fmla="*/ 6350 h 939800"/>
              <a:gd name="connsiteX624" fmla="*/ 9430321 w 10922000"/>
              <a:gd name="connsiteY624" fmla="*/ 0 h 939800"/>
              <a:gd name="connsiteX625" fmla="*/ 9329230 w 10922000"/>
              <a:gd name="connsiteY625" fmla="*/ 0 h 939800"/>
              <a:gd name="connsiteX626" fmla="*/ 9278620 w 10922000"/>
              <a:gd name="connsiteY626" fmla="*/ 0 h 939800"/>
              <a:gd name="connsiteX627" fmla="*/ 9278620 w 10922000"/>
              <a:gd name="connsiteY627" fmla="*/ 6350 h 939800"/>
              <a:gd name="connsiteX628" fmla="*/ 9329230 w 10922000"/>
              <a:gd name="connsiteY628" fmla="*/ 6350 h 939800"/>
              <a:gd name="connsiteX629" fmla="*/ 9329230 w 10922000"/>
              <a:gd name="connsiteY629" fmla="*/ 0 h 939800"/>
              <a:gd name="connsiteX630" fmla="*/ 9228074 w 10922000"/>
              <a:gd name="connsiteY630" fmla="*/ 0 h 939800"/>
              <a:gd name="connsiteX631" fmla="*/ 9177528 w 10922000"/>
              <a:gd name="connsiteY631" fmla="*/ 0 h 939800"/>
              <a:gd name="connsiteX632" fmla="*/ 9177528 w 10922000"/>
              <a:gd name="connsiteY632" fmla="*/ 6350 h 939800"/>
              <a:gd name="connsiteX633" fmla="*/ 9228074 w 10922000"/>
              <a:gd name="connsiteY633" fmla="*/ 6350 h 939800"/>
              <a:gd name="connsiteX634" fmla="*/ 9228074 w 10922000"/>
              <a:gd name="connsiteY634" fmla="*/ 0 h 939800"/>
              <a:gd name="connsiteX635" fmla="*/ 9126919 w 10922000"/>
              <a:gd name="connsiteY635" fmla="*/ 0 h 939800"/>
              <a:gd name="connsiteX636" fmla="*/ 9076372 w 10922000"/>
              <a:gd name="connsiteY636" fmla="*/ 0 h 939800"/>
              <a:gd name="connsiteX637" fmla="*/ 9076372 w 10922000"/>
              <a:gd name="connsiteY637" fmla="*/ 6350 h 939800"/>
              <a:gd name="connsiteX638" fmla="*/ 9126919 w 10922000"/>
              <a:gd name="connsiteY638" fmla="*/ 6350 h 939800"/>
              <a:gd name="connsiteX639" fmla="*/ 9126919 w 10922000"/>
              <a:gd name="connsiteY639" fmla="*/ 0 h 939800"/>
              <a:gd name="connsiteX640" fmla="*/ 9025827 w 10922000"/>
              <a:gd name="connsiteY640" fmla="*/ 0 h 939800"/>
              <a:gd name="connsiteX641" fmla="*/ 8975281 w 10922000"/>
              <a:gd name="connsiteY641" fmla="*/ 0 h 939800"/>
              <a:gd name="connsiteX642" fmla="*/ 8975281 w 10922000"/>
              <a:gd name="connsiteY642" fmla="*/ 6350 h 939800"/>
              <a:gd name="connsiteX643" fmla="*/ 9025827 w 10922000"/>
              <a:gd name="connsiteY643" fmla="*/ 6350 h 939800"/>
              <a:gd name="connsiteX644" fmla="*/ 9025827 w 10922000"/>
              <a:gd name="connsiteY644" fmla="*/ 0 h 939800"/>
              <a:gd name="connsiteX645" fmla="*/ 8924671 w 10922000"/>
              <a:gd name="connsiteY645" fmla="*/ 0 h 939800"/>
              <a:gd name="connsiteX646" fmla="*/ 8874125 w 10922000"/>
              <a:gd name="connsiteY646" fmla="*/ 0 h 939800"/>
              <a:gd name="connsiteX647" fmla="*/ 8874125 w 10922000"/>
              <a:gd name="connsiteY647" fmla="*/ 6350 h 939800"/>
              <a:gd name="connsiteX648" fmla="*/ 8924671 w 10922000"/>
              <a:gd name="connsiteY648" fmla="*/ 6350 h 939800"/>
              <a:gd name="connsiteX649" fmla="*/ 8924671 w 10922000"/>
              <a:gd name="connsiteY649" fmla="*/ 0 h 939800"/>
              <a:gd name="connsiteX650" fmla="*/ 8823579 w 10922000"/>
              <a:gd name="connsiteY650" fmla="*/ 0 h 939800"/>
              <a:gd name="connsiteX651" fmla="*/ 8772969 w 10922000"/>
              <a:gd name="connsiteY651" fmla="*/ 0 h 939800"/>
              <a:gd name="connsiteX652" fmla="*/ 8772969 w 10922000"/>
              <a:gd name="connsiteY652" fmla="*/ 6350 h 939800"/>
              <a:gd name="connsiteX653" fmla="*/ 8823579 w 10922000"/>
              <a:gd name="connsiteY653" fmla="*/ 6350 h 939800"/>
              <a:gd name="connsiteX654" fmla="*/ 8823579 w 10922000"/>
              <a:gd name="connsiteY654" fmla="*/ 0 h 939800"/>
              <a:gd name="connsiteX655" fmla="*/ 8722423 w 10922000"/>
              <a:gd name="connsiteY655" fmla="*/ 0 h 939800"/>
              <a:gd name="connsiteX656" fmla="*/ 8671878 w 10922000"/>
              <a:gd name="connsiteY656" fmla="*/ 0 h 939800"/>
              <a:gd name="connsiteX657" fmla="*/ 8671878 w 10922000"/>
              <a:gd name="connsiteY657" fmla="*/ 6350 h 939800"/>
              <a:gd name="connsiteX658" fmla="*/ 8722423 w 10922000"/>
              <a:gd name="connsiteY658" fmla="*/ 6350 h 939800"/>
              <a:gd name="connsiteX659" fmla="*/ 8722423 w 10922000"/>
              <a:gd name="connsiteY659" fmla="*/ 0 h 939800"/>
              <a:gd name="connsiteX660" fmla="*/ 8621331 w 10922000"/>
              <a:gd name="connsiteY660" fmla="*/ 0 h 939800"/>
              <a:gd name="connsiteX661" fmla="*/ 8570722 w 10922000"/>
              <a:gd name="connsiteY661" fmla="*/ 0 h 939800"/>
              <a:gd name="connsiteX662" fmla="*/ 8570722 w 10922000"/>
              <a:gd name="connsiteY662" fmla="*/ 6350 h 939800"/>
              <a:gd name="connsiteX663" fmla="*/ 8621331 w 10922000"/>
              <a:gd name="connsiteY663" fmla="*/ 6350 h 939800"/>
              <a:gd name="connsiteX664" fmla="*/ 8621331 w 10922000"/>
              <a:gd name="connsiteY664" fmla="*/ 0 h 939800"/>
              <a:gd name="connsiteX665" fmla="*/ 8520176 w 10922000"/>
              <a:gd name="connsiteY665" fmla="*/ 0 h 939800"/>
              <a:gd name="connsiteX666" fmla="*/ 8469630 w 10922000"/>
              <a:gd name="connsiteY666" fmla="*/ 0 h 939800"/>
              <a:gd name="connsiteX667" fmla="*/ 8469630 w 10922000"/>
              <a:gd name="connsiteY667" fmla="*/ 6350 h 939800"/>
              <a:gd name="connsiteX668" fmla="*/ 8520176 w 10922000"/>
              <a:gd name="connsiteY668" fmla="*/ 6350 h 939800"/>
              <a:gd name="connsiteX669" fmla="*/ 8520176 w 10922000"/>
              <a:gd name="connsiteY669" fmla="*/ 0 h 939800"/>
              <a:gd name="connsiteX670" fmla="*/ 8419020 w 10922000"/>
              <a:gd name="connsiteY670" fmla="*/ 0 h 939800"/>
              <a:gd name="connsiteX671" fmla="*/ 8368475 w 10922000"/>
              <a:gd name="connsiteY671" fmla="*/ 0 h 939800"/>
              <a:gd name="connsiteX672" fmla="*/ 8368475 w 10922000"/>
              <a:gd name="connsiteY672" fmla="*/ 6350 h 939800"/>
              <a:gd name="connsiteX673" fmla="*/ 8419020 w 10922000"/>
              <a:gd name="connsiteY673" fmla="*/ 6350 h 939800"/>
              <a:gd name="connsiteX674" fmla="*/ 8419020 w 10922000"/>
              <a:gd name="connsiteY674" fmla="*/ 0 h 939800"/>
              <a:gd name="connsiteX675" fmla="*/ 8317929 w 10922000"/>
              <a:gd name="connsiteY675" fmla="*/ 0 h 939800"/>
              <a:gd name="connsiteX676" fmla="*/ 8267319 w 10922000"/>
              <a:gd name="connsiteY676" fmla="*/ 0 h 939800"/>
              <a:gd name="connsiteX677" fmla="*/ 8267319 w 10922000"/>
              <a:gd name="connsiteY677" fmla="*/ 6350 h 939800"/>
              <a:gd name="connsiteX678" fmla="*/ 8317929 w 10922000"/>
              <a:gd name="connsiteY678" fmla="*/ 6350 h 939800"/>
              <a:gd name="connsiteX679" fmla="*/ 8317929 w 10922000"/>
              <a:gd name="connsiteY679" fmla="*/ 0 h 939800"/>
              <a:gd name="connsiteX680" fmla="*/ 8216773 w 10922000"/>
              <a:gd name="connsiteY680" fmla="*/ 0 h 939800"/>
              <a:gd name="connsiteX681" fmla="*/ 8166227 w 10922000"/>
              <a:gd name="connsiteY681" fmla="*/ 0 h 939800"/>
              <a:gd name="connsiteX682" fmla="*/ 8166227 w 10922000"/>
              <a:gd name="connsiteY682" fmla="*/ 6350 h 939800"/>
              <a:gd name="connsiteX683" fmla="*/ 8216773 w 10922000"/>
              <a:gd name="connsiteY683" fmla="*/ 6350 h 939800"/>
              <a:gd name="connsiteX684" fmla="*/ 8216773 w 10922000"/>
              <a:gd name="connsiteY684" fmla="*/ 0 h 939800"/>
              <a:gd name="connsiteX685" fmla="*/ 8115682 w 10922000"/>
              <a:gd name="connsiteY685" fmla="*/ 0 h 939800"/>
              <a:gd name="connsiteX686" fmla="*/ 8065072 w 10922000"/>
              <a:gd name="connsiteY686" fmla="*/ 0 h 939800"/>
              <a:gd name="connsiteX687" fmla="*/ 8065072 w 10922000"/>
              <a:gd name="connsiteY687" fmla="*/ 6350 h 939800"/>
              <a:gd name="connsiteX688" fmla="*/ 8115682 w 10922000"/>
              <a:gd name="connsiteY688" fmla="*/ 6350 h 939800"/>
              <a:gd name="connsiteX689" fmla="*/ 8115682 w 10922000"/>
              <a:gd name="connsiteY689" fmla="*/ 0 h 939800"/>
              <a:gd name="connsiteX690" fmla="*/ 8014526 w 10922000"/>
              <a:gd name="connsiteY690" fmla="*/ 0 h 939800"/>
              <a:gd name="connsiteX691" fmla="*/ 7963980 w 10922000"/>
              <a:gd name="connsiteY691" fmla="*/ 0 h 939800"/>
              <a:gd name="connsiteX692" fmla="*/ 7963980 w 10922000"/>
              <a:gd name="connsiteY692" fmla="*/ 6350 h 939800"/>
              <a:gd name="connsiteX693" fmla="*/ 8014526 w 10922000"/>
              <a:gd name="connsiteY693" fmla="*/ 6350 h 939800"/>
              <a:gd name="connsiteX694" fmla="*/ 8014526 w 10922000"/>
              <a:gd name="connsiteY694" fmla="*/ 0 h 939800"/>
              <a:gd name="connsiteX695" fmla="*/ 7913370 w 10922000"/>
              <a:gd name="connsiteY695" fmla="*/ 0 h 939800"/>
              <a:gd name="connsiteX696" fmla="*/ 7862824 w 10922000"/>
              <a:gd name="connsiteY696" fmla="*/ 0 h 939800"/>
              <a:gd name="connsiteX697" fmla="*/ 7862824 w 10922000"/>
              <a:gd name="connsiteY697" fmla="*/ 6350 h 939800"/>
              <a:gd name="connsiteX698" fmla="*/ 7913370 w 10922000"/>
              <a:gd name="connsiteY698" fmla="*/ 6350 h 939800"/>
              <a:gd name="connsiteX699" fmla="*/ 7913370 w 10922000"/>
              <a:gd name="connsiteY699" fmla="*/ 0 h 939800"/>
              <a:gd name="connsiteX700" fmla="*/ 7812278 w 10922000"/>
              <a:gd name="connsiteY700" fmla="*/ 0 h 939800"/>
              <a:gd name="connsiteX701" fmla="*/ 7761732 w 10922000"/>
              <a:gd name="connsiteY701" fmla="*/ 0 h 939800"/>
              <a:gd name="connsiteX702" fmla="*/ 7761732 w 10922000"/>
              <a:gd name="connsiteY702" fmla="*/ 6350 h 939800"/>
              <a:gd name="connsiteX703" fmla="*/ 7812278 w 10922000"/>
              <a:gd name="connsiteY703" fmla="*/ 6350 h 939800"/>
              <a:gd name="connsiteX704" fmla="*/ 7812278 w 10922000"/>
              <a:gd name="connsiteY704" fmla="*/ 0 h 939800"/>
              <a:gd name="connsiteX705" fmla="*/ 7711123 w 10922000"/>
              <a:gd name="connsiteY705" fmla="*/ 0 h 939800"/>
              <a:gd name="connsiteX706" fmla="*/ 7660577 w 10922000"/>
              <a:gd name="connsiteY706" fmla="*/ 0 h 939800"/>
              <a:gd name="connsiteX707" fmla="*/ 7660577 w 10922000"/>
              <a:gd name="connsiteY707" fmla="*/ 6350 h 939800"/>
              <a:gd name="connsiteX708" fmla="*/ 7711123 w 10922000"/>
              <a:gd name="connsiteY708" fmla="*/ 6350 h 939800"/>
              <a:gd name="connsiteX709" fmla="*/ 7711123 w 10922000"/>
              <a:gd name="connsiteY709" fmla="*/ 0 h 939800"/>
              <a:gd name="connsiteX710" fmla="*/ 7610031 w 10922000"/>
              <a:gd name="connsiteY710" fmla="*/ 0 h 939800"/>
              <a:gd name="connsiteX711" fmla="*/ 7559421 w 10922000"/>
              <a:gd name="connsiteY711" fmla="*/ 0 h 939800"/>
              <a:gd name="connsiteX712" fmla="*/ 7559421 w 10922000"/>
              <a:gd name="connsiteY712" fmla="*/ 6350 h 939800"/>
              <a:gd name="connsiteX713" fmla="*/ 7610031 w 10922000"/>
              <a:gd name="connsiteY713" fmla="*/ 6350 h 939800"/>
              <a:gd name="connsiteX714" fmla="*/ 7610031 w 10922000"/>
              <a:gd name="connsiteY714" fmla="*/ 0 h 939800"/>
              <a:gd name="connsiteX715" fmla="*/ 7508875 w 10922000"/>
              <a:gd name="connsiteY715" fmla="*/ 0 h 939800"/>
              <a:gd name="connsiteX716" fmla="*/ 7458329 w 10922000"/>
              <a:gd name="connsiteY716" fmla="*/ 0 h 939800"/>
              <a:gd name="connsiteX717" fmla="*/ 7458329 w 10922000"/>
              <a:gd name="connsiteY717" fmla="*/ 6350 h 939800"/>
              <a:gd name="connsiteX718" fmla="*/ 7508875 w 10922000"/>
              <a:gd name="connsiteY718" fmla="*/ 6350 h 939800"/>
              <a:gd name="connsiteX719" fmla="*/ 7508875 w 10922000"/>
              <a:gd name="connsiteY719" fmla="*/ 0 h 939800"/>
              <a:gd name="connsiteX720" fmla="*/ 7407719 w 10922000"/>
              <a:gd name="connsiteY720" fmla="*/ 0 h 939800"/>
              <a:gd name="connsiteX721" fmla="*/ 7357174 w 10922000"/>
              <a:gd name="connsiteY721" fmla="*/ 0 h 939800"/>
              <a:gd name="connsiteX722" fmla="*/ 7357174 w 10922000"/>
              <a:gd name="connsiteY722" fmla="*/ 6350 h 939800"/>
              <a:gd name="connsiteX723" fmla="*/ 7407719 w 10922000"/>
              <a:gd name="connsiteY723" fmla="*/ 6350 h 939800"/>
              <a:gd name="connsiteX724" fmla="*/ 7407719 w 10922000"/>
              <a:gd name="connsiteY724" fmla="*/ 0 h 939800"/>
              <a:gd name="connsiteX725" fmla="*/ 7306628 w 10922000"/>
              <a:gd name="connsiteY725" fmla="*/ 0 h 939800"/>
              <a:gd name="connsiteX726" fmla="*/ 7256081 w 10922000"/>
              <a:gd name="connsiteY726" fmla="*/ 0 h 939800"/>
              <a:gd name="connsiteX727" fmla="*/ 7256081 w 10922000"/>
              <a:gd name="connsiteY727" fmla="*/ 6350 h 939800"/>
              <a:gd name="connsiteX728" fmla="*/ 7306628 w 10922000"/>
              <a:gd name="connsiteY728" fmla="*/ 6350 h 939800"/>
              <a:gd name="connsiteX729" fmla="*/ 7306628 w 10922000"/>
              <a:gd name="connsiteY729" fmla="*/ 0 h 939800"/>
              <a:gd name="connsiteX730" fmla="*/ 7205472 w 10922000"/>
              <a:gd name="connsiteY730" fmla="*/ 0 h 939800"/>
              <a:gd name="connsiteX731" fmla="*/ 7154926 w 10922000"/>
              <a:gd name="connsiteY731" fmla="*/ 0 h 939800"/>
              <a:gd name="connsiteX732" fmla="*/ 7154926 w 10922000"/>
              <a:gd name="connsiteY732" fmla="*/ 6350 h 939800"/>
              <a:gd name="connsiteX733" fmla="*/ 7205472 w 10922000"/>
              <a:gd name="connsiteY733" fmla="*/ 6350 h 939800"/>
              <a:gd name="connsiteX734" fmla="*/ 7205472 w 10922000"/>
              <a:gd name="connsiteY734" fmla="*/ 0 h 939800"/>
              <a:gd name="connsiteX735" fmla="*/ 7104381 w 10922000"/>
              <a:gd name="connsiteY735" fmla="*/ 0 h 939800"/>
              <a:gd name="connsiteX736" fmla="*/ 7053770 w 10922000"/>
              <a:gd name="connsiteY736" fmla="*/ 0 h 939800"/>
              <a:gd name="connsiteX737" fmla="*/ 7053770 w 10922000"/>
              <a:gd name="connsiteY737" fmla="*/ 6350 h 939800"/>
              <a:gd name="connsiteX738" fmla="*/ 7104381 w 10922000"/>
              <a:gd name="connsiteY738" fmla="*/ 6350 h 939800"/>
              <a:gd name="connsiteX739" fmla="*/ 7104381 w 10922000"/>
              <a:gd name="connsiteY739" fmla="*/ 0 h 939800"/>
              <a:gd name="connsiteX740" fmla="*/ 7003225 w 10922000"/>
              <a:gd name="connsiteY740" fmla="*/ 0 h 939800"/>
              <a:gd name="connsiteX741" fmla="*/ 6952679 w 10922000"/>
              <a:gd name="connsiteY741" fmla="*/ 0 h 939800"/>
              <a:gd name="connsiteX742" fmla="*/ 6952679 w 10922000"/>
              <a:gd name="connsiteY742" fmla="*/ 6350 h 939800"/>
              <a:gd name="connsiteX743" fmla="*/ 7003225 w 10922000"/>
              <a:gd name="connsiteY743" fmla="*/ 6350 h 939800"/>
              <a:gd name="connsiteX744" fmla="*/ 7003225 w 10922000"/>
              <a:gd name="connsiteY744" fmla="*/ 0 h 939800"/>
              <a:gd name="connsiteX745" fmla="*/ 6902069 w 10922000"/>
              <a:gd name="connsiteY745" fmla="*/ 0 h 939800"/>
              <a:gd name="connsiteX746" fmla="*/ 6851523 w 10922000"/>
              <a:gd name="connsiteY746" fmla="*/ 0 h 939800"/>
              <a:gd name="connsiteX747" fmla="*/ 6851523 w 10922000"/>
              <a:gd name="connsiteY747" fmla="*/ 6350 h 939800"/>
              <a:gd name="connsiteX748" fmla="*/ 6902069 w 10922000"/>
              <a:gd name="connsiteY748" fmla="*/ 6350 h 939800"/>
              <a:gd name="connsiteX749" fmla="*/ 6902069 w 10922000"/>
              <a:gd name="connsiteY749" fmla="*/ 0 h 939800"/>
              <a:gd name="connsiteX750" fmla="*/ 6800977 w 10922000"/>
              <a:gd name="connsiteY750" fmla="*/ 0 h 939800"/>
              <a:gd name="connsiteX751" fmla="*/ 6750432 w 10922000"/>
              <a:gd name="connsiteY751" fmla="*/ 0 h 939800"/>
              <a:gd name="connsiteX752" fmla="*/ 6750432 w 10922000"/>
              <a:gd name="connsiteY752" fmla="*/ 6350 h 939800"/>
              <a:gd name="connsiteX753" fmla="*/ 6800977 w 10922000"/>
              <a:gd name="connsiteY753" fmla="*/ 6350 h 939800"/>
              <a:gd name="connsiteX754" fmla="*/ 6800977 w 10922000"/>
              <a:gd name="connsiteY754" fmla="*/ 0 h 939800"/>
              <a:gd name="connsiteX755" fmla="*/ 6699822 w 10922000"/>
              <a:gd name="connsiteY755" fmla="*/ 0 h 939800"/>
              <a:gd name="connsiteX756" fmla="*/ 6649276 w 10922000"/>
              <a:gd name="connsiteY756" fmla="*/ 0 h 939800"/>
              <a:gd name="connsiteX757" fmla="*/ 6649276 w 10922000"/>
              <a:gd name="connsiteY757" fmla="*/ 6350 h 939800"/>
              <a:gd name="connsiteX758" fmla="*/ 6699822 w 10922000"/>
              <a:gd name="connsiteY758" fmla="*/ 6350 h 939800"/>
              <a:gd name="connsiteX759" fmla="*/ 6699822 w 10922000"/>
              <a:gd name="connsiteY759" fmla="*/ 0 h 939800"/>
              <a:gd name="connsiteX760" fmla="*/ 6598730 w 10922000"/>
              <a:gd name="connsiteY760" fmla="*/ 0 h 939800"/>
              <a:gd name="connsiteX761" fmla="*/ 6548120 w 10922000"/>
              <a:gd name="connsiteY761" fmla="*/ 0 h 939800"/>
              <a:gd name="connsiteX762" fmla="*/ 6548120 w 10922000"/>
              <a:gd name="connsiteY762" fmla="*/ 6350 h 939800"/>
              <a:gd name="connsiteX763" fmla="*/ 6598730 w 10922000"/>
              <a:gd name="connsiteY763" fmla="*/ 6350 h 939800"/>
              <a:gd name="connsiteX764" fmla="*/ 6598730 w 10922000"/>
              <a:gd name="connsiteY764" fmla="*/ 0 h 939800"/>
              <a:gd name="connsiteX765" fmla="*/ 6497574 w 10922000"/>
              <a:gd name="connsiteY765" fmla="*/ 0 h 939800"/>
              <a:gd name="connsiteX766" fmla="*/ 6447028 w 10922000"/>
              <a:gd name="connsiteY766" fmla="*/ 0 h 939800"/>
              <a:gd name="connsiteX767" fmla="*/ 6447028 w 10922000"/>
              <a:gd name="connsiteY767" fmla="*/ 6350 h 939800"/>
              <a:gd name="connsiteX768" fmla="*/ 6497574 w 10922000"/>
              <a:gd name="connsiteY768" fmla="*/ 6350 h 939800"/>
              <a:gd name="connsiteX769" fmla="*/ 6497574 w 10922000"/>
              <a:gd name="connsiteY769" fmla="*/ 0 h 939800"/>
              <a:gd name="connsiteX770" fmla="*/ 6396482 w 10922000"/>
              <a:gd name="connsiteY770" fmla="*/ 0 h 939800"/>
              <a:gd name="connsiteX771" fmla="*/ 6345873 w 10922000"/>
              <a:gd name="connsiteY771" fmla="*/ 0 h 939800"/>
              <a:gd name="connsiteX772" fmla="*/ 6345873 w 10922000"/>
              <a:gd name="connsiteY772" fmla="*/ 6350 h 939800"/>
              <a:gd name="connsiteX773" fmla="*/ 6396482 w 10922000"/>
              <a:gd name="connsiteY773" fmla="*/ 6350 h 939800"/>
              <a:gd name="connsiteX774" fmla="*/ 6396482 w 10922000"/>
              <a:gd name="connsiteY774" fmla="*/ 0 h 939800"/>
              <a:gd name="connsiteX775" fmla="*/ 6295327 w 10922000"/>
              <a:gd name="connsiteY775" fmla="*/ 0 h 939800"/>
              <a:gd name="connsiteX776" fmla="*/ 6244781 w 10922000"/>
              <a:gd name="connsiteY776" fmla="*/ 0 h 939800"/>
              <a:gd name="connsiteX777" fmla="*/ 6244781 w 10922000"/>
              <a:gd name="connsiteY777" fmla="*/ 6350 h 939800"/>
              <a:gd name="connsiteX778" fmla="*/ 6295327 w 10922000"/>
              <a:gd name="connsiteY778" fmla="*/ 6350 h 939800"/>
              <a:gd name="connsiteX779" fmla="*/ 6295327 w 10922000"/>
              <a:gd name="connsiteY779" fmla="*/ 0 h 939800"/>
              <a:gd name="connsiteX780" fmla="*/ 6194171 w 10922000"/>
              <a:gd name="connsiteY780" fmla="*/ 0 h 939800"/>
              <a:gd name="connsiteX781" fmla="*/ 6143625 w 10922000"/>
              <a:gd name="connsiteY781" fmla="*/ 0 h 939800"/>
              <a:gd name="connsiteX782" fmla="*/ 6143625 w 10922000"/>
              <a:gd name="connsiteY782" fmla="*/ 6350 h 939800"/>
              <a:gd name="connsiteX783" fmla="*/ 6194171 w 10922000"/>
              <a:gd name="connsiteY783" fmla="*/ 6350 h 939800"/>
              <a:gd name="connsiteX784" fmla="*/ 6194171 w 10922000"/>
              <a:gd name="connsiteY784" fmla="*/ 0 h 939800"/>
              <a:gd name="connsiteX785" fmla="*/ 6093079 w 10922000"/>
              <a:gd name="connsiteY785" fmla="*/ 0 h 939800"/>
              <a:gd name="connsiteX786" fmla="*/ 6042469 w 10922000"/>
              <a:gd name="connsiteY786" fmla="*/ 0 h 939800"/>
              <a:gd name="connsiteX787" fmla="*/ 6042469 w 10922000"/>
              <a:gd name="connsiteY787" fmla="*/ 6350 h 939800"/>
              <a:gd name="connsiteX788" fmla="*/ 6093079 w 10922000"/>
              <a:gd name="connsiteY788" fmla="*/ 6350 h 939800"/>
              <a:gd name="connsiteX789" fmla="*/ 6093079 w 10922000"/>
              <a:gd name="connsiteY789" fmla="*/ 0 h 939800"/>
              <a:gd name="connsiteX790" fmla="*/ 5991924 w 10922000"/>
              <a:gd name="connsiteY790" fmla="*/ 0 h 939800"/>
              <a:gd name="connsiteX791" fmla="*/ 5941378 w 10922000"/>
              <a:gd name="connsiteY791" fmla="*/ 0 h 939800"/>
              <a:gd name="connsiteX792" fmla="*/ 5941378 w 10922000"/>
              <a:gd name="connsiteY792" fmla="*/ 6350 h 939800"/>
              <a:gd name="connsiteX793" fmla="*/ 5991924 w 10922000"/>
              <a:gd name="connsiteY793" fmla="*/ 6350 h 939800"/>
              <a:gd name="connsiteX794" fmla="*/ 5991924 w 10922000"/>
              <a:gd name="connsiteY794" fmla="*/ 0 h 939800"/>
              <a:gd name="connsiteX795" fmla="*/ 5890831 w 10922000"/>
              <a:gd name="connsiteY795" fmla="*/ 0 h 939800"/>
              <a:gd name="connsiteX796" fmla="*/ 5840222 w 10922000"/>
              <a:gd name="connsiteY796" fmla="*/ 0 h 939800"/>
              <a:gd name="connsiteX797" fmla="*/ 5840222 w 10922000"/>
              <a:gd name="connsiteY797" fmla="*/ 6350 h 939800"/>
              <a:gd name="connsiteX798" fmla="*/ 5890831 w 10922000"/>
              <a:gd name="connsiteY798" fmla="*/ 6350 h 939800"/>
              <a:gd name="connsiteX799" fmla="*/ 5890831 w 10922000"/>
              <a:gd name="connsiteY799" fmla="*/ 0 h 939800"/>
              <a:gd name="connsiteX800" fmla="*/ 5789676 w 10922000"/>
              <a:gd name="connsiteY800" fmla="*/ 0 h 939800"/>
              <a:gd name="connsiteX801" fmla="*/ 5739130 w 10922000"/>
              <a:gd name="connsiteY801" fmla="*/ 0 h 939800"/>
              <a:gd name="connsiteX802" fmla="*/ 5739130 w 10922000"/>
              <a:gd name="connsiteY802" fmla="*/ 6350 h 939800"/>
              <a:gd name="connsiteX803" fmla="*/ 5789676 w 10922000"/>
              <a:gd name="connsiteY803" fmla="*/ 6350 h 939800"/>
              <a:gd name="connsiteX804" fmla="*/ 5789676 w 10922000"/>
              <a:gd name="connsiteY804" fmla="*/ 0 h 939800"/>
              <a:gd name="connsiteX805" fmla="*/ 5688546 w 10922000"/>
              <a:gd name="connsiteY805" fmla="*/ 0 h 939800"/>
              <a:gd name="connsiteX806" fmla="*/ 5637981 w 10922000"/>
              <a:gd name="connsiteY806" fmla="*/ 0 h 939800"/>
              <a:gd name="connsiteX807" fmla="*/ 5637981 w 10922000"/>
              <a:gd name="connsiteY807" fmla="*/ 6350 h 939800"/>
              <a:gd name="connsiteX808" fmla="*/ 5688546 w 10922000"/>
              <a:gd name="connsiteY808" fmla="*/ 6350 h 939800"/>
              <a:gd name="connsiteX809" fmla="*/ 5688546 w 10922000"/>
              <a:gd name="connsiteY809" fmla="*/ 0 h 939800"/>
              <a:gd name="connsiteX810" fmla="*/ 5587416 w 10922000"/>
              <a:gd name="connsiteY810" fmla="*/ 0 h 939800"/>
              <a:gd name="connsiteX811" fmla="*/ 5536851 w 10922000"/>
              <a:gd name="connsiteY811" fmla="*/ 0 h 939800"/>
              <a:gd name="connsiteX812" fmla="*/ 5536851 w 10922000"/>
              <a:gd name="connsiteY812" fmla="*/ 6350 h 939800"/>
              <a:gd name="connsiteX813" fmla="*/ 5587416 w 10922000"/>
              <a:gd name="connsiteY813" fmla="*/ 6350 h 939800"/>
              <a:gd name="connsiteX814" fmla="*/ 5587416 w 10922000"/>
              <a:gd name="connsiteY814" fmla="*/ 0 h 939800"/>
              <a:gd name="connsiteX815" fmla="*/ 5486286 w 10922000"/>
              <a:gd name="connsiteY815" fmla="*/ 0 h 939800"/>
              <a:gd name="connsiteX816" fmla="*/ 5435721 w 10922000"/>
              <a:gd name="connsiteY816" fmla="*/ 0 h 939800"/>
              <a:gd name="connsiteX817" fmla="*/ 5435721 w 10922000"/>
              <a:gd name="connsiteY817" fmla="*/ 6350 h 939800"/>
              <a:gd name="connsiteX818" fmla="*/ 5486286 w 10922000"/>
              <a:gd name="connsiteY818" fmla="*/ 6350 h 939800"/>
              <a:gd name="connsiteX819" fmla="*/ 5486286 w 10922000"/>
              <a:gd name="connsiteY819" fmla="*/ 0 h 939800"/>
              <a:gd name="connsiteX820" fmla="*/ 5385156 w 10922000"/>
              <a:gd name="connsiteY820" fmla="*/ 0 h 939800"/>
              <a:gd name="connsiteX821" fmla="*/ 5334591 w 10922000"/>
              <a:gd name="connsiteY821" fmla="*/ 0 h 939800"/>
              <a:gd name="connsiteX822" fmla="*/ 5334591 w 10922000"/>
              <a:gd name="connsiteY822" fmla="*/ 6350 h 939800"/>
              <a:gd name="connsiteX823" fmla="*/ 5385156 w 10922000"/>
              <a:gd name="connsiteY823" fmla="*/ 6350 h 939800"/>
              <a:gd name="connsiteX824" fmla="*/ 5385156 w 10922000"/>
              <a:gd name="connsiteY824" fmla="*/ 0 h 939800"/>
              <a:gd name="connsiteX825" fmla="*/ 5284026 w 10922000"/>
              <a:gd name="connsiteY825" fmla="*/ 0 h 939800"/>
              <a:gd name="connsiteX826" fmla="*/ 5233467 w 10922000"/>
              <a:gd name="connsiteY826" fmla="*/ 0 h 939800"/>
              <a:gd name="connsiteX827" fmla="*/ 5233467 w 10922000"/>
              <a:gd name="connsiteY827" fmla="*/ 6350 h 939800"/>
              <a:gd name="connsiteX828" fmla="*/ 5284026 w 10922000"/>
              <a:gd name="connsiteY828" fmla="*/ 6350 h 939800"/>
              <a:gd name="connsiteX829" fmla="*/ 5284026 w 10922000"/>
              <a:gd name="connsiteY829" fmla="*/ 0 h 939800"/>
              <a:gd name="connsiteX830" fmla="*/ 5182896 w 10922000"/>
              <a:gd name="connsiteY830" fmla="*/ 0 h 939800"/>
              <a:gd name="connsiteX831" fmla="*/ 5132337 w 10922000"/>
              <a:gd name="connsiteY831" fmla="*/ 0 h 939800"/>
              <a:gd name="connsiteX832" fmla="*/ 5132337 w 10922000"/>
              <a:gd name="connsiteY832" fmla="*/ 6350 h 939800"/>
              <a:gd name="connsiteX833" fmla="*/ 5182896 w 10922000"/>
              <a:gd name="connsiteY833" fmla="*/ 6350 h 939800"/>
              <a:gd name="connsiteX834" fmla="*/ 5182896 w 10922000"/>
              <a:gd name="connsiteY834" fmla="*/ 0 h 939800"/>
              <a:gd name="connsiteX835" fmla="*/ 5081772 w 10922000"/>
              <a:gd name="connsiteY835" fmla="*/ 0 h 939800"/>
              <a:gd name="connsiteX836" fmla="*/ 5031207 w 10922000"/>
              <a:gd name="connsiteY836" fmla="*/ 0 h 939800"/>
              <a:gd name="connsiteX837" fmla="*/ 5031207 w 10922000"/>
              <a:gd name="connsiteY837" fmla="*/ 6350 h 939800"/>
              <a:gd name="connsiteX838" fmla="*/ 5081772 w 10922000"/>
              <a:gd name="connsiteY838" fmla="*/ 6350 h 939800"/>
              <a:gd name="connsiteX839" fmla="*/ 5081772 w 10922000"/>
              <a:gd name="connsiteY839" fmla="*/ 0 h 939800"/>
              <a:gd name="connsiteX840" fmla="*/ 4980642 w 10922000"/>
              <a:gd name="connsiteY840" fmla="*/ 0 h 939800"/>
              <a:gd name="connsiteX841" fmla="*/ 4930077 w 10922000"/>
              <a:gd name="connsiteY841" fmla="*/ 0 h 939800"/>
              <a:gd name="connsiteX842" fmla="*/ 4930077 w 10922000"/>
              <a:gd name="connsiteY842" fmla="*/ 6350 h 939800"/>
              <a:gd name="connsiteX843" fmla="*/ 4980642 w 10922000"/>
              <a:gd name="connsiteY843" fmla="*/ 6350 h 939800"/>
              <a:gd name="connsiteX844" fmla="*/ 4980642 w 10922000"/>
              <a:gd name="connsiteY844" fmla="*/ 0 h 939800"/>
              <a:gd name="connsiteX845" fmla="*/ 4879512 w 10922000"/>
              <a:gd name="connsiteY845" fmla="*/ 0 h 939800"/>
              <a:gd name="connsiteX846" fmla="*/ 4828947 w 10922000"/>
              <a:gd name="connsiteY846" fmla="*/ 0 h 939800"/>
              <a:gd name="connsiteX847" fmla="*/ 4828947 w 10922000"/>
              <a:gd name="connsiteY847" fmla="*/ 6350 h 939800"/>
              <a:gd name="connsiteX848" fmla="*/ 4879512 w 10922000"/>
              <a:gd name="connsiteY848" fmla="*/ 6350 h 939800"/>
              <a:gd name="connsiteX849" fmla="*/ 4879512 w 10922000"/>
              <a:gd name="connsiteY849" fmla="*/ 0 h 939800"/>
              <a:gd name="connsiteX850" fmla="*/ 4778381 w 10922000"/>
              <a:gd name="connsiteY850" fmla="*/ 0 h 939800"/>
              <a:gd name="connsiteX851" fmla="*/ 4727817 w 10922000"/>
              <a:gd name="connsiteY851" fmla="*/ 0 h 939800"/>
              <a:gd name="connsiteX852" fmla="*/ 4727817 w 10922000"/>
              <a:gd name="connsiteY852" fmla="*/ 6350 h 939800"/>
              <a:gd name="connsiteX853" fmla="*/ 4778381 w 10922000"/>
              <a:gd name="connsiteY853" fmla="*/ 6350 h 939800"/>
              <a:gd name="connsiteX854" fmla="*/ 4778381 w 10922000"/>
              <a:gd name="connsiteY854" fmla="*/ 0 h 939800"/>
              <a:gd name="connsiteX855" fmla="*/ 4677252 w 10922000"/>
              <a:gd name="connsiteY855" fmla="*/ 0 h 939800"/>
              <a:gd name="connsiteX856" fmla="*/ 4626686 w 10922000"/>
              <a:gd name="connsiteY856" fmla="*/ 0 h 939800"/>
              <a:gd name="connsiteX857" fmla="*/ 4626686 w 10922000"/>
              <a:gd name="connsiteY857" fmla="*/ 6350 h 939800"/>
              <a:gd name="connsiteX858" fmla="*/ 4677252 w 10922000"/>
              <a:gd name="connsiteY858" fmla="*/ 6350 h 939800"/>
              <a:gd name="connsiteX859" fmla="*/ 4677252 w 10922000"/>
              <a:gd name="connsiteY859" fmla="*/ 0 h 939800"/>
              <a:gd name="connsiteX860" fmla="*/ 4576121 w 10922000"/>
              <a:gd name="connsiteY860" fmla="*/ 0 h 939800"/>
              <a:gd name="connsiteX861" fmla="*/ 4525556 w 10922000"/>
              <a:gd name="connsiteY861" fmla="*/ 0 h 939800"/>
              <a:gd name="connsiteX862" fmla="*/ 4525556 w 10922000"/>
              <a:gd name="connsiteY862" fmla="*/ 6350 h 939800"/>
              <a:gd name="connsiteX863" fmla="*/ 4576121 w 10922000"/>
              <a:gd name="connsiteY863" fmla="*/ 6350 h 939800"/>
              <a:gd name="connsiteX864" fmla="*/ 4576121 w 10922000"/>
              <a:gd name="connsiteY864" fmla="*/ 0 h 939800"/>
              <a:gd name="connsiteX865" fmla="*/ 4474991 w 10922000"/>
              <a:gd name="connsiteY865" fmla="*/ 0 h 939800"/>
              <a:gd name="connsiteX866" fmla="*/ 4424426 w 10922000"/>
              <a:gd name="connsiteY866" fmla="*/ 0 h 939800"/>
              <a:gd name="connsiteX867" fmla="*/ 4424426 w 10922000"/>
              <a:gd name="connsiteY867" fmla="*/ 6350 h 939800"/>
              <a:gd name="connsiteX868" fmla="*/ 4474991 w 10922000"/>
              <a:gd name="connsiteY868" fmla="*/ 6350 h 939800"/>
              <a:gd name="connsiteX869" fmla="*/ 4474991 w 10922000"/>
              <a:gd name="connsiteY869" fmla="*/ 0 h 939800"/>
              <a:gd name="connsiteX870" fmla="*/ 4373861 w 10922000"/>
              <a:gd name="connsiteY870" fmla="*/ 0 h 939800"/>
              <a:gd name="connsiteX871" fmla="*/ 4323296 w 10922000"/>
              <a:gd name="connsiteY871" fmla="*/ 0 h 939800"/>
              <a:gd name="connsiteX872" fmla="*/ 4323296 w 10922000"/>
              <a:gd name="connsiteY872" fmla="*/ 6350 h 939800"/>
              <a:gd name="connsiteX873" fmla="*/ 4373861 w 10922000"/>
              <a:gd name="connsiteY873" fmla="*/ 6350 h 939800"/>
              <a:gd name="connsiteX874" fmla="*/ 4373861 w 10922000"/>
              <a:gd name="connsiteY874" fmla="*/ 0 h 939800"/>
              <a:gd name="connsiteX875" fmla="*/ 4272731 w 10922000"/>
              <a:gd name="connsiteY875" fmla="*/ 0 h 939800"/>
              <a:gd name="connsiteX876" fmla="*/ 4222166 w 10922000"/>
              <a:gd name="connsiteY876" fmla="*/ 0 h 939800"/>
              <a:gd name="connsiteX877" fmla="*/ 4222166 w 10922000"/>
              <a:gd name="connsiteY877" fmla="*/ 6350 h 939800"/>
              <a:gd name="connsiteX878" fmla="*/ 4272731 w 10922000"/>
              <a:gd name="connsiteY878" fmla="*/ 6350 h 939800"/>
              <a:gd name="connsiteX879" fmla="*/ 4272731 w 10922000"/>
              <a:gd name="connsiteY879" fmla="*/ 0 h 939800"/>
              <a:gd name="connsiteX880" fmla="*/ 4171601 w 10922000"/>
              <a:gd name="connsiteY880" fmla="*/ 0 h 939800"/>
              <a:gd name="connsiteX881" fmla="*/ 4121036 w 10922000"/>
              <a:gd name="connsiteY881" fmla="*/ 0 h 939800"/>
              <a:gd name="connsiteX882" fmla="*/ 4121036 w 10922000"/>
              <a:gd name="connsiteY882" fmla="*/ 6350 h 939800"/>
              <a:gd name="connsiteX883" fmla="*/ 4171601 w 10922000"/>
              <a:gd name="connsiteY883" fmla="*/ 6350 h 939800"/>
              <a:gd name="connsiteX884" fmla="*/ 4171601 w 10922000"/>
              <a:gd name="connsiteY884" fmla="*/ 0 h 939800"/>
              <a:gd name="connsiteX885" fmla="*/ 4070471 w 10922000"/>
              <a:gd name="connsiteY885" fmla="*/ 0 h 939800"/>
              <a:gd name="connsiteX886" fmla="*/ 4019906 w 10922000"/>
              <a:gd name="connsiteY886" fmla="*/ 0 h 939800"/>
              <a:gd name="connsiteX887" fmla="*/ 4019906 w 10922000"/>
              <a:gd name="connsiteY887" fmla="*/ 6350 h 939800"/>
              <a:gd name="connsiteX888" fmla="*/ 4070471 w 10922000"/>
              <a:gd name="connsiteY888" fmla="*/ 6350 h 939800"/>
              <a:gd name="connsiteX889" fmla="*/ 4070471 w 10922000"/>
              <a:gd name="connsiteY889" fmla="*/ 0 h 939800"/>
              <a:gd name="connsiteX890" fmla="*/ 3969341 w 10922000"/>
              <a:gd name="connsiteY890" fmla="*/ 0 h 939800"/>
              <a:gd name="connsiteX891" fmla="*/ 3918776 w 10922000"/>
              <a:gd name="connsiteY891" fmla="*/ 0 h 939800"/>
              <a:gd name="connsiteX892" fmla="*/ 3918776 w 10922000"/>
              <a:gd name="connsiteY892" fmla="*/ 6350 h 939800"/>
              <a:gd name="connsiteX893" fmla="*/ 3969341 w 10922000"/>
              <a:gd name="connsiteY893" fmla="*/ 6350 h 939800"/>
              <a:gd name="connsiteX894" fmla="*/ 3969341 w 10922000"/>
              <a:gd name="connsiteY894" fmla="*/ 0 h 939800"/>
              <a:gd name="connsiteX895" fmla="*/ 3868211 w 10922000"/>
              <a:gd name="connsiteY895" fmla="*/ 0 h 939800"/>
              <a:gd name="connsiteX896" fmla="*/ 3817645 w 10922000"/>
              <a:gd name="connsiteY896" fmla="*/ 0 h 939800"/>
              <a:gd name="connsiteX897" fmla="*/ 3817645 w 10922000"/>
              <a:gd name="connsiteY897" fmla="*/ 6350 h 939800"/>
              <a:gd name="connsiteX898" fmla="*/ 3868211 w 10922000"/>
              <a:gd name="connsiteY898" fmla="*/ 6350 h 939800"/>
              <a:gd name="connsiteX899" fmla="*/ 3868211 w 10922000"/>
              <a:gd name="connsiteY899" fmla="*/ 0 h 939800"/>
              <a:gd name="connsiteX900" fmla="*/ 3767081 w 10922000"/>
              <a:gd name="connsiteY900" fmla="*/ 0 h 939800"/>
              <a:gd name="connsiteX901" fmla="*/ 3716516 w 10922000"/>
              <a:gd name="connsiteY901" fmla="*/ 0 h 939800"/>
              <a:gd name="connsiteX902" fmla="*/ 3716516 w 10922000"/>
              <a:gd name="connsiteY902" fmla="*/ 6350 h 939800"/>
              <a:gd name="connsiteX903" fmla="*/ 3767081 w 10922000"/>
              <a:gd name="connsiteY903" fmla="*/ 6350 h 939800"/>
              <a:gd name="connsiteX904" fmla="*/ 3767081 w 10922000"/>
              <a:gd name="connsiteY904" fmla="*/ 0 h 939800"/>
              <a:gd name="connsiteX905" fmla="*/ 3665950 w 10922000"/>
              <a:gd name="connsiteY905" fmla="*/ 0 h 939800"/>
              <a:gd name="connsiteX906" fmla="*/ 3615385 w 10922000"/>
              <a:gd name="connsiteY906" fmla="*/ 0 h 939800"/>
              <a:gd name="connsiteX907" fmla="*/ 3615385 w 10922000"/>
              <a:gd name="connsiteY907" fmla="*/ 6350 h 939800"/>
              <a:gd name="connsiteX908" fmla="*/ 3665950 w 10922000"/>
              <a:gd name="connsiteY908" fmla="*/ 6350 h 939800"/>
              <a:gd name="connsiteX909" fmla="*/ 3665950 w 10922000"/>
              <a:gd name="connsiteY909" fmla="*/ 0 h 939800"/>
              <a:gd name="connsiteX910" fmla="*/ 3564820 w 10922000"/>
              <a:gd name="connsiteY910" fmla="*/ 0 h 939800"/>
              <a:gd name="connsiteX911" fmla="*/ 3514255 w 10922000"/>
              <a:gd name="connsiteY911" fmla="*/ 0 h 939800"/>
              <a:gd name="connsiteX912" fmla="*/ 3514255 w 10922000"/>
              <a:gd name="connsiteY912" fmla="*/ 6350 h 939800"/>
              <a:gd name="connsiteX913" fmla="*/ 3564820 w 10922000"/>
              <a:gd name="connsiteY913" fmla="*/ 6350 h 939800"/>
              <a:gd name="connsiteX914" fmla="*/ 3564820 w 10922000"/>
              <a:gd name="connsiteY914" fmla="*/ 0 h 939800"/>
              <a:gd name="connsiteX915" fmla="*/ 3463690 w 10922000"/>
              <a:gd name="connsiteY915" fmla="*/ 0 h 939800"/>
              <a:gd name="connsiteX916" fmla="*/ 3413125 w 10922000"/>
              <a:gd name="connsiteY916" fmla="*/ 0 h 939800"/>
              <a:gd name="connsiteX917" fmla="*/ 3413125 w 10922000"/>
              <a:gd name="connsiteY917" fmla="*/ 6350 h 939800"/>
              <a:gd name="connsiteX918" fmla="*/ 3463690 w 10922000"/>
              <a:gd name="connsiteY918" fmla="*/ 6350 h 939800"/>
              <a:gd name="connsiteX919" fmla="*/ 3463690 w 10922000"/>
              <a:gd name="connsiteY919" fmla="*/ 0 h 939800"/>
              <a:gd name="connsiteX920" fmla="*/ 3362560 w 10922000"/>
              <a:gd name="connsiteY920" fmla="*/ 0 h 939800"/>
              <a:gd name="connsiteX921" fmla="*/ 3311995 w 10922000"/>
              <a:gd name="connsiteY921" fmla="*/ 0 h 939800"/>
              <a:gd name="connsiteX922" fmla="*/ 3311995 w 10922000"/>
              <a:gd name="connsiteY922" fmla="*/ 6350 h 939800"/>
              <a:gd name="connsiteX923" fmla="*/ 3362560 w 10922000"/>
              <a:gd name="connsiteY923" fmla="*/ 6350 h 939800"/>
              <a:gd name="connsiteX924" fmla="*/ 3362560 w 10922000"/>
              <a:gd name="connsiteY924" fmla="*/ 0 h 939800"/>
              <a:gd name="connsiteX925" fmla="*/ 3261430 w 10922000"/>
              <a:gd name="connsiteY925" fmla="*/ 0 h 939800"/>
              <a:gd name="connsiteX926" fmla="*/ 3210865 w 10922000"/>
              <a:gd name="connsiteY926" fmla="*/ 0 h 939800"/>
              <a:gd name="connsiteX927" fmla="*/ 3210865 w 10922000"/>
              <a:gd name="connsiteY927" fmla="*/ 6350 h 939800"/>
              <a:gd name="connsiteX928" fmla="*/ 3261430 w 10922000"/>
              <a:gd name="connsiteY928" fmla="*/ 6350 h 939800"/>
              <a:gd name="connsiteX929" fmla="*/ 3261430 w 10922000"/>
              <a:gd name="connsiteY929" fmla="*/ 0 h 939800"/>
              <a:gd name="connsiteX930" fmla="*/ 3160300 w 10922000"/>
              <a:gd name="connsiteY930" fmla="*/ 0 h 939800"/>
              <a:gd name="connsiteX931" fmla="*/ 3109735 w 10922000"/>
              <a:gd name="connsiteY931" fmla="*/ 0 h 939800"/>
              <a:gd name="connsiteX932" fmla="*/ 3109735 w 10922000"/>
              <a:gd name="connsiteY932" fmla="*/ 6350 h 939800"/>
              <a:gd name="connsiteX933" fmla="*/ 3160300 w 10922000"/>
              <a:gd name="connsiteY933" fmla="*/ 6350 h 939800"/>
              <a:gd name="connsiteX934" fmla="*/ 3160300 w 10922000"/>
              <a:gd name="connsiteY934" fmla="*/ 0 h 939800"/>
              <a:gd name="connsiteX935" fmla="*/ 3059170 w 10922000"/>
              <a:gd name="connsiteY935" fmla="*/ 0 h 939800"/>
              <a:gd name="connsiteX936" fmla="*/ 3008605 w 10922000"/>
              <a:gd name="connsiteY936" fmla="*/ 0 h 939800"/>
              <a:gd name="connsiteX937" fmla="*/ 3008605 w 10922000"/>
              <a:gd name="connsiteY937" fmla="*/ 6350 h 939800"/>
              <a:gd name="connsiteX938" fmla="*/ 3059170 w 10922000"/>
              <a:gd name="connsiteY938" fmla="*/ 6350 h 939800"/>
              <a:gd name="connsiteX939" fmla="*/ 3059170 w 10922000"/>
              <a:gd name="connsiteY939" fmla="*/ 0 h 939800"/>
              <a:gd name="connsiteX940" fmla="*/ 2958040 w 10922000"/>
              <a:gd name="connsiteY940" fmla="*/ 0 h 939800"/>
              <a:gd name="connsiteX941" fmla="*/ 2907475 w 10922000"/>
              <a:gd name="connsiteY941" fmla="*/ 0 h 939800"/>
              <a:gd name="connsiteX942" fmla="*/ 2907475 w 10922000"/>
              <a:gd name="connsiteY942" fmla="*/ 6350 h 939800"/>
              <a:gd name="connsiteX943" fmla="*/ 2958040 w 10922000"/>
              <a:gd name="connsiteY943" fmla="*/ 6350 h 939800"/>
              <a:gd name="connsiteX944" fmla="*/ 2958040 w 10922000"/>
              <a:gd name="connsiteY944" fmla="*/ 0 h 939800"/>
              <a:gd name="connsiteX945" fmla="*/ 2856909 w 10922000"/>
              <a:gd name="connsiteY945" fmla="*/ 0 h 939800"/>
              <a:gd name="connsiteX946" fmla="*/ 2806344 w 10922000"/>
              <a:gd name="connsiteY946" fmla="*/ 0 h 939800"/>
              <a:gd name="connsiteX947" fmla="*/ 2806344 w 10922000"/>
              <a:gd name="connsiteY947" fmla="*/ 6350 h 939800"/>
              <a:gd name="connsiteX948" fmla="*/ 2856909 w 10922000"/>
              <a:gd name="connsiteY948" fmla="*/ 6350 h 939800"/>
              <a:gd name="connsiteX949" fmla="*/ 2856909 w 10922000"/>
              <a:gd name="connsiteY949" fmla="*/ 0 h 939800"/>
              <a:gd name="connsiteX950" fmla="*/ 2755780 w 10922000"/>
              <a:gd name="connsiteY950" fmla="*/ 0 h 939800"/>
              <a:gd name="connsiteX951" fmla="*/ 2705214 w 10922000"/>
              <a:gd name="connsiteY951" fmla="*/ 0 h 939800"/>
              <a:gd name="connsiteX952" fmla="*/ 2705214 w 10922000"/>
              <a:gd name="connsiteY952" fmla="*/ 6350 h 939800"/>
              <a:gd name="connsiteX953" fmla="*/ 2755780 w 10922000"/>
              <a:gd name="connsiteY953" fmla="*/ 6350 h 939800"/>
              <a:gd name="connsiteX954" fmla="*/ 2755780 w 10922000"/>
              <a:gd name="connsiteY954" fmla="*/ 0 h 939800"/>
              <a:gd name="connsiteX955" fmla="*/ 2654649 w 10922000"/>
              <a:gd name="connsiteY955" fmla="*/ 0 h 939800"/>
              <a:gd name="connsiteX956" fmla="*/ 2604084 w 10922000"/>
              <a:gd name="connsiteY956" fmla="*/ 0 h 939800"/>
              <a:gd name="connsiteX957" fmla="*/ 2604084 w 10922000"/>
              <a:gd name="connsiteY957" fmla="*/ 6350 h 939800"/>
              <a:gd name="connsiteX958" fmla="*/ 2654649 w 10922000"/>
              <a:gd name="connsiteY958" fmla="*/ 6350 h 939800"/>
              <a:gd name="connsiteX959" fmla="*/ 2654649 w 10922000"/>
              <a:gd name="connsiteY959" fmla="*/ 0 h 939800"/>
              <a:gd name="connsiteX960" fmla="*/ 2553519 w 10922000"/>
              <a:gd name="connsiteY960" fmla="*/ 0 h 939800"/>
              <a:gd name="connsiteX961" fmla="*/ 2502954 w 10922000"/>
              <a:gd name="connsiteY961" fmla="*/ 0 h 939800"/>
              <a:gd name="connsiteX962" fmla="*/ 2502954 w 10922000"/>
              <a:gd name="connsiteY962" fmla="*/ 6350 h 939800"/>
              <a:gd name="connsiteX963" fmla="*/ 2553519 w 10922000"/>
              <a:gd name="connsiteY963" fmla="*/ 6350 h 939800"/>
              <a:gd name="connsiteX964" fmla="*/ 2553519 w 10922000"/>
              <a:gd name="connsiteY964" fmla="*/ 0 h 939800"/>
              <a:gd name="connsiteX965" fmla="*/ 2452389 w 10922000"/>
              <a:gd name="connsiteY965" fmla="*/ 0 h 939800"/>
              <a:gd name="connsiteX966" fmla="*/ 2401824 w 10922000"/>
              <a:gd name="connsiteY966" fmla="*/ 0 h 939800"/>
              <a:gd name="connsiteX967" fmla="*/ 2401824 w 10922000"/>
              <a:gd name="connsiteY967" fmla="*/ 6350 h 939800"/>
              <a:gd name="connsiteX968" fmla="*/ 2452389 w 10922000"/>
              <a:gd name="connsiteY968" fmla="*/ 6350 h 939800"/>
              <a:gd name="connsiteX969" fmla="*/ 2452389 w 10922000"/>
              <a:gd name="connsiteY969" fmla="*/ 0 h 939800"/>
              <a:gd name="connsiteX970" fmla="*/ 2351259 w 10922000"/>
              <a:gd name="connsiteY970" fmla="*/ 0 h 939800"/>
              <a:gd name="connsiteX971" fmla="*/ 2300694 w 10922000"/>
              <a:gd name="connsiteY971" fmla="*/ 0 h 939800"/>
              <a:gd name="connsiteX972" fmla="*/ 2300694 w 10922000"/>
              <a:gd name="connsiteY972" fmla="*/ 6350 h 939800"/>
              <a:gd name="connsiteX973" fmla="*/ 2351259 w 10922000"/>
              <a:gd name="connsiteY973" fmla="*/ 6350 h 939800"/>
              <a:gd name="connsiteX974" fmla="*/ 2351259 w 10922000"/>
              <a:gd name="connsiteY974" fmla="*/ 0 h 939800"/>
              <a:gd name="connsiteX975" fmla="*/ 2250129 w 10922000"/>
              <a:gd name="connsiteY975" fmla="*/ 0 h 939800"/>
              <a:gd name="connsiteX976" fmla="*/ 2199564 w 10922000"/>
              <a:gd name="connsiteY976" fmla="*/ 0 h 939800"/>
              <a:gd name="connsiteX977" fmla="*/ 2199564 w 10922000"/>
              <a:gd name="connsiteY977" fmla="*/ 6350 h 939800"/>
              <a:gd name="connsiteX978" fmla="*/ 2250129 w 10922000"/>
              <a:gd name="connsiteY978" fmla="*/ 6350 h 939800"/>
              <a:gd name="connsiteX979" fmla="*/ 2250129 w 10922000"/>
              <a:gd name="connsiteY979" fmla="*/ 0 h 939800"/>
              <a:gd name="connsiteX980" fmla="*/ 2148999 w 10922000"/>
              <a:gd name="connsiteY980" fmla="*/ 0 h 939800"/>
              <a:gd name="connsiteX981" fmla="*/ 2098434 w 10922000"/>
              <a:gd name="connsiteY981" fmla="*/ 0 h 939800"/>
              <a:gd name="connsiteX982" fmla="*/ 2098434 w 10922000"/>
              <a:gd name="connsiteY982" fmla="*/ 6350 h 939800"/>
              <a:gd name="connsiteX983" fmla="*/ 2148999 w 10922000"/>
              <a:gd name="connsiteY983" fmla="*/ 6350 h 939800"/>
              <a:gd name="connsiteX984" fmla="*/ 2148999 w 10922000"/>
              <a:gd name="connsiteY984" fmla="*/ 0 h 939800"/>
              <a:gd name="connsiteX985" fmla="*/ 2047869 w 10922000"/>
              <a:gd name="connsiteY985" fmla="*/ 0 h 939800"/>
              <a:gd name="connsiteX986" fmla="*/ 1997304 w 10922000"/>
              <a:gd name="connsiteY986" fmla="*/ 0 h 939800"/>
              <a:gd name="connsiteX987" fmla="*/ 1997304 w 10922000"/>
              <a:gd name="connsiteY987" fmla="*/ 6350 h 939800"/>
              <a:gd name="connsiteX988" fmla="*/ 2047869 w 10922000"/>
              <a:gd name="connsiteY988" fmla="*/ 6350 h 939800"/>
              <a:gd name="connsiteX989" fmla="*/ 2047869 w 10922000"/>
              <a:gd name="connsiteY989" fmla="*/ 0 h 939800"/>
              <a:gd name="connsiteX990" fmla="*/ 1946739 w 10922000"/>
              <a:gd name="connsiteY990" fmla="*/ 0 h 939800"/>
              <a:gd name="connsiteX991" fmla="*/ 1896173 w 10922000"/>
              <a:gd name="connsiteY991" fmla="*/ 0 h 939800"/>
              <a:gd name="connsiteX992" fmla="*/ 1896173 w 10922000"/>
              <a:gd name="connsiteY992" fmla="*/ 6350 h 939800"/>
              <a:gd name="connsiteX993" fmla="*/ 1946739 w 10922000"/>
              <a:gd name="connsiteY993" fmla="*/ 6350 h 939800"/>
              <a:gd name="connsiteX994" fmla="*/ 1946739 w 10922000"/>
              <a:gd name="connsiteY994" fmla="*/ 0 h 939800"/>
              <a:gd name="connsiteX995" fmla="*/ 1845609 w 10922000"/>
              <a:gd name="connsiteY995" fmla="*/ 0 h 939800"/>
              <a:gd name="connsiteX996" fmla="*/ 1795043 w 10922000"/>
              <a:gd name="connsiteY996" fmla="*/ 0 h 939800"/>
              <a:gd name="connsiteX997" fmla="*/ 1795043 w 10922000"/>
              <a:gd name="connsiteY997" fmla="*/ 6350 h 939800"/>
              <a:gd name="connsiteX998" fmla="*/ 1845609 w 10922000"/>
              <a:gd name="connsiteY998" fmla="*/ 6350 h 939800"/>
              <a:gd name="connsiteX999" fmla="*/ 1845609 w 10922000"/>
              <a:gd name="connsiteY999" fmla="*/ 0 h 939800"/>
              <a:gd name="connsiteX1000" fmla="*/ 1744478 w 10922000"/>
              <a:gd name="connsiteY1000" fmla="*/ 0 h 939800"/>
              <a:gd name="connsiteX1001" fmla="*/ 1693913 w 10922000"/>
              <a:gd name="connsiteY1001" fmla="*/ 0 h 939800"/>
              <a:gd name="connsiteX1002" fmla="*/ 1693913 w 10922000"/>
              <a:gd name="connsiteY1002" fmla="*/ 6350 h 939800"/>
              <a:gd name="connsiteX1003" fmla="*/ 1744478 w 10922000"/>
              <a:gd name="connsiteY1003" fmla="*/ 6350 h 939800"/>
              <a:gd name="connsiteX1004" fmla="*/ 1744478 w 10922000"/>
              <a:gd name="connsiteY1004" fmla="*/ 0 h 939800"/>
              <a:gd name="connsiteX1005" fmla="*/ 1643348 w 10922000"/>
              <a:gd name="connsiteY1005" fmla="*/ 0 h 939800"/>
              <a:gd name="connsiteX1006" fmla="*/ 1592783 w 10922000"/>
              <a:gd name="connsiteY1006" fmla="*/ 0 h 939800"/>
              <a:gd name="connsiteX1007" fmla="*/ 1592783 w 10922000"/>
              <a:gd name="connsiteY1007" fmla="*/ 6350 h 939800"/>
              <a:gd name="connsiteX1008" fmla="*/ 1643348 w 10922000"/>
              <a:gd name="connsiteY1008" fmla="*/ 6350 h 939800"/>
              <a:gd name="connsiteX1009" fmla="*/ 1643348 w 10922000"/>
              <a:gd name="connsiteY1009" fmla="*/ 0 h 939800"/>
              <a:gd name="connsiteX1010" fmla="*/ 1542218 w 10922000"/>
              <a:gd name="connsiteY1010" fmla="*/ 0 h 939800"/>
              <a:gd name="connsiteX1011" fmla="*/ 1491647 w 10922000"/>
              <a:gd name="connsiteY1011" fmla="*/ 0 h 939800"/>
              <a:gd name="connsiteX1012" fmla="*/ 1491647 w 10922000"/>
              <a:gd name="connsiteY1012" fmla="*/ 6350 h 939800"/>
              <a:gd name="connsiteX1013" fmla="*/ 1542218 w 10922000"/>
              <a:gd name="connsiteY1013" fmla="*/ 6350 h 939800"/>
              <a:gd name="connsiteX1014" fmla="*/ 1542218 w 10922000"/>
              <a:gd name="connsiteY1014" fmla="*/ 0 h 939800"/>
              <a:gd name="connsiteX1015" fmla="*/ 1441088 w 10922000"/>
              <a:gd name="connsiteY1015" fmla="*/ 0 h 939800"/>
              <a:gd name="connsiteX1016" fmla="*/ 1390523 w 10922000"/>
              <a:gd name="connsiteY1016" fmla="*/ 0 h 939800"/>
              <a:gd name="connsiteX1017" fmla="*/ 1390523 w 10922000"/>
              <a:gd name="connsiteY1017" fmla="*/ 6350 h 939800"/>
              <a:gd name="connsiteX1018" fmla="*/ 1441088 w 10922000"/>
              <a:gd name="connsiteY1018" fmla="*/ 6350 h 939800"/>
              <a:gd name="connsiteX1019" fmla="*/ 1441088 w 10922000"/>
              <a:gd name="connsiteY1019" fmla="*/ 0 h 939800"/>
              <a:gd name="connsiteX1020" fmla="*/ 1339952 w 10922000"/>
              <a:gd name="connsiteY1020" fmla="*/ 0 h 939800"/>
              <a:gd name="connsiteX1021" fmla="*/ 1289387 w 10922000"/>
              <a:gd name="connsiteY1021" fmla="*/ 0 h 939800"/>
              <a:gd name="connsiteX1022" fmla="*/ 1289387 w 10922000"/>
              <a:gd name="connsiteY1022" fmla="*/ 6350 h 939800"/>
              <a:gd name="connsiteX1023" fmla="*/ 1339952 w 10922000"/>
              <a:gd name="connsiteY1023" fmla="*/ 6350 h 939800"/>
              <a:gd name="connsiteX1024" fmla="*/ 1339952 w 10922000"/>
              <a:gd name="connsiteY1024" fmla="*/ 0 h 939800"/>
              <a:gd name="connsiteX1025" fmla="*/ 1238822 w 10922000"/>
              <a:gd name="connsiteY1025" fmla="*/ 0 h 939800"/>
              <a:gd name="connsiteX1026" fmla="*/ 1188257 w 10922000"/>
              <a:gd name="connsiteY1026" fmla="*/ 0 h 939800"/>
              <a:gd name="connsiteX1027" fmla="*/ 1188257 w 10922000"/>
              <a:gd name="connsiteY1027" fmla="*/ 6350 h 939800"/>
              <a:gd name="connsiteX1028" fmla="*/ 1238822 w 10922000"/>
              <a:gd name="connsiteY1028" fmla="*/ 6350 h 939800"/>
              <a:gd name="connsiteX1029" fmla="*/ 1238822 w 10922000"/>
              <a:gd name="connsiteY1029" fmla="*/ 0 h 939800"/>
              <a:gd name="connsiteX1030" fmla="*/ 1137691 w 10922000"/>
              <a:gd name="connsiteY1030" fmla="*/ 0 h 939800"/>
              <a:gd name="connsiteX1031" fmla="*/ 1087126 w 10922000"/>
              <a:gd name="connsiteY1031" fmla="*/ 0 h 939800"/>
              <a:gd name="connsiteX1032" fmla="*/ 1087126 w 10922000"/>
              <a:gd name="connsiteY1032" fmla="*/ 6350 h 939800"/>
              <a:gd name="connsiteX1033" fmla="*/ 1137691 w 10922000"/>
              <a:gd name="connsiteY1033" fmla="*/ 6350 h 939800"/>
              <a:gd name="connsiteX1034" fmla="*/ 1137691 w 10922000"/>
              <a:gd name="connsiteY1034" fmla="*/ 0 h 939800"/>
              <a:gd name="connsiteX1035" fmla="*/ 1036561 w 10922000"/>
              <a:gd name="connsiteY1035" fmla="*/ 0 h 939800"/>
              <a:gd name="connsiteX1036" fmla="*/ 985996 w 10922000"/>
              <a:gd name="connsiteY1036" fmla="*/ 0 h 939800"/>
              <a:gd name="connsiteX1037" fmla="*/ 985996 w 10922000"/>
              <a:gd name="connsiteY1037" fmla="*/ 6350 h 939800"/>
              <a:gd name="connsiteX1038" fmla="*/ 1036561 w 10922000"/>
              <a:gd name="connsiteY1038" fmla="*/ 6350 h 939800"/>
              <a:gd name="connsiteX1039" fmla="*/ 1036561 w 10922000"/>
              <a:gd name="connsiteY1039" fmla="*/ 0 h 939800"/>
              <a:gd name="connsiteX1040" fmla="*/ 935431 w 10922000"/>
              <a:gd name="connsiteY1040" fmla="*/ 0 h 939800"/>
              <a:gd name="connsiteX1041" fmla="*/ 884866 w 10922000"/>
              <a:gd name="connsiteY1041" fmla="*/ 0 h 939800"/>
              <a:gd name="connsiteX1042" fmla="*/ 884866 w 10922000"/>
              <a:gd name="connsiteY1042" fmla="*/ 6350 h 939800"/>
              <a:gd name="connsiteX1043" fmla="*/ 935431 w 10922000"/>
              <a:gd name="connsiteY1043" fmla="*/ 6350 h 939800"/>
              <a:gd name="connsiteX1044" fmla="*/ 935431 w 10922000"/>
              <a:gd name="connsiteY1044" fmla="*/ 0 h 939800"/>
              <a:gd name="connsiteX1045" fmla="*/ 834301 w 10922000"/>
              <a:gd name="connsiteY1045" fmla="*/ 0 h 939800"/>
              <a:gd name="connsiteX1046" fmla="*/ 783736 w 10922000"/>
              <a:gd name="connsiteY1046" fmla="*/ 0 h 939800"/>
              <a:gd name="connsiteX1047" fmla="*/ 783736 w 10922000"/>
              <a:gd name="connsiteY1047" fmla="*/ 6350 h 939800"/>
              <a:gd name="connsiteX1048" fmla="*/ 834301 w 10922000"/>
              <a:gd name="connsiteY1048" fmla="*/ 6350 h 939800"/>
              <a:gd name="connsiteX1049" fmla="*/ 834301 w 10922000"/>
              <a:gd name="connsiteY1049" fmla="*/ 0 h 939800"/>
              <a:gd name="connsiteX1050" fmla="*/ 733171 w 10922000"/>
              <a:gd name="connsiteY1050" fmla="*/ 0 h 939800"/>
              <a:gd name="connsiteX1051" fmla="*/ 682606 w 10922000"/>
              <a:gd name="connsiteY1051" fmla="*/ 0 h 939800"/>
              <a:gd name="connsiteX1052" fmla="*/ 682606 w 10922000"/>
              <a:gd name="connsiteY1052" fmla="*/ 6350 h 939800"/>
              <a:gd name="connsiteX1053" fmla="*/ 733171 w 10922000"/>
              <a:gd name="connsiteY1053" fmla="*/ 6350 h 939800"/>
              <a:gd name="connsiteX1054" fmla="*/ 733171 w 10922000"/>
              <a:gd name="connsiteY1054" fmla="*/ 0 h 939800"/>
              <a:gd name="connsiteX1055" fmla="*/ 632041 w 10922000"/>
              <a:gd name="connsiteY1055" fmla="*/ 0 h 939800"/>
              <a:gd name="connsiteX1056" fmla="*/ 581476 w 10922000"/>
              <a:gd name="connsiteY1056" fmla="*/ 0 h 939800"/>
              <a:gd name="connsiteX1057" fmla="*/ 581476 w 10922000"/>
              <a:gd name="connsiteY1057" fmla="*/ 6350 h 939800"/>
              <a:gd name="connsiteX1058" fmla="*/ 632041 w 10922000"/>
              <a:gd name="connsiteY1058" fmla="*/ 6350 h 939800"/>
              <a:gd name="connsiteX1059" fmla="*/ 632041 w 10922000"/>
              <a:gd name="connsiteY1059" fmla="*/ 0 h 939800"/>
              <a:gd name="connsiteX1060" fmla="*/ 530911 w 10922000"/>
              <a:gd name="connsiteY1060" fmla="*/ 0 h 939800"/>
              <a:gd name="connsiteX1061" fmla="*/ 480346 w 10922000"/>
              <a:gd name="connsiteY1061" fmla="*/ 0 h 939800"/>
              <a:gd name="connsiteX1062" fmla="*/ 480346 w 10922000"/>
              <a:gd name="connsiteY1062" fmla="*/ 6350 h 939800"/>
              <a:gd name="connsiteX1063" fmla="*/ 530911 w 10922000"/>
              <a:gd name="connsiteY1063" fmla="*/ 6350 h 939800"/>
              <a:gd name="connsiteX1064" fmla="*/ 530911 w 10922000"/>
              <a:gd name="connsiteY1064" fmla="*/ 0 h 939800"/>
              <a:gd name="connsiteX1065" fmla="*/ 429781 w 10922000"/>
              <a:gd name="connsiteY1065" fmla="*/ 0 h 939800"/>
              <a:gd name="connsiteX1066" fmla="*/ 379216 w 10922000"/>
              <a:gd name="connsiteY1066" fmla="*/ 0 h 939800"/>
              <a:gd name="connsiteX1067" fmla="*/ 379216 w 10922000"/>
              <a:gd name="connsiteY1067" fmla="*/ 6350 h 939800"/>
              <a:gd name="connsiteX1068" fmla="*/ 429781 w 10922000"/>
              <a:gd name="connsiteY1068" fmla="*/ 6350 h 939800"/>
              <a:gd name="connsiteX1069" fmla="*/ 429781 w 10922000"/>
              <a:gd name="connsiteY1069" fmla="*/ 0 h 939800"/>
              <a:gd name="connsiteX1070" fmla="*/ 328651 w 10922000"/>
              <a:gd name="connsiteY1070" fmla="*/ 0 h 939800"/>
              <a:gd name="connsiteX1071" fmla="*/ 278086 w 10922000"/>
              <a:gd name="connsiteY1071" fmla="*/ 0 h 939800"/>
              <a:gd name="connsiteX1072" fmla="*/ 278086 w 10922000"/>
              <a:gd name="connsiteY1072" fmla="*/ 6350 h 939800"/>
              <a:gd name="connsiteX1073" fmla="*/ 328651 w 10922000"/>
              <a:gd name="connsiteY1073" fmla="*/ 6350 h 939800"/>
              <a:gd name="connsiteX1074" fmla="*/ 328651 w 10922000"/>
              <a:gd name="connsiteY1074" fmla="*/ 0 h 939800"/>
              <a:gd name="connsiteX1075" fmla="*/ 227521 w 10922000"/>
              <a:gd name="connsiteY1075" fmla="*/ 0 h 939800"/>
              <a:gd name="connsiteX1076" fmla="*/ 176955 w 10922000"/>
              <a:gd name="connsiteY1076" fmla="*/ 0 h 939800"/>
              <a:gd name="connsiteX1077" fmla="*/ 176955 w 10922000"/>
              <a:gd name="connsiteY1077" fmla="*/ 6350 h 939800"/>
              <a:gd name="connsiteX1078" fmla="*/ 227521 w 10922000"/>
              <a:gd name="connsiteY1078" fmla="*/ 6350 h 939800"/>
              <a:gd name="connsiteX1079" fmla="*/ 227521 w 10922000"/>
              <a:gd name="connsiteY1079" fmla="*/ 0 h 939800"/>
              <a:gd name="connsiteX1080" fmla="*/ 126390 w 10922000"/>
              <a:gd name="connsiteY1080" fmla="*/ 0 h 939800"/>
              <a:gd name="connsiteX1081" fmla="*/ 75825 w 10922000"/>
              <a:gd name="connsiteY1081" fmla="*/ 0 h 939800"/>
              <a:gd name="connsiteX1082" fmla="*/ 75825 w 10922000"/>
              <a:gd name="connsiteY1082" fmla="*/ 6350 h 939800"/>
              <a:gd name="connsiteX1083" fmla="*/ 126390 w 10922000"/>
              <a:gd name="connsiteY1083" fmla="*/ 6350 h 939800"/>
              <a:gd name="connsiteX1084" fmla="*/ 126390 w 10922000"/>
              <a:gd name="connsiteY1084" fmla="*/ 0 h 939800"/>
              <a:gd name="connsiteX1085" fmla="*/ 25260 w 10922000"/>
              <a:gd name="connsiteY1085" fmla="*/ 0 h 939800"/>
              <a:gd name="connsiteX1086" fmla="*/ 0 w 10922000"/>
              <a:gd name="connsiteY1086" fmla="*/ 0 h 939800"/>
              <a:gd name="connsiteX1087" fmla="*/ 0 w 10922000"/>
              <a:gd name="connsiteY1087" fmla="*/ 6350 h 939800"/>
              <a:gd name="connsiteX1088" fmla="*/ 25260 w 10922000"/>
              <a:gd name="connsiteY1088" fmla="*/ 6350 h 939800"/>
              <a:gd name="connsiteX1089" fmla="*/ 25260 w 10922000"/>
              <a:gd name="connsiteY1089" fmla="*/ 0 h 93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939800">
                <a:moveTo>
                  <a:pt x="0" y="939800"/>
                </a:moveTo>
                <a:lnTo>
                  <a:pt x="25279" y="939800"/>
                </a:lnTo>
                <a:lnTo>
                  <a:pt x="25279" y="933450"/>
                </a:lnTo>
                <a:lnTo>
                  <a:pt x="0" y="933450"/>
                </a:lnTo>
                <a:lnTo>
                  <a:pt x="0" y="939800"/>
                </a:lnTo>
                <a:close/>
                <a:moveTo>
                  <a:pt x="75844" y="939800"/>
                </a:moveTo>
                <a:lnTo>
                  <a:pt x="126409" y="939800"/>
                </a:lnTo>
                <a:lnTo>
                  <a:pt x="126409" y="933450"/>
                </a:lnTo>
                <a:lnTo>
                  <a:pt x="75844" y="933450"/>
                </a:lnTo>
                <a:lnTo>
                  <a:pt x="75844" y="939800"/>
                </a:lnTo>
                <a:close/>
                <a:moveTo>
                  <a:pt x="176975" y="939800"/>
                </a:moveTo>
                <a:lnTo>
                  <a:pt x="227540" y="939800"/>
                </a:lnTo>
                <a:lnTo>
                  <a:pt x="227540" y="933450"/>
                </a:lnTo>
                <a:lnTo>
                  <a:pt x="176975" y="933450"/>
                </a:lnTo>
                <a:lnTo>
                  <a:pt x="176975" y="939800"/>
                </a:lnTo>
                <a:close/>
                <a:moveTo>
                  <a:pt x="278105" y="939800"/>
                </a:moveTo>
                <a:lnTo>
                  <a:pt x="328670" y="939800"/>
                </a:lnTo>
                <a:lnTo>
                  <a:pt x="328670" y="933450"/>
                </a:lnTo>
                <a:lnTo>
                  <a:pt x="278105" y="933450"/>
                </a:lnTo>
                <a:lnTo>
                  <a:pt x="278105" y="939800"/>
                </a:lnTo>
                <a:close/>
                <a:moveTo>
                  <a:pt x="379235" y="939800"/>
                </a:moveTo>
                <a:lnTo>
                  <a:pt x="429800" y="939800"/>
                </a:lnTo>
                <a:lnTo>
                  <a:pt x="429800" y="933450"/>
                </a:lnTo>
                <a:lnTo>
                  <a:pt x="379235" y="933450"/>
                </a:lnTo>
                <a:lnTo>
                  <a:pt x="379235" y="939800"/>
                </a:lnTo>
                <a:close/>
                <a:moveTo>
                  <a:pt x="480365" y="939800"/>
                </a:moveTo>
                <a:lnTo>
                  <a:pt x="530930" y="939800"/>
                </a:lnTo>
                <a:lnTo>
                  <a:pt x="530930" y="933450"/>
                </a:lnTo>
                <a:lnTo>
                  <a:pt x="480365" y="933450"/>
                </a:lnTo>
                <a:lnTo>
                  <a:pt x="480365" y="939800"/>
                </a:lnTo>
                <a:close/>
                <a:moveTo>
                  <a:pt x="581495" y="939800"/>
                </a:moveTo>
                <a:lnTo>
                  <a:pt x="632060" y="939800"/>
                </a:lnTo>
                <a:lnTo>
                  <a:pt x="632060" y="933450"/>
                </a:lnTo>
                <a:lnTo>
                  <a:pt x="581495" y="933450"/>
                </a:lnTo>
                <a:lnTo>
                  <a:pt x="581495" y="939800"/>
                </a:lnTo>
                <a:close/>
                <a:moveTo>
                  <a:pt x="682625" y="939800"/>
                </a:moveTo>
                <a:lnTo>
                  <a:pt x="733190" y="939800"/>
                </a:lnTo>
                <a:lnTo>
                  <a:pt x="733190" y="933450"/>
                </a:lnTo>
                <a:lnTo>
                  <a:pt x="682625" y="933450"/>
                </a:lnTo>
                <a:lnTo>
                  <a:pt x="682625" y="939800"/>
                </a:lnTo>
                <a:close/>
                <a:moveTo>
                  <a:pt x="783755" y="939800"/>
                </a:moveTo>
                <a:lnTo>
                  <a:pt x="834320" y="939800"/>
                </a:lnTo>
                <a:lnTo>
                  <a:pt x="834320" y="933450"/>
                </a:lnTo>
                <a:lnTo>
                  <a:pt x="783755" y="933450"/>
                </a:lnTo>
                <a:lnTo>
                  <a:pt x="783755" y="939800"/>
                </a:lnTo>
                <a:close/>
                <a:moveTo>
                  <a:pt x="884885" y="939800"/>
                </a:moveTo>
                <a:lnTo>
                  <a:pt x="935450" y="939800"/>
                </a:lnTo>
                <a:lnTo>
                  <a:pt x="935450" y="933450"/>
                </a:lnTo>
                <a:lnTo>
                  <a:pt x="884885" y="933450"/>
                </a:lnTo>
                <a:lnTo>
                  <a:pt x="884885" y="939800"/>
                </a:lnTo>
                <a:close/>
                <a:moveTo>
                  <a:pt x="986015" y="939800"/>
                </a:moveTo>
                <a:lnTo>
                  <a:pt x="1036580" y="939800"/>
                </a:lnTo>
                <a:lnTo>
                  <a:pt x="1036580" y="933450"/>
                </a:lnTo>
                <a:lnTo>
                  <a:pt x="986015" y="933450"/>
                </a:lnTo>
                <a:lnTo>
                  <a:pt x="986015" y="939800"/>
                </a:lnTo>
                <a:close/>
                <a:moveTo>
                  <a:pt x="1087146" y="939800"/>
                </a:moveTo>
                <a:lnTo>
                  <a:pt x="1137710" y="939800"/>
                </a:lnTo>
                <a:lnTo>
                  <a:pt x="1137710" y="933450"/>
                </a:lnTo>
                <a:lnTo>
                  <a:pt x="1087146" y="933450"/>
                </a:lnTo>
                <a:lnTo>
                  <a:pt x="1087146" y="939800"/>
                </a:lnTo>
                <a:close/>
                <a:moveTo>
                  <a:pt x="1188276" y="939800"/>
                </a:moveTo>
                <a:lnTo>
                  <a:pt x="1238841" y="939800"/>
                </a:lnTo>
                <a:lnTo>
                  <a:pt x="1238841" y="933450"/>
                </a:lnTo>
                <a:lnTo>
                  <a:pt x="1188276" y="933450"/>
                </a:lnTo>
                <a:lnTo>
                  <a:pt x="1188276" y="939800"/>
                </a:lnTo>
                <a:close/>
                <a:moveTo>
                  <a:pt x="1289406" y="939800"/>
                </a:moveTo>
                <a:lnTo>
                  <a:pt x="1339971" y="939800"/>
                </a:lnTo>
                <a:lnTo>
                  <a:pt x="1339971" y="933450"/>
                </a:lnTo>
                <a:lnTo>
                  <a:pt x="1289406" y="933450"/>
                </a:lnTo>
                <a:lnTo>
                  <a:pt x="1289406" y="939800"/>
                </a:lnTo>
                <a:close/>
                <a:moveTo>
                  <a:pt x="1390536" y="939800"/>
                </a:moveTo>
                <a:lnTo>
                  <a:pt x="1441101" y="939800"/>
                </a:lnTo>
                <a:lnTo>
                  <a:pt x="1441101" y="933450"/>
                </a:lnTo>
                <a:lnTo>
                  <a:pt x="1390536" y="933450"/>
                </a:lnTo>
                <a:lnTo>
                  <a:pt x="1390536" y="939800"/>
                </a:lnTo>
                <a:close/>
                <a:moveTo>
                  <a:pt x="1491660" y="939800"/>
                </a:moveTo>
                <a:lnTo>
                  <a:pt x="1542225" y="939800"/>
                </a:lnTo>
                <a:lnTo>
                  <a:pt x="1542225" y="933450"/>
                </a:lnTo>
                <a:lnTo>
                  <a:pt x="1491660" y="933450"/>
                </a:lnTo>
                <a:lnTo>
                  <a:pt x="1491660" y="939800"/>
                </a:lnTo>
                <a:close/>
                <a:moveTo>
                  <a:pt x="1592790" y="939800"/>
                </a:moveTo>
                <a:lnTo>
                  <a:pt x="1643355" y="939800"/>
                </a:lnTo>
                <a:lnTo>
                  <a:pt x="1643355" y="933450"/>
                </a:lnTo>
                <a:lnTo>
                  <a:pt x="1592790" y="933450"/>
                </a:lnTo>
                <a:lnTo>
                  <a:pt x="1592790" y="939800"/>
                </a:lnTo>
                <a:close/>
                <a:moveTo>
                  <a:pt x="1693920" y="939800"/>
                </a:moveTo>
                <a:lnTo>
                  <a:pt x="1744485" y="939800"/>
                </a:lnTo>
                <a:lnTo>
                  <a:pt x="1744485" y="933450"/>
                </a:lnTo>
                <a:lnTo>
                  <a:pt x="1693920" y="933450"/>
                </a:lnTo>
                <a:lnTo>
                  <a:pt x="1693920" y="939800"/>
                </a:lnTo>
                <a:close/>
                <a:moveTo>
                  <a:pt x="1795050" y="939800"/>
                </a:moveTo>
                <a:lnTo>
                  <a:pt x="1845615" y="939800"/>
                </a:lnTo>
                <a:lnTo>
                  <a:pt x="1845615" y="933450"/>
                </a:lnTo>
                <a:lnTo>
                  <a:pt x="1795050" y="933450"/>
                </a:lnTo>
                <a:lnTo>
                  <a:pt x="1795050" y="939800"/>
                </a:lnTo>
                <a:close/>
                <a:moveTo>
                  <a:pt x="1896180" y="939800"/>
                </a:moveTo>
                <a:lnTo>
                  <a:pt x="1946745" y="939800"/>
                </a:lnTo>
                <a:lnTo>
                  <a:pt x="1946745" y="933450"/>
                </a:lnTo>
                <a:lnTo>
                  <a:pt x="1896180" y="933450"/>
                </a:lnTo>
                <a:lnTo>
                  <a:pt x="1896180" y="939800"/>
                </a:lnTo>
                <a:close/>
                <a:moveTo>
                  <a:pt x="1997310" y="939800"/>
                </a:moveTo>
                <a:lnTo>
                  <a:pt x="2047875" y="939800"/>
                </a:lnTo>
                <a:lnTo>
                  <a:pt x="2047875" y="933450"/>
                </a:lnTo>
                <a:lnTo>
                  <a:pt x="1997310" y="933450"/>
                </a:lnTo>
                <a:lnTo>
                  <a:pt x="1997310" y="939800"/>
                </a:lnTo>
                <a:close/>
                <a:moveTo>
                  <a:pt x="2098440" y="939800"/>
                </a:moveTo>
                <a:lnTo>
                  <a:pt x="2149005" y="939800"/>
                </a:lnTo>
                <a:lnTo>
                  <a:pt x="2149005" y="933450"/>
                </a:lnTo>
                <a:lnTo>
                  <a:pt x="2098440" y="933450"/>
                </a:lnTo>
                <a:lnTo>
                  <a:pt x="2098440" y="939800"/>
                </a:lnTo>
                <a:close/>
                <a:moveTo>
                  <a:pt x="2199570" y="939800"/>
                </a:moveTo>
                <a:lnTo>
                  <a:pt x="2250135" y="939800"/>
                </a:lnTo>
                <a:lnTo>
                  <a:pt x="2250135" y="933450"/>
                </a:lnTo>
                <a:lnTo>
                  <a:pt x="2199570" y="933450"/>
                </a:lnTo>
                <a:lnTo>
                  <a:pt x="2199570" y="939800"/>
                </a:lnTo>
                <a:close/>
                <a:moveTo>
                  <a:pt x="2300700" y="939800"/>
                </a:moveTo>
                <a:lnTo>
                  <a:pt x="2351266" y="939800"/>
                </a:lnTo>
                <a:lnTo>
                  <a:pt x="2351266" y="933450"/>
                </a:lnTo>
                <a:lnTo>
                  <a:pt x="2300700" y="933450"/>
                </a:lnTo>
                <a:lnTo>
                  <a:pt x="2300700" y="939800"/>
                </a:lnTo>
                <a:close/>
                <a:moveTo>
                  <a:pt x="2401830" y="939800"/>
                </a:moveTo>
                <a:lnTo>
                  <a:pt x="2452396" y="939800"/>
                </a:lnTo>
                <a:lnTo>
                  <a:pt x="2452396" y="933450"/>
                </a:lnTo>
                <a:lnTo>
                  <a:pt x="2401830" y="933450"/>
                </a:lnTo>
                <a:lnTo>
                  <a:pt x="2401830" y="939800"/>
                </a:lnTo>
                <a:close/>
                <a:moveTo>
                  <a:pt x="2502961" y="939800"/>
                </a:moveTo>
                <a:lnTo>
                  <a:pt x="2553526" y="939800"/>
                </a:lnTo>
                <a:lnTo>
                  <a:pt x="2553526" y="933450"/>
                </a:lnTo>
                <a:lnTo>
                  <a:pt x="2502961" y="933450"/>
                </a:lnTo>
                <a:lnTo>
                  <a:pt x="2502961" y="939800"/>
                </a:lnTo>
                <a:close/>
                <a:moveTo>
                  <a:pt x="2604084" y="939800"/>
                </a:moveTo>
                <a:lnTo>
                  <a:pt x="2654649" y="939800"/>
                </a:lnTo>
                <a:lnTo>
                  <a:pt x="2654649" y="933450"/>
                </a:lnTo>
                <a:lnTo>
                  <a:pt x="2604084" y="933450"/>
                </a:lnTo>
                <a:lnTo>
                  <a:pt x="2604084" y="939800"/>
                </a:lnTo>
                <a:close/>
                <a:moveTo>
                  <a:pt x="2705214" y="939800"/>
                </a:moveTo>
                <a:lnTo>
                  <a:pt x="2755780" y="939800"/>
                </a:lnTo>
                <a:lnTo>
                  <a:pt x="2755780" y="933450"/>
                </a:lnTo>
                <a:lnTo>
                  <a:pt x="2705214" y="933450"/>
                </a:lnTo>
                <a:lnTo>
                  <a:pt x="2705214" y="939800"/>
                </a:lnTo>
                <a:close/>
                <a:moveTo>
                  <a:pt x="2806344" y="939800"/>
                </a:moveTo>
                <a:lnTo>
                  <a:pt x="2856909" y="939800"/>
                </a:lnTo>
                <a:lnTo>
                  <a:pt x="2856909" y="933450"/>
                </a:lnTo>
                <a:lnTo>
                  <a:pt x="2806344" y="933450"/>
                </a:lnTo>
                <a:lnTo>
                  <a:pt x="2806344" y="939800"/>
                </a:lnTo>
                <a:close/>
                <a:moveTo>
                  <a:pt x="2907475" y="939800"/>
                </a:moveTo>
                <a:lnTo>
                  <a:pt x="2958040" y="939800"/>
                </a:lnTo>
                <a:lnTo>
                  <a:pt x="2958040" y="933450"/>
                </a:lnTo>
                <a:lnTo>
                  <a:pt x="2907475" y="933450"/>
                </a:lnTo>
                <a:lnTo>
                  <a:pt x="2907475" y="939800"/>
                </a:lnTo>
                <a:close/>
                <a:moveTo>
                  <a:pt x="3008605" y="939800"/>
                </a:moveTo>
                <a:lnTo>
                  <a:pt x="3059170" y="939800"/>
                </a:lnTo>
                <a:lnTo>
                  <a:pt x="3059170" y="933450"/>
                </a:lnTo>
                <a:lnTo>
                  <a:pt x="3008605" y="933450"/>
                </a:lnTo>
                <a:lnTo>
                  <a:pt x="3008605" y="939800"/>
                </a:lnTo>
                <a:close/>
                <a:moveTo>
                  <a:pt x="3109735" y="939800"/>
                </a:moveTo>
                <a:lnTo>
                  <a:pt x="3160300" y="939800"/>
                </a:lnTo>
                <a:lnTo>
                  <a:pt x="3160300" y="933450"/>
                </a:lnTo>
                <a:lnTo>
                  <a:pt x="3109735" y="933450"/>
                </a:lnTo>
                <a:lnTo>
                  <a:pt x="3109735" y="939800"/>
                </a:lnTo>
                <a:close/>
                <a:moveTo>
                  <a:pt x="3210865" y="939800"/>
                </a:moveTo>
                <a:lnTo>
                  <a:pt x="3261430" y="939800"/>
                </a:lnTo>
                <a:lnTo>
                  <a:pt x="3261430" y="933450"/>
                </a:lnTo>
                <a:lnTo>
                  <a:pt x="3210865" y="933450"/>
                </a:lnTo>
                <a:lnTo>
                  <a:pt x="3210865" y="939800"/>
                </a:lnTo>
                <a:close/>
                <a:moveTo>
                  <a:pt x="3311995" y="939800"/>
                </a:moveTo>
                <a:lnTo>
                  <a:pt x="3362560" y="939800"/>
                </a:lnTo>
                <a:lnTo>
                  <a:pt x="3362560" y="933450"/>
                </a:lnTo>
                <a:lnTo>
                  <a:pt x="3311995" y="933450"/>
                </a:lnTo>
                <a:lnTo>
                  <a:pt x="3311995" y="939800"/>
                </a:lnTo>
                <a:close/>
                <a:moveTo>
                  <a:pt x="3413125" y="939800"/>
                </a:moveTo>
                <a:lnTo>
                  <a:pt x="3463690" y="939800"/>
                </a:lnTo>
                <a:lnTo>
                  <a:pt x="3463690" y="933450"/>
                </a:lnTo>
                <a:lnTo>
                  <a:pt x="3413125" y="933450"/>
                </a:lnTo>
                <a:lnTo>
                  <a:pt x="3413125" y="939800"/>
                </a:lnTo>
                <a:close/>
                <a:moveTo>
                  <a:pt x="3514255" y="939800"/>
                </a:moveTo>
                <a:lnTo>
                  <a:pt x="3564820" y="939800"/>
                </a:lnTo>
                <a:lnTo>
                  <a:pt x="3564820" y="933450"/>
                </a:lnTo>
                <a:lnTo>
                  <a:pt x="3514255" y="933450"/>
                </a:lnTo>
                <a:lnTo>
                  <a:pt x="3514255" y="939800"/>
                </a:lnTo>
                <a:close/>
                <a:moveTo>
                  <a:pt x="3615385" y="939800"/>
                </a:moveTo>
                <a:lnTo>
                  <a:pt x="3665944" y="939800"/>
                </a:lnTo>
                <a:lnTo>
                  <a:pt x="3665944" y="933450"/>
                </a:lnTo>
                <a:lnTo>
                  <a:pt x="3615385" y="933450"/>
                </a:lnTo>
                <a:lnTo>
                  <a:pt x="3615385" y="939800"/>
                </a:lnTo>
                <a:close/>
                <a:moveTo>
                  <a:pt x="3716509" y="939800"/>
                </a:moveTo>
                <a:lnTo>
                  <a:pt x="3767074" y="939800"/>
                </a:lnTo>
                <a:lnTo>
                  <a:pt x="3767074" y="933450"/>
                </a:lnTo>
                <a:lnTo>
                  <a:pt x="3716509" y="933450"/>
                </a:lnTo>
                <a:lnTo>
                  <a:pt x="3716509" y="939800"/>
                </a:lnTo>
                <a:close/>
                <a:moveTo>
                  <a:pt x="3817639" y="939800"/>
                </a:moveTo>
                <a:lnTo>
                  <a:pt x="3868204" y="939800"/>
                </a:lnTo>
                <a:lnTo>
                  <a:pt x="3868204" y="933450"/>
                </a:lnTo>
                <a:lnTo>
                  <a:pt x="3817639" y="933450"/>
                </a:lnTo>
                <a:lnTo>
                  <a:pt x="3817639" y="939800"/>
                </a:lnTo>
                <a:close/>
                <a:moveTo>
                  <a:pt x="3918769" y="939800"/>
                </a:moveTo>
                <a:lnTo>
                  <a:pt x="3969334" y="939800"/>
                </a:lnTo>
                <a:lnTo>
                  <a:pt x="3969334" y="933450"/>
                </a:lnTo>
                <a:lnTo>
                  <a:pt x="3918769" y="933450"/>
                </a:lnTo>
                <a:lnTo>
                  <a:pt x="3918769" y="939800"/>
                </a:lnTo>
                <a:close/>
                <a:moveTo>
                  <a:pt x="4019899" y="939800"/>
                </a:moveTo>
                <a:lnTo>
                  <a:pt x="4070464" y="939800"/>
                </a:lnTo>
                <a:lnTo>
                  <a:pt x="4070464" y="933450"/>
                </a:lnTo>
                <a:lnTo>
                  <a:pt x="4019899" y="933450"/>
                </a:lnTo>
                <a:lnTo>
                  <a:pt x="4019899" y="939800"/>
                </a:lnTo>
                <a:close/>
                <a:moveTo>
                  <a:pt x="4121030" y="939800"/>
                </a:moveTo>
                <a:lnTo>
                  <a:pt x="4171594" y="939800"/>
                </a:lnTo>
                <a:lnTo>
                  <a:pt x="4171594" y="933450"/>
                </a:lnTo>
                <a:lnTo>
                  <a:pt x="4121030" y="933450"/>
                </a:lnTo>
                <a:lnTo>
                  <a:pt x="4121030" y="939800"/>
                </a:lnTo>
                <a:close/>
                <a:moveTo>
                  <a:pt x="4222160" y="939800"/>
                </a:moveTo>
                <a:lnTo>
                  <a:pt x="4272725" y="939800"/>
                </a:lnTo>
                <a:lnTo>
                  <a:pt x="4272725" y="933450"/>
                </a:lnTo>
                <a:lnTo>
                  <a:pt x="4222160" y="933450"/>
                </a:lnTo>
                <a:lnTo>
                  <a:pt x="4222160" y="939800"/>
                </a:lnTo>
                <a:close/>
                <a:moveTo>
                  <a:pt x="4323290" y="939800"/>
                </a:moveTo>
                <a:lnTo>
                  <a:pt x="4373855" y="939800"/>
                </a:lnTo>
                <a:lnTo>
                  <a:pt x="4373855" y="933450"/>
                </a:lnTo>
                <a:lnTo>
                  <a:pt x="4323290" y="933450"/>
                </a:lnTo>
                <a:lnTo>
                  <a:pt x="4323290" y="939800"/>
                </a:lnTo>
                <a:close/>
                <a:moveTo>
                  <a:pt x="4424420" y="939800"/>
                </a:moveTo>
                <a:lnTo>
                  <a:pt x="4474985" y="939800"/>
                </a:lnTo>
                <a:lnTo>
                  <a:pt x="4474985" y="933450"/>
                </a:lnTo>
                <a:lnTo>
                  <a:pt x="4424420" y="933450"/>
                </a:lnTo>
                <a:lnTo>
                  <a:pt x="4424420" y="939800"/>
                </a:lnTo>
                <a:close/>
                <a:moveTo>
                  <a:pt x="4525550" y="939800"/>
                </a:moveTo>
                <a:lnTo>
                  <a:pt x="4576115" y="939800"/>
                </a:lnTo>
                <a:lnTo>
                  <a:pt x="4576115" y="933450"/>
                </a:lnTo>
                <a:lnTo>
                  <a:pt x="4525550" y="933450"/>
                </a:lnTo>
                <a:lnTo>
                  <a:pt x="4525550" y="939800"/>
                </a:lnTo>
                <a:close/>
                <a:moveTo>
                  <a:pt x="4626680" y="939800"/>
                </a:moveTo>
                <a:lnTo>
                  <a:pt x="4677239" y="939800"/>
                </a:lnTo>
                <a:lnTo>
                  <a:pt x="4677239" y="933450"/>
                </a:lnTo>
                <a:lnTo>
                  <a:pt x="4626680" y="933450"/>
                </a:lnTo>
                <a:lnTo>
                  <a:pt x="4626680" y="939800"/>
                </a:lnTo>
                <a:close/>
                <a:moveTo>
                  <a:pt x="4727804" y="939800"/>
                </a:moveTo>
                <a:lnTo>
                  <a:pt x="4778369" y="939800"/>
                </a:lnTo>
                <a:lnTo>
                  <a:pt x="4778369" y="933450"/>
                </a:lnTo>
                <a:lnTo>
                  <a:pt x="4727804" y="933450"/>
                </a:lnTo>
                <a:lnTo>
                  <a:pt x="4727804" y="939800"/>
                </a:lnTo>
                <a:close/>
                <a:moveTo>
                  <a:pt x="4828934" y="939800"/>
                </a:moveTo>
                <a:lnTo>
                  <a:pt x="4879499" y="939800"/>
                </a:lnTo>
                <a:lnTo>
                  <a:pt x="4879499" y="933450"/>
                </a:lnTo>
                <a:lnTo>
                  <a:pt x="4828934" y="933450"/>
                </a:lnTo>
                <a:lnTo>
                  <a:pt x="4828934" y="939800"/>
                </a:lnTo>
                <a:close/>
                <a:moveTo>
                  <a:pt x="4930064" y="939800"/>
                </a:moveTo>
                <a:lnTo>
                  <a:pt x="4980629" y="939800"/>
                </a:lnTo>
                <a:lnTo>
                  <a:pt x="4980629" y="933450"/>
                </a:lnTo>
                <a:lnTo>
                  <a:pt x="4930064" y="933450"/>
                </a:lnTo>
                <a:lnTo>
                  <a:pt x="4930064" y="939800"/>
                </a:lnTo>
                <a:close/>
                <a:moveTo>
                  <a:pt x="5031194" y="939800"/>
                </a:moveTo>
                <a:lnTo>
                  <a:pt x="5081759" y="939800"/>
                </a:lnTo>
                <a:lnTo>
                  <a:pt x="5081759" y="933450"/>
                </a:lnTo>
                <a:lnTo>
                  <a:pt x="5031194" y="933450"/>
                </a:lnTo>
                <a:lnTo>
                  <a:pt x="5031194" y="939800"/>
                </a:lnTo>
                <a:close/>
                <a:moveTo>
                  <a:pt x="5132324" y="939800"/>
                </a:moveTo>
                <a:lnTo>
                  <a:pt x="5182889" y="939800"/>
                </a:lnTo>
                <a:lnTo>
                  <a:pt x="5182889" y="933450"/>
                </a:lnTo>
                <a:lnTo>
                  <a:pt x="5132324" y="933450"/>
                </a:lnTo>
                <a:lnTo>
                  <a:pt x="5132324" y="939800"/>
                </a:lnTo>
                <a:close/>
                <a:moveTo>
                  <a:pt x="5233454" y="939800"/>
                </a:moveTo>
                <a:lnTo>
                  <a:pt x="5284020" y="939800"/>
                </a:lnTo>
                <a:lnTo>
                  <a:pt x="5284020" y="933450"/>
                </a:lnTo>
                <a:lnTo>
                  <a:pt x="5233454" y="933450"/>
                </a:lnTo>
                <a:lnTo>
                  <a:pt x="5233454" y="939800"/>
                </a:lnTo>
                <a:close/>
                <a:moveTo>
                  <a:pt x="5334584" y="939800"/>
                </a:moveTo>
                <a:lnTo>
                  <a:pt x="5385149" y="939800"/>
                </a:lnTo>
                <a:lnTo>
                  <a:pt x="5385149" y="933450"/>
                </a:lnTo>
                <a:lnTo>
                  <a:pt x="5334584" y="933450"/>
                </a:lnTo>
                <a:lnTo>
                  <a:pt x="5334584" y="939800"/>
                </a:lnTo>
                <a:close/>
                <a:moveTo>
                  <a:pt x="5435715" y="939800"/>
                </a:moveTo>
                <a:lnTo>
                  <a:pt x="5486280" y="939800"/>
                </a:lnTo>
                <a:lnTo>
                  <a:pt x="5486280" y="933450"/>
                </a:lnTo>
                <a:lnTo>
                  <a:pt x="5435715" y="933450"/>
                </a:lnTo>
                <a:lnTo>
                  <a:pt x="5435715" y="939800"/>
                </a:lnTo>
                <a:close/>
                <a:moveTo>
                  <a:pt x="5536844" y="939800"/>
                </a:moveTo>
                <a:lnTo>
                  <a:pt x="5587410" y="939800"/>
                </a:lnTo>
                <a:lnTo>
                  <a:pt x="5587410" y="933450"/>
                </a:lnTo>
                <a:lnTo>
                  <a:pt x="5536844" y="933450"/>
                </a:lnTo>
                <a:lnTo>
                  <a:pt x="5536844" y="939800"/>
                </a:lnTo>
                <a:close/>
                <a:moveTo>
                  <a:pt x="5637975" y="939800"/>
                </a:moveTo>
                <a:lnTo>
                  <a:pt x="5688533" y="939800"/>
                </a:lnTo>
                <a:lnTo>
                  <a:pt x="5688533" y="933450"/>
                </a:lnTo>
                <a:lnTo>
                  <a:pt x="5637975" y="933450"/>
                </a:lnTo>
                <a:lnTo>
                  <a:pt x="5637975" y="939800"/>
                </a:lnTo>
                <a:close/>
                <a:moveTo>
                  <a:pt x="5739130" y="939800"/>
                </a:moveTo>
                <a:lnTo>
                  <a:pt x="5789676" y="939800"/>
                </a:lnTo>
                <a:lnTo>
                  <a:pt x="5789676" y="933450"/>
                </a:lnTo>
                <a:lnTo>
                  <a:pt x="5739130" y="933450"/>
                </a:lnTo>
                <a:lnTo>
                  <a:pt x="5739130" y="939800"/>
                </a:lnTo>
                <a:close/>
                <a:moveTo>
                  <a:pt x="5840222" y="939800"/>
                </a:moveTo>
                <a:lnTo>
                  <a:pt x="5890769" y="939800"/>
                </a:lnTo>
                <a:lnTo>
                  <a:pt x="5890769" y="933450"/>
                </a:lnTo>
                <a:lnTo>
                  <a:pt x="5840222" y="933450"/>
                </a:lnTo>
                <a:lnTo>
                  <a:pt x="5840222" y="939800"/>
                </a:lnTo>
                <a:close/>
                <a:moveTo>
                  <a:pt x="5941378" y="939800"/>
                </a:moveTo>
                <a:lnTo>
                  <a:pt x="5991924" y="939800"/>
                </a:lnTo>
                <a:lnTo>
                  <a:pt x="5991924" y="933450"/>
                </a:lnTo>
                <a:lnTo>
                  <a:pt x="5941378" y="933450"/>
                </a:lnTo>
                <a:lnTo>
                  <a:pt x="5941378" y="939800"/>
                </a:lnTo>
                <a:close/>
                <a:moveTo>
                  <a:pt x="6042469" y="939800"/>
                </a:moveTo>
                <a:lnTo>
                  <a:pt x="6093079" y="939800"/>
                </a:lnTo>
                <a:lnTo>
                  <a:pt x="6093079" y="933450"/>
                </a:lnTo>
                <a:lnTo>
                  <a:pt x="6042469" y="933450"/>
                </a:lnTo>
                <a:lnTo>
                  <a:pt x="6042469" y="939800"/>
                </a:lnTo>
                <a:close/>
                <a:moveTo>
                  <a:pt x="6143625" y="939800"/>
                </a:moveTo>
                <a:lnTo>
                  <a:pt x="6194171" y="939800"/>
                </a:lnTo>
                <a:lnTo>
                  <a:pt x="6194171" y="933450"/>
                </a:lnTo>
                <a:lnTo>
                  <a:pt x="6143625" y="933450"/>
                </a:lnTo>
                <a:lnTo>
                  <a:pt x="6143625" y="939800"/>
                </a:lnTo>
                <a:close/>
                <a:moveTo>
                  <a:pt x="6244718" y="939800"/>
                </a:moveTo>
                <a:lnTo>
                  <a:pt x="6295327" y="939800"/>
                </a:lnTo>
                <a:lnTo>
                  <a:pt x="6295327" y="933450"/>
                </a:lnTo>
                <a:lnTo>
                  <a:pt x="6244718" y="933450"/>
                </a:lnTo>
                <a:lnTo>
                  <a:pt x="6244718" y="939800"/>
                </a:lnTo>
                <a:close/>
                <a:moveTo>
                  <a:pt x="6345873" y="939800"/>
                </a:moveTo>
                <a:lnTo>
                  <a:pt x="6396419" y="939800"/>
                </a:lnTo>
                <a:lnTo>
                  <a:pt x="6396419" y="933450"/>
                </a:lnTo>
                <a:lnTo>
                  <a:pt x="6345873" y="933450"/>
                </a:lnTo>
                <a:lnTo>
                  <a:pt x="6345873" y="939800"/>
                </a:lnTo>
                <a:close/>
                <a:moveTo>
                  <a:pt x="6447028" y="939800"/>
                </a:moveTo>
                <a:lnTo>
                  <a:pt x="6497574" y="939800"/>
                </a:lnTo>
                <a:lnTo>
                  <a:pt x="6497574" y="933450"/>
                </a:lnTo>
                <a:lnTo>
                  <a:pt x="6447028" y="933450"/>
                </a:lnTo>
                <a:lnTo>
                  <a:pt x="6447028" y="939800"/>
                </a:lnTo>
                <a:close/>
                <a:moveTo>
                  <a:pt x="6548120" y="939800"/>
                </a:moveTo>
                <a:lnTo>
                  <a:pt x="6598730" y="939800"/>
                </a:lnTo>
                <a:lnTo>
                  <a:pt x="6598730" y="933450"/>
                </a:lnTo>
                <a:lnTo>
                  <a:pt x="6548120" y="933450"/>
                </a:lnTo>
                <a:lnTo>
                  <a:pt x="6548120" y="939800"/>
                </a:lnTo>
                <a:close/>
                <a:moveTo>
                  <a:pt x="6649276" y="939800"/>
                </a:moveTo>
                <a:lnTo>
                  <a:pt x="6699822" y="939800"/>
                </a:lnTo>
                <a:lnTo>
                  <a:pt x="6699822" y="933450"/>
                </a:lnTo>
                <a:lnTo>
                  <a:pt x="6649276" y="933450"/>
                </a:lnTo>
                <a:lnTo>
                  <a:pt x="6649276" y="939800"/>
                </a:lnTo>
                <a:close/>
                <a:moveTo>
                  <a:pt x="6750368" y="939800"/>
                </a:moveTo>
                <a:lnTo>
                  <a:pt x="6800977" y="939800"/>
                </a:lnTo>
                <a:lnTo>
                  <a:pt x="6800977" y="933450"/>
                </a:lnTo>
                <a:lnTo>
                  <a:pt x="6750368" y="933450"/>
                </a:lnTo>
                <a:lnTo>
                  <a:pt x="6750368" y="939800"/>
                </a:lnTo>
                <a:close/>
                <a:moveTo>
                  <a:pt x="6851523" y="939800"/>
                </a:moveTo>
                <a:lnTo>
                  <a:pt x="6902069" y="939800"/>
                </a:lnTo>
                <a:lnTo>
                  <a:pt x="6902069" y="933450"/>
                </a:lnTo>
                <a:lnTo>
                  <a:pt x="6851523" y="933450"/>
                </a:lnTo>
                <a:lnTo>
                  <a:pt x="6851523" y="939800"/>
                </a:lnTo>
                <a:close/>
                <a:moveTo>
                  <a:pt x="6952679" y="939800"/>
                </a:moveTo>
                <a:lnTo>
                  <a:pt x="7003225" y="939800"/>
                </a:lnTo>
                <a:lnTo>
                  <a:pt x="7003225" y="933450"/>
                </a:lnTo>
                <a:lnTo>
                  <a:pt x="6952679" y="933450"/>
                </a:lnTo>
                <a:lnTo>
                  <a:pt x="6952679" y="939800"/>
                </a:lnTo>
                <a:close/>
                <a:moveTo>
                  <a:pt x="7053770" y="939800"/>
                </a:moveTo>
                <a:lnTo>
                  <a:pt x="7104381" y="939800"/>
                </a:lnTo>
                <a:lnTo>
                  <a:pt x="7104381" y="933450"/>
                </a:lnTo>
                <a:lnTo>
                  <a:pt x="7053770" y="933450"/>
                </a:lnTo>
                <a:lnTo>
                  <a:pt x="7053770" y="939800"/>
                </a:lnTo>
                <a:close/>
                <a:moveTo>
                  <a:pt x="7154926" y="939800"/>
                </a:moveTo>
                <a:lnTo>
                  <a:pt x="7205472" y="939800"/>
                </a:lnTo>
                <a:lnTo>
                  <a:pt x="7205472" y="933450"/>
                </a:lnTo>
                <a:lnTo>
                  <a:pt x="7154926" y="933450"/>
                </a:lnTo>
                <a:lnTo>
                  <a:pt x="7154926" y="939800"/>
                </a:lnTo>
                <a:close/>
                <a:moveTo>
                  <a:pt x="7256019" y="939800"/>
                </a:moveTo>
                <a:lnTo>
                  <a:pt x="7306628" y="939800"/>
                </a:lnTo>
                <a:lnTo>
                  <a:pt x="7306628" y="933450"/>
                </a:lnTo>
                <a:lnTo>
                  <a:pt x="7256019" y="933450"/>
                </a:lnTo>
                <a:lnTo>
                  <a:pt x="7256019" y="939800"/>
                </a:lnTo>
                <a:close/>
                <a:moveTo>
                  <a:pt x="7357174" y="939800"/>
                </a:moveTo>
                <a:lnTo>
                  <a:pt x="7407719" y="939800"/>
                </a:lnTo>
                <a:lnTo>
                  <a:pt x="7407719" y="933450"/>
                </a:lnTo>
                <a:lnTo>
                  <a:pt x="7357174" y="933450"/>
                </a:lnTo>
                <a:lnTo>
                  <a:pt x="7357174" y="939800"/>
                </a:lnTo>
                <a:close/>
                <a:moveTo>
                  <a:pt x="7458329" y="939800"/>
                </a:moveTo>
                <a:lnTo>
                  <a:pt x="7508875" y="939800"/>
                </a:lnTo>
                <a:lnTo>
                  <a:pt x="7508875" y="933450"/>
                </a:lnTo>
                <a:lnTo>
                  <a:pt x="7458329" y="933450"/>
                </a:lnTo>
                <a:lnTo>
                  <a:pt x="7458329" y="939800"/>
                </a:lnTo>
                <a:close/>
                <a:moveTo>
                  <a:pt x="7559421" y="939800"/>
                </a:moveTo>
                <a:lnTo>
                  <a:pt x="7610031" y="939800"/>
                </a:lnTo>
                <a:lnTo>
                  <a:pt x="7610031" y="933450"/>
                </a:lnTo>
                <a:lnTo>
                  <a:pt x="7559421" y="933450"/>
                </a:lnTo>
                <a:lnTo>
                  <a:pt x="7559421" y="939800"/>
                </a:lnTo>
                <a:close/>
                <a:moveTo>
                  <a:pt x="7660577" y="939800"/>
                </a:moveTo>
                <a:lnTo>
                  <a:pt x="7711123" y="939800"/>
                </a:lnTo>
                <a:lnTo>
                  <a:pt x="7711123" y="933450"/>
                </a:lnTo>
                <a:lnTo>
                  <a:pt x="7660577" y="933450"/>
                </a:lnTo>
                <a:lnTo>
                  <a:pt x="7660577" y="939800"/>
                </a:lnTo>
                <a:close/>
                <a:moveTo>
                  <a:pt x="7761732" y="939800"/>
                </a:moveTo>
                <a:lnTo>
                  <a:pt x="7812278" y="939800"/>
                </a:lnTo>
                <a:lnTo>
                  <a:pt x="7812278" y="933450"/>
                </a:lnTo>
                <a:lnTo>
                  <a:pt x="7761732" y="933450"/>
                </a:lnTo>
                <a:lnTo>
                  <a:pt x="7761732" y="939800"/>
                </a:lnTo>
                <a:close/>
                <a:moveTo>
                  <a:pt x="7862824" y="939800"/>
                </a:moveTo>
                <a:lnTo>
                  <a:pt x="7913370" y="939800"/>
                </a:lnTo>
                <a:lnTo>
                  <a:pt x="7913370" y="933450"/>
                </a:lnTo>
                <a:lnTo>
                  <a:pt x="7862824" y="933450"/>
                </a:lnTo>
                <a:lnTo>
                  <a:pt x="7862824" y="939800"/>
                </a:lnTo>
                <a:close/>
                <a:moveTo>
                  <a:pt x="7963980" y="939800"/>
                </a:moveTo>
                <a:lnTo>
                  <a:pt x="8014526" y="939800"/>
                </a:lnTo>
                <a:lnTo>
                  <a:pt x="8014526" y="933450"/>
                </a:lnTo>
                <a:lnTo>
                  <a:pt x="7963980" y="933450"/>
                </a:lnTo>
                <a:lnTo>
                  <a:pt x="7963980" y="939800"/>
                </a:lnTo>
                <a:close/>
                <a:moveTo>
                  <a:pt x="8065072" y="939800"/>
                </a:moveTo>
                <a:lnTo>
                  <a:pt x="8115682" y="939800"/>
                </a:lnTo>
                <a:lnTo>
                  <a:pt x="8115682" y="933450"/>
                </a:lnTo>
                <a:lnTo>
                  <a:pt x="8065072" y="933450"/>
                </a:lnTo>
                <a:lnTo>
                  <a:pt x="8065072" y="939800"/>
                </a:lnTo>
                <a:close/>
                <a:moveTo>
                  <a:pt x="8166227" y="939800"/>
                </a:moveTo>
                <a:lnTo>
                  <a:pt x="8216773" y="939800"/>
                </a:lnTo>
                <a:lnTo>
                  <a:pt x="8216773" y="933450"/>
                </a:lnTo>
                <a:lnTo>
                  <a:pt x="8166227" y="933450"/>
                </a:lnTo>
                <a:lnTo>
                  <a:pt x="8166227" y="939800"/>
                </a:lnTo>
                <a:close/>
                <a:moveTo>
                  <a:pt x="8267382" y="939800"/>
                </a:moveTo>
                <a:lnTo>
                  <a:pt x="8317929" y="939800"/>
                </a:lnTo>
                <a:lnTo>
                  <a:pt x="8317929" y="933450"/>
                </a:lnTo>
                <a:lnTo>
                  <a:pt x="8267382" y="933450"/>
                </a:lnTo>
                <a:lnTo>
                  <a:pt x="8267382" y="939800"/>
                </a:lnTo>
                <a:close/>
                <a:moveTo>
                  <a:pt x="8368475" y="939800"/>
                </a:moveTo>
                <a:lnTo>
                  <a:pt x="8419020" y="939800"/>
                </a:lnTo>
                <a:lnTo>
                  <a:pt x="8419020" y="933450"/>
                </a:lnTo>
                <a:lnTo>
                  <a:pt x="8368475" y="933450"/>
                </a:lnTo>
                <a:lnTo>
                  <a:pt x="8368475" y="939800"/>
                </a:lnTo>
                <a:close/>
                <a:moveTo>
                  <a:pt x="8469630" y="939800"/>
                </a:moveTo>
                <a:lnTo>
                  <a:pt x="8520176" y="939800"/>
                </a:lnTo>
                <a:lnTo>
                  <a:pt x="8520176" y="933450"/>
                </a:lnTo>
                <a:lnTo>
                  <a:pt x="8469630" y="933450"/>
                </a:lnTo>
                <a:lnTo>
                  <a:pt x="8469630" y="939800"/>
                </a:lnTo>
                <a:close/>
                <a:moveTo>
                  <a:pt x="8570722" y="939800"/>
                </a:moveTo>
                <a:lnTo>
                  <a:pt x="8621331" y="939800"/>
                </a:lnTo>
                <a:lnTo>
                  <a:pt x="8621331" y="933450"/>
                </a:lnTo>
                <a:lnTo>
                  <a:pt x="8570722" y="933450"/>
                </a:lnTo>
                <a:lnTo>
                  <a:pt x="8570722" y="939800"/>
                </a:lnTo>
                <a:close/>
                <a:moveTo>
                  <a:pt x="8671878" y="939800"/>
                </a:moveTo>
                <a:lnTo>
                  <a:pt x="8722423" y="939800"/>
                </a:lnTo>
                <a:lnTo>
                  <a:pt x="8722423" y="933450"/>
                </a:lnTo>
                <a:lnTo>
                  <a:pt x="8671878" y="933450"/>
                </a:lnTo>
                <a:lnTo>
                  <a:pt x="8671878" y="939800"/>
                </a:lnTo>
                <a:close/>
                <a:moveTo>
                  <a:pt x="8773033" y="939800"/>
                </a:moveTo>
                <a:lnTo>
                  <a:pt x="8823579" y="939800"/>
                </a:lnTo>
                <a:lnTo>
                  <a:pt x="8823579" y="933450"/>
                </a:lnTo>
                <a:lnTo>
                  <a:pt x="8773033" y="933450"/>
                </a:lnTo>
                <a:lnTo>
                  <a:pt x="8773033" y="939800"/>
                </a:lnTo>
                <a:close/>
                <a:moveTo>
                  <a:pt x="8874125" y="939800"/>
                </a:moveTo>
                <a:lnTo>
                  <a:pt x="8924671" y="939800"/>
                </a:lnTo>
                <a:lnTo>
                  <a:pt x="8924671" y="933450"/>
                </a:lnTo>
                <a:lnTo>
                  <a:pt x="8874125" y="933450"/>
                </a:lnTo>
                <a:lnTo>
                  <a:pt x="8874125" y="939800"/>
                </a:lnTo>
                <a:close/>
                <a:moveTo>
                  <a:pt x="8975281" y="939800"/>
                </a:moveTo>
                <a:lnTo>
                  <a:pt x="9025827" y="939800"/>
                </a:lnTo>
                <a:lnTo>
                  <a:pt x="9025827" y="933450"/>
                </a:lnTo>
                <a:lnTo>
                  <a:pt x="8975281" y="933450"/>
                </a:lnTo>
                <a:lnTo>
                  <a:pt x="8975281" y="939800"/>
                </a:lnTo>
                <a:close/>
                <a:moveTo>
                  <a:pt x="9076372" y="939800"/>
                </a:moveTo>
                <a:lnTo>
                  <a:pt x="9126982" y="939800"/>
                </a:lnTo>
                <a:lnTo>
                  <a:pt x="9126982" y="933450"/>
                </a:lnTo>
                <a:lnTo>
                  <a:pt x="9076372" y="933450"/>
                </a:lnTo>
                <a:lnTo>
                  <a:pt x="9076372" y="939800"/>
                </a:lnTo>
                <a:close/>
                <a:moveTo>
                  <a:pt x="9177528" y="939800"/>
                </a:moveTo>
                <a:lnTo>
                  <a:pt x="9228074" y="939800"/>
                </a:lnTo>
                <a:lnTo>
                  <a:pt x="9228074" y="933450"/>
                </a:lnTo>
                <a:lnTo>
                  <a:pt x="9177528" y="933450"/>
                </a:lnTo>
                <a:lnTo>
                  <a:pt x="9177528" y="939800"/>
                </a:lnTo>
                <a:close/>
                <a:moveTo>
                  <a:pt x="9278683" y="939800"/>
                </a:moveTo>
                <a:lnTo>
                  <a:pt x="9329230" y="939800"/>
                </a:lnTo>
                <a:lnTo>
                  <a:pt x="9329230" y="933450"/>
                </a:lnTo>
                <a:lnTo>
                  <a:pt x="9278683" y="933450"/>
                </a:lnTo>
                <a:lnTo>
                  <a:pt x="9278683" y="939800"/>
                </a:lnTo>
                <a:close/>
                <a:moveTo>
                  <a:pt x="9379776" y="939800"/>
                </a:moveTo>
                <a:lnTo>
                  <a:pt x="9430321" y="939800"/>
                </a:lnTo>
                <a:lnTo>
                  <a:pt x="9430321" y="933450"/>
                </a:lnTo>
                <a:lnTo>
                  <a:pt x="9379776" y="933450"/>
                </a:lnTo>
                <a:lnTo>
                  <a:pt x="9379776" y="939800"/>
                </a:lnTo>
                <a:close/>
                <a:moveTo>
                  <a:pt x="9480931" y="939800"/>
                </a:moveTo>
                <a:lnTo>
                  <a:pt x="9531477" y="939800"/>
                </a:lnTo>
                <a:lnTo>
                  <a:pt x="9531477" y="933450"/>
                </a:lnTo>
                <a:lnTo>
                  <a:pt x="9480931" y="933450"/>
                </a:lnTo>
                <a:lnTo>
                  <a:pt x="9480931" y="939800"/>
                </a:lnTo>
                <a:close/>
                <a:moveTo>
                  <a:pt x="9582023" y="939800"/>
                </a:moveTo>
                <a:lnTo>
                  <a:pt x="9632632" y="939800"/>
                </a:lnTo>
                <a:lnTo>
                  <a:pt x="9632632" y="933450"/>
                </a:lnTo>
                <a:lnTo>
                  <a:pt x="9582023" y="933450"/>
                </a:lnTo>
                <a:lnTo>
                  <a:pt x="9582023" y="939800"/>
                </a:lnTo>
                <a:close/>
                <a:moveTo>
                  <a:pt x="9683179" y="939800"/>
                </a:moveTo>
                <a:lnTo>
                  <a:pt x="9733724" y="939800"/>
                </a:lnTo>
                <a:lnTo>
                  <a:pt x="9733724" y="933450"/>
                </a:lnTo>
                <a:lnTo>
                  <a:pt x="9683179" y="933450"/>
                </a:lnTo>
                <a:lnTo>
                  <a:pt x="9683179" y="939800"/>
                </a:lnTo>
                <a:close/>
                <a:moveTo>
                  <a:pt x="9784334" y="939800"/>
                </a:moveTo>
                <a:lnTo>
                  <a:pt x="9834880" y="939800"/>
                </a:lnTo>
                <a:lnTo>
                  <a:pt x="9834880" y="933450"/>
                </a:lnTo>
                <a:lnTo>
                  <a:pt x="9784334" y="933450"/>
                </a:lnTo>
                <a:lnTo>
                  <a:pt x="9784334" y="939800"/>
                </a:lnTo>
                <a:close/>
                <a:moveTo>
                  <a:pt x="9885426" y="939800"/>
                </a:moveTo>
                <a:lnTo>
                  <a:pt x="9935972" y="939800"/>
                </a:lnTo>
                <a:lnTo>
                  <a:pt x="9935972" y="933450"/>
                </a:lnTo>
                <a:lnTo>
                  <a:pt x="9885426" y="933450"/>
                </a:lnTo>
                <a:lnTo>
                  <a:pt x="9885426" y="939800"/>
                </a:lnTo>
                <a:close/>
                <a:moveTo>
                  <a:pt x="9986581" y="939800"/>
                </a:moveTo>
                <a:lnTo>
                  <a:pt x="10037128" y="939800"/>
                </a:lnTo>
                <a:lnTo>
                  <a:pt x="10037128" y="933450"/>
                </a:lnTo>
                <a:lnTo>
                  <a:pt x="9986581" y="933450"/>
                </a:lnTo>
                <a:lnTo>
                  <a:pt x="9986581" y="939800"/>
                </a:lnTo>
                <a:close/>
                <a:moveTo>
                  <a:pt x="10087673" y="939800"/>
                </a:moveTo>
                <a:lnTo>
                  <a:pt x="10138283" y="939800"/>
                </a:lnTo>
                <a:lnTo>
                  <a:pt x="10138283" y="933450"/>
                </a:lnTo>
                <a:lnTo>
                  <a:pt x="10087673" y="933450"/>
                </a:lnTo>
                <a:lnTo>
                  <a:pt x="10087673" y="939800"/>
                </a:lnTo>
                <a:close/>
                <a:moveTo>
                  <a:pt x="10188829" y="939800"/>
                </a:moveTo>
                <a:lnTo>
                  <a:pt x="10239375" y="939800"/>
                </a:lnTo>
                <a:lnTo>
                  <a:pt x="10239375" y="933450"/>
                </a:lnTo>
                <a:lnTo>
                  <a:pt x="10188829" y="933450"/>
                </a:lnTo>
                <a:lnTo>
                  <a:pt x="10188829" y="939800"/>
                </a:lnTo>
                <a:close/>
                <a:moveTo>
                  <a:pt x="10289984" y="939800"/>
                </a:moveTo>
                <a:lnTo>
                  <a:pt x="10340531" y="939800"/>
                </a:lnTo>
                <a:lnTo>
                  <a:pt x="10340531" y="933450"/>
                </a:lnTo>
                <a:lnTo>
                  <a:pt x="10289984" y="933450"/>
                </a:lnTo>
                <a:lnTo>
                  <a:pt x="10289984" y="939800"/>
                </a:lnTo>
                <a:close/>
                <a:moveTo>
                  <a:pt x="10391077" y="939800"/>
                </a:moveTo>
                <a:lnTo>
                  <a:pt x="10441622" y="939800"/>
                </a:lnTo>
                <a:lnTo>
                  <a:pt x="10441622" y="933450"/>
                </a:lnTo>
                <a:lnTo>
                  <a:pt x="10391077" y="933450"/>
                </a:lnTo>
                <a:lnTo>
                  <a:pt x="10391077" y="939800"/>
                </a:lnTo>
                <a:close/>
                <a:moveTo>
                  <a:pt x="10492232" y="939800"/>
                </a:moveTo>
                <a:lnTo>
                  <a:pt x="10542778" y="939800"/>
                </a:lnTo>
                <a:lnTo>
                  <a:pt x="10542778" y="933450"/>
                </a:lnTo>
                <a:lnTo>
                  <a:pt x="10492232" y="933450"/>
                </a:lnTo>
                <a:lnTo>
                  <a:pt x="10492232" y="939800"/>
                </a:lnTo>
                <a:close/>
                <a:moveTo>
                  <a:pt x="10593324" y="939800"/>
                </a:moveTo>
                <a:lnTo>
                  <a:pt x="10643933" y="939800"/>
                </a:lnTo>
                <a:lnTo>
                  <a:pt x="10643933" y="933450"/>
                </a:lnTo>
                <a:lnTo>
                  <a:pt x="10593324" y="933450"/>
                </a:lnTo>
                <a:lnTo>
                  <a:pt x="10593324" y="939800"/>
                </a:lnTo>
                <a:close/>
                <a:moveTo>
                  <a:pt x="10694480" y="939800"/>
                </a:moveTo>
                <a:lnTo>
                  <a:pt x="10745026" y="939800"/>
                </a:lnTo>
                <a:lnTo>
                  <a:pt x="10745026" y="933450"/>
                </a:lnTo>
                <a:lnTo>
                  <a:pt x="10694480" y="933450"/>
                </a:lnTo>
                <a:lnTo>
                  <a:pt x="10694480" y="939800"/>
                </a:lnTo>
                <a:close/>
                <a:moveTo>
                  <a:pt x="10795635" y="939800"/>
                </a:moveTo>
                <a:lnTo>
                  <a:pt x="10846181" y="939800"/>
                </a:lnTo>
                <a:lnTo>
                  <a:pt x="10846181" y="933450"/>
                </a:lnTo>
                <a:lnTo>
                  <a:pt x="10795635" y="933450"/>
                </a:lnTo>
                <a:lnTo>
                  <a:pt x="10795635" y="939800"/>
                </a:lnTo>
                <a:close/>
                <a:moveTo>
                  <a:pt x="10896727" y="939800"/>
                </a:moveTo>
                <a:lnTo>
                  <a:pt x="10922000" y="939800"/>
                </a:lnTo>
                <a:lnTo>
                  <a:pt x="10922000" y="933450"/>
                </a:lnTo>
                <a:lnTo>
                  <a:pt x="10896727" y="933450"/>
                </a:lnTo>
                <a:lnTo>
                  <a:pt x="10896727" y="9398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01ACECAF-3322-058B-74FA-2459225E0DA1}"/>
              </a:ext>
            </a:extLst>
          </p:cNvPr>
          <p:cNvSpPr/>
          <p:nvPr/>
        </p:nvSpPr>
        <p:spPr>
          <a:xfrm>
            <a:off x="635000" y="3028950"/>
            <a:ext cx="10922000" cy="730250"/>
          </a:xfrm>
          <a:custGeom>
            <a:avLst/>
            <a:gdLst>
              <a:gd name="connsiteX0" fmla="*/ 0 w 10922000"/>
              <a:gd name="connsiteY0" fmla="*/ 0 h 730250"/>
              <a:gd name="connsiteX1" fmla="*/ 10922000 w 10922000"/>
              <a:gd name="connsiteY1" fmla="*/ 0 h 730250"/>
              <a:gd name="connsiteX2" fmla="*/ 10922000 w 10922000"/>
              <a:gd name="connsiteY2" fmla="*/ 730250 h 730250"/>
              <a:gd name="connsiteX3" fmla="*/ 0 w 10922000"/>
              <a:gd name="connsiteY3" fmla="*/ 730250 h 730250"/>
              <a:gd name="connsiteX4" fmla="*/ 0 w 10922000"/>
              <a:gd name="connsiteY4" fmla="*/ 0 h 730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730250">
                <a:moveTo>
                  <a:pt x="0" y="0"/>
                </a:moveTo>
                <a:lnTo>
                  <a:pt x="10922000" y="0"/>
                </a:lnTo>
                <a:lnTo>
                  <a:pt x="10922000" y="730250"/>
                </a:lnTo>
                <a:lnTo>
                  <a:pt x="0" y="7302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1" name="任意多边形: 形状 150">
            <a:extLst>
              <a:ext uri="{FF2B5EF4-FFF2-40B4-BE49-F238E27FC236}">
                <a16:creationId xmlns:a16="http://schemas.microsoft.com/office/drawing/2014/main" id="{8047ACC7-8DFD-BB4A-2FD7-3EB3F512C214}"/>
              </a:ext>
            </a:extLst>
          </p:cNvPr>
          <p:cNvSpPr/>
          <p:nvPr/>
        </p:nvSpPr>
        <p:spPr>
          <a:xfrm>
            <a:off x="635000" y="3025775"/>
            <a:ext cx="10922000" cy="736600"/>
          </a:xfrm>
          <a:custGeom>
            <a:avLst/>
            <a:gdLst>
              <a:gd name="connsiteX0" fmla="*/ 0 w 10922000"/>
              <a:gd name="connsiteY0" fmla="*/ 736600 h 736600"/>
              <a:gd name="connsiteX1" fmla="*/ 25279 w 10922000"/>
              <a:gd name="connsiteY1" fmla="*/ 736600 h 736600"/>
              <a:gd name="connsiteX2" fmla="*/ 25279 w 10922000"/>
              <a:gd name="connsiteY2" fmla="*/ 730250 h 736600"/>
              <a:gd name="connsiteX3" fmla="*/ 0 w 10922000"/>
              <a:gd name="connsiteY3" fmla="*/ 730250 h 736600"/>
              <a:gd name="connsiteX4" fmla="*/ 0 w 10922000"/>
              <a:gd name="connsiteY4" fmla="*/ 736600 h 736600"/>
              <a:gd name="connsiteX5" fmla="*/ 75844 w 10922000"/>
              <a:gd name="connsiteY5" fmla="*/ 736600 h 736600"/>
              <a:gd name="connsiteX6" fmla="*/ 126409 w 10922000"/>
              <a:gd name="connsiteY6" fmla="*/ 736600 h 736600"/>
              <a:gd name="connsiteX7" fmla="*/ 126409 w 10922000"/>
              <a:gd name="connsiteY7" fmla="*/ 730250 h 736600"/>
              <a:gd name="connsiteX8" fmla="*/ 75844 w 10922000"/>
              <a:gd name="connsiteY8" fmla="*/ 730250 h 736600"/>
              <a:gd name="connsiteX9" fmla="*/ 75844 w 10922000"/>
              <a:gd name="connsiteY9" fmla="*/ 736600 h 736600"/>
              <a:gd name="connsiteX10" fmla="*/ 176975 w 10922000"/>
              <a:gd name="connsiteY10" fmla="*/ 736600 h 736600"/>
              <a:gd name="connsiteX11" fmla="*/ 227540 w 10922000"/>
              <a:gd name="connsiteY11" fmla="*/ 736600 h 736600"/>
              <a:gd name="connsiteX12" fmla="*/ 227540 w 10922000"/>
              <a:gd name="connsiteY12" fmla="*/ 730250 h 736600"/>
              <a:gd name="connsiteX13" fmla="*/ 176975 w 10922000"/>
              <a:gd name="connsiteY13" fmla="*/ 730250 h 736600"/>
              <a:gd name="connsiteX14" fmla="*/ 176975 w 10922000"/>
              <a:gd name="connsiteY14" fmla="*/ 736600 h 736600"/>
              <a:gd name="connsiteX15" fmla="*/ 278105 w 10922000"/>
              <a:gd name="connsiteY15" fmla="*/ 736600 h 736600"/>
              <a:gd name="connsiteX16" fmla="*/ 328670 w 10922000"/>
              <a:gd name="connsiteY16" fmla="*/ 736600 h 736600"/>
              <a:gd name="connsiteX17" fmla="*/ 328670 w 10922000"/>
              <a:gd name="connsiteY17" fmla="*/ 730250 h 736600"/>
              <a:gd name="connsiteX18" fmla="*/ 278105 w 10922000"/>
              <a:gd name="connsiteY18" fmla="*/ 730250 h 736600"/>
              <a:gd name="connsiteX19" fmla="*/ 278105 w 10922000"/>
              <a:gd name="connsiteY19" fmla="*/ 736600 h 736600"/>
              <a:gd name="connsiteX20" fmla="*/ 379235 w 10922000"/>
              <a:gd name="connsiteY20" fmla="*/ 736600 h 736600"/>
              <a:gd name="connsiteX21" fmla="*/ 429800 w 10922000"/>
              <a:gd name="connsiteY21" fmla="*/ 736600 h 736600"/>
              <a:gd name="connsiteX22" fmla="*/ 429800 w 10922000"/>
              <a:gd name="connsiteY22" fmla="*/ 730250 h 736600"/>
              <a:gd name="connsiteX23" fmla="*/ 379235 w 10922000"/>
              <a:gd name="connsiteY23" fmla="*/ 730250 h 736600"/>
              <a:gd name="connsiteX24" fmla="*/ 379235 w 10922000"/>
              <a:gd name="connsiteY24" fmla="*/ 736600 h 736600"/>
              <a:gd name="connsiteX25" fmla="*/ 480365 w 10922000"/>
              <a:gd name="connsiteY25" fmla="*/ 736600 h 736600"/>
              <a:gd name="connsiteX26" fmla="*/ 530930 w 10922000"/>
              <a:gd name="connsiteY26" fmla="*/ 736600 h 736600"/>
              <a:gd name="connsiteX27" fmla="*/ 530930 w 10922000"/>
              <a:gd name="connsiteY27" fmla="*/ 730250 h 736600"/>
              <a:gd name="connsiteX28" fmla="*/ 480365 w 10922000"/>
              <a:gd name="connsiteY28" fmla="*/ 730250 h 736600"/>
              <a:gd name="connsiteX29" fmla="*/ 480365 w 10922000"/>
              <a:gd name="connsiteY29" fmla="*/ 736600 h 736600"/>
              <a:gd name="connsiteX30" fmla="*/ 581495 w 10922000"/>
              <a:gd name="connsiteY30" fmla="*/ 736600 h 736600"/>
              <a:gd name="connsiteX31" fmla="*/ 632060 w 10922000"/>
              <a:gd name="connsiteY31" fmla="*/ 736600 h 736600"/>
              <a:gd name="connsiteX32" fmla="*/ 632060 w 10922000"/>
              <a:gd name="connsiteY32" fmla="*/ 730250 h 736600"/>
              <a:gd name="connsiteX33" fmla="*/ 581495 w 10922000"/>
              <a:gd name="connsiteY33" fmla="*/ 730250 h 736600"/>
              <a:gd name="connsiteX34" fmla="*/ 581495 w 10922000"/>
              <a:gd name="connsiteY34" fmla="*/ 736600 h 736600"/>
              <a:gd name="connsiteX35" fmla="*/ 682625 w 10922000"/>
              <a:gd name="connsiteY35" fmla="*/ 736600 h 736600"/>
              <a:gd name="connsiteX36" fmla="*/ 733190 w 10922000"/>
              <a:gd name="connsiteY36" fmla="*/ 736600 h 736600"/>
              <a:gd name="connsiteX37" fmla="*/ 733190 w 10922000"/>
              <a:gd name="connsiteY37" fmla="*/ 730250 h 736600"/>
              <a:gd name="connsiteX38" fmla="*/ 682625 w 10922000"/>
              <a:gd name="connsiteY38" fmla="*/ 730250 h 736600"/>
              <a:gd name="connsiteX39" fmla="*/ 682625 w 10922000"/>
              <a:gd name="connsiteY39" fmla="*/ 736600 h 736600"/>
              <a:gd name="connsiteX40" fmla="*/ 783755 w 10922000"/>
              <a:gd name="connsiteY40" fmla="*/ 736600 h 736600"/>
              <a:gd name="connsiteX41" fmla="*/ 834320 w 10922000"/>
              <a:gd name="connsiteY41" fmla="*/ 736600 h 736600"/>
              <a:gd name="connsiteX42" fmla="*/ 834320 w 10922000"/>
              <a:gd name="connsiteY42" fmla="*/ 730250 h 736600"/>
              <a:gd name="connsiteX43" fmla="*/ 783755 w 10922000"/>
              <a:gd name="connsiteY43" fmla="*/ 730250 h 736600"/>
              <a:gd name="connsiteX44" fmla="*/ 783755 w 10922000"/>
              <a:gd name="connsiteY44" fmla="*/ 736600 h 736600"/>
              <a:gd name="connsiteX45" fmla="*/ 884885 w 10922000"/>
              <a:gd name="connsiteY45" fmla="*/ 736600 h 736600"/>
              <a:gd name="connsiteX46" fmla="*/ 935450 w 10922000"/>
              <a:gd name="connsiteY46" fmla="*/ 736600 h 736600"/>
              <a:gd name="connsiteX47" fmla="*/ 935450 w 10922000"/>
              <a:gd name="connsiteY47" fmla="*/ 730250 h 736600"/>
              <a:gd name="connsiteX48" fmla="*/ 884885 w 10922000"/>
              <a:gd name="connsiteY48" fmla="*/ 730250 h 736600"/>
              <a:gd name="connsiteX49" fmla="*/ 884885 w 10922000"/>
              <a:gd name="connsiteY49" fmla="*/ 736600 h 736600"/>
              <a:gd name="connsiteX50" fmla="*/ 986015 w 10922000"/>
              <a:gd name="connsiteY50" fmla="*/ 736600 h 736600"/>
              <a:gd name="connsiteX51" fmla="*/ 1036580 w 10922000"/>
              <a:gd name="connsiteY51" fmla="*/ 736600 h 736600"/>
              <a:gd name="connsiteX52" fmla="*/ 1036580 w 10922000"/>
              <a:gd name="connsiteY52" fmla="*/ 730250 h 736600"/>
              <a:gd name="connsiteX53" fmla="*/ 986015 w 10922000"/>
              <a:gd name="connsiteY53" fmla="*/ 730250 h 736600"/>
              <a:gd name="connsiteX54" fmla="*/ 986015 w 10922000"/>
              <a:gd name="connsiteY54" fmla="*/ 736600 h 736600"/>
              <a:gd name="connsiteX55" fmla="*/ 1087146 w 10922000"/>
              <a:gd name="connsiteY55" fmla="*/ 736600 h 736600"/>
              <a:gd name="connsiteX56" fmla="*/ 1137710 w 10922000"/>
              <a:gd name="connsiteY56" fmla="*/ 736600 h 736600"/>
              <a:gd name="connsiteX57" fmla="*/ 1137710 w 10922000"/>
              <a:gd name="connsiteY57" fmla="*/ 730250 h 736600"/>
              <a:gd name="connsiteX58" fmla="*/ 1087146 w 10922000"/>
              <a:gd name="connsiteY58" fmla="*/ 730250 h 736600"/>
              <a:gd name="connsiteX59" fmla="*/ 1087146 w 10922000"/>
              <a:gd name="connsiteY59" fmla="*/ 736600 h 736600"/>
              <a:gd name="connsiteX60" fmla="*/ 1188276 w 10922000"/>
              <a:gd name="connsiteY60" fmla="*/ 736600 h 736600"/>
              <a:gd name="connsiteX61" fmla="*/ 1238841 w 10922000"/>
              <a:gd name="connsiteY61" fmla="*/ 736600 h 736600"/>
              <a:gd name="connsiteX62" fmla="*/ 1238841 w 10922000"/>
              <a:gd name="connsiteY62" fmla="*/ 730250 h 736600"/>
              <a:gd name="connsiteX63" fmla="*/ 1188276 w 10922000"/>
              <a:gd name="connsiteY63" fmla="*/ 730250 h 736600"/>
              <a:gd name="connsiteX64" fmla="*/ 1188276 w 10922000"/>
              <a:gd name="connsiteY64" fmla="*/ 736600 h 736600"/>
              <a:gd name="connsiteX65" fmla="*/ 1289406 w 10922000"/>
              <a:gd name="connsiteY65" fmla="*/ 736600 h 736600"/>
              <a:gd name="connsiteX66" fmla="*/ 1339971 w 10922000"/>
              <a:gd name="connsiteY66" fmla="*/ 736600 h 736600"/>
              <a:gd name="connsiteX67" fmla="*/ 1339971 w 10922000"/>
              <a:gd name="connsiteY67" fmla="*/ 730250 h 736600"/>
              <a:gd name="connsiteX68" fmla="*/ 1289406 w 10922000"/>
              <a:gd name="connsiteY68" fmla="*/ 730250 h 736600"/>
              <a:gd name="connsiteX69" fmla="*/ 1289406 w 10922000"/>
              <a:gd name="connsiteY69" fmla="*/ 736600 h 736600"/>
              <a:gd name="connsiteX70" fmla="*/ 1390536 w 10922000"/>
              <a:gd name="connsiteY70" fmla="*/ 736600 h 736600"/>
              <a:gd name="connsiteX71" fmla="*/ 1441101 w 10922000"/>
              <a:gd name="connsiteY71" fmla="*/ 736600 h 736600"/>
              <a:gd name="connsiteX72" fmla="*/ 1441101 w 10922000"/>
              <a:gd name="connsiteY72" fmla="*/ 730250 h 736600"/>
              <a:gd name="connsiteX73" fmla="*/ 1390536 w 10922000"/>
              <a:gd name="connsiteY73" fmla="*/ 730250 h 736600"/>
              <a:gd name="connsiteX74" fmla="*/ 1390536 w 10922000"/>
              <a:gd name="connsiteY74" fmla="*/ 736600 h 736600"/>
              <a:gd name="connsiteX75" fmla="*/ 1491660 w 10922000"/>
              <a:gd name="connsiteY75" fmla="*/ 736600 h 736600"/>
              <a:gd name="connsiteX76" fmla="*/ 1542225 w 10922000"/>
              <a:gd name="connsiteY76" fmla="*/ 736600 h 736600"/>
              <a:gd name="connsiteX77" fmla="*/ 1542225 w 10922000"/>
              <a:gd name="connsiteY77" fmla="*/ 730250 h 736600"/>
              <a:gd name="connsiteX78" fmla="*/ 1491660 w 10922000"/>
              <a:gd name="connsiteY78" fmla="*/ 730250 h 736600"/>
              <a:gd name="connsiteX79" fmla="*/ 1491660 w 10922000"/>
              <a:gd name="connsiteY79" fmla="*/ 736600 h 736600"/>
              <a:gd name="connsiteX80" fmla="*/ 1592790 w 10922000"/>
              <a:gd name="connsiteY80" fmla="*/ 736600 h 736600"/>
              <a:gd name="connsiteX81" fmla="*/ 1643355 w 10922000"/>
              <a:gd name="connsiteY81" fmla="*/ 736600 h 736600"/>
              <a:gd name="connsiteX82" fmla="*/ 1643355 w 10922000"/>
              <a:gd name="connsiteY82" fmla="*/ 730250 h 736600"/>
              <a:gd name="connsiteX83" fmla="*/ 1592790 w 10922000"/>
              <a:gd name="connsiteY83" fmla="*/ 730250 h 736600"/>
              <a:gd name="connsiteX84" fmla="*/ 1592790 w 10922000"/>
              <a:gd name="connsiteY84" fmla="*/ 736600 h 736600"/>
              <a:gd name="connsiteX85" fmla="*/ 1693920 w 10922000"/>
              <a:gd name="connsiteY85" fmla="*/ 736600 h 736600"/>
              <a:gd name="connsiteX86" fmla="*/ 1744485 w 10922000"/>
              <a:gd name="connsiteY86" fmla="*/ 736600 h 736600"/>
              <a:gd name="connsiteX87" fmla="*/ 1744485 w 10922000"/>
              <a:gd name="connsiteY87" fmla="*/ 730250 h 736600"/>
              <a:gd name="connsiteX88" fmla="*/ 1693920 w 10922000"/>
              <a:gd name="connsiteY88" fmla="*/ 730250 h 736600"/>
              <a:gd name="connsiteX89" fmla="*/ 1693920 w 10922000"/>
              <a:gd name="connsiteY89" fmla="*/ 736600 h 736600"/>
              <a:gd name="connsiteX90" fmla="*/ 1795050 w 10922000"/>
              <a:gd name="connsiteY90" fmla="*/ 736600 h 736600"/>
              <a:gd name="connsiteX91" fmla="*/ 1845615 w 10922000"/>
              <a:gd name="connsiteY91" fmla="*/ 736600 h 736600"/>
              <a:gd name="connsiteX92" fmla="*/ 1845615 w 10922000"/>
              <a:gd name="connsiteY92" fmla="*/ 730250 h 736600"/>
              <a:gd name="connsiteX93" fmla="*/ 1795050 w 10922000"/>
              <a:gd name="connsiteY93" fmla="*/ 730250 h 736600"/>
              <a:gd name="connsiteX94" fmla="*/ 1795050 w 10922000"/>
              <a:gd name="connsiteY94" fmla="*/ 736600 h 736600"/>
              <a:gd name="connsiteX95" fmla="*/ 1896180 w 10922000"/>
              <a:gd name="connsiteY95" fmla="*/ 736600 h 736600"/>
              <a:gd name="connsiteX96" fmla="*/ 1946745 w 10922000"/>
              <a:gd name="connsiteY96" fmla="*/ 736600 h 736600"/>
              <a:gd name="connsiteX97" fmla="*/ 1946745 w 10922000"/>
              <a:gd name="connsiteY97" fmla="*/ 730250 h 736600"/>
              <a:gd name="connsiteX98" fmla="*/ 1896180 w 10922000"/>
              <a:gd name="connsiteY98" fmla="*/ 730250 h 736600"/>
              <a:gd name="connsiteX99" fmla="*/ 1896180 w 10922000"/>
              <a:gd name="connsiteY99" fmla="*/ 736600 h 736600"/>
              <a:gd name="connsiteX100" fmla="*/ 1997310 w 10922000"/>
              <a:gd name="connsiteY100" fmla="*/ 736600 h 736600"/>
              <a:gd name="connsiteX101" fmla="*/ 2047875 w 10922000"/>
              <a:gd name="connsiteY101" fmla="*/ 736600 h 736600"/>
              <a:gd name="connsiteX102" fmla="*/ 2047875 w 10922000"/>
              <a:gd name="connsiteY102" fmla="*/ 730250 h 736600"/>
              <a:gd name="connsiteX103" fmla="*/ 1997310 w 10922000"/>
              <a:gd name="connsiteY103" fmla="*/ 730250 h 736600"/>
              <a:gd name="connsiteX104" fmla="*/ 1997310 w 10922000"/>
              <a:gd name="connsiteY104" fmla="*/ 736600 h 736600"/>
              <a:gd name="connsiteX105" fmla="*/ 2098440 w 10922000"/>
              <a:gd name="connsiteY105" fmla="*/ 736600 h 736600"/>
              <a:gd name="connsiteX106" fmla="*/ 2149005 w 10922000"/>
              <a:gd name="connsiteY106" fmla="*/ 736600 h 736600"/>
              <a:gd name="connsiteX107" fmla="*/ 2149005 w 10922000"/>
              <a:gd name="connsiteY107" fmla="*/ 730250 h 736600"/>
              <a:gd name="connsiteX108" fmla="*/ 2098440 w 10922000"/>
              <a:gd name="connsiteY108" fmla="*/ 730250 h 736600"/>
              <a:gd name="connsiteX109" fmla="*/ 2098440 w 10922000"/>
              <a:gd name="connsiteY109" fmla="*/ 736600 h 736600"/>
              <a:gd name="connsiteX110" fmla="*/ 2199570 w 10922000"/>
              <a:gd name="connsiteY110" fmla="*/ 736600 h 736600"/>
              <a:gd name="connsiteX111" fmla="*/ 2250135 w 10922000"/>
              <a:gd name="connsiteY111" fmla="*/ 736600 h 736600"/>
              <a:gd name="connsiteX112" fmla="*/ 2250135 w 10922000"/>
              <a:gd name="connsiteY112" fmla="*/ 730250 h 736600"/>
              <a:gd name="connsiteX113" fmla="*/ 2199570 w 10922000"/>
              <a:gd name="connsiteY113" fmla="*/ 730250 h 736600"/>
              <a:gd name="connsiteX114" fmla="*/ 2199570 w 10922000"/>
              <a:gd name="connsiteY114" fmla="*/ 736600 h 736600"/>
              <a:gd name="connsiteX115" fmla="*/ 2300700 w 10922000"/>
              <a:gd name="connsiteY115" fmla="*/ 736600 h 736600"/>
              <a:gd name="connsiteX116" fmla="*/ 2351266 w 10922000"/>
              <a:gd name="connsiteY116" fmla="*/ 736600 h 736600"/>
              <a:gd name="connsiteX117" fmla="*/ 2351266 w 10922000"/>
              <a:gd name="connsiteY117" fmla="*/ 730250 h 736600"/>
              <a:gd name="connsiteX118" fmla="*/ 2300700 w 10922000"/>
              <a:gd name="connsiteY118" fmla="*/ 730250 h 736600"/>
              <a:gd name="connsiteX119" fmla="*/ 2300700 w 10922000"/>
              <a:gd name="connsiteY119" fmla="*/ 736600 h 736600"/>
              <a:gd name="connsiteX120" fmla="*/ 2401830 w 10922000"/>
              <a:gd name="connsiteY120" fmla="*/ 736600 h 736600"/>
              <a:gd name="connsiteX121" fmla="*/ 2452396 w 10922000"/>
              <a:gd name="connsiteY121" fmla="*/ 736600 h 736600"/>
              <a:gd name="connsiteX122" fmla="*/ 2452396 w 10922000"/>
              <a:gd name="connsiteY122" fmla="*/ 730250 h 736600"/>
              <a:gd name="connsiteX123" fmla="*/ 2401830 w 10922000"/>
              <a:gd name="connsiteY123" fmla="*/ 730250 h 736600"/>
              <a:gd name="connsiteX124" fmla="*/ 2401830 w 10922000"/>
              <a:gd name="connsiteY124" fmla="*/ 736600 h 736600"/>
              <a:gd name="connsiteX125" fmla="*/ 2502961 w 10922000"/>
              <a:gd name="connsiteY125" fmla="*/ 736600 h 736600"/>
              <a:gd name="connsiteX126" fmla="*/ 2553526 w 10922000"/>
              <a:gd name="connsiteY126" fmla="*/ 736600 h 736600"/>
              <a:gd name="connsiteX127" fmla="*/ 2553526 w 10922000"/>
              <a:gd name="connsiteY127" fmla="*/ 730250 h 736600"/>
              <a:gd name="connsiteX128" fmla="*/ 2502961 w 10922000"/>
              <a:gd name="connsiteY128" fmla="*/ 730250 h 736600"/>
              <a:gd name="connsiteX129" fmla="*/ 2502961 w 10922000"/>
              <a:gd name="connsiteY129" fmla="*/ 736600 h 736600"/>
              <a:gd name="connsiteX130" fmla="*/ 2604084 w 10922000"/>
              <a:gd name="connsiteY130" fmla="*/ 736600 h 736600"/>
              <a:gd name="connsiteX131" fmla="*/ 2654649 w 10922000"/>
              <a:gd name="connsiteY131" fmla="*/ 736600 h 736600"/>
              <a:gd name="connsiteX132" fmla="*/ 2654649 w 10922000"/>
              <a:gd name="connsiteY132" fmla="*/ 730250 h 736600"/>
              <a:gd name="connsiteX133" fmla="*/ 2604084 w 10922000"/>
              <a:gd name="connsiteY133" fmla="*/ 730250 h 736600"/>
              <a:gd name="connsiteX134" fmla="*/ 2604084 w 10922000"/>
              <a:gd name="connsiteY134" fmla="*/ 736600 h 736600"/>
              <a:gd name="connsiteX135" fmla="*/ 2705214 w 10922000"/>
              <a:gd name="connsiteY135" fmla="*/ 736600 h 736600"/>
              <a:gd name="connsiteX136" fmla="*/ 2755780 w 10922000"/>
              <a:gd name="connsiteY136" fmla="*/ 736600 h 736600"/>
              <a:gd name="connsiteX137" fmla="*/ 2755780 w 10922000"/>
              <a:gd name="connsiteY137" fmla="*/ 730250 h 736600"/>
              <a:gd name="connsiteX138" fmla="*/ 2705214 w 10922000"/>
              <a:gd name="connsiteY138" fmla="*/ 730250 h 736600"/>
              <a:gd name="connsiteX139" fmla="*/ 2705214 w 10922000"/>
              <a:gd name="connsiteY139" fmla="*/ 736600 h 736600"/>
              <a:gd name="connsiteX140" fmla="*/ 2806344 w 10922000"/>
              <a:gd name="connsiteY140" fmla="*/ 736600 h 736600"/>
              <a:gd name="connsiteX141" fmla="*/ 2856909 w 10922000"/>
              <a:gd name="connsiteY141" fmla="*/ 736600 h 736600"/>
              <a:gd name="connsiteX142" fmla="*/ 2856909 w 10922000"/>
              <a:gd name="connsiteY142" fmla="*/ 730250 h 736600"/>
              <a:gd name="connsiteX143" fmla="*/ 2806344 w 10922000"/>
              <a:gd name="connsiteY143" fmla="*/ 730250 h 736600"/>
              <a:gd name="connsiteX144" fmla="*/ 2806344 w 10922000"/>
              <a:gd name="connsiteY144" fmla="*/ 736600 h 736600"/>
              <a:gd name="connsiteX145" fmla="*/ 2907475 w 10922000"/>
              <a:gd name="connsiteY145" fmla="*/ 736600 h 736600"/>
              <a:gd name="connsiteX146" fmla="*/ 2958040 w 10922000"/>
              <a:gd name="connsiteY146" fmla="*/ 736600 h 736600"/>
              <a:gd name="connsiteX147" fmla="*/ 2958040 w 10922000"/>
              <a:gd name="connsiteY147" fmla="*/ 730250 h 736600"/>
              <a:gd name="connsiteX148" fmla="*/ 2907475 w 10922000"/>
              <a:gd name="connsiteY148" fmla="*/ 730250 h 736600"/>
              <a:gd name="connsiteX149" fmla="*/ 2907475 w 10922000"/>
              <a:gd name="connsiteY149" fmla="*/ 736600 h 736600"/>
              <a:gd name="connsiteX150" fmla="*/ 3008605 w 10922000"/>
              <a:gd name="connsiteY150" fmla="*/ 736600 h 736600"/>
              <a:gd name="connsiteX151" fmla="*/ 3059170 w 10922000"/>
              <a:gd name="connsiteY151" fmla="*/ 736600 h 736600"/>
              <a:gd name="connsiteX152" fmla="*/ 3059170 w 10922000"/>
              <a:gd name="connsiteY152" fmla="*/ 730250 h 736600"/>
              <a:gd name="connsiteX153" fmla="*/ 3008605 w 10922000"/>
              <a:gd name="connsiteY153" fmla="*/ 730250 h 736600"/>
              <a:gd name="connsiteX154" fmla="*/ 3008605 w 10922000"/>
              <a:gd name="connsiteY154" fmla="*/ 736600 h 736600"/>
              <a:gd name="connsiteX155" fmla="*/ 3109735 w 10922000"/>
              <a:gd name="connsiteY155" fmla="*/ 736600 h 736600"/>
              <a:gd name="connsiteX156" fmla="*/ 3160300 w 10922000"/>
              <a:gd name="connsiteY156" fmla="*/ 736600 h 736600"/>
              <a:gd name="connsiteX157" fmla="*/ 3160300 w 10922000"/>
              <a:gd name="connsiteY157" fmla="*/ 730250 h 736600"/>
              <a:gd name="connsiteX158" fmla="*/ 3109735 w 10922000"/>
              <a:gd name="connsiteY158" fmla="*/ 730250 h 736600"/>
              <a:gd name="connsiteX159" fmla="*/ 3109735 w 10922000"/>
              <a:gd name="connsiteY159" fmla="*/ 736600 h 736600"/>
              <a:gd name="connsiteX160" fmla="*/ 3210865 w 10922000"/>
              <a:gd name="connsiteY160" fmla="*/ 736600 h 736600"/>
              <a:gd name="connsiteX161" fmla="*/ 3261430 w 10922000"/>
              <a:gd name="connsiteY161" fmla="*/ 736600 h 736600"/>
              <a:gd name="connsiteX162" fmla="*/ 3261430 w 10922000"/>
              <a:gd name="connsiteY162" fmla="*/ 730250 h 736600"/>
              <a:gd name="connsiteX163" fmla="*/ 3210865 w 10922000"/>
              <a:gd name="connsiteY163" fmla="*/ 730250 h 736600"/>
              <a:gd name="connsiteX164" fmla="*/ 3210865 w 10922000"/>
              <a:gd name="connsiteY164" fmla="*/ 736600 h 736600"/>
              <a:gd name="connsiteX165" fmla="*/ 3311995 w 10922000"/>
              <a:gd name="connsiteY165" fmla="*/ 736600 h 736600"/>
              <a:gd name="connsiteX166" fmla="*/ 3362560 w 10922000"/>
              <a:gd name="connsiteY166" fmla="*/ 736600 h 736600"/>
              <a:gd name="connsiteX167" fmla="*/ 3362560 w 10922000"/>
              <a:gd name="connsiteY167" fmla="*/ 730250 h 736600"/>
              <a:gd name="connsiteX168" fmla="*/ 3311995 w 10922000"/>
              <a:gd name="connsiteY168" fmla="*/ 730250 h 736600"/>
              <a:gd name="connsiteX169" fmla="*/ 3311995 w 10922000"/>
              <a:gd name="connsiteY169" fmla="*/ 736600 h 736600"/>
              <a:gd name="connsiteX170" fmla="*/ 3413125 w 10922000"/>
              <a:gd name="connsiteY170" fmla="*/ 736600 h 736600"/>
              <a:gd name="connsiteX171" fmla="*/ 3463690 w 10922000"/>
              <a:gd name="connsiteY171" fmla="*/ 736600 h 736600"/>
              <a:gd name="connsiteX172" fmla="*/ 3463690 w 10922000"/>
              <a:gd name="connsiteY172" fmla="*/ 730250 h 736600"/>
              <a:gd name="connsiteX173" fmla="*/ 3413125 w 10922000"/>
              <a:gd name="connsiteY173" fmla="*/ 730250 h 736600"/>
              <a:gd name="connsiteX174" fmla="*/ 3413125 w 10922000"/>
              <a:gd name="connsiteY174" fmla="*/ 736600 h 736600"/>
              <a:gd name="connsiteX175" fmla="*/ 3514255 w 10922000"/>
              <a:gd name="connsiteY175" fmla="*/ 736600 h 736600"/>
              <a:gd name="connsiteX176" fmla="*/ 3564820 w 10922000"/>
              <a:gd name="connsiteY176" fmla="*/ 736600 h 736600"/>
              <a:gd name="connsiteX177" fmla="*/ 3564820 w 10922000"/>
              <a:gd name="connsiteY177" fmla="*/ 730250 h 736600"/>
              <a:gd name="connsiteX178" fmla="*/ 3514255 w 10922000"/>
              <a:gd name="connsiteY178" fmla="*/ 730250 h 736600"/>
              <a:gd name="connsiteX179" fmla="*/ 3514255 w 10922000"/>
              <a:gd name="connsiteY179" fmla="*/ 736600 h 736600"/>
              <a:gd name="connsiteX180" fmla="*/ 3615385 w 10922000"/>
              <a:gd name="connsiteY180" fmla="*/ 736600 h 736600"/>
              <a:gd name="connsiteX181" fmla="*/ 3665944 w 10922000"/>
              <a:gd name="connsiteY181" fmla="*/ 736600 h 736600"/>
              <a:gd name="connsiteX182" fmla="*/ 3665944 w 10922000"/>
              <a:gd name="connsiteY182" fmla="*/ 730250 h 736600"/>
              <a:gd name="connsiteX183" fmla="*/ 3615385 w 10922000"/>
              <a:gd name="connsiteY183" fmla="*/ 730250 h 736600"/>
              <a:gd name="connsiteX184" fmla="*/ 3615385 w 10922000"/>
              <a:gd name="connsiteY184" fmla="*/ 736600 h 736600"/>
              <a:gd name="connsiteX185" fmla="*/ 3716509 w 10922000"/>
              <a:gd name="connsiteY185" fmla="*/ 736600 h 736600"/>
              <a:gd name="connsiteX186" fmla="*/ 3767074 w 10922000"/>
              <a:gd name="connsiteY186" fmla="*/ 736600 h 736600"/>
              <a:gd name="connsiteX187" fmla="*/ 3767074 w 10922000"/>
              <a:gd name="connsiteY187" fmla="*/ 730250 h 736600"/>
              <a:gd name="connsiteX188" fmla="*/ 3716509 w 10922000"/>
              <a:gd name="connsiteY188" fmla="*/ 730250 h 736600"/>
              <a:gd name="connsiteX189" fmla="*/ 3716509 w 10922000"/>
              <a:gd name="connsiteY189" fmla="*/ 736600 h 736600"/>
              <a:gd name="connsiteX190" fmla="*/ 3817639 w 10922000"/>
              <a:gd name="connsiteY190" fmla="*/ 736600 h 736600"/>
              <a:gd name="connsiteX191" fmla="*/ 3868204 w 10922000"/>
              <a:gd name="connsiteY191" fmla="*/ 736600 h 736600"/>
              <a:gd name="connsiteX192" fmla="*/ 3868204 w 10922000"/>
              <a:gd name="connsiteY192" fmla="*/ 730250 h 736600"/>
              <a:gd name="connsiteX193" fmla="*/ 3817639 w 10922000"/>
              <a:gd name="connsiteY193" fmla="*/ 730250 h 736600"/>
              <a:gd name="connsiteX194" fmla="*/ 3817639 w 10922000"/>
              <a:gd name="connsiteY194" fmla="*/ 736600 h 736600"/>
              <a:gd name="connsiteX195" fmla="*/ 3918769 w 10922000"/>
              <a:gd name="connsiteY195" fmla="*/ 736600 h 736600"/>
              <a:gd name="connsiteX196" fmla="*/ 3969334 w 10922000"/>
              <a:gd name="connsiteY196" fmla="*/ 736600 h 736600"/>
              <a:gd name="connsiteX197" fmla="*/ 3969334 w 10922000"/>
              <a:gd name="connsiteY197" fmla="*/ 730250 h 736600"/>
              <a:gd name="connsiteX198" fmla="*/ 3918769 w 10922000"/>
              <a:gd name="connsiteY198" fmla="*/ 730250 h 736600"/>
              <a:gd name="connsiteX199" fmla="*/ 3918769 w 10922000"/>
              <a:gd name="connsiteY199" fmla="*/ 736600 h 736600"/>
              <a:gd name="connsiteX200" fmla="*/ 4019899 w 10922000"/>
              <a:gd name="connsiteY200" fmla="*/ 736600 h 736600"/>
              <a:gd name="connsiteX201" fmla="*/ 4070464 w 10922000"/>
              <a:gd name="connsiteY201" fmla="*/ 736600 h 736600"/>
              <a:gd name="connsiteX202" fmla="*/ 4070464 w 10922000"/>
              <a:gd name="connsiteY202" fmla="*/ 730250 h 736600"/>
              <a:gd name="connsiteX203" fmla="*/ 4019899 w 10922000"/>
              <a:gd name="connsiteY203" fmla="*/ 730250 h 736600"/>
              <a:gd name="connsiteX204" fmla="*/ 4019899 w 10922000"/>
              <a:gd name="connsiteY204" fmla="*/ 736600 h 736600"/>
              <a:gd name="connsiteX205" fmla="*/ 4121030 w 10922000"/>
              <a:gd name="connsiteY205" fmla="*/ 736600 h 736600"/>
              <a:gd name="connsiteX206" fmla="*/ 4171594 w 10922000"/>
              <a:gd name="connsiteY206" fmla="*/ 736600 h 736600"/>
              <a:gd name="connsiteX207" fmla="*/ 4171594 w 10922000"/>
              <a:gd name="connsiteY207" fmla="*/ 730250 h 736600"/>
              <a:gd name="connsiteX208" fmla="*/ 4121030 w 10922000"/>
              <a:gd name="connsiteY208" fmla="*/ 730250 h 736600"/>
              <a:gd name="connsiteX209" fmla="*/ 4121030 w 10922000"/>
              <a:gd name="connsiteY209" fmla="*/ 736600 h 736600"/>
              <a:gd name="connsiteX210" fmla="*/ 4222160 w 10922000"/>
              <a:gd name="connsiteY210" fmla="*/ 736600 h 736600"/>
              <a:gd name="connsiteX211" fmla="*/ 4272725 w 10922000"/>
              <a:gd name="connsiteY211" fmla="*/ 736600 h 736600"/>
              <a:gd name="connsiteX212" fmla="*/ 4272725 w 10922000"/>
              <a:gd name="connsiteY212" fmla="*/ 730250 h 736600"/>
              <a:gd name="connsiteX213" fmla="*/ 4222160 w 10922000"/>
              <a:gd name="connsiteY213" fmla="*/ 730250 h 736600"/>
              <a:gd name="connsiteX214" fmla="*/ 4222160 w 10922000"/>
              <a:gd name="connsiteY214" fmla="*/ 736600 h 736600"/>
              <a:gd name="connsiteX215" fmla="*/ 4323290 w 10922000"/>
              <a:gd name="connsiteY215" fmla="*/ 736600 h 736600"/>
              <a:gd name="connsiteX216" fmla="*/ 4373855 w 10922000"/>
              <a:gd name="connsiteY216" fmla="*/ 736600 h 736600"/>
              <a:gd name="connsiteX217" fmla="*/ 4373855 w 10922000"/>
              <a:gd name="connsiteY217" fmla="*/ 730250 h 736600"/>
              <a:gd name="connsiteX218" fmla="*/ 4323290 w 10922000"/>
              <a:gd name="connsiteY218" fmla="*/ 730250 h 736600"/>
              <a:gd name="connsiteX219" fmla="*/ 4323290 w 10922000"/>
              <a:gd name="connsiteY219" fmla="*/ 736600 h 736600"/>
              <a:gd name="connsiteX220" fmla="*/ 4424420 w 10922000"/>
              <a:gd name="connsiteY220" fmla="*/ 736600 h 736600"/>
              <a:gd name="connsiteX221" fmla="*/ 4474985 w 10922000"/>
              <a:gd name="connsiteY221" fmla="*/ 736600 h 736600"/>
              <a:gd name="connsiteX222" fmla="*/ 4474985 w 10922000"/>
              <a:gd name="connsiteY222" fmla="*/ 730250 h 736600"/>
              <a:gd name="connsiteX223" fmla="*/ 4424420 w 10922000"/>
              <a:gd name="connsiteY223" fmla="*/ 730250 h 736600"/>
              <a:gd name="connsiteX224" fmla="*/ 4424420 w 10922000"/>
              <a:gd name="connsiteY224" fmla="*/ 736600 h 736600"/>
              <a:gd name="connsiteX225" fmla="*/ 4525550 w 10922000"/>
              <a:gd name="connsiteY225" fmla="*/ 736600 h 736600"/>
              <a:gd name="connsiteX226" fmla="*/ 4576115 w 10922000"/>
              <a:gd name="connsiteY226" fmla="*/ 736600 h 736600"/>
              <a:gd name="connsiteX227" fmla="*/ 4576115 w 10922000"/>
              <a:gd name="connsiteY227" fmla="*/ 730250 h 736600"/>
              <a:gd name="connsiteX228" fmla="*/ 4525550 w 10922000"/>
              <a:gd name="connsiteY228" fmla="*/ 730250 h 736600"/>
              <a:gd name="connsiteX229" fmla="*/ 4525550 w 10922000"/>
              <a:gd name="connsiteY229" fmla="*/ 736600 h 736600"/>
              <a:gd name="connsiteX230" fmla="*/ 4626680 w 10922000"/>
              <a:gd name="connsiteY230" fmla="*/ 736600 h 736600"/>
              <a:gd name="connsiteX231" fmla="*/ 4677239 w 10922000"/>
              <a:gd name="connsiteY231" fmla="*/ 736600 h 736600"/>
              <a:gd name="connsiteX232" fmla="*/ 4677239 w 10922000"/>
              <a:gd name="connsiteY232" fmla="*/ 730250 h 736600"/>
              <a:gd name="connsiteX233" fmla="*/ 4626680 w 10922000"/>
              <a:gd name="connsiteY233" fmla="*/ 730250 h 736600"/>
              <a:gd name="connsiteX234" fmla="*/ 4626680 w 10922000"/>
              <a:gd name="connsiteY234" fmla="*/ 736600 h 736600"/>
              <a:gd name="connsiteX235" fmla="*/ 4727804 w 10922000"/>
              <a:gd name="connsiteY235" fmla="*/ 736600 h 736600"/>
              <a:gd name="connsiteX236" fmla="*/ 4778369 w 10922000"/>
              <a:gd name="connsiteY236" fmla="*/ 736600 h 736600"/>
              <a:gd name="connsiteX237" fmla="*/ 4778369 w 10922000"/>
              <a:gd name="connsiteY237" fmla="*/ 730250 h 736600"/>
              <a:gd name="connsiteX238" fmla="*/ 4727804 w 10922000"/>
              <a:gd name="connsiteY238" fmla="*/ 730250 h 736600"/>
              <a:gd name="connsiteX239" fmla="*/ 4727804 w 10922000"/>
              <a:gd name="connsiteY239" fmla="*/ 736600 h 736600"/>
              <a:gd name="connsiteX240" fmla="*/ 4828934 w 10922000"/>
              <a:gd name="connsiteY240" fmla="*/ 736600 h 736600"/>
              <a:gd name="connsiteX241" fmla="*/ 4879499 w 10922000"/>
              <a:gd name="connsiteY241" fmla="*/ 736600 h 736600"/>
              <a:gd name="connsiteX242" fmla="*/ 4879499 w 10922000"/>
              <a:gd name="connsiteY242" fmla="*/ 730250 h 736600"/>
              <a:gd name="connsiteX243" fmla="*/ 4828934 w 10922000"/>
              <a:gd name="connsiteY243" fmla="*/ 730250 h 736600"/>
              <a:gd name="connsiteX244" fmla="*/ 4828934 w 10922000"/>
              <a:gd name="connsiteY244" fmla="*/ 736600 h 736600"/>
              <a:gd name="connsiteX245" fmla="*/ 4930064 w 10922000"/>
              <a:gd name="connsiteY245" fmla="*/ 736600 h 736600"/>
              <a:gd name="connsiteX246" fmla="*/ 4980629 w 10922000"/>
              <a:gd name="connsiteY246" fmla="*/ 736600 h 736600"/>
              <a:gd name="connsiteX247" fmla="*/ 4980629 w 10922000"/>
              <a:gd name="connsiteY247" fmla="*/ 730250 h 736600"/>
              <a:gd name="connsiteX248" fmla="*/ 4930064 w 10922000"/>
              <a:gd name="connsiteY248" fmla="*/ 730250 h 736600"/>
              <a:gd name="connsiteX249" fmla="*/ 4930064 w 10922000"/>
              <a:gd name="connsiteY249" fmla="*/ 736600 h 736600"/>
              <a:gd name="connsiteX250" fmla="*/ 5031194 w 10922000"/>
              <a:gd name="connsiteY250" fmla="*/ 736600 h 736600"/>
              <a:gd name="connsiteX251" fmla="*/ 5081759 w 10922000"/>
              <a:gd name="connsiteY251" fmla="*/ 736600 h 736600"/>
              <a:gd name="connsiteX252" fmla="*/ 5081759 w 10922000"/>
              <a:gd name="connsiteY252" fmla="*/ 730250 h 736600"/>
              <a:gd name="connsiteX253" fmla="*/ 5031194 w 10922000"/>
              <a:gd name="connsiteY253" fmla="*/ 730250 h 736600"/>
              <a:gd name="connsiteX254" fmla="*/ 5031194 w 10922000"/>
              <a:gd name="connsiteY254" fmla="*/ 736600 h 736600"/>
              <a:gd name="connsiteX255" fmla="*/ 5132324 w 10922000"/>
              <a:gd name="connsiteY255" fmla="*/ 736600 h 736600"/>
              <a:gd name="connsiteX256" fmla="*/ 5182889 w 10922000"/>
              <a:gd name="connsiteY256" fmla="*/ 736600 h 736600"/>
              <a:gd name="connsiteX257" fmla="*/ 5182889 w 10922000"/>
              <a:gd name="connsiteY257" fmla="*/ 730250 h 736600"/>
              <a:gd name="connsiteX258" fmla="*/ 5132324 w 10922000"/>
              <a:gd name="connsiteY258" fmla="*/ 730250 h 736600"/>
              <a:gd name="connsiteX259" fmla="*/ 5132324 w 10922000"/>
              <a:gd name="connsiteY259" fmla="*/ 736600 h 736600"/>
              <a:gd name="connsiteX260" fmla="*/ 5233454 w 10922000"/>
              <a:gd name="connsiteY260" fmla="*/ 736600 h 736600"/>
              <a:gd name="connsiteX261" fmla="*/ 5284020 w 10922000"/>
              <a:gd name="connsiteY261" fmla="*/ 736600 h 736600"/>
              <a:gd name="connsiteX262" fmla="*/ 5284020 w 10922000"/>
              <a:gd name="connsiteY262" fmla="*/ 730250 h 736600"/>
              <a:gd name="connsiteX263" fmla="*/ 5233454 w 10922000"/>
              <a:gd name="connsiteY263" fmla="*/ 730250 h 736600"/>
              <a:gd name="connsiteX264" fmla="*/ 5233454 w 10922000"/>
              <a:gd name="connsiteY264" fmla="*/ 736600 h 736600"/>
              <a:gd name="connsiteX265" fmla="*/ 5334584 w 10922000"/>
              <a:gd name="connsiteY265" fmla="*/ 736600 h 736600"/>
              <a:gd name="connsiteX266" fmla="*/ 5385149 w 10922000"/>
              <a:gd name="connsiteY266" fmla="*/ 736600 h 736600"/>
              <a:gd name="connsiteX267" fmla="*/ 5385149 w 10922000"/>
              <a:gd name="connsiteY267" fmla="*/ 730250 h 736600"/>
              <a:gd name="connsiteX268" fmla="*/ 5334584 w 10922000"/>
              <a:gd name="connsiteY268" fmla="*/ 730250 h 736600"/>
              <a:gd name="connsiteX269" fmla="*/ 5334584 w 10922000"/>
              <a:gd name="connsiteY269" fmla="*/ 736600 h 736600"/>
              <a:gd name="connsiteX270" fmla="*/ 5435715 w 10922000"/>
              <a:gd name="connsiteY270" fmla="*/ 736600 h 736600"/>
              <a:gd name="connsiteX271" fmla="*/ 5486280 w 10922000"/>
              <a:gd name="connsiteY271" fmla="*/ 736600 h 736600"/>
              <a:gd name="connsiteX272" fmla="*/ 5486280 w 10922000"/>
              <a:gd name="connsiteY272" fmla="*/ 730250 h 736600"/>
              <a:gd name="connsiteX273" fmla="*/ 5435715 w 10922000"/>
              <a:gd name="connsiteY273" fmla="*/ 730250 h 736600"/>
              <a:gd name="connsiteX274" fmla="*/ 5435715 w 10922000"/>
              <a:gd name="connsiteY274" fmla="*/ 736600 h 736600"/>
              <a:gd name="connsiteX275" fmla="*/ 5536844 w 10922000"/>
              <a:gd name="connsiteY275" fmla="*/ 736600 h 736600"/>
              <a:gd name="connsiteX276" fmla="*/ 5587410 w 10922000"/>
              <a:gd name="connsiteY276" fmla="*/ 736600 h 736600"/>
              <a:gd name="connsiteX277" fmla="*/ 5587410 w 10922000"/>
              <a:gd name="connsiteY277" fmla="*/ 730250 h 736600"/>
              <a:gd name="connsiteX278" fmla="*/ 5536844 w 10922000"/>
              <a:gd name="connsiteY278" fmla="*/ 730250 h 736600"/>
              <a:gd name="connsiteX279" fmla="*/ 5536844 w 10922000"/>
              <a:gd name="connsiteY279" fmla="*/ 736600 h 736600"/>
              <a:gd name="connsiteX280" fmla="*/ 5637975 w 10922000"/>
              <a:gd name="connsiteY280" fmla="*/ 736600 h 736600"/>
              <a:gd name="connsiteX281" fmla="*/ 5688533 w 10922000"/>
              <a:gd name="connsiteY281" fmla="*/ 736600 h 736600"/>
              <a:gd name="connsiteX282" fmla="*/ 5688533 w 10922000"/>
              <a:gd name="connsiteY282" fmla="*/ 730250 h 736600"/>
              <a:gd name="connsiteX283" fmla="*/ 5637975 w 10922000"/>
              <a:gd name="connsiteY283" fmla="*/ 730250 h 736600"/>
              <a:gd name="connsiteX284" fmla="*/ 5637975 w 10922000"/>
              <a:gd name="connsiteY284" fmla="*/ 736600 h 736600"/>
              <a:gd name="connsiteX285" fmla="*/ 5739130 w 10922000"/>
              <a:gd name="connsiteY285" fmla="*/ 736600 h 736600"/>
              <a:gd name="connsiteX286" fmla="*/ 5789676 w 10922000"/>
              <a:gd name="connsiteY286" fmla="*/ 736600 h 736600"/>
              <a:gd name="connsiteX287" fmla="*/ 5789676 w 10922000"/>
              <a:gd name="connsiteY287" fmla="*/ 730250 h 736600"/>
              <a:gd name="connsiteX288" fmla="*/ 5739130 w 10922000"/>
              <a:gd name="connsiteY288" fmla="*/ 730250 h 736600"/>
              <a:gd name="connsiteX289" fmla="*/ 5739130 w 10922000"/>
              <a:gd name="connsiteY289" fmla="*/ 736600 h 736600"/>
              <a:gd name="connsiteX290" fmla="*/ 5840222 w 10922000"/>
              <a:gd name="connsiteY290" fmla="*/ 736600 h 736600"/>
              <a:gd name="connsiteX291" fmla="*/ 5890769 w 10922000"/>
              <a:gd name="connsiteY291" fmla="*/ 736600 h 736600"/>
              <a:gd name="connsiteX292" fmla="*/ 5890769 w 10922000"/>
              <a:gd name="connsiteY292" fmla="*/ 730250 h 736600"/>
              <a:gd name="connsiteX293" fmla="*/ 5840222 w 10922000"/>
              <a:gd name="connsiteY293" fmla="*/ 730250 h 736600"/>
              <a:gd name="connsiteX294" fmla="*/ 5840222 w 10922000"/>
              <a:gd name="connsiteY294" fmla="*/ 736600 h 736600"/>
              <a:gd name="connsiteX295" fmla="*/ 5941378 w 10922000"/>
              <a:gd name="connsiteY295" fmla="*/ 736600 h 736600"/>
              <a:gd name="connsiteX296" fmla="*/ 5991924 w 10922000"/>
              <a:gd name="connsiteY296" fmla="*/ 736600 h 736600"/>
              <a:gd name="connsiteX297" fmla="*/ 5991924 w 10922000"/>
              <a:gd name="connsiteY297" fmla="*/ 730250 h 736600"/>
              <a:gd name="connsiteX298" fmla="*/ 5941378 w 10922000"/>
              <a:gd name="connsiteY298" fmla="*/ 730250 h 736600"/>
              <a:gd name="connsiteX299" fmla="*/ 5941378 w 10922000"/>
              <a:gd name="connsiteY299" fmla="*/ 736600 h 736600"/>
              <a:gd name="connsiteX300" fmla="*/ 6042469 w 10922000"/>
              <a:gd name="connsiteY300" fmla="*/ 736600 h 736600"/>
              <a:gd name="connsiteX301" fmla="*/ 6093079 w 10922000"/>
              <a:gd name="connsiteY301" fmla="*/ 736600 h 736600"/>
              <a:gd name="connsiteX302" fmla="*/ 6093079 w 10922000"/>
              <a:gd name="connsiteY302" fmla="*/ 730250 h 736600"/>
              <a:gd name="connsiteX303" fmla="*/ 6042469 w 10922000"/>
              <a:gd name="connsiteY303" fmla="*/ 730250 h 736600"/>
              <a:gd name="connsiteX304" fmla="*/ 6042469 w 10922000"/>
              <a:gd name="connsiteY304" fmla="*/ 736600 h 736600"/>
              <a:gd name="connsiteX305" fmla="*/ 6143625 w 10922000"/>
              <a:gd name="connsiteY305" fmla="*/ 736600 h 736600"/>
              <a:gd name="connsiteX306" fmla="*/ 6194171 w 10922000"/>
              <a:gd name="connsiteY306" fmla="*/ 736600 h 736600"/>
              <a:gd name="connsiteX307" fmla="*/ 6194171 w 10922000"/>
              <a:gd name="connsiteY307" fmla="*/ 730250 h 736600"/>
              <a:gd name="connsiteX308" fmla="*/ 6143625 w 10922000"/>
              <a:gd name="connsiteY308" fmla="*/ 730250 h 736600"/>
              <a:gd name="connsiteX309" fmla="*/ 6143625 w 10922000"/>
              <a:gd name="connsiteY309" fmla="*/ 736600 h 736600"/>
              <a:gd name="connsiteX310" fmla="*/ 6244718 w 10922000"/>
              <a:gd name="connsiteY310" fmla="*/ 736600 h 736600"/>
              <a:gd name="connsiteX311" fmla="*/ 6295327 w 10922000"/>
              <a:gd name="connsiteY311" fmla="*/ 736600 h 736600"/>
              <a:gd name="connsiteX312" fmla="*/ 6295327 w 10922000"/>
              <a:gd name="connsiteY312" fmla="*/ 730250 h 736600"/>
              <a:gd name="connsiteX313" fmla="*/ 6244718 w 10922000"/>
              <a:gd name="connsiteY313" fmla="*/ 730250 h 736600"/>
              <a:gd name="connsiteX314" fmla="*/ 6244718 w 10922000"/>
              <a:gd name="connsiteY314" fmla="*/ 736600 h 736600"/>
              <a:gd name="connsiteX315" fmla="*/ 6345873 w 10922000"/>
              <a:gd name="connsiteY315" fmla="*/ 736600 h 736600"/>
              <a:gd name="connsiteX316" fmla="*/ 6396419 w 10922000"/>
              <a:gd name="connsiteY316" fmla="*/ 736600 h 736600"/>
              <a:gd name="connsiteX317" fmla="*/ 6396419 w 10922000"/>
              <a:gd name="connsiteY317" fmla="*/ 730250 h 736600"/>
              <a:gd name="connsiteX318" fmla="*/ 6345873 w 10922000"/>
              <a:gd name="connsiteY318" fmla="*/ 730250 h 736600"/>
              <a:gd name="connsiteX319" fmla="*/ 6345873 w 10922000"/>
              <a:gd name="connsiteY319" fmla="*/ 736600 h 736600"/>
              <a:gd name="connsiteX320" fmla="*/ 6447028 w 10922000"/>
              <a:gd name="connsiteY320" fmla="*/ 736600 h 736600"/>
              <a:gd name="connsiteX321" fmla="*/ 6497574 w 10922000"/>
              <a:gd name="connsiteY321" fmla="*/ 736600 h 736600"/>
              <a:gd name="connsiteX322" fmla="*/ 6497574 w 10922000"/>
              <a:gd name="connsiteY322" fmla="*/ 730250 h 736600"/>
              <a:gd name="connsiteX323" fmla="*/ 6447028 w 10922000"/>
              <a:gd name="connsiteY323" fmla="*/ 730250 h 736600"/>
              <a:gd name="connsiteX324" fmla="*/ 6447028 w 10922000"/>
              <a:gd name="connsiteY324" fmla="*/ 736600 h 736600"/>
              <a:gd name="connsiteX325" fmla="*/ 6548120 w 10922000"/>
              <a:gd name="connsiteY325" fmla="*/ 736600 h 736600"/>
              <a:gd name="connsiteX326" fmla="*/ 6598730 w 10922000"/>
              <a:gd name="connsiteY326" fmla="*/ 736600 h 736600"/>
              <a:gd name="connsiteX327" fmla="*/ 6598730 w 10922000"/>
              <a:gd name="connsiteY327" fmla="*/ 730250 h 736600"/>
              <a:gd name="connsiteX328" fmla="*/ 6548120 w 10922000"/>
              <a:gd name="connsiteY328" fmla="*/ 730250 h 736600"/>
              <a:gd name="connsiteX329" fmla="*/ 6548120 w 10922000"/>
              <a:gd name="connsiteY329" fmla="*/ 736600 h 736600"/>
              <a:gd name="connsiteX330" fmla="*/ 6649276 w 10922000"/>
              <a:gd name="connsiteY330" fmla="*/ 736600 h 736600"/>
              <a:gd name="connsiteX331" fmla="*/ 6699822 w 10922000"/>
              <a:gd name="connsiteY331" fmla="*/ 736600 h 736600"/>
              <a:gd name="connsiteX332" fmla="*/ 6699822 w 10922000"/>
              <a:gd name="connsiteY332" fmla="*/ 730250 h 736600"/>
              <a:gd name="connsiteX333" fmla="*/ 6649276 w 10922000"/>
              <a:gd name="connsiteY333" fmla="*/ 730250 h 736600"/>
              <a:gd name="connsiteX334" fmla="*/ 6649276 w 10922000"/>
              <a:gd name="connsiteY334" fmla="*/ 736600 h 736600"/>
              <a:gd name="connsiteX335" fmla="*/ 6750368 w 10922000"/>
              <a:gd name="connsiteY335" fmla="*/ 736600 h 736600"/>
              <a:gd name="connsiteX336" fmla="*/ 6800977 w 10922000"/>
              <a:gd name="connsiteY336" fmla="*/ 736600 h 736600"/>
              <a:gd name="connsiteX337" fmla="*/ 6800977 w 10922000"/>
              <a:gd name="connsiteY337" fmla="*/ 730250 h 736600"/>
              <a:gd name="connsiteX338" fmla="*/ 6750368 w 10922000"/>
              <a:gd name="connsiteY338" fmla="*/ 730250 h 736600"/>
              <a:gd name="connsiteX339" fmla="*/ 6750368 w 10922000"/>
              <a:gd name="connsiteY339" fmla="*/ 736600 h 736600"/>
              <a:gd name="connsiteX340" fmla="*/ 6851523 w 10922000"/>
              <a:gd name="connsiteY340" fmla="*/ 736600 h 736600"/>
              <a:gd name="connsiteX341" fmla="*/ 6902069 w 10922000"/>
              <a:gd name="connsiteY341" fmla="*/ 736600 h 736600"/>
              <a:gd name="connsiteX342" fmla="*/ 6902069 w 10922000"/>
              <a:gd name="connsiteY342" fmla="*/ 730250 h 736600"/>
              <a:gd name="connsiteX343" fmla="*/ 6851523 w 10922000"/>
              <a:gd name="connsiteY343" fmla="*/ 730250 h 736600"/>
              <a:gd name="connsiteX344" fmla="*/ 6851523 w 10922000"/>
              <a:gd name="connsiteY344" fmla="*/ 736600 h 736600"/>
              <a:gd name="connsiteX345" fmla="*/ 6952679 w 10922000"/>
              <a:gd name="connsiteY345" fmla="*/ 736600 h 736600"/>
              <a:gd name="connsiteX346" fmla="*/ 7003225 w 10922000"/>
              <a:gd name="connsiteY346" fmla="*/ 736600 h 736600"/>
              <a:gd name="connsiteX347" fmla="*/ 7003225 w 10922000"/>
              <a:gd name="connsiteY347" fmla="*/ 730250 h 736600"/>
              <a:gd name="connsiteX348" fmla="*/ 6952679 w 10922000"/>
              <a:gd name="connsiteY348" fmla="*/ 730250 h 736600"/>
              <a:gd name="connsiteX349" fmla="*/ 6952679 w 10922000"/>
              <a:gd name="connsiteY349" fmla="*/ 736600 h 736600"/>
              <a:gd name="connsiteX350" fmla="*/ 7053770 w 10922000"/>
              <a:gd name="connsiteY350" fmla="*/ 736600 h 736600"/>
              <a:gd name="connsiteX351" fmla="*/ 7104381 w 10922000"/>
              <a:gd name="connsiteY351" fmla="*/ 736600 h 736600"/>
              <a:gd name="connsiteX352" fmla="*/ 7104381 w 10922000"/>
              <a:gd name="connsiteY352" fmla="*/ 730250 h 736600"/>
              <a:gd name="connsiteX353" fmla="*/ 7053770 w 10922000"/>
              <a:gd name="connsiteY353" fmla="*/ 730250 h 736600"/>
              <a:gd name="connsiteX354" fmla="*/ 7053770 w 10922000"/>
              <a:gd name="connsiteY354" fmla="*/ 736600 h 736600"/>
              <a:gd name="connsiteX355" fmla="*/ 7154926 w 10922000"/>
              <a:gd name="connsiteY355" fmla="*/ 736600 h 736600"/>
              <a:gd name="connsiteX356" fmla="*/ 7205472 w 10922000"/>
              <a:gd name="connsiteY356" fmla="*/ 736600 h 736600"/>
              <a:gd name="connsiteX357" fmla="*/ 7205472 w 10922000"/>
              <a:gd name="connsiteY357" fmla="*/ 730250 h 736600"/>
              <a:gd name="connsiteX358" fmla="*/ 7154926 w 10922000"/>
              <a:gd name="connsiteY358" fmla="*/ 730250 h 736600"/>
              <a:gd name="connsiteX359" fmla="*/ 7154926 w 10922000"/>
              <a:gd name="connsiteY359" fmla="*/ 736600 h 736600"/>
              <a:gd name="connsiteX360" fmla="*/ 7256019 w 10922000"/>
              <a:gd name="connsiteY360" fmla="*/ 736600 h 736600"/>
              <a:gd name="connsiteX361" fmla="*/ 7306628 w 10922000"/>
              <a:gd name="connsiteY361" fmla="*/ 736600 h 736600"/>
              <a:gd name="connsiteX362" fmla="*/ 7306628 w 10922000"/>
              <a:gd name="connsiteY362" fmla="*/ 730250 h 736600"/>
              <a:gd name="connsiteX363" fmla="*/ 7256019 w 10922000"/>
              <a:gd name="connsiteY363" fmla="*/ 730250 h 736600"/>
              <a:gd name="connsiteX364" fmla="*/ 7256019 w 10922000"/>
              <a:gd name="connsiteY364" fmla="*/ 736600 h 736600"/>
              <a:gd name="connsiteX365" fmla="*/ 7357174 w 10922000"/>
              <a:gd name="connsiteY365" fmla="*/ 736600 h 736600"/>
              <a:gd name="connsiteX366" fmla="*/ 7407719 w 10922000"/>
              <a:gd name="connsiteY366" fmla="*/ 736600 h 736600"/>
              <a:gd name="connsiteX367" fmla="*/ 7407719 w 10922000"/>
              <a:gd name="connsiteY367" fmla="*/ 730250 h 736600"/>
              <a:gd name="connsiteX368" fmla="*/ 7357174 w 10922000"/>
              <a:gd name="connsiteY368" fmla="*/ 730250 h 736600"/>
              <a:gd name="connsiteX369" fmla="*/ 7357174 w 10922000"/>
              <a:gd name="connsiteY369" fmla="*/ 736600 h 736600"/>
              <a:gd name="connsiteX370" fmla="*/ 7458329 w 10922000"/>
              <a:gd name="connsiteY370" fmla="*/ 736600 h 736600"/>
              <a:gd name="connsiteX371" fmla="*/ 7508875 w 10922000"/>
              <a:gd name="connsiteY371" fmla="*/ 736600 h 736600"/>
              <a:gd name="connsiteX372" fmla="*/ 7508875 w 10922000"/>
              <a:gd name="connsiteY372" fmla="*/ 730250 h 736600"/>
              <a:gd name="connsiteX373" fmla="*/ 7458329 w 10922000"/>
              <a:gd name="connsiteY373" fmla="*/ 730250 h 736600"/>
              <a:gd name="connsiteX374" fmla="*/ 7458329 w 10922000"/>
              <a:gd name="connsiteY374" fmla="*/ 736600 h 736600"/>
              <a:gd name="connsiteX375" fmla="*/ 7559421 w 10922000"/>
              <a:gd name="connsiteY375" fmla="*/ 736600 h 736600"/>
              <a:gd name="connsiteX376" fmla="*/ 7610031 w 10922000"/>
              <a:gd name="connsiteY376" fmla="*/ 736600 h 736600"/>
              <a:gd name="connsiteX377" fmla="*/ 7610031 w 10922000"/>
              <a:gd name="connsiteY377" fmla="*/ 730250 h 736600"/>
              <a:gd name="connsiteX378" fmla="*/ 7559421 w 10922000"/>
              <a:gd name="connsiteY378" fmla="*/ 730250 h 736600"/>
              <a:gd name="connsiteX379" fmla="*/ 7559421 w 10922000"/>
              <a:gd name="connsiteY379" fmla="*/ 736600 h 736600"/>
              <a:gd name="connsiteX380" fmla="*/ 7660577 w 10922000"/>
              <a:gd name="connsiteY380" fmla="*/ 736600 h 736600"/>
              <a:gd name="connsiteX381" fmla="*/ 7711123 w 10922000"/>
              <a:gd name="connsiteY381" fmla="*/ 736600 h 736600"/>
              <a:gd name="connsiteX382" fmla="*/ 7711123 w 10922000"/>
              <a:gd name="connsiteY382" fmla="*/ 730250 h 736600"/>
              <a:gd name="connsiteX383" fmla="*/ 7660577 w 10922000"/>
              <a:gd name="connsiteY383" fmla="*/ 730250 h 736600"/>
              <a:gd name="connsiteX384" fmla="*/ 7660577 w 10922000"/>
              <a:gd name="connsiteY384" fmla="*/ 736600 h 736600"/>
              <a:gd name="connsiteX385" fmla="*/ 7761732 w 10922000"/>
              <a:gd name="connsiteY385" fmla="*/ 736600 h 736600"/>
              <a:gd name="connsiteX386" fmla="*/ 7812278 w 10922000"/>
              <a:gd name="connsiteY386" fmla="*/ 736600 h 736600"/>
              <a:gd name="connsiteX387" fmla="*/ 7812278 w 10922000"/>
              <a:gd name="connsiteY387" fmla="*/ 730250 h 736600"/>
              <a:gd name="connsiteX388" fmla="*/ 7761732 w 10922000"/>
              <a:gd name="connsiteY388" fmla="*/ 730250 h 736600"/>
              <a:gd name="connsiteX389" fmla="*/ 7761732 w 10922000"/>
              <a:gd name="connsiteY389" fmla="*/ 736600 h 736600"/>
              <a:gd name="connsiteX390" fmla="*/ 7862824 w 10922000"/>
              <a:gd name="connsiteY390" fmla="*/ 736600 h 736600"/>
              <a:gd name="connsiteX391" fmla="*/ 7913370 w 10922000"/>
              <a:gd name="connsiteY391" fmla="*/ 736600 h 736600"/>
              <a:gd name="connsiteX392" fmla="*/ 7913370 w 10922000"/>
              <a:gd name="connsiteY392" fmla="*/ 730250 h 736600"/>
              <a:gd name="connsiteX393" fmla="*/ 7862824 w 10922000"/>
              <a:gd name="connsiteY393" fmla="*/ 730250 h 736600"/>
              <a:gd name="connsiteX394" fmla="*/ 7862824 w 10922000"/>
              <a:gd name="connsiteY394" fmla="*/ 736600 h 736600"/>
              <a:gd name="connsiteX395" fmla="*/ 7963980 w 10922000"/>
              <a:gd name="connsiteY395" fmla="*/ 736600 h 736600"/>
              <a:gd name="connsiteX396" fmla="*/ 8014526 w 10922000"/>
              <a:gd name="connsiteY396" fmla="*/ 736600 h 736600"/>
              <a:gd name="connsiteX397" fmla="*/ 8014526 w 10922000"/>
              <a:gd name="connsiteY397" fmla="*/ 730250 h 736600"/>
              <a:gd name="connsiteX398" fmla="*/ 7963980 w 10922000"/>
              <a:gd name="connsiteY398" fmla="*/ 730250 h 736600"/>
              <a:gd name="connsiteX399" fmla="*/ 7963980 w 10922000"/>
              <a:gd name="connsiteY399" fmla="*/ 736600 h 736600"/>
              <a:gd name="connsiteX400" fmla="*/ 8065072 w 10922000"/>
              <a:gd name="connsiteY400" fmla="*/ 736600 h 736600"/>
              <a:gd name="connsiteX401" fmla="*/ 8115682 w 10922000"/>
              <a:gd name="connsiteY401" fmla="*/ 736600 h 736600"/>
              <a:gd name="connsiteX402" fmla="*/ 8115682 w 10922000"/>
              <a:gd name="connsiteY402" fmla="*/ 730250 h 736600"/>
              <a:gd name="connsiteX403" fmla="*/ 8065072 w 10922000"/>
              <a:gd name="connsiteY403" fmla="*/ 730250 h 736600"/>
              <a:gd name="connsiteX404" fmla="*/ 8065072 w 10922000"/>
              <a:gd name="connsiteY404" fmla="*/ 736600 h 736600"/>
              <a:gd name="connsiteX405" fmla="*/ 8166227 w 10922000"/>
              <a:gd name="connsiteY405" fmla="*/ 736600 h 736600"/>
              <a:gd name="connsiteX406" fmla="*/ 8216773 w 10922000"/>
              <a:gd name="connsiteY406" fmla="*/ 736600 h 736600"/>
              <a:gd name="connsiteX407" fmla="*/ 8216773 w 10922000"/>
              <a:gd name="connsiteY407" fmla="*/ 730250 h 736600"/>
              <a:gd name="connsiteX408" fmla="*/ 8166227 w 10922000"/>
              <a:gd name="connsiteY408" fmla="*/ 730250 h 736600"/>
              <a:gd name="connsiteX409" fmla="*/ 8166227 w 10922000"/>
              <a:gd name="connsiteY409" fmla="*/ 736600 h 736600"/>
              <a:gd name="connsiteX410" fmla="*/ 8267382 w 10922000"/>
              <a:gd name="connsiteY410" fmla="*/ 736600 h 736600"/>
              <a:gd name="connsiteX411" fmla="*/ 8317929 w 10922000"/>
              <a:gd name="connsiteY411" fmla="*/ 736600 h 736600"/>
              <a:gd name="connsiteX412" fmla="*/ 8317929 w 10922000"/>
              <a:gd name="connsiteY412" fmla="*/ 730250 h 736600"/>
              <a:gd name="connsiteX413" fmla="*/ 8267382 w 10922000"/>
              <a:gd name="connsiteY413" fmla="*/ 730250 h 736600"/>
              <a:gd name="connsiteX414" fmla="*/ 8267382 w 10922000"/>
              <a:gd name="connsiteY414" fmla="*/ 736600 h 736600"/>
              <a:gd name="connsiteX415" fmla="*/ 8368475 w 10922000"/>
              <a:gd name="connsiteY415" fmla="*/ 736600 h 736600"/>
              <a:gd name="connsiteX416" fmla="*/ 8419020 w 10922000"/>
              <a:gd name="connsiteY416" fmla="*/ 736600 h 736600"/>
              <a:gd name="connsiteX417" fmla="*/ 8419020 w 10922000"/>
              <a:gd name="connsiteY417" fmla="*/ 730250 h 736600"/>
              <a:gd name="connsiteX418" fmla="*/ 8368475 w 10922000"/>
              <a:gd name="connsiteY418" fmla="*/ 730250 h 736600"/>
              <a:gd name="connsiteX419" fmla="*/ 8368475 w 10922000"/>
              <a:gd name="connsiteY419" fmla="*/ 736600 h 736600"/>
              <a:gd name="connsiteX420" fmla="*/ 8469630 w 10922000"/>
              <a:gd name="connsiteY420" fmla="*/ 736600 h 736600"/>
              <a:gd name="connsiteX421" fmla="*/ 8520176 w 10922000"/>
              <a:gd name="connsiteY421" fmla="*/ 736600 h 736600"/>
              <a:gd name="connsiteX422" fmla="*/ 8520176 w 10922000"/>
              <a:gd name="connsiteY422" fmla="*/ 730250 h 736600"/>
              <a:gd name="connsiteX423" fmla="*/ 8469630 w 10922000"/>
              <a:gd name="connsiteY423" fmla="*/ 730250 h 736600"/>
              <a:gd name="connsiteX424" fmla="*/ 8469630 w 10922000"/>
              <a:gd name="connsiteY424" fmla="*/ 736600 h 736600"/>
              <a:gd name="connsiteX425" fmla="*/ 8570722 w 10922000"/>
              <a:gd name="connsiteY425" fmla="*/ 736600 h 736600"/>
              <a:gd name="connsiteX426" fmla="*/ 8621331 w 10922000"/>
              <a:gd name="connsiteY426" fmla="*/ 736600 h 736600"/>
              <a:gd name="connsiteX427" fmla="*/ 8621331 w 10922000"/>
              <a:gd name="connsiteY427" fmla="*/ 730250 h 736600"/>
              <a:gd name="connsiteX428" fmla="*/ 8570722 w 10922000"/>
              <a:gd name="connsiteY428" fmla="*/ 730250 h 736600"/>
              <a:gd name="connsiteX429" fmla="*/ 8570722 w 10922000"/>
              <a:gd name="connsiteY429" fmla="*/ 736600 h 736600"/>
              <a:gd name="connsiteX430" fmla="*/ 8671878 w 10922000"/>
              <a:gd name="connsiteY430" fmla="*/ 736600 h 736600"/>
              <a:gd name="connsiteX431" fmla="*/ 8722423 w 10922000"/>
              <a:gd name="connsiteY431" fmla="*/ 736600 h 736600"/>
              <a:gd name="connsiteX432" fmla="*/ 8722423 w 10922000"/>
              <a:gd name="connsiteY432" fmla="*/ 730250 h 736600"/>
              <a:gd name="connsiteX433" fmla="*/ 8671878 w 10922000"/>
              <a:gd name="connsiteY433" fmla="*/ 730250 h 736600"/>
              <a:gd name="connsiteX434" fmla="*/ 8671878 w 10922000"/>
              <a:gd name="connsiteY434" fmla="*/ 736600 h 736600"/>
              <a:gd name="connsiteX435" fmla="*/ 8773033 w 10922000"/>
              <a:gd name="connsiteY435" fmla="*/ 736600 h 736600"/>
              <a:gd name="connsiteX436" fmla="*/ 8823579 w 10922000"/>
              <a:gd name="connsiteY436" fmla="*/ 736600 h 736600"/>
              <a:gd name="connsiteX437" fmla="*/ 8823579 w 10922000"/>
              <a:gd name="connsiteY437" fmla="*/ 730250 h 736600"/>
              <a:gd name="connsiteX438" fmla="*/ 8773033 w 10922000"/>
              <a:gd name="connsiteY438" fmla="*/ 730250 h 736600"/>
              <a:gd name="connsiteX439" fmla="*/ 8773033 w 10922000"/>
              <a:gd name="connsiteY439" fmla="*/ 736600 h 736600"/>
              <a:gd name="connsiteX440" fmla="*/ 8874125 w 10922000"/>
              <a:gd name="connsiteY440" fmla="*/ 736600 h 736600"/>
              <a:gd name="connsiteX441" fmla="*/ 8924671 w 10922000"/>
              <a:gd name="connsiteY441" fmla="*/ 736600 h 736600"/>
              <a:gd name="connsiteX442" fmla="*/ 8924671 w 10922000"/>
              <a:gd name="connsiteY442" fmla="*/ 730250 h 736600"/>
              <a:gd name="connsiteX443" fmla="*/ 8874125 w 10922000"/>
              <a:gd name="connsiteY443" fmla="*/ 730250 h 736600"/>
              <a:gd name="connsiteX444" fmla="*/ 8874125 w 10922000"/>
              <a:gd name="connsiteY444" fmla="*/ 736600 h 736600"/>
              <a:gd name="connsiteX445" fmla="*/ 8975281 w 10922000"/>
              <a:gd name="connsiteY445" fmla="*/ 736600 h 736600"/>
              <a:gd name="connsiteX446" fmla="*/ 9025827 w 10922000"/>
              <a:gd name="connsiteY446" fmla="*/ 736600 h 736600"/>
              <a:gd name="connsiteX447" fmla="*/ 9025827 w 10922000"/>
              <a:gd name="connsiteY447" fmla="*/ 730250 h 736600"/>
              <a:gd name="connsiteX448" fmla="*/ 8975281 w 10922000"/>
              <a:gd name="connsiteY448" fmla="*/ 730250 h 736600"/>
              <a:gd name="connsiteX449" fmla="*/ 8975281 w 10922000"/>
              <a:gd name="connsiteY449" fmla="*/ 736600 h 736600"/>
              <a:gd name="connsiteX450" fmla="*/ 9076372 w 10922000"/>
              <a:gd name="connsiteY450" fmla="*/ 736600 h 736600"/>
              <a:gd name="connsiteX451" fmla="*/ 9126982 w 10922000"/>
              <a:gd name="connsiteY451" fmla="*/ 736600 h 736600"/>
              <a:gd name="connsiteX452" fmla="*/ 9126982 w 10922000"/>
              <a:gd name="connsiteY452" fmla="*/ 730250 h 736600"/>
              <a:gd name="connsiteX453" fmla="*/ 9076372 w 10922000"/>
              <a:gd name="connsiteY453" fmla="*/ 730250 h 736600"/>
              <a:gd name="connsiteX454" fmla="*/ 9076372 w 10922000"/>
              <a:gd name="connsiteY454" fmla="*/ 736600 h 736600"/>
              <a:gd name="connsiteX455" fmla="*/ 9177528 w 10922000"/>
              <a:gd name="connsiteY455" fmla="*/ 736600 h 736600"/>
              <a:gd name="connsiteX456" fmla="*/ 9228074 w 10922000"/>
              <a:gd name="connsiteY456" fmla="*/ 736600 h 736600"/>
              <a:gd name="connsiteX457" fmla="*/ 9228074 w 10922000"/>
              <a:gd name="connsiteY457" fmla="*/ 730250 h 736600"/>
              <a:gd name="connsiteX458" fmla="*/ 9177528 w 10922000"/>
              <a:gd name="connsiteY458" fmla="*/ 730250 h 736600"/>
              <a:gd name="connsiteX459" fmla="*/ 9177528 w 10922000"/>
              <a:gd name="connsiteY459" fmla="*/ 736600 h 736600"/>
              <a:gd name="connsiteX460" fmla="*/ 9278683 w 10922000"/>
              <a:gd name="connsiteY460" fmla="*/ 736600 h 736600"/>
              <a:gd name="connsiteX461" fmla="*/ 9329230 w 10922000"/>
              <a:gd name="connsiteY461" fmla="*/ 736600 h 736600"/>
              <a:gd name="connsiteX462" fmla="*/ 9329230 w 10922000"/>
              <a:gd name="connsiteY462" fmla="*/ 730250 h 736600"/>
              <a:gd name="connsiteX463" fmla="*/ 9278683 w 10922000"/>
              <a:gd name="connsiteY463" fmla="*/ 730250 h 736600"/>
              <a:gd name="connsiteX464" fmla="*/ 9278683 w 10922000"/>
              <a:gd name="connsiteY464" fmla="*/ 736600 h 736600"/>
              <a:gd name="connsiteX465" fmla="*/ 9379776 w 10922000"/>
              <a:gd name="connsiteY465" fmla="*/ 736600 h 736600"/>
              <a:gd name="connsiteX466" fmla="*/ 9430321 w 10922000"/>
              <a:gd name="connsiteY466" fmla="*/ 736600 h 736600"/>
              <a:gd name="connsiteX467" fmla="*/ 9430321 w 10922000"/>
              <a:gd name="connsiteY467" fmla="*/ 730250 h 736600"/>
              <a:gd name="connsiteX468" fmla="*/ 9379776 w 10922000"/>
              <a:gd name="connsiteY468" fmla="*/ 730250 h 736600"/>
              <a:gd name="connsiteX469" fmla="*/ 9379776 w 10922000"/>
              <a:gd name="connsiteY469" fmla="*/ 736600 h 736600"/>
              <a:gd name="connsiteX470" fmla="*/ 9480931 w 10922000"/>
              <a:gd name="connsiteY470" fmla="*/ 736600 h 736600"/>
              <a:gd name="connsiteX471" fmla="*/ 9531477 w 10922000"/>
              <a:gd name="connsiteY471" fmla="*/ 736600 h 736600"/>
              <a:gd name="connsiteX472" fmla="*/ 9531477 w 10922000"/>
              <a:gd name="connsiteY472" fmla="*/ 730250 h 736600"/>
              <a:gd name="connsiteX473" fmla="*/ 9480931 w 10922000"/>
              <a:gd name="connsiteY473" fmla="*/ 730250 h 736600"/>
              <a:gd name="connsiteX474" fmla="*/ 9480931 w 10922000"/>
              <a:gd name="connsiteY474" fmla="*/ 736600 h 736600"/>
              <a:gd name="connsiteX475" fmla="*/ 9582023 w 10922000"/>
              <a:gd name="connsiteY475" fmla="*/ 736600 h 736600"/>
              <a:gd name="connsiteX476" fmla="*/ 9632632 w 10922000"/>
              <a:gd name="connsiteY476" fmla="*/ 736600 h 736600"/>
              <a:gd name="connsiteX477" fmla="*/ 9632632 w 10922000"/>
              <a:gd name="connsiteY477" fmla="*/ 730250 h 736600"/>
              <a:gd name="connsiteX478" fmla="*/ 9582023 w 10922000"/>
              <a:gd name="connsiteY478" fmla="*/ 730250 h 736600"/>
              <a:gd name="connsiteX479" fmla="*/ 9582023 w 10922000"/>
              <a:gd name="connsiteY479" fmla="*/ 736600 h 736600"/>
              <a:gd name="connsiteX480" fmla="*/ 9683179 w 10922000"/>
              <a:gd name="connsiteY480" fmla="*/ 736600 h 736600"/>
              <a:gd name="connsiteX481" fmla="*/ 9733724 w 10922000"/>
              <a:gd name="connsiteY481" fmla="*/ 736600 h 736600"/>
              <a:gd name="connsiteX482" fmla="*/ 9733724 w 10922000"/>
              <a:gd name="connsiteY482" fmla="*/ 730250 h 736600"/>
              <a:gd name="connsiteX483" fmla="*/ 9683179 w 10922000"/>
              <a:gd name="connsiteY483" fmla="*/ 730250 h 736600"/>
              <a:gd name="connsiteX484" fmla="*/ 9683179 w 10922000"/>
              <a:gd name="connsiteY484" fmla="*/ 736600 h 736600"/>
              <a:gd name="connsiteX485" fmla="*/ 9784334 w 10922000"/>
              <a:gd name="connsiteY485" fmla="*/ 736600 h 736600"/>
              <a:gd name="connsiteX486" fmla="*/ 9834880 w 10922000"/>
              <a:gd name="connsiteY486" fmla="*/ 736600 h 736600"/>
              <a:gd name="connsiteX487" fmla="*/ 9834880 w 10922000"/>
              <a:gd name="connsiteY487" fmla="*/ 730250 h 736600"/>
              <a:gd name="connsiteX488" fmla="*/ 9784334 w 10922000"/>
              <a:gd name="connsiteY488" fmla="*/ 730250 h 736600"/>
              <a:gd name="connsiteX489" fmla="*/ 9784334 w 10922000"/>
              <a:gd name="connsiteY489" fmla="*/ 736600 h 736600"/>
              <a:gd name="connsiteX490" fmla="*/ 9885426 w 10922000"/>
              <a:gd name="connsiteY490" fmla="*/ 736600 h 736600"/>
              <a:gd name="connsiteX491" fmla="*/ 9935972 w 10922000"/>
              <a:gd name="connsiteY491" fmla="*/ 736600 h 736600"/>
              <a:gd name="connsiteX492" fmla="*/ 9935972 w 10922000"/>
              <a:gd name="connsiteY492" fmla="*/ 730250 h 736600"/>
              <a:gd name="connsiteX493" fmla="*/ 9885426 w 10922000"/>
              <a:gd name="connsiteY493" fmla="*/ 730250 h 736600"/>
              <a:gd name="connsiteX494" fmla="*/ 9885426 w 10922000"/>
              <a:gd name="connsiteY494" fmla="*/ 736600 h 736600"/>
              <a:gd name="connsiteX495" fmla="*/ 9986581 w 10922000"/>
              <a:gd name="connsiteY495" fmla="*/ 736600 h 736600"/>
              <a:gd name="connsiteX496" fmla="*/ 10037128 w 10922000"/>
              <a:gd name="connsiteY496" fmla="*/ 736600 h 736600"/>
              <a:gd name="connsiteX497" fmla="*/ 10037128 w 10922000"/>
              <a:gd name="connsiteY497" fmla="*/ 730250 h 736600"/>
              <a:gd name="connsiteX498" fmla="*/ 9986581 w 10922000"/>
              <a:gd name="connsiteY498" fmla="*/ 730250 h 736600"/>
              <a:gd name="connsiteX499" fmla="*/ 9986581 w 10922000"/>
              <a:gd name="connsiteY499" fmla="*/ 736600 h 736600"/>
              <a:gd name="connsiteX500" fmla="*/ 10087673 w 10922000"/>
              <a:gd name="connsiteY500" fmla="*/ 736600 h 736600"/>
              <a:gd name="connsiteX501" fmla="*/ 10138283 w 10922000"/>
              <a:gd name="connsiteY501" fmla="*/ 736600 h 736600"/>
              <a:gd name="connsiteX502" fmla="*/ 10138283 w 10922000"/>
              <a:gd name="connsiteY502" fmla="*/ 730250 h 736600"/>
              <a:gd name="connsiteX503" fmla="*/ 10087673 w 10922000"/>
              <a:gd name="connsiteY503" fmla="*/ 730250 h 736600"/>
              <a:gd name="connsiteX504" fmla="*/ 10087673 w 10922000"/>
              <a:gd name="connsiteY504" fmla="*/ 736600 h 736600"/>
              <a:gd name="connsiteX505" fmla="*/ 10188829 w 10922000"/>
              <a:gd name="connsiteY505" fmla="*/ 736600 h 736600"/>
              <a:gd name="connsiteX506" fmla="*/ 10239375 w 10922000"/>
              <a:gd name="connsiteY506" fmla="*/ 736600 h 736600"/>
              <a:gd name="connsiteX507" fmla="*/ 10239375 w 10922000"/>
              <a:gd name="connsiteY507" fmla="*/ 730250 h 736600"/>
              <a:gd name="connsiteX508" fmla="*/ 10188829 w 10922000"/>
              <a:gd name="connsiteY508" fmla="*/ 730250 h 736600"/>
              <a:gd name="connsiteX509" fmla="*/ 10188829 w 10922000"/>
              <a:gd name="connsiteY509" fmla="*/ 736600 h 736600"/>
              <a:gd name="connsiteX510" fmla="*/ 10289984 w 10922000"/>
              <a:gd name="connsiteY510" fmla="*/ 736600 h 736600"/>
              <a:gd name="connsiteX511" fmla="*/ 10340531 w 10922000"/>
              <a:gd name="connsiteY511" fmla="*/ 736600 h 736600"/>
              <a:gd name="connsiteX512" fmla="*/ 10340531 w 10922000"/>
              <a:gd name="connsiteY512" fmla="*/ 730250 h 736600"/>
              <a:gd name="connsiteX513" fmla="*/ 10289984 w 10922000"/>
              <a:gd name="connsiteY513" fmla="*/ 730250 h 736600"/>
              <a:gd name="connsiteX514" fmla="*/ 10289984 w 10922000"/>
              <a:gd name="connsiteY514" fmla="*/ 736600 h 736600"/>
              <a:gd name="connsiteX515" fmla="*/ 10391077 w 10922000"/>
              <a:gd name="connsiteY515" fmla="*/ 736600 h 736600"/>
              <a:gd name="connsiteX516" fmla="*/ 10441622 w 10922000"/>
              <a:gd name="connsiteY516" fmla="*/ 736600 h 736600"/>
              <a:gd name="connsiteX517" fmla="*/ 10441622 w 10922000"/>
              <a:gd name="connsiteY517" fmla="*/ 730250 h 736600"/>
              <a:gd name="connsiteX518" fmla="*/ 10391077 w 10922000"/>
              <a:gd name="connsiteY518" fmla="*/ 730250 h 736600"/>
              <a:gd name="connsiteX519" fmla="*/ 10391077 w 10922000"/>
              <a:gd name="connsiteY519" fmla="*/ 736600 h 736600"/>
              <a:gd name="connsiteX520" fmla="*/ 10492232 w 10922000"/>
              <a:gd name="connsiteY520" fmla="*/ 736600 h 736600"/>
              <a:gd name="connsiteX521" fmla="*/ 10542778 w 10922000"/>
              <a:gd name="connsiteY521" fmla="*/ 736600 h 736600"/>
              <a:gd name="connsiteX522" fmla="*/ 10542778 w 10922000"/>
              <a:gd name="connsiteY522" fmla="*/ 730250 h 736600"/>
              <a:gd name="connsiteX523" fmla="*/ 10492232 w 10922000"/>
              <a:gd name="connsiteY523" fmla="*/ 730250 h 736600"/>
              <a:gd name="connsiteX524" fmla="*/ 10492232 w 10922000"/>
              <a:gd name="connsiteY524" fmla="*/ 736600 h 736600"/>
              <a:gd name="connsiteX525" fmla="*/ 10593324 w 10922000"/>
              <a:gd name="connsiteY525" fmla="*/ 736600 h 736600"/>
              <a:gd name="connsiteX526" fmla="*/ 10643933 w 10922000"/>
              <a:gd name="connsiteY526" fmla="*/ 736600 h 736600"/>
              <a:gd name="connsiteX527" fmla="*/ 10643933 w 10922000"/>
              <a:gd name="connsiteY527" fmla="*/ 730250 h 736600"/>
              <a:gd name="connsiteX528" fmla="*/ 10593324 w 10922000"/>
              <a:gd name="connsiteY528" fmla="*/ 730250 h 736600"/>
              <a:gd name="connsiteX529" fmla="*/ 10593324 w 10922000"/>
              <a:gd name="connsiteY529" fmla="*/ 736600 h 736600"/>
              <a:gd name="connsiteX530" fmla="*/ 10694480 w 10922000"/>
              <a:gd name="connsiteY530" fmla="*/ 736600 h 736600"/>
              <a:gd name="connsiteX531" fmla="*/ 10745026 w 10922000"/>
              <a:gd name="connsiteY531" fmla="*/ 736600 h 736600"/>
              <a:gd name="connsiteX532" fmla="*/ 10745026 w 10922000"/>
              <a:gd name="connsiteY532" fmla="*/ 730250 h 736600"/>
              <a:gd name="connsiteX533" fmla="*/ 10694480 w 10922000"/>
              <a:gd name="connsiteY533" fmla="*/ 730250 h 736600"/>
              <a:gd name="connsiteX534" fmla="*/ 10694480 w 10922000"/>
              <a:gd name="connsiteY534" fmla="*/ 736600 h 736600"/>
              <a:gd name="connsiteX535" fmla="*/ 10795635 w 10922000"/>
              <a:gd name="connsiteY535" fmla="*/ 736600 h 736600"/>
              <a:gd name="connsiteX536" fmla="*/ 10846181 w 10922000"/>
              <a:gd name="connsiteY536" fmla="*/ 736600 h 736600"/>
              <a:gd name="connsiteX537" fmla="*/ 10846181 w 10922000"/>
              <a:gd name="connsiteY537" fmla="*/ 730250 h 736600"/>
              <a:gd name="connsiteX538" fmla="*/ 10795635 w 10922000"/>
              <a:gd name="connsiteY538" fmla="*/ 730250 h 736600"/>
              <a:gd name="connsiteX539" fmla="*/ 10795635 w 10922000"/>
              <a:gd name="connsiteY539" fmla="*/ 736600 h 736600"/>
              <a:gd name="connsiteX540" fmla="*/ 10896727 w 10922000"/>
              <a:gd name="connsiteY540" fmla="*/ 736600 h 736600"/>
              <a:gd name="connsiteX541" fmla="*/ 10922000 w 10922000"/>
              <a:gd name="connsiteY541" fmla="*/ 736600 h 736600"/>
              <a:gd name="connsiteX542" fmla="*/ 10922000 w 10922000"/>
              <a:gd name="connsiteY542" fmla="*/ 730250 h 736600"/>
              <a:gd name="connsiteX543" fmla="*/ 10896727 w 10922000"/>
              <a:gd name="connsiteY543" fmla="*/ 730250 h 736600"/>
              <a:gd name="connsiteX544" fmla="*/ 10896727 w 10922000"/>
              <a:gd name="connsiteY544" fmla="*/ 736600 h 736600"/>
              <a:gd name="connsiteX545" fmla="*/ 10922000 w 10922000"/>
              <a:gd name="connsiteY545" fmla="*/ 0 h 736600"/>
              <a:gd name="connsiteX546" fmla="*/ 10896727 w 10922000"/>
              <a:gd name="connsiteY546" fmla="*/ 0 h 736600"/>
              <a:gd name="connsiteX547" fmla="*/ 10896727 w 10922000"/>
              <a:gd name="connsiteY547" fmla="*/ 6350 h 736600"/>
              <a:gd name="connsiteX548" fmla="*/ 10922000 w 10922000"/>
              <a:gd name="connsiteY548" fmla="*/ 6350 h 736600"/>
              <a:gd name="connsiteX549" fmla="*/ 10922000 w 10922000"/>
              <a:gd name="connsiteY549" fmla="*/ 0 h 736600"/>
              <a:gd name="connsiteX550" fmla="*/ 10846181 w 10922000"/>
              <a:gd name="connsiteY550" fmla="*/ 0 h 736600"/>
              <a:gd name="connsiteX551" fmla="*/ 10795571 w 10922000"/>
              <a:gd name="connsiteY551" fmla="*/ 0 h 736600"/>
              <a:gd name="connsiteX552" fmla="*/ 10795571 w 10922000"/>
              <a:gd name="connsiteY552" fmla="*/ 6350 h 736600"/>
              <a:gd name="connsiteX553" fmla="*/ 10846181 w 10922000"/>
              <a:gd name="connsiteY553" fmla="*/ 6350 h 736600"/>
              <a:gd name="connsiteX554" fmla="*/ 10846181 w 10922000"/>
              <a:gd name="connsiteY554" fmla="*/ 0 h 736600"/>
              <a:gd name="connsiteX555" fmla="*/ 10745026 w 10922000"/>
              <a:gd name="connsiteY555" fmla="*/ 0 h 736600"/>
              <a:gd name="connsiteX556" fmla="*/ 10694480 w 10922000"/>
              <a:gd name="connsiteY556" fmla="*/ 0 h 736600"/>
              <a:gd name="connsiteX557" fmla="*/ 10694480 w 10922000"/>
              <a:gd name="connsiteY557" fmla="*/ 6350 h 736600"/>
              <a:gd name="connsiteX558" fmla="*/ 10745026 w 10922000"/>
              <a:gd name="connsiteY558" fmla="*/ 6350 h 736600"/>
              <a:gd name="connsiteX559" fmla="*/ 10745026 w 10922000"/>
              <a:gd name="connsiteY559" fmla="*/ 0 h 736600"/>
              <a:gd name="connsiteX560" fmla="*/ 10643870 w 10922000"/>
              <a:gd name="connsiteY560" fmla="*/ 0 h 736600"/>
              <a:gd name="connsiteX561" fmla="*/ 10593324 w 10922000"/>
              <a:gd name="connsiteY561" fmla="*/ 0 h 736600"/>
              <a:gd name="connsiteX562" fmla="*/ 10593324 w 10922000"/>
              <a:gd name="connsiteY562" fmla="*/ 6350 h 736600"/>
              <a:gd name="connsiteX563" fmla="*/ 10643870 w 10922000"/>
              <a:gd name="connsiteY563" fmla="*/ 6350 h 736600"/>
              <a:gd name="connsiteX564" fmla="*/ 10643870 w 10922000"/>
              <a:gd name="connsiteY564" fmla="*/ 0 h 736600"/>
              <a:gd name="connsiteX565" fmla="*/ 10542778 w 10922000"/>
              <a:gd name="connsiteY565" fmla="*/ 0 h 736600"/>
              <a:gd name="connsiteX566" fmla="*/ 10492169 w 10922000"/>
              <a:gd name="connsiteY566" fmla="*/ 0 h 736600"/>
              <a:gd name="connsiteX567" fmla="*/ 10492169 w 10922000"/>
              <a:gd name="connsiteY567" fmla="*/ 6350 h 736600"/>
              <a:gd name="connsiteX568" fmla="*/ 10542778 w 10922000"/>
              <a:gd name="connsiteY568" fmla="*/ 6350 h 736600"/>
              <a:gd name="connsiteX569" fmla="*/ 10542778 w 10922000"/>
              <a:gd name="connsiteY569" fmla="*/ 0 h 736600"/>
              <a:gd name="connsiteX570" fmla="*/ 10441622 w 10922000"/>
              <a:gd name="connsiteY570" fmla="*/ 0 h 736600"/>
              <a:gd name="connsiteX571" fmla="*/ 10391077 w 10922000"/>
              <a:gd name="connsiteY571" fmla="*/ 0 h 736600"/>
              <a:gd name="connsiteX572" fmla="*/ 10391077 w 10922000"/>
              <a:gd name="connsiteY572" fmla="*/ 6350 h 736600"/>
              <a:gd name="connsiteX573" fmla="*/ 10441622 w 10922000"/>
              <a:gd name="connsiteY573" fmla="*/ 6350 h 736600"/>
              <a:gd name="connsiteX574" fmla="*/ 10441622 w 10922000"/>
              <a:gd name="connsiteY574" fmla="*/ 0 h 736600"/>
              <a:gd name="connsiteX575" fmla="*/ 10340531 w 10922000"/>
              <a:gd name="connsiteY575" fmla="*/ 0 h 736600"/>
              <a:gd name="connsiteX576" fmla="*/ 10289921 w 10922000"/>
              <a:gd name="connsiteY576" fmla="*/ 0 h 736600"/>
              <a:gd name="connsiteX577" fmla="*/ 10289921 w 10922000"/>
              <a:gd name="connsiteY577" fmla="*/ 6350 h 736600"/>
              <a:gd name="connsiteX578" fmla="*/ 10340531 w 10922000"/>
              <a:gd name="connsiteY578" fmla="*/ 6350 h 736600"/>
              <a:gd name="connsiteX579" fmla="*/ 10340531 w 10922000"/>
              <a:gd name="connsiteY579" fmla="*/ 0 h 736600"/>
              <a:gd name="connsiteX580" fmla="*/ 10239375 w 10922000"/>
              <a:gd name="connsiteY580" fmla="*/ 0 h 736600"/>
              <a:gd name="connsiteX581" fmla="*/ 10188829 w 10922000"/>
              <a:gd name="connsiteY581" fmla="*/ 0 h 736600"/>
              <a:gd name="connsiteX582" fmla="*/ 10188829 w 10922000"/>
              <a:gd name="connsiteY582" fmla="*/ 6350 h 736600"/>
              <a:gd name="connsiteX583" fmla="*/ 10239375 w 10922000"/>
              <a:gd name="connsiteY583" fmla="*/ 6350 h 736600"/>
              <a:gd name="connsiteX584" fmla="*/ 10239375 w 10922000"/>
              <a:gd name="connsiteY584" fmla="*/ 0 h 736600"/>
              <a:gd name="connsiteX585" fmla="*/ 10138219 w 10922000"/>
              <a:gd name="connsiteY585" fmla="*/ 0 h 736600"/>
              <a:gd name="connsiteX586" fmla="*/ 10087673 w 10922000"/>
              <a:gd name="connsiteY586" fmla="*/ 0 h 736600"/>
              <a:gd name="connsiteX587" fmla="*/ 10087673 w 10922000"/>
              <a:gd name="connsiteY587" fmla="*/ 6350 h 736600"/>
              <a:gd name="connsiteX588" fmla="*/ 10138219 w 10922000"/>
              <a:gd name="connsiteY588" fmla="*/ 6350 h 736600"/>
              <a:gd name="connsiteX589" fmla="*/ 10138219 w 10922000"/>
              <a:gd name="connsiteY589" fmla="*/ 0 h 736600"/>
              <a:gd name="connsiteX590" fmla="*/ 10037128 w 10922000"/>
              <a:gd name="connsiteY590" fmla="*/ 0 h 736600"/>
              <a:gd name="connsiteX591" fmla="*/ 9986581 w 10922000"/>
              <a:gd name="connsiteY591" fmla="*/ 0 h 736600"/>
              <a:gd name="connsiteX592" fmla="*/ 9986581 w 10922000"/>
              <a:gd name="connsiteY592" fmla="*/ 6350 h 736600"/>
              <a:gd name="connsiteX593" fmla="*/ 10037128 w 10922000"/>
              <a:gd name="connsiteY593" fmla="*/ 6350 h 736600"/>
              <a:gd name="connsiteX594" fmla="*/ 10037128 w 10922000"/>
              <a:gd name="connsiteY594" fmla="*/ 0 h 736600"/>
              <a:gd name="connsiteX595" fmla="*/ 9935972 w 10922000"/>
              <a:gd name="connsiteY595" fmla="*/ 0 h 736600"/>
              <a:gd name="connsiteX596" fmla="*/ 9885426 w 10922000"/>
              <a:gd name="connsiteY596" fmla="*/ 0 h 736600"/>
              <a:gd name="connsiteX597" fmla="*/ 9885426 w 10922000"/>
              <a:gd name="connsiteY597" fmla="*/ 6350 h 736600"/>
              <a:gd name="connsiteX598" fmla="*/ 9935972 w 10922000"/>
              <a:gd name="connsiteY598" fmla="*/ 6350 h 736600"/>
              <a:gd name="connsiteX599" fmla="*/ 9935972 w 10922000"/>
              <a:gd name="connsiteY599" fmla="*/ 0 h 736600"/>
              <a:gd name="connsiteX600" fmla="*/ 9834880 w 10922000"/>
              <a:gd name="connsiteY600" fmla="*/ 0 h 736600"/>
              <a:gd name="connsiteX601" fmla="*/ 9784270 w 10922000"/>
              <a:gd name="connsiteY601" fmla="*/ 0 h 736600"/>
              <a:gd name="connsiteX602" fmla="*/ 9784270 w 10922000"/>
              <a:gd name="connsiteY602" fmla="*/ 6350 h 736600"/>
              <a:gd name="connsiteX603" fmla="*/ 9834880 w 10922000"/>
              <a:gd name="connsiteY603" fmla="*/ 6350 h 736600"/>
              <a:gd name="connsiteX604" fmla="*/ 9834880 w 10922000"/>
              <a:gd name="connsiteY604" fmla="*/ 0 h 736600"/>
              <a:gd name="connsiteX605" fmla="*/ 9733724 w 10922000"/>
              <a:gd name="connsiteY605" fmla="*/ 0 h 736600"/>
              <a:gd name="connsiteX606" fmla="*/ 9683179 w 10922000"/>
              <a:gd name="connsiteY606" fmla="*/ 0 h 736600"/>
              <a:gd name="connsiteX607" fmla="*/ 9683179 w 10922000"/>
              <a:gd name="connsiteY607" fmla="*/ 6350 h 736600"/>
              <a:gd name="connsiteX608" fmla="*/ 9733724 w 10922000"/>
              <a:gd name="connsiteY608" fmla="*/ 6350 h 736600"/>
              <a:gd name="connsiteX609" fmla="*/ 9733724 w 10922000"/>
              <a:gd name="connsiteY609" fmla="*/ 0 h 736600"/>
              <a:gd name="connsiteX610" fmla="*/ 9632569 w 10922000"/>
              <a:gd name="connsiteY610" fmla="*/ 0 h 736600"/>
              <a:gd name="connsiteX611" fmla="*/ 9582023 w 10922000"/>
              <a:gd name="connsiteY611" fmla="*/ 0 h 736600"/>
              <a:gd name="connsiteX612" fmla="*/ 9582023 w 10922000"/>
              <a:gd name="connsiteY612" fmla="*/ 6350 h 736600"/>
              <a:gd name="connsiteX613" fmla="*/ 9632569 w 10922000"/>
              <a:gd name="connsiteY613" fmla="*/ 6350 h 736600"/>
              <a:gd name="connsiteX614" fmla="*/ 9632569 w 10922000"/>
              <a:gd name="connsiteY614" fmla="*/ 0 h 736600"/>
              <a:gd name="connsiteX615" fmla="*/ 9531477 w 10922000"/>
              <a:gd name="connsiteY615" fmla="*/ 0 h 736600"/>
              <a:gd name="connsiteX616" fmla="*/ 9480931 w 10922000"/>
              <a:gd name="connsiteY616" fmla="*/ 0 h 736600"/>
              <a:gd name="connsiteX617" fmla="*/ 9480931 w 10922000"/>
              <a:gd name="connsiteY617" fmla="*/ 6350 h 736600"/>
              <a:gd name="connsiteX618" fmla="*/ 9531477 w 10922000"/>
              <a:gd name="connsiteY618" fmla="*/ 6350 h 736600"/>
              <a:gd name="connsiteX619" fmla="*/ 9531477 w 10922000"/>
              <a:gd name="connsiteY619" fmla="*/ 0 h 736600"/>
              <a:gd name="connsiteX620" fmla="*/ 9430321 w 10922000"/>
              <a:gd name="connsiteY620" fmla="*/ 0 h 736600"/>
              <a:gd name="connsiteX621" fmla="*/ 9379776 w 10922000"/>
              <a:gd name="connsiteY621" fmla="*/ 0 h 736600"/>
              <a:gd name="connsiteX622" fmla="*/ 9379776 w 10922000"/>
              <a:gd name="connsiteY622" fmla="*/ 6350 h 736600"/>
              <a:gd name="connsiteX623" fmla="*/ 9430321 w 10922000"/>
              <a:gd name="connsiteY623" fmla="*/ 6350 h 736600"/>
              <a:gd name="connsiteX624" fmla="*/ 9430321 w 10922000"/>
              <a:gd name="connsiteY624" fmla="*/ 0 h 736600"/>
              <a:gd name="connsiteX625" fmla="*/ 9329230 w 10922000"/>
              <a:gd name="connsiteY625" fmla="*/ 0 h 736600"/>
              <a:gd name="connsiteX626" fmla="*/ 9278620 w 10922000"/>
              <a:gd name="connsiteY626" fmla="*/ 0 h 736600"/>
              <a:gd name="connsiteX627" fmla="*/ 9278620 w 10922000"/>
              <a:gd name="connsiteY627" fmla="*/ 6350 h 736600"/>
              <a:gd name="connsiteX628" fmla="*/ 9329230 w 10922000"/>
              <a:gd name="connsiteY628" fmla="*/ 6350 h 736600"/>
              <a:gd name="connsiteX629" fmla="*/ 9329230 w 10922000"/>
              <a:gd name="connsiteY629" fmla="*/ 0 h 736600"/>
              <a:gd name="connsiteX630" fmla="*/ 9228074 w 10922000"/>
              <a:gd name="connsiteY630" fmla="*/ 0 h 736600"/>
              <a:gd name="connsiteX631" fmla="*/ 9177528 w 10922000"/>
              <a:gd name="connsiteY631" fmla="*/ 0 h 736600"/>
              <a:gd name="connsiteX632" fmla="*/ 9177528 w 10922000"/>
              <a:gd name="connsiteY632" fmla="*/ 6350 h 736600"/>
              <a:gd name="connsiteX633" fmla="*/ 9228074 w 10922000"/>
              <a:gd name="connsiteY633" fmla="*/ 6350 h 736600"/>
              <a:gd name="connsiteX634" fmla="*/ 9228074 w 10922000"/>
              <a:gd name="connsiteY634" fmla="*/ 0 h 736600"/>
              <a:gd name="connsiteX635" fmla="*/ 9126919 w 10922000"/>
              <a:gd name="connsiteY635" fmla="*/ 0 h 736600"/>
              <a:gd name="connsiteX636" fmla="*/ 9076372 w 10922000"/>
              <a:gd name="connsiteY636" fmla="*/ 0 h 736600"/>
              <a:gd name="connsiteX637" fmla="*/ 9076372 w 10922000"/>
              <a:gd name="connsiteY637" fmla="*/ 6350 h 736600"/>
              <a:gd name="connsiteX638" fmla="*/ 9126919 w 10922000"/>
              <a:gd name="connsiteY638" fmla="*/ 6350 h 736600"/>
              <a:gd name="connsiteX639" fmla="*/ 9126919 w 10922000"/>
              <a:gd name="connsiteY639" fmla="*/ 0 h 736600"/>
              <a:gd name="connsiteX640" fmla="*/ 9025827 w 10922000"/>
              <a:gd name="connsiteY640" fmla="*/ 0 h 736600"/>
              <a:gd name="connsiteX641" fmla="*/ 8975281 w 10922000"/>
              <a:gd name="connsiteY641" fmla="*/ 0 h 736600"/>
              <a:gd name="connsiteX642" fmla="*/ 8975281 w 10922000"/>
              <a:gd name="connsiteY642" fmla="*/ 6350 h 736600"/>
              <a:gd name="connsiteX643" fmla="*/ 9025827 w 10922000"/>
              <a:gd name="connsiteY643" fmla="*/ 6350 h 736600"/>
              <a:gd name="connsiteX644" fmla="*/ 9025827 w 10922000"/>
              <a:gd name="connsiteY644" fmla="*/ 0 h 736600"/>
              <a:gd name="connsiteX645" fmla="*/ 8924671 w 10922000"/>
              <a:gd name="connsiteY645" fmla="*/ 0 h 736600"/>
              <a:gd name="connsiteX646" fmla="*/ 8874125 w 10922000"/>
              <a:gd name="connsiteY646" fmla="*/ 0 h 736600"/>
              <a:gd name="connsiteX647" fmla="*/ 8874125 w 10922000"/>
              <a:gd name="connsiteY647" fmla="*/ 6350 h 736600"/>
              <a:gd name="connsiteX648" fmla="*/ 8924671 w 10922000"/>
              <a:gd name="connsiteY648" fmla="*/ 6350 h 736600"/>
              <a:gd name="connsiteX649" fmla="*/ 8924671 w 10922000"/>
              <a:gd name="connsiteY649" fmla="*/ 0 h 736600"/>
              <a:gd name="connsiteX650" fmla="*/ 8823579 w 10922000"/>
              <a:gd name="connsiteY650" fmla="*/ 0 h 736600"/>
              <a:gd name="connsiteX651" fmla="*/ 8772969 w 10922000"/>
              <a:gd name="connsiteY651" fmla="*/ 0 h 736600"/>
              <a:gd name="connsiteX652" fmla="*/ 8772969 w 10922000"/>
              <a:gd name="connsiteY652" fmla="*/ 6350 h 736600"/>
              <a:gd name="connsiteX653" fmla="*/ 8823579 w 10922000"/>
              <a:gd name="connsiteY653" fmla="*/ 6350 h 736600"/>
              <a:gd name="connsiteX654" fmla="*/ 8823579 w 10922000"/>
              <a:gd name="connsiteY654" fmla="*/ 0 h 736600"/>
              <a:gd name="connsiteX655" fmla="*/ 8722423 w 10922000"/>
              <a:gd name="connsiteY655" fmla="*/ 0 h 736600"/>
              <a:gd name="connsiteX656" fmla="*/ 8671878 w 10922000"/>
              <a:gd name="connsiteY656" fmla="*/ 0 h 736600"/>
              <a:gd name="connsiteX657" fmla="*/ 8671878 w 10922000"/>
              <a:gd name="connsiteY657" fmla="*/ 6350 h 736600"/>
              <a:gd name="connsiteX658" fmla="*/ 8722423 w 10922000"/>
              <a:gd name="connsiteY658" fmla="*/ 6350 h 736600"/>
              <a:gd name="connsiteX659" fmla="*/ 8722423 w 10922000"/>
              <a:gd name="connsiteY659" fmla="*/ 0 h 736600"/>
              <a:gd name="connsiteX660" fmla="*/ 8621331 w 10922000"/>
              <a:gd name="connsiteY660" fmla="*/ 0 h 736600"/>
              <a:gd name="connsiteX661" fmla="*/ 8570722 w 10922000"/>
              <a:gd name="connsiteY661" fmla="*/ 0 h 736600"/>
              <a:gd name="connsiteX662" fmla="*/ 8570722 w 10922000"/>
              <a:gd name="connsiteY662" fmla="*/ 6350 h 736600"/>
              <a:gd name="connsiteX663" fmla="*/ 8621331 w 10922000"/>
              <a:gd name="connsiteY663" fmla="*/ 6350 h 736600"/>
              <a:gd name="connsiteX664" fmla="*/ 8621331 w 10922000"/>
              <a:gd name="connsiteY664" fmla="*/ 0 h 736600"/>
              <a:gd name="connsiteX665" fmla="*/ 8520176 w 10922000"/>
              <a:gd name="connsiteY665" fmla="*/ 0 h 736600"/>
              <a:gd name="connsiteX666" fmla="*/ 8469630 w 10922000"/>
              <a:gd name="connsiteY666" fmla="*/ 0 h 736600"/>
              <a:gd name="connsiteX667" fmla="*/ 8469630 w 10922000"/>
              <a:gd name="connsiteY667" fmla="*/ 6350 h 736600"/>
              <a:gd name="connsiteX668" fmla="*/ 8520176 w 10922000"/>
              <a:gd name="connsiteY668" fmla="*/ 6350 h 736600"/>
              <a:gd name="connsiteX669" fmla="*/ 8520176 w 10922000"/>
              <a:gd name="connsiteY669" fmla="*/ 0 h 736600"/>
              <a:gd name="connsiteX670" fmla="*/ 8419020 w 10922000"/>
              <a:gd name="connsiteY670" fmla="*/ 0 h 736600"/>
              <a:gd name="connsiteX671" fmla="*/ 8368475 w 10922000"/>
              <a:gd name="connsiteY671" fmla="*/ 0 h 736600"/>
              <a:gd name="connsiteX672" fmla="*/ 8368475 w 10922000"/>
              <a:gd name="connsiteY672" fmla="*/ 6350 h 736600"/>
              <a:gd name="connsiteX673" fmla="*/ 8419020 w 10922000"/>
              <a:gd name="connsiteY673" fmla="*/ 6350 h 736600"/>
              <a:gd name="connsiteX674" fmla="*/ 8419020 w 10922000"/>
              <a:gd name="connsiteY674" fmla="*/ 0 h 736600"/>
              <a:gd name="connsiteX675" fmla="*/ 8317929 w 10922000"/>
              <a:gd name="connsiteY675" fmla="*/ 0 h 736600"/>
              <a:gd name="connsiteX676" fmla="*/ 8267319 w 10922000"/>
              <a:gd name="connsiteY676" fmla="*/ 0 h 736600"/>
              <a:gd name="connsiteX677" fmla="*/ 8267319 w 10922000"/>
              <a:gd name="connsiteY677" fmla="*/ 6350 h 736600"/>
              <a:gd name="connsiteX678" fmla="*/ 8317929 w 10922000"/>
              <a:gd name="connsiteY678" fmla="*/ 6350 h 736600"/>
              <a:gd name="connsiteX679" fmla="*/ 8317929 w 10922000"/>
              <a:gd name="connsiteY679" fmla="*/ 0 h 736600"/>
              <a:gd name="connsiteX680" fmla="*/ 8216773 w 10922000"/>
              <a:gd name="connsiteY680" fmla="*/ 0 h 736600"/>
              <a:gd name="connsiteX681" fmla="*/ 8166227 w 10922000"/>
              <a:gd name="connsiteY681" fmla="*/ 0 h 736600"/>
              <a:gd name="connsiteX682" fmla="*/ 8166227 w 10922000"/>
              <a:gd name="connsiteY682" fmla="*/ 6350 h 736600"/>
              <a:gd name="connsiteX683" fmla="*/ 8216773 w 10922000"/>
              <a:gd name="connsiteY683" fmla="*/ 6350 h 736600"/>
              <a:gd name="connsiteX684" fmla="*/ 8216773 w 10922000"/>
              <a:gd name="connsiteY684" fmla="*/ 0 h 736600"/>
              <a:gd name="connsiteX685" fmla="*/ 8115682 w 10922000"/>
              <a:gd name="connsiteY685" fmla="*/ 0 h 736600"/>
              <a:gd name="connsiteX686" fmla="*/ 8065072 w 10922000"/>
              <a:gd name="connsiteY686" fmla="*/ 0 h 736600"/>
              <a:gd name="connsiteX687" fmla="*/ 8065072 w 10922000"/>
              <a:gd name="connsiteY687" fmla="*/ 6350 h 736600"/>
              <a:gd name="connsiteX688" fmla="*/ 8115682 w 10922000"/>
              <a:gd name="connsiteY688" fmla="*/ 6350 h 736600"/>
              <a:gd name="connsiteX689" fmla="*/ 8115682 w 10922000"/>
              <a:gd name="connsiteY689" fmla="*/ 0 h 736600"/>
              <a:gd name="connsiteX690" fmla="*/ 8014526 w 10922000"/>
              <a:gd name="connsiteY690" fmla="*/ 0 h 736600"/>
              <a:gd name="connsiteX691" fmla="*/ 7963980 w 10922000"/>
              <a:gd name="connsiteY691" fmla="*/ 0 h 736600"/>
              <a:gd name="connsiteX692" fmla="*/ 7963980 w 10922000"/>
              <a:gd name="connsiteY692" fmla="*/ 6350 h 736600"/>
              <a:gd name="connsiteX693" fmla="*/ 8014526 w 10922000"/>
              <a:gd name="connsiteY693" fmla="*/ 6350 h 736600"/>
              <a:gd name="connsiteX694" fmla="*/ 8014526 w 10922000"/>
              <a:gd name="connsiteY694" fmla="*/ 0 h 736600"/>
              <a:gd name="connsiteX695" fmla="*/ 7913370 w 10922000"/>
              <a:gd name="connsiteY695" fmla="*/ 0 h 736600"/>
              <a:gd name="connsiteX696" fmla="*/ 7862824 w 10922000"/>
              <a:gd name="connsiteY696" fmla="*/ 0 h 736600"/>
              <a:gd name="connsiteX697" fmla="*/ 7862824 w 10922000"/>
              <a:gd name="connsiteY697" fmla="*/ 6350 h 736600"/>
              <a:gd name="connsiteX698" fmla="*/ 7913370 w 10922000"/>
              <a:gd name="connsiteY698" fmla="*/ 6350 h 736600"/>
              <a:gd name="connsiteX699" fmla="*/ 7913370 w 10922000"/>
              <a:gd name="connsiteY699" fmla="*/ 0 h 736600"/>
              <a:gd name="connsiteX700" fmla="*/ 7812278 w 10922000"/>
              <a:gd name="connsiteY700" fmla="*/ 0 h 736600"/>
              <a:gd name="connsiteX701" fmla="*/ 7761732 w 10922000"/>
              <a:gd name="connsiteY701" fmla="*/ 0 h 736600"/>
              <a:gd name="connsiteX702" fmla="*/ 7761732 w 10922000"/>
              <a:gd name="connsiteY702" fmla="*/ 6350 h 736600"/>
              <a:gd name="connsiteX703" fmla="*/ 7812278 w 10922000"/>
              <a:gd name="connsiteY703" fmla="*/ 6350 h 736600"/>
              <a:gd name="connsiteX704" fmla="*/ 7812278 w 10922000"/>
              <a:gd name="connsiteY704" fmla="*/ 0 h 736600"/>
              <a:gd name="connsiteX705" fmla="*/ 7711123 w 10922000"/>
              <a:gd name="connsiteY705" fmla="*/ 0 h 736600"/>
              <a:gd name="connsiteX706" fmla="*/ 7660577 w 10922000"/>
              <a:gd name="connsiteY706" fmla="*/ 0 h 736600"/>
              <a:gd name="connsiteX707" fmla="*/ 7660577 w 10922000"/>
              <a:gd name="connsiteY707" fmla="*/ 6350 h 736600"/>
              <a:gd name="connsiteX708" fmla="*/ 7711123 w 10922000"/>
              <a:gd name="connsiteY708" fmla="*/ 6350 h 736600"/>
              <a:gd name="connsiteX709" fmla="*/ 7711123 w 10922000"/>
              <a:gd name="connsiteY709" fmla="*/ 0 h 736600"/>
              <a:gd name="connsiteX710" fmla="*/ 7610031 w 10922000"/>
              <a:gd name="connsiteY710" fmla="*/ 0 h 736600"/>
              <a:gd name="connsiteX711" fmla="*/ 7559421 w 10922000"/>
              <a:gd name="connsiteY711" fmla="*/ 0 h 736600"/>
              <a:gd name="connsiteX712" fmla="*/ 7559421 w 10922000"/>
              <a:gd name="connsiteY712" fmla="*/ 6350 h 736600"/>
              <a:gd name="connsiteX713" fmla="*/ 7610031 w 10922000"/>
              <a:gd name="connsiteY713" fmla="*/ 6350 h 736600"/>
              <a:gd name="connsiteX714" fmla="*/ 7610031 w 10922000"/>
              <a:gd name="connsiteY714" fmla="*/ 0 h 736600"/>
              <a:gd name="connsiteX715" fmla="*/ 7508875 w 10922000"/>
              <a:gd name="connsiteY715" fmla="*/ 0 h 736600"/>
              <a:gd name="connsiteX716" fmla="*/ 7458329 w 10922000"/>
              <a:gd name="connsiteY716" fmla="*/ 0 h 736600"/>
              <a:gd name="connsiteX717" fmla="*/ 7458329 w 10922000"/>
              <a:gd name="connsiteY717" fmla="*/ 6350 h 736600"/>
              <a:gd name="connsiteX718" fmla="*/ 7508875 w 10922000"/>
              <a:gd name="connsiteY718" fmla="*/ 6350 h 736600"/>
              <a:gd name="connsiteX719" fmla="*/ 7508875 w 10922000"/>
              <a:gd name="connsiteY719" fmla="*/ 0 h 736600"/>
              <a:gd name="connsiteX720" fmla="*/ 7407719 w 10922000"/>
              <a:gd name="connsiteY720" fmla="*/ 0 h 736600"/>
              <a:gd name="connsiteX721" fmla="*/ 7357174 w 10922000"/>
              <a:gd name="connsiteY721" fmla="*/ 0 h 736600"/>
              <a:gd name="connsiteX722" fmla="*/ 7357174 w 10922000"/>
              <a:gd name="connsiteY722" fmla="*/ 6350 h 736600"/>
              <a:gd name="connsiteX723" fmla="*/ 7407719 w 10922000"/>
              <a:gd name="connsiteY723" fmla="*/ 6350 h 736600"/>
              <a:gd name="connsiteX724" fmla="*/ 7407719 w 10922000"/>
              <a:gd name="connsiteY724" fmla="*/ 0 h 736600"/>
              <a:gd name="connsiteX725" fmla="*/ 7306628 w 10922000"/>
              <a:gd name="connsiteY725" fmla="*/ 0 h 736600"/>
              <a:gd name="connsiteX726" fmla="*/ 7256081 w 10922000"/>
              <a:gd name="connsiteY726" fmla="*/ 0 h 736600"/>
              <a:gd name="connsiteX727" fmla="*/ 7256081 w 10922000"/>
              <a:gd name="connsiteY727" fmla="*/ 6350 h 736600"/>
              <a:gd name="connsiteX728" fmla="*/ 7306628 w 10922000"/>
              <a:gd name="connsiteY728" fmla="*/ 6350 h 736600"/>
              <a:gd name="connsiteX729" fmla="*/ 7306628 w 10922000"/>
              <a:gd name="connsiteY729" fmla="*/ 0 h 736600"/>
              <a:gd name="connsiteX730" fmla="*/ 7205472 w 10922000"/>
              <a:gd name="connsiteY730" fmla="*/ 0 h 736600"/>
              <a:gd name="connsiteX731" fmla="*/ 7154926 w 10922000"/>
              <a:gd name="connsiteY731" fmla="*/ 0 h 736600"/>
              <a:gd name="connsiteX732" fmla="*/ 7154926 w 10922000"/>
              <a:gd name="connsiteY732" fmla="*/ 6350 h 736600"/>
              <a:gd name="connsiteX733" fmla="*/ 7205472 w 10922000"/>
              <a:gd name="connsiteY733" fmla="*/ 6350 h 736600"/>
              <a:gd name="connsiteX734" fmla="*/ 7205472 w 10922000"/>
              <a:gd name="connsiteY734" fmla="*/ 0 h 736600"/>
              <a:gd name="connsiteX735" fmla="*/ 7104381 w 10922000"/>
              <a:gd name="connsiteY735" fmla="*/ 0 h 736600"/>
              <a:gd name="connsiteX736" fmla="*/ 7053770 w 10922000"/>
              <a:gd name="connsiteY736" fmla="*/ 0 h 736600"/>
              <a:gd name="connsiteX737" fmla="*/ 7053770 w 10922000"/>
              <a:gd name="connsiteY737" fmla="*/ 6350 h 736600"/>
              <a:gd name="connsiteX738" fmla="*/ 7104381 w 10922000"/>
              <a:gd name="connsiteY738" fmla="*/ 6350 h 736600"/>
              <a:gd name="connsiteX739" fmla="*/ 7104381 w 10922000"/>
              <a:gd name="connsiteY739" fmla="*/ 0 h 736600"/>
              <a:gd name="connsiteX740" fmla="*/ 7003225 w 10922000"/>
              <a:gd name="connsiteY740" fmla="*/ 0 h 736600"/>
              <a:gd name="connsiteX741" fmla="*/ 6952679 w 10922000"/>
              <a:gd name="connsiteY741" fmla="*/ 0 h 736600"/>
              <a:gd name="connsiteX742" fmla="*/ 6952679 w 10922000"/>
              <a:gd name="connsiteY742" fmla="*/ 6350 h 736600"/>
              <a:gd name="connsiteX743" fmla="*/ 7003225 w 10922000"/>
              <a:gd name="connsiteY743" fmla="*/ 6350 h 736600"/>
              <a:gd name="connsiteX744" fmla="*/ 7003225 w 10922000"/>
              <a:gd name="connsiteY744" fmla="*/ 0 h 736600"/>
              <a:gd name="connsiteX745" fmla="*/ 6902069 w 10922000"/>
              <a:gd name="connsiteY745" fmla="*/ 0 h 736600"/>
              <a:gd name="connsiteX746" fmla="*/ 6851523 w 10922000"/>
              <a:gd name="connsiteY746" fmla="*/ 0 h 736600"/>
              <a:gd name="connsiteX747" fmla="*/ 6851523 w 10922000"/>
              <a:gd name="connsiteY747" fmla="*/ 6350 h 736600"/>
              <a:gd name="connsiteX748" fmla="*/ 6902069 w 10922000"/>
              <a:gd name="connsiteY748" fmla="*/ 6350 h 736600"/>
              <a:gd name="connsiteX749" fmla="*/ 6902069 w 10922000"/>
              <a:gd name="connsiteY749" fmla="*/ 0 h 736600"/>
              <a:gd name="connsiteX750" fmla="*/ 6800977 w 10922000"/>
              <a:gd name="connsiteY750" fmla="*/ 0 h 736600"/>
              <a:gd name="connsiteX751" fmla="*/ 6750432 w 10922000"/>
              <a:gd name="connsiteY751" fmla="*/ 0 h 736600"/>
              <a:gd name="connsiteX752" fmla="*/ 6750432 w 10922000"/>
              <a:gd name="connsiteY752" fmla="*/ 6350 h 736600"/>
              <a:gd name="connsiteX753" fmla="*/ 6800977 w 10922000"/>
              <a:gd name="connsiteY753" fmla="*/ 6350 h 736600"/>
              <a:gd name="connsiteX754" fmla="*/ 6800977 w 10922000"/>
              <a:gd name="connsiteY754" fmla="*/ 0 h 736600"/>
              <a:gd name="connsiteX755" fmla="*/ 6699822 w 10922000"/>
              <a:gd name="connsiteY755" fmla="*/ 0 h 736600"/>
              <a:gd name="connsiteX756" fmla="*/ 6649276 w 10922000"/>
              <a:gd name="connsiteY756" fmla="*/ 0 h 736600"/>
              <a:gd name="connsiteX757" fmla="*/ 6649276 w 10922000"/>
              <a:gd name="connsiteY757" fmla="*/ 6350 h 736600"/>
              <a:gd name="connsiteX758" fmla="*/ 6699822 w 10922000"/>
              <a:gd name="connsiteY758" fmla="*/ 6350 h 736600"/>
              <a:gd name="connsiteX759" fmla="*/ 6699822 w 10922000"/>
              <a:gd name="connsiteY759" fmla="*/ 0 h 736600"/>
              <a:gd name="connsiteX760" fmla="*/ 6598730 w 10922000"/>
              <a:gd name="connsiteY760" fmla="*/ 0 h 736600"/>
              <a:gd name="connsiteX761" fmla="*/ 6548120 w 10922000"/>
              <a:gd name="connsiteY761" fmla="*/ 0 h 736600"/>
              <a:gd name="connsiteX762" fmla="*/ 6548120 w 10922000"/>
              <a:gd name="connsiteY762" fmla="*/ 6350 h 736600"/>
              <a:gd name="connsiteX763" fmla="*/ 6598730 w 10922000"/>
              <a:gd name="connsiteY763" fmla="*/ 6350 h 736600"/>
              <a:gd name="connsiteX764" fmla="*/ 6598730 w 10922000"/>
              <a:gd name="connsiteY764" fmla="*/ 0 h 736600"/>
              <a:gd name="connsiteX765" fmla="*/ 6497574 w 10922000"/>
              <a:gd name="connsiteY765" fmla="*/ 0 h 736600"/>
              <a:gd name="connsiteX766" fmla="*/ 6447028 w 10922000"/>
              <a:gd name="connsiteY766" fmla="*/ 0 h 736600"/>
              <a:gd name="connsiteX767" fmla="*/ 6447028 w 10922000"/>
              <a:gd name="connsiteY767" fmla="*/ 6350 h 736600"/>
              <a:gd name="connsiteX768" fmla="*/ 6497574 w 10922000"/>
              <a:gd name="connsiteY768" fmla="*/ 6350 h 736600"/>
              <a:gd name="connsiteX769" fmla="*/ 6497574 w 10922000"/>
              <a:gd name="connsiteY769" fmla="*/ 0 h 736600"/>
              <a:gd name="connsiteX770" fmla="*/ 6396482 w 10922000"/>
              <a:gd name="connsiteY770" fmla="*/ 0 h 736600"/>
              <a:gd name="connsiteX771" fmla="*/ 6345873 w 10922000"/>
              <a:gd name="connsiteY771" fmla="*/ 0 h 736600"/>
              <a:gd name="connsiteX772" fmla="*/ 6345873 w 10922000"/>
              <a:gd name="connsiteY772" fmla="*/ 6350 h 736600"/>
              <a:gd name="connsiteX773" fmla="*/ 6396482 w 10922000"/>
              <a:gd name="connsiteY773" fmla="*/ 6350 h 736600"/>
              <a:gd name="connsiteX774" fmla="*/ 6396482 w 10922000"/>
              <a:gd name="connsiteY774" fmla="*/ 0 h 736600"/>
              <a:gd name="connsiteX775" fmla="*/ 6295327 w 10922000"/>
              <a:gd name="connsiteY775" fmla="*/ 0 h 736600"/>
              <a:gd name="connsiteX776" fmla="*/ 6244781 w 10922000"/>
              <a:gd name="connsiteY776" fmla="*/ 0 h 736600"/>
              <a:gd name="connsiteX777" fmla="*/ 6244781 w 10922000"/>
              <a:gd name="connsiteY777" fmla="*/ 6350 h 736600"/>
              <a:gd name="connsiteX778" fmla="*/ 6295327 w 10922000"/>
              <a:gd name="connsiteY778" fmla="*/ 6350 h 736600"/>
              <a:gd name="connsiteX779" fmla="*/ 6295327 w 10922000"/>
              <a:gd name="connsiteY779" fmla="*/ 0 h 736600"/>
              <a:gd name="connsiteX780" fmla="*/ 6194171 w 10922000"/>
              <a:gd name="connsiteY780" fmla="*/ 0 h 736600"/>
              <a:gd name="connsiteX781" fmla="*/ 6143625 w 10922000"/>
              <a:gd name="connsiteY781" fmla="*/ 0 h 736600"/>
              <a:gd name="connsiteX782" fmla="*/ 6143625 w 10922000"/>
              <a:gd name="connsiteY782" fmla="*/ 6350 h 736600"/>
              <a:gd name="connsiteX783" fmla="*/ 6194171 w 10922000"/>
              <a:gd name="connsiteY783" fmla="*/ 6350 h 736600"/>
              <a:gd name="connsiteX784" fmla="*/ 6194171 w 10922000"/>
              <a:gd name="connsiteY784" fmla="*/ 0 h 736600"/>
              <a:gd name="connsiteX785" fmla="*/ 6093079 w 10922000"/>
              <a:gd name="connsiteY785" fmla="*/ 0 h 736600"/>
              <a:gd name="connsiteX786" fmla="*/ 6042469 w 10922000"/>
              <a:gd name="connsiteY786" fmla="*/ 0 h 736600"/>
              <a:gd name="connsiteX787" fmla="*/ 6042469 w 10922000"/>
              <a:gd name="connsiteY787" fmla="*/ 6350 h 736600"/>
              <a:gd name="connsiteX788" fmla="*/ 6093079 w 10922000"/>
              <a:gd name="connsiteY788" fmla="*/ 6350 h 736600"/>
              <a:gd name="connsiteX789" fmla="*/ 6093079 w 10922000"/>
              <a:gd name="connsiteY789" fmla="*/ 0 h 736600"/>
              <a:gd name="connsiteX790" fmla="*/ 5991924 w 10922000"/>
              <a:gd name="connsiteY790" fmla="*/ 0 h 736600"/>
              <a:gd name="connsiteX791" fmla="*/ 5941378 w 10922000"/>
              <a:gd name="connsiteY791" fmla="*/ 0 h 736600"/>
              <a:gd name="connsiteX792" fmla="*/ 5941378 w 10922000"/>
              <a:gd name="connsiteY792" fmla="*/ 6350 h 736600"/>
              <a:gd name="connsiteX793" fmla="*/ 5991924 w 10922000"/>
              <a:gd name="connsiteY793" fmla="*/ 6350 h 736600"/>
              <a:gd name="connsiteX794" fmla="*/ 5991924 w 10922000"/>
              <a:gd name="connsiteY794" fmla="*/ 0 h 736600"/>
              <a:gd name="connsiteX795" fmla="*/ 5890831 w 10922000"/>
              <a:gd name="connsiteY795" fmla="*/ 0 h 736600"/>
              <a:gd name="connsiteX796" fmla="*/ 5840222 w 10922000"/>
              <a:gd name="connsiteY796" fmla="*/ 0 h 736600"/>
              <a:gd name="connsiteX797" fmla="*/ 5840222 w 10922000"/>
              <a:gd name="connsiteY797" fmla="*/ 6350 h 736600"/>
              <a:gd name="connsiteX798" fmla="*/ 5890831 w 10922000"/>
              <a:gd name="connsiteY798" fmla="*/ 6350 h 736600"/>
              <a:gd name="connsiteX799" fmla="*/ 5890831 w 10922000"/>
              <a:gd name="connsiteY799" fmla="*/ 0 h 736600"/>
              <a:gd name="connsiteX800" fmla="*/ 5789676 w 10922000"/>
              <a:gd name="connsiteY800" fmla="*/ 0 h 736600"/>
              <a:gd name="connsiteX801" fmla="*/ 5739130 w 10922000"/>
              <a:gd name="connsiteY801" fmla="*/ 0 h 736600"/>
              <a:gd name="connsiteX802" fmla="*/ 5739130 w 10922000"/>
              <a:gd name="connsiteY802" fmla="*/ 6350 h 736600"/>
              <a:gd name="connsiteX803" fmla="*/ 5789676 w 10922000"/>
              <a:gd name="connsiteY803" fmla="*/ 6350 h 736600"/>
              <a:gd name="connsiteX804" fmla="*/ 5789676 w 10922000"/>
              <a:gd name="connsiteY804" fmla="*/ 0 h 736600"/>
              <a:gd name="connsiteX805" fmla="*/ 5688546 w 10922000"/>
              <a:gd name="connsiteY805" fmla="*/ 0 h 736600"/>
              <a:gd name="connsiteX806" fmla="*/ 5637981 w 10922000"/>
              <a:gd name="connsiteY806" fmla="*/ 0 h 736600"/>
              <a:gd name="connsiteX807" fmla="*/ 5637981 w 10922000"/>
              <a:gd name="connsiteY807" fmla="*/ 6350 h 736600"/>
              <a:gd name="connsiteX808" fmla="*/ 5688546 w 10922000"/>
              <a:gd name="connsiteY808" fmla="*/ 6350 h 736600"/>
              <a:gd name="connsiteX809" fmla="*/ 5688546 w 10922000"/>
              <a:gd name="connsiteY809" fmla="*/ 0 h 736600"/>
              <a:gd name="connsiteX810" fmla="*/ 5587416 w 10922000"/>
              <a:gd name="connsiteY810" fmla="*/ 0 h 736600"/>
              <a:gd name="connsiteX811" fmla="*/ 5536851 w 10922000"/>
              <a:gd name="connsiteY811" fmla="*/ 0 h 736600"/>
              <a:gd name="connsiteX812" fmla="*/ 5536851 w 10922000"/>
              <a:gd name="connsiteY812" fmla="*/ 6350 h 736600"/>
              <a:gd name="connsiteX813" fmla="*/ 5587416 w 10922000"/>
              <a:gd name="connsiteY813" fmla="*/ 6350 h 736600"/>
              <a:gd name="connsiteX814" fmla="*/ 5587416 w 10922000"/>
              <a:gd name="connsiteY814" fmla="*/ 0 h 736600"/>
              <a:gd name="connsiteX815" fmla="*/ 5486286 w 10922000"/>
              <a:gd name="connsiteY815" fmla="*/ 0 h 736600"/>
              <a:gd name="connsiteX816" fmla="*/ 5435721 w 10922000"/>
              <a:gd name="connsiteY816" fmla="*/ 0 h 736600"/>
              <a:gd name="connsiteX817" fmla="*/ 5435721 w 10922000"/>
              <a:gd name="connsiteY817" fmla="*/ 6350 h 736600"/>
              <a:gd name="connsiteX818" fmla="*/ 5486286 w 10922000"/>
              <a:gd name="connsiteY818" fmla="*/ 6350 h 736600"/>
              <a:gd name="connsiteX819" fmla="*/ 5486286 w 10922000"/>
              <a:gd name="connsiteY819" fmla="*/ 0 h 736600"/>
              <a:gd name="connsiteX820" fmla="*/ 5385156 w 10922000"/>
              <a:gd name="connsiteY820" fmla="*/ 0 h 736600"/>
              <a:gd name="connsiteX821" fmla="*/ 5334591 w 10922000"/>
              <a:gd name="connsiteY821" fmla="*/ 0 h 736600"/>
              <a:gd name="connsiteX822" fmla="*/ 5334591 w 10922000"/>
              <a:gd name="connsiteY822" fmla="*/ 6350 h 736600"/>
              <a:gd name="connsiteX823" fmla="*/ 5385156 w 10922000"/>
              <a:gd name="connsiteY823" fmla="*/ 6350 h 736600"/>
              <a:gd name="connsiteX824" fmla="*/ 5385156 w 10922000"/>
              <a:gd name="connsiteY824" fmla="*/ 0 h 736600"/>
              <a:gd name="connsiteX825" fmla="*/ 5284026 w 10922000"/>
              <a:gd name="connsiteY825" fmla="*/ 0 h 736600"/>
              <a:gd name="connsiteX826" fmla="*/ 5233467 w 10922000"/>
              <a:gd name="connsiteY826" fmla="*/ 0 h 736600"/>
              <a:gd name="connsiteX827" fmla="*/ 5233467 w 10922000"/>
              <a:gd name="connsiteY827" fmla="*/ 6350 h 736600"/>
              <a:gd name="connsiteX828" fmla="*/ 5284026 w 10922000"/>
              <a:gd name="connsiteY828" fmla="*/ 6350 h 736600"/>
              <a:gd name="connsiteX829" fmla="*/ 5284026 w 10922000"/>
              <a:gd name="connsiteY829" fmla="*/ 0 h 736600"/>
              <a:gd name="connsiteX830" fmla="*/ 5182896 w 10922000"/>
              <a:gd name="connsiteY830" fmla="*/ 0 h 736600"/>
              <a:gd name="connsiteX831" fmla="*/ 5132337 w 10922000"/>
              <a:gd name="connsiteY831" fmla="*/ 0 h 736600"/>
              <a:gd name="connsiteX832" fmla="*/ 5132337 w 10922000"/>
              <a:gd name="connsiteY832" fmla="*/ 6350 h 736600"/>
              <a:gd name="connsiteX833" fmla="*/ 5182896 w 10922000"/>
              <a:gd name="connsiteY833" fmla="*/ 6350 h 736600"/>
              <a:gd name="connsiteX834" fmla="*/ 5182896 w 10922000"/>
              <a:gd name="connsiteY834" fmla="*/ 0 h 736600"/>
              <a:gd name="connsiteX835" fmla="*/ 5081772 w 10922000"/>
              <a:gd name="connsiteY835" fmla="*/ 0 h 736600"/>
              <a:gd name="connsiteX836" fmla="*/ 5031207 w 10922000"/>
              <a:gd name="connsiteY836" fmla="*/ 0 h 736600"/>
              <a:gd name="connsiteX837" fmla="*/ 5031207 w 10922000"/>
              <a:gd name="connsiteY837" fmla="*/ 6350 h 736600"/>
              <a:gd name="connsiteX838" fmla="*/ 5081772 w 10922000"/>
              <a:gd name="connsiteY838" fmla="*/ 6350 h 736600"/>
              <a:gd name="connsiteX839" fmla="*/ 5081772 w 10922000"/>
              <a:gd name="connsiteY839" fmla="*/ 0 h 736600"/>
              <a:gd name="connsiteX840" fmla="*/ 4980642 w 10922000"/>
              <a:gd name="connsiteY840" fmla="*/ 0 h 736600"/>
              <a:gd name="connsiteX841" fmla="*/ 4930077 w 10922000"/>
              <a:gd name="connsiteY841" fmla="*/ 0 h 736600"/>
              <a:gd name="connsiteX842" fmla="*/ 4930077 w 10922000"/>
              <a:gd name="connsiteY842" fmla="*/ 6350 h 736600"/>
              <a:gd name="connsiteX843" fmla="*/ 4980642 w 10922000"/>
              <a:gd name="connsiteY843" fmla="*/ 6350 h 736600"/>
              <a:gd name="connsiteX844" fmla="*/ 4980642 w 10922000"/>
              <a:gd name="connsiteY844" fmla="*/ 0 h 736600"/>
              <a:gd name="connsiteX845" fmla="*/ 4879512 w 10922000"/>
              <a:gd name="connsiteY845" fmla="*/ 0 h 736600"/>
              <a:gd name="connsiteX846" fmla="*/ 4828947 w 10922000"/>
              <a:gd name="connsiteY846" fmla="*/ 0 h 736600"/>
              <a:gd name="connsiteX847" fmla="*/ 4828947 w 10922000"/>
              <a:gd name="connsiteY847" fmla="*/ 6350 h 736600"/>
              <a:gd name="connsiteX848" fmla="*/ 4879512 w 10922000"/>
              <a:gd name="connsiteY848" fmla="*/ 6350 h 736600"/>
              <a:gd name="connsiteX849" fmla="*/ 4879512 w 10922000"/>
              <a:gd name="connsiteY849" fmla="*/ 0 h 736600"/>
              <a:gd name="connsiteX850" fmla="*/ 4778381 w 10922000"/>
              <a:gd name="connsiteY850" fmla="*/ 0 h 736600"/>
              <a:gd name="connsiteX851" fmla="*/ 4727817 w 10922000"/>
              <a:gd name="connsiteY851" fmla="*/ 0 h 736600"/>
              <a:gd name="connsiteX852" fmla="*/ 4727817 w 10922000"/>
              <a:gd name="connsiteY852" fmla="*/ 6350 h 736600"/>
              <a:gd name="connsiteX853" fmla="*/ 4778381 w 10922000"/>
              <a:gd name="connsiteY853" fmla="*/ 6350 h 736600"/>
              <a:gd name="connsiteX854" fmla="*/ 4778381 w 10922000"/>
              <a:gd name="connsiteY854" fmla="*/ 0 h 736600"/>
              <a:gd name="connsiteX855" fmla="*/ 4677252 w 10922000"/>
              <a:gd name="connsiteY855" fmla="*/ 0 h 736600"/>
              <a:gd name="connsiteX856" fmla="*/ 4626686 w 10922000"/>
              <a:gd name="connsiteY856" fmla="*/ 0 h 736600"/>
              <a:gd name="connsiteX857" fmla="*/ 4626686 w 10922000"/>
              <a:gd name="connsiteY857" fmla="*/ 6350 h 736600"/>
              <a:gd name="connsiteX858" fmla="*/ 4677252 w 10922000"/>
              <a:gd name="connsiteY858" fmla="*/ 6350 h 736600"/>
              <a:gd name="connsiteX859" fmla="*/ 4677252 w 10922000"/>
              <a:gd name="connsiteY859" fmla="*/ 0 h 736600"/>
              <a:gd name="connsiteX860" fmla="*/ 4576121 w 10922000"/>
              <a:gd name="connsiteY860" fmla="*/ 0 h 736600"/>
              <a:gd name="connsiteX861" fmla="*/ 4525556 w 10922000"/>
              <a:gd name="connsiteY861" fmla="*/ 0 h 736600"/>
              <a:gd name="connsiteX862" fmla="*/ 4525556 w 10922000"/>
              <a:gd name="connsiteY862" fmla="*/ 6350 h 736600"/>
              <a:gd name="connsiteX863" fmla="*/ 4576121 w 10922000"/>
              <a:gd name="connsiteY863" fmla="*/ 6350 h 736600"/>
              <a:gd name="connsiteX864" fmla="*/ 4576121 w 10922000"/>
              <a:gd name="connsiteY864" fmla="*/ 0 h 736600"/>
              <a:gd name="connsiteX865" fmla="*/ 4474991 w 10922000"/>
              <a:gd name="connsiteY865" fmla="*/ 0 h 736600"/>
              <a:gd name="connsiteX866" fmla="*/ 4424426 w 10922000"/>
              <a:gd name="connsiteY866" fmla="*/ 0 h 736600"/>
              <a:gd name="connsiteX867" fmla="*/ 4424426 w 10922000"/>
              <a:gd name="connsiteY867" fmla="*/ 6350 h 736600"/>
              <a:gd name="connsiteX868" fmla="*/ 4474991 w 10922000"/>
              <a:gd name="connsiteY868" fmla="*/ 6350 h 736600"/>
              <a:gd name="connsiteX869" fmla="*/ 4474991 w 10922000"/>
              <a:gd name="connsiteY869" fmla="*/ 0 h 736600"/>
              <a:gd name="connsiteX870" fmla="*/ 4373861 w 10922000"/>
              <a:gd name="connsiteY870" fmla="*/ 0 h 736600"/>
              <a:gd name="connsiteX871" fmla="*/ 4323296 w 10922000"/>
              <a:gd name="connsiteY871" fmla="*/ 0 h 736600"/>
              <a:gd name="connsiteX872" fmla="*/ 4323296 w 10922000"/>
              <a:gd name="connsiteY872" fmla="*/ 6350 h 736600"/>
              <a:gd name="connsiteX873" fmla="*/ 4373861 w 10922000"/>
              <a:gd name="connsiteY873" fmla="*/ 6350 h 736600"/>
              <a:gd name="connsiteX874" fmla="*/ 4373861 w 10922000"/>
              <a:gd name="connsiteY874" fmla="*/ 0 h 736600"/>
              <a:gd name="connsiteX875" fmla="*/ 4272731 w 10922000"/>
              <a:gd name="connsiteY875" fmla="*/ 0 h 736600"/>
              <a:gd name="connsiteX876" fmla="*/ 4222166 w 10922000"/>
              <a:gd name="connsiteY876" fmla="*/ 0 h 736600"/>
              <a:gd name="connsiteX877" fmla="*/ 4222166 w 10922000"/>
              <a:gd name="connsiteY877" fmla="*/ 6350 h 736600"/>
              <a:gd name="connsiteX878" fmla="*/ 4272731 w 10922000"/>
              <a:gd name="connsiteY878" fmla="*/ 6350 h 736600"/>
              <a:gd name="connsiteX879" fmla="*/ 4272731 w 10922000"/>
              <a:gd name="connsiteY879" fmla="*/ 0 h 736600"/>
              <a:gd name="connsiteX880" fmla="*/ 4171601 w 10922000"/>
              <a:gd name="connsiteY880" fmla="*/ 0 h 736600"/>
              <a:gd name="connsiteX881" fmla="*/ 4121036 w 10922000"/>
              <a:gd name="connsiteY881" fmla="*/ 0 h 736600"/>
              <a:gd name="connsiteX882" fmla="*/ 4121036 w 10922000"/>
              <a:gd name="connsiteY882" fmla="*/ 6350 h 736600"/>
              <a:gd name="connsiteX883" fmla="*/ 4171601 w 10922000"/>
              <a:gd name="connsiteY883" fmla="*/ 6350 h 736600"/>
              <a:gd name="connsiteX884" fmla="*/ 4171601 w 10922000"/>
              <a:gd name="connsiteY884" fmla="*/ 0 h 736600"/>
              <a:gd name="connsiteX885" fmla="*/ 4070471 w 10922000"/>
              <a:gd name="connsiteY885" fmla="*/ 0 h 736600"/>
              <a:gd name="connsiteX886" fmla="*/ 4019906 w 10922000"/>
              <a:gd name="connsiteY886" fmla="*/ 0 h 736600"/>
              <a:gd name="connsiteX887" fmla="*/ 4019906 w 10922000"/>
              <a:gd name="connsiteY887" fmla="*/ 6350 h 736600"/>
              <a:gd name="connsiteX888" fmla="*/ 4070471 w 10922000"/>
              <a:gd name="connsiteY888" fmla="*/ 6350 h 736600"/>
              <a:gd name="connsiteX889" fmla="*/ 4070471 w 10922000"/>
              <a:gd name="connsiteY889" fmla="*/ 0 h 736600"/>
              <a:gd name="connsiteX890" fmla="*/ 3969341 w 10922000"/>
              <a:gd name="connsiteY890" fmla="*/ 0 h 736600"/>
              <a:gd name="connsiteX891" fmla="*/ 3918776 w 10922000"/>
              <a:gd name="connsiteY891" fmla="*/ 0 h 736600"/>
              <a:gd name="connsiteX892" fmla="*/ 3918776 w 10922000"/>
              <a:gd name="connsiteY892" fmla="*/ 6350 h 736600"/>
              <a:gd name="connsiteX893" fmla="*/ 3969341 w 10922000"/>
              <a:gd name="connsiteY893" fmla="*/ 6350 h 736600"/>
              <a:gd name="connsiteX894" fmla="*/ 3969341 w 10922000"/>
              <a:gd name="connsiteY894" fmla="*/ 0 h 736600"/>
              <a:gd name="connsiteX895" fmla="*/ 3868211 w 10922000"/>
              <a:gd name="connsiteY895" fmla="*/ 0 h 736600"/>
              <a:gd name="connsiteX896" fmla="*/ 3817645 w 10922000"/>
              <a:gd name="connsiteY896" fmla="*/ 0 h 736600"/>
              <a:gd name="connsiteX897" fmla="*/ 3817645 w 10922000"/>
              <a:gd name="connsiteY897" fmla="*/ 6350 h 736600"/>
              <a:gd name="connsiteX898" fmla="*/ 3868211 w 10922000"/>
              <a:gd name="connsiteY898" fmla="*/ 6350 h 736600"/>
              <a:gd name="connsiteX899" fmla="*/ 3868211 w 10922000"/>
              <a:gd name="connsiteY899" fmla="*/ 0 h 736600"/>
              <a:gd name="connsiteX900" fmla="*/ 3767081 w 10922000"/>
              <a:gd name="connsiteY900" fmla="*/ 0 h 736600"/>
              <a:gd name="connsiteX901" fmla="*/ 3716516 w 10922000"/>
              <a:gd name="connsiteY901" fmla="*/ 0 h 736600"/>
              <a:gd name="connsiteX902" fmla="*/ 3716516 w 10922000"/>
              <a:gd name="connsiteY902" fmla="*/ 6350 h 736600"/>
              <a:gd name="connsiteX903" fmla="*/ 3767081 w 10922000"/>
              <a:gd name="connsiteY903" fmla="*/ 6350 h 736600"/>
              <a:gd name="connsiteX904" fmla="*/ 3767081 w 10922000"/>
              <a:gd name="connsiteY904" fmla="*/ 0 h 736600"/>
              <a:gd name="connsiteX905" fmla="*/ 3665950 w 10922000"/>
              <a:gd name="connsiteY905" fmla="*/ 0 h 736600"/>
              <a:gd name="connsiteX906" fmla="*/ 3615385 w 10922000"/>
              <a:gd name="connsiteY906" fmla="*/ 0 h 736600"/>
              <a:gd name="connsiteX907" fmla="*/ 3615385 w 10922000"/>
              <a:gd name="connsiteY907" fmla="*/ 6350 h 736600"/>
              <a:gd name="connsiteX908" fmla="*/ 3665950 w 10922000"/>
              <a:gd name="connsiteY908" fmla="*/ 6350 h 736600"/>
              <a:gd name="connsiteX909" fmla="*/ 3665950 w 10922000"/>
              <a:gd name="connsiteY909" fmla="*/ 0 h 736600"/>
              <a:gd name="connsiteX910" fmla="*/ 3564820 w 10922000"/>
              <a:gd name="connsiteY910" fmla="*/ 0 h 736600"/>
              <a:gd name="connsiteX911" fmla="*/ 3514255 w 10922000"/>
              <a:gd name="connsiteY911" fmla="*/ 0 h 736600"/>
              <a:gd name="connsiteX912" fmla="*/ 3514255 w 10922000"/>
              <a:gd name="connsiteY912" fmla="*/ 6350 h 736600"/>
              <a:gd name="connsiteX913" fmla="*/ 3564820 w 10922000"/>
              <a:gd name="connsiteY913" fmla="*/ 6350 h 736600"/>
              <a:gd name="connsiteX914" fmla="*/ 3564820 w 10922000"/>
              <a:gd name="connsiteY914" fmla="*/ 0 h 736600"/>
              <a:gd name="connsiteX915" fmla="*/ 3463690 w 10922000"/>
              <a:gd name="connsiteY915" fmla="*/ 0 h 736600"/>
              <a:gd name="connsiteX916" fmla="*/ 3413125 w 10922000"/>
              <a:gd name="connsiteY916" fmla="*/ 0 h 736600"/>
              <a:gd name="connsiteX917" fmla="*/ 3413125 w 10922000"/>
              <a:gd name="connsiteY917" fmla="*/ 6350 h 736600"/>
              <a:gd name="connsiteX918" fmla="*/ 3463690 w 10922000"/>
              <a:gd name="connsiteY918" fmla="*/ 6350 h 736600"/>
              <a:gd name="connsiteX919" fmla="*/ 3463690 w 10922000"/>
              <a:gd name="connsiteY919" fmla="*/ 0 h 736600"/>
              <a:gd name="connsiteX920" fmla="*/ 3362560 w 10922000"/>
              <a:gd name="connsiteY920" fmla="*/ 0 h 736600"/>
              <a:gd name="connsiteX921" fmla="*/ 3311995 w 10922000"/>
              <a:gd name="connsiteY921" fmla="*/ 0 h 736600"/>
              <a:gd name="connsiteX922" fmla="*/ 3311995 w 10922000"/>
              <a:gd name="connsiteY922" fmla="*/ 6350 h 736600"/>
              <a:gd name="connsiteX923" fmla="*/ 3362560 w 10922000"/>
              <a:gd name="connsiteY923" fmla="*/ 6350 h 736600"/>
              <a:gd name="connsiteX924" fmla="*/ 3362560 w 10922000"/>
              <a:gd name="connsiteY924" fmla="*/ 0 h 736600"/>
              <a:gd name="connsiteX925" fmla="*/ 3261430 w 10922000"/>
              <a:gd name="connsiteY925" fmla="*/ 0 h 736600"/>
              <a:gd name="connsiteX926" fmla="*/ 3210865 w 10922000"/>
              <a:gd name="connsiteY926" fmla="*/ 0 h 736600"/>
              <a:gd name="connsiteX927" fmla="*/ 3210865 w 10922000"/>
              <a:gd name="connsiteY927" fmla="*/ 6350 h 736600"/>
              <a:gd name="connsiteX928" fmla="*/ 3261430 w 10922000"/>
              <a:gd name="connsiteY928" fmla="*/ 6350 h 736600"/>
              <a:gd name="connsiteX929" fmla="*/ 3261430 w 10922000"/>
              <a:gd name="connsiteY929" fmla="*/ 0 h 736600"/>
              <a:gd name="connsiteX930" fmla="*/ 3160300 w 10922000"/>
              <a:gd name="connsiteY930" fmla="*/ 0 h 736600"/>
              <a:gd name="connsiteX931" fmla="*/ 3109735 w 10922000"/>
              <a:gd name="connsiteY931" fmla="*/ 0 h 736600"/>
              <a:gd name="connsiteX932" fmla="*/ 3109735 w 10922000"/>
              <a:gd name="connsiteY932" fmla="*/ 6350 h 736600"/>
              <a:gd name="connsiteX933" fmla="*/ 3160300 w 10922000"/>
              <a:gd name="connsiteY933" fmla="*/ 6350 h 736600"/>
              <a:gd name="connsiteX934" fmla="*/ 3160300 w 10922000"/>
              <a:gd name="connsiteY934" fmla="*/ 0 h 736600"/>
              <a:gd name="connsiteX935" fmla="*/ 3059170 w 10922000"/>
              <a:gd name="connsiteY935" fmla="*/ 0 h 736600"/>
              <a:gd name="connsiteX936" fmla="*/ 3008605 w 10922000"/>
              <a:gd name="connsiteY936" fmla="*/ 0 h 736600"/>
              <a:gd name="connsiteX937" fmla="*/ 3008605 w 10922000"/>
              <a:gd name="connsiteY937" fmla="*/ 6350 h 736600"/>
              <a:gd name="connsiteX938" fmla="*/ 3059170 w 10922000"/>
              <a:gd name="connsiteY938" fmla="*/ 6350 h 736600"/>
              <a:gd name="connsiteX939" fmla="*/ 3059170 w 10922000"/>
              <a:gd name="connsiteY939" fmla="*/ 0 h 736600"/>
              <a:gd name="connsiteX940" fmla="*/ 2958040 w 10922000"/>
              <a:gd name="connsiteY940" fmla="*/ 0 h 736600"/>
              <a:gd name="connsiteX941" fmla="*/ 2907475 w 10922000"/>
              <a:gd name="connsiteY941" fmla="*/ 0 h 736600"/>
              <a:gd name="connsiteX942" fmla="*/ 2907475 w 10922000"/>
              <a:gd name="connsiteY942" fmla="*/ 6350 h 736600"/>
              <a:gd name="connsiteX943" fmla="*/ 2958040 w 10922000"/>
              <a:gd name="connsiteY943" fmla="*/ 6350 h 736600"/>
              <a:gd name="connsiteX944" fmla="*/ 2958040 w 10922000"/>
              <a:gd name="connsiteY944" fmla="*/ 0 h 736600"/>
              <a:gd name="connsiteX945" fmla="*/ 2856909 w 10922000"/>
              <a:gd name="connsiteY945" fmla="*/ 0 h 736600"/>
              <a:gd name="connsiteX946" fmla="*/ 2806344 w 10922000"/>
              <a:gd name="connsiteY946" fmla="*/ 0 h 736600"/>
              <a:gd name="connsiteX947" fmla="*/ 2806344 w 10922000"/>
              <a:gd name="connsiteY947" fmla="*/ 6350 h 736600"/>
              <a:gd name="connsiteX948" fmla="*/ 2856909 w 10922000"/>
              <a:gd name="connsiteY948" fmla="*/ 6350 h 736600"/>
              <a:gd name="connsiteX949" fmla="*/ 2856909 w 10922000"/>
              <a:gd name="connsiteY949" fmla="*/ 0 h 736600"/>
              <a:gd name="connsiteX950" fmla="*/ 2755780 w 10922000"/>
              <a:gd name="connsiteY950" fmla="*/ 0 h 736600"/>
              <a:gd name="connsiteX951" fmla="*/ 2705214 w 10922000"/>
              <a:gd name="connsiteY951" fmla="*/ 0 h 736600"/>
              <a:gd name="connsiteX952" fmla="*/ 2705214 w 10922000"/>
              <a:gd name="connsiteY952" fmla="*/ 6350 h 736600"/>
              <a:gd name="connsiteX953" fmla="*/ 2755780 w 10922000"/>
              <a:gd name="connsiteY953" fmla="*/ 6350 h 736600"/>
              <a:gd name="connsiteX954" fmla="*/ 2755780 w 10922000"/>
              <a:gd name="connsiteY954" fmla="*/ 0 h 736600"/>
              <a:gd name="connsiteX955" fmla="*/ 2654649 w 10922000"/>
              <a:gd name="connsiteY955" fmla="*/ 0 h 736600"/>
              <a:gd name="connsiteX956" fmla="*/ 2604084 w 10922000"/>
              <a:gd name="connsiteY956" fmla="*/ 0 h 736600"/>
              <a:gd name="connsiteX957" fmla="*/ 2604084 w 10922000"/>
              <a:gd name="connsiteY957" fmla="*/ 6350 h 736600"/>
              <a:gd name="connsiteX958" fmla="*/ 2654649 w 10922000"/>
              <a:gd name="connsiteY958" fmla="*/ 6350 h 736600"/>
              <a:gd name="connsiteX959" fmla="*/ 2654649 w 10922000"/>
              <a:gd name="connsiteY959" fmla="*/ 0 h 736600"/>
              <a:gd name="connsiteX960" fmla="*/ 2553519 w 10922000"/>
              <a:gd name="connsiteY960" fmla="*/ 0 h 736600"/>
              <a:gd name="connsiteX961" fmla="*/ 2502954 w 10922000"/>
              <a:gd name="connsiteY961" fmla="*/ 0 h 736600"/>
              <a:gd name="connsiteX962" fmla="*/ 2502954 w 10922000"/>
              <a:gd name="connsiteY962" fmla="*/ 6350 h 736600"/>
              <a:gd name="connsiteX963" fmla="*/ 2553519 w 10922000"/>
              <a:gd name="connsiteY963" fmla="*/ 6350 h 736600"/>
              <a:gd name="connsiteX964" fmla="*/ 2553519 w 10922000"/>
              <a:gd name="connsiteY964" fmla="*/ 0 h 736600"/>
              <a:gd name="connsiteX965" fmla="*/ 2452389 w 10922000"/>
              <a:gd name="connsiteY965" fmla="*/ 0 h 736600"/>
              <a:gd name="connsiteX966" fmla="*/ 2401824 w 10922000"/>
              <a:gd name="connsiteY966" fmla="*/ 0 h 736600"/>
              <a:gd name="connsiteX967" fmla="*/ 2401824 w 10922000"/>
              <a:gd name="connsiteY967" fmla="*/ 6350 h 736600"/>
              <a:gd name="connsiteX968" fmla="*/ 2452389 w 10922000"/>
              <a:gd name="connsiteY968" fmla="*/ 6350 h 736600"/>
              <a:gd name="connsiteX969" fmla="*/ 2452389 w 10922000"/>
              <a:gd name="connsiteY969" fmla="*/ 0 h 736600"/>
              <a:gd name="connsiteX970" fmla="*/ 2351259 w 10922000"/>
              <a:gd name="connsiteY970" fmla="*/ 0 h 736600"/>
              <a:gd name="connsiteX971" fmla="*/ 2300694 w 10922000"/>
              <a:gd name="connsiteY971" fmla="*/ 0 h 736600"/>
              <a:gd name="connsiteX972" fmla="*/ 2300694 w 10922000"/>
              <a:gd name="connsiteY972" fmla="*/ 6350 h 736600"/>
              <a:gd name="connsiteX973" fmla="*/ 2351259 w 10922000"/>
              <a:gd name="connsiteY973" fmla="*/ 6350 h 736600"/>
              <a:gd name="connsiteX974" fmla="*/ 2351259 w 10922000"/>
              <a:gd name="connsiteY974" fmla="*/ 0 h 736600"/>
              <a:gd name="connsiteX975" fmla="*/ 2250129 w 10922000"/>
              <a:gd name="connsiteY975" fmla="*/ 0 h 736600"/>
              <a:gd name="connsiteX976" fmla="*/ 2199564 w 10922000"/>
              <a:gd name="connsiteY976" fmla="*/ 0 h 736600"/>
              <a:gd name="connsiteX977" fmla="*/ 2199564 w 10922000"/>
              <a:gd name="connsiteY977" fmla="*/ 6350 h 736600"/>
              <a:gd name="connsiteX978" fmla="*/ 2250129 w 10922000"/>
              <a:gd name="connsiteY978" fmla="*/ 6350 h 736600"/>
              <a:gd name="connsiteX979" fmla="*/ 2250129 w 10922000"/>
              <a:gd name="connsiteY979" fmla="*/ 0 h 736600"/>
              <a:gd name="connsiteX980" fmla="*/ 2148999 w 10922000"/>
              <a:gd name="connsiteY980" fmla="*/ 0 h 736600"/>
              <a:gd name="connsiteX981" fmla="*/ 2098434 w 10922000"/>
              <a:gd name="connsiteY981" fmla="*/ 0 h 736600"/>
              <a:gd name="connsiteX982" fmla="*/ 2098434 w 10922000"/>
              <a:gd name="connsiteY982" fmla="*/ 6350 h 736600"/>
              <a:gd name="connsiteX983" fmla="*/ 2148999 w 10922000"/>
              <a:gd name="connsiteY983" fmla="*/ 6350 h 736600"/>
              <a:gd name="connsiteX984" fmla="*/ 2148999 w 10922000"/>
              <a:gd name="connsiteY984" fmla="*/ 0 h 736600"/>
              <a:gd name="connsiteX985" fmla="*/ 2047869 w 10922000"/>
              <a:gd name="connsiteY985" fmla="*/ 0 h 736600"/>
              <a:gd name="connsiteX986" fmla="*/ 1997304 w 10922000"/>
              <a:gd name="connsiteY986" fmla="*/ 0 h 736600"/>
              <a:gd name="connsiteX987" fmla="*/ 1997304 w 10922000"/>
              <a:gd name="connsiteY987" fmla="*/ 6350 h 736600"/>
              <a:gd name="connsiteX988" fmla="*/ 2047869 w 10922000"/>
              <a:gd name="connsiteY988" fmla="*/ 6350 h 736600"/>
              <a:gd name="connsiteX989" fmla="*/ 2047869 w 10922000"/>
              <a:gd name="connsiteY989" fmla="*/ 0 h 736600"/>
              <a:gd name="connsiteX990" fmla="*/ 1946739 w 10922000"/>
              <a:gd name="connsiteY990" fmla="*/ 0 h 736600"/>
              <a:gd name="connsiteX991" fmla="*/ 1896173 w 10922000"/>
              <a:gd name="connsiteY991" fmla="*/ 0 h 736600"/>
              <a:gd name="connsiteX992" fmla="*/ 1896173 w 10922000"/>
              <a:gd name="connsiteY992" fmla="*/ 6350 h 736600"/>
              <a:gd name="connsiteX993" fmla="*/ 1946739 w 10922000"/>
              <a:gd name="connsiteY993" fmla="*/ 6350 h 736600"/>
              <a:gd name="connsiteX994" fmla="*/ 1946739 w 10922000"/>
              <a:gd name="connsiteY994" fmla="*/ 0 h 736600"/>
              <a:gd name="connsiteX995" fmla="*/ 1845609 w 10922000"/>
              <a:gd name="connsiteY995" fmla="*/ 0 h 736600"/>
              <a:gd name="connsiteX996" fmla="*/ 1795043 w 10922000"/>
              <a:gd name="connsiteY996" fmla="*/ 0 h 736600"/>
              <a:gd name="connsiteX997" fmla="*/ 1795043 w 10922000"/>
              <a:gd name="connsiteY997" fmla="*/ 6350 h 736600"/>
              <a:gd name="connsiteX998" fmla="*/ 1845609 w 10922000"/>
              <a:gd name="connsiteY998" fmla="*/ 6350 h 736600"/>
              <a:gd name="connsiteX999" fmla="*/ 1845609 w 10922000"/>
              <a:gd name="connsiteY999" fmla="*/ 0 h 736600"/>
              <a:gd name="connsiteX1000" fmla="*/ 1744478 w 10922000"/>
              <a:gd name="connsiteY1000" fmla="*/ 0 h 736600"/>
              <a:gd name="connsiteX1001" fmla="*/ 1693913 w 10922000"/>
              <a:gd name="connsiteY1001" fmla="*/ 0 h 736600"/>
              <a:gd name="connsiteX1002" fmla="*/ 1693913 w 10922000"/>
              <a:gd name="connsiteY1002" fmla="*/ 6350 h 736600"/>
              <a:gd name="connsiteX1003" fmla="*/ 1744478 w 10922000"/>
              <a:gd name="connsiteY1003" fmla="*/ 6350 h 736600"/>
              <a:gd name="connsiteX1004" fmla="*/ 1744478 w 10922000"/>
              <a:gd name="connsiteY1004" fmla="*/ 0 h 736600"/>
              <a:gd name="connsiteX1005" fmla="*/ 1643348 w 10922000"/>
              <a:gd name="connsiteY1005" fmla="*/ 0 h 736600"/>
              <a:gd name="connsiteX1006" fmla="*/ 1592783 w 10922000"/>
              <a:gd name="connsiteY1006" fmla="*/ 0 h 736600"/>
              <a:gd name="connsiteX1007" fmla="*/ 1592783 w 10922000"/>
              <a:gd name="connsiteY1007" fmla="*/ 6350 h 736600"/>
              <a:gd name="connsiteX1008" fmla="*/ 1643348 w 10922000"/>
              <a:gd name="connsiteY1008" fmla="*/ 6350 h 736600"/>
              <a:gd name="connsiteX1009" fmla="*/ 1643348 w 10922000"/>
              <a:gd name="connsiteY1009" fmla="*/ 0 h 736600"/>
              <a:gd name="connsiteX1010" fmla="*/ 1542218 w 10922000"/>
              <a:gd name="connsiteY1010" fmla="*/ 0 h 736600"/>
              <a:gd name="connsiteX1011" fmla="*/ 1491647 w 10922000"/>
              <a:gd name="connsiteY1011" fmla="*/ 0 h 736600"/>
              <a:gd name="connsiteX1012" fmla="*/ 1491647 w 10922000"/>
              <a:gd name="connsiteY1012" fmla="*/ 6350 h 736600"/>
              <a:gd name="connsiteX1013" fmla="*/ 1542218 w 10922000"/>
              <a:gd name="connsiteY1013" fmla="*/ 6350 h 736600"/>
              <a:gd name="connsiteX1014" fmla="*/ 1542218 w 10922000"/>
              <a:gd name="connsiteY1014" fmla="*/ 0 h 736600"/>
              <a:gd name="connsiteX1015" fmla="*/ 1441088 w 10922000"/>
              <a:gd name="connsiteY1015" fmla="*/ 0 h 736600"/>
              <a:gd name="connsiteX1016" fmla="*/ 1390523 w 10922000"/>
              <a:gd name="connsiteY1016" fmla="*/ 0 h 736600"/>
              <a:gd name="connsiteX1017" fmla="*/ 1390523 w 10922000"/>
              <a:gd name="connsiteY1017" fmla="*/ 6350 h 736600"/>
              <a:gd name="connsiteX1018" fmla="*/ 1441088 w 10922000"/>
              <a:gd name="connsiteY1018" fmla="*/ 6350 h 736600"/>
              <a:gd name="connsiteX1019" fmla="*/ 1441088 w 10922000"/>
              <a:gd name="connsiteY1019" fmla="*/ 0 h 736600"/>
              <a:gd name="connsiteX1020" fmla="*/ 1339952 w 10922000"/>
              <a:gd name="connsiteY1020" fmla="*/ 0 h 736600"/>
              <a:gd name="connsiteX1021" fmla="*/ 1289387 w 10922000"/>
              <a:gd name="connsiteY1021" fmla="*/ 0 h 736600"/>
              <a:gd name="connsiteX1022" fmla="*/ 1289387 w 10922000"/>
              <a:gd name="connsiteY1022" fmla="*/ 6350 h 736600"/>
              <a:gd name="connsiteX1023" fmla="*/ 1339952 w 10922000"/>
              <a:gd name="connsiteY1023" fmla="*/ 6350 h 736600"/>
              <a:gd name="connsiteX1024" fmla="*/ 1339952 w 10922000"/>
              <a:gd name="connsiteY1024" fmla="*/ 0 h 736600"/>
              <a:gd name="connsiteX1025" fmla="*/ 1238822 w 10922000"/>
              <a:gd name="connsiteY1025" fmla="*/ 0 h 736600"/>
              <a:gd name="connsiteX1026" fmla="*/ 1188257 w 10922000"/>
              <a:gd name="connsiteY1026" fmla="*/ 0 h 736600"/>
              <a:gd name="connsiteX1027" fmla="*/ 1188257 w 10922000"/>
              <a:gd name="connsiteY1027" fmla="*/ 6350 h 736600"/>
              <a:gd name="connsiteX1028" fmla="*/ 1238822 w 10922000"/>
              <a:gd name="connsiteY1028" fmla="*/ 6350 h 736600"/>
              <a:gd name="connsiteX1029" fmla="*/ 1238822 w 10922000"/>
              <a:gd name="connsiteY1029" fmla="*/ 0 h 736600"/>
              <a:gd name="connsiteX1030" fmla="*/ 1137691 w 10922000"/>
              <a:gd name="connsiteY1030" fmla="*/ 0 h 736600"/>
              <a:gd name="connsiteX1031" fmla="*/ 1087126 w 10922000"/>
              <a:gd name="connsiteY1031" fmla="*/ 0 h 736600"/>
              <a:gd name="connsiteX1032" fmla="*/ 1087126 w 10922000"/>
              <a:gd name="connsiteY1032" fmla="*/ 6350 h 736600"/>
              <a:gd name="connsiteX1033" fmla="*/ 1137691 w 10922000"/>
              <a:gd name="connsiteY1033" fmla="*/ 6350 h 736600"/>
              <a:gd name="connsiteX1034" fmla="*/ 1137691 w 10922000"/>
              <a:gd name="connsiteY1034" fmla="*/ 0 h 736600"/>
              <a:gd name="connsiteX1035" fmla="*/ 1036561 w 10922000"/>
              <a:gd name="connsiteY1035" fmla="*/ 0 h 736600"/>
              <a:gd name="connsiteX1036" fmla="*/ 985996 w 10922000"/>
              <a:gd name="connsiteY1036" fmla="*/ 0 h 736600"/>
              <a:gd name="connsiteX1037" fmla="*/ 985996 w 10922000"/>
              <a:gd name="connsiteY1037" fmla="*/ 6350 h 736600"/>
              <a:gd name="connsiteX1038" fmla="*/ 1036561 w 10922000"/>
              <a:gd name="connsiteY1038" fmla="*/ 6350 h 736600"/>
              <a:gd name="connsiteX1039" fmla="*/ 1036561 w 10922000"/>
              <a:gd name="connsiteY1039" fmla="*/ 0 h 736600"/>
              <a:gd name="connsiteX1040" fmla="*/ 935431 w 10922000"/>
              <a:gd name="connsiteY1040" fmla="*/ 0 h 736600"/>
              <a:gd name="connsiteX1041" fmla="*/ 884866 w 10922000"/>
              <a:gd name="connsiteY1041" fmla="*/ 0 h 736600"/>
              <a:gd name="connsiteX1042" fmla="*/ 884866 w 10922000"/>
              <a:gd name="connsiteY1042" fmla="*/ 6350 h 736600"/>
              <a:gd name="connsiteX1043" fmla="*/ 935431 w 10922000"/>
              <a:gd name="connsiteY1043" fmla="*/ 6350 h 736600"/>
              <a:gd name="connsiteX1044" fmla="*/ 935431 w 10922000"/>
              <a:gd name="connsiteY1044" fmla="*/ 0 h 736600"/>
              <a:gd name="connsiteX1045" fmla="*/ 834301 w 10922000"/>
              <a:gd name="connsiteY1045" fmla="*/ 0 h 736600"/>
              <a:gd name="connsiteX1046" fmla="*/ 783736 w 10922000"/>
              <a:gd name="connsiteY1046" fmla="*/ 0 h 736600"/>
              <a:gd name="connsiteX1047" fmla="*/ 783736 w 10922000"/>
              <a:gd name="connsiteY1047" fmla="*/ 6350 h 736600"/>
              <a:gd name="connsiteX1048" fmla="*/ 834301 w 10922000"/>
              <a:gd name="connsiteY1048" fmla="*/ 6350 h 736600"/>
              <a:gd name="connsiteX1049" fmla="*/ 834301 w 10922000"/>
              <a:gd name="connsiteY1049" fmla="*/ 0 h 736600"/>
              <a:gd name="connsiteX1050" fmla="*/ 733171 w 10922000"/>
              <a:gd name="connsiteY1050" fmla="*/ 0 h 736600"/>
              <a:gd name="connsiteX1051" fmla="*/ 682606 w 10922000"/>
              <a:gd name="connsiteY1051" fmla="*/ 0 h 736600"/>
              <a:gd name="connsiteX1052" fmla="*/ 682606 w 10922000"/>
              <a:gd name="connsiteY1052" fmla="*/ 6350 h 736600"/>
              <a:gd name="connsiteX1053" fmla="*/ 733171 w 10922000"/>
              <a:gd name="connsiteY1053" fmla="*/ 6350 h 736600"/>
              <a:gd name="connsiteX1054" fmla="*/ 733171 w 10922000"/>
              <a:gd name="connsiteY1054" fmla="*/ 0 h 736600"/>
              <a:gd name="connsiteX1055" fmla="*/ 632041 w 10922000"/>
              <a:gd name="connsiteY1055" fmla="*/ 0 h 736600"/>
              <a:gd name="connsiteX1056" fmla="*/ 581476 w 10922000"/>
              <a:gd name="connsiteY1056" fmla="*/ 0 h 736600"/>
              <a:gd name="connsiteX1057" fmla="*/ 581476 w 10922000"/>
              <a:gd name="connsiteY1057" fmla="*/ 6350 h 736600"/>
              <a:gd name="connsiteX1058" fmla="*/ 632041 w 10922000"/>
              <a:gd name="connsiteY1058" fmla="*/ 6350 h 736600"/>
              <a:gd name="connsiteX1059" fmla="*/ 632041 w 10922000"/>
              <a:gd name="connsiteY1059" fmla="*/ 0 h 736600"/>
              <a:gd name="connsiteX1060" fmla="*/ 530911 w 10922000"/>
              <a:gd name="connsiteY1060" fmla="*/ 0 h 736600"/>
              <a:gd name="connsiteX1061" fmla="*/ 480346 w 10922000"/>
              <a:gd name="connsiteY1061" fmla="*/ 0 h 736600"/>
              <a:gd name="connsiteX1062" fmla="*/ 480346 w 10922000"/>
              <a:gd name="connsiteY1062" fmla="*/ 6350 h 736600"/>
              <a:gd name="connsiteX1063" fmla="*/ 530911 w 10922000"/>
              <a:gd name="connsiteY1063" fmla="*/ 6350 h 736600"/>
              <a:gd name="connsiteX1064" fmla="*/ 530911 w 10922000"/>
              <a:gd name="connsiteY1064" fmla="*/ 0 h 736600"/>
              <a:gd name="connsiteX1065" fmla="*/ 429781 w 10922000"/>
              <a:gd name="connsiteY1065" fmla="*/ 0 h 736600"/>
              <a:gd name="connsiteX1066" fmla="*/ 379216 w 10922000"/>
              <a:gd name="connsiteY1066" fmla="*/ 0 h 736600"/>
              <a:gd name="connsiteX1067" fmla="*/ 379216 w 10922000"/>
              <a:gd name="connsiteY1067" fmla="*/ 6350 h 736600"/>
              <a:gd name="connsiteX1068" fmla="*/ 429781 w 10922000"/>
              <a:gd name="connsiteY1068" fmla="*/ 6350 h 736600"/>
              <a:gd name="connsiteX1069" fmla="*/ 429781 w 10922000"/>
              <a:gd name="connsiteY1069" fmla="*/ 0 h 736600"/>
              <a:gd name="connsiteX1070" fmla="*/ 328651 w 10922000"/>
              <a:gd name="connsiteY1070" fmla="*/ 0 h 736600"/>
              <a:gd name="connsiteX1071" fmla="*/ 278086 w 10922000"/>
              <a:gd name="connsiteY1071" fmla="*/ 0 h 736600"/>
              <a:gd name="connsiteX1072" fmla="*/ 278086 w 10922000"/>
              <a:gd name="connsiteY1072" fmla="*/ 6350 h 736600"/>
              <a:gd name="connsiteX1073" fmla="*/ 328651 w 10922000"/>
              <a:gd name="connsiteY1073" fmla="*/ 6350 h 736600"/>
              <a:gd name="connsiteX1074" fmla="*/ 328651 w 10922000"/>
              <a:gd name="connsiteY1074" fmla="*/ 0 h 736600"/>
              <a:gd name="connsiteX1075" fmla="*/ 227521 w 10922000"/>
              <a:gd name="connsiteY1075" fmla="*/ 0 h 736600"/>
              <a:gd name="connsiteX1076" fmla="*/ 176955 w 10922000"/>
              <a:gd name="connsiteY1076" fmla="*/ 0 h 736600"/>
              <a:gd name="connsiteX1077" fmla="*/ 176955 w 10922000"/>
              <a:gd name="connsiteY1077" fmla="*/ 6350 h 736600"/>
              <a:gd name="connsiteX1078" fmla="*/ 227521 w 10922000"/>
              <a:gd name="connsiteY1078" fmla="*/ 6350 h 736600"/>
              <a:gd name="connsiteX1079" fmla="*/ 227521 w 10922000"/>
              <a:gd name="connsiteY1079" fmla="*/ 0 h 736600"/>
              <a:gd name="connsiteX1080" fmla="*/ 126390 w 10922000"/>
              <a:gd name="connsiteY1080" fmla="*/ 0 h 736600"/>
              <a:gd name="connsiteX1081" fmla="*/ 75825 w 10922000"/>
              <a:gd name="connsiteY1081" fmla="*/ 0 h 736600"/>
              <a:gd name="connsiteX1082" fmla="*/ 75825 w 10922000"/>
              <a:gd name="connsiteY1082" fmla="*/ 6350 h 736600"/>
              <a:gd name="connsiteX1083" fmla="*/ 126390 w 10922000"/>
              <a:gd name="connsiteY1083" fmla="*/ 6350 h 736600"/>
              <a:gd name="connsiteX1084" fmla="*/ 126390 w 10922000"/>
              <a:gd name="connsiteY1084" fmla="*/ 0 h 736600"/>
              <a:gd name="connsiteX1085" fmla="*/ 25260 w 10922000"/>
              <a:gd name="connsiteY1085" fmla="*/ 0 h 736600"/>
              <a:gd name="connsiteX1086" fmla="*/ 0 w 10922000"/>
              <a:gd name="connsiteY1086" fmla="*/ 0 h 736600"/>
              <a:gd name="connsiteX1087" fmla="*/ 0 w 10922000"/>
              <a:gd name="connsiteY1087" fmla="*/ 6350 h 736600"/>
              <a:gd name="connsiteX1088" fmla="*/ 25260 w 10922000"/>
              <a:gd name="connsiteY1088" fmla="*/ 6350 h 736600"/>
              <a:gd name="connsiteX1089" fmla="*/ 25260 w 10922000"/>
              <a:gd name="connsiteY1089" fmla="*/ 0 h 7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736600">
                <a:moveTo>
                  <a:pt x="0" y="736600"/>
                </a:moveTo>
                <a:lnTo>
                  <a:pt x="25279" y="736600"/>
                </a:lnTo>
                <a:lnTo>
                  <a:pt x="25279" y="730250"/>
                </a:lnTo>
                <a:lnTo>
                  <a:pt x="0" y="730250"/>
                </a:lnTo>
                <a:lnTo>
                  <a:pt x="0" y="736600"/>
                </a:lnTo>
                <a:close/>
                <a:moveTo>
                  <a:pt x="75844" y="736600"/>
                </a:moveTo>
                <a:lnTo>
                  <a:pt x="126409" y="736600"/>
                </a:lnTo>
                <a:lnTo>
                  <a:pt x="126409" y="730250"/>
                </a:lnTo>
                <a:lnTo>
                  <a:pt x="75844" y="730250"/>
                </a:lnTo>
                <a:lnTo>
                  <a:pt x="75844" y="736600"/>
                </a:lnTo>
                <a:close/>
                <a:moveTo>
                  <a:pt x="176975" y="736600"/>
                </a:moveTo>
                <a:lnTo>
                  <a:pt x="227540" y="736600"/>
                </a:lnTo>
                <a:lnTo>
                  <a:pt x="227540" y="730250"/>
                </a:lnTo>
                <a:lnTo>
                  <a:pt x="176975" y="730250"/>
                </a:lnTo>
                <a:lnTo>
                  <a:pt x="176975" y="736600"/>
                </a:lnTo>
                <a:close/>
                <a:moveTo>
                  <a:pt x="278105" y="736600"/>
                </a:moveTo>
                <a:lnTo>
                  <a:pt x="328670" y="736600"/>
                </a:lnTo>
                <a:lnTo>
                  <a:pt x="328670" y="730250"/>
                </a:lnTo>
                <a:lnTo>
                  <a:pt x="278105" y="730250"/>
                </a:lnTo>
                <a:lnTo>
                  <a:pt x="278105" y="736600"/>
                </a:lnTo>
                <a:close/>
                <a:moveTo>
                  <a:pt x="379235" y="736600"/>
                </a:moveTo>
                <a:lnTo>
                  <a:pt x="429800" y="736600"/>
                </a:lnTo>
                <a:lnTo>
                  <a:pt x="429800" y="730250"/>
                </a:lnTo>
                <a:lnTo>
                  <a:pt x="379235" y="730250"/>
                </a:lnTo>
                <a:lnTo>
                  <a:pt x="379235" y="736600"/>
                </a:lnTo>
                <a:close/>
                <a:moveTo>
                  <a:pt x="480365" y="736600"/>
                </a:moveTo>
                <a:lnTo>
                  <a:pt x="530930" y="736600"/>
                </a:lnTo>
                <a:lnTo>
                  <a:pt x="530930" y="730250"/>
                </a:lnTo>
                <a:lnTo>
                  <a:pt x="480365" y="730250"/>
                </a:lnTo>
                <a:lnTo>
                  <a:pt x="480365" y="736600"/>
                </a:lnTo>
                <a:close/>
                <a:moveTo>
                  <a:pt x="581495" y="736600"/>
                </a:moveTo>
                <a:lnTo>
                  <a:pt x="632060" y="736600"/>
                </a:lnTo>
                <a:lnTo>
                  <a:pt x="632060" y="730250"/>
                </a:lnTo>
                <a:lnTo>
                  <a:pt x="581495" y="730250"/>
                </a:lnTo>
                <a:lnTo>
                  <a:pt x="581495" y="736600"/>
                </a:lnTo>
                <a:close/>
                <a:moveTo>
                  <a:pt x="682625" y="736600"/>
                </a:moveTo>
                <a:lnTo>
                  <a:pt x="733190" y="736600"/>
                </a:lnTo>
                <a:lnTo>
                  <a:pt x="733190" y="730250"/>
                </a:lnTo>
                <a:lnTo>
                  <a:pt x="682625" y="730250"/>
                </a:lnTo>
                <a:lnTo>
                  <a:pt x="682625" y="736600"/>
                </a:lnTo>
                <a:close/>
                <a:moveTo>
                  <a:pt x="783755" y="736600"/>
                </a:moveTo>
                <a:lnTo>
                  <a:pt x="834320" y="736600"/>
                </a:lnTo>
                <a:lnTo>
                  <a:pt x="834320" y="730250"/>
                </a:lnTo>
                <a:lnTo>
                  <a:pt x="783755" y="730250"/>
                </a:lnTo>
                <a:lnTo>
                  <a:pt x="783755" y="736600"/>
                </a:lnTo>
                <a:close/>
                <a:moveTo>
                  <a:pt x="884885" y="736600"/>
                </a:moveTo>
                <a:lnTo>
                  <a:pt x="935450" y="736600"/>
                </a:lnTo>
                <a:lnTo>
                  <a:pt x="935450" y="730250"/>
                </a:lnTo>
                <a:lnTo>
                  <a:pt x="884885" y="730250"/>
                </a:lnTo>
                <a:lnTo>
                  <a:pt x="884885" y="736600"/>
                </a:lnTo>
                <a:close/>
                <a:moveTo>
                  <a:pt x="986015" y="736600"/>
                </a:moveTo>
                <a:lnTo>
                  <a:pt x="1036580" y="736600"/>
                </a:lnTo>
                <a:lnTo>
                  <a:pt x="1036580" y="730250"/>
                </a:lnTo>
                <a:lnTo>
                  <a:pt x="986015" y="730250"/>
                </a:lnTo>
                <a:lnTo>
                  <a:pt x="986015" y="736600"/>
                </a:lnTo>
                <a:close/>
                <a:moveTo>
                  <a:pt x="1087146" y="736600"/>
                </a:moveTo>
                <a:lnTo>
                  <a:pt x="1137710" y="736600"/>
                </a:lnTo>
                <a:lnTo>
                  <a:pt x="1137710" y="730250"/>
                </a:lnTo>
                <a:lnTo>
                  <a:pt x="1087146" y="730250"/>
                </a:lnTo>
                <a:lnTo>
                  <a:pt x="1087146" y="736600"/>
                </a:lnTo>
                <a:close/>
                <a:moveTo>
                  <a:pt x="1188276" y="736600"/>
                </a:moveTo>
                <a:lnTo>
                  <a:pt x="1238841" y="736600"/>
                </a:lnTo>
                <a:lnTo>
                  <a:pt x="1238841" y="730250"/>
                </a:lnTo>
                <a:lnTo>
                  <a:pt x="1188276" y="730250"/>
                </a:lnTo>
                <a:lnTo>
                  <a:pt x="1188276" y="736600"/>
                </a:lnTo>
                <a:close/>
                <a:moveTo>
                  <a:pt x="1289406" y="736600"/>
                </a:moveTo>
                <a:lnTo>
                  <a:pt x="1339971" y="736600"/>
                </a:lnTo>
                <a:lnTo>
                  <a:pt x="1339971" y="730250"/>
                </a:lnTo>
                <a:lnTo>
                  <a:pt x="1289406" y="730250"/>
                </a:lnTo>
                <a:lnTo>
                  <a:pt x="1289406" y="736600"/>
                </a:lnTo>
                <a:close/>
                <a:moveTo>
                  <a:pt x="1390536" y="736600"/>
                </a:moveTo>
                <a:lnTo>
                  <a:pt x="1441101" y="736600"/>
                </a:lnTo>
                <a:lnTo>
                  <a:pt x="1441101" y="730250"/>
                </a:lnTo>
                <a:lnTo>
                  <a:pt x="1390536" y="730250"/>
                </a:lnTo>
                <a:lnTo>
                  <a:pt x="1390536" y="736600"/>
                </a:lnTo>
                <a:close/>
                <a:moveTo>
                  <a:pt x="1491660" y="736600"/>
                </a:moveTo>
                <a:lnTo>
                  <a:pt x="1542225" y="736600"/>
                </a:lnTo>
                <a:lnTo>
                  <a:pt x="1542225" y="730250"/>
                </a:lnTo>
                <a:lnTo>
                  <a:pt x="1491660" y="730250"/>
                </a:lnTo>
                <a:lnTo>
                  <a:pt x="1491660" y="736600"/>
                </a:lnTo>
                <a:close/>
                <a:moveTo>
                  <a:pt x="1592790" y="736600"/>
                </a:moveTo>
                <a:lnTo>
                  <a:pt x="1643355" y="736600"/>
                </a:lnTo>
                <a:lnTo>
                  <a:pt x="1643355" y="730250"/>
                </a:lnTo>
                <a:lnTo>
                  <a:pt x="1592790" y="730250"/>
                </a:lnTo>
                <a:lnTo>
                  <a:pt x="1592790" y="736600"/>
                </a:lnTo>
                <a:close/>
                <a:moveTo>
                  <a:pt x="1693920" y="736600"/>
                </a:moveTo>
                <a:lnTo>
                  <a:pt x="1744485" y="736600"/>
                </a:lnTo>
                <a:lnTo>
                  <a:pt x="1744485" y="730250"/>
                </a:lnTo>
                <a:lnTo>
                  <a:pt x="1693920" y="730250"/>
                </a:lnTo>
                <a:lnTo>
                  <a:pt x="1693920" y="736600"/>
                </a:lnTo>
                <a:close/>
                <a:moveTo>
                  <a:pt x="1795050" y="736600"/>
                </a:moveTo>
                <a:lnTo>
                  <a:pt x="1845615" y="736600"/>
                </a:lnTo>
                <a:lnTo>
                  <a:pt x="1845615" y="730250"/>
                </a:lnTo>
                <a:lnTo>
                  <a:pt x="1795050" y="730250"/>
                </a:lnTo>
                <a:lnTo>
                  <a:pt x="1795050" y="736600"/>
                </a:lnTo>
                <a:close/>
                <a:moveTo>
                  <a:pt x="1896180" y="736600"/>
                </a:moveTo>
                <a:lnTo>
                  <a:pt x="1946745" y="736600"/>
                </a:lnTo>
                <a:lnTo>
                  <a:pt x="1946745" y="730250"/>
                </a:lnTo>
                <a:lnTo>
                  <a:pt x="1896180" y="730250"/>
                </a:lnTo>
                <a:lnTo>
                  <a:pt x="1896180" y="736600"/>
                </a:lnTo>
                <a:close/>
                <a:moveTo>
                  <a:pt x="1997310" y="736600"/>
                </a:moveTo>
                <a:lnTo>
                  <a:pt x="2047875" y="736600"/>
                </a:lnTo>
                <a:lnTo>
                  <a:pt x="2047875" y="730250"/>
                </a:lnTo>
                <a:lnTo>
                  <a:pt x="1997310" y="730250"/>
                </a:lnTo>
                <a:lnTo>
                  <a:pt x="1997310" y="736600"/>
                </a:lnTo>
                <a:close/>
                <a:moveTo>
                  <a:pt x="2098440" y="736600"/>
                </a:moveTo>
                <a:lnTo>
                  <a:pt x="2149005" y="736600"/>
                </a:lnTo>
                <a:lnTo>
                  <a:pt x="2149005" y="730250"/>
                </a:lnTo>
                <a:lnTo>
                  <a:pt x="2098440" y="730250"/>
                </a:lnTo>
                <a:lnTo>
                  <a:pt x="2098440" y="736600"/>
                </a:lnTo>
                <a:close/>
                <a:moveTo>
                  <a:pt x="2199570" y="736600"/>
                </a:moveTo>
                <a:lnTo>
                  <a:pt x="2250135" y="736600"/>
                </a:lnTo>
                <a:lnTo>
                  <a:pt x="2250135" y="730250"/>
                </a:lnTo>
                <a:lnTo>
                  <a:pt x="2199570" y="730250"/>
                </a:lnTo>
                <a:lnTo>
                  <a:pt x="2199570" y="736600"/>
                </a:lnTo>
                <a:close/>
                <a:moveTo>
                  <a:pt x="2300700" y="736600"/>
                </a:moveTo>
                <a:lnTo>
                  <a:pt x="2351266" y="736600"/>
                </a:lnTo>
                <a:lnTo>
                  <a:pt x="2351266" y="730250"/>
                </a:lnTo>
                <a:lnTo>
                  <a:pt x="2300700" y="730250"/>
                </a:lnTo>
                <a:lnTo>
                  <a:pt x="2300700" y="736600"/>
                </a:lnTo>
                <a:close/>
                <a:moveTo>
                  <a:pt x="2401830" y="736600"/>
                </a:moveTo>
                <a:lnTo>
                  <a:pt x="2452396" y="736600"/>
                </a:lnTo>
                <a:lnTo>
                  <a:pt x="2452396" y="730250"/>
                </a:lnTo>
                <a:lnTo>
                  <a:pt x="2401830" y="730250"/>
                </a:lnTo>
                <a:lnTo>
                  <a:pt x="2401830" y="736600"/>
                </a:lnTo>
                <a:close/>
                <a:moveTo>
                  <a:pt x="2502961" y="736600"/>
                </a:moveTo>
                <a:lnTo>
                  <a:pt x="2553526" y="736600"/>
                </a:lnTo>
                <a:lnTo>
                  <a:pt x="2553526" y="730250"/>
                </a:lnTo>
                <a:lnTo>
                  <a:pt x="2502961" y="730250"/>
                </a:lnTo>
                <a:lnTo>
                  <a:pt x="2502961" y="736600"/>
                </a:lnTo>
                <a:close/>
                <a:moveTo>
                  <a:pt x="2604084" y="736600"/>
                </a:moveTo>
                <a:lnTo>
                  <a:pt x="2654649" y="736600"/>
                </a:lnTo>
                <a:lnTo>
                  <a:pt x="2654649" y="730250"/>
                </a:lnTo>
                <a:lnTo>
                  <a:pt x="2604084" y="730250"/>
                </a:lnTo>
                <a:lnTo>
                  <a:pt x="2604084" y="736600"/>
                </a:lnTo>
                <a:close/>
                <a:moveTo>
                  <a:pt x="2705214" y="736600"/>
                </a:moveTo>
                <a:lnTo>
                  <a:pt x="2755780" y="736600"/>
                </a:lnTo>
                <a:lnTo>
                  <a:pt x="2755780" y="730250"/>
                </a:lnTo>
                <a:lnTo>
                  <a:pt x="2705214" y="730250"/>
                </a:lnTo>
                <a:lnTo>
                  <a:pt x="2705214" y="736600"/>
                </a:lnTo>
                <a:close/>
                <a:moveTo>
                  <a:pt x="2806344" y="736600"/>
                </a:moveTo>
                <a:lnTo>
                  <a:pt x="2856909" y="736600"/>
                </a:lnTo>
                <a:lnTo>
                  <a:pt x="2856909" y="730250"/>
                </a:lnTo>
                <a:lnTo>
                  <a:pt x="2806344" y="730250"/>
                </a:lnTo>
                <a:lnTo>
                  <a:pt x="2806344" y="736600"/>
                </a:lnTo>
                <a:close/>
                <a:moveTo>
                  <a:pt x="2907475" y="736600"/>
                </a:moveTo>
                <a:lnTo>
                  <a:pt x="2958040" y="736600"/>
                </a:lnTo>
                <a:lnTo>
                  <a:pt x="2958040" y="730250"/>
                </a:lnTo>
                <a:lnTo>
                  <a:pt x="2907475" y="730250"/>
                </a:lnTo>
                <a:lnTo>
                  <a:pt x="2907475" y="736600"/>
                </a:lnTo>
                <a:close/>
                <a:moveTo>
                  <a:pt x="3008605" y="736600"/>
                </a:moveTo>
                <a:lnTo>
                  <a:pt x="3059170" y="736600"/>
                </a:lnTo>
                <a:lnTo>
                  <a:pt x="3059170" y="730250"/>
                </a:lnTo>
                <a:lnTo>
                  <a:pt x="3008605" y="730250"/>
                </a:lnTo>
                <a:lnTo>
                  <a:pt x="3008605" y="736600"/>
                </a:lnTo>
                <a:close/>
                <a:moveTo>
                  <a:pt x="3109735" y="736600"/>
                </a:moveTo>
                <a:lnTo>
                  <a:pt x="3160300" y="736600"/>
                </a:lnTo>
                <a:lnTo>
                  <a:pt x="3160300" y="730250"/>
                </a:lnTo>
                <a:lnTo>
                  <a:pt x="3109735" y="730250"/>
                </a:lnTo>
                <a:lnTo>
                  <a:pt x="3109735" y="736600"/>
                </a:lnTo>
                <a:close/>
                <a:moveTo>
                  <a:pt x="3210865" y="736600"/>
                </a:moveTo>
                <a:lnTo>
                  <a:pt x="3261430" y="736600"/>
                </a:lnTo>
                <a:lnTo>
                  <a:pt x="3261430" y="730250"/>
                </a:lnTo>
                <a:lnTo>
                  <a:pt x="3210865" y="730250"/>
                </a:lnTo>
                <a:lnTo>
                  <a:pt x="3210865" y="736600"/>
                </a:lnTo>
                <a:close/>
                <a:moveTo>
                  <a:pt x="3311995" y="736600"/>
                </a:moveTo>
                <a:lnTo>
                  <a:pt x="3362560" y="736600"/>
                </a:lnTo>
                <a:lnTo>
                  <a:pt x="3362560" y="730250"/>
                </a:lnTo>
                <a:lnTo>
                  <a:pt x="3311995" y="730250"/>
                </a:lnTo>
                <a:lnTo>
                  <a:pt x="3311995" y="736600"/>
                </a:lnTo>
                <a:close/>
                <a:moveTo>
                  <a:pt x="3413125" y="736600"/>
                </a:moveTo>
                <a:lnTo>
                  <a:pt x="3463690" y="736600"/>
                </a:lnTo>
                <a:lnTo>
                  <a:pt x="3463690" y="730250"/>
                </a:lnTo>
                <a:lnTo>
                  <a:pt x="3413125" y="730250"/>
                </a:lnTo>
                <a:lnTo>
                  <a:pt x="3413125" y="736600"/>
                </a:lnTo>
                <a:close/>
                <a:moveTo>
                  <a:pt x="3514255" y="736600"/>
                </a:moveTo>
                <a:lnTo>
                  <a:pt x="3564820" y="736600"/>
                </a:lnTo>
                <a:lnTo>
                  <a:pt x="3564820" y="730250"/>
                </a:lnTo>
                <a:lnTo>
                  <a:pt x="3514255" y="730250"/>
                </a:lnTo>
                <a:lnTo>
                  <a:pt x="3514255" y="736600"/>
                </a:lnTo>
                <a:close/>
                <a:moveTo>
                  <a:pt x="3615385" y="736600"/>
                </a:moveTo>
                <a:lnTo>
                  <a:pt x="3665944" y="736600"/>
                </a:lnTo>
                <a:lnTo>
                  <a:pt x="3665944" y="730250"/>
                </a:lnTo>
                <a:lnTo>
                  <a:pt x="3615385" y="730250"/>
                </a:lnTo>
                <a:lnTo>
                  <a:pt x="3615385" y="736600"/>
                </a:lnTo>
                <a:close/>
                <a:moveTo>
                  <a:pt x="3716509" y="736600"/>
                </a:moveTo>
                <a:lnTo>
                  <a:pt x="3767074" y="736600"/>
                </a:lnTo>
                <a:lnTo>
                  <a:pt x="3767074" y="730250"/>
                </a:lnTo>
                <a:lnTo>
                  <a:pt x="3716509" y="730250"/>
                </a:lnTo>
                <a:lnTo>
                  <a:pt x="3716509" y="736600"/>
                </a:lnTo>
                <a:close/>
                <a:moveTo>
                  <a:pt x="3817639" y="736600"/>
                </a:moveTo>
                <a:lnTo>
                  <a:pt x="3868204" y="736600"/>
                </a:lnTo>
                <a:lnTo>
                  <a:pt x="3868204" y="730250"/>
                </a:lnTo>
                <a:lnTo>
                  <a:pt x="3817639" y="730250"/>
                </a:lnTo>
                <a:lnTo>
                  <a:pt x="3817639" y="736600"/>
                </a:lnTo>
                <a:close/>
                <a:moveTo>
                  <a:pt x="3918769" y="736600"/>
                </a:moveTo>
                <a:lnTo>
                  <a:pt x="3969334" y="736600"/>
                </a:lnTo>
                <a:lnTo>
                  <a:pt x="3969334" y="730250"/>
                </a:lnTo>
                <a:lnTo>
                  <a:pt x="3918769" y="730250"/>
                </a:lnTo>
                <a:lnTo>
                  <a:pt x="3918769" y="736600"/>
                </a:lnTo>
                <a:close/>
                <a:moveTo>
                  <a:pt x="4019899" y="736600"/>
                </a:moveTo>
                <a:lnTo>
                  <a:pt x="4070464" y="736600"/>
                </a:lnTo>
                <a:lnTo>
                  <a:pt x="4070464" y="730250"/>
                </a:lnTo>
                <a:lnTo>
                  <a:pt x="4019899" y="730250"/>
                </a:lnTo>
                <a:lnTo>
                  <a:pt x="4019899" y="736600"/>
                </a:lnTo>
                <a:close/>
                <a:moveTo>
                  <a:pt x="4121030" y="736600"/>
                </a:moveTo>
                <a:lnTo>
                  <a:pt x="4171594" y="736600"/>
                </a:lnTo>
                <a:lnTo>
                  <a:pt x="4171594" y="730250"/>
                </a:lnTo>
                <a:lnTo>
                  <a:pt x="4121030" y="730250"/>
                </a:lnTo>
                <a:lnTo>
                  <a:pt x="4121030" y="736600"/>
                </a:lnTo>
                <a:close/>
                <a:moveTo>
                  <a:pt x="4222160" y="736600"/>
                </a:moveTo>
                <a:lnTo>
                  <a:pt x="4272725" y="736600"/>
                </a:lnTo>
                <a:lnTo>
                  <a:pt x="4272725" y="730250"/>
                </a:lnTo>
                <a:lnTo>
                  <a:pt x="4222160" y="730250"/>
                </a:lnTo>
                <a:lnTo>
                  <a:pt x="4222160" y="736600"/>
                </a:lnTo>
                <a:close/>
                <a:moveTo>
                  <a:pt x="4323290" y="736600"/>
                </a:moveTo>
                <a:lnTo>
                  <a:pt x="4373855" y="736600"/>
                </a:lnTo>
                <a:lnTo>
                  <a:pt x="4373855" y="730250"/>
                </a:lnTo>
                <a:lnTo>
                  <a:pt x="4323290" y="730250"/>
                </a:lnTo>
                <a:lnTo>
                  <a:pt x="4323290" y="736600"/>
                </a:lnTo>
                <a:close/>
                <a:moveTo>
                  <a:pt x="4424420" y="736600"/>
                </a:moveTo>
                <a:lnTo>
                  <a:pt x="4474985" y="736600"/>
                </a:lnTo>
                <a:lnTo>
                  <a:pt x="4474985" y="730250"/>
                </a:lnTo>
                <a:lnTo>
                  <a:pt x="4424420" y="730250"/>
                </a:lnTo>
                <a:lnTo>
                  <a:pt x="4424420" y="736600"/>
                </a:lnTo>
                <a:close/>
                <a:moveTo>
                  <a:pt x="4525550" y="736600"/>
                </a:moveTo>
                <a:lnTo>
                  <a:pt x="4576115" y="736600"/>
                </a:lnTo>
                <a:lnTo>
                  <a:pt x="4576115" y="730250"/>
                </a:lnTo>
                <a:lnTo>
                  <a:pt x="4525550" y="730250"/>
                </a:lnTo>
                <a:lnTo>
                  <a:pt x="4525550" y="736600"/>
                </a:lnTo>
                <a:close/>
                <a:moveTo>
                  <a:pt x="4626680" y="736600"/>
                </a:moveTo>
                <a:lnTo>
                  <a:pt x="4677239" y="736600"/>
                </a:lnTo>
                <a:lnTo>
                  <a:pt x="4677239" y="730250"/>
                </a:lnTo>
                <a:lnTo>
                  <a:pt x="4626680" y="730250"/>
                </a:lnTo>
                <a:lnTo>
                  <a:pt x="4626680" y="736600"/>
                </a:lnTo>
                <a:close/>
                <a:moveTo>
                  <a:pt x="4727804" y="736600"/>
                </a:moveTo>
                <a:lnTo>
                  <a:pt x="4778369" y="736600"/>
                </a:lnTo>
                <a:lnTo>
                  <a:pt x="4778369" y="730250"/>
                </a:lnTo>
                <a:lnTo>
                  <a:pt x="4727804" y="730250"/>
                </a:lnTo>
                <a:lnTo>
                  <a:pt x="4727804" y="736600"/>
                </a:lnTo>
                <a:close/>
                <a:moveTo>
                  <a:pt x="4828934" y="736600"/>
                </a:moveTo>
                <a:lnTo>
                  <a:pt x="4879499" y="736600"/>
                </a:lnTo>
                <a:lnTo>
                  <a:pt x="4879499" y="730250"/>
                </a:lnTo>
                <a:lnTo>
                  <a:pt x="4828934" y="730250"/>
                </a:lnTo>
                <a:lnTo>
                  <a:pt x="4828934" y="736600"/>
                </a:lnTo>
                <a:close/>
                <a:moveTo>
                  <a:pt x="4930064" y="736600"/>
                </a:moveTo>
                <a:lnTo>
                  <a:pt x="4980629" y="736600"/>
                </a:lnTo>
                <a:lnTo>
                  <a:pt x="4980629" y="730250"/>
                </a:lnTo>
                <a:lnTo>
                  <a:pt x="4930064" y="730250"/>
                </a:lnTo>
                <a:lnTo>
                  <a:pt x="4930064" y="736600"/>
                </a:lnTo>
                <a:close/>
                <a:moveTo>
                  <a:pt x="5031194" y="736600"/>
                </a:moveTo>
                <a:lnTo>
                  <a:pt x="5081759" y="736600"/>
                </a:lnTo>
                <a:lnTo>
                  <a:pt x="5081759" y="730250"/>
                </a:lnTo>
                <a:lnTo>
                  <a:pt x="5031194" y="730250"/>
                </a:lnTo>
                <a:lnTo>
                  <a:pt x="5031194" y="736600"/>
                </a:lnTo>
                <a:close/>
                <a:moveTo>
                  <a:pt x="5132324" y="736600"/>
                </a:moveTo>
                <a:lnTo>
                  <a:pt x="5182889" y="736600"/>
                </a:lnTo>
                <a:lnTo>
                  <a:pt x="5182889" y="730250"/>
                </a:lnTo>
                <a:lnTo>
                  <a:pt x="5132324" y="730250"/>
                </a:lnTo>
                <a:lnTo>
                  <a:pt x="5132324" y="736600"/>
                </a:lnTo>
                <a:close/>
                <a:moveTo>
                  <a:pt x="5233454" y="736600"/>
                </a:moveTo>
                <a:lnTo>
                  <a:pt x="5284020" y="736600"/>
                </a:lnTo>
                <a:lnTo>
                  <a:pt x="5284020" y="730250"/>
                </a:lnTo>
                <a:lnTo>
                  <a:pt x="5233454" y="730250"/>
                </a:lnTo>
                <a:lnTo>
                  <a:pt x="5233454" y="736600"/>
                </a:lnTo>
                <a:close/>
                <a:moveTo>
                  <a:pt x="5334584" y="736600"/>
                </a:moveTo>
                <a:lnTo>
                  <a:pt x="5385149" y="736600"/>
                </a:lnTo>
                <a:lnTo>
                  <a:pt x="5385149" y="730250"/>
                </a:lnTo>
                <a:lnTo>
                  <a:pt x="5334584" y="730250"/>
                </a:lnTo>
                <a:lnTo>
                  <a:pt x="5334584" y="736600"/>
                </a:lnTo>
                <a:close/>
                <a:moveTo>
                  <a:pt x="5435715" y="736600"/>
                </a:moveTo>
                <a:lnTo>
                  <a:pt x="5486280" y="736600"/>
                </a:lnTo>
                <a:lnTo>
                  <a:pt x="5486280" y="730250"/>
                </a:lnTo>
                <a:lnTo>
                  <a:pt x="5435715" y="730250"/>
                </a:lnTo>
                <a:lnTo>
                  <a:pt x="5435715" y="736600"/>
                </a:lnTo>
                <a:close/>
                <a:moveTo>
                  <a:pt x="5536844" y="736600"/>
                </a:moveTo>
                <a:lnTo>
                  <a:pt x="5587410" y="736600"/>
                </a:lnTo>
                <a:lnTo>
                  <a:pt x="5587410" y="730250"/>
                </a:lnTo>
                <a:lnTo>
                  <a:pt x="5536844" y="730250"/>
                </a:lnTo>
                <a:lnTo>
                  <a:pt x="5536844" y="736600"/>
                </a:lnTo>
                <a:close/>
                <a:moveTo>
                  <a:pt x="5637975" y="736600"/>
                </a:moveTo>
                <a:lnTo>
                  <a:pt x="5688533" y="736600"/>
                </a:lnTo>
                <a:lnTo>
                  <a:pt x="5688533" y="730250"/>
                </a:lnTo>
                <a:lnTo>
                  <a:pt x="5637975" y="730250"/>
                </a:lnTo>
                <a:lnTo>
                  <a:pt x="5637975" y="736600"/>
                </a:lnTo>
                <a:close/>
                <a:moveTo>
                  <a:pt x="5739130" y="736600"/>
                </a:moveTo>
                <a:lnTo>
                  <a:pt x="5789676" y="736600"/>
                </a:lnTo>
                <a:lnTo>
                  <a:pt x="5789676" y="730250"/>
                </a:lnTo>
                <a:lnTo>
                  <a:pt x="5739130" y="730250"/>
                </a:lnTo>
                <a:lnTo>
                  <a:pt x="5739130" y="736600"/>
                </a:lnTo>
                <a:close/>
                <a:moveTo>
                  <a:pt x="5840222" y="736600"/>
                </a:moveTo>
                <a:lnTo>
                  <a:pt x="5890769" y="736600"/>
                </a:lnTo>
                <a:lnTo>
                  <a:pt x="5890769" y="730250"/>
                </a:lnTo>
                <a:lnTo>
                  <a:pt x="5840222" y="730250"/>
                </a:lnTo>
                <a:lnTo>
                  <a:pt x="5840222" y="736600"/>
                </a:lnTo>
                <a:close/>
                <a:moveTo>
                  <a:pt x="5941378" y="736600"/>
                </a:moveTo>
                <a:lnTo>
                  <a:pt x="5991924" y="736600"/>
                </a:lnTo>
                <a:lnTo>
                  <a:pt x="5991924" y="730250"/>
                </a:lnTo>
                <a:lnTo>
                  <a:pt x="5941378" y="730250"/>
                </a:lnTo>
                <a:lnTo>
                  <a:pt x="5941378" y="736600"/>
                </a:lnTo>
                <a:close/>
                <a:moveTo>
                  <a:pt x="6042469" y="736600"/>
                </a:moveTo>
                <a:lnTo>
                  <a:pt x="6093079" y="736600"/>
                </a:lnTo>
                <a:lnTo>
                  <a:pt x="6093079" y="730250"/>
                </a:lnTo>
                <a:lnTo>
                  <a:pt x="6042469" y="730250"/>
                </a:lnTo>
                <a:lnTo>
                  <a:pt x="6042469" y="736600"/>
                </a:lnTo>
                <a:close/>
                <a:moveTo>
                  <a:pt x="6143625" y="736600"/>
                </a:moveTo>
                <a:lnTo>
                  <a:pt x="6194171" y="736600"/>
                </a:lnTo>
                <a:lnTo>
                  <a:pt x="6194171" y="730250"/>
                </a:lnTo>
                <a:lnTo>
                  <a:pt x="6143625" y="730250"/>
                </a:lnTo>
                <a:lnTo>
                  <a:pt x="6143625" y="736600"/>
                </a:lnTo>
                <a:close/>
                <a:moveTo>
                  <a:pt x="6244718" y="736600"/>
                </a:moveTo>
                <a:lnTo>
                  <a:pt x="6295327" y="736600"/>
                </a:lnTo>
                <a:lnTo>
                  <a:pt x="6295327" y="730250"/>
                </a:lnTo>
                <a:lnTo>
                  <a:pt x="6244718" y="730250"/>
                </a:lnTo>
                <a:lnTo>
                  <a:pt x="6244718" y="736600"/>
                </a:lnTo>
                <a:close/>
                <a:moveTo>
                  <a:pt x="6345873" y="736600"/>
                </a:moveTo>
                <a:lnTo>
                  <a:pt x="6396419" y="736600"/>
                </a:lnTo>
                <a:lnTo>
                  <a:pt x="6396419" y="730250"/>
                </a:lnTo>
                <a:lnTo>
                  <a:pt x="6345873" y="730250"/>
                </a:lnTo>
                <a:lnTo>
                  <a:pt x="6345873" y="736600"/>
                </a:lnTo>
                <a:close/>
                <a:moveTo>
                  <a:pt x="6447028" y="736600"/>
                </a:moveTo>
                <a:lnTo>
                  <a:pt x="6497574" y="736600"/>
                </a:lnTo>
                <a:lnTo>
                  <a:pt x="6497574" y="730250"/>
                </a:lnTo>
                <a:lnTo>
                  <a:pt x="6447028" y="730250"/>
                </a:lnTo>
                <a:lnTo>
                  <a:pt x="6447028" y="736600"/>
                </a:lnTo>
                <a:close/>
                <a:moveTo>
                  <a:pt x="6548120" y="736600"/>
                </a:moveTo>
                <a:lnTo>
                  <a:pt x="6598730" y="736600"/>
                </a:lnTo>
                <a:lnTo>
                  <a:pt x="6598730" y="730250"/>
                </a:lnTo>
                <a:lnTo>
                  <a:pt x="6548120" y="730250"/>
                </a:lnTo>
                <a:lnTo>
                  <a:pt x="6548120" y="736600"/>
                </a:lnTo>
                <a:close/>
                <a:moveTo>
                  <a:pt x="6649276" y="736600"/>
                </a:moveTo>
                <a:lnTo>
                  <a:pt x="6699822" y="736600"/>
                </a:lnTo>
                <a:lnTo>
                  <a:pt x="6699822" y="730250"/>
                </a:lnTo>
                <a:lnTo>
                  <a:pt x="6649276" y="730250"/>
                </a:lnTo>
                <a:lnTo>
                  <a:pt x="6649276" y="736600"/>
                </a:lnTo>
                <a:close/>
                <a:moveTo>
                  <a:pt x="6750368" y="736600"/>
                </a:moveTo>
                <a:lnTo>
                  <a:pt x="6800977" y="736600"/>
                </a:lnTo>
                <a:lnTo>
                  <a:pt x="6800977" y="730250"/>
                </a:lnTo>
                <a:lnTo>
                  <a:pt x="6750368" y="730250"/>
                </a:lnTo>
                <a:lnTo>
                  <a:pt x="6750368" y="736600"/>
                </a:lnTo>
                <a:close/>
                <a:moveTo>
                  <a:pt x="6851523" y="736600"/>
                </a:moveTo>
                <a:lnTo>
                  <a:pt x="6902069" y="736600"/>
                </a:lnTo>
                <a:lnTo>
                  <a:pt x="6902069" y="730250"/>
                </a:lnTo>
                <a:lnTo>
                  <a:pt x="6851523" y="730250"/>
                </a:lnTo>
                <a:lnTo>
                  <a:pt x="6851523" y="736600"/>
                </a:lnTo>
                <a:close/>
                <a:moveTo>
                  <a:pt x="6952679" y="736600"/>
                </a:moveTo>
                <a:lnTo>
                  <a:pt x="7003225" y="736600"/>
                </a:lnTo>
                <a:lnTo>
                  <a:pt x="7003225" y="730250"/>
                </a:lnTo>
                <a:lnTo>
                  <a:pt x="6952679" y="730250"/>
                </a:lnTo>
                <a:lnTo>
                  <a:pt x="6952679" y="736600"/>
                </a:lnTo>
                <a:close/>
                <a:moveTo>
                  <a:pt x="7053770" y="736600"/>
                </a:moveTo>
                <a:lnTo>
                  <a:pt x="7104381" y="736600"/>
                </a:lnTo>
                <a:lnTo>
                  <a:pt x="7104381" y="730250"/>
                </a:lnTo>
                <a:lnTo>
                  <a:pt x="7053770" y="730250"/>
                </a:lnTo>
                <a:lnTo>
                  <a:pt x="7053770" y="736600"/>
                </a:lnTo>
                <a:close/>
                <a:moveTo>
                  <a:pt x="7154926" y="736600"/>
                </a:moveTo>
                <a:lnTo>
                  <a:pt x="7205472" y="736600"/>
                </a:lnTo>
                <a:lnTo>
                  <a:pt x="7205472" y="730250"/>
                </a:lnTo>
                <a:lnTo>
                  <a:pt x="7154926" y="730250"/>
                </a:lnTo>
                <a:lnTo>
                  <a:pt x="7154926" y="736600"/>
                </a:lnTo>
                <a:close/>
                <a:moveTo>
                  <a:pt x="7256019" y="736600"/>
                </a:moveTo>
                <a:lnTo>
                  <a:pt x="7306628" y="736600"/>
                </a:lnTo>
                <a:lnTo>
                  <a:pt x="7306628" y="730250"/>
                </a:lnTo>
                <a:lnTo>
                  <a:pt x="7256019" y="730250"/>
                </a:lnTo>
                <a:lnTo>
                  <a:pt x="7256019" y="736600"/>
                </a:lnTo>
                <a:close/>
                <a:moveTo>
                  <a:pt x="7357174" y="736600"/>
                </a:moveTo>
                <a:lnTo>
                  <a:pt x="7407719" y="736600"/>
                </a:lnTo>
                <a:lnTo>
                  <a:pt x="7407719" y="730250"/>
                </a:lnTo>
                <a:lnTo>
                  <a:pt x="7357174" y="730250"/>
                </a:lnTo>
                <a:lnTo>
                  <a:pt x="7357174" y="736600"/>
                </a:lnTo>
                <a:close/>
                <a:moveTo>
                  <a:pt x="7458329" y="736600"/>
                </a:moveTo>
                <a:lnTo>
                  <a:pt x="7508875" y="736600"/>
                </a:lnTo>
                <a:lnTo>
                  <a:pt x="7508875" y="730250"/>
                </a:lnTo>
                <a:lnTo>
                  <a:pt x="7458329" y="730250"/>
                </a:lnTo>
                <a:lnTo>
                  <a:pt x="7458329" y="736600"/>
                </a:lnTo>
                <a:close/>
                <a:moveTo>
                  <a:pt x="7559421" y="736600"/>
                </a:moveTo>
                <a:lnTo>
                  <a:pt x="7610031" y="736600"/>
                </a:lnTo>
                <a:lnTo>
                  <a:pt x="7610031" y="730250"/>
                </a:lnTo>
                <a:lnTo>
                  <a:pt x="7559421" y="730250"/>
                </a:lnTo>
                <a:lnTo>
                  <a:pt x="7559421" y="736600"/>
                </a:lnTo>
                <a:close/>
                <a:moveTo>
                  <a:pt x="7660577" y="736600"/>
                </a:moveTo>
                <a:lnTo>
                  <a:pt x="7711123" y="736600"/>
                </a:lnTo>
                <a:lnTo>
                  <a:pt x="7711123" y="730250"/>
                </a:lnTo>
                <a:lnTo>
                  <a:pt x="7660577" y="730250"/>
                </a:lnTo>
                <a:lnTo>
                  <a:pt x="7660577" y="736600"/>
                </a:lnTo>
                <a:close/>
                <a:moveTo>
                  <a:pt x="7761732" y="736600"/>
                </a:moveTo>
                <a:lnTo>
                  <a:pt x="7812278" y="736600"/>
                </a:lnTo>
                <a:lnTo>
                  <a:pt x="7812278" y="730250"/>
                </a:lnTo>
                <a:lnTo>
                  <a:pt x="7761732" y="730250"/>
                </a:lnTo>
                <a:lnTo>
                  <a:pt x="7761732" y="736600"/>
                </a:lnTo>
                <a:close/>
                <a:moveTo>
                  <a:pt x="7862824" y="736600"/>
                </a:moveTo>
                <a:lnTo>
                  <a:pt x="7913370" y="736600"/>
                </a:lnTo>
                <a:lnTo>
                  <a:pt x="7913370" y="730250"/>
                </a:lnTo>
                <a:lnTo>
                  <a:pt x="7862824" y="730250"/>
                </a:lnTo>
                <a:lnTo>
                  <a:pt x="7862824" y="736600"/>
                </a:lnTo>
                <a:close/>
                <a:moveTo>
                  <a:pt x="7963980" y="736600"/>
                </a:moveTo>
                <a:lnTo>
                  <a:pt x="8014526" y="736600"/>
                </a:lnTo>
                <a:lnTo>
                  <a:pt x="8014526" y="730250"/>
                </a:lnTo>
                <a:lnTo>
                  <a:pt x="7963980" y="730250"/>
                </a:lnTo>
                <a:lnTo>
                  <a:pt x="7963980" y="736600"/>
                </a:lnTo>
                <a:close/>
                <a:moveTo>
                  <a:pt x="8065072" y="736600"/>
                </a:moveTo>
                <a:lnTo>
                  <a:pt x="8115682" y="736600"/>
                </a:lnTo>
                <a:lnTo>
                  <a:pt x="8115682" y="730250"/>
                </a:lnTo>
                <a:lnTo>
                  <a:pt x="8065072" y="730250"/>
                </a:lnTo>
                <a:lnTo>
                  <a:pt x="8065072" y="736600"/>
                </a:lnTo>
                <a:close/>
                <a:moveTo>
                  <a:pt x="8166227" y="736600"/>
                </a:moveTo>
                <a:lnTo>
                  <a:pt x="8216773" y="736600"/>
                </a:lnTo>
                <a:lnTo>
                  <a:pt x="8216773" y="730250"/>
                </a:lnTo>
                <a:lnTo>
                  <a:pt x="8166227" y="730250"/>
                </a:lnTo>
                <a:lnTo>
                  <a:pt x="8166227" y="736600"/>
                </a:lnTo>
                <a:close/>
                <a:moveTo>
                  <a:pt x="8267382" y="736600"/>
                </a:moveTo>
                <a:lnTo>
                  <a:pt x="8317929" y="736600"/>
                </a:lnTo>
                <a:lnTo>
                  <a:pt x="8317929" y="730250"/>
                </a:lnTo>
                <a:lnTo>
                  <a:pt x="8267382" y="730250"/>
                </a:lnTo>
                <a:lnTo>
                  <a:pt x="8267382" y="736600"/>
                </a:lnTo>
                <a:close/>
                <a:moveTo>
                  <a:pt x="8368475" y="736600"/>
                </a:moveTo>
                <a:lnTo>
                  <a:pt x="8419020" y="736600"/>
                </a:lnTo>
                <a:lnTo>
                  <a:pt x="8419020" y="730250"/>
                </a:lnTo>
                <a:lnTo>
                  <a:pt x="8368475" y="730250"/>
                </a:lnTo>
                <a:lnTo>
                  <a:pt x="8368475" y="736600"/>
                </a:lnTo>
                <a:close/>
                <a:moveTo>
                  <a:pt x="8469630" y="736600"/>
                </a:moveTo>
                <a:lnTo>
                  <a:pt x="8520176" y="736600"/>
                </a:lnTo>
                <a:lnTo>
                  <a:pt x="8520176" y="730250"/>
                </a:lnTo>
                <a:lnTo>
                  <a:pt x="8469630" y="730250"/>
                </a:lnTo>
                <a:lnTo>
                  <a:pt x="8469630" y="736600"/>
                </a:lnTo>
                <a:close/>
                <a:moveTo>
                  <a:pt x="8570722" y="736600"/>
                </a:moveTo>
                <a:lnTo>
                  <a:pt x="8621331" y="736600"/>
                </a:lnTo>
                <a:lnTo>
                  <a:pt x="8621331" y="730250"/>
                </a:lnTo>
                <a:lnTo>
                  <a:pt x="8570722" y="730250"/>
                </a:lnTo>
                <a:lnTo>
                  <a:pt x="8570722" y="736600"/>
                </a:lnTo>
                <a:close/>
                <a:moveTo>
                  <a:pt x="8671878" y="736600"/>
                </a:moveTo>
                <a:lnTo>
                  <a:pt x="8722423" y="736600"/>
                </a:lnTo>
                <a:lnTo>
                  <a:pt x="8722423" y="730250"/>
                </a:lnTo>
                <a:lnTo>
                  <a:pt x="8671878" y="730250"/>
                </a:lnTo>
                <a:lnTo>
                  <a:pt x="8671878" y="736600"/>
                </a:lnTo>
                <a:close/>
                <a:moveTo>
                  <a:pt x="8773033" y="736600"/>
                </a:moveTo>
                <a:lnTo>
                  <a:pt x="8823579" y="736600"/>
                </a:lnTo>
                <a:lnTo>
                  <a:pt x="8823579" y="730250"/>
                </a:lnTo>
                <a:lnTo>
                  <a:pt x="8773033" y="730250"/>
                </a:lnTo>
                <a:lnTo>
                  <a:pt x="8773033" y="736600"/>
                </a:lnTo>
                <a:close/>
                <a:moveTo>
                  <a:pt x="8874125" y="736600"/>
                </a:moveTo>
                <a:lnTo>
                  <a:pt x="8924671" y="736600"/>
                </a:lnTo>
                <a:lnTo>
                  <a:pt x="8924671" y="730250"/>
                </a:lnTo>
                <a:lnTo>
                  <a:pt x="8874125" y="730250"/>
                </a:lnTo>
                <a:lnTo>
                  <a:pt x="8874125" y="736600"/>
                </a:lnTo>
                <a:close/>
                <a:moveTo>
                  <a:pt x="8975281" y="736600"/>
                </a:moveTo>
                <a:lnTo>
                  <a:pt x="9025827" y="736600"/>
                </a:lnTo>
                <a:lnTo>
                  <a:pt x="9025827" y="730250"/>
                </a:lnTo>
                <a:lnTo>
                  <a:pt x="8975281" y="730250"/>
                </a:lnTo>
                <a:lnTo>
                  <a:pt x="8975281" y="736600"/>
                </a:lnTo>
                <a:close/>
                <a:moveTo>
                  <a:pt x="9076372" y="736600"/>
                </a:moveTo>
                <a:lnTo>
                  <a:pt x="9126982" y="736600"/>
                </a:lnTo>
                <a:lnTo>
                  <a:pt x="9126982" y="730250"/>
                </a:lnTo>
                <a:lnTo>
                  <a:pt x="9076372" y="730250"/>
                </a:lnTo>
                <a:lnTo>
                  <a:pt x="9076372" y="736600"/>
                </a:lnTo>
                <a:close/>
                <a:moveTo>
                  <a:pt x="9177528" y="736600"/>
                </a:moveTo>
                <a:lnTo>
                  <a:pt x="9228074" y="736600"/>
                </a:lnTo>
                <a:lnTo>
                  <a:pt x="9228074" y="730250"/>
                </a:lnTo>
                <a:lnTo>
                  <a:pt x="9177528" y="730250"/>
                </a:lnTo>
                <a:lnTo>
                  <a:pt x="9177528" y="736600"/>
                </a:lnTo>
                <a:close/>
                <a:moveTo>
                  <a:pt x="9278683" y="736600"/>
                </a:moveTo>
                <a:lnTo>
                  <a:pt x="9329230" y="736600"/>
                </a:lnTo>
                <a:lnTo>
                  <a:pt x="9329230" y="730250"/>
                </a:lnTo>
                <a:lnTo>
                  <a:pt x="9278683" y="730250"/>
                </a:lnTo>
                <a:lnTo>
                  <a:pt x="9278683" y="736600"/>
                </a:lnTo>
                <a:close/>
                <a:moveTo>
                  <a:pt x="9379776" y="736600"/>
                </a:moveTo>
                <a:lnTo>
                  <a:pt x="9430321" y="736600"/>
                </a:lnTo>
                <a:lnTo>
                  <a:pt x="9430321" y="730250"/>
                </a:lnTo>
                <a:lnTo>
                  <a:pt x="9379776" y="730250"/>
                </a:lnTo>
                <a:lnTo>
                  <a:pt x="9379776" y="736600"/>
                </a:lnTo>
                <a:close/>
                <a:moveTo>
                  <a:pt x="9480931" y="736600"/>
                </a:moveTo>
                <a:lnTo>
                  <a:pt x="9531477" y="736600"/>
                </a:lnTo>
                <a:lnTo>
                  <a:pt x="9531477" y="730250"/>
                </a:lnTo>
                <a:lnTo>
                  <a:pt x="9480931" y="730250"/>
                </a:lnTo>
                <a:lnTo>
                  <a:pt x="9480931" y="736600"/>
                </a:lnTo>
                <a:close/>
                <a:moveTo>
                  <a:pt x="9582023" y="736600"/>
                </a:moveTo>
                <a:lnTo>
                  <a:pt x="9632632" y="736600"/>
                </a:lnTo>
                <a:lnTo>
                  <a:pt x="9632632" y="730250"/>
                </a:lnTo>
                <a:lnTo>
                  <a:pt x="9582023" y="730250"/>
                </a:lnTo>
                <a:lnTo>
                  <a:pt x="9582023" y="736600"/>
                </a:lnTo>
                <a:close/>
                <a:moveTo>
                  <a:pt x="9683179" y="736600"/>
                </a:moveTo>
                <a:lnTo>
                  <a:pt x="9733724" y="736600"/>
                </a:lnTo>
                <a:lnTo>
                  <a:pt x="9733724" y="730250"/>
                </a:lnTo>
                <a:lnTo>
                  <a:pt x="9683179" y="730250"/>
                </a:lnTo>
                <a:lnTo>
                  <a:pt x="9683179" y="736600"/>
                </a:lnTo>
                <a:close/>
                <a:moveTo>
                  <a:pt x="9784334" y="736600"/>
                </a:moveTo>
                <a:lnTo>
                  <a:pt x="9834880" y="736600"/>
                </a:lnTo>
                <a:lnTo>
                  <a:pt x="9834880" y="730250"/>
                </a:lnTo>
                <a:lnTo>
                  <a:pt x="9784334" y="730250"/>
                </a:lnTo>
                <a:lnTo>
                  <a:pt x="9784334" y="736600"/>
                </a:lnTo>
                <a:close/>
                <a:moveTo>
                  <a:pt x="9885426" y="736600"/>
                </a:moveTo>
                <a:lnTo>
                  <a:pt x="9935972" y="736600"/>
                </a:lnTo>
                <a:lnTo>
                  <a:pt x="9935972" y="730250"/>
                </a:lnTo>
                <a:lnTo>
                  <a:pt x="9885426" y="730250"/>
                </a:lnTo>
                <a:lnTo>
                  <a:pt x="9885426" y="736600"/>
                </a:lnTo>
                <a:close/>
                <a:moveTo>
                  <a:pt x="9986581" y="736600"/>
                </a:moveTo>
                <a:lnTo>
                  <a:pt x="10037128" y="736600"/>
                </a:lnTo>
                <a:lnTo>
                  <a:pt x="10037128" y="730250"/>
                </a:lnTo>
                <a:lnTo>
                  <a:pt x="9986581" y="730250"/>
                </a:lnTo>
                <a:lnTo>
                  <a:pt x="9986581" y="736600"/>
                </a:lnTo>
                <a:close/>
                <a:moveTo>
                  <a:pt x="10087673" y="736600"/>
                </a:moveTo>
                <a:lnTo>
                  <a:pt x="10138283" y="736600"/>
                </a:lnTo>
                <a:lnTo>
                  <a:pt x="10138283" y="730250"/>
                </a:lnTo>
                <a:lnTo>
                  <a:pt x="10087673" y="730250"/>
                </a:lnTo>
                <a:lnTo>
                  <a:pt x="10087673" y="736600"/>
                </a:lnTo>
                <a:close/>
                <a:moveTo>
                  <a:pt x="10188829" y="736600"/>
                </a:moveTo>
                <a:lnTo>
                  <a:pt x="10239375" y="736600"/>
                </a:lnTo>
                <a:lnTo>
                  <a:pt x="10239375" y="730250"/>
                </a:lnTo>
                <a:lnTo>
                  <a:pt x="10188829" y="730250"/>
                </a:lnTo>
                <a:lnTo>
                  <a:pt x="10188829" y="736600"/>
                </a:lnTo>
                <a:close/>
                <a:moveTo>
                  <a:pt x="10289984" y="736600"/>
                </a:moveTo>
                <a:lnTo>
                  <a:pt x="10340531" y="736600"/>
                </a:lnTo>
                <a:lnTo>
                  <a:pt x="10340531" y="730250"/>
                </a:lnTo>
                <a:lnTo>
                  <a:pt x="10289984" y="730250"/>
                </a:lnTo>
                <a:lnTo>
                  <a:pt x="10289984" y="736600"/>
                </a:lnTo>
                <a:close/>
                <a:moveTo>
                  <a:pt x="10391077" y="736600"/>
                </a:moveTo>
                <a:lnTo>
                  <a:pt x="10441622" y="736600"/>
                </a:lnTo>
                <a:lnTo>
                  <a:pt x="10441622" y="730250"/>
                </a:lnTo>
                <a:lnTo>
                  <a:pt x="10391077" y="730250"/>
                </a:lnTo>
                <a:lnTo>
                  <a:pt x="10391077" y="736600"/>
                </a:lnTo>
                <a:close/>
                <a:moveTo>
                  <a:pt x="10492232" y="736600"/>
                </a:moveTo>
                <a:lnTo>
                  <a:pt x="10542778" y="736600"/>
                </a:lnTo>
                <a:lnTo>
                  <a:pt x="10542778" y="730250"/>
                </a:lnTo>
                <a:lnTo>
                  <a:pt x="10492232" y="730250"/>
                </a:lnTo>
                <a:lnTo>
                  <a:pt x="10492232" y="736600"/>
                </a:lnTo>
                <a:close/>
                <a:moveTo>
                  <a:pt x="10593324" y="736600"/>
                </a:moveTo>
                <a:lnTo>
                  <a:pt x="10643933" y="736600"/>
                </a:lnTo>
                <a:lnTo>
                  <a:pt x="10643933" y="730250"/>
                </a:lnTo>
                <a:lnTo>
                  <a:pt x="10593324" y="730250"/>
                </a:lnTo>
                <a:lnTo>
                  <a:pt x="10593324" y="736600"/>
                </a:lnTo>
                <a:close/>
                <a:moveTo>
                  <a:pt x="10694480" y="736600"/>
                </a:moveTo>
                <a:lnTo>
                  <a:pt x="10745026" y="736600"/>
                </a:lnTo>
                <a:lnTo>
                  <a:pt x="10745026" y="730250"/>
                </a:lnTo>
                <a:lnTo>
                  <a:pt x="10694480" y="730250"/>
                </a:lnTo>
                <a:lnTo>
                  <a:pt x="10694480" y="736600"/>
                </a:lnTo>
                <a:close/>
                <a:moveTo>
                  <a:pt x="10795635" y="736600"/>
                </a:moveTo>
                <a:lnTo>
                  <a:pt x="10846181" y="736600"/>
                </a:lnTo>
                <a:lnTo>
                  <a:pt x="10846181" y="730250"/>
                </a:lnTo>
                <a:lnTo>
                  <a:pt x="10795635" y="730250"/>
                </a:lnTo>
                <a:lnTo>
                  <a:pt x="10795635" y="736600"/>
                </a:lnTo>
                <a:close/>
                <a:moveTo>
                  <a:pt x="10896727" y="736600"/>
                </a:moveTo>
                <a:lnTo>
                  <a:pt x="10922000" y="736600"/>
                </a:lnTo>
                <a:lnTo>
                  <a:pt x="10922000" y="730250"/>
                </a:lnTo>
                <a:lnTo>
                  <a:pt x="10896727" y="730250"/>
                </a:lnTo>
                <a:lnTo>
                  <a:pt x="10896727" y="7366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2" name="任意多边形: 形状 151">
            <a:extLst>
              <a:ext uri="{FF2B5EF4-FFF2-40B4-BE49-F238E27FC236}">
                <a16:creationId xmlns:a16="http://schemas.microsoft.com/office/drawing/2014/main" id="{E27EBDC2-4E1E-7FFE-A82B-0501AC30C671}"/>
              </a:ext>
            </a:extLst>
          </p:cNvPr>
          <p:cNvSpPr/>
          <p:nvPr/>
        </p:nvSpPr>
        <p:spPr>
          <a:xfrm>
            <a:off x="635000" y="2559050"/>
            <a:ext cx="10922000" cy="336550"/>
          </a:xfrm>
          <a:custGeom>
            <a:avLst/>
            <a:gdLst>
              <a:gd name="connsiteX0" fmla="*/ 0 w 10922000"/>
              <a:gd name="connsiteY0" fmla="*/ 0 h 336550"/>
              <a:gd name="connsiteX1" fmla="*/ 10922000 w 10922000"/>
              <a:gd name="connsiteY1" fmla="*/ 0 h 336550"/>
              <a:gd name="connsiteX2" fmla="*/ 10922000 w 10922000"/>
              <a:gd name="connsiteY2" fmla="*/ 336550 h 336550"/>
              <a:gd name="connsiteX3" fmla="*/ 0 w 10922000"/>
              <a:gd name="connsiteY3" fmla="*/ 336550 h 336550"/>
              <a:gd name="connsiteX4" fmla="*/ 0 w 10922000"/>
              <a:gd name="connsiteY4" fmla="*/ 0 h 33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336550">
                <a:moveTo>
                  <a:pt x="0" y="0"/>
                </a:moveTo>
                <a:lnTo>
                  <a:pt x="10922000" y="0"/>
                </a:lnTo>
                <a:lnTo>
                  <a:pt x="10922000" y="336550"/>
                </a:lnTo>
                <a:lnTo>
                  <a:pt x="0" y="3365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3" name="任意多边形: 形状 152">
            <a:extLst>
              <a:ext uri="{FF2B5EF4-FFF2-40B4-BE49-F238E27FC236}">
                <a16:creationId xmlns:a16="http://schemas.microsoft.com/office/drawing/2014/main" id="{DC9E6C8F-AB72-F37A-BC60-A08CEB8EAA32}"/>
              </a:ext>
            </a:extLst>
          </p:cNvPr>
          <p:cNvSpPr/>
          <p:nvPr/>
        </p:nvSpPr>
        <p:spPr>
          <a:xfrm>
            <a:off x="635000" y="2555875"/>
            <a:ext cx="10922000" cy="342900"/>
          </a:xfrm>
          <a:custGeom>
            <a:avLst/>
            <a:gdLst>
              <a:gd name="connsiteX0" fmla="*/ 0 w 10922000"/>
              <a:gd name="connsiteY0" fmla="*/ 342900 h 342900"/>
              <a:gd name="connsiteX1" fmla="*/ 25279 w 10922000"/>
              <a:gd name="connsiteY1" fmla="*/ 342900 h 342900"/>
              <a:gd name="connsiteX2" fmla="*/ 25279 w 10922000"/>
              <a:gd name="connsiteY2" fmla="*/ 336550 h 342900"/>
              <a:gd name="connsiteX3" fmla="*/ 0 w 10922000"/>
              <a:gd name="connsiteY3" fmla="*/ 336550 h 342900"/>
              <a:gd name="connsiteX4" fmla="*/ 0 w 10922000"/>
              <a:gd name="connsiteY4" fmla="*/ 342900 h 342900"/>
              <a:gd name="connsiteX5" fmla="*/ 75844 w 10922000"/>
              <a:gd name="connsiteY5" fmla="*/ 342900 h 342900"/>
              <a:gd name="connsiteX6" fmla="*/ 126409 w 10922000"/>
              <a:gd name="connsiteY6" fmla="*/ 342900 h 342900"/>
              <a:gd name="connsiteX7" fmla="*/ 126409 w 10922000"/>
              <a:gd name="connsiteY7" fmla="*/ 336550 h 342900"/>
              <a:gd name="connsiteX8" fmla="*/ 75844 w 10922000"/>
              <a:gd name="connsiteY8" fmla="*/ 336550 h 342900"/>
              <a:gd name="connsiteX9" fmla="*/ 75844 w 10922000"/>
              <a:gd name="connsiteY9" fmla="*/ 342900 h 342900"/>
              <a:gd name="connsiteX10" fmla="*/ 176975 w 10922000"/>
              <a:gd name="connsiteY10" fmla="*/ 342900 h 342900"/>
              <a:gd name="connsiteX11" fmla="*/ 227540 w 10922000"/>
              <a:gd name="connsiteY11" fmla="*/ 342900 h 342900"/>
              <a:gd name="connsiteX12" fmla="*/ 227540 w 10922000"/>
              <a:gd name="connsiteY12" fmla="*/ 336550 h 342900"/>
              <a:gd name="connsiteX13" fmla="*/ 176975 w 10922000"/>
              <a:gd name="connsiteY13" fmla="*/ 336550 h 342900"/>
              <a:gd name="connsiteX14" fmla="*/ 176975 w 10922000"/>
              <a:gd name="connsiteY14" fmla="*/ 342900 h 342900"/>
              <a:gd name="connsiteX15" fmla="*/ 278105 w 10922000"/>
              <a:gd name="connsiteY15" fmla="*/ 342900 h 342900"/>
              <a:gd name="connsiteX16" fmla="*/ 328670 w 10922000"/>
              <a:gd name="connsiteY16" fmla="*/ 342900 h 342900"/>
              <a:gd name="connsiteX17" fmla="*/ 328670 w 10922000"/>
              <a:gd name="connsiteY17" fmla="*/ 336550 h 342900"/>
              <a:gd name="connsiteX18" fmla="*/ 278105 w 10922000"/>
              <a:gd name="connsiteY18" fmla="*/ 336550 h 342900"/>
              <a:gd name="connsiteX19" fmla="*/ 278105 w 10922000"/>
              <a:gd name="connsiteY19" fmla="*/ 342900 h 342900"/>
              <a:gd name="connsiteX20" fmla="*/ 379235 w 10922000"/>
              <a:gd name="connsiteY20" fmla="*/ 342900 h 342900"/>
              <a:gd name="connsiteX21" fmla="*/ 429800 w 10922000"/>
              <a:gd name="connsiteY21" fmla="*/ 342900 h 342900"/>
              <a:gd name="connsiteX22" fmla="*/ 429800 w 10922000"/>
              <a:gd name="connsiteY22" fmla="*/ 336550 h 342900"/>
              <a:gd name="connsiteX23" fmla="*/ 379235 w 10922000"/>
              <a:gd name="connsiteY23" fmla="*/ 336550 h 342900"/>
              <a:gd name="connsiteX24" fmla="*/ 379235 w 10922000"/>
              <a:gd name="connsiteY24" fmla="*/ 342900 h 342900"/>
              <a:gd name="connsiteX25" fmla="*/ 480365 w 10922000"/>
              <a:gd name="connsiteY25" fmla="*/ 342900 h 342900"/>
              <a:gd name="connsiteX26" fmla="*/ 530930 w 10922000"/>
              <a:gd name="connsiteY26" fmla="*/ 342900 h 342900"/>
              <a:gd name="connsiteX27" fmla="*/ 530930 w 10922000"/>
              <a:gd name="connsiteY27" fmla="*/ 336550 h 342900"/>
              <a:gd name="connsiteX28" fmla="*/ 480365 w 10922000"/>
              <a:gd name="connsiteY28" fmla="*/ 336550 h 342900"/>
              <a:gd name="connsiteX29" fmla="*/ 480365 w 10922000"/>
              <a:gd name="connsiteY29" fmla="*/ 342900 h 342900"/>
              <a:gd name="connsiteX30" fmla="*/ 581495 w 10922000"/>
              <a:gd name="connsiteY30" fmla="*/ 342900 h 342900"/>
              <a:gd name="connsiteX31" fmla="*/ 632060 w 10922000"/>
              <a:gd name="connsiteY31" fmla="*/ 342900 h 342900"/>
              <a:gd name="connsiteX32" fmla="*/ 632060 w 10922000"/>
              <a:gd name="connsiteY32" fmla="*/ 336550 h 342900"/>
              <a:gd name="connsiteX33" fmla="*/ 581495 w 10922000"/>
              <a:gd name="connsiteY33" fmla="*/ 336550 h 342900"/>
              <a:gd name="connsiteX34" fmla="*/ 581495 w 10922000"/>
              <a:gd name="connsiteY34" fmla="*/ 342900 h 342900"/>
              <a:gd name="connsiteX35" fmla="*/ 682625 w 10922000"/>
              <a:gd name="connsiteY35" fmla="*/ 342900 h 342900"/>
              <a:gd name="connsiteX36" fmla="*/ 733190 w 10922000"/>
              <a:gd name="connsiteY36" fmla="*/ 342900 h 342900"/>
              <a:gd name="connsiteX37" fmla="*/ 733190 w 10922000"/>
              <a:gd name="connsiteY37" fmla="*/ 336550 h 342900"/>
              <a:gd name="connsiteX38" fmla="*/ 682625 w 10922000"/>
              <a:gd name="connsiteY38" fmla="*/ 336550 h 342900"/>
              <a:gd name="connsiteX39" fmla="*/ 682625 w 10922000"/>
              <a:gd name="connsiteY39" fmla="*/ 342900 h 342900"/>
              <a:gd name="connsiteX40" fmla="*/ 783755 w 10922000"/>
              <a:gd name="connsiteY40" fmla="*/ 342900 h 342900"/>
              <a:gd name="connsiteX41" fmla="*/ 834320 w 10922000"/>
              <a:gd name="connsiteY41" fmla="*/ 342900 h 342900"/>
              <a:gd name="connsiteX42" fmla="*/ 834320 w 10922000"/>
              <a:gd name="connsiteY42" fmla="*/ 336550 h 342900"/>
              <a:gd name="connsiteX43" fmla="*/ 783755 w 10922000"/>
              <a:gd name="connsiteY43" fmla="*/ 336550 h 342900"/>
              <a:gd name="connsiteX44" fmla="*/ 783755 w 10922000"/>
              <a:gd name="connsiteY44" fmla="*/ 342900 h 342900"/>
              <a:gd name="connsiteX45" fmla="*/ 884885 w 10922000"/>
              <a:gd name="connsiteY45" fmla="*/ 342900 h 342900"/>
              <a:gd name="connsiteX46" fmla="*/ 935450 w 10922000"/>
              <a:gd name="connsiteY46" fmla="*/ 342900 h 342900"/>
              <a:gd name="connsiteX47" fmla="*/ 935450 w 10922000"/>
              <a:gd name="connsiteY47" fmla="*/ 336550 h 342900"/>
              <a:gd name="connsiteX48" fmla="*/ 884885 w 10922000"/>
              <a:gd name="connsiteY48" fmla="*/ 336550 h 342900"/>
              <a:gd name="connsiteX49" fmla="*/ 884885 w 10922000"/>
              <a:gd name="connsiteY49" fmla="*/ 342900 h 342900"/>
              <a:gd name="connsiteX50" fmla="*/ 986015 w 10922000"/>
              <a:gd name="connsiteY50" fmla="*/ 342900 h 342900"/>
              <a:gd name="connsiteX51" fmla="*/ 1036580 w 10922000"/>
              <a:gd name="connsiteY51" fmla="*/ 342900 h 342900"/>
              <a:gd name="connsiteX52" fmla="*/ 1036580 w 10922000"/>
              <a:gd name="connsiteY52" fmla="*/ 336550 h 342900"/>
              <a:gd name="connsiteX53" fmla="*/ 986015 w 10922000"/>
              <a:gd name="connsiteY53" fmla="*/ 336550 h 342900"/>
              <a:gd name="connsiteX54" fmla="*/ 986015 w 10922000"/>
              <a:gd name="connsiteY54" fmla="*/ 342900 h 342900"/>
              <a:gd name="connsiteX55" fmla="*/ 1087146 w 10922000"/>
              <a:gd name="connsiteY55" fmla="*/ 342900 h 342900"/>
              <a:gd name="connsiteX56" fmla="*/ 1137710 w 10922000"/>
              <a:gd name="connsiteY56" fmla="*/ 342900 h 342900"/>
              <a:gd name="connsiteX57" fmla="*/ 1137710 w 10922000"/>
              <a:gd name="connsiteY57" fmla="*/ 336550 h 342900"/>
              <a:gd name="connsiteX58" fmla="*/ 1087146 w 10922000"/>
              <a:gd name="connsiteY58" fmla="*/ 336550 h 342900"/>
              <a:gd name="connsiteX59" fmla="*/ 1087146 w 10922000"/>
              <a:gd name="connsiteY59" fmla="*/ 342900 h 342900"/>
              <a:gd name="connsiteX60" fmla="*/ 1188276 w 10922000"/>
              <a:gd name="connsiteY60" fmla="*/ 342900 h 342900"/>
              <a:gd name="connsiteX61" fmla="*/ 1238841 w 10922000"/>
              <a:gd name="connsiteY61" fmla="*/ 342900 h 342900"/>
              <a:gd name="connsiteX62" fmla="*/ 1238841 w 10922000"/>
              <a:gd name="connsiteY62" fmla="*/ 336550 h 342900"/>
              <a:gd name="connsiteX63" fmla="*/ 1188276 w 10922000"/>
              <a:gd name="connsiteY63" fmla="*/ 336550 h 342900"/>
              <a:gd name="connsiteX64" fmla="*/ 1188276 w 10922000"/>
              <a:gd name="connsiteY64" fmla="*/ 342900 h 342900"/>
              <a:gd name="connsiteX65" fmla="*/ 1289406 w 10922000"/>
              <a:gd name="connsiteY65" fmla="*/ 342900 h 342900"/>
              <a:gd name="connsiteX66" fmla="*/ 1339971 w 10922000"/>
              <a:gd name="connsiteY66" fmla="*/ 342900 h 342900"/>
              <a:gd name="connsiteX67" fmla="*/ 1339971 w 10922000"/>
              <a:gd name="connsiteY67" fmla="*/ 336550 h 342900"/>
              <a:gd name="connsiteX68" fmla="*/ 1289406 w 10922000"/>
              <a:gd name="connsiteY68" fmla="*/ 336550 h 342900"/>
              <a:gd name="connsiteX69" fmla="*/ 1289406 w 10922000"/>
              <a:gd name="connsiteY69" fmla="*/ 342900 h 342900"/>
              <a:gd name="connsiteX70" fmla="*/ 1390536 w 10922000"/>
              <a:gd name="connsiteY70" fmla="*/ 342900 h 342900"/>
              <a:gd name="connsiteX71" fmla="*/ 1441101 w 10922000"/>
              <a:gd name="connsiteY71" fmla="*/ 342900 h 342900"/>
              <a:gd name="connsiteX72" fmla="*/ 1441101 w 10922000"/>
              <a:gd name="connsiteY72" fmla="*/ 336550 h 342900"/>
              <a:gd name="connsiteX73" fmla="*/ 1390536 w 10922000"/>
              <a:gd name="connsiteY73" fmla="*/ 336550 h 342900"/>
              <a:gd name="connsiteX74" fmla="*/ 1390536 w 10922000"/>
              <a:gd name="connsiteY74" fmla="*/ 342900 h 342900"/>
              <a:gd name="connsiteX75" fmla="*/ 1491660 w 10922000"/>
              <a:gd name="connsiteY75" fmla="*/ 342900 h 342900"/>
              <a:gd name="connsiteX76" fmla="*/ 1542225 w 10922000"/>
              <a:gd name="connsiteY76" fmla="*/ 342900 h 342900"/>
              <a:gd name="connsiteX77" fmla="*/ 1542225 w 10922000"/>
              <a:gd name="connsiteY77" fmla="*/ 336550 h 342900"/>
              <a:gd name="connsiteX78" fmla="*/ 1491660 w 10922000"/>
              <a:gd name="connsiteY78" fmla="*/ 336550 h 342900"/>
              <a:gd name="connsiteX79" fmla="*/ 1491660 w 10922000"/>
              <a:gd name="connsiteY79" fmla="*/ 342900 h 342900"/>
              <a:gd name="connsiteX80" fmla="*/ 1592790 w 10922000"/>
              <a:gd name="connsiteY80" fmla="*/ 342900 h 342900"/>
              <a:gd name="connsiteX81" fmla="*/ 1643355 w 10922000"/>
              <a:gd name="connsiteY81" fmla="*/ 342900 h 342900"/>
              <a:gd name="connsiteX82" fmla="*/ 1643355 w 10922000"/>
              <a:gd name="connsiteY82" fmla="*/ 336550 h 342900"/>
              <a:gd name="connsiteX83" fmla="*/ 1592790 w 10922000"/>
              <a:gd name="connsiteY83" fmla="*/ 336550 h 342900"/>
              <a:gd name="connsiteX84" fmla="*/ 1592790 w 10922000"/>
              <a:gd name="connsiteY84" fmla="*/ 342900 h 342900"/>
              <a:gd name="connsiteX85" fmla="*/ 1693920 w 10922000"/>
              <a:gd name="connsiteY85" fmla="*/ 342900 h 342900"/>
              <a:gd name="connsiteX86" fmla="*/ 1744485 w 10922000"/>
              <a:gd name="connsiteY86" fmla="*/ 342900 h 342900"/>
              <a:gd name="connsiteX87" fmla="*/ 1744485 w 10922000"/>
              <a:gd name="connsiteY87" fmla="*/ 336550 h 342900"/>
              <a:gd name="connsiteX88" fmla="*/ 1693920 w 10922000"/>
              <a:gd name="connsiteY88" fmla="*/ 336550 h 342900"/>
              <a:gd name="connsiteX89" fmla="*/ 1693920 w 10922000"/>
              <a:gd name="connsiteY89" fmla="*/ 342900 h 342900"/>
              <a:gd name="connsiteX90" fmla="*/ 1795050 w 10922000"/>
              <a:gd name="connsiteY90" fmla="*/ 342900 h 342900"/>
              <a:gd name="connsiteX91" fmla="*/ 1845615 w 10922000"/>
              <a:gd name="connsiteY91" fmla="*/ 342900 h 342900"/>
              <a:gd name="connsiteX92" fmla="*/ 1845615 w 10922000"/>
              <a:gd name="connsiteY92" fmla="*/ 336550 h 342900"/>
              <a:gd name="connsiteX93" fmla="*/ 1795050 w 10922000"/>
              <a:gd name="connsiteY93" fmla="*/ 336550 h 342900"/>
              <a:gd name="connsiteX94" fmla="*/ 1795050 w 10922000"/>
              <a:gd name="connsiteY94" fmla="*/ 342900 h 342900"/>
              <a:gd name="connsiteX95" fmla="*/ 1896180 w 10922000"/>
              <a:gd name="connsiteY95" fmla="*/ 342900 h 342900"/>
              <a:gd name="connsiteX96" fmla="*/ 1946745 w 10922000"/>
              <a:gd name="connsiteY96" fmla="*/ 342900 h 342900"/>
              <a:gd name="connsiteX97" fmla="*/ 1946745 w 10922000"/>
              <a:gd name="connsiteY97" fmla="*/ 336550 h 342900"/>
              <a:gd name="connsiteX98" fmla="*/ 1896180 w 10922000"/>
              <a:gd name="connsiteY98" fmla="*/ 336550 h 342900"/>
              <a:gd name="connsiteX99" fmla="*/ 1896180 w 10922000"/>
              <a:gd name="connsiteY99" fmla="*/ 342900 h 342900"/>
              <a:gd name="connsiteX100" fmla="*/ 1997310 w 10922000"/>
              <a:gd name="connsiteY100" fmla="*/ 342900 h 342900"/>
              <a:gd name="connsiteX101" fmla="*/ 2047875 w 10922000"/>
              <a:gd name="connsiteY101" fmla="*/ 342900 h 342900"/>
              <a:gd name="connsiteX102" fmla="*/ 2047875 w 10922000"/>
              <a:gd name="connsiteY102" fmla="*/ 336550 h 342900"/>
              <a:gd name="connsiteX103" fmla="*/ 1997310 w 10922000"/>
              <a:gd name="connsiteY103" fmla="*/ 336550 h 342900"/>
              <a:gd name="connsiteX104" fmla="*/ 1997310 w 10922000"/>
              <a:gd name="connsiteY104" fmla="*/ 342900 h 342900"/>
              <a:gd name="connsiteX105" fmla="*/ 2098440 w 10922000"/>
              <a:gd name="connsiteY105" fmla="*/ 342900 h 342900"/>
              <a:gd name="connsiteX106" fmla="*/ 2149005 w 10922000"/>
              <a:gd name="connsiteY106" fmla="*/ 342900 h 342900"/>
              <a:gd name="connsiteX107" fmla="*/ 2149005 w 10922000"/>
              <a:gd name="connsiteY107" fmla="*/ 336550 h 342900"/>
              <a:gd name="connsiteX108" fmla="*/ 2098440 w 10922000"/>
              <a:gd name="connsiteY108" fmla="*/ 336550 h 342900"/>
              <a:gd name="connsiteX109" fmla="*/ 2098440 w 10922000"/>
              <a:gd name="connsiteY109" fmla="*/ 342900 h 342900"/>
              <a:gd name="connsiteX110" fmla="*/ 2199570 w 10922000"/>
              <a:gd name="connsiteY110" fmla="*/ 342900 h 342900"/>
              <a:gd name="connsiteX111" fmla="*/ 2250135 w 10922000"/>
              <a:gd name="connsiteY111" fmla="*/ 342900 h 342900"/>
              <a:gd name="connsiteX112" fmla="*/ 2250135 w 10922000"/>
              <a:gd name="connsiteY112" fmla="*/ 336550 h 342900"/>
              <a:gd name="connsiteX113" fmla="*/ 2199570 w 10922000"/>
              <a:gd name="connsiteY113" fmla="*/ 336550 h 342900"/>
              <a:gd name="connsiteX114" fmla="*/ 2199570 w 10922000"/>
              <a:gd name="connsiteY114" fmla="*/ 342900 h 342900"/>
              <a:gd name="connsiteX115" fmla="*/ 2300700 w 10922000"/>
              <a:gd name="connsiteY115" fmla="*/ 342900 h 342900"/>
              <a:gd name="connsiteX116" fmla="*/ 2351266 w 10922000"/>
              <a:gd name="connsiteY116" fmla="*/ 342900 h 342900"/>
              <a:gd name="connsiteX117" fmla="*/ 2351266 w 10922000"/>
              <a:gd name="connsiteY117" fmla="*/ 336550 h 342900"/>
              <a:gd name="connsiteX118" fmla="*/ 2300700 w 10922000"/>
              <a:gd name="connsiteY118" fmla="*/ 336550 h 342900"/>
              <a:gd name="connsiteX119" fmla="*/ 2300700 w 10922000"/>
              <a:gd name="connsiteY119" fmla="*/ 342900 h 342900"/>
              <a:gd name="connsiteX120" fmla="*/ 2401830 w 10922000"/>
              <a:gd name="connsiteY120" fmla="*/ 342900 h 342900"/>
              <a:gd name="connsiteX121" fmla="*/ 2452396 w 10922000"/>
              <a:gd name="connsiteY121" fmla="*/ 342900 h 342900"/>
              <a:gd name="connsiteX122" fmla="*/ 2452396 w 10922000"/>
              <a:gd name="connsiteY122" fmla="*/ 336550 h 342900"/>
              <a:gd name="connsiteX123" fmla="*/ 2401830 w 10922000"/>
              <a:gd name="connsiteY123" fmla="*/ 336550 h 342900"/>
              <a:gd name="connsiteX124" fmla="*/ 2401830 w 10922000"/>
              <a:gd name="connsiteY124" fmla="*/ 342900 h 342900"/>
              <a:gd name="connsiteX125" fmla="*/ 2502961 w 10922000"/>
              <a:gd name="connsiteY125" fmla="*/ 342900 h 342900"/>
              <a:gd name="connsiteX126" fmla="*/ 2553526 w 10922000"/>
              <a:gd name="connsiteY126" fmla="*/ 342900 h 342900"/>
              <a:gd name="connsiteX127" fmla="*/ 2553526 w 10922000"/>
              <a:gd name="connsiteY127" fmla="*/ 336550 h 342900"/>
              <a:gd name="connsiteX128" fmla="*/ 2502961 w 10922000"/>
              <a:gd name="connsiteY128" fmla="*/ 336550 h 342900"/>
              <a:gd name="connsiteX129" fmla="*/ 2502961 w 10922000"/>
              <a:gd name="connsiteY129" fmla="*/ 342900 h 342900"/>
              <a:gd name="connsiteX130" fmla="*/ 2604084 w 10922000"/>
              <a:gd name="connsiteY130" fmla="*/ 342900 h 342900"/>
              <a:gd name="connsiteX131" fmla="*/ 2654649 w 10922000"/>
              <a:gd name="connsiteY131" fmla="*/ 342900 h 342900"/>
              <a:gd name="connsiteX132" fmla="*/ 2654649 w 10922000"/>
              <a:gd name="connsiteY132" fmla="*/ 336550 h 342900"/>
              <a:gd name="connsiteX133" fmla="*/ 2604084 w 10922000"/>
              <a:gd name="connsiteY133" fmla="*/ 336550 h 342900"/>
              <a:gd name="connsiteX134" fmla="*/ 2604084 w 10922000"/>
              <a:gd name="connsiteY134" fmla="*/ 342900 h 342900"/>
              <a:gd name="connsiteX135" fmla="*/ 2705214 w 10922000"/>
              <a:gd name="connsiteY135" fmla="*/ 342900 h 342900"/>
              <a:gd name="connsiteX136" fmla="*/ 2755780 w 10922000"/>
              <a:gd name="connsiteY136" fmla="*/ 342900 h 342900"/>
              <a:gd name="connsiteX137" fmla="*/ 2755780 w 10922000"/>
              <a:gd name="connsiteY137" fmla="*/ 336550 h 342900"/>
              <a:gd name="connsiteX138" fmla="*/ 2705214 w 10922000"/>
              <a:gd name="connsiteY138" fmla="*/ 336550 h 342900"/>
              <a:gd name="connsiteX139" fmla="*/ 2705214 w 10922000"/>
              <a:gd name="connsiteY139" fmla="*/ 342900 h 342900"/>
              <a:gd name="connsiteX140" fmla="*/ 2806344 w 10922000"/>
              <a:gd name="connsiteY140" fmla="*/ 342900 h 342900"/>
              <a:gd name="connsiteX141" fmla="*/ 2856909 w 10922000"/>
              <a:gd name="connsiteY141" fmla="*/ 342900 h 342900"/>
              <a:gd name="connsiteX142" fmla="*/ 2856909 w 10922000"/>
              <a:gd name="connsiteY142" fmla="*/ 336550 h 342900"/>
              <a:gd name="connsiteX143" fmla="*/ 2806344 w 10922000"/>
              <a:gd name="connsiteY143" fmla="*/ 336550 h 342900"/>
              <a:gd name="connsiteX144" fmla="*/ 2806344 w 10922000"/>
              <a:gd name="connsiteY144" fmla="*/ 342900 h 342900"/>
              <a:gd name="connsiteX145" fmla="*/ 2907475 w 10922000"/>
              <a:gd name="connsiteY145" fmla="*/ 342900 h 342900"/>
              <a:gd name="connsiteX146" fmla="*/ 2958040 w 10922000"/>
              <a:gd name="connsiteY146" fmla="*/ 342900 h 342900"/>
              <a:gd name="connsiteX147" fmla="*/ 2958040 w 10922000"/>
              <a:gd name="connsiteY147" fmla="*/ 336550 h 342900"/>
              <a:gd name="connsiteX148" fmla="*/ 2907475 w 10922000"/>
              <a:gd name="connsiteY148" fmla="*/ 336550 h 342900"/>
              <a:gd name="connsiteX149" fmla="*/ 2907475 w 10922000"/>
              <a:gd name="connsiteY149" fmla="*/ 342900 h 342900"/>
              <a:gd name="connsiteX150" fmla="*/ 3008605 w 10922000"/>
              <a:gd name="connsiteY150" fmla="*/ 342900 h 342900"/>
              <a:gd name="connsiteX151" fmla="*/ 3059170 w 10922000"/>
              <a:gd name="connsiteY151" fmla="*/ 342900 h 342900"/>
              <a:gd name="connsiteX152" fmla="*/ 3059170 w 10922000"/>
              <a:gd name="connsiteY152" fmla="*/ 336550 h 342900"/>
              <a:gd name="connsiteX153" fmla="*/ 3008605 w 10922000"/>
              <a:gd name="connsiteY153" fmla="*/ 336550 h 342900"/>
              <a:gd name="connsiteX154" fmla="*/ 3008605 w 10922000"/>
              <a:gd name="connsiteY154" fmla="*/ 342900 h 342900"/>
              <a:gd name="connsiteX155" fmla="*/ 3109735 w 10922000"/>
              <a:gd name="connsiteY155" fmla="*/ 342900 h 342900"/>
              <a:gd name="connsiteX156" fmla="*/ 3160300 w 10922000"/>
              <a:gd name="connsiteY156" fmla="*/ 342900 h 342900"/>
              <a:gd name="connsiteX157" fmla="*/ 3160300 w 10922000"/>
              <a:gd name="connsiteY157" fmla="*/ 336550 h 342900"/>
              <a:gd name="connsiteX158" fmla="*/ 3109735 w 10922000"/>
              <a:gd name="connsiteY158" fmla="*/ 336550 h 342900"/>
              <a:gd name="connsiteX159" fmla="*/ 3109735 w 10922000"/>
              <a:gd name="connsiteY159" fmla="*/ 342900 h 342900"/>
              <a:gd name="connsiteX160" fmla="*/ 3210865 w 10922000"/>
              <a:gd name="connsiteY160" fmla="*/ 342900 h 342900"/>
              <a:gd name="connsiteX161" fmla="*/ 3261430 w 10922000"/>
              <a:gd name="connsiteY161" fmla="*/ 342900 h 342900"/>
              <a:gd name="connsiteX162" fmla="*/ 3261430 w 10922000"/>
              <a:gd name="connsiteY162" fmla="*/ 336550 h 342900"/>
              <a:gd name="connsiteX163" fmla="*/ 3210865 w 10922000"/>
              <a:gd name="connsiteY163" fmla="*/ 336550 h 342900"/>
              <a:gd name="connsiteX164" fmla="*/ 3210865 w 10922000"/>
              <a:gd name="connsiteY164" fmla="*/ 342900 h 342900"/>
              <a:gd name="connsiteX165" fmla="*/ 3311995 w 10922000"/>
              <a:gd name="connsiteY165" fmla="*/ 342900 h 342900"/>
              <a:gd name="connsiteX166" fmla="*/ 3362560 w 10922000"/>
              <a:gd name="connsiteY166" fmla="*/ 342900 h 342900"/>
              <a:gd name="connsiteX167" fmla="*/ 3362560 w 10922000"/>
              <a:gd name="connsiteY167" fmla="*/ 336550 h 342900"/>
              <a:gd name="connsiteX168" fmla="*/ 3311995 w 10922000"/>
              <a:gd name="connsiteY168" fmla="*/ 336550 h 342900"/>
              <a:gd name="connsiteX169" fmla="*/ 3311995 w 10922000"/>
              <a:gd name="connsiteY169" fmla="*/ 342900 h 342900"/>
              <a:gd name="connsiteX170" fmla="*/ 3413125 w 10922000"/>
              <a:gd name="connsiteY170" fmla="*/ 342900 h 342900"/>
              <a:gd name="connsiteX171" fmla="*/ 3463690 w 10922000"/>
              <a:gd name="connsiteY171" fmla="*/ 342900 h 342900"/>
              <a:gd name="connsiteX172" fmla="*/ 3463690 w 10922000"/>
              <a:gd name="connsiteY172" fmla="*/ 336550 h 342900"/>
              <a:gd name="connsiteX173" fmla="*/ 3413125 w 10922000"/>
              <a:gd name="connsiteY173" fmla="*/ 336550 h 342900"/>
              <a:gd name="connsiteX174" fmla="*/ 3413125 w 10922000"/>
              <a:gd name="connsiteY174" fmla="*/ 342900 h 342900"/>
              <a:gd name="connsiteX175" fmla="*/ 3514255 w 10922000"/>
              <a:gd name="connsiteY175" fmla="*/ 342900 h 342900"/>
              <a:gd name="connsiteX176" fmla="*/ 3564820 w 10922000"/>
              <a:gd name="connsiteY176" fmla="*/ 342900 h 342900"/>
              <a:gd name="connsiteX177" fmla="*/ 3564820 w 10922000"/>
              <a:gd name="connsiteY177" fmla="*/ 336550 h 342900"/>
              <a:gd name="connsiteX178" fmla="*/ 3514255 w 10922000"/>
              <a:gd name="connsiteY178" fmla="*/ 336550 h 342900"/>
              <a:gd name="connsiteX179" fmla="*/ 3514255 w 10922000"/>
              <a:gd name="connsiteY179" fmla="*/ 342900 h 342900"/>
              <a:gd name="connsiteX180" fmla="*/ 3615385 w 10922000"/>
              <a:gd name="connsiteY180" fmla="*/ 342900 h 342900"/>
              <a:gd name="connsiteX181" fmla="*/ 3665944 w 10922000"/>
              <a:gd name="connsiteY181" fmla="*/ 342900 h 342900"/>
              <a:gd name="connsiteX182" fmla="*/ 3665944 w 10922000"/>
              <a:gd name="connsiteY182" fmla="*/ 336550 h 342900"/>
              <a:gd name="connsiteX183" fmla="*/ 3615385 w 10922000"/>
              <a:gd name="connsiteY183" fmla="*/ 336550 h 342900"/>
              <a:gd name="connsiteX184" fmla="*/ 3615385 w 10922000"/>
              <a:gd name="connsiteY184" fmla="*/ 342900 h 342900"/>
              <a:gd name="connsiteX185" fmla="*/ 3716509 w 10922000"/>
              <a:gd name="connsiteY185" fmla="*/ 342900 h 342900"/>
              <a:gd name="connsiteX186" fmla="*/ 3767074 w 10922000"/>
              <a:gd name="connsiteY186" fmla="*/ 342900 h 342900"/>
              <a:gd name="connsiteX187" fmla="*/ 3767074 w 10922000"/>
              <a:gd name="connsiteY187" fmla="*/ 336550 h 342900"/>
              <a:gd name="connsiteX188" fmla="*/ 3716509 w 10922000"/>
              <a:gd name="connsiteY188" fmla="*/ 336550 h 342900"/>
              <a:gd name="connsiteX189" fmla="*/ 3716509 w 10922000"/>
              <a:gd name="connsiteY189" fmla="*/ 342900 h 342900"/>
              <a:gd name="connsiteX190" fmla="*/ 3817639 w 10922000"/>
              <a:gd name="connsiteY190" fmla="*/ 342900 h 342900"/>
              <a:gd name="connsiteX191" fmla="*/ 3868204 w 10922000"/>
              <a:gd name="connsiteY191" fmla="*/ 342900 h 342900"/>
              <a:gd name="connsiteX192" fmla="*/ 3868204 w 10922000"/>
              <a:gd name="connsiteY192" fmla="*/ 336550 h 342900"/>
              <a:gd name="connsiteX193" fmla="*/ 3817639 w 10922000"/>
              <a:gd name="connsiteY193" fmla="*/ 336550 h 342900"/>
              <a:gd name="connsiteX194" fmla="*/ 3817639 w 10922000"/>
              <a:gd name="connsiteY194" fmla="*/ 342900 h 342900"/>
              <a:gd name="connsiteX195" fmla="*/ 3918769 w 10922000"/>
              <a:gd name="connsiteY195" fmla="*/ 342900 h 342900"/>
              <a:gd name="connsiteX196" fmla="*/ 3969334 w 10922000"/>
              <a:gd name="connsiteY196" fmla="*/ 342900 h 342900"/>
              <a:gd name="connsiteX197" fmla="*/ 3969334 w 10922000"/>
              <a:gd name="connsiteY197" fmla="*/ 336550 h 342900"/>
              <a:gd name="connsiteX198" fmla="*/ 3918769 w 10922000"/>
              <a:gd name="connsiteY198" fmla="*/ 336550 h 342900"/>
              <a:gd name="connsiteX199" fmla="*/ 3918769 w 10922000"/>
              <a:gd name="connsiteY199" fmla="*/ 342900 h 342900"/>
              <a:gd name="connsiteX200" fmla="*/ 4019899 w 10922000"/>
              <a:gd name="connsiteY200" fmla="*/ 342900 h 342900"/>
              <a:gd name="connsiteX201" fmla="*/ 4070464 w 10922000"/>
              <a:gd name="connsiteY201" fmla="*/ 342900 h 342900"/>
              <a:gd name="connsiteX202" fmla="*/ 4070464 w 10922000"/>
              <a:gd name="connsiteY202" fmla="*/ 336550 h 342900"/>
              <a:gd name="connsiteX203" fmla="*/ 4019899 w 10922000"/>
              <a:gd name="connsiteY203" fmla="*/ 336550 h 342900"/>
              <a:gd name="connsiteX204" fmla="*/ 4019899 w 10922000"/>
              <a:gd name="connsiteY204" fmla="*/ 342900 h 342900"/>
              <a:gd name="connsiteX205" fmla="*/ 4121030 w 10922000"/>
              <a:gd name="connsiteY205" fmla="*/ 342900 h 342900"/>
              <a:gd name="connsiteX206" fmla="*/ 4171594 w 10922000"/>
              <a:gd name="connsiteY206" fmla="*/ 342900 h 342900"/>
              <a:gd name="connsiteX207" fmla="*/ 4171594 w 10922000"/>
              <a:gd name="connsiteY207" fmla="*/ 336550 h 342900"/>
              <a:gd name="connsiteX208" fmla="*/ 4121030 w 10922000"/>
              <a:gd name="connsiteY208" fmla="*/ 336550 h 342900"/>
              <a:gd name="connsiteX209" fmla="*/ 4121030 w 10922000"/>
              <a:gd name="connsiteY209" fmla="*/ 342900 h 342900"/>
              <a:gd name="connsiteX210" fmla="*/ 4222160 w 10922000"/>
              <a:gd name="connsiteY210" fmla="*/ 342900 h 342900"/>
              <a:gd name="connsiteX211" fmla="*/ 4272725 w 10922000"/>
              <a:gd name="connsiteY211" fmla="*/ 342900 h 342900"/>
              <a:gd name="connsiteX212" fmla="*/ 4272725 w 10922000"/>
              <a:gd name="connsiteY212" fmla="*/ 336550 h 342900"/>
              <a:gd name="connsiteX213" fmla="*/ 4222160 w 10922000"/>
              <a:gd name="connsiteY213" fmla="*/ 336550 h 342900"/>
              <a:gd name="connsiteX214" fmla="*/ 4222160 w 10922000"/>
              <a:gd name="connsiteY214" fmla="*/ 342900 h 342900"/>
              <a:gd name="connsiteX215" fmla="*/ 4323290 w 10922000"/>
              <a:gd name="connsiteY215" fmla="*/ 342900 h 342900"/>
              <a:gd name="connsiteX216" fmla="*/ 4373855 w 10922000"/>
              <a:gd name="connsiteY216" fmla="*/ 342900 h 342900"/>
              <a:gd name="connsiteX217" fmla="*/ 4373855 w 10922000"/>
              <a:gd name="connsiteY217" fmla="*/ 336550 h 342900"/>
              <a:gd name="connsiteX218" fmla="*/ 4323290 w 10922000"/>
              <a:gd name="connsiteY218" fmla="*/ 336550 h 342900"/>
              <a:gd name="connsiteX219" fmla="*/ 4323290 w 10922000"/>
              <a:gd name="connsiteY219" fmla="*/ 342900 h 342900"/>
              <a:gd name="connsiteX220" fmla="*/ 4424420 w 10922000"/>
              <a:gd name="connsiteY220" fmla="*/ 342900 h 342900"/>
              <a:gd name="connsiteX221" fmla="*/ 4474985 w 10922000"/>
              <a:gd name="connsiteY221" fmla="*/ 342900 h 342900"/>
              <a:gd name="connsiteX222" fmla="*/ 4474985 w 10922000"/>
              <a:gd name="connsiteY222" fmla="*/ 336550 h 342900"/>
              <a:gd name="connsiteX223" fmla="*/ 4424420 w 10922000"/>
              <a:gd name="connsiteY223" fmla="*/ 336550 h 342900"/>
              <a:gd name="connsiteX224" fmla="*/ 4424420 w 10922000"/>
              <a:gd name="connsiteY224" fmla="*/ 342900 h 342900"/>
              <a:gd name="connsiteX225" fmla="*/ 4525550 w 10922000"/>
              <a:gd name="connsiteY225" fmla="*/ 342900 h 342900"/>
              <a:gd name="connsiteX226" fmla="*/ 4576115 w 10922000"/>
              <a:gd name="connsiteY226" fmla="*/ 342900 h 342900"/>
              <a:gd name="connsiteX227" fmla="*/ 4576115 w 10922000"/>
              <a:gd name="connsiteY227" fmla="*/ 336550 h 342900"/>
              <a:gd name="connsiteX228" fmla="*/ 4525550 w 10922000"/>
              <a:gd name="connsiteY228" fmla="*/ 336550 h 342900"/>
              <a:gd name="connsiteX229" fmla="*/ 4525550 w 10922000"/>
              <a:gd name="connsiteY229" fmla="*/ 342900 h 342900"/>
              <a:gd name="connsiteX230" fmla="*/ 4626680 w 10922000"/>
              <a:gd name="connsiteY230" fmla="*/ 342900 h 342900"/>
              <a:gd name="connsiteX231" fmla="*/ 4677239 w 10922000"/>
              <a:gd name="connsiteY231" fmla="*/ 342900 h 342900"/>
              <a:gd name="connsiteX232" fmla="*/ 4677239 w 10922000"/>
              <a:gd name="connsiteY232" fmla="*/ 336550 h 342900"/>
              <a:gd name="connsiteX233" fmla="*/ 4626680 w 10922000"/>
              <a:gd name="connsiteY233" fmla="*/ 336550 h 342900"/>
              <a:gd name="connsiteX234" fmla="*/ 4626680 w 10922000"/>
              <a:gd name="connsiteY234" fmla="*/ 342900 h 342900"/>
              <a:gd name="connsiteX235" fmla="*/ 4727804 w 10922000"/>
              <a:gd name="connsiteY235" fmla="*/ 342900 h 342900"/>
              <a:gd name="connsiteX236" fmla="*/ 4778369 w 10922000"/>
              <a:gd name="connsiteY236" fmla="*/ 342900 h 342900"/>
              <a:gd name="connsiteX237" fmla="*/ 4778369 w 10922000"/>
              <a:gd name="connsiteY237" fmla="*/ 336550 h 342900"/>
              <a:gd name="connsiteX238" fmla="*/ 4727804 w 10922000"/>
              <a:gd name="connsiteY238" fmla="*/ 336550 h 342900"/>
              <a:gd name="connsiteX239" fmla="*/ 4727804 w 10922000"/>
              <a:gd name="connsiteY239" fmla="*/ 342900 h 342900"/>
              <a:gd name="connsiteX240" fmla="*/ 4828934 w 10922000"/>
              <a:gd name="connsiteY240" fmla="*/ 342900 h 342900"/>
              <a:gd name="connsiteX241" fmla="*/ 4879499 w 10922000"/>
              <a:gd name="connsiteY241" fmla="*/ 342900 h 342900"/>
              <a:gd name="connsiteX242" fmla="*/ 4879499 w 10922000"/>
              <a:gd name="connsiteY242" fmla="*/ 336550 h 342900"/>
              <a:gd name="connsiteX243" fmla="*/ 4828934 w 10922000"/>
              <a:gd name="connsiteY243" fmla="*/ 336550 h 342900"/>
              <a:gd name="connsiteX244" fmla="*/ 4828934 w 10922000"/>
              <a:gd name="connsiteY244" fmla="*/ 342900 h 342900"/>
              <a:gd name="connsiteX245" fmla="*/ 4930064 w 10922000"/>
              <a:gd name="connsiteY245" fmla="*/ 342900 h 342900"/>
              <a:gd name="connsiteX246" fmla="*/ 4980629 w 10922000"/>
              <a:gd name="connsiteY246" fmla="*/ 342900 h 342900"/>
              <a:gd name="connsiteX247" fmla="*/ 4980629 w 10922000"/>
              <a:gd name="connsiteY247" fmla="*/ 336550 h 342900"/>
              <a:gd name="connsiteX248" fmla="*/ 4930064 w 10922000"/>
              <a:gd name="connsiteY248" fmla="*/ 336550 h 342900"/>
              <a:gd name="connsiteX249" fmla="*/ 4930064 w 10922000"/>
              <a:gd name="connsiteY249" fmla="*/ 342900 h 342900"/>
              <a:gd name="connsiteX250" fmla="*/ 5031194 w 10922000"/>
              <a:gd name="connsiteY250" fmla="*/ 342900 h 342900"/>
              <a:gd name="connsiteX251" fmla="*/ 5081759 w 10922000"/>
              <a:gd name="connsiteY251" fmla="*/ 342900 h 342900"/>
              <a:gd name="connsiteX252" fmla="*/ 5081759 w 10922000"/>
              <a:gd name="connsiteY252" fmla="*/ 336550 h 342900"/>
              <a:gd name="connsiteX253" fmla="*/ 5031194 w 10922000"/>
              <a:gd name="connsiteY253" fmla="*/ 336550 h 342900"/>
              <a:gd name="connsiteX254" fmla="*/ 5031194 w 10922000"/>
              <a:gd name="connsiteY254" fmla="*/ 342900 h 342900"/>
              <a:gd name="connsiteX255" fmla="*/ 5132324 w 10922000"/>
              <a:gd name="connsiteY255" fmla="*/ 342900 h 342900"/>
              <a:gd name="connsiteX256" fmla="*/ 5182889 w 10922000"/>
              <a:gd name="connsiteY256" fmla="*/ 342900 h 342900"/>
              <a:gd name="connsiteX257" fmla="*/ 5182889 w 10922000"/>
              <a:gd name="connsiteY257" fmla="*/ 336550 h 342900"/>
              <a:gd name="connsiteX258" fmla="*/ 5132324 w 10922000"/>
              <a:gd name="connsiteY258" fmla="*/ 336550 h 342900"/>
              <a:gd name="connsiteX259" fmla="*/ 5132324 w 10922000"/>
              <a:gd name="connsiteY259" fmla="*/ 342900 h 342900"/>
              <a:gd name="connsiteX260" fmla="*/ 5233454 w 10922000"/>
              <a:gd name="connsiteY260" fmla="*/ 342900 h 342900"/>
              <a:gd name="connsiteX261" fmla="*/ 5284020 w 10922000"/>
              <a:gd name="connsiteY261" fmla="*/ 342900 h 342900"/>
              <a:gd name="connsiteX262" fmla="*/ 5284020 w 10922000"/>
              <a:gd name="connsiteY262" fmla="*/ 336550 h 342900"/>
              <a:gd name="connsiteX263" fmla="*/ 5233454 w 10922000"/>
              <a:gd name="connsiteY263" fmla="*/ 336550 h 342900"/>
              <a:gd name="connsiteX264" fmla="*/ 5233454 w 10922000"/>
              <a:gd name="connsiteY264" fmla="*/ 342900 h 342900"/>
              <a:gd name="connsiteX265" fmla="*/ 5334584 w 10922000"/>
              <a:gd name="connsiteY265" fmla="*/ 342900 h 342900"/>
              <a:gd name="connsiteX266" fmla="*/ 5385149 w 10922000"/>
              <a:gd name="connsiteY266" fmla="*/ 342900 h 342900"/>
              <a:gd name="connsiteX267" fmla="*/ 5385149 w 10922000"/>
              <a:gd name="connsiteY267" fmla="*/ 336550 h 342900"/>
              <a:gd name="connsiteX268" fmla="*/ 5334584 w 10922000"/>
              <a:gd name="connsiteY268" fmla="*/ 336550 h 342900"/>
              <a:gd name="connsiteX269" fmla="*/ 5334584 w 10922000"/>
              <a:gd name="connsiteY269" fmla="*/ 342900 h 342900"/>
              <a:gd name="connsiteX270" fmla="*/ 5435715 w 10922000"/>
              <a:gd name="connsiteY270" fmla="*/ 342900 h 342900"/>
              <a:gd name="connsiteX271" fmla="*/ 5486280 w 10922000"/>
              <a:gd name="connsiteY271" fmla="*/ 342900 h 342900"/>
              <a:gd name="connsiteX272" fmla="*/ 5486280 w 10922000"/>
              <a:gd name="connsiteY272" fmla="*/ 336550 h 342900"/>
              <a:gd name="connsiteX273" fmla="*/ 5435715 w 10922000"/>
              <a:gd name="connsiteY273" fmla="*/ 336550 h 342900"/>
              <a:gd name="connsiteX274" fmla="*/ 5435715 w 10922000"/>
              <a:gd name="connsiteY274" fmla="*/ 342900 h 342900"/>
              <a:gd name="connsiteX275" fmla="*/ 5536844 w 10922000"/>
              <a:gd name="connsiteY275" fmla="*/ 342900 h 342900"/>
              <a:gd name="connsiteX276" fmla="*/ 5587410 w 10922000"/>
              <a:gd name="connsiteY276" fmla="*/ 342900 h 342900"/>
              <a:gd name="connsiteX277" fmla="*/ 5587410 w 10922000"/>
              <a:gd name="connsiteY277" fmla="*/ 336550 h 342900"/>
              <a:gd name="connsiteX278" fmla="*/ 5536844 w 10922000"/>
              <a:gd name="connsiteY278" fmla="*/ 336550 h 342900"/>
              <a:gd name="connsiteX279" fmla="*/ 5536844 w 10922000"/>
              <a:gd name="connsiteY279" fmla="*/ 342900 h 342900"/>
              <a:gd name="connsiteX280" fmla="*/ 5637975 w 10922000"/>
              <a:gd name="connsiteY280" fmla="*/ 342900 h 342900"/>
              <a:gd name="connsiteX281" fmla="*/ 5688533 w 10922000"/>
              <a:gd name="connsiteY281" fmla="*/ 342900 h 342900"/>
              <a:gd name="connsiteX282" fmla="*/ 5688533 w 10922000"/>
              <a:gd name="connsiteY282" fmla="*/ 336550 h 342900"/>
              <a:gd name="connsiteX283" fmla="*/ 5637975 w 10922000"/>
              <a:gd name="connsiteY283" fmla="*/ 336550 h 342900"/>
              <a:gd name="connsiteX284" fmla="*/ 5637975 w 10922000"/>
              <a:gd name="connsiteY284" fmla="*/ 342900 h 342900"/>
              <a:gd name="connsiteX285" fmla="*/ 5739130 w 10922000"/>
              <a:gd name="connsiteY285" fmla="*/ 342900 h 342900"/>
              <a:gd name="connsiteX286" fmla="*/ 5789676 w 10922000"/>
              <a:gd name="connsiteY286" fmla="*/ 342900 h 342900"/>
              <a:gd name="connsiteX287" fmla="*/ 5789676 w 10922000"/>
              <a:gd name="connsiteY287" fmla="*/ 336550 h 342900"/>
              <a:gd name="connsiteX288" fmla="*/ 5739130 w 10922000"/>
              <a:gd name="connsiteY288" fmla="*/ 336550 h 342900"/>
              <a:gd name="connsiteX289" fmla="*/ 5739130 w 10922000"/>
              <a:gd name="connsiteY289" fmla="*/ 342900 h 342900"/>
              <a:gd name="connsiteX290" fmla="*/ 5840222 w 10922000"/>
              <a:gd name="connsiteY290" fmla="*/ 342900 h 342900"/>
              <a:gd name="connsiteX291" fmla="*/ 5890769 w 10922000"/>
              <a:gd name="connsiteY291" fmla="*/ 342900 h 342900"/>
              <a:gd name="connsiteX292" fmla="*/ 5890769 w 10922000"/>
              <a:gd name="connsiteY292" fmla="*/ 336550 h 342900"/>
              <a:gd name="connsiteX293" fmla="*/ 5840222 w 10922000"/>
              <a:gd name="connsiteY293" fmla="*/ 336550 h 342900"/>
              <a:gd name="connsiteX294" fmla="*/ 5840222 w 10922000"/>
              <a:gd name="connsiteY294" fmla="*/ 342900 h 342900"/>
              <a:gd name="connsiteX295" fmla="*/ 5941378 w 10922000"/>
              <a:gd name="connsiteY295" fmla="*/ 342900 h 342900"/>
              <a:gd name="connsiteX296" fmla="*/ 5991924 w 10922000"/>
              <a:gd name="connsiteY296" fmla="*/ 342900 h 342900"/>
              <a:gd name="connsiteX297" fmla="*/ 5991924 w 10922000"/>
              <a:gd name="connsiteY297" fmla="*/ 336550 h 342900"/>
              <a:gd name="connsiteX298" fmla="*/ 5941378 w 10922000"/>
              <a:gd name="connsiteY298" fmla="*/ 336550 h 342900"/>
              <a:gd name="connsiteX299" fmla="*/ 5941378 w 10922000"/>
              <a:gd name="connsiteY299" fmla="*/ 342900 h 342900"/>
              <a:gd name="connsiteX300" fmla="*/ 6042469 w 10922000"/>
              <a:gd name="connsiteY300" fmla="*/ 342900 h 342900"/>
              <a:gd name="connsiteX301" fmla="*/ 6093079 w 10922000"/>
              <a:gd name="connsiteY301" fmla="*/ 342900 h 342900"/>
              <a:gd name="connsiteX302" fmla="*/ 6093079 w 10922000"/>
              <a:gd name="connsiteY302" fmla="*/ 336550 h 342900"/>
              <a:gd name="connsiteX303" fmla="*/ 6042469 w 10922000"/>
              <a:gd name="connsiteY303" fmla="*/ 336550 h 342900"/>
              <a:gd name="connsiteX304" fmla="*/ 6042469 w 10922000"/>
              <a:gd name="connsiteY304" fmla="*/ 342900 h 342900"/>
              <a:gd name="connsiteX305" fmla="*/ 6143625 w 10922000"/>
              <a:gd name="connsiteY305" fmla="*/ 342900 h 342900"/>
              <a:gd name="connsiteX306" fmla="*/ 6194171 w 10922000"/>
              <a:gd name="connsiteY306" fmla="*/ 342900 h 342900"/>
              <a:gd name="connsiteX307" fmla="*/ 6194171 w 10922000"/>
              <a:gd name="connsiteY307" fmla="*/ 336550 h 342900"/>
              <a:gd name="connsiteX308" fmla="*/ 6143625 w 10922000"/>
              <a:gd name="connsiteY308" fmla="*/ 336550 h 342900"/>
              <a:gd name="connsiteX309" fmla="*/ 6143625 w 10922000"/>
              <a:gd name="connsiteY309" fmla="*/ 342900 h 342900"/>
              <a:gd name="connsiteX310" fmla="*/ 6244718 w 10922000"/>
              <a:gd name="connsiteY310" fmla="*/ 342900 h 342900"/>
              <a:gd name="connsiteX311" fmla="*/ 6295327 w 10922000"/>
              <a:gd name="connsiteY311" fmla="*/ 342900 h 342900"/>
              <a:gd name="connsiteX312" fmla="*/ 6295327 w 10922000"/>
              <a:gd name="connsiteY312" fmla="*/ 336550 h 342900"/>
              <a:gd name="connsiteX313" fmla="*/ 6244718 w 10922000"/>
              <a:gd name="connsiteY313" fmla="*/ 336550 h 342900"/>
              <a:gd name="connsiteX314" fmla="*/ 6244718 w 10922000"/>
              <a:gd name="connsiteY314" fmla="*/ 342900 h 342900"/>
              <a:gd name="connsiteX315" fmla="*/ 6345873 w 10922000"/>
              <a:gd name="connsiteY315" fmla="*/ 342900 h 342900"/>
              <a:gd name="connsiteX316" fmla="*/ 6396419 w 10922000"/>
              <a:gd name="connsiteY316" fmla="*/ 342900 h 342900"/>
              <a:gd name="connsiteX317" fmla="*/ 6396419 w 10922000"/>
              <a:gd name="connsiteY317" fmla="*/ 336550 h 342900"/>
              <a:gd name="connsiteX318" fmla="*/ 6345873 w 10922000"/>
              <a:gd name="connsiteY318" fmla="*/ 336550 h 342900"/>
              <a:gd name="connsiteX319" fmla="*/ 6345873 w 10922000"/>
              <a:gd name="connsiteY319" fmla="*/ 342900 h 342900"/>
              <a:gd name="connsiteX320" fmla="*/ 6447028 w 10922000"/>
              <a:gd name="connsiteY320" fmla="*/ 342900 h 342900"/>
              <a:gd name="connsiteX321" fmla="*/ 6497574 w 10922000"/>
              <a:gd name="connsiteY321" fmla="*/ 342900 h 342900"/>
              <a:gd name="connsiteX322" fmla="*/ 6497574 w 10922000"/>
              <a:gd name="connsiteY322" fmla="*/ 336550 h 342900"/>
              <a:gd name="connsiteX323" fmla="*/ 6447028 w 10922000"/>
              <a:gd name="connsiteY323" fmla="*/ 336550 h 342900"/>
              <a:gd name="connsiteX324" fmla="*/ 6447028 w 10922000"/>
              <a:gd name="connsiteY324" fmla="*/ 342900 h 342900"/>
              <a:gd name="connsiteX325" fmla="*/ 6548120 w 10922000"/>
              <a:gd name="connsiteY325" fmla="*/ 342900 h 342900"/>
              <a:gd name="connsiteX326" fmla="*/ 6598730 w 10922000"/>
              <a:gd name="connsiteY326" fmla="*/ 342900 h 342900"/>
              <a:gd name="connsiteX327" fmla="*/ 6598730 w 10922000"/>
              <a:gd name="connsiteY327" fmla="*/ 336550 h 342900"/>
              <a:gd name="connsiteX328" fmla="*/ 6548120 w 10922000"/>
              <a:gd name="connsiteY328" fmla="*/ 336550 h 342900"/>
              <a:gd name="connsiteX329" fmla="*/ 6548120 w 10922000"/>
              <a:gd name="connsiteY329" fmla="*/ 342900 h 342900"/>
              <a:gd name="connsiteX330" fmla="*/ 6649276 w 10922000"/>
              <a:gd name="connsiteY330" fmla="*/ 342900 h 342900"/>
              <a:gd name="connsiteX331" fmla="*/ 6699822 w 10922000"/>
              <a:gd name="connsiteY331" fmla="*/ 342900 h 342900"/>
              <a:gd name="connsiteX332" fmla="*/ 6699822 w 10922000"/>
              <a:gd name="connsiteY332" fmla="*/ 336550 h 342900"/>
              <a:gd name="connsiteX333" fmla="*/ 6649276 w 10922000"/>
              <a:gd name="connsiteY333" fmla="*/ 336550 h 342900"/>
              <a:gd name="connsiteX334" fmla="*/ 6649276 w 10922000"/>
              <a:gd name="connsiteY334" fmla="*/ 342900 h 342900"/>
              <a:gd name="connsiteX335" fmla="*/ 6750368 w 10922000"/>
              <a:gd name="connsiteY335" fmla="*/ 342900 h 342900"/>
              <a:gd name="connsiteX336" fmla="*/ 6800977 w 10922000"/>
              <a:gd name="connsiteY336" fmla="*/ 342900 h 342900"/>
              <a:gd name="connsiteX337" fmla="*/ 6800977 w 10922000"/>
              <a:gd name="connsiteY337" fmla="*/ 336550 h 342900"/>
              <a:gd name="connsiteX338" fmla="*/ 6750368 w 10922000"/>
              <a:gd name="connsiteY338" fmla="*/ 336550 h 342900"/>
              <a:gd name="connsiteX339" fmla="*/ 6750368 w 10922000"/>
              <a:gd name="connsiteY339" fmla="*/ 342900 h 342900"/>
              <a:gd name="connsiteX340" fmla="*/ 6851523 w 10922000"/>
              <a:gd name="connsiteY340" fmla="*/ 342900 h 342900"/>
              <a:gd name="connsiteX341" fmla="*/ 6902069 w 10922000"/>
              <a:gd name="connsiteY341" fmla="*/ 342900 h 342900"/>
              <a:gd name="connsiteX342" fmla="*/ 6902069 w 10922000"/>
              <a:gd name="connsiteY342" fmla="*/ 336550 h 342900"/>
              <a:gd name="connsiteX343" fmla="*/ 6851523 w 10922000"/>
              <a:gd name="connsiteY343" fmla="*/ 336550 h 342900"/>
              <a:gd name="connsiteX344" fmla="*/ 6851523 w 10922000"/>
              <a:gd name="connsiteY344" fmla="*/ 342900 h 342900"/>
              <a:gd name="connsiteX345" fmla="*/ 6952679 w 10922000"/>
              <a:gd name="connsiteY345" fmla="*/ 342900 h 342900"/>
              <a:gd name="connsiteX346" fmla="*/ 7003225 w 10922000"/>
              <a:gd name="connsiteY346" fmla="*/ 342900 h 342900"/>
              <a:gd name="connsiteX347" fmla="*/ 7003225 w 10922000"/>
              <a:gd name="connsiteY347" fmla="*/ 336550 h 342900"/>
              <a:gd name="connsiteX348" fmla="*/ 6952679 w 10922000"/>
              <a:gd name="connsiteY348" fmla="*/ 336550 h 342900"/>
              <a:gd name="connsiteX349" fmla="*/ 6952679 w 10922000"/>
              <a:gd name="connsiteY349" fmla="*/ 342900 h 342900"/>
              <a:gd name="connsiteX350" fmla="*/ 7053770 w 10922000"/>
              <a:gd name="connsiteY350" fmla="*/ 342900 h 342900"/>
              <a:gd name="connsiteX351" fmla="*/ 7104381 w 10922000"/>
              <a:gd name="connsiteY351" fmla="*/ 342900 h 342900"/>
              <a:gd name="connsiteX352" fmla="*/ 7104381 w 10922000"/>
              <a:gd name="connsiteY352" fmla="*/ 336550 h 342900"/>
              <a:gd name="connsiteX353" fmla="*/ 7053770 w 10922000"/>
              <a:gd name="connsiteY353" fmla="*/ 336550 h 342900"/>
              <a:gd name="connsiteX354" fmla="*/ 7053770 w 10922000"/>
              <a:gd name="connsiteY354" fmla="*/ 342900 h 342900"/>
              <a:gd name="connsiteX355" fmla="*/ 7154926 w 10922000"/>
              <a:gd name="connsiteY355" fmla="*/ 342900 h 342900"/>
              <a:gd name="connsiteX356" fmla="*/ 7205472 w 10922000"/>
              <a:gd name="connsiteY356" fmla="*/ 342900 h 342900"/>
              <a:gd name="connsiteX357" fmla="*/ 7205472 w 10922000"/>
              <a:gd name="connsiteY357" fmla="*/ 336550 h 342900"/>
              <a:gd name="connsiteX358" fmla="*/ 7154926 w 10922000"/>
              <a:gd name="connsiteY358" fmla="*/ 336550 h 342900"/>
              <a:gd name="connsiteX359" fmla="*/ 7154926 w 10922000"/>
              <a:gd name="connsiteY359" fmla="*/ 342900 h 342900"/>
              <a:gd name="connsiteX360" fmla="*/ 7256019 w 10922000"/>
              <a:gd name="connsiteY360" fmla="*/ 342900 h 342900"/>
              <a:gd name="connsiteX361" fmla="*/ 7306628 w 10922000"/>
              <a:gd name="connsiteY361" fmla="*/ 342900 h 342900"/>
              <a:gd name="connsiteX362" fmla="*/ 7306628 w 10922000"/>
              <a:gd name="connsiteY362" fmla="*/ 336550 h 342900"/>
              <a:gd name="connsiteX363" fmla="*/ 7256019 w 10922000"/>
              <a:gd name="connsiteY363" fmla="*/ 336550 h 342900"/>
              <a:gd name="connsiteX364" fmla="*/ 7256019 w 10922000"/>
              <a:gd name="connsiteY364" fmla="*/ 342900 h 342900"/>
              <a:gd name="connsiteX365" fmla="*/ 7357174 w 10922000"/>
              <a:gd name="connsiteY365" fmla="*/ 342900 h 342900"/>
              <a:gd name="connsiteX366" fmla="*/ 7407719 w 10922000"/>
              <a:gd name="connsiteY366" fmla="*/ 342900 h 342900"/>
              <a:gd name="connsiteX367" fmla="*/ 7407719 w 10922000"/>
              <a:gd name="connsiteY367" fmla="*/ 336550 h 342900"/>
              <a:gd name="connsiteX368" fmla="*/ 7357174 w 10922000"/>
              <a:gd name="connsiteY368" fmla="*/ 336550 h 342900"/>
              <a:gd name="connsiteX369" fmla="*/ 7357174 w 10922000"/>
              <a:gd name="connsiteY369" fmla="*/ 342900 h 342900"/>
              <a:gd name="connsiteX370" fmla="*/ 7458329 w 10922000"/>
              <a:gd name="connsiteY370" fmla="*/ 342900 h 342900"/>
              <a:gd name="connsiteX371" fmla="*/ 7508875 w 10922000"/>
              <a:gd name="connsiteY371" fmla="*/ 342900 h 342900"/>
              <a:gd name="connsiteX372" fmla="*/ 7508875 w 10922000"/>
              <a:gd name="connsiteY372" fmla="*/ 336550 h 342900"/>
              <a:gd name="connsiteX373" fmla="*/ 7458329 w 10922000"/>
              <a:gd name="connsiteY373" fmla="*/ 336550 h 342900"/>
              <a:gd name="connsiteX374" fmla="*/ 7458329 w 10922000"/>
              <a:gd name="connsiteY374" fmla="*/ 342900 h 342900"/>
              <a:gd name="connsiteX375" fmla="*/ 7559421 w 10922000"/>
              <a:gd name="connsiteY375" fmla="*/ 342900 h 342900"/>
              <a:gd name="connsiteX376" fmla="*/ 7610031 w 10922000"/>
              <a:gd name="connsiteY376" fmla="*/ 342900 h 342900"/>
              <a:gd name="connsiteX377" fmla="*/ 7610031 w 10922000"/>
              <a:gd name="connsiteY377" fmla="*/ 336550 h 342900"/>
              <a:gd name="connsiteX378" fmla="*/ 7559421 w 10922000"/>
              <a:gd name="connsiteY378" fmla="*/ 336550 h 342900"/>
              <a:gd name="connsiteX379" fmla="*/ 7559421 w 10922000"/>
              <a:gd name="connsiteY379" fmla="*/ 342900 h 342900"/>
              <a:gd name="connsiteX380" fmla="*/ 7660577 w 10922000"/>
              <a:gd name="connsiteY380" fmla="*/ 342900 h 342900"/>
              <a:gd name="connsiteX381" fmla="*/ 7711123 w 10922000"/>
              <a:gd name="connsiteY381" fmla="*/ 342900 h 342900"/>
              <a:gd name="connsiteX382" fmla="*/ 7711123 w 10922000"/>
              <a:gd name="connsiteY382" fmla="*/ 336550 h 342900"/>
              <a:gd name="connsiteX383" fmla="*/ 7660577 w 10922000"/>
              <a:gd name="connsiteY383" fmla="*/ 336550 h 342900"/>
              <a:gd name="connsiteX384" fmla="*/ 7660577 w 10922000"/>
              <a:gd name="connsiteY384" fmla="*/ 342900 h 342900"/>
              <a:gd name="connsiteX385" fmla="*/ 7761732 w 10922000"/>
              <a:gd name="connsiteY385" fmla="*/ 342900 h 342900"/>
              <a:gd name="connsiteX386" fmla="*/ 7812278 w 10922000"/>
              <a:gd name="connsiteY386" fmla="*/ 342900 h 342900"/>
              <a:gd name="connsiteX387" fmla="*/ 7812278 w 10922000"/>
              <a:gd name="connsiteY387" fmla="*/ 336550 h 342900"/>
              <a:gd name="connsiteX388" fmla="*/ 7761732 w 10922000"/>
              <a:gd name="connsiteY388" fmla="*/ 336550 h 342900"/>
              <a:gd name="connsiteX389" fmla="*/ 7761732 w 10922000"/>
              <a:gd name="connsiteY389" fmla="*/ 342900 h 342900"/>
              <a:gd name="connsiteX390" fmla="*/ 7862824 w 10922000"/>
              <a:gd name="connsiteY390" fmla="*/ 342900 h 342900"/>
              <a:gd name="connsiteX391" fmla="*/ 7913370 w 10922000"/>
              <a:gd name="connsiteY391" fmla="*/ 342900 h 342900"/>
              <a:gd name="connsiteX392" fmla="*/ 7913370 w 10922000"/>
              <a:gd name="connsiteY392" fmla="*/ 336550 h 342900"/>
              <a:gd name="connsiteX393" fmla="*/ 7862824 w 10922000"/>
              <a:gd name="connsiteY393" fmla="*/ 336550 h 342900"/>
              <a:gd name="connsiteX394" fmla="*/ 7862824 w 10922000"/>
              <a:gd name="connsiteY394" fmla="*/ 342900 h 342900"/>
              <a:gd name="connsiteX395" fmla="*/ 7963980 w 10922000"/>
              <a:gd name="connsiteY395" fmla="*/ 342900 h 342900"/>
              <a:gd name="connsiteX396" fmla="*/ 8014526 w 10922000"/>
              <a:gd name="connsiteY396" fmla="*/ 342900 h 342900"/>
              <a:gd name="connsiteX397" fmla="*/ 8014526 w 10922000"/>
              <a:gd name="connsiteY397" fmla="*/ 336550 h 342900"/>
              <a:gd name="connsiteX398" fmla="*/ 7963980 w 10922000"/>
              <a:gd name="connsiteY398" fmla="*/ 336550 h 342900"/>
              <a:gd name="connsiteX399" fmla="*/ 7963980 w 10922000"/>
              <a:gd name="connsiteY399" fmla="*/ 342900 h 342900"/>
              <a:gd name="connsiteX400" fmla="*/ 8065072 w 10922000"/>
              <a:gd name="connsiteY400" fmla="*/ 342900 h 342900"/>
              <a:gd name="connsiteX401" fmla="*/ 8115682 w 10922000"/>
              <a:gd name="connsiteY401" fmla="*/ 342900 h 342900"/>
              <a:gd name="connsiteX402" fmla="*/ 8115682 w 10922000"/>
              <a:gd name="connsiteY402" fmla="*/ 336550 h 342900"/>
              <a:gd name="connsiteX403" fmla="*/ 8065072 w 10922000"/>
              <a:gd name="connsiteY403" fmla="*/ 336550 h 342900"/>
              <a:gd name="connsiteX404" fmla="*/ 8065072 w 10922000"/>
              <a:gd name="connsiteY404" fmla="*/ 342900 h 342900"/>
              <a:gd name="connsiteX405" fmla="*/ 8166227 w 10922000"/>
              <a:gd name="connsiteY405" fmla="*/ 342900 h 342900"/>
              <a:gd name="connsiteX406" fmla="*/ 8216773 w 10922000"/>
              <a:gd name="connsiteY406" fmla="*/ 342900 h 342900"/>
              <a:gd name="connsiteX407" fmla="*/ 8216773 w 10922000"/>
              <a:gd name="connsiteY407" fmla="*/ 336550 h 342900"/>
              <a:gd name="connsiteX408" fmla="*/ 8166227 w 10922000"/>
              <a:gd name="connsiteY408" fmla="*/ 336550 h 342900"/>
              <a:gd name="connsiteX409" fmla="*/ 8166227 w 10922000"/>
              <a:gd name="connsiteY409" fmla="*/ 342900 h 342900"/>
              <a:gd name="connsiteX410" fmla="*/ 8267382 w 10922000"/>
              <a:gd name="connsiteY410" fmla="*/ 342900 h 342900"/>
              <a:gd name="connsiteX411" fmla="*/ 8317929 w 10922000"/>
              <a:gd name="connsiteY411" fmla="*/ 342900 h 342900"/>
              <a:gd name="connsiteX412" fmla="*/ 8317929 w 10922000"/>
              <a:gd name="connsiteY412" fmla="*/ 336550 h 342900"/>
              <a:gd name="connsiteX413" fmla="*/ 8267382 w 10922000"/>
              <a:gd name="connsiteY413" fmla="*/ 336550 h 342900"/>
              <a:gd name="connsiteX414" fmla="*/ 8267382 w 10922000"/>
              <a:gd name="connsiteY414" fmla="*/ 342900 h 342900"/>
              <a:gd name="connsiteX415" fmla="*/ 8368475 w 10922000"/>
              <a:gd name="connsiteY415" fmla="*/ 342900 h 342900"/>
              <a:gd name="connsiteX416" fmla="*/ 8419020 w 10922000"/>
              <a:gd name="connsiteY416" fmla="*/ 342900 h 342900"/>
              <a:gd name="connsiteX417" fmla="*/ 8419020 w 10922000"/>
              <a:gd name="connsiteY417" fmla="*/ 336550 h 342900"/>
              <a:gd name="connsiteX418" fmla="*/ 8368475 w 10922000"/>
              <a:gd name="connsiteY418" fmla="*/ 336550 h 342900"/>
              <a:gd name="connsiteX419" fmla="*/ 8368475 w 10922000"/>
              <a:gd name="connsiteY419" fmla="*/ 342900 h 342900"/>
              <a:gd name="connsiteX420" fmla="*/ 8469630 w 10922000"/>
              <a:gd name="connsiteY420" fmla="*/ 342900 h 342900"/>
              <a:gd name="connsiteX421" fmla="*/ 8520176 w 10922000"/>
              <a:gd name="connsiteY421" fmla="*/ 342900 h 342900"/>
              <a:gd name="connsiteX422" fmla="*/ 8520176 w 10922000"/>
              <a:gd name="connsiteY422" fmla="*/ 336550 h 342900"/>
              <a:gd name="connsiteX423" fmla="*/ 8469630 w 10922000"/>
              <a:gd name="connsiteY423" fmla="*/ 336550 h 342900"/>
              <a:gd name="connsiteX424" fmla="*/ 8469630 w 10922000"/>
              <a:gd name="connsiteY424" fmla="*/ 342900 h 342900"/>
              <a:gd name="connsiteX425" fmla="*/ 8570722 w 10922000"/>
              <a:gd name="connsiteY425" fmla="*/ 342900 h 342900"/>
              <a:gd name="connsiteX426" fmla="*/ 8621331 w 10922000"/>
              <a:gd name="connsiteY426" fmla="*/ 342900 h 342900"/>
              <a:gd name="connsiteX427" fmla="*/ 8621331 w 10922000"/>
              <a:gd name="connsiteY427" fmla="*/ 336550 h 342900"/>
              <a:gd name="connsiteX428" fmla="*/ 8570722 w 10922000"/>
              <a:gd name="connsiteY428" fmla="*/ 336550 h 342900"/>
              <a:gd name="connsiteX429" fmla="*/ 8570722 w 10922000"/>
              <a:gd name="connsiteY429" fmla="*/ 342900 h 342900"/>
              <a:gd name="connsiteX430" fmla="*/ 8671878 w 10922000"/>
              <a:gd name="connsiteY430" fmla="*/ 342900 h 342900"/>
              <a:gd name="connsiteX431" fmla="*/ 8722423 w 10922000"/>
              <a:gd name="connsiteY431" fmla="*/ 342900 h 342900"/>
              <a:gd name="connsiteX432" fmla="*/ 8722423 w 10922000"/>
              <a:gd name="connsiteY432" fmla="*/ 336550 h 342900"/>
              <a:gd name="connsiteX433" fmla="*/ 8671878 w 10922000"/>
              <a:gd name="connsiteY433" fmla="*/ 336550 h 342900"/>
              <a:gd name="connsiteX434" fmla="*/ 8671878 w 10922000"/>
              <a:gd name="connsiteY434" fmla="*/ 342900 h 342900"/>
              <a:gd name="connsiteX435" fmla="*/ 8773033 w 10922000"/>
              <a:gd name="connsiteY435" fmla="*/ 342900 h 342900"/>
              <a:gd name="connsiteX436" fmla="*/ 8823579 w 10922000"/>
              <a:gd name="connsiteY436" fmla="*/ 342900 h 342900"/>
              <a:gd name="connsiteX437" fmla="*/ 8823579 w 10922000"/>
              <a:gd name="connsiteY437" fmla="*/ 336550 h 342900"/>
              <a:gd name="connsiteX438" fmla="*/ 8773033 w 10922000"/>
              <a:gd name="connsiteY438" fmla="*/ 336550 h 342900"/>
              <a:gd name="connsiteX439" fmla="*/ 8773033 w 10922000"/>
              <a:gd name="connsiteY439" fmla="*/ 342900 h 342900"/>
              <a:gd name="connsiteX440" fmla="*/ 8874125 w 10922000"/>
              <a:gd name="connsiteY440" fmla="*/ 342900 h 342900"/>
              <a:gd name="connsiteX441" fmla="*/ 8924671 w 10922000"/>
              <a:gd name="connsiteY441" fmla="*/ 342900 h 342900"/>
              <a:gd name="connsiteX442" fmla="*/ 8924671 w 10922000"/>
              <a:gd name="connsiteY442" fmla="*/ 336550 h 342900"/>
              <a:gd name="connsiteX443" fmla="*/ 8874125 w 10922000"/>
              <a:gd name="connsiteY443" fmla="*/ 336550 h 342900"/>
              <a:gd name="connsiteX444" fmla="*/ 8874125 w 10922000"/>
              <a:gd name="connsiteY444" fmla="*/ 342900 h 342900"/>
              <a:gd name="connsiteX445" fmla="*/ 8975281 w 10922000"/>
              <a:gd name="connsiteY445" fmla="*/ 342900 h 342900"/>
              <a:gd name="connsiteX446" fmla="*/ 9025827 w 10922000"/>
              <a:gd name="connsiteY446" fmla="*/ 342900 h 342900"/>
              <a:gd name="connsiteX447" fmla="*/ 9025827 w 10922000"/>
              <a:gd name="connsiteY447" fmla="*/ 336550 h 342900"/>
              <a:gd name="connsiteX448" fmla="*/ 8975281 w 10922000"/>
              <a:gd name="connsiteY448" fmla="*/ 336550 h 342900"/>
              <a:gd name="connsiteX449" fmla="*/ 8975281 w 10922000"/>
              <a:gd name="connsiteY449" fmla="*/ 342900 h 342900"/>
              <a:gd name="connsiteX450" fmla="*/ 9076372 w 10922000"/>
              <a:gd name="connsiteY450" fmla="*/ 342900 h 342900"/>
              <a:gd name="connsiteX451" fmla="*/ 9126982 w 10922000"/>
              <a:gd name="connsiteY451" fmla="*/ 342900 h 342900"/>
              <a:gd name="connsiteX452" fmla="*/ 9126982 w 10922000"/>
              <a:gd name="connsiteY452" fmla="*/ 336550 h 342900"/>
              <a:gd name="connsiteX453" fmla="*/ 9076372 w 10922000"/>
              <a:gd name="connsiteY453" fmla="*/ 336550 h 342900"/>
              <a:gd name="connsiteX454" fmla="*/ 9076372 w 10922000"/>
              <a:gd name="connsiteY454" fmla="*/ 342900 h 342900"/>
              <a:gd name="connsiteX455" fmla="*/ 9177528 w 10922000"/>
              <a:gd name="connsiteY455" fmla="*/ 342900 h 342900"/>
              <a:gd name="connsiteX456" fmla="*/ 9228074 w 10922000"/>
              <a:gd name="connsiteY456" fmla="*/ 342900 h 342900"/>
              <a:gd name="connsiteX457" fmla="*/ 9228074 w 10922000"/>
              <a:gd name="connsiteY457" fmla="*/ 336550 h 342900"/>
              <a:gd name="connsiteX458" fmla="*/ 9177528 w 10922000"/>
              <a:gd name="connsiteY458" fmla="*/ 336550 h 342900"/>
              <a:gd name="connsiteX459" fmla="*/ 9177528 w 10922000"/>
              <a:gd name="connsiteY459" fmla="*/ 342900 h 342900"/>
              <a:gd name="connsiteX460" fmla="*/ 9278683 w 10922000"/>
              <a:gd name="connsiteY460" fmla="*/ 342900 h 342900"/>
              <a:gd name="connsiteX461" fmla="*/ 9329230 w 10922000"/>
              <a:gd name="connsiteY461" fmla="*/ 342900 h 342900"/>
              <a:gd name="connsiteX462" fmla="*/ 9329230 w 10922000"/>
              <a:gd name="connsiteY462" fmla="*/ 336550 h 342900"/>
              <a:gd name="connsiteX463" fmla="*/ 9278683 w 10922000"/>
              <a:gd name="connsiteY463" fmla="*/ 336550 h 342900"/>
              <a:gd name="connsiteX464" fmla="*/ 9278683 w 10922000"/>
              <a:gd name="connsiteY464" fmla="*/ 342900 h 342900"/>
              <a:gd name="connsiteX465" fmla="*/ 9379776 w 10922000"/>
              <a:gd name="connsiteY465" fmla="*/ 342900 h 342900"/>
              <a:gd name="connsiteX466" fmla="*/ 9430321 w 10922000"/>
              <a:gd name="connsiteY466" fmla="*/ 342900 h 342900"/>
              <a:gd name="connsiteX467" fmla="*/ 9430321 w 10922000"/>
              <a:gd name="connsiteY467" fmla="*/ 336550 h 342900"/>
              <a:gd name="connsiteX468" fmla="*/ 9379776 w 10922000"/>
              <a:gd name="connsiteY468" fmla="*/ 336550 h 342900"/>
              <a:gd name="connsiteX469" fmla="*/ 9379776 w 10922000"/>
              <a:gd name="connsiteY469" fmla="*/ 342900 h 342900"/>
              <a:gd name="connsiteX470" fmla="*/ 9480931 w 10922000"/>
              <a:gd name="connsiteY470" fmla="*/ 342900 h 342900"/>
              <a:gd name="connsiteX471" fmla="*/ 9531477 w 10922000"/>
              <a:gd name="connsiteY471" fmla="*/ 342900 h 342900"/>
              <a:gd name="connsiteX472" fmla="*/ 9531477 w 10922000"/>
              <a:gd name="connsiteY472" fmla="*/ 336550 h 342900"/>
              <a:gd name="connsiteX473" fmla="*/ 9480931 w 10922000"/>
              <a:gd name="connsiteY473" fmla="*/ 336550 h 342900"/>
              <a:gd name="connsiteX474" fmla="*/ 9480931 w 10922000"/>
              <a:gd name="connsiteY474" fmla="*/ 342900 h 342900"/>
              <a:gd name="connsiteX475" fmla="*/ 9582023 w 10922000"/>
              <a:gd name="connsiteY475" fmla="*/ 342900 h 342900"/>
              <a:gd name="connsiteX476" fmla="*/ 9632632 w 10922000"/>
              <a:gd name="connsiteY476" fmla="*/ 342900 h 342900"/>
              <a:gd name="connsiteX477" fmla="*/ 9632632 w 10922000"/>
              <a:gd name="connsiteY477" fmla="*/ 336550 h 342900"/>
              <a:gd name="connsiteX478" fmla="*/ 9582023 w 10922000"/>
              <a:gd name="connsiteY478" fmla="*/ 336550 h 342900"/>
              <a:gd name="connsiteX479" fmla="*/ 9582023 w 10922000"/>
              <a:gd name="connsiteY479" fmla="*/ 342900 h 342900"/>
              <a:gd name="connsiteX480" fmla="*/ 9683179 w 10922000"/>
              <a:gd name="connsiteY480" fmla="*/ 342900 h 342900"/>
              <a:gd name="connsiteX481" fmla="*/ 9733724 w 10922000"/>
              <a:gd name="connsiteY481" fmla="*/ 342900 h 342900"/>
              <a:gd name="connsiteX482" fmla="*/ 9733724 w 10922000"/>
              <a:gd name="connsiteY482" fmla="*/ 336550 h 342900"/>
              <a:gd name="connsiteX483" fmla="*/ 9683179 w 10922000"/>
              <a:gd name="connsiteY483" fmla="*/ 336550 h 342900"/>
              <a:gd name="connsiteX484" fmla="*/ 9683179 w 10922000"/>
              <a:gd name="connsiteY484" fmla="*/ 342900 h 342900"/>
              <a:gd name="connsiteX485" fmla="*/ 9784334 w 10922000"/>
              <a:gd name="connsiteY485" fmla="*/ 342900 h 342900"/>
              <a:gd name="connsiteX486" fmla="*/ 9834880 w 10922000"/>
              <a:gd name="connsiteY486" fmla="*/ 342900 h 342900"/>
              <a:gd name="connsiteX487" fmla="*/ 9834880 w 10922000"/>
              <a:gd name="connsiteY487" fmla="*/ 336550 h 342900"/>
              <a:gd name="connsiteX488" fmla="*/ 9784334 w 10922000"/>
              <a:gd name="connsiteY488" fmla="*/ 336550 h 342900"/>
              <a:gd name="connsiteX489" fmla="*/ 9784334 w 10922000"/>
              <a:gd name="connsiteY489" fmla="*/ 342900 h 342900"/>
              <a:gd name="connsiteX490" fmla="*/ 9885426 w 10922000"/>
              <a:gd name="connsiteY490" fmla="*/ 342900 h 342900"/>
              <a:gd name="connsiteX491" fmla="*/ 9935972 w 10922000"/>
              <a:gd name="connsiteY491" fmla="*/ 342900 h 342900"/>
              <a:gd name="connsiteX492" fmla="*/ 9935972 w 10922000"/>
              <a:gd name="connsiteY492" fmla="*/ 336550 h 342900"/>
              <a:gd name="connsiteX493" fmla="*/ 9885426 w 10922000"/>
              <a:gd name="connsiteY493" fmla="*/ 336550 h 342900"/>
              <a:gd name="connsiteX494" fmla="*/ 9885426 w 10922000"/>
              <a:gd name="connsiteY494" fmla="*/ 342900 h 342900"/>
              <a:gd name="connsiteX495" fmla="*/ 9986581 w 10922000"/>
              <a:gd name="connsiteY495" fmla="*/ 342900 h 342900"/>
              <a:gd name="connsiteX496" fmla="*/ 10037128 w 10922000"/>
              <a:gd name="connsiteY496" fmla="*/ 342900 h 342900"/>
              <a:gd name="connsiteX497" fmla="*/ 10037128 w 10922000"/>
              <a:gd name="connsiteY497" fmla="*/ 336550 h 342900"/>
              <a:gd name="connsiteX498" fmla="*/ 9986581 w 10922000"/>
              <a:gd name="connsiteY498" fmla="*/ 336550 h 342900"/>
              <a:gd name="connsiteX499" fmla="*/ 9986581 w 10922000"/>
              <a:gd name="connsiteY499" fmla="*/ 342900 h 342900"/>
              <a:gd name="connsiteX500" fmla="*/ 10087673 w 10922000"/>
              <a:gd name="connsiteY500" fmla="*/ 342900 h 342900"/>
              <a:gd name="connsiteX501" fmla="*/ 10138283 w 10922000"/>
              <a:gd name="connsiteY501" fmla="*/ 342900 h 342900"/>
              <a:gd name="connsiteX502" fmla="*/ 10138283 w 10922000"/>
              <a:gd name="connsiteY502" fmla="*/ 336550 h 342900"/>
              <a:gd name="connsiteX503" fmla="*/ 10087673 w 10922000"/>
              <a:gd name="connsiteY503" fmla="*/ 336550 h 342900"/>
              <a:gd name="connsiteX504" fmla="*/ 10087673 w 10922000"/>
              <a:gd name="connsiteY504" fmla="*/ 342900 h 342900"/>
              <a:gd name="connsiteX505" fmla="*/ 10188829 w 10922000"/>
              <a:gd name="connsiteY505" fmla="*/ 342900 h 342900"/>
              <a:gd name="connsiteX506" fmla="*/ 10239375 w 10922000"/>
              <a:gd name="connsiteY506" fmla="*/ 342900 h 342900"/>
              <a:gd name="connsiteX507" fmla="*/ 10239375 w 10922000"/>
              <a:gd name="connsiteY507" fmla="*/ 336550 h 342900"/>
              <a:gd name="connsiteX508" fmla="*/ 10188829 w 10922000"/>
              <a:gd name="connsiteY508" fmla="*/ 336550 h 342900"/>
              <a:gd name="connsiteX509" fmla="*/ 10188829 w 10922000"/>
              <a:gd name="connsiteY509" fmla="*/ 342900 h 342900"/>
              <a:gd name="connsiteX510" fmla="*/ 10289984 w 10922000"/>
              <a:gd name="connsiteY510" fmla="*/ 342900 h 342900"/>
              <a:gd name="connsiteX511" fmla="*/ 10340531 w 10922000"/>
              <a:gd name="connsiteY511" fmla="*/ 342900 h 342900"/>
              <a:gd name="connsiteX512" fmla="*/ 10340531 w 10922000"/>
              <a:gd name="connsiteY512" fmla="*/ 336550 h 342900"/>
              <a:gd name="connsiteX513" fmla="*/ 10289984 w 10922000"/>
              <a:gd name="connsiteY513" fmla="*/ 336550 h 342900"/>
              <a:gd name="connsiteX514" fmla="*/ 10289984 w 10922000"/>
              <a:gd name="connsiteY514" fmla="*/ 342900 h 342900"/>
              <a:gd name="connsiteX515" fmla="*/ 10391077 w 10922000"/>
              <a:gd name="connsiteY515" fmla="*/ 342900 h 342900"/>
              <a:gd name="connsiteX516" fmla="*/ 10441622 w 10922000"/>
              <a:gd name="connsiteY516" fmla="*/ 342900 h 342900"/>
              <a:gd name="connsiteX517" fmla="*/ 10441622 w 10922000"/>
              <a:gd name="connsiteY517" fmla="*/ 336550 h 342900"/>
              <a:gd name="connsiteX518" fmla="*/ 10391077 w 10922000"/>
              <a:gd name="connsiteY518" fmla="*/ 336550 h 342900"/>
              <a:gd name="connsiteX519" fmla="*/ 10391077 w 10922000"/>
              <a:gd name="connsiteY519" fmla="*/ 342900 h 342900"/>
              <a:gd name="connsiteX520" fmla="*/ 10492232 w 10922000"/>
              <a:gd name="connsiteY520" fmla="*/ 342900 h 342900"/>
              <a:gd name="connsiteX521" fmla="*/ 10542778 w 10922000"/>
              <a:gd name="connsiteY521" fmla="*/ 342900 h 342900"/>
              <a:gd name="connsiteX522" fmla="*/ 10542778 w 10922000"/>
              <a:gd name="connsiteY522" fmla="*/ 336550 h 342900"/>
              <a:gd name="connsiteX523" fmla="*/ 10492232 w 10922000"/>
              <a:gd name="connsiteY523" fmla="*/ 336550 h 342900"/>
              <a:gd name="connsiteX524" fmla="*/ 10492232 w 10922000"/>
              <a:gd name="connsiteY524" fmla="*/ 342900 h 342900"/>
              <a:gd name="connsiteX525" fmla="*/ 10593324 w 10922000"/>
              <a:gd name="connsiteY525" fmla="*/ 342900 h 342900"/>
              <a:gd name="connsiteX526" fmla="*/ 10643933 w 10922000"/>
              <a:gd name="connsiteY526" fmla="*/ 342900 h 342900"/>
              <a:gd name="connsiteX527" fmla="*/ 10643933 w 10922000"/>
              <a:gd name="connsiteY527" fmla="*/ 336550 h 342900"/>
              <a:gd name="connsiteX528" fmla="*/ 10593324 w 10922000"/>
              <a:gd name="connsiteY528" fmla="*/ 336550 h 342900"/>
              <a:gd name="connsiteX529" fmla="*/ 10593324 w 10922000"/>
              <a:gd name="connsiteY529" fmla="*/ 342900 h 342900"/>
              <a:gd name="connsiteX530" fmla="*/ 10694480 w 10922000"/>
              <a:gd name="connsiteY530" fmla="*/ 342900 h 342900"/>
              <a:gd name="connsiteX531" fmla="*/ 10745026 w 10922000"/>
              <a:gd name="connsiteY531" fmla="*/ 342900 h 342900"/>
              <a:gd name="connsiteX532" fmla="*/ 10745026 w 10922000"/>
              <a:gd name="connsiteY532" fmla="*/ 336550 h 342900"/>
              <a:gd name="connsiteX533" fmla="*/ 10694480 w 10922000"/>
              <a:gd name="connsiteY533" fmla="*/ 336550 h 342900"/>
              <a:gd name="connsiteX534" fmla="*/ 10694480 w 10922000"/>
              <a:gd name="connsiteY534" fmla="*/ 342900 h 342900"/>
              <a:gd name="connsiteX535" fmla="*/ 10795635 w 10922000"/>
              <a:gd name="connsiteY535" fmla="*/ 342900 h 342900"/>
              <a:gd name="connsiteX536" fmla="*/ 10846181 w 10922000"/>
              <a:gd name="connsiteY536" fmla="*/ 342900 h 342900"/>
              <a:gd name="connsiteX537" fmla="*/ 10846181 w 10922000"/>
              <a:gd name="connsiteY537" fmla="*/ 336550 h 342900"/>
              <a:gd name="connsiteX538" fmla="*/ 10795635 w 10922000"/>
              <a:gd name="connsiteY538" fmla="*/ 336550 h 342900"/>
              <a:gd name="connsiteX539" fmla="*/ 10795635 w 10922000"/>
              <a:gd name="connsiteY539" fmla="*/ 342900 h 342900"/>
              <a:gd name="connsiteX540" fmla="*/ 10896727 w 10922000"/>
              <a:gd name="connsiteY540" fmla="*/ 342900 h 342900"/>
              <a:gd name="connsiteX541" fmla="*/ 10922000 w 10922000"/>
              <a:gd name="connsiteY541" fmla="*/ 342900 h 342900"/>
              <a:gd name="connsiteX542" fmla="*/ 10922000 w 10922000"/>
              <a:gd name="connsiteY542" fmla="*/ 336550 h 342900"/>
              <a:gd name="connsiteX543" fmla="*/ 10896727 w 10922000"/>
              <a:gd name="connsiteY543" fmla="*/ 336550 h 342900"/>
              <a:gd name="connsiteX544" fmla="*/ 10896727 w 10922000"/>
              <a:gd name="connsiteY544" fmla="*/ 342900 h 342900"/>
              <a:gd name="connsiteX545" fmla="*/ 10922000 w 10922000"/>
              <a:gd name="connsiteY545" fmla="*/ 0 h 342900"/>
              <a:gd name="connsiteX546" fmla="*/ 10896727 w 10922000"/>
              <a:gd name="connsiteY546" fmla="*/ 0 h 342900"/>
              <a:gd name="connsiteX547" fmla="*/ 10896727 w 10922000"/>
              <a:gd name="connsiteY547" fmla="*/ 6350 h 342900"/>
              <a:gd name="connsiteX548" fmla="*/ 10922000 w 10922000"/>
              <a:gd name="connsiteY548" fmla="*/ 6350 h 342900"/>
              <a:gd name="connsiteX549" fmla="*/ 10922000 w 10922000"/>
              <a:gd name="connsiteY549" fmla="*/ 0 h 342900"/>
              <a:gd name="connsiteX550" fmla="*/ 10846181 w 10922000"/>
              <a:gd name="connsiteY550" fmla="*/ 0 h 342900"/>
              <a:gd name="connsiteX551" fmla="*/ 10795571 w 10922000"/>
              <a:gd name="connsiteY551" fmla="*/ 0 h 342900"/>
              <a:gd name="connsiteX552" fmla="*/ 10795571 w 10922000"/>
              <a:gd name="connsiteY552" fmla="*/ 6350 h 342900"/>
              <a:gd name="connsiteX553" fmla="*/ 10846181 w 10922000"/>
              <a:gd name="connsiteY553" fmla="*/ 6350 h 342900"/>
              <a:gd name="connsiteX554" fmla="*/ 10846181 w 10922000"/>
              <a:gd name="connsiteY554" fmla="*/ 0 h 342900"/>
              <a:gd name="connsiteX555" fmla="*/ 10745026 w 10922000"/>
              <a:gd name="connsiteY555" fmla="*/ 0 h 342900"/>
              <a:gd name="connsiteX556" fmla="*/ 10694480 w 10922000"/>
              <a:gd name="connsiteY556" fmla="*/ 0 h 342900"/>
              <a:gd name="connsiteX557" fmla="*/ 10694480 w 10922000"/>
              <a:gd name="connsiteY557" fmla="*/ 6350 h 342900"/>
              <a:gd name="connsiteX558" fmla="*/ 10745026 w 10922000"/>
              <a:gd name="connsiteY558" fmla="*/ 6350 h 342900"/>
              <a:gd name="connsiteX559" fmla="*/ 10745026 w 10922000"/>
              <a:gd name="connsiteY559" fmla="*/ 0 h 342900"/>
              <a:gd name="connsiteX560" fmla="*/ 10643870 w 10922000"/>
              <a:gd name="connsiteY560" fmla="*/ 0 h 342900"/>
              <a:gd name="connsiteX561" fmla="*/ 10593324 w 10922000"/>
              <a:gd name="connsiteY561" fmla="*/ 0 h 342900"/>
              <a:gd name="connsiteX562" fmla="*/ 10593324 w 10922000"/>
              <a:gd name="connsiteY562" fmla="*/ 6350 h 342900"/>
              <a:gd name="connsiteX563" fmla="*/ 10643870 w 10922000"/>
              <a:gd name="connsiteY563" fmla="*/ 6350 h 342900"/>
              <a:gd name="connsiteX564" fmla="*/ 10643870 w 10922000"/>
              <a:gd name="connsiteY564" fmla="*/ 0 h 342900"/>
              <a:gd name="connsiteX565" fmla="*/ 10542778 w 10922000"/>
              <a:gd name="connsiteY565" fmla="*/ 0 h 342900"/>
              <a:gd name="connsiteX566" fmla="*/ 10492169 w 10922000"/>
              <a:gd name="connsiteY566" fmla="*/ 0 h 342900"/>
              <a:gd name="connsiteX567" fmla="*/ 10492169 w 10922000"/>
              <a:gd name="connsiteY567" fmla="*/ 6350 h 342900"/>
              <a:gd name="connsiteX568" fmla="*/ 10542778 w 10922000"/>
              <a:gd name="connsiteY568" fmla="*/ 6350 h 342900"/>
              <a:gd name="connsiteX569" fmla="*/ 10542778 w 10922000"/>
              <a:gd name="connsiteY569" fmla="*/ 0 h 342900"/>
              <a:gd name="connsiteX570" fmla="*/ 10441622 w 10922000"/>
              <a:gd name="connsiteY570" fmla="*/ 0 h 342900"/>
              <a:gd name="connsiteX571" fmla="*/ 10391077 w 10922000"/>
              <a:gd name="connsiteY571" fmla="*/ 0 h 342900"/>
              <a:gd name="connsiteX572" fmla="*/ 10391077 w 10922000"/>
              <a:gd name="connsiteY572" fmla="*/ 6350 h 342900"/>
              <a:gd name="connsiteX573" fmla="*/ 10441622 w 10922000"/>
              <a:gd name="connsiteY573" fmla="*/ 6350 h 342900"/>
              <a:gd name="connsiteX574" fmla="*/ 10441622 w 10922000"/>
              <a:gd name="connsiteY574" fmla="*/ 0 h 342900"/>
              <a:gd name="connsiteX575" fmla="*/ 10340531 w 10922000"/>
              <a:gd name="connsiteY575" fmla="*/ 0 h 342900"/>
              <a:gd name="connsiteX576" fmla="*/ 10289921 w 10922000"/>
              <a:gd name="connsiteY576" fmla="*/ 0 h 342900"/>
              <a:gd name="connsiteX577" fmla="*/ 10289921 w 10922000"/>
              <a:gd name="connsiteY577" fmla="*/ 6350 h 342900"/>
              <a:gd name="connsiteX578" fmla="*/ 10340531 w 10922000"/>
              <a:gd name="connsiteY578" fmla="*/ 6350 h 342900"/>
              <a:gd name="connsiteX579" fmla="*/ 10340531 w 10922000"/>
              <a:gd name="connsiteY579" fmla="*/ 0 h 342900"/>
              <a:gd name="connsiteX580" fmla="*/ 10239375 w 10922000"/>
              <a:gd name="connsiteY580" fmla="*/ 0 h 342900"/>
              <a:gd name="connsiteX581" fmla="*/ 10188829 w 10922000"/>
              <a:gd name="connsiteY581" fmla="*/ 0 h 342900"/>
              <a:gd name="connsiteX582" fmla="*/ 10188829 w 10922000"/>
              <a:gd name="connsiteY582" fmla="*/ 6350 h 342900"/>
              <a:gd name="connsiteX583" fmla="*/ 10239375 w 10922000"/>
              <a:gd name="connsiteY583" fmla="*/ 6350 h 342900"/>
              <a:gd name="connsiteX584" fmla="*/ 10239375 w 10922000"/>
              <a:gd name="connsiteY584" fmla="*/ 0 h 342900"/>
              <a:gd name="connsiteX585" fmla="*/ 10138219 w 10922000"/>
              <a:gd name="connsiteY585" fmla="*/ 0 h 342900"/>
              <a:gd name="connsiteX586" fmla="*/ 10087673 w 10922000"/>
              <a:gd name="connsiteY586" fmla="*/ 0 h 342900"/>
              <a:gd name="connsiteX587" fmla="*/ 10087673 w 10922000"/>
              <a:gd name="connsiteY587" fmla="*/ 6350 h 342900"/>
              <a:gd name="connsiteX588" fmla="*/ 10138219 w 10922000"/>
              <a:gd name="connsiteY588" fmla="*/ 6350 h 342900"/>
              <a:gd name="connsiteX589" fmla="*/ 10138219 w 10922000"/>
              <a:gd name="connsiteY589" fmla="*/ 0 h 342900"/>
              <a:gd name="connsiteX590" fmla="*/ 10037128 w 10922000"/>
              <a:gd name="connsiteY590" fmla="*/ 0 h 342900"/>
              <a:gd name="connsiteX591" fmla="*/ 9986581 w 10922000"/>
              <a:gd name="connsiteY591" fmla="*/ 0 h 342900"/>
              <a:gd name="connsiteX592" fmla="*/ 9986581 w 10922000"/>
              <a:gd name="connsiteY592" fmla="*/ 6350 h 342900"/>
              <a:gd name="connsiteX593" fmla="*/ 10037128 w 10922000"/>
              <a:gd name="connsiteY593" fmla="*/ 6350 h 342900"/>
              <a:gd name="connsiteX594" fmla="*/ 10037128 w 10922000"/>
              <a:gd name="connsiteY594" fmla="*/ 0 h 342900"/>
              <a:gd name="connsiteX595" fmla="*/ 9935972 w 10922000"/>
              <a:gd name="connsiteY595" fmla="*/ 0 h 342900"/>
              <a:gd name="connsiteX596" fmla="*/ 9885426 w 10922000"/>
              <a:gd name="connsiteY596" fmla="*/ 0 h 342900"/>
              <a:gd name="connsiteX597" fmla="*/ 9885426 w 10922000"/>
              <a:gd name="connsiteY597" fmla="*/ 6350 h 342900"/>
              <a:gd name="connsiteX598" fmla="*/ 9935972 w 10922000"/>
              <a:gd name="connsiteY598" fmla="*/ 6350 h 342900"/>
              <a:gd name="connsiteX599" fmla="*/ 9935972 w 10922000"/>
              <a:gd name="connsiteY599" fmla="*/ 0 h 342900"/>
              <a:gd name="connsiteX600" fmla="*/ 9834880 w 10922000"/>
              <a:gd name="connsiteY600" fmla="*/ 0 h 342900"/>
              <a:gd name="connsiteX601" fmla="*/ 9784270 w 10922000"/>
              <a:gd name="connsiteY601" fmla="*/ 0 h 342900"/>
              <a:gd name="connsiteX602" fmla="*/ 9784270 w 10922000"/>
              <a:gd name="connsiteY602" fmla="*/ 6350 h 342900"/>
              <a:gd name="connsiteX603" fmla="*/ 9834880 w 10922000"/>
              <a:gd name="connsiteY603" fmla="*/ 6350 h 342900"/>
              <a:gd name="connsiteX604" fmla="*/ 9834880 w 10922000"/>
              <a:gd name="connsiteY604" fmla="*/ 0 h 342900"/>
              <a:gd name="connsiteX605" fmla="*/ 9733724 w 10922000"/>
              <a:gd name="connsiteY605" fmla="*/ 0 h 342900"/>
              <a:gd name="connsiteX606" fmla="*/ 9683179 w 10922000"/>
              <a:gd name="connsiteY606" fmla="*/ 0 h 342900"/>
              <a:gd name="connsiteX607" fmla="*/ 9683179 w 10922000"/>
              <a:gd name="connsiteY607" fmla="*/ 6350 h 342900"/>
              <a:gd name="connsiteX608" fmla="*/ 9733724 w 10922000"/>
              <a:gd name="connsiteY608" fmla="*/ 6350 h 342900"/>
              <a:gd name="connsiteX609" fmla="*/ 9733724 w 10922000"/>
              <a:gd name="connsiteY609" fmla="*/ 0 h 342900"/>
              <a:gd name="connsiteX610" fmla="*/ 9632569 w 10922000"/>
              <a:gd name="connsiteY610" fmla="*/ 0 h 342900"/>
              <a:gd name="connsiteX611" fmla="*/ 9582023 w 10922000"/>
              <a:gd name="connsiteY611" fmla="*/ 0 h 342900"/>
              <a:gd name="connsiteX612" fmla="*/ 9582023 w 10922000"/>
              <a:gd name="connsiteY612" fmla="*/ 6350 h 342900"/>
              <a:gd name="connsiteX613" fmla="*/ 9632569 w 10922000"/>
              <a:gd name="connsiteY613" fmla="*/ 6350 h 342900"/>
              <a:gd name="connsiteX614" fmla="*/ 9632569 w 10922000"/>
              <a:gd name="connsiteY614" fmla="*/ 0 h 342900"/>
              <a:gd name="connsiteX615" fmla="*/ 9531477 w 10922000"/>
              <a:gd name="connsiteY615" fmla="*/ 0 h 342900"/>
              <a:gd name="connsiteX616" fmla="*/ 9480931 w 10922000"/>
              <a:gd name="connsiteY616" fmla="*/ 0 h 342900"/>
              <a:gd name="connsiteX617" fmla="*/ 9480931 w 10922000"/>
              <a:gd name="connsiteY617" fmla="*/ 6350 h 342900"/>
              <a:gd name="connsiteX618" fmla="*/ 9531477 w 10922000"/>
              <a:gd name="connsiteY618" fmla="*/ 6350 h 342900"/>
              <a:gd name="connsiteX619" fmla="*/ 9531477 w 10922000"/>
              <a:gd name="connsiteY619" fmla="*/ 0 h 342900"/>
              <a:gd name="connsiteX620" fmla="*/ 9430321 w 10922000"/>
              <a:gd name="connsiteY620" fmla="*/ 0 h 342900"/>
              <a:gd name="connsiteX621" fmla="*/ 9379776 w 10922000"/>
              <a:gd name="connsiteY621" fmla="*/ 0 h 342900"/>
              <a:gd name="connsiteX622" fmla="*/ 9379776 w 10922000"/>
              <a:gd name="connsiteY622" fmla="*/ 6350 h 342900"/>
              <a:gd name="connsiteX623" fmla="*/ 9430321 w 10922000"/>
              <a:gd name="connsiteY623" fmla="*/ 6350 h 342900"/>
              <a:gd name="connsiteX624" fmla="*/ 9430321 w 10922000"/>
              <a:gd name="connsiteY624" fmla="*/ 0 h 342900"/>
              <a:gd name="connsiteX625" fmla="*/ 9329230 w 10922000"/>
              <a:gd name="connsiteY625" fmla="*/ 0 h 342900"/>
              <a:gd name="connsiteX626" fmla="*/ 9278620 w 10922000"/>
              <a:gd name="connsiteY626" fmla="*/ 0 h 342900"/>
              <a:gd name="connsiteX627" fmla="*/ 9278620 w 10922000"/>
              <a:gd name="connsiteY627" fmla="*/ 6350 h 342900"/>
              <a:gd name="connsiteX628" fmla="*/ 9329230 w 10922000"/>
              <a:gd name="connsiteY628" fmla="*/ 6350 h 342900"/>
              <a:gd name="connsiteX629" fmla="*/ 9329230 w 10922000"/>
              <a:gd name="connsiteY629" fmla="*/ 0 h 342900"/>
              <a:gd name="connsiteX630" fmla="*/ 9228074 w 10922000"/>
              <a:gd name="connsiteY630" fmla="*/ 0 h 342900"/>
              <a:gd name="connsiteX631" fmla="*/ 9177528 w 10922000"/>
              <a:gd name="connsiteY631" fmla="*/ 0 h 342900"/>
              <a:gd name="connsiteX632" fmla="*/ 9177528 w 10922000"/>
              <a:gd name="connsiteY632" fmla="*/ 6350 h 342900"/>
              <a:gd name="connsiteX633" fmla="*/ 9228074 w 10922000"/>
              <a:gd name="connsiteY633" fmla="*/ 6350 h 342900"/>
              <a:gd name="connsiteX634" fmla="*/ 9228074 w 10922000"/>
              <a:gd name="connsiteY634" fmla="*/ 0 h 342900"/>
              <a:gd name="connsiteX635" fmla="*/ 9126919 w 10922000"/>
              <a:gd name="connsiteY635" fmla="*/ 0 h 342900"/>
              <a:gd name="connsiteX636" fmla="*/ 9076372 w 10922000"/>
              <a:gd name="connsiteY636" fmla="*/ 0 h 342900"/>
              <a:gd name="connsiteX637" fmla="*/ 9076372 w 10922000"/>
              <a:gd name="connsiteY637" fmla="*/ 6350 h 342900"/>
              <a:gd name="connsiteX638" fmla="*/ 9126919 w 10922000"/>
              <a:gd name="connsiteY638" fmla="*/ 6350 h 342900"/>
              <a:gd name="connsiteX639" fmla="*/ 9126919 w 10922000"/>
              <a:gd name="connsiteY639" fmla="*/ 0 h 342900"/>
              <a:gd name="connsiteX640" fmla="*/ 9025827 w 10922000"/>
              <a:gd name="connsiteY640" fmla="*/ 0 h 342900"/>
              <a:gd name="connsiteX641" fmla="*/ 8975281 w 10922000"/>
              <a:gd name="connsiteY641" fmla="*/ 0 h 342900"/>
              <a:gd name="connsiteX642" fmla="*/ 8975281 w 10922000"/>
              <a:gd name="connsiteY642" fmla="*/ 6350 h 342900"/>
              <a:gd name="connsiteX643" fmla="*/ 9025827 w 10922000"/>
              <a:gd name="connsiteY643" fmla="*/ 6350 h 342900"/>
              <a:gd name="connsiteX644" fmla="*/ 9025827 w 10922000"/>
              <a:gd name="connsiteY644" fmla="*/ 0 h 342900"/>
              <a:gd name="connsiteX645" fmla="*/ 8924671 w 10922000"/>
              <a:gd name="connsiteY645" fmla="*/ 0 h 342900"/>
              <a:gd name="connsiteX646" fmla="*/ 8874125 w 10922000"/>
              <a:gd name="connsiteY646" fmla="*/ 0 h 342900"/>
              <a:gd name="connsiteX647" fmla="*/ 8874125 w 10922000"/>
              <a:gd name="connsiteY647" fmla="*/ 6350 h 342900"/>
              <a:gd name="connsiteX648" fmla="*/ 8924671 w 10922000"/>
              <a:gd name="connsiteY648" fmla="*/ 6350 h 342900"/>
              <a:gd name="connsiteX649" fmla="*/ 8924671 w 10922000"/>
              <a:gd name="connsiteY649" fmla="*/ 0 h 342900"/>
              <a:gd name="connsiteX650" fmla="*/ 8823579 w 10922000"/>
              <a:gd name="connsiteY650" fmla="*/ 0 h 342900"/>
              <a:gd name="connsiteX651" fmla="*/ 8772969 w 10922000"/>
              <a:gd name="connsiteY651" fmla="*/ 0 h 342900"/>
              <a:gd name="connsiteX652" fmla="*/ 8772969 w 10922000"/>
              <a:gd name="connsiteY652" fmla="*/ 6350 h 342900"/>
              <a:gd name="connsiteX653" fmla="*/ 8823579 w 10922000"/>
              <a:gd name="connsiteY653" fmla="*/ 6350 h 342900"/>
              <a:gd name="connsiteX654" fmla="*/ 8823579 w 10922000"/>
              <a:gd name="connsiteY654" fmla="*/ 0 h 342900"/>
              <a:gd name="connsiteX655" fmla="*/ 8722423 w 10922000"/>
              <a:gd name="connsiteY655" fmla="*/ 0 h 342900"/>
              <a:gd name="connsiteX656" fmla="*/ 8671878 w 10922000"/>
              <a:gd name="connsiteY656" fmla="*/ 0 h 342900"/>
              <a:gd name="connsiteX657" fmla="*/ 8671878 w 10922000"/>
              <a:gd name="connsiteY657" fmla="*/ 6350 h 342900"/>
              <a:gd name="connsiteX658" fmla="*/ 8722423 w 10922000"/>
              <a:gd name="connsiteY658" fmla="*/ 6350 h 342900"/>
              <a:gd name="connsiteX659" fmla="*/ 8722423 w 10922000"/>
              <a:gd name="connsiteY659" fmla="*/ 0 h 342900"/>
              <a:gd name="connsiteX660" fmla="*/ 8621331 w 10922000"/>
              <a:gd name="connsiteY660" fmla="*/ 0 h 342900"/>
              <a:gd name="connsiteX661" fmla="*/ 8570722 w 10922000"/>
              <a:gd name="connsiteY661" fmla="*/ 0 h 342900"/>
              <a:gd name="connsiteX662" fmla="*/ 8570722 w 10922000"/>
              <a:gd name="connsiteY662" fmla="*/ 6350 h 342900"/>
              <a:gd name="connsiteX663" fmla="*/ 8621331 w 10922000"/>
              <a:gd name="connsiteY663" fmla="*/ 6350 h 342900"/>
              <a:gd name="connsiteX664" fmla="*/ 8621331 w 10922000"/>
              <a:gd name="connsiteY664" fmla="*/ 0 h 342900"/>
              <a:gd name="connsiteX665" fmla="*/ 8520176 w 10922000"/>
              <a:gd name="connsiteY665" fmla="*/ 0 h 342900"/>
              <a:gd name="connsiteX666" fmla="*/ 8469630 w 10922000"/>
              <a:gd name="connsiteY666" fmla="*/ 0 h 342900"/>
              <a:gd name="connsiteX667" fmla="*/ 8469630 w 10922000"/>
              <a:gd name="connsiteY667" fmla="*/ 6350 h 342900"/>
              <a:gd name="connsiteX668" fmla="*/ 8520176 w 10922000"/>
              <a:gd name="connsiteY668" fmla="*/ 6350 h 342900"/>
              <a:gd name="connsiteX669" fmla="*/ 8520176 w 10922000"/>
              <a:gd name="connsiteY669" fmla="*/ 0 h 342900"/>
              <a:gd name="connsiteX670" fmla="*/ 8419020 w 10922000"/>
              <a:gd name="connsiteY670" fmla="*/ 0 h 342900"/>
              <a:gd name="connsiteX671" fmla="*/ 8368475 w 10922000"/>
              <a:gd name="connsiteY671" fmla="*/ 0 h 342900"/>
              <a:gd name="connsiteX672" fmla="*/ 8368475 w 10922000"/>
              <a:gd name="connsiteY672" fmla="*/ 6350 h 342900"/>
              <a:gd name="connsiteX673" fmla="*/ 8419020 w 10922000"/>
              <a:gd name="connsiteY673" fmla="*/ 6350 h 342900"/>
              <a:gd name="connsiteX674" fmla="*/ 8419020 w 10922000"/>
              <a:gd name="connsiteY674" fmla="*/ 0 h 342900"/>
              <a:gd name="connsiteX675" fmla="*/ 8317929 w 10922000"/>
              <a:gd name="connsiteY675" fmla="*/ 0 h 342900"/>
              <a:gd name="connsiteX676" fmla="*/ 8267319 w 10922000"/>
              <a:gd name="connsiteY676" fmla="*/ 0 h 342900"/>
              <a:gd name="connsiteX677" fmla="*/ 8267319 w 10922000"/>
              <a:gd name="connsiteY677" fmla="*/ 6350 h 342900"/>
              <a:gd name="connsiteX678" fmla="*/ 8317929 w 10922000"/>
              <a:gd name="connsiteY678" fmla="*/ 6350 h 342900"/>
              <a:gd name="connsiteX679" fmla="*/ 8317929 w 10922000"/>
              <a:gd name="connsiteY679" fmla="*/ 0 h 342900"/>
              <a:gd name="connsiteX680" fmla="*/ 8216773 w 10922000"/>
              <a:gd name="connsiteY680" fmla="*/ 0 h 342900"/>
              <a:gd name="connsiteX681" fmla="*/ 8166227 w 10922000"/>
              <a:gd name="connsiteY681" fmla="*/ 0 h 342900"/>
              <a:gd name="connsiteX682" fmla="*/ 8166227 w 10922000"/>
              <a:gd name="connsiteY682" fmla="*/ 6350 h 342900"/>
              <a:gd name="connsiteX683" fmla="*/ 8216773 w 10922000"/>
              <a:gd name="connsiteY683" fmla="*/ 6350 h 342900"/>
              <a:gd name="connsiteX684" fmla="*/ 8216773 w 10922000"/>
              <a:gd name="connsiteY684" fmla="*/ 0 h 342900"/>
              <a:gd name="connsiteX685" fmla="*/ 8115682 w 10922000"/>
              <a:gd name="connsiteY685" fmla="*/ 0 h 342900"/>
              <a:gd name="connsiteX686" fmla="*/ 8065072 w 10922000"/>
              <a:gd name="connsiteY686" fmla="*/ 0 h 342900"/>
              <a:gd name="connsiteX687" fmla="*/ 8065072 w 10922000"/>
              <a:gd name="connsiteY687" fmla="*/ 6350 h 342900"/>
              <a:gd name="connsiteX688" fmla="*/ 8115682 w 10922000"/>
              <a:gd name="connsiteY688" fmla="*/ 6350 h 342900"/>
              <a:gd name="connsiteX689" fmla="*/ 8115682 w 10922000"/>
              <a:gd name="connsiteY689" fmla="*/ 0 h 342900"/>
              <a:gd name="connsiteX690" fmla="*/ 8014526 w 10922000"/>
              <a:gd name="connsiteY690" fmla="*/ 0 h 342900"/>
              <a:gd name="connsiteX691" fmla="*/ 7963980 w 10922000"/>
              <a:gd name="connsiteY691" fmla="*/ 0 h 342900"/>
              <a:gd name="connsiteX692" fmla="*/ 7963980 w 10922000"/>
              <a:gd name="connsiteY692" fmla="*/ 6350 h 342900"/>
              <a:gd name="connsiteX693" fmla="*/ 8014526 w 10922000"/>
              <a:gd name="connsiteY693" fmla="*/ 6350 h 342900"/>
              <a:gd name="connsiteX694" fmla="*/ 8014526 w 10922000"/>
              <a:gd name="connsiteY694" fmla="*/ 0 h 342900"/>
              <a:gd name="connsiteX695" fmla="*/ 7913370 w 10922000"/>
              <a:gd name="connsiteY695" fmla="*/ 0 h 342900"/>
              <a:gd name="connsiteX696" fmla="*/ 7862824 w 10922000"/>
              <a:gd name="connsiteY696" fmla="*/ 0 h 342900"/>
              <a:gd name="connsiteX697" fmla="*/ 7862824 w 10922000"/>
              <a:gd name="connsiteY697" fmla="*/ 6350 h 342900"/>
              <a:gd name="connsiteX698" fmla="*/ 7913370 w 10922000"/>
              <a:gd name="connsiteY698" fmla="*/ 6350 h 342900"/>
              <a:gd name="connsiteX699" fmla="*/ 7913370 w 10922000"/>
              <a:gd name="connsiteY699" fmla="*/ 0 h 342900"/>
              <a:gd name="connsiteX700" fmla="*/ 7812278 w 10922000"/>
              <a:gd name="connsiteY700" fmla="*/ 0 h 342900"/>
              <a:gd name="connsiteX701" fmla="*/ 7761732 w 10922000"/>
              <a:gd name="connsiteY701" fmla="*/ 0 h 342900"/>
              <a:gd name="connsiteX702" fmla="*/ 7761732 w 10922000"/>
              <a:gd name="connsiteY702" fmla="*/ 6350 h 342900"/>
              <a:gd name="connsiteX703" fmla="*/ 7812278 w 10922000"/>
              <a:gd name="connsiteY703" fmla="*/ 6350 h 342900"/>
              <a:gd name="connsiteX704" fmla="*/ 7812278 w 10922000"/>
              <a:gd name="connsiteY704" fmla="*/ 0 h 342900"/>
              <a:gd name="connsiteX705" fmla="*/ 7711123 w 10922000"/>
              <a:gd name="connsiteY705" fmla="*/ 0 h 342900"/>
              <a:gd name="connsiteX706" fmla="*/ 7660577 w 10922000"/>
              <a:gd name="connsiteY706" fmla="*/ 0 h 342900"/>
              <a:gd name="connsiteX707" fmla="*/ 7660577 w 10922000"/>
              <a:gd name="connsiteY707" fmla="*/ 6350 h 342900"/>
              <a:gd name="connsiteX708" fmla="*/ 7711123 w 10922000"/>
              <a:gd name="connsiteY708" fmla="*/ 6350 h 342900"/>
              <a:gd name="connsiteX709" fmla="*/ 7711123 w 10922000"/>
              <a:gd name="connsiteY709" fmla="*/ 0 h 342900"/>
              <a:gd name="connsiteX710" fmla="*/ 7610031 w 10922000"/>
              <a:gd name="connsiteY710" fmla="*/ 0 h 342900"/>
              <a:gd name="connsiteX711" fmla="*/ 7559421 w 10922000"/>
              <a:gd name="connsiteY711" fmla="*/ 0 h 342900"/>
              <a:gd name="connsiteX712" fmla="*/ 7559421 w 10922000"/>
              <a:gd name="connsiteY712" fmla="*/ 6350 h 342900"/>
              <a:gd name="connsiteX713" fmla="*/ 7610031 w 10922000"/>
              <a:gd name="connsiteY713" fmla="*/ 6350 h 342900"/>
              <a:gd name="connsiteX714" fmla="*/ 7610031 w 10922000"/>
              <a:gd name="connsiteY714" fmla="*/ 0 h 342900"/>
              <a:gd name="connsiteX715" fmla="*/ 7508875 w 10922000"/>
              <a:gd name="connsiteY715" fmla="*/ 0 h 342900"/>
              <a:gd name="connsiteX716" fmla="*/ 7458329 w 10922000"/>
              <a:gd name="connsiteY716" fmla="*/ 0 h 342900"/>
              <a:gd name="connsiteX717" fmla="*/ 7458329 w 10922000"/>
              <a:gd name="connsiteY717" fmla="*/ 6350 h 342900"/>
              <a:gd name="connsiteX718" fmla="*/ 7508875 w 10922000"/>
              <a:gd name="connsiteY718" fmla="*/ 6350 h 342900"/>
              <a:gd name="connsiteX719" fmla="*/ 7508875 w 10922000"/>
              <a:gd name="connsiteY719" fmla="*/ 0 h 342900"/>
              <a:gd name="connsiteX720" fmla="*/ 7407719 w 10922000"/>
              <a:gd name="connsiteY720" fmla="*/ 0 h 342900"/>
              <a:gd name="connsiteX721" fmla="*/ 7357174 w 10922000"/>
              <a:gd name="connsiteY721" fmla="*/ 0 h 342900"/>
              <a:gd name="connsiteX722" fmla="*/ 7357174 w 10922000"/>
              <a:gd name="connsiteY722" fmla="*/ 6350 h 342900"/>
              <a:gd name="connsiteX723" fmla="*/ 7407719 w 10922000"/>
              <a:gd name="connsiteY723" fmla="*/ 6350 h 342900"/>
              <a:gd name="connsiteX724" fmla="*/ 7407719 w 10922000"/>
              <a:gd name="connsiteY724" fmla="*/ 0 h 342900"/>
              <a:gd name="connsiteX725" fmla="*/ 7306628 w 10922000"/>
              <a:gd name="connsiteY725" fmla="*/ 0 h 342900"/>
              <a:gd name="connsiteX726" fmla="*/ 7256081 w 10922000"/>
              <a:gd name="connsiteY726" fmla="*/ 0 h 342900"/>
              <a:gd name="connsiteX727" fmla="*/ 7256081 w 10922000"/>
              <a:gd name="connsiteY727" fmla="*/ 6350 h 342900"/>
              <a:gd name="connsiteX728" fmla="*/ 7306628 w 10922000"/>
              <a:gd name="connsiteY728" fmla="*/ 6350 h 342900"/>
              <a:gd name="connsiteX729" fmla="*/ 7306628 w 10922000"/>
              <a:gd name="connsiteY729" fmla="*/ 0 h 342900"/>
              <a:gd name="connsiteX730" fmla="*/ 7205472 w 10922000"/>
              <a:gd name="connsiteY730" fmla="*/ 0 h 342900"/>
              <a:gd name="connsiteX731" fmla="*/ 7154926 w 10922000"/>
              <a:gd name="connsiteY731" fmla="*/ 0 h 342900"/>
              <a:gd name="connsiteX732" fmla="*/ 7154926 w 10922000"/>
              <a:gd name="connsiteY732" fmla="*/ 6350 h 342900"/>
              <a:gd name="connsiteX733" fmla="*/ 7205472 w 10922000"/>
              <a:gd name="connsiteY733" fmla="*/ 6350 h 342900"/>
              <a:gd name="connsiteX734" fmla="*/ 7205472 w 10922000"/>
              <a:gd name="connsiteY734" fmla="*/ 0 h 342900"/>
              <a:gd name="connsiteX735" fmla="*/ 7104381 w 10922000"/>
              <a:gd name="connsiteY735" fmla="*/ 0 h 342900"/>
              <a:gd name="connsiteX736" fmla="*/ 7053770 w 10922000"/>
              <a:gd name="connsiteY736" fmla="*/ 0 h 342900"/>
              <a:gd name="connsiteX737" fmla="*/ 7053770 w 10922000"/>
              <a:gd name="connsiteY737" fmla="*/ 6350 h 342900"/>
              <a:gd name="connsiteX738" fmla="*/ 7104381 w 10922000"/>
              <a:gd name="connsiteY738" fmla="*/ 6350 h 342900"/>
              <a:gd name="connsiteX739" fmla="*/ 7104381 w 10922000"/>
              <a:gd name="connsiteY739" fmla="*/ 0 h 342900"/>
              <a:gd name="connsiteX740" fmla="*/ 7003225 w 10922000"/>
              <a:gd name="connsiteY740" fmla="*/ 0 h 342900"/>
              <a:gd name="connsiteX741" fmla="*/ 6952679 w 10922000"/>
              <a:gd name="connsiteY741" fmla="*/ 0 h 342900"/>
              <a:gd name="connsiteX742" fmla="*/ 6952679 w 10922000"/>
              <a:gd name="connsiteY742" fmla="*/ 6350 h 342900"/>
              <a:gd name="connsiteX743" fmla="*/ 7003225 w 10922000"/>
              <a:gd name="connsiteY743" fmla="*/ 6350 h 342900"/>
              <a:gd name="connsiteX744" fmla="*/ 7003225 w 10922000"/>
              <a:gd name="connsiteY744" fmla="*/ 0 h 342900"/>
              <a:gd name="connsiteX745" fmla="*/ 6902069 w 10922000"/>
              <a:gd name="connsiteY745" fmla="*/ 0 h 342900"/>
              <a:gd name="connsiteX746" fmla="*/ 6851523 w 10922000"/>
              <a:gd name="connsiteY746" fmla="*/ 0 h 342900"/>
              <a:gd name="connsiteX747" fmla="*/ 6851523 w 10922000"/>
              <a:gd name="connsiteY747" fmla="*/ 6350 h 342900"/>
              <a:gd name="connsiteX748" fmla="*/ 6902069 w 10922000"/>
              <a:gd name="connsiteY748" fmla="*/ 6350 h 342900"/>
              <a:gd name="connsiteX749" fmla="*/ 6902069 w 10922000"/>
              <a:gd name="connsiteY749" fmla="*/ 0 h 342900"/>
              <a:gd name="connsiteX750" fmla="*/ 6800977 w 10922000"/>
              <a:gd name="connsiteY750" fmla="*/ 0 h 342900"/>
              <a:gd name="connsiteX751" fmla="*/ 6750432 w 10922000"/>
              <a:gd name="connsiteY751" fmla="*/ 0 h 342900"/>
              <a:gd name="connsiteX752" fmla="*/ 6750432 w 10922000"/>
              <a:gd name="connsiteY752" fmla="*/ 6350 h 342900"/>
              <a:gd name="connsiteX753" fmla="*/ 6800977 w 10922000"/>
              <a:gd name="connsiteY753" fmla="*/ 6350 h 342900"/>
              <a:gd name="connsiteX754" fmla="*/ 6800977 w 10922000"/>
              <a:gd name="connsiteY754" fmla="*/ 0 h 342900"/>
              <a:gd name="connsiteX755" fmla="*/ 6699822 w 10922000"/>
              <a:gd name="connsiteY755" fmla="*/ 0 h 342900"/>
              <a:gd name="connsiteX756" fmla="*/ 6649276 w 10922000"/>
              <a:gd name="connsiteY756" fmla="*/ 0 h 342900"/>
              <a:gd name="connsiteX757" fmla="*/ 6649276 w 10922000"/>
              <a:gd name="connsiteY757" fmla="*/ 6350 h 342900"/>
              <a:gd name="connsiteX758" fmla="*/ 6699822 w 10922000"/>
              <a:gd name="connsiteY758" fmla="*/ 6350 h 342900"/>
              <a:gd name="connsiteX759" fmla="*/ 6699822 w 10922000"/>
              <a:gd name="connsiteY759" fmla="*/ 0 h 342900"/>
              <a:gd name="connsiteX760" fmla="*/ 6598730 w 10922000"/>
              <a:gd name="connsiteY760" fmla="*/ 0 h 342900"/>
              <a:gd name="connsiteX761" fmla="*/ 6548120 w 10922000"/>
              <a:gd name="connsiteY761" fmla="*/ 0 h 342900"/>
              <a:gd name="connsiteX762" fmla="*/ 6548120 w 10922000"/>
              <a:gd name="connsiteY762" fmla="*/ 6350 h 342900"/>
              <a:gd name="connsiteX763" fmla="*/ 6598730 w 10922000"/>
              <a:gd name="connsiteY763" fmla="*/ 6350 h 342900"/>
              <a:gd name="connsiteX764" fmla="*/ 6598730 w 10922000"/>
              <a:gd name="connsiteY764" fmla="*/ 0 h 342900"/>
              <a:gd name="connsiteX765" fmla="*/ 6497574 w 10922000"/>
              <a:gd name="connsiteY765" fmla="*/ 0 h 342900"/>
              <a:gd name="connsiteX766" fmla="*/ 6447028 w 10922000"/>
              <a:gd name="connsiteY766" fmla="*/ 0 h 342900"/>
              <a:gd name="connsiteX767" fmla="*/ 6447028 w 10922000"/>
              <a:gd name="connsiteY767" fmla="*/ 6350 h 342900"/>
              <a:gd name="connsiteX768" fmla="*/ 6497574 w 10922000"/>
              <a:gd name="connsiteY768" fmla="*/ 6350 h 342900"/>
              <a:gd name="connsiteX769" fmla="*/ 6497574 w 10922000"/>
              <a:gd name="connsiteY769" fmla="*/ 0 h 342900"/>
              <a:gd name="connsiteX770" fmla="*/ 6396482 w 10922000"/>
              <a:gd name="connsiteY770" fmla="*/ 0 h 342900"/>
              <a:gd name="connsiteX771" fmla="*/ 6345873 w 10922000"/>
              <a:gd name="connsiteY771" fmla="*/ 0 h 342900"/>
              <a:gd name="connsiteX772" fmla="*/ 6345873 w 10922000"/>
              <a:gd name="connsiteY772" fmla="*/ 6350 h 342900"/>
              <a:gd name="connsiteX773" fmla="*/ 6396482 w 10922000"/>
              <a:gd name="connsiteY773" fmla="*/ 6350 h 342900"/>
              <a:gd name="connsiteX774" fmla="*/ 6396482 w 10922000"/>
              <a:gd name="connsiteY774" fmla="*/ 0 h 342900"/>
              <a:gd name="connsiteX775" fmla="*/ 6295327 w 10922000"/>
              <a:gd name="connsiteY775" fmla="*/ 0 h 342900"/>
              <a:gd name="connsiteX776" fmla="*/ 6244781 w 10922000"/>
              <a:gd name="connsiteY776" fmla="*/ 0 h 342900"/>
              <a:gd name="connsiteX777" fmla="*/ 6244781 w 10922000"/>
              <a:gd name="connsiteY777" fmla="*/ 6350 h 342900"/>
              <a:gd name="connsiteX778" fmla="*/ 6295327 w 10922000"/>
              <a:gd name="connsiteY778" fmla="*/ 6350 h 342900"/>
              <a:gd name="connsiteX779" fmla="*/ 6295327 w 10922000"/>
              <a:gd name="connsiteY779" fmla="*/ 0 h 342900"/>
              <a:gd name="connsiteX780" fmla="*/ 6194171 w 10922000"/>
              <a:gd name="connsiteY780" fmla="*/ 0 h 342900"/>
              <a:gd name="connsiteX781" fmla="*/ 6143625 w 10922000"/>
              <a:gd name="connsiteY781" fmla="*/ 0 h 342900"/>
              <a:gd name="connsiteX782" fmla="*/ 6143625 w 10922000"/>
              <a:gd name="connsiteY782" fmla="*/ 6350 h 342900"/>
              <a:gd name="connsiteX783" fmla="*/ 6194171 w 10922000"/>
              <a:gd name="connsiteY783" fmla="*/ 6350 h 342900"/>
              <a:gd name="connsiteX784" fmla="*/ 6194171 w 10922000"/>
              <a:gd name="connsiteY784" fmla="*/ 0 h 342900"/>
              <a:gd name="connsiteX785" fmla="*/ 6093079 w 10922000"/>
              <a:gd name="connsiteY785" fmla="*/ 0 h 342900"/>
              <a:gd name="connsiteX786" fmla="*/ 6042469 w 10922000"/>
              <a:gd name="connsiteY786" fmla="*/ 0 h 342900"/>
              <a:gd name="connsiteX787" fmla="*/ 6042469 w 10922000"/>
              <a:gd name="connsiteY787" fmla="*/ 6350 h 342900"/>
              <a:gd name="connsiteX788" fmla="*/ 6093079 w 10922000"/>
              <a:gd name="connsiteY788" fmla="*/ 6350 h 342900"/>
              <a:gd name="connsiteX789" fmla="*/ 6093079 w 10922000"/>
              <a:gd name="connsiteY789" fmla="*/ 0 h 342900"/>
              <a:gd name="connsiteX790" fmla="*/ 5991924 w 10922000"/>
              <a:gd name="connsiteY790" fmla="*/ 0 h 342900"/>
              <a:gd name="connsiteX791" fmla="*/ 5941378 w 10922000"/>
              <a:gd name="connsiteY791" fmla="*/ 0 h 342900"/>
              <a:gd name="connsiteX792" fmla="*/ 5941378 w 10922000"/>
              <a:gd name="connsiteY792" fmla="*/ 6350 h 342900"/>
              <a:gd name="connsiteX793" fmla="*/ 5991924 w 10922000"/>
              <a:gd name="connsiteY793" fmla="*/ 6350 h 342900"/>
              <a:gd name="connsiteX794" fmla="*/ 5991924 w 10922000"/>
              <a:gd name="connsiteY794" fmla="*/ 0 h 342900"/>
              <a:gd name="connsiteX795" fmla="*/ 5890831 w 10922000"/>
              <a:gd name="connsiteY795" fmla="*/ 0 h 342900"/>
              <a:gd name="connsiteX796" fmla="*/ 5840222 w 10922000"/>
              <a:gd name="connsiteY796" fmla="*/ 0 h 342900"/>
              <a:gd name="connsiteX797" fmla="*/ 5840222 w 10922000"/>
              <a:gd name="connsiteY797" fmla="*/ 6350 h 342900"/>
              <a:gd name="connsiteX798" fmla="*/ 5890831 w 10922000"/>
              <a:gd name="connsiteY798" fmla="*/ 6350 h 342900"/>
              <a:gd name="connsiteX799" fmla="*/ 5890831 w 10922000"/>
              <a:gd name="connsiteY799" fmla="*/ 0 h 342900"/>
              <a:gd name="connsiteX800" fmla="*/ 5789676 w 10922000"/>
              <a:gd name="connsiteY800" fmla="*/ 0 h 342900"/>
              <a:gd name="connsiteX801" fmla="*/ 5739130 w 10922000"/>
              <a:gd name="connsiteY801" fmla="*/ 0 h 342900"/>
              <a:gd name="connsiteX802" fmla="*/ 5739130 w 10922000"/>
              <a:gd name="connsiteY802" fmla="*/ 6350 h 342900"/>
              <a:gd name="connsiteX803" fmla="*/ 5789676 w 10922000"/>
              <a:gd name="connsiteY803" fmla="*/ 6350 h 342900"/>
              <a:gd name="connsiteX804" fmla="*/ 5789676 w 10922000"/>
              <a:gd name="connsiteY804" fmla="*/ 0 h 342900"/>
              <a:gd name="connsiteX805" fmla="*/ 5688546 w 10922000"/>
              <a:gd name="connsiteY805" fmla="*/ 0 h 342900"/>
              <a:gd name="connsiteX806" fmla="*/ 5637981 w 10922000"/>
              <a:gd name="connsiteY806" fmla="*/ 0 h 342900"/>
              <a:gd name="connsiteX807" fmla="*/ 5637981 w 10922000"/>
              <a:gd name="connsiteY807" fmla="*/ 6350 h 342900"/>
              <a:gd name="connsiteX808" fmla="*/ 5688546 w 10922000"/>
              <a:gd name="connsiteY808" fmla="*/ 6350 h 342900"/>
              <a:gd name="connsiteX809" fmla="*/ 5688546 w 10922000"/>
              <a:gd name="connsiteY809" fmla="*/ 0 h 342900"/>
              <a:gd name="connsiteX810" fmla="*/ 5587416 w 10922000"/>
              <a:gd name="connsiteY810" fmla="*/ 0 h 342900"/>
              <a:gd name="connsiteX811" fmla="*/ 5536851 w 10922000"/>
              <a:gd name="connsiteY811" fmla="*/ 0 h 342900"/>
              <a:gd name="connsiteX812" fmla="*/ 5536851 w 10922000"/>
              <a:gd name="connsiteY812" fmla="*/ 6350 h 342900"/>
              <a:gd name="connsiteX813" fmla="*/ 5587416 w 10922000"/>
              <a:gd name="connsiteY813" fmla="*/ 6350 h 342900"/>
              <a:gd name="connsiteX814" fmla="*/ 5587416 w 10922000"/>
              <a:gd name="connsiteY814" fmla="*/ 0 h 342900"/>
              <a:gd name="connsiteX815" fmla="*/ 5486286 w 10922000"/>
              <a:gd name="connsiteY815" fmla="*/ 0 h 342900"/>
              <a:gd name="connsiteX816" fmla="*/ 5435721 w 10922000"/>
              <a:gd name="connsiteY816" fmla="*/ 0 h 342900"/>
              <a:gd name="connsiteX817" fmla="*/ 5435721 w 10922000"/>
              <a:gd name="connsiteY817" fmla="*/ 6350 h 342900"/>
              <a:gd name="connsiteX818" fmla="*/ 5486286 w 10922000"/>
              <a:gd name="connsiteY818" fmla="*/ 6350 h 342900"/>
              <a:gd name="connsiteX819" fmla="*/ 5486286 w 10922000"/>
              <a:gd name="connsiteY819" fmla="*/ 0 h 342900"/>
              <a:gd name="connsiteX820" fmla="*/ 5385156 w 10922000"/>
              <a:gd name="connsiteY820" fmla="*/ 0 h 342900"/>
              <a:gd name="connsiteX821" fmla="*/ 5334591 w 10922000"/>
              <a:gd name="connsiteY821" fmla="*/ 0 h 342900"/>
              <a:gd name="connsiteX822" fmla="*/ 5334591 w 10922000"/>
              <a:gd name="connsiteY822" fmla="*/ 6350 h 342900"/>
              <a:gd name="connsiteX823" fmla="*/ 5385156 w 10922000"/>
              <a:gd name="connsiteY823" fmla="*/ 6350 h 342900"/>
              <a:gd name="connsiteX824" fmla="*/ 5385156 w 10922000"/>
              <a:gd name="connsiteY824" fmla="*/ 0 h 342900"/>
              <a:gd name="connsiteX825" fmla="*/ 5284026 w 10922000"/>
              <a:gd name="connsiteY825" fmla="*/ 0 h 342900"/>
              <a:gd name="connsiteX826" fmla="*/ 5233467 w 10922000"/>
              <a:gd name="connsiteY826" fmla="*/ 0 h 342900"/>
              <a:gd name="connsiteX827" fmla="*/ 5233467 w 10922000"/>
              <a:gd name="connsiteY827" fmla="*/ 6350 h 342900"/>
              <a:gd name="connsiteX828" fmla="*/ 5284026 w 10922000"/>
              <a:gd name="connsiteY828" fmla="*/ 6350 h 342900"/>
              <a:gd name="connsiteX829" fmla="*/ 5284026 w 10922000"/>
              <a:gd name="connsiteY829" fmla="*/ 0 h 342900"/>
              <a:gd name="connsiteX830" fmla="*/ 5182896 w 10922000"/>
              <a:gd name="connsiteY830" fmla="*/ 0 h 342900"/>
              <a:gd name="connsiteX831" fmla="*/ 5132337 w 10922000"/>
              <a:gd name="connsiteY831" fmla="*/ 0 h 342900"/>
              <a:gd name="connsiteX832" fmla="*/ 5132337 w 10922000"/>
              <a:gd name="connsiteY832" fmla="*/ 6350 h 342900"/>
              <a:gd name="connsiteX833" fmla="*/ 5182896 w 10922000"/>
              <a:gd name="connsiteY833" fmla="*/ 6350 h 342900"/>
              <a:gd name="connsiteX834" fmla="*/ 5182896 w 10922000"/>
              <a:gd name="connsiteY834" fmla="*/ 0 h 342900"/>
              <a:gd name="connsiteX835" fmla="*/ 5081772 w 10922000"/>
              <a:gd name="connsiteY835" fmla="*/ 0 h 342900"/>
              <a:gd name="connsiteX836" fmla="*/ 5031207 w 10922000"/>
              <a:gd name="connsiteY836" fmla="*/ 0 h 342900"/>
              <a:gd name="connsiteX837" fmla="*/ 5031207 w 10922000"/>
              <a:gd name="connsiteY837" fmla="*/ 6350 h 342900"/>
              <a:gd name="connsiteX838" fmla="*/ 5081772 w 10922000"/>
              <a:gd name="connsiteY838" fmla="*/ 6350 h 342900"/>
              <a:gd name="connsiteX839" fmla="*/ 5081772 w 10922000"/>
              <a:gd name="connsiteY839" fmla="*/ 0 h 342900"/>
              <a:gd name="connsiteX840" fmla="*/ 4980642 w 10922000"/>
              <a:gd name="connsiteY840" fmla="*/ 0 h 342900"/>
              <a:gd name="connsiteX841" fmla="*/ 4930077 w 10922000"/>
              <a:gd name="connsiteY841" fmla="*/ 0 h 342900"/>
              <a:gd name="connsiteX842" fmla="*/ 4930077 w 10922000"/>
              <a:gd name="connsiteY842" fmla="*/ 6350 h 342900"/>
              <a:gd name="connsiteX843" fmla="*/ 4980642 w 10922000"/>
              <a:gd name="connsiteY843" fmla="*/ 6350 h 342900"/>
              <a:gd name="connsiteX844" fmla="*/ 4980642 w 10922000"/>
              <a:gd name="connsiteY844" fmla="*/ 0 h 342900"/>
              <a:gd name="connsiteX845" fmla="*/ 4879512 w 10922000"/>
              <a:gd name="connsiteY845" fmla="*/ 0 h 342900"/>
              <a:gd name="connsiteX846" fmla="*/ 4828947 w 10922000"/>
              <a:gd name="connsiteY846" fmla="*/ 0 h 342900"/>
              <a:gd name="connsiteX847" fmla="*/ 4828947 w 10922000"/>
              <a:gd name="connsiteY847" fmla="*/ 6350 h 342900"/>
              <a:gd name="connsiteX848" fmla="*/ 4879512 w 10922000"/>
              <a:gd name="connsiteY848" fmla="*/ 6350 h 342900"/>
              <a:gd name="connsiteX849" fmla="*/ 4879512 w 10922000"/>
              <a:gd name="connsiteY849" fmla="*/ 0 h 342900"/>
              <a:gd name="connsiteX850" fmla="*/ 4778381 w 10922000"/>
              <a:gd name="connsiteY850" fmla="*/ 0 h 342900"/>
              <a:gd name="connsiteX851" fmla="*/ 4727817 w 10922000"/>
              <a:gd name="connsiteY851" fmla="*/ 0 h 342900"/>
              <a:gd name="connsiteX852" fmla="*/ 4727817 w 10922000"/>
              <a:gd name="connsiteY852" fmla="*/ 6350 h 342900"/>
              <a:gd name="connsiteX853" fmla="*/ 4778381 w 10922000"/>
              <a:gd name="connsiteY853" fmla="*/ 6350 h 342900"/>
              <a:gd name="connsiteX854" fmla="*/ 4778381 w 10922000"/>
              <a:gd name="connsiteY854" fmla="*/ 0 h 342900"/>
              <a:gd name="connsiteX855" fmla="*/ 4677252 w 10922000"/>
              <a:gd name="connsiteY855" fmla="*/ 0 h 342900"/>
              <a:gd name="connsiteX856" fmla="*/ 4626686 w 10922000"/>
              <a:gd name="connsiteY856" fmla="*/ 0 h 342900"/>
              <a:gd name="connsiteX857" fmla="*/ 4626686 w 10922000"/>
              <a:gd name="connsiteY857" fmla="*/ 6350 h 342900"/>
              <a:gd name="connsiteX858" fmla="*/ 4677252 w 10922000"/>
              <a:gd name="connsiteY858" fmla="*/ 6350 h 342900"/>
              <a:gd name="connsiteX859" fmla="*/ 4677252 w 10922000"/>
              <a:gd name="connsiteY859" fmla="*/ 0 h 342900"/>
              <a:gd name="connsiteX860" fmla="*/ 4576121 w 10922000"/>
              <a:gd name="connsiteY860" fmla="*/ 0 h 342900"/>
              <a:gd name="connsiteX861" fmla="*/ 4525556 w 10922000"/>
              <a:gd name="connsiteY861" fmla="*/ 0 h 342900"/>
              <a:gd name="connsiteX862" fmla="*/ 4525556 w 10922000"/>
              <a:gd name="connsiteY862" fmla="*/ 6350 h 342900"/>
              <a:gd name="connsiteX863" fmla="*/ 4576121 w 10922000"/>
              <a:gd name="connsiteY863" fmla="*/ 6350 h 342900"/>
              <a:gd name="connsiteX864" fmla="*/ 4576121 w 10922000"/>
              <a:gd name="connsiteY864" fmla="*/ 0 h 342900"/>
              <a:gd name="connsiteX865" fmla="*/ 4474991 w 10922000"/>
              <a:gd name="connsiteY865" fmla="*/ 0 h 342900"/>
              <a:gd name="connsiteX866" fmla="*/ 4424426 w 10922000"/>
              <a:gd name="connsiteY866" fmla="*/ 0 h 342900"/>
              <a:gd name="connsiteX867" fmla="*/ 4424426 w 10922000"/>
              <a:gd name="connsiteY867" fmla="*/ 6350 h 342900"/>
              <a:gd name="connsiteX868" fmla="*/ 4474991 w 10922000"/>
              <a:gd name="connsiteY868" fmla="*/ 6350 h 342900"/>
              <a:gd name="connsiteX869" fmla="*/ 4474991 w 10922000"/>
              <a:gd name="connsiteY869" fmla="*/ 0 h 342900"/>
              <a:gd name="connsiteX870" fmla="*/ 4373861 w 10922000"/>
              <a:gd name="connsiteY870" fmla="*/ 0 h 342900"/>
              <a:gd name="connsiteX871" fmla="*/ 4323296 w 10922000"/>
              <a:gd name="connsiteY871" fmla="*/ 0 h 342900"/>
              <a:gd name="connsiteX872" fmla="*/ 4323296 w 10922000"/>
              <a:gd name="connsiteY872" fmla="*/ 6350 h 342900"/>
              <a:gd name="connsiteX873" fmla="*/ 4373861 w 10922000"/>
              <a:gd name="connsiteY873" fmla="*/ 6350 h 342900"/>
              <a:gd name="connsiteX874" fmla="*/ 4373861 w 10922000"/>
              <a:gd name="connsiteY874" fmla="*/ 0 h 342900"/>
              <a:gd name="connsiteX875" fmla="*/ 4272731 w 10922000"/>
              <a:gd name="connsiteY875" fmla="*/ 0 h 342900"/>
              <a:gd name="connsiteX876" fmla="*/ 4222166 w 10922000"/>
              <a:gd name="connsiteY876" fmla="*/ 0 h 342900"/>
              <a:gd name="connsiteX877" fmla="*/ 4222166 w 10922000"/>
              <a:gd name="connsiteY877" fmla="*/ 6350 h 342900"/>
              <a:gd name="connsiteX878" fmla="*/ 4272731 w 10922000"/>
              <a:gd name="connsiteY878" fmla="*/ 6350 h 342900"/>
              <a:gd name="connsiteX879" fmla="*/ 4272731 w 10922000"/>
              <a:gd name="connsiteY879" fmla="*/ 0 h 342900"/>
              <a:gd name="connsiteX880" fmla="*/ 4171601 w 10922000"/>
              <a:gd name="connsiteY880" fmla="*/ 0 h 342900"/>
              <a:gd name="connsiteX881" fmla="*/ 4121036 w 10922000"/>
              <a:gd name="connsiteY881" fmla="*/ 0 h 342900"/>
              <a:gd name="connsiteX882" fmla="*/ 4121036 w 10922000"/>
              <a:gd name="connsiteY882" fmla="*/ 6350 h 342900"/>
              <a:gd name="connsiteX883" fmla="*/ 4171601 w 10922000"/>
              <a:gd name="connsiteY883" fmla="*/ 6350 h 342900"/>
              <a:gd name="connsiteX884" fmla="*/ 4171601 w 10922000"/>
              <a:gd name="connsiteY884" fmla="*/ 0 h 342900"/>
              <a:gd name="connsiteX885" fmla="*/ 4070471 w 10922000"/>
              <a:gd name="connsiteY885" fmla="*/ 0 h 342900"/>
              <a:gd name="connsiteX886" fmla="*/ 4019906 w 10922000"/>
              <a:gd name="connsiteY886" fmla="*/ 0 h 342900"/>
              <a:gd name="connsiteX887" fmla="*/ 4019906 w 10922000"/>
              <a:gd name="connsiteY887" fmla="*/ 6350 h 342900"/>
              <a:gd name="connsiteX888" fmla="*/ 4070471 w 10922000"/>
              <a:gd name="connsiteY888" fmla="*/ 6350 h 342900"/>
              <a:gd name="connsiteX889" fmla="*/ 4070471 w 10922000"/>
              <a:gd name="connsiteY889" fmla="*/ 0 h 342900"/>
              <a:gd name="connsiteX890" fmla="*/ 3969341 w 10922000"/>
              <a:gd name="connsiteY890" fmla="*/ 0 h 342900"/>
              <a:gd name="connsiteX891" fmla="*/ 3918776 w 10922000"/>
              <a:gd name="connsiteY891" fmla="*/ 0 h 342900"/>
              <a:gd name="connsiteX892" fmla="*/ 3918776 w 10922000"/>
              <a:gd name="connsiteY892" fmla="*/ 6350 h 342900"/>
              <a:gd name="connsiteX893" fmla="*/ 3969341 w 10922000"/>
              <a:gd name="connsiteY893" fmla="*/ 6350 h 342900"/>
              <a:gd name="connsiteX894" fmla="*/ 3969341 w 10922000"/>
              <a:gd name="connsiteY894" fmla="*/ 0 h 342900"/>
              <a:gd name="connsiteX895" fmla="*/ 3868211 w 10922000"/>
              <a:gd name="connsiteY895" fmla="*/ 0 h 342900"/>
              <a:gd name="connsiteX896" fmla="*/ 3817645 w 10922000"/>
              <a:gd name="connsiteY896" fmla="*/ 0 h 342900"/>
              <a:gd name="connsiteX897" fmla="*/ 3817645 w 10922000"/>
              <a:gd name="connsiteY897" fmla="*/ 6350 h 342900"/>
              <a:gd name="connsiteX898" fmla="*/ 3868211 w 10922000"/>
              <a:gd name="connsiteY898" fmla="*/ 6350 h 342900"/>
              <a:gd name="connsiteX899" fmla="*/ 3868211 w 10922000"/>
              <a:gd name="connsiteY899" fmla="*/ 0 h 342900"/>
              <a:gd name="connsiteX900" fmla="*/ 3767081 w 10922000"/>
              <a:gd name="connsiteY900" fmla="*/ 0 h 342900"/>
              <a:gd name="connsiteX901" fmla="*/ 3716516 w 10922000"/>
              <a:gd name="connsiteY901" fmla="*/ 0 h 342900"/>
              <a:gd name="connsiteX902" fmla="*/ 3716516 w 10922000"/>
              <a:gd name="connsiteY902" fmla="*/ 6350 h 342900"/>
              <a:gd name="connsiteX903" fmla="*/ 3767081 w 10922000"/>
              <a:gd name="connsiteY903" fmla="*/ 6350 h 342900"/>
              <a:gd name="connsiteX904" fmla="*/ 3767081 w 10922000"/>
              <a:gd name="connsiteY904" fmla="*/ 0 h 342900"/>
              <a:gd name="connsiteX905" fmla="*/ 3665950 w 10922000"/>
              <a:gd name="connsiteY905" fmla="*/ 0 h 342900"/>
              <a:gd name="connsiteX906" fmla="*/ 3615385 w 10922000"/>
              <a:gd name="connsiteY906" fmla="*/ 0 h 342900"/>
              <a:gd name="connsiteX907" fmla="*/ 3615385 w 10922000"/>
              <a:gd name="connsiteY907" fmla="*/ 6350 h 342900"/>
              <a:gd name="connsiteX908" fmla="*/ 3665950 w 10922000"/>
              <a:gd name="connsiteY908" fmla="*/ 6350 h 342900"/>
              <a:gd name="connsiteX909" fmla="*/ 3665950 w 10922000"/>
              <a:gd name="connsiteY909" fmla="*/ 0 h 342900"/>
              <a:gd name="connsiteX910" fmla="*/ 3564820 w 10922000"/>
              <a:gd name="connsiteY910" fmla="*/ 0 h 342900"/>
              <a:gd name="connsiteX911" fmla="*/ 3514255 w 10922000"/>
              <a:gd name="connsiteY911" fmla="*/ 0 h 342900"/>
              <a:gd name="connsiteX912" fmla="*/ 3514255 w 10922000"/>
              <a:gd name="connsiteY912" fmla="*/ 6350 h 342900"/>
              <a:gd name="connsiteX913" fmla="*/ 3564820 w 10922000"/>
              <a:gd name="connsiteY913" fmla="*/ 6350 h 342900"/>
              <a:gd name="connsiteX914" fmla="*/ 3564820 w 10922000"/>
              <a:gd name="connsiteY914" fmla="*/ 0 h 342900"/>
              <a:gd name="connsiteX915" fmla="*/ 3463690 w 10922000"/>
              <a:gd name="connsiteY915" fmla="*/ 0 h 342900"/>
              <a:gd name="connsiteX916" fmla="*/ 3413125 w 10922000"/>
              <a:gd name="connsiteY916" fmla="*/ 0 h 342900"/>
              <a:gd name="connsiteX917" fmla="*/ 3413125 w 10922000"/>
              <a:gd name="connsiteY917" fmla="*/ 6350 h 342900"/>
              <a:gd name="connsiteX918" fmla="*/ 3463690 w 10922000"/>
              <a:gd name="connsiteY918" fmla="*/ 6350 h 342900"/>
              <a:gd name="connsiteX919" fmla="*/ 3463690 w 10922000"/>
              <a:gd name="connsiteY919" fmla="*/ 0 h 342900"/>
              <a:gd name="connsiteX920" fmla="*/ 3362560 w 10922000"/>
              <a:gd name="connsiteY920" fmla="*/ 0 h 342900"/>
              <a:gd name="connsiteX921" fmla="*/ 3311995 w 10922000"/>
              <a:gd name="connsiteY921" fmla="*/ 0 h 342900"/>
              <a:gd name="connsiteX922" fmla="*/ 3311995 w 10922000"/>
              <a:gd name="connsiteY922" fmla="*/ 6350 h 342900"/>
              <a:gd name="connsiteX923" fmla="*/ 3362560 w 10922000"/>
              <a:gd name="connsiteY923" fmla="*/ 6350 h 342900"/>
              <a:gd name="connsiteX924" fmla="*/ 3362560 w 10922000"/>
              <a:gd name="connsiteY924" fmla="*/ 0 h 342900"/>
              <a:gd name="connsiteX925" fmla="*/ 3261430 w 10922000"/>
              <a:gd name="connsiteY925" fmla="*/ 0 h 342900"/>
              <a:gd name="connsiteX926" fmla="*/ 3210865 w 10922000"/>
              <a:gd name="connsiteY926" fmla="*/ 0 h 342900"/>
              <a:gd name="connsiteX927" fmla="*/ 3210865 w 10922000"/>
              <a:gd name="connsiteY927" fmla="*/ 6350 h 342900"/>
              <a:gd name="connsiteX928" fmla="*/ 3261430 w 10922000"/>
              <a:gd name="connsiteY928" fmla="*/ 6350 h 342900"/>
              <a:gd name="connsiteX929" fmla="*/ 3261430 w 10922000"/>
              <a:gd name="connsiteY929" fmla="*/ 0 h 342900"/>
              <a:gd name="connsiteX930" fmla="*/ 3160300 w 10922000"/>
              <a:gd name="connsiteY930" fmla="*/ 0 h 342900"/>
              <a:gd name="connsiteX931" fmla="*/ 3109735 w 10922000"/>
              <a:gd name="connsiteY931" fmla="*/ 0 h 342900"/>
              <a:gd name="connsiteX932" fmla="*/ 3109735 w 10922000"/>
              <a:gd name="connsiteY932" fmla="*/ 6350 h 342900"/>
              <a:gd name="connsiteX933" fmla="*/ 3160300 w 10922000"/>
              <a:gd name="connsiteY933" fmla="*/ 6350 h 342900"/>
              <a:gd name="connsiteX934" fmla="*/ 3160300 w 10922000"/>
              <a:gd name="connsiteY934" fmla="*/ 0 h 342900"/>
              <a:gd name="connsiteX935" fmla="*/ 3059170 w 10922000"/>
              <a:gd name="connsiteY935" fmla="*/ 0 h 342900"/>
              <a:gd name="connsiteX936" fmla="*/ 3008605 w 10922000"/>
              <a:gd name="connsiteY936" fmla="*/ 0 h 342900"/>
              <a:gd name="connsiteX937" fmla="*/ 3008605 w 10922000"/>
              <a:gd name="connsiteY937" fmla="*/ 6350 h 342900"/>
              <a:gd name="connsiteX938" fmla="*/ 3059170 w 10922000"/>
              <a:gd name="connsiteY938" fmla="*/ 6350 h 342900"/>
              <a:gd name="connsiteX939" fmla="*/ 3059170 w 10922000"/>
              <a:gd name="connsiteY939" fmla="*/ 0 h 342900"/>
              <a:gd name="connsiteX940" fmla="*/ 2958040 w 10922000"/>
              <a:gd name="connsiteY940" fmla="*/ 0 h 342900"/>
              <a:gd name="connsiteX941" fmla="*/ 2907475 w 10922000"/>
              <a:gd name="connsiteY941" fmla="*/ 0 h 342900"/>
              <a:gd name="connsiteX942" fmla="*/ 2907475 w 10922000"/>
              <a:gd name="connsiteY942" fmla="*/ 6350 h 342900"/>
              <a:gd name="connsiteX943" fmla="*/ 2958040 w 10922000"/>
              <a:gd name="connsiteY943" fmla="*/ 6350 h 342900"/>
              <a:gd name="connsiteX944" fmla="*/ 2958040 w 10922000"/>
              <a:gd name="connsiteY944" fmla="*/ 0 h 342900"/>
              <a:gd name="connsiteX945" fmla="*/ 2856909 w 10922000"/>
              <a:gd name="connsiteY945" fmla="*/ 0 h 342900"/>
              <a:gd name="connsiteX946" fmla="*/ 2806344 w 10922000"/>
              <a:gd name="connsiteY946" fmla="*/ 0 h 342900"/>
              <a:gd name="connsiteX947" fmla="*/ 2806344 w 10922000"/>
              <a:gd name="connsiteY947" fmla="*/ 6350 h 342900"/>
              <a:gd name="connsiteX948" fmla="*/ 2856909 w 10922000"/>
              <a:gd name="connsiteY948" fmla="*/ 6350 h 342900"/>
              <a:gd name="connsiteX949" fmla="*/ 2856909 w 10922000"/>
              <a:gd name="connsiteY949" fmla="*/ 0 h 342900"/>
              <a:gd name="connsiteX950" fmla="*/ 2755780 w 10922000"/>
              <a:gd name="connsiteY950" fmla="*/ 0 h 342900"/>
              <a:gd name="connsiteX951" fmla="*/ 2705214 w 10922000"/>
              <a:gd name="connsiteY951" fmla="*/ 0 h 342900"/>
              <a:gd name="connsiteX952" fmla="*/ 2705214 w 10922000"/>
              <a:gd name="connsiteY952" fmla="*/ 6350 h 342900"/>
              <a:gd name="connsiteX953" fmla="*/ 2755780 w 10922000"/>
              <a:gd name="connsiteY953" fmla="*/ 6350 h 342900"/>
              <a:gd name="connsiteX954" fmla="*/ 2755780 w 10922000"/>
              <a:gd name="connsiteY954" fmla="*/ 0 h 342900"/>
              <a:gd name="connsiteX955" fmla="*/ 2654649 w 10922000"/>
              <a:gd name="connsiteY955" fmla="*/ 0 h 342900"/>
              <a:gd name="connsiteX956" fmla="*/ 2604084 w 10922000"/>
              <a:gd name="connsiteY956" fmla="*/ 0 h 342900"/>
              <a:gd name="connsiteX957" fmla="*/ 2604084 w 10922000"/>
              <a:gd name="connsiteY957" fmla="*/ 6350 h 342900"/>
              <a:gd name="connsiteX958" fmla="*/ 2654649 w 10922000"/>
              <a:gd name="connsiteY958" fmla="*/ 6350 h 342900"/>
              <a:gd name="connsiteX959" fmla="*/ 2654649 w 10922000"/>
              <a:gd name="connsiteY959" fmla="*/ 0 h 342900"/>
              <a:gd name="connsiteX960" fmla="*/ 2553519 w 10922000"/>
              <a:gd name="connsiteY960" fmla="*/ 0 h 342900"/>
              <a:gd name="connsiteX961" fmla="*/ 2502954 w 10922000"/>
              <a:gd name="connsiteY961" fmla="*/ 0 h 342900"/>
              <a:gd name="connsiteX962" fmla="*/ 2502954 w 10922000"/>
              <a:gd name="connsiteY962" fmla="*/ 6350 h 342900"/>
              <a:gd name="connsiteX963" fmla="*/ 2553519 w 10922000"/>
              <a:gd name="connsiteY963" fmla="*/ 6350 h 342900"/>
              <a:gd name="connsiteX964" fmla="*/ 2553519 w 10922000"/>
              <a:gd name="connsiteY964" fmla="*/ 0 h 342900"/>
              <a:gd name="connsiteX965" fmla="*/ 2452389 w 10922000"/>
              <a:gd name="connsiteY965" fmla="*/ 0 h 342900"/>
              <a:gd name="connsiteX966" fmla="*/ 2401824 w 10922000"/>
              <a:gd name="connsiteY966" fmla="*/ 0 h 342900"/>
              <a:gd name="connsiteX967" fmla="*/ 2401824 w 10922000"/>
              <a:gd name="connsiteY967" fmla="*/ 6350 h 342900"/>
              <a:gd name="connsiteX968" fmla="*/ 2452389 w 10922000"/>
              <a:gd name="connsiteY968" fmla="*/ 6350 h 342900"/>
              <a:gd name="connsiteX969" fmla="*/ 2452389 w 10922000"/>
              <a:gd name="connsiteY969" fmla="*/ 0 h 342900"/>
              <a:gd name="connsiteX970" fmla="*/ 2351259 w 10922000"/>
              <a:gd name="connsiteY970" fmla="*/ 0 h 342900"/>
              <a:gd name="connsiteX971" fmla="*/ 2300694 w 10922000"/>
              <a:gd name="connsiteY971" fmla="*/ 0 h 342900"/>
              <a:gd name="connsiteX972" fmla="*/ 2300694 w 10922000"/>
              <a:gd name="connsiteY972" fmla="*/ 6350 h 342900"/>
              <a:gd name="connsiteX973" fmla="*/ 2351259 w 10922000"/>
              <a:gd name="connsiteY973" fmla="*/ 6350 h 342900"/>
              <a:gd name="connsiteX974" fmla="*/ 2351259 w 10922000"/>
              <a:gd name="connsiteY974" fmla="*/ 0 h 342900"/>
              <a:gd name="connsiteX975" fmla="*/ 2250129 w 10922000"/>
              <a:gd name="connsiteY975" fmla="*/ 0 h 342900"/>
              <a:gd name="connsiteX976" fmla="*/ 2199564 w 10922000"/>
              <a:gd name="connsiteY976" fmla="*/ 0 h 342900"/>
              <a:gd name="connsiteX977" fmla="*/ 2199564 w 10922000"/>
              <a:gd name="connsiteY977" fmla="*/ 6350 h 342900"/>
              <a:gd name="connsiteX978" fmla="*/ 2250129 w 10922000"/>
              <a:gd name="connsiteY978" fmla="*/ 6350 h 342900"/>
              <a:gd name="connsiteX979" fmla="*/ 2250129 w 10922000"/>
              <a:gd name="connsiteY979" fmla="*/ 0 h 342900"/>
              <a:gd name="connsiteX980" fmla="*/ 2148999 w 10922000"/>
              <a:gd name="connsiteY980" fmla="*/ 0 h 342900"/>
              <a:gd name="connsiteX981" fmla="*/ 2098434 w 10922000"/>
              <a:gd name="connsiteY981" fmla="*/ 0 h 342900"/>
              <a:gd name="connsiteX982" fmla="*/ 2098434 w 10922000"/>
              <a:gd name="connsiteY982" fmla="*/ 6350 h 342900"/>
              <a:gd name="connsiteX983" fmla="*/ 2148999 w 10922000"/>
              <a:gd name="connsiteY983" fmla="*/ 6350 h 342900"/>
              <a:gd name="connsiteX984" fmla="*/ 2148999 w 10922000"/>
              <a:gd name="connsiteY984" fmla="*/ 0 h 342900"/>
              <a:gd name="connsiteX985" fmla="*/ 2047869 w 10922000"/>
              <a:gd name="connsiteY985" fmla="*/ 0 h 342900"/>
              <a:gd name="connsiteX986" fmla="*/ 1997304 w 10922000"/>
              <a:gd name="connsiteY986" fmla="*/ 0 h 342900"/>
              <a:gd name="connsiteX987" fmla="*/ 1997304 w 10922000"/>
              <a:gd name="connsiteY987" fmla="*/ 6350 h 342900"/>
              <a:gd name="connsiteX988" fmla="*/ 2047869 w 10922000"/>
              <a:gd name="connsiteY988" fmla="*/ 6350 h 342900"/>
              <a:gd name="connsiteX989" fmla="*/ 2047869 w 10922000"/>
              <a:gd name="connsiteY989" fmla="*/ 0 h 342900"/>
              <a:gd name="connsiteX990" fmla="*/ 1946739 w 10922000"/>
              <a:gd name="connsiteY990" fmla="*/ 0 h 342900"/>
              <a:gd name="connsiteX991" fmla="*/ 1896173 w 10922000"/>
              <a:gd name="connsiteY991" fmla="*/ 0 h 342900"/>
              <a:gd name="connsiteX992" fmla="*/ 1896173 w 10922000"/>
              <a:gd name="connsiteY992" fmla="*/ 6350 h 342900"/>
              <a:gd name="connsiteX993" fmla="*/ 1946739 w 10922000"/>
              <a:gd name="connsiteY993" fmla="*/ 6350 h 342900"/>
              <a:gd name="connsiteX994" fmla="*/ 1946739 w 10922000"/>
              <a:gd name="connsiteY994" fmla="*/ 0 h 342900"/>
              <a:gd name="connsiteX995" fmla="*/ 1845609 w 10922000"/>
              <a:gd name="connsiteY995" fmla="*/ 0 h 342900"/>
              <a:gd name="connsiteX996" fmla="*/ 1795043 w 10922000"/>
              <a:gd name="connsiteY996" fmla="*/ 0 h 342900"/>
              <a:gd name="connsiteX997" fmla="*/ 1795043 w 10922000"/>
              <a:gd name="connsiteY997" fmla="*/ 6350 h 342900"/>
              <a:gd name="connsiteX998" fmla="*/ 1845609 w 10922000"/>
              <a:gd name="connsiteY998" fmla="*/ 6350 h 342900"/>
              <a:gd name="connsiteX999" fmla="*/ 1845609 w 10922000"/>
              <a:gd name="connsiteY999" fmla="*/ 0 h 342900"/>
              <a:gd name="connsiteX1000" fmla="*/ 1744478 w 10922000"/>
              <a:gd name="connsiteY1000" fmla="*/ 0 h 342900"/>
              <a:gd name="connsiteX1001" fmla="*/ 1693913 w 10922000"/>
              <a:gd name="connsiteY1001" fmla="*/ 0 h 342900"/>
              <a:gd name="connsiteX1002" fmla="*/ 1693913 w 10922000"/>
              <a:gd name="connsiteY1002" fmla="*/ 6350 h 342900"/>
              <a:gd name="connsiteX1003" fmla="*/ 1744478 w 10922000"/>
              <a:gd name="connsiteY1003" fmla="*/ 6350 h 342900"/>
              <a:gd name="connsiteX1004" fmla="*/ 1744478 w 10922000"/>
              <a:gd name="connsiteY1004" fmla="*/ 0 h 342900"/>
              <a:gd name="connsiteX1005" fmla="*/ 1643348 w 10922000"/>
              <a:gd name="connsiteY1005" fmla="*/ 0 h 342900"/>
              <a:gd name="connsiteX1006" fmla="*/ 1592783 w 10922000"/>
              <a:gd name="connsiteY1006" fmla="*/ 0 h 342900"/>
              <a:gd name="connsiteX1007" fmla="*/ 1592783 w 10922000"/>
              <a:gd name="connsiteY1007" fmla="*/ 6350 h 342900"/>
              <a:gd name="connsiteX1008" fmla="*/ 1643348 w 10922000"/>
              <a:gd name="connsiteY1008" fmla="*/ 6350 h 342900"/>
              <a:gd name="connsiteX1009" fmla="*/ 1643348 w 10922000"/>
              <a:gd name="connsiteY1009" fmla="*/ 0 h 342900"/>
              <a:gd name="connsiteX1010" fmla="*/ 1542218 w 10922000"/>
              <a:gd name="connsiteY1010" fmla="*/ 0 h 342900"/>
              <a:gd name="connsiteX1011" fmla="*/ 1491647 w 10922000"/>
              <a:gd name="connsiteY1011" fmla="*/ 0 h 342900"/>
              <a:gd name="connsiteX1012" fmla="*/ 1491647 w 10922000"/>
              <a:gd name="connsiteY1012" fmla="*/ 6350 h 342900"/>
              <a:gd name="connsiteX1013" fmla="*/ 1542218 w 10922000"/>
              <a:gd name="connsiteY1013" fmla="*/ 6350 h 342900"/>
              <a:gd name="connsiteX1014" fmla="*/ 1542218 w 10922000"/>
              <a:gd name="connsiteY1014" fmla="*/ 0 h 342900"/>
              <a:gd name="connsiteX1015" fmla="*/ 1441088 w 10922000"/>
              <a:gd name="connsiteY1015" fmla="*/ 0 h 342900"/>
              <a:gd name="connsiteX1016" fmla="*/ 1390523 w 10922000"/>
              <a:gd name="connsiteY1016" fmla="*/ 0 h 342900"/>
              <a:gd name="connsiteX1017" fmla="*/ 1390523 w 10922000"/>
              <a:gd name="connsiteY1017" fmla="*/ 6350 h 342900"/>
              <a:gd name="connsiteX1018" fmla="*/ 1441088 w 10922000"/>
              <a:gd name="connsiteY1018" fmla="*/ 6350 h 342900"/>
              <a:gd name="connsiteX1019" fmla="*/ 1441088 w 10922000"/>
              <a:gd name="connsiteY1019" fmla="*/ 0 h 342900"/>
              <a:gd name="connsiteX1020" fmla="*/ 1339952 w 10922000"/>
              <a:gd name="connsiteY1020" fmla="*/ 0 h 342900"/>
              <a:gd name="connsiteX1021" fmla="*/ 1289387 w 10922000"/>
              <a:gd name="connsiteY1021" fmla="*/ 0 h 342900"/>
              <a:gd name="connsiteX1022" fmla="*/ 1289387 w 10922000"/>
              <a:gd name="connsiteY1022" fmla="*/ 6350 h 342900"/>
              <a:gd name="connsiteX1023" fmla="*/ 1339952 w 10922000"/>
              <a:gd name="connsiteY1023" fmla="*/ 6350 h 342900"/>
              <a:gd name="connsiteX1024" fmla="*/ 1339952 w 10922000"/>
              <a:gd name="connsiteY1024" fmla="*/ 0 h 342900"/>
              <a:gd name="connsiteX1025" fmla="*/ 1238822 w 10922000"/>
              <a:gd name="connsiteY1025" fmla="*/ 0 h 342900"/>
              <a:gd name="connsiteX1026" fmla="*/ 1188257 w 10922000"/>
              <a:gd name="connsiteY1026" fmla="*/ 0 h 342900"/>
              <a:gd name="connsiteX1027" fmla="*/ 1188257 w 10922000"/>
              <a:gd name="connsiteY1027" fmla="*/ 6350 h 342900"/>
              <a:gd name="connsiteX1028" fmla="*/ 1238822 w 10922000"/>
              <a:gd name="connsiteY1028" fmla="*/ 6350 h 342900"/>
              <a:gd name="connsiteX1029" fmla="*/ 1238822 w 10922000"/>
              <a:gd name="connsiteY1029" fmla="*/ 0 h 342900"/>
              <a:gd name="connsiteX1030" fmla="*/ 1137691 w 10922000"/>
              <a:gd name="connsiteY1030" fmla="*/ 0 h 342900"/>
              <a:gd name="connsiteX1031" fmla="*/ 1087126 w 10922000"/>
              <a:gd name="connsiteY1031" fmla="*/ 0 h 342900"/>
              <a:gd name="connsiteX1032" fmla="*/ 1087126 w 10922000"/>
              <a:gd name="connsiteY1032" fmla="*/ 6350 h 342900"/>
              <a:gd name="connsiteX1033" fmla="*/ 1137691 w 10922000"/>
              <a:gd name="connsiteY1033" fmla="*/ 6350 h 342900"/>
              <a:gd name="connsiteX1034" fmla="*/ 1137691 w 10922000"/>
              <a:gd name="connsiteY1034" fmla="*/ 0 h 342900"/>
              <a:gd name="connsiteX1035" fmla="*/ 1036561 w 10922000"/>
              <a:gd name="connsiteY1035" fmla="*/ 0 h 342900"/>
              <a:gd name="connsiteX1036" fmla="*/ 985996 w 10922000"/>
              <a:gd name="connsiteY1036" fmla="*/ 0 h 342900"/>
              <a:gd name="connsiteX1037" fmla="*/ 985996 w 10922000"/>
              <a:gd name="connsiteY1037" fmla="*/ 6350 h 342900"/>
              <a:gd name="connsiteX1038" fmla="*/ 1036561 w 10922000"/>
              <a:gd name="connsiteY1038" fmla="*/ 6350 h 342900"/>
              <a:gd name="connsiteX1039" fmla="*/ 1036561 w 10922000"/>
              <a:gd name="connsiteY1039" fmla="*/ 0 h 342900"/>
              <a:gd name="connsiteX1040" fmla="*/ 935431 w 10922000"/>
              <a:gd name="connsiteY1040" fmla="*/ 0 h 342900"/>
              <a:gd name="connsiteX1041" fmla="*/ 884866 w 10922000"/>
              <a:gd name="connsiteY1041" fmla="*/ 0 h 342900"/>
              <a:gd name="connsiteX1042" fmla="*/ 884866 w 10922000"/>
              <a:gd name="connsiteY1042" fmla="*/ 6350 h 342900"/>
              <a:gd name="connsiteX1043" fmla="*/ 935431 w 10922000"/>
              <a:gd name="connsiteY1043" fmla="*/ 6350 h 342900"/>
              <a:gd name="connsiteX1044" fmla="*/ 935431 w 10922000"/>
              <a:gd name="connsiteY1044" fmla="*/ 0 h 342900"/>
              <a:gd name="connsiteX1045" fmla="*/ 834301 w 10922000"/>
              <a:gd name="connsiteY1045" fmla="*/ 0 h 342900"/>
              <a:gd name="connsiteX1046" fmla="*/ 783736 w 10922000"/>
              <a:gd name="connsiteY1046" fmla="*/ 0 h 342900"/>
              <a:gd name="connsiteX1047" fmla="*/ 783736 w 10922000"/>
              <a:gd name="connsiteY1047" fmla="*/ 6350 h 342900"/>
              <a:gd name="connsiteX1048" fmla="*/ 834301 w 10922000"/>
              <a:gd name="connsiteY1048" fmla="*/ 6350 h 342900"/>
              <a:gd name="connsiteX1049" fmla="*/ 834301 w 10922000"/>
              <a:gd name="connsiteY1049" fmla="*/ 0 h 342900"/>
              <a:gd name="connsiteX1050" fmla="*/ 733171 w 10922000"/>
              <a:gd name="connsiteY1050" fmla="*/ 0 h 342900"/>
              <a:gd name="connsiteX1051" fmla="*/ 682606 w 10922000"/>
              <a:gd name="connsiteY1051" fmla="*/ 0 h 342900"/>
              <a:gd name="connsiteX1052" fmla="*/ 682606 w 10922000"/>
              <a:gd name="connsiteY1052" fmla="*/ 6350 h 342900"/>
              <a:gd name="connsiteX1053" fmla="*/ 733171 w 10922000"/>
              <a:gd name="connsiteY1053" fmla="*/ 6350 h 342900"/>
              <a:gd name="connsiteX1054" fmla="*/ 733171 w 10922000"/>
              <a:gd name="connsiteY1054" fmla="*/ 0 h 342900"/>
              <a:gd name="connsiteX1055" fmla="*/ 632041 w 10922000"/>
              <a:gd name="connsiteY1055" fmla="*/ 0 h 342900"/>
              <a:gd name="connsiteX1056" fmla="*/ 581476 w 10922000"/>
              <a:gd name="connsiteY1056" fmla="*/ 0 h 342900"/>
              <a:gd name="connsiteX1057" fmla="*/ 581476 w 10922000"/>
              <a:gd name="connsiteY1057" fmla="*/ 6350 h 342900"/>
              <a:gd name="connsiteX1058" fmla="*/ 632041 w 10922000"/>
              <a:gd name="connsiteY1058" fmla="*/ 6350 h 342900"/>
              <a:gd name="connsiteX1059" fmla="*/ 632041 w 10922000"/>
              <a:gd name="connsiteY1059" fmla="*/ 0 h 342900"/>
              <a:gd name="connsiteX1060" fmla="*/ 530911 w 10922000"/>
              <a:gd name="connsiteY1060" fmla="*/ 0 h 342900"/>
              <a:gd name="connsiteX1061" fmla="*/ 480346 w 10922000"/>
              <a:gd name="connsiteY1061" fmla="*/ 0 h 342900"/>
              <a:gd name="connsiteX1062" fmla="*/ 480346 w 10922000"/>
              <a:gd name="connsiteY1062" fmla="*/ 6350 h 342900"/>
              <a:gd name="connsiteX1063" fmla="*/ 530911 w 10922000"/>
              <a:gd name="connsiteY1063" fmla="*/ 6350 h 342900"/>
              <a:gd name="connsiteX1064" fmla="*/ 530911 w 10922000"/>
              <a:gd name="connsiteY1064" fmla="*/ 0 h 342900"/>
              <a:gd name="connsiteX1065" fmla="*/ 429781 w 10922000"/>
              <a:gd name="connsiteY1065" fmla="*/ 0 h 342900"/>
              <a:gd name="connsiteX1066" fmla="*/ 379216 w 10922000"/>
              <a:gd name="connsiteY1066" fmla="*/ 0 h 342900"/>
              <a:gd name="connsiteX1067" fmla="*/ 379216 w 10922000"/>
              <a:gd name="connsiteY1067" fmla="*/ 6350 h 342900"/>
              <a:gd name="connsiteX1068" fmla="*/ 429781 w 10922000"/>
              <a:gd name="connsiteY1068" fmla="*/ 6350 h 342900"/>
              <a:gd name="connsiteX1069" fmla="*/ 429781 w 10922000"/>
              <a:gd name="connsiteY1069" fmla="*/ 0 h 342900"/>
              <a:gd name="connsiteX1070" fmla="*/ 328651 w 10922000"/>
              <a:gd name="connsiteY1070" fmla="*/ 0 h 342900"/>
              <a:gd name="connsiteX1071" fmla="*/ 278086 w 10922000"/>
              <a:gd name="connsiteY1071" fmla="*/ 0 h 342900"/>
              <a:gd name="connsiteX1072" fmla="*/ 278086 w 10922000"/>
              <a:gd name="connsiteY1072" fmla="*/ 6350 h 342900"/>
              <a:gd name="connsiteX1073" fmla="*/ 328651 w 10922000"/>
              <a:gd name="connsiteY1073" fmla="*/ 6350 h 342900"/>
              <a:gd name="connsiteX1074" fmla="*/ 328651 w 10922000"/>
              <a:gd name="connsiteY1074" fmla="*/ 0 h 342900"/>
              <a:gd name="connsiteX1075" fmla="*/ 227521 w 10922000"/>
              <a:gd name="connsiteY1075" fmla="*/ 0 h 342900"/>
              <a:gd name="connsiteX1076" fmla="*/ 176955 w 10922000"/>
              <a:gd name="connsiteY1076" fmla="*/ 0 h 342900"/>
              <a:gd name="connsiteX1077" fmla="*/ 176955 w 10922000"/>
              <a:gd name="connsiteY1077" fmla="*/ 6350 h 342900"/>
              <a:gd name="connsiteX1078" fmla="*/ 227521 w 10922000"/>
              <a:gd name="connsiteY1078" fmla="*/ 6350 h 342900"/>
              <a:gd name="connsiteX1079" fmla="*/ 227521 w 10922000"/>
              <a:gd name="connsiteY1079" fmla="*/ 0 h 342900"/>
              <a:gd name="connsiteX1080" fmla="*/ 126390 w 10922000"/>
              <a:gd name="connsiteY1080" fmla="*/ 0 h 342900"/>
              <a:gd name="connsiteX1081" fmla="*/ 75825 w 10922000"/>
              <a:gd name="connsiteY1081" fmla="*/ 0 h 342900"/>
              <a:gd name="connsiteX1082" fmla="*/ 75825 w 10922000"/>
              <a:gd name="connsiteY1082" fmla="*/ 6350 h 342900"/>
              <a:gd name="connsiteX1083" fmla="*/ 126390 w 10922000"/>
              <a:gd name="connsiteY1083" fmla="*/ 6350 h 342900"/>
              <a:gd name="connsiteX1084" fmla="*/ 126390 w 10922000"/>
              <a:gd name="connsiteY1084" fmla="*/ 0 h 342900"/>
              <a:gd name="connsiteX1085" fmla="*/ 25260 w 10922000"/>
              <a:gd name="connsiteY1085" fmla="*/ 0 h 342900"/>
              <a:gd name="connsiteX1086" fmla="*/ 0 w 10922000"/>
              <a:gd name="connsiteY1086" fmla="*/ 0 h 342900"/>
              <a:gd name="connsiteX1087" fmla="*/ 0 w 10922000"/>
              <a:gd name="connsiteY1087" fmla="*/ 6350 h 342900"/>
              <a:gd name="connsiteX1088" fmla="*/ 25260 w 10922000"/>
              <a:gd name="connsiteY1088" fmla="*/ 6350 h 342900"/>
              <a:gd name="connsiteX1089" fmla="*/ 25260 w 10922000"/>
              <a:gd name="connsiteY1089"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342900">
                <a:moveTo>
                  <a:pt x="0" y="342900"/>
                </a:moveTo>
                <a:lnTo>
                  <a:pt x="25279" y="342900"/>
                </a:lnTo>
                <a:lnTo>
                  <a:pt x="25279" y="336550"/>
                </a:lnTo>
                <a:lnTo>
                  <a:pt x="0" y="336550"/>
                </a:lnTo>
                <a:lnTo>
                  <a:pt x="0" y="342900"/>
                </a:lnTo>
                <a:close/>
                <a:moveTo>
                  <a:pt x="75844" y="342900"/>
                </a:moveTo>
                <a:lnTo>
                  <a:pt x="126409" y="342900"/>
                </a:lnTo>
                <a:lnTo>
                  <a:pt x="126409" y="336550"/>
                </a:lnTo>
                <a:lnTo>
                  <a:pt x="75844" y="336550"/>
                </a:lnTo>
                <a:lnTo>
                  <a:pt x="75844" y="342900"/>
                </a:lnTo>
                <a:close/>
                <a:moveTo>
                  <a:pt x="176975" y="342900"/>
                </a:moveTo>
                <a:lnTo>
                  <a:pt x="227540" y="342900"/>
                </a:lnTo>
                <a:lnTo>
                  <a:pt x="227540" y="336550"/>
                </a:lnTo>
                <a:lnTo>
                  <a:pt x="176975" y="336550"/>
                </a:lnTo>
                <a:lnTo>
                  <a:pt x="176975" y="342900"/>
                </a:lnTo>
                <a:close/>
                <a:moveTo>
                  <a:pt x="278105" y="342900"/>
                </a:moveTo>
                <a:lnTo>
                  <a:pt x="328670" y="342900"/>
                </a:lnTo>
                <a:lnTo>
                  <a:pt x="328670" y="336550"/>
                </a:lnTo>
                <a:lnTo>
                  <a:pt x="278105" y="336550"/>
                </a:lnTo>
                <a:lnTo>
                  <a:pt x="278105" y="342900"/>
                </a:lnTo>
                <a:close/>
                <a:moveTo>
                  <a:pt x="379235" y="342900"/>
                </a:moveTo>
                <a:lnTo>
                  <a:pt x="429800" y="342900"/>
                </a:lnTo>
                <a:lnTo>
                  <a:pt x="429800" y="336550"/>
                </a:lnTo>
                <a:lnTo>
                  <a:pt x="379235" y="336550"/>
                </a:lnTo>
                <a:lnTo>
                  <a:pt x="379235" y="342900"/>
                </a:lnTo>
                <a:close/>
                <a:moveTo>
                  <a:pt x="480365" y="342900"/>
                </a:moveTo>
                <a:lnTo>
                  <a:pt x="530930" y="342900"/>
                </a:lnTo>
                <a:lnTo>
                  <a:pt x="530930" y="336550"/>
                </a:lnTo>
                <a:lnTo>
                  <a:pt x="480365" y="336550"/>
                </a:lnTo>
                <a:lnTo>
                  <a:pt x="480365" y="342900"/>
                </a:lnTo>
                <a:close/>
                <a:moveTo>
                  <a:pt x="581495" y="342900"/>
                </a:moveTo>
                <a:lnTo>
                  <a:pt x="632060" y="342900"/>
                </a:lnTo>
                <a:lnTo>
                  <a:pt x="632060" y="336550"/>
                </a:lnTo>
                <a:lnTo>
                  <a:pt x="581495" y="336550"/>
                </a:lnTo>
                <a:lnTo>
                  <a:pt x="581495" y="342900"/>
                </a:lnTo>
                <a:close/>
                <a:moveTo>
                  <a:pt x="682625" y="342900"/>
                </a:moveTo>
                <a:lnTo>
                  <a:pt x="733190" y="342900"/>
                </a:lnTo>
                <a:lnTo>
                  <a:pt x="733190" y="336550"/>
                </a:lnTo>
                <a:lnTo>
                  <a:pt x="682625" y="336550"/>
                </a:lnTo>
                <a:lnTo>
                  <a:pt x="682625" y="342900"/>
                </a:lnTo>
                <a:close/>
                <a:moveTo>
                  <a:pt x="783755" y="342900"/>
                </a:moveTo>
                <a:lnTo>
                  <a:pt x="834320" y="342900"/>
                </a:lnTo>
                <a:lnTo>
                  <a:pt x="834320" y="336550"/>
                </a:lnTo>
                <a:lnTo>
                  <a:pt x="783755" y="336550"/>
                </a:lnTo>
                <a:lnTo>
                  <a:pt x="783755" y="342900"/>
                </a:lnTo>
                <a:close/>
                <a:moveTo>
                  <a:pt x="884885" y="342900"/>
                </a:moveTo>
                <a:lnTo>
                  <a:pt x="935450" y="342900"/>
                </a:lnTo>
                <a:lnTo>
                  <a:pt x="935450" y="336550"/>
                </a:lnTo>
                <a:lnTo>
                  <a:pt x="884885" y="336550"/>
                </a:lnTo>
                <a:lnTo>
                  <a:pt x="884885" y="342900"/>
                </a:lnTo>
                <a:close/>
                <a:moveTo>
                  <a:pt x="986015" y="342900"/>
                </a:moveTo>
                <a:lnTo>
                  <a:pt x="1036580" y="342900"/>
                </a:lnTo>
                <a:lnTo>
                  <a:pt x="1036580" y="336550"/>
                </a:lnTo>
                <a:lnTo>
                  <a:pt x="986015" y="336550"/>
                </a:lnTo>
                <a:lnTo>
                  <a:pt x="986015" y="342900"/>
                </a:lnTo>
                <a:close/>
                <a:moveTo>
                  <a:pt x="1087146" y="342900"/>
                </a:moveTo>
                <a:lnTo>
                  <a:pt x="1137710" y="342900"/>
                </a:lnTo>
                <a:lnTo>
                  <a:pt x="1137710" y="336550"/>
                </a:lnTo>
                <a:lnTo>
                  <a:pt x="1087146" y="336550"/>
                </a:lnTo>
                <a:lnTo>
                  <a:pt x="1087146" y="342900"/>
                </a:lnTo>
                <a:close/>
                <a:moveTo>
                  <a:pt x="1188276" y="342900"/>
                </a:moveTo>
                <a:lnTo>
                  <a:pt x="1238841" y="342900"/>
                </a:lnTo>
                <a:lnTo>
                  <a:pt x="1238841" y="336550"/>
                </a:lnTo>
                <a:lnTo>
                  <a:pt x="1188276" y="336550"/>
                </a:lnTo>
                <a:lnTo>
                  <a:pt x="1188276" y="342900"/>
                </a:lnTo>
                <a:close/>
                <a:moveTo>
                  <a:pt x="1289406" y="342900"/>
                </a:moveTo>
                <a:lnTo>
                  <a:pt x="1339971" y="342900"/>
                </a:lnTo>
                <a:lnTo>
                  <a:pt x="1339971" y="336550"/>
                </a:lnTo>
                <a:lnTo>
                  <a:pt x="1289406" y="336550"/>
                </a:lnTo>
                <a:lnTo>
                  <a:pt x="1289406" y="342900"/>
                </a:lnTo>
                <a:close/>
                <a:moveTo>
                  <a:pt x="1390536" y="342900"/>
                </a:moveTo>
                <a:lnTo>
                  <a:pt x="1441101" y="342900"/>
                </a:lnTo>
                <a:lnTo>
                  <a:pt x="1441101" y="336550"/>
                </a:lnTo>
                <a:lnTo>
                  <a:pt x="1390536" y="336550"/>
                </a:lnTo>
                <a:lnTo>
                  <a:pt x="1390536" y="342900"/>
                </a:lnTo>
                <a:close/>
                <a:moveTo>
                  <a:pt x="1491660" y="342900"/>
                </a:moveTo>
                <a:lnTo>
                  <a:pt x="1542225" y="342900"/>
                </a:lnTo>
                <a:lnTo>
                  <a:pt x="1542225" y="336550"/>
                </a:lnTo>
                <a:lnTo>
                  <a:pt x="1491660" y="336550"/>
                </a:lnTo>
                <a:lnTo>
                  <a:pt x="1491660" y="342900"/>
                </a:lnTo>
                <a:close/>
                <a:moveTo>
                  <a:pt x="1592790" y="342900"/>
                </a:moveTo>
                <a:lnTo>
                  <a:pt x="1643355" y="342900"/>
                </a:lnTo>
                <a:lnTo>
                  <a:pt x="1643355" y="336550"/>
                </a:lnTo>
                <a:lnTo>
                  <a:pt x="1592790" y="336550"/>
                </a:lnTo>
                <a:lnTo>
                  <a:pt x="1592790" y="342900"/>
                </a:lnTo>
                <a:close/>
                <a:moveTo>
                  <a:pt x="1693920" y="342900"/>
                </a:moveTo>
                <a:lnTo>
                  <a:pt x="1744485" y="342900"/>
                </a:lnTo>
                <a:lnTo>
                  <a:pt x="1744485" y="336550"/>
                </a:lnTo>
                <a:lnTo>
                  <a:pt x="1693920" y="336550"/>
                </a:lnTo>
                <a:lnTo>
                  <a:pt x="1693920" y="342900"/>
                </a:lnTo>
                <a:close/>
                <a:moveTo>
                  <a:pt x="1795050" y="342900"/>
                </a:moveTo>
                <a:lnTo>
                  <a:pt x="1845615" y="342900"/>
                </a:lnTo>
                <a:lnTo>
                  <a:pt x="1845615" y="336550"/>
                </a:lnTo>
                <a:lnTo>
                  <a:pt x="1795050" y="336550"/>
                </a:lnTo>
                <a:lnTo>
                  <a:pt x="1795050" y="342900"/>
                </a:lnTo>
                <a:close/>
                <a:moveTo>
                  <a:pt x="1896180" y="342900"/>
                </a:moveTo>
                <a:lnTo>
                  <a:pt x="1946745" y="342900"/>
                </a:lnTo>
                <a:lnTo>
                  <a:pt x="1946745" y="336550"/>
                </a:lnTo>
                <a:lnTo>
                  <a:pt x="1896180" y="336550"/>
                </a:lnTo>
                <a:lnTo>
                  <a:pt x="1896180" y="342900"/>
                </a:lnTo>
                <a:close/>
                <a:moveTo>
                  <a:pt x="1997310" y="342900"/>
                </a:moveTo>
                <a:lnTo>
                  <a:pt x="2047875" y="342900"/>
                </a:lnTo>
                <a:lnTo>
                  <a:pt x="2047875" y="336550"/>
                </a:lnTo>
                <a:lnTo>
                  <a:pt x="1997310" y="336550"/>
                </a:lnTo>
                <a:lnTo>
                  <a:pt x="1997310" y="342900"/>
                </a:lnTo>
                <a:close/>
                <a:moveTo>
                  <a:pt x="2098440" y="342900"/>
                </a:moveTo>
                <a:lnTo>
                  <a:pt x="2149005" y="342900"/>
                </a:lnTo>
                <a:lnTo>
                  <a:pt x="2149005" y="336550"/>
                </a:lnTo>
                <a:lnTo>
                  <a:pt x="2098440" y="336550"/>
                </a:lnTo>
                <a:lnTo>
                  <a:pt x="2098440" y="342900"/>
                </a:lnTo>
                <a:close/>
                <a:moveTo>
                  <a:pt x="2199570" y="342900"/>
                </a:moveTo>
                <a:lnTo>
                  <a:pt x="2250135" y="342900"/>
                </a:lnTo>
                <a:lnTo>
                  <a:pt x="2250135" y="336550"/>
                </a:lnTo>
                <a:lnTo>
                  <a:pt x="2199570" y="336550"/>
                </a:lnTo>
                <a:lnTo>
                  <a:pt x="2199570" y="342900"/>
                </a:lnTo>
                <a:close/>
                <a:moveTo>
                  <a:pt x="2300700" y="342900"/>
                </a:moveTo>
                <a:lnTo>
                  <a:pt x="2351266" y="342900"/>
                </a:lnTo>
                <a:lnTo>
                  <a:pt x="2351266" y="336550"/>
                </a:lnTo>
                <a:lnTo>
                  <a:pt x="2300700" y="336550"/>
                </a:lnTo>
                <a:lnTo>
                  <a:pt x="2300700" y="342900"/>
                </a:lnTo>
                <a:close/>
                <a:moveTo>
                  <a:pt x="2401830" y="342900"/>
                </a:moveTo>
                <a:lnTo>
                  <a:pt x="2452396" y="342900"/>
                </a:lnTo>
                <a:lnTo>
                  <a:pt x="2452396" y="336550"/>
                </a:lnTo>
                <a:lnTo>
                  <a:pt x="2401830" y="336550"/>
                </a:lnTo>
                <a:lnTo>
                  <a:pt x="2401830" y="342900"/>
                </a:lnTo>
                <a:close/>
                <a:moveTo>
                  <a:pt x="2502961" y="342900"/>
                </a:moveTo>
                <a:lnTo>
                  <a:pt x="2553526" y="342900"/>
                </a:lnTo>
                <a:lnTo>
                  <a:pt x="2553526" y="336550"/>
                </a:lnTo>
                <a:lnTo>
                  <a:pt x="2502961" y="336550"/>
                </a:lnTo>
                <a:lnTo>
                  <a:pt x="2502961" y="342900"/>
                </a:lnTo>
                <a:close/>
                <a:moveTo>
                  <a:pt x="2604084" y="342900"/>
                </a:moveTo>
                <a:lnTo>
                  <a:pt x="2654649" y="342900"/>
                </a:lnTo>
                <a:lnTo>
                  <a:pt x="2654649" y="336550"/>
                </a:lnTo>
                <a:lnTo>
                  <a:pt x="2604084" y="336550"/>
                </a:lnTo>
                <a:lnTo>
                  <a:pt x="2604084" y="342900"/>
                </a:lnTo>
                <a:close/>
                <a:moveTo>
                  <a:pt x="2705214" y="342900"/>
                </a:moveTo>
                <a:lnTo>
                  <a:pt x="2755780" y="342900"/>
                </a:lnTo>
                <a:lnTo>
                  <a:pt x="2755780" y="336550"/>
                </a:lnTo>
                <a:lnTo>
                  <a:pt x="2705214" y="336550"/>
                </a:lnTo>
                <a:lnTo>
                  <a:pt x="2705214" y="342900"/>
                </a:lnTo>
                <a:close/>
                <a:moveTo>
                  <a:pt x="2806344" y="342900"/>
                </a:moveTo>
                <a:lnTo>
                  <a:pt x="2856909" y="342900"/>
                </a:lnTo>
                <a:lnTo>
                  <a:pt x="2856909" y="336550"/>
                </a:lnTo>
                <a:lnTo>
                  <a:pt x="2806344" y="336550"/>
                </a:lnTo>
                <a:lnTo>
                  <a:pt x="2806344" y="342900"/>
                </a:lnTo>
                <a:close/>
                <a:moveTo>
                  <a:pt x="2907475" y="342900"/>
                </a:moveTo>
                <a:lnTo>
                  <a:pt x="2958040" y="342900"/>
                </a:lnTo>
                <a:lnTo>
                  <a:pt x="2958040" y="336550"/>
                </a:lnTo>
                <a:lnTo>
                  <a:pt x="2907475" y="336550"/>
                </a:lnTo>
                <a:lnTo>
                  <a:pt x="2907475" y="342900"/>
                </a:lnTo>
                <a:close/>
                <a:moveTo>
                  <a:pt x="3008605" y="342900"/>
                </a:moveTo>
                <a:lnTo>
                  <a:pt x="3059170" y="342900"/>
                </a:lnTo>
                <a:lnTo>
                  <a:pt x="3059170" y="336550"/>
                </a:lnTo>
                <a:lnTo>
                  <a:pt x="3008605" y="336550"/>
                </a:lnTo>
                <a:lnTo>
                  <a:pt x="3008605" y="342900"/>
                </a:lnTo>
                <a:close/>
                <a:moveTo>
                  <a:pt x="3109735" y="342900"/>
                </a:moveTo>
                <a:lnTo>
                  <a:pt x="3160300" y="342900"/>
                </a:lnTo>
                <a:lnTo>
                  <a:pt x="3160300" y="336550"/>
                </a:lnTo>
                <a:lnTo>
                  <a:pt x="3109735" y="336550"/>
                </a:lnTo>
                <a:lnTo>
                  <a:pt x="3109735" y="342900"/>
                </a:lnTo>
                <a:close/>
                <a:moveTo>
                  <a:pt x="3210865" y="342900"/>
                </a:moveTo>
                <a:lnTo>
                  <a:pt x="3261430" y="342900"/>
                </a:lnTo>
                <a:lnTo>
                  <a:pt x="3261430" y="336550"/>
                </a:lnTo>
                <a:lnTo>
                  <a:pt x="3210865" y="336550"/>
                </a:lnTo>
                <a:lnTo>
                  <a:pt x="3210865" y="342900"/>
                </a:lnTo>
                <a:close/>
                <a:moveTo>
                  <a:pt x="3311995" y="342900"/>
                </a:moveTo>
                <a:lnTo>
                  <a:pt x="3362560" y="342900"/>
                </a:lnTo>
                <a:lnTo>
                  <a:pt x="3362560" y="336550"/>
                </a:lnTo>
                <a:lnTo>
                  <a:pt x="3311995" y="336550"/>
                </a:lnTo>
                <a:lnTo>
                  <a:pt x="3311995" y="342900"/>
                </a:lnTo>
                <a:close/>
                <a:moveTo>
                  <a:pt x="3413125" y="342900"/>
                </a:moveTo>
                <a:lnTo>
                  <a:pt x="3463690" y="342900"/>
                </a:lnTo>
                <a:lnTo>
                  <a:pt x="3463690" y="336550"/>
                </a:lnTo>
                <a:lnTo>
                  <a:pt x="3413125" y="336550"/>
                </a:lnTo>
                <a:lnTo>
                  <a:pt x="3413125" y="342900"/>
                </a:lnTo>
                <a:close/>
                <a:moveTo>
                  <a:pt x="3514255" y="342900"/>
                </a:moveTo>
                <a:lnTo>
                  <a:pt x="3564820" y="342900"/>
                </a:lnTo>
                <a:lnTo>
                  <a:pt x="3564820" y="336550"/>
                </a:lnTo>
                <a:lnTo>
                  <a:pt x="3514255" y="336550"/>
                </a:lnTo>
                <a:lnTo>
                  <a:pt x="3514255" y="342900"/>
                </a:lnTo>
                <a:close/>
                <a:moveTo>
                  <a:pt x="3615385" y="342900"/>
                </a:moveTo>
                <a:lnTo>
                  <a:pt x="3665944" y="342900"/>
                </a:lnTo>
                <a:lnTo>
                  <a:pt x="3665944" y="336550"/>
                </a:lnTo>
                <a:lnTo>
                  <a:pt x="3615385" y="336550"/>
                </a:lnTo>
                <a:lnTo>
                  <a:pt x="3615385" y="342900"/>
                </a:lnTo>
                <a:close/>
                <a:moveTo>
                  <a:pt x="3716509" y="342900"/>
                </a:moveTo>
                <a:lnTo>
                  <a:pt x="3767074" y="342900"/>
                </a:lnTo>
                <a:lnTo>
                  <a:pt x="3767074" y="336550"/>
                </a:lnTo>
                <a:lnTo>
                  <a:pt x="3716509" y="336550"/>
                </a:lnTo>
                <a:lnTo>
                  <a:pt x="3716509" y="342900"/>
                </a:lnTo>
                <a:close/>
                <a:moveTo>
                  <a:pt x="3817639" y="342900"/>
                </a:moveTo>
                <a:lnTo>
                  <a:pt x="3868204" y="342900"/>
                </a:lnTo>
                <a:lnTo>
                  <a:pt x="3868204" y="336550"/>
                </a:lnTo>
                <a:lnTo>
                  <a:pt x="3817639" y="336550"/>
                </a:lnTo>
                <a:lnTo>
                  <a:pt x="3817639" y="342900"/>
                </a:lnTo>
                <a:close/>
                <a:moveTo>
                  <a:pt x="3918769" y="342900"/>
                </a:moveTo>
                <a:lnTo>
                  <a:pt x="3969334" y="342900"/>
                </a:lnTo>
                <a:lnTo>
                  <a:pt x="3969334" y="336550"/>
                </a:lnTo>
                <a:lnTo>
                  <a:pt x="3918769" y="336550"/>
                </a:lnTo>
                <a:lnTo>
                  <a:pt x="3918769" y="342900"/>
                </a:lnTo>
                <a:close/>
                <a:moveTo>
                  <a:pt x="4019899" y="342900"/>
                </a:moveTo>
                <a:lnTo>
                  <a:pt x="4070464" y="342900"/>
                </a:lnTo>
                <a:lnTo>
                  <a:pt x="4070464" y="336550"/>
                </a:lnTo>
                <a:lnTo>
                  <a:pt x="4019899" y="336550"/>
                </a:lnTo>
                <a:lnTo>
                  <a:pt x="4019899" y="342900"/>
                </a:lnTo>
                <a:close/>
                <a:moveTo>
                  <a:pt x="4121030" y="342900"/>
                </a:moveTo>
                <a:lnTo>
                  <a:pt x="4171594" y="342900"/>
                </a:lnTo>
                <a:lnTo>
                  <a:pt x="4171594" y="336550"/>
                </a:lnTo>
                <a:lnTo>
                  <a:pt x="4121030" y="336550"/>
                </a:lnTo>
                <a:lnTo>
                  <a:pt x="4121030" y="342900"/>
                </a:lnTo>
                <a:close/>
                <a:moveTo>
                  <a:pt x="4222160" y="342900"/>
                </a:moveTo>
                <a:lnTo>
                  <a:pt x="4272725" y="342900"/>
                </a:lnTo>
                <a:lnTo>
                  <a:pt x="4272725" y="336550"/>
                </a:lnTo>
                <a:lnTo>
                  <a:pt x="4222160" y="336550"/>
                </a:lnTo>
                <a:lnTo>
                  <a:pt x="4222160" y="342900"/>
                </a:lnTo>
                <a:close/>
                <a:moveTo>
                  <a:pt x="4323290" y="342900"/>
                </a:moveTo>
                <a:lnTo>
                  <a:pt x="4373855" y="342900"/>
                </a:lnTo>
                <a:lnTo>
                  <a:pt x="4373855" y="336550"/>
                </a:lnTo>
                <a:lnTo>
                  <a:pt x="4323290" y="336550"/>
                </a:lnTo>
                <a:lnTo>
                  <a:pt x="4323290" y="342900"/>
                </a:lnTo>
                <a:close/>
                <a:moveTo>
                  <a:pt x="4424420" y="342900"/>
                </a:moveTo>
                <a:lnTo>
                  <a:pt x="4474985" y="342900"/>
                </a:lnTo>
                <a:lnTo>
                  <a:pt x="4474985" y="336550"/>
                </a:lnTo>
                <a:lnTo>
                  <a:pt x="4424420" y="336550"/>
                </a:lnTo>
                <a:lnTo>
                  <a:pt x="4424420" y="342900"/>
                </a:lnTo>
                <a:close/>
                <a:moveTo>
                  <a:pt x="4525550" y="342900"/>
                </a:moveTo>
                <a:lnTo>
                  <a:pt x="4576115" y="342900"/>
                </a:lnTo>
                <a:lnTo>
                  <a:pt x="4576115" y="336550"/>
                </a:lnTo>
                <a:lnTo>
                  <a:pt x="4525550" y="336550"/>
                </a:lnTo>
                <a:lnTo>
                  <a:pt x="4525550" y="342900"/>
                </a:lnTo>
                <a:close/>
                <a:moveTo>
                  <a:pt x="4626680" y="342900"/>
                </a:moveTo>
                <a:lnTo>
                  <a:pt x="4677239" y="342900"/>
                </a:lnTo>
                <a:lnTo>
                  <a:pt x="4677239" y="336550"/>
                </a:lnTo>
                <a:lnTo>
                  <a:pt x="4626680" y="336550"/>
                </a:lnTo>
                <a:lnTo>
                  <a:pt x="4626680" y="342900"/>
                </a:lnTo>
                <a:close/>
                <a:moveTo>
                  <a:pt x="4727804" y="342900"/>
                </a:moveTo>
                <a:lnTo>
                  <a:pt x="4778369" y="342900"/>
                </a:lnTo>
                <a:lnTo>
                  <a:pt x="4778369" y="336550"/>
                </a:lnTo>
                <a:lnTo>
                  <a:pt x="4727804" y="336550"/>
                </a:lnTo>
                <a:lnTo>
                  <a:pt x="4727804" y="342900"/>
                </a:lnTo>
                <a:close/>
                <a:moveTo>
                  <a:pt x="4828934" y="342900"/>
                </a:moveTo>
                <a:lnTo>
                  <a:pt x="4879499" y="342900"/>
                </a:lnTo>
                <a:lnTo>
                  <a:pt x="4879499" y="336550"/>
                </a:lnTo>
                <a:lnTo>
                  <a:pt x="4828934" y="336550"/>
                </a:lnTo>
                <a:lnTo>
                  <a:pt x="4828934" y="342900"/>
                </a:lnTo>
                <a:close/>
                <a:moveTo>
                  <a:pt x="4930064" y="342900"/>
                </a:moveTo>
                <a:lnTo>
                  <a:pt x="4980629" y="342900"/>
                </a:lnTo>
                <a:lnTo>
                  <a:pt x="4980629" y="336550"/>
                </a:lnTo>
                <a:lnTo>
                  <a:pt x="4930064" y="336550"/>
                </a:lnTo>
                <a:lnTo>
                  <a:pt x="4930064" y="342900"/>
                </a:lnTo>
                <a:close/>
                <a:moveTo>
                  <a:pt x="5031194" y="342900"/>
                </a:moveTo>
                <a:lnTo>
                  <a:pt x="5081759" y="342900"/>
                </a:lnTo>
                <a:lnTo>
                  <a:pt x="5081759" y="336550"/>
                </a:lnTo>
                <a:lnTo>
                  <a:pt x="5031194" y="336550"/>
                </a:lnTo>
                <a:lnTo>
                  <a:pt x="5031194" y="342900"/>
                </a:lnTo>
                <a:close/>
                <a:moveTo>
                  <a:pt x="5132324" y="342900"/>
                </a:moveTo>
                <a:lnTo>
                  <a:pt x="5182889" y="342900"/>
                </a:lnTo>
                <a:lnTo>
                  <a:pt x="5182889" y="336550"/>
                </a:lnTo>
                <a:lnTo>
                  <a:pt x="5132324" y="336550"/>
                </a:lnTo>
                <a:lnTo>
                  <a:pt x="5132324" y="342900"/>
                </a:lnTo>
                <a:close/>
                <a:moveTo>
                  <a:pt x="5233454" y="342900"/>
                </a:moveTo>
                <a:lnTo>
                  <a:pt x="5284020" y="342900"/>
                </a:lnTo>
                <a:lnTo>
                  <a:pt x="5284020" y="336550"/>
                </a:lnTo>
                <a:lnTo>
                  <a:pt x="5233454" y="336550"/>
                </a:lnTo>
                <a:lnTo>
                  <a:pt x="5233454" y="342900"/>
                </a:lnTo>
                <a:close/>
                <a:moveTo>
                  <a:pt x="5334584" y="342900"/>
                </a:moveTo>
                <a:lnTo>
                  <a:pt x="5385149" y="342900"/>
                </a:lnTo>
                <a:lnTo>
                  <a:pt x="5385149" y="336550"/>
                </a:lnTo>
                <a:lnTo>
                  <a:pt x="5334584" y="336550"/>
                </a:lnTo>
                <a:lnTo>
                  <a:pt x="5334584" y="342900"/>
                </a:lnTo>
                <a:close/>
                <a:moveTo>
                  <a:pt x="5435715" y="342900"/>
                </a:moveTo>
                <a:lnTo>
                  <a:pt x="5486280" y="342900"/>
                </a:lnTo>
                <a:lnTo>
                  <a:pt x="5486280" y="336550"/>
                </a:lnTo>
                <a:lnTo>
                  <a:pt x="5435715" y="336550"/>
                </a:lnTo>
                <a:lnTo>
                  <a:pt x="5435715" y="342900"/>
                </a:lnTo>
                <a:close/>
                <a:moveTo>
                  <a:pt x="5536844" y="342900"/>
                </a:moveTo>
                <a:lnTo>
                  <a:pt x="5587410" y="342900"/>
                </a:lnTo>
                <a:lnTo>
                  <a:pt x="5587410" y="336550"/>
                </a:lnTo>
                <a:lnTo>
                  <a:pt x="5536844" y="336550"/>
                </a:lnTo>
                <a:lnTo>
                  <a:pt x="5536844" y="342900"/>
                </a:lnTo>
                <a:close/>
                <a:moveTo>
                  <a:pt x="5637975" y="342900"/>
                </a:moveTo>
                <a:lnTo>
                  <a:pt x="5688533" y="342900"/>
                </a:lnTo>
                <a:lnTo>
                  <a:pt x="5688533" y="336550"/>
                </a:lnTo>
                <a:lnTo>
                  <a:pt x="5637975" y="336550"/>
                </a:lnTo>
                <a:lnTo>
                  <a:pt x="5637975" y="342900"/>
                </a:lnTo>
                <a:close/>
                <a:moveTo>
                  <a:pt x="5739130" y="342900"/>
                </a:moveTo>
                <a:lnTo>
                  <a:pt x="5789676" y="342900"/>
                </a:lnTo>
                <a:lnTo>
                  <a:pt x="5789676" y="336550"/>
                </a:lnTo>
                <a:lnTo>
                  <a:pt x="5739130" y="336550"/>
                </a:lnTo>
                <a:lnTo>
                  <a:pt x="5739130" y="342900"/>
                </a:lnTo>
                <a:close/>
                <a:moveTo>
                  <a:pt x="5840222" y="342900"/>
                </a:moveTo>
                <a:lnTo>
                  <a:pt x="5890769" y="342900"/>
                </a:lnTo>
                <a:lnTo>
                  <a:pt x="5890769" y="336550"/>
                </a:lnTo>
                <a:lnTo>
                  <a:pt x="5840222" y="336550"/>
                </a:lnTo>
                <a:lnTo>
                  <a:pt x="5840222" y="342900"/>
                </a:lnTo>
                <a:close/>
                <a:moveTo>
                  <a:pt x="5941378" y="342900"/>
                </a:moveTo>
                <a:lnTo>
                  <a:pt x="5991924" y="342900"/>
                </a:lnTo>
                <a:lnTo>
                  <a:pt x="5991924" y="336550"/>
                </a:lnTo>
                <a:lnTo>
                  <a:pt x="5941378" y="336550"/>
                </a:lnTo>
                <a:lnTo>
                  <a:pt x="5941378" y="342900"/>
                </a:lnTo>
                <a:close/>
                <a:moveTo>
                  <a:pt x="6042469" y="342900"/>
                </a:moveTo>
                <a:lnTo>
                  <a:pt x="6093079" y="342900"/>
                </a:lnTo>
                <a:lnTo>
                  <a:pt x="6093079" y="336550"/>
                </a:lnTo>
                <a:lnTo>
                  <a:pt x="6042469" y="336550"/>
                </a:lnTo>
                <a:lnTo>
                  <a:pt x="6042469" y="342900"/>
                </a:lnTo>
                <a:close/>
                <a:moveTo>
                  <a:pt x="6143625" y="342900"/>
                </a:moveTo>
                <a:lnTo>
                  <a:pt x="6194171" y="342900"/>
                </a:lnTo>
                <a:lnTo>
                  <a:pt x="6194171" y="336550"/>
                </a:lnTo>
                <a:lnTo>
                  <a:pt x="6143625" y="336550"/>
                </a:lnTo>
                <a:lnTo>
                  <a:pt x="6143625" y="342900"/>
                </a:lnTo>
                <a:close/>
                <a:moveTo>
                  <a:pt x="6244718" y="342900"/>
                </a:moveTo>
                <a:lnTo>
                  <a:pt x="6295327" y="342900"/>
                </a:lnTo>
                <a:lnTo>
                  <a:pt x="6295327" y="336550"/>
                </a:lnTo>
                <a:lnTo>
                  <a:pt x="6244718" y="336550"/>
                </a:lnTo>
                <a:lnTo>
                  <a:pt x="6244718" y="342900"/>
                </a:lnTo>
                <a:close/>
                <a:moveTo>
                  <a:pt x="6345873" y="342900"/>
                </a:moveTo>
                <a:lnTo>
                  <a:pt x="6396419" y="342900"/>
                </a:lnTo>
                <a:lnTo>
                  <a:pt x="6396419" y="336550"/>
                </a:lnTo>
                <a:lnTo>
                  <a:pt x="6345873" y="336550"/>
                </a:lnTo>
                <a:lnTo>
                  <a:pt x="6345873" y="342900"/>
                </a:lnTo>
                <a:close/>
                <a:moveTo>
                  <a:pt x="6447028" y="342900"/>
                </a:moveTo>
                <a:lnTo>
                  <a:pt x="6497574" y="342900"/>
                </a:lnTo>
                <a:lnTo>
                  <a:pt x="6497574" y="336550"/>
                </a:lnTo>
                <a:lnTo>
                  <a:pt x="6447028" y="336550"/>
                </a:lnTo>
                <a:lnTo>
                  <a:pt x="6447028" y="342900"/>
                </a:lnTo>
                <a:close/>
                <a:moveTo>
                  <a:pt x="6548120" y="342900"/>
                </a:moveTo>
                <a:lnTo>
                  <a:pt x="6598730" y="342900"/>
                </a:lnTo>
                <a:lnTo>
                  <a:pt x="6598730" y="336550"/>
                </a:lnTo>
                <a:lnTo>
                  <a:pt x="6548120" y="336550"/>
                </a:lnTo>
                <a:lnTo>
                  <a:pt x="6548120" y="342900"/>
                </a:lnTo>
                <a:close/>
                <a:moveTo>
                  <a:pt x="6649276" y="342900"/>
                </a:moveTo>
                <a:lnTo>
                  <a:pt x="6699822" y="342900"/>
                </a:lnTo>
                <a:lnTo>
                  <a:pt x="6699822" y="336550"/>
                </a:lnTo>
                <a:lnTo>
                  <a:pt x="6649276" y="336550"/>
                </a:lnTo>
                <a:lnTo>
                  <a:pt x="6649276" y="342900"/>
                </a:lnTo>
                <a:close/>
                <a:moveTo>
                  <a:pt x="6750368" y="342900"/>
                </a:moveTo>
                <a:lnTo>
                  <a:pt x="6800977" y="342900"/>
                </a:lnTo>
                <a:lnTo>
                  <a:pt x="6800977" y="336550"/>
                </a:lnTo>
                <a:lnTo>
                  <a:pt x="6750368" y="336550"/>
                </a:lnTo>
                <a:lnTo>
                  <a:pt x="6750368" y="342900"/>
                </a:lnTo>
                <a:close/>
                <a:moveTo>
                  <a:pt x="6851523" y="342900"/>
                </a:moveTo>
                <a:lnTo>
                  <a:pt x="6902069" y="342900"/>
                </a:lnTo>
                <a:lnTo>
                  <a:pt x="6902069" y="336550"/>
                </a:lnTo>
                <a:lnTo>
                  <a:pt x="6851523" y="336550"/>
                </a:lnTo>
                <a:lnTo>
                  <a:pt x="6851523" y="342900"/>
                </a:lnTo>
                <a:close/>
                <a:moveTo>
                  <a:pt x="6952679" y="342900"/>
                </a:moveTo>
                <a:lnTo>
                  <a:pt x="7003225" y="342900"/>
                </a:lnTo>
                <a:lnTo>
                  <a:pt x="7003225" y="336550"/>
                </a:lnTo>
                <a:lnTo>
                  <a:pt x="6952679" y="336550"/>
                </a:lnTo>
                <a:lnTo>
                  <a:pt x="6952679" y="342900"/>
                </a:lnTo>
                <a:close/>
                <a:moveTo>
                  <a:pt x="7053770" y="342900"/>
                </a:moveTo>
                <a:lnTo>
                  <a:pt x="7104381" y="342900"/>
                </a:lnTo>
                <a:lnTo>
                  <a:pt x="7104381" y="336550"/>
                </a:lnTo>
                <a:lnTo>
                  <a:pt x="7053770" y="336550"/>
                </a:lnTo>
                <a:lnTo>
                  <a:pt x="7053770" y="342900"/>
                </a:lnTo>
                <a:close/>
                <a:moveTo>
                  <a:pt x="7154926" y="342900"/>
                </a:moveTo>
                <a:lnTo>
                  <a:pt x="7205472" y="342900"/>
                </a:lnTo>
                <a:lnTo>
                  <a:pt x="7205472" y="336550"/>
                </a:lnTo>
                <a:lnTo>
                  <a:pt x="7154926" y="336550"/>
                </a:lnTo>
                <a:lnTo>
                  <a:pt x="7154926" y="342900"/>
                </a:lnTo>
                <a:close/>
                <a:moveTo>
                  <a:pt x="7256019" y="342900"/>
                </a:moveTo>
                <a:lnTo>
                  <a:pt x="7306628" y="342900"/>
                </a:lnTo>
                <a:lnTo>
                  <a:pt x="7306628" y="336550"/>
                </a:lnTo>
                <a:lnTo>
                  <a:pt x="7256019" y="336550"/>
                </a:lnTo>
                <a:lnTo>
                  <a:pt x="7256019" y="342900"/>
                </a:lnTo>
                <a:close/>
                <a:moveTo>
                  <a:pt x="7357174" y="342900"/>
                </a:moveTo>
                <a:lnTo>
                  <a:pt x="7407719" y="342900"/>
                </a:lnTo>
                <a:lnTo>
                  <a:pt x="7407719" y="336550"/>
                </a:lnTo>
                <a:lnTo>
                  <a:pt x="7357174" y="336550"/>
                </a:lnTo>
                <a:lnTo>
                  <a:pt x="7357174" y="342900"/>
                </a:lnTo>
                <a:close/>
                <a:moveTo>
                  <a:pt x="7458329" y="342900"/>
                </a:moveTo>
                <a:lnTo>
                  <a:pt x="7508875" y="342900"/>
                </a:lnTo>
                <a:lnTo>
                  <a:pt x="7508875" y="336550"/>
                </a:lnTo>
                <a:lnTo>
                  <a:pt x="7458329" y="336550"/>
                </a:lnTo>
                <a:lnTo>
                  <a:pt x="7458329" y="342900"/>
                </a:lnTo>
                <a:close/>
                <a:moveTo>
                  <a:pt x="7559421" y="342900"/>
                </a:moveTo>
                <a:lnTo>
                  <a:pt x="7610031" y="342900"/>
                </a:lnTo>
                <a:lnTo>
                  <a:pt x="7610031" y="336550"/>
                </a:lnTo>
                <a:lnTo>
                  <a:pt x="7559421" y="336550"/>
                </a:lnTo>
                <a:lnTo>
                  <a:pt x="7559421" y="342900"/>
                </a:lnTo>
                <a:close/>
                <a:moveTo>
                  <a:pt x="7660577" y="342900"/>
                </a:moveTo>
                <a:lnTo>
                  <a:pt x="7711123" y="342900"/>
                </a:lnTo>
                <a:lnTo>
                  <a:pt x="7711123" y="336550"/>
                </a:lnTo>
                <a:lnTo>
                  <a:pt x="7660577" y="336550"/>
                </a:lnTo>
                <a:lnTo>
                  <a:pt x="7660577" y="342900"/>
                </a:lnTo>
                <a:close/>
                <a:moveTo>
                  <a:pt x="7761732" y="342900"/>
                </a:moveTo>
                <a:lnTo>
                  <a:pt x="7812278" y="342900"/>
                </a:lnTo>
                <a:lnTo>
                  <a:pt x="7812278" y="336550"/>
                </a:lnTo>
                <a:lnTo>
                  <a:pt x="7761732" y="336550"/>
                </a:lnTo>
                <a:lnTo>
                  <a:pt x="7761732" y="342900"/>
                </a:lnTo>
                <a:close/>
                <a:moveTo>
                  <a:pt x="7862824" y="342900"/>
                </a:moveTo>
                <a:lnTo>
                  <a:pt x="7913370" y="342900"/>
                </a:lnTo>
                <a:lnTo>
                  <a:pt x="7913370" y="336550"/>
                </a:lnTo>
                <a:lnTo>
                  <a:pt x="7862824" y="336550"/>
                </a:lnTo>
                <a:lnTo>
                  <a:pt x="7862824" y="342900"/>
                </a:lnTo>
                <a:close/>
                <a:moveTo>
                  <a:pt x="7963980" y="342900"/>
                </a:moveTo>
                <a:lnTo>
                  <a:pt x="8014526" y="342900"/>
                </a:lnTo>
                <a:lnTo>
                  <a:pt x="8014526" y="336550"/>
                </a:lnTo>
                <a:lnTo>
                  <a:pt x="7963980" y="336550"/>
                </a:lnTo>
                <a:lnTo>
                  <a:pt x="7963980" y="342900"/>
                </a:lnTo>
                <a:close/>
                <a:moveTo>
                  <a:pt x="8065072" y="342900"/>
                </a:moveTo>
                <a:lnTo>
                  <a:pt x="8115682" y="342900"/>
                </a:lnTo>
                <a:lnTo>
                  <a:pt x="8115682" y="336550"/>
                </a:lnTo>
                <a:lnTo>
                  <a:pt x="8065072" y="336550"/>
                </a:lnTo>
                <a:lnTo>
                  <a:pt x="8065072" y="342900"/>
                </a:lnTo>
                <a:close/>
                <a:moveTo>
                  <a:pt x="8166227" y="342900"/>
                </a:moveTo>
                <a:lnTo>
                  <a:pt x="8216773" y="342900"/>
                </a:lnTo>
                <a:lnTo>
                  <a:pt x="8216773" y="336550"/>
                </a:lnTo>
                <a:lnTo>
                  <a:pt x="8166227" y="336550"/>
                </a:lnTo>
                <a:lnTo>
                  <a:pt x="8166227" y="342900"/>
                </a:lnTo>
                <a:close/>
                <a:moveTo>
                  <a:pt x="8267382" y="342900"/>
                </a:moveTo>
                <a:lnTo>
                  <a:pt x="8317929" y="342900"/>
                </a:lnTo>
                <a:lnTo>
                  <a:pt x="8317929" y="336550"/>
                </a:lnTo>
                <a:lnTo>
                  <a:pt x="8267382" y="336550"/>
                </a:lnTo>
                <a:lnTo>
                  <a:pt x="8267382" y="342900"/>
                </a:lnTo>
                <a:close/>
                <a:moveTo>
                  <a:pt x="8368475" y="342900"/>
                </a:moveTo>
                <a:lnTo>
                  <a:pt x="8419020" y="342900"/>
                </a:lnTo>
                <a:lnTo>
                  <a:pt x="8419020" y="336550"/>
                </a:lnTo>
                <a:lnTo>
                  <a:pt x="8368475" y="336550"/>
                </a:lnTo>
                <a:lnTo>
                  <a:pt x="8368475" y="342900"/>
                </a:lnTo>
                <a:close/>
                <a:moveTo>
                  <a:pt x="8469630" y="342900"/>
                </a:moveTo>
                <a:lnTo>
                  <a:pt x="8520176" y="342900"/>
                </a:lnTo>
                <a:lnTo>
                  <a:pt x="8520176" y="336550"/>
                </a:lnTo>
                <a:lnTo>
                  <a:pt x="8469630" y="336550"/>
                </a:lnTo>
                <a:lnTo>
                  <a:pt x="8469630" y="342900"/>
                </a:lnTo>
                <a:close/>
                <a:moveTo>
                  <a:pt x="8570722" y="342900"/>
                </a:moveTo>
                <a:lnTo>
                  <a:pt x="8621331" y="342900"/>
                </a:lnTo>
                <a:lnTo>
                  <a:pt x="8621331" y="336550"/>
                </a:lnTo>
                <a:lnTo>
                  <a:pt x="8570722" y="336550"/>
                </a:lnTo>
                <a:lnTo>
                  <a:pt x="8570722" y="342900"/>
                </a:lnTo>
                <a:close/>
                <a:moveTo>
                  <a:pt x="8671878" y="342900"/>
                </a:moveTo>
                <a:lnTo>
                  <a:pt x="8722423" y="342900"/>
                </a:lnTo>
                <a:lnTo>
                  <a:pt x="8722423" y="336550"/>
                </a:lnTo>
                <a:lnTo>
                  <a:pt x="8671878" y="336550"/>
                </a:lnTo>
                <a:lnTo>
                  <a:pt x="8671878" y="342900"/>
                </a:lnTo>
                <a:close/>
                <a:moveTo>
                  <a:pt x="8773033" y="342900"/>
                </a:moveTo>
                <a:lnTo>
                  <a:pt x="8823579" y="342900"/>
                </a:lnTo>
                <a:lnTo>
                  <a:pt x="8823579" y="336550"/>
                </a:lnTo>
                <a:lnTo>
                  <a:pt x="8773033" y="336550"/>
                </a:lnTo>
                <a:lnTo>
                  <a:pt x="8773033" y="342900"/>
                </a:lnTo>
                <a:close/>
                <a:moveTo>
                  <a:pt x="8874125" y="342900"/>
                </a:moveTo>
                <a:lnTo>
                  <a:pt x="8924671" y="342900"/>
                </a:lnTo>
                <a:lnTo>
                  <a:pt x="8924671" y="336550"/>
                </a:lnTo>
                <a:lnTo>
                  <a:pt x="8874125" y="336550"/>
                </a:lnTo>
                <a:lnTo>
                  <a:pt x="8874125" y="342900"/>
                </a:lnTo>
                <a:close/>
                <a:moveTo>
                  <a:pt x="8975281" y="342900"/>
                </a:moveTo>
                <a:lnTo>
                  <a:pt x="9025827" y="342900"/>
                </a:lnTo>
                <a:lnTo>
                  <a:pt x="9025827" y="336550"/>
                </a:lnTo>
                <a:lnTo>
                  <a:pt x="8975281" y="336550"/>
                </a:lnTo>
                <a:lnTo>
                  <a:pt x="8975281" y="342900"/>
                </a:lnTo>
                <a:close/>
                <a:moveTo>
                  <a:pt x="9076372" y="342900"/>
                </a:moveTo>
                <a:lnTo>
                  <a:pt x="9126982" y="342900"/>
                </a:lnTo>
                <a:lnTo>
                  <a:pt x="9126982" y="336550"/>
                </a:lnTo>
                <a:lnTo>
                  <a:pt x="9076372" y="336550"/>
                </a:lnTo>
                <a:lnTo>
                  <a:pt x="9076372" y="342900"/>
                </a:lnTo>
                <a:close/>
                <a:moveTo>
                  <a:pt x="9177528" y="342900"/>
                </a:moveTo>
                <a:lnTo>
                  <a:pt x="9228074" y="342900"/>
                </a:lnTo>
                <a:lnTo>
                  <a:pt x="9228074" y="336550"/>
                </a:lnTo>
                <a:lnTo>
                  <a:pt x="9177528" y="336550"/>
                </a:lnTo>
                <a:lnTo>
                  <a:pt x="9177528" y="342900"/>
                </a:lnTo>
                <a:close/>
                <a:moveTo>
                  <a:pt x="9278683" y="342900"/>
                </a:moveTo>
                <a:lnTo>
                  <a:pt x="9329230" y="342900"/>
                </a:lnTo>
                <a:lnTo>
                  <a:pt x="9329230" y="336550"/>
                </a:lnTo>
                <a:lnTo>
                  <a:pt x="9278683" y="336550"/>
                </a:lnTo>
                <a:lnTo>
                  <a:pt x="9278683" y="342900"/>
                </a:lnTo>
                <a:close/>
                <a:moveTo>
                  <a:pt x="9379776" y="342900"/>
                </a:moveTo>
                <a:lnTo>
                  <a:pt x="9430321" y="342900"/>
                </a:lnTo>
                <a:lnTo>
                  <a:pt x="9430321" y="336550"/>
                </a:lnTo>
                <a:lnTo>
                  <a:pt x="9379776" y="336550"/>
                </a:lnTo>
                <a:lnTo>
                  <a:pt x="9379776" y="342900"/>
                </a:lnTo>
                <a:close/>
                <a:moveTo>
                  <a:pt x="9480931" y="342900"/>
                </a:moveTo>
                <a:lnTo>
                  <a:pt x="9531477" y="342900"/>
                </a:lnTo>
                <a:lnTo>
                  <a:pt x="9531477" y="336550"/>
                </a:lnTo>
                <a:lnTo>
                  <a:pt x="9480931" y="336550"/>
                </a:lnTo>
                <a:lnTo>
                  <a:pt x="9480931" y="342900"/>
                </a:lnTo>
                <a:close/>
                <a:moveTo>
                  <a:pt x="9582023" y="342900"/>
                </a:moveTo>
                <a:lnTo>
                  <a:pt x="9632632" y="342900"/>
                </a:lnTo>
                <a:lnTo>
                  <a:pt x="9632632" y="336550"/>
                </a:lnTo>
                <a:lnTo>
                  <a:pt x="9582023" y="336550"/>
                </a:lnTo>
                <a:lnTo>
                  <a:pt x="9582023" y="342900"/>
                </a:lnTo>
                <a:close/>
                <a:moveTo>
                  <a:pt x="9683179" y="342900"/>
                </a:moveTo>
                <a:lnTo>
                  <a:pt x="9733724" y="342900"/>
                </a:lnTo>
                <a:lnTo>
                  <a:pt x="9733724" y="336550"/>
                </a:lnTo>
                <a:lnTo>
                  <a:pt x="9683179" y="336550"/>
                </a:lnTo>
                <a:lnTo>
                  <a:pt x="9683179" y="342900"/>
                </a:lnTo>
                <a:close/>
                <a:moveTo>
                  <a:pt x="9784334" y="342900"/>
                </a:moveTo>
                <a:lnTo>
                  <a:pt x="9834880" y="342900"/>
                </a:lnTo>
                <a:lnTo>
                  <a:pt x="9834880" y="336550"/>
                </a:lnTo>
                <a:lnTo>
                  <a:pt x="9784334" y="336550"/>
                </a:lnTo>
                <a:lnTo>
                  <a:pt x="9784334" y="342900"/>
                </a:lnTo>
                <a:close/>
                <a:moveTo>
                  <a:pt x="9885426" y="342900"/>
                </a:moveTo>
                <a:lnTo>
                  <a:pt x="9935972" y="342900"/>
                </a:lnTo>
                <a:lnTo>
                  <a:pt x="9935972" y="336550"/>
                </a:lnTo>
                <a:lnTo>
                  <a:pt x="9885426" y="336550"/>
                </a:lnTo>
                <a:lnTo>
                  <a:pt x="9885426" y="342900"/>
                </a:lnTo>
                <a:close/>
                <a:moveTo>
                  <a:pt x="9986581" y="342900"/>
                </a:moveTo>
                <a:lnTo>
                  <a:pt x="10037128" y="342900"/>
                </a:lnTo>
                <a:lnTo>
                  <a:pt x="10037128" y="336550"/>
                </a:lnTo>
                <a:lnTo>
                  <a:pt x="9986581" y="336550"/>
                </a:lnTo>
                <a:lnTo>
                  <a:pt x="9986581" y="342900"/>
                </a:lnTo>
                <a:close/>
                <a:moveTo>
                  <a:pt x="10087673" y="342900"/>
                </a:moveTo>
                <a:lnTo>
                  <a:pt x="10138283" y="342900"/>
                </a:lnTo>
                <a:lnTo>
                  <a:pt x="10138283" y="336550"/>
                </a:lnTo>
                <a:lnTo>
                  <a:pt x="10087673" y="336550"/>
                </a:lnTo>
                <a:lnTo>
                  <a:pt x="10087673" y="342900"/>
                </a:lnTo>
                <a:close/>
                <a:moveTo>
                  <a:pt x="10188829" y="342900"/>
                </a:moveTo>
                <a:lnTo>
                  <a:pt x="10239375" y="342900"/>
                </a:lnTo>
                <a:lnTo>
                  <a:pt x="10239375" y="336550"/>
                </a:lnTo>
                <a:lnTo>
                  <a:pt x="10188829" y="336550"/>
                </a:lnTo>
                <a:lnTo>
                  <a:pt x="10188829" y="342900"/>
                </a:lnTo>
                <a:close/>
                <a:moveTo>
                  <a:pt x="10289984" y="342900"/>
                </a:moveTo>
                <a:lnTo>
                  <a:pt x="10340531" y="342900"/>
                </a:lnTo>
                <a:lnTo>
                  <a:pt x="10340531" y="336550"/>
                </a:lnTo>
                <a:lnTo>
                  <a:pt x="10289984" y="336550"/>
                </a:lnTo>
                <a:lnTo>
                  <a:pt x="10289984" y="342900"/>
                </a:lnTo>
                <a:close/>
                <a:moveTo>
                  <a:pt x="10391077" y="342900"/>
                </a:moveTo>
                <a:lnTo>
                  <a:pt x="10441622" y="342900"/>
                </a:lnTo>
                <a:lnTo>
                  <a:pt x="10441622" y="336550"/>
                </a:lnTo>
                <a:lnTo>
                  <a:pt x="10391077" y="336550"/>
                </a:lnTo>
                <a:lnTo>
                  <a:pt x="10391077" y="342900"/>
                </a:lnTo>
                <a:close/>
                <a:moveTo>
                  <a:pt x="10492232" y="342900"/>
                </a:moveTo>
                <a:lnTo>
                  <a:pt x="10542778" y="342900"/>
                </a:lnTo>
                <a:lnTo>
                  <a:pt x="10542778" y="336550"/>
                </a:lnTo>
                <a:lnTo>
                  <a:pt x="10492232" y="336550"/>
                </a:lnTo>
                <a:lnTo>
                  <a:pt x="10492232" y="342900"/>
                </a:lnTo>
                <a:close/>
                <a:moveTo>
                  <a:pt x="10593324" y="342900"/>
                </a:moveTo>
                <a:lnTo>
                  <a:pt x="10643933" y="342900"/>
                </a:lnTo>
                <a:lnTo>
                  <a:pt x="10643933" y="336550"/>
                </a:lnTo>
                <a:lnTo>
                  <a:pt x="10593324" y="336550"/>
                </a:lnTo>
                <a:lnTo>
                  <a:pt x="10593324" y="342900"/>
                </a:lnTo>
                <a:close/>
                <a:moveTo>
                  <a:pt x="10694480" y="342900"/>
                </a:moveTo>
                <a:lnTo>
                  <a:pt x="10745026" y="342900"/>
                </a:lnTo>
                <a:lnTo>
                  <a:pt x="10745026" y="336550"/>
                </a:lnTo>
                <a:lnTo>
                  <a:pt x="10694480" y="336550"/>
                </a:lnTo>
                <a:lnTo>
                  <a:pt x="10694480" y="342900"/>
                </a:lnTo>
                <a:close/>
                <a:moveTo>
                  <a:pt x="10795635" y="342900"/>
                </a:moveTo>
                <a:lnTo>
                  <a:pt x="10846181" y="342900"/>
                </a:lnTo>
                <a:lnTo>
                  <a:pt x="10846181" y="336550"/>
                </a:lnTo>
                <a:lnTo>
                  <a:pt x="10795635" y="336550"/>
                </a:lnTo>
                <a:lnTo>
                  <a:pt x="10795635" y="342900"/>
                </a:lnTo>
                <a:close/>
                <a:moveTo>
                  <a:pt x="10896727" y="342900"/>
                </a:moveTo>
                <a:lnTo>
                  <a:pt x="10922000" y="342900"/>
                </a:lnTo>
                <a:lnTo>
                  <a:pt x="10922000" y="336550"/>
                </a:lnTo>
                <a:lnTo>
                  <a:pt x="10896727" y="336550"/>
                </a:lnTo>
                <a:lnTo>
                  <a:pt x="10896727" y="3429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4" name="任意多边形: 形状 153">
            <a:extLst>
              <a:ext uri="{FF2B5EF4-FFF2-40B4-BE49-F238E27FC236}">
                <a16:creationId xmlns:a16="http://schemas.microsoft.com/office/drawing/2014/main" id="{F95F366A-282D-F0C8-A155-49066A22AA92}"/>
              </a:ext>
            </a:extLst>
          </p:cNvPr>
          <p:cNvSpPr/>
          <p:nvPr/>
        </p:nvSpPr>
        <p:spPr>
          <a:xfrm>
            <a:off x="635000" y="2114550"/>
            <a:ext cx="10922000" cy="336550"/>
          </a:xfrm>
          <a:custGeom>
            <a:avLst/>
            <a:gdLst>
              <a:gd name="connsiteX0" fmla="*/ 0 w 10922000"/>
              <a:gd name="connsiteY0" fmla="*/ 0 h 336550"/>
              <a:gd name="connsiteX1" fmla="*/ 10922000 w 10922000"/>
              <a:gd name="connsiteY1" fmla="*/ 0 h 336550"/>
              <a:gd name="connsiteX2" fmla="*/ 10922000 w 10922000"/>
              <a:gd name="connsiteY2" fmla="*/ 336550 h 336550"/>
              <a:gd name="connsiteX3" fmla="*/ 0 w 10922000"/>
              <a:gd name="connsiteY3" fmla="*/ 336550 h 336550"/>
              <a:gd name="connsiteX4" fmla="*/ 0 w 10922000"/>
              <a:gd name="connsiteY4" fmla="*/ 0 h 33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336550">
                <a:moveTo>
                  <a:pt x="0" y="0"/>
                </a:moveTo>
                <a:lnTo>
                  <a:pt x="10922000" y="0"/>
                </a:lnTo>
                <a:lnTo>
                  <a:pt x="10922000" y="336550"/>
                </a:lnTo>
                <a:lnTo>
                  <a:pt x="0" y="3365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5" name="任意多边形: 形状 154">
            <a:extLst>
              <a:ext uri="{FF2B5EF4-FFF2-40B4-BE49-F238E27FC236}">
                <a16:creationId xmlns:a16="http://schemas.microsoft.com/office/drawing/2014/main" id="{F5F32904-4958-5EE9-A0EC-9BDD15C9ABA1}"/>
              </a:ext>
            </a:extLst>
          </p:cNvPr>
          <p:cNvSpPr/>
          <p:nvPr/>
        </p:nvSpPr>
        <p:spPr>
          <a:xfrm>
            <a:off x="635000" y="2111375"/>
            <a:ext cx="10922000" cy="342900"/>
          </a:xfrm>
          <a:custGeom>
            <a:avLst/>
            <a:gdLst>
              <a:gd name="connsiteX0" fmla="*/ 0 w 10922000"/>
              <a:gd name="connsiteY0" fmla="*/ 342900 h 342900"/>
              <a:gd name="connsiteX1" fmla="*/ 25279 w 10922000"/>
              <a:gd name="connsiteY1" fmla="*/ 342900 h 342900"/>
              <a:gd name="connsiteX2" fmla="*/ 25279 w 10922000"/>
              <a:gd name="connsiteY2" fmla="*/ 336550 h 342900"/>
              <a:gd name="connsiteX3" fmla="*/ 0 w 10922000"/>
              <a:gd name="connsiteY3" fmla="*/ 336550 h 342900"/>
              <a:gd name="connsiteX4" fmla="*/ 0 w 10922000"/>
              <a:gd name="connsiteY4" fmla="*/ 342900 h 342900"/>
              <a:gd name="connsiteX5" fmla="*/ 75844 w 10922000"/>
              <a:gd name="connsiteY5" fmla="*/ 342900 h 342900"/>
              <a:gd name="connsiteX6" fmla="*/ 126409 w 10922000"/>
              <a:gd name="connsiteY6" fmla="*/ 342900 h 342900"/>
              <a:gd name="connsiteX7" fmla="*/ 126409 w 10922000"/>
              <a:gd name="connsiteY7" fmla="*/ 336550 h 342900"/>
              <a:gd name="connsiteX8" fmla="*/ 75844 w 10922000"/>
              <a:gd name="connsiteY8" fmla="*/ 336550 h 342900"/>
              <a:gd name="connsiteX9" fmla="*/ 75844 w 10922000"/>
              <a:gd name="connsiteY9" fmla="*/ 342900 h 342900"/>
              <a:gd name="connsiteX10" fmla="*/ 176975 w 10922000"/>
              <a:gd name="connsiteY10" fmla="*/ 342900 h 342900"/>
              <a:gd name="connsiteX11" fmla="*/ 227540 w 10922000"/>
              <a:gd name="connsiteY11" fmla="*/ 342900 h 342900"/>
              <a:gd name="connsiteX12" fmla="*/ 227540 w 10922000"/>
              <a:gd name="connsiteY12" fmla="*/ 336550 h 342900"/>
              <a:gd name="connsiteX13" fmla="*/ 176975 w 10922000"/>
              <a:gd name="connsiteY13" fmla="*/ 336550 h 342900"/>
              <a:gd name="connsiteX14" fmla="*/ 176975 w 10922000"/>
              <a:gd name="connsiteY14" fmla="*/ 342900 h 342900"/>
              <a:gd name="connsiteX15" fmla="*/ 278105 w 10922000"/>
              <a:gd name="connsiteY15" fmla="*/ 342900 h 342900"/>
              <a:gd name="connsiteX16" fmla="*/ 328670 w 10922000"/>
              <a:gd name="connsiteY16" fmla="*/ 342900 h 342900"/>
              <a:gd name="connsiteX17" fmla="*/ 328670 w 10922000"/>
              <a:gd name="connsiteY17" fmla="*/ 336550 h 342900"/>
              <a:gd name="connsiteX18" fmla="*/ 278105 w 10922000"/>
              <a:gd name="connsiteY18" fmla="*/ 336550 h 342900"/>
              <a:gd name="connsiteX19" fmla="*/ 278105 w 10922000"/>
              <a:gd name="connsiteY19" fmla="*/ 342900 h 342900"/>
              <a:gd name="connsiteX20" fmla="*/ 379235 w 10922000"/>
              <a:gd name="connsiteY20" fmla="*/ 342900 h 342900"/>
              <a:gd name="connsiteX21" fmla="*/ 429800 w 10922000"/>
              <a:gd name="connsiteY21" fmla="*/ 342900 h 342900"/>
              <a:gd name="connsiteX22" fmla="*/ 429800 w 10922000"/>
              <a:gd name="connsiteY22" fmla="*/ 336550 h 342900"/>
              <a:gd name="connsiteX23" fmla="*/ 379235 w 10922000"/>
              <a:gd name="connsiteY23" fmla="*/ 336550 h 342900"/>
              <a:gd name="connsiteX24" fmla="*/ 379235 w 10922000"/>
              <a:gd name="connsiteY24" fmla="*/ 342900 h 342900"/>
              <a:gd name="connsiteX25" fmla="*/ 480365 w 10922000"/>
              <a:gd name="connsiteY25" fmla="*/ 342900 h 342900"/>
              <a:gd name="connsiteX26" fmla="*/ 530930 w 10922000"/>
              <a:gd name="connsiteY26" fmla="*/ 342900 h 342900"/>
              <a:gd name="connsiteX27" fmla="*/ 530930 w 10922000"/>
              <a:gd name="connsiteY27" fmla="*/ 336550 h 342900"/>
              <a:gd name="connsiteX28" fmla="*/ 480365 w 10922000"/>
              <a:gd name="connsiteY28" fmla="*/ 336550 h 342900"/>
              <a:gd name="connsiteX29" fmla="*/ 480365 w 10922000"/>
              <a:gd name="connsiteY29" fmla="*/ 342900 h 342900"/>
              <a:gd name="connsiteX30" fmla="*/ 581495 w 10922000"/>
              <a:gd name="connsiteY30" fmla="*/ 342900 h 342900"/>
              <a:gd name="connsiteX31" fmla="*/ 632060 w 10922000"/>
              <a:gd name="connsiteY31" fmla="*/ 342900 h 342900"/>
              <a:gd name="connsiteX32" fmla="*/ 632060 w 10922000"/>
              <a:gd name="connsiteY32" fmla="*/ 336550 h 342900"/>
              <a:gd name="connsiteX33" fmla="*/ 581495 w 10922000"/>
              <a:gd name="connsiteY33" fmla="*/ 336550 h 342900"/>
              <a:gd name="connsiteX34" fmla="*/ 581495 w 10922000"/>
              <a:gd name="connsiteY34" fmla="*/ 342900 h 342900"/>
              <a:gd name="connsiteX35" fmla="*/ 682625 w 10922000"/>
              <a:gd name="connsiteY35" fmla="*/ 342900 h 342900"/>
              <a:gd name="connsiteX36" fmla="*/ 733190 w 10922000"/>
              <a:gd name="connsiteY36" fmla="*/ 342900 h 342900"/>
              <a:gd name="connsiteX37" fmla="*/ 733190 w 10922000"/>
              <a:gd name="connsiteY37" fmla="*/ 336550 h 342900"/>
              <a:gd name="connsiteX38" fmla="*/ 682625 w 10922000"/>
              <a:gd name="connsiteY38" fmla="*/ 336550 h 342900"/>
              <a:gd name="connsiteX39" fmla="*/ 682625 w 10922000"/>
              <a:gd name="connsiteY39" fmla="*/ 342900 h 342900"/>
              <a:gd name="connsiteX40" fmla="*/ 783755 w 10922000"/>
              <a:gd name="connsiteY40" fmla="*/ 342900 h 342900"/>
              <a:gd name="connsiteX41" fmla="*/ 834320 w 10922000"/>
              <a:gd name="connsiteY41" fmla="*/ 342900 h 342900"/>
              <a:gd name="connsiteX42" fmla="*/ 834320 w 10922000"/>
              <a:gd name="connsiteY42" fmla="*/ 336550 h 342900"/>
              <a:gd name="connsiteX43" fmla="*/ 783755 w 10922000"/>
              <a:gd name="connsiteY43" fmla="*/ 336550 h 342900"/>
              <a:gd name="connsiteX44" fmla="*/ 783755 w 10922000"/>
              <a:gd name="connsiteY44" fmla="*/ 342900 h 342900"/>
              <a:gd name="connsiteX45" fmla="*/ 884885 w 10922000"/>
              <a:gd name="connsiteY45" fmla="*/ 342900 h 342900"/>
              <a:gd name="connsiteX46" fmla="*/ 935450 w 10922000"/>
              <a:gd name="connsiteY46" fmla="*/ 342900 h 342900"/>
              <a:gd name="connsiteX47" fmla="*/ 935450 w 10922000"/>
              <a:gd name="connsiteY47" fmla="*/ 336550 h 342900"/>
              <a:gd name="connsiteX48" fmla="*/ 884885 w 10922000"/>
              <a:gd name="connsiteY48" fmla="*/ 336550 h 342900"/>
              <a:gd name="connsiteX49" fmla="*/ 884885 w 10922000"/>
              <a:gd name="connsiteY49" fmla="*/ 342900 h 342900"/>
              <a:gd name="connsiteX50" fmla="*/ 986015 w 10922000"/>
              <a:gd name="connsiteY50" fmla="*/ 342900 h 342900"/>
              <a:gd name="connsiteX51" fmla="*/ 1036580 w 10922000"/>
              <a:gd name="connsiteY51" fmla="*/ 342900 h 342900"/>
              <a:gd name="connsiteX52" fmla="*/ 1036580 w 10922000"/>
              <a:gd name="connsiteY52" fmla="*/ 336550 h 342900"/>
              <a:gd name="connsiteX53" fmla="*/ 986015 w 10922000"/>
              <a:gd name="connsiteY53" fmla="*/ 336550 h 342900"/>
              <a:gd name="connsiteX54" fmla="*/ 986015 w 10922000"/>
              <a:gd name="connsiteY54" fmla="*/ 342900 h 342900"/>
              <a:gd name="connsiteX55" fmla="*/ 1087146 w 10922000"/>
              <a:gd name="connsiteY55" fmla="*/ 342900 h 342900"/>
              <a:gd name="connsiteX56" fmla="*/ 1137710 w 10922000"/>
              <a:gd name="connsiteY56" fmla="*/ 342900 h 342900"/>
              <a:gd name="connsiteX57" fmla="*/ 1137710 w 10922000"/>
              <a:gd name="connsiteY57" fmla="*/ 336550 h 342900"/>
              <a:gd name="connsiteX58" fmla="*/ 1087146 w 10922000"/>
              <a:gd name="connsiteY58" fmla="*/ 336550 h 342900"/>
              <a:gd name="connsiteX59" fmla="*/ 1087146 w 10922000"/>
              <a:gd name="connsiteY59" fmla="*/ 342900 h 342900"/>
              <a:gd name="connsiteX60" fmla="*/ 1188276 w 10922000"/>
              <a:gd name="connsiteY60" fmla="*/ 342900 h 342900"/>
              <a:gd name="connsiteX61" fmla="*/ 1238841 w 10922000"/>
              <a:gd name="connsiteY61" fmla="*/ 342900 h 342900"/>
              <a:gd name="connsiteX62" fmla="*/ 1238841 w 10922000"/>
              <a:gd name="connsiteY62" fmla="*/ 336550 h 342900"/>
              <a:gd name="connsiteX63" fmla="*/ 1188276 w 10922000"/>
              <a:gd name="connsiteY63" fmla="*/ 336550 h 342900"/>
              <a:gd name="connsiteX64" fmla="*/ 1188276 w 10922000"/>
              <a:gd name="connsiteY64" fmla="*/ 342900 h 342900"/>
              <a:gd name="connsiteX65" fmla="*/ 1289406 w 10922000"/>
              <a:gd name="connsiteY65" fmla="*/ 342900 h 342900"/>
              <a:gd name="connsiteX66" fmla="*/ 1339971 w 10922000"/>
              <a:gd name="connsiteY66" fmla="*/ 342900 h 342900"/>
              <a:gd name="connsiteX67" fmla="*/ 1339971 w 10922000"/>
              <a:gd name="connsiteY67" fmla="*/ 336550 h 342900"/>
              <a:gd name="connsiteX68" fmla="*/ 1289406 w 10922000"/>
              <a:gd name="connsiteY68" fmla="*/ 336550 h 342900"/>
              <a:gd name="connsiteX69" fmla="*/ 1289406 w 10922000"/>
              <a:gd name="connsiteY69" fmla="*/ 342900 h 342900"/>
              <a:gd name="connsiteX70" fmla="*/ 1390536 w 10922000"/>
              <a:gd name="connsiteY70" fmla="*/ 342900 h 342900"/>
              <a:gd name="connsiteX71" fmla="*/ 1441101 w 10922000"/>
              <a:gd name="connsiteY71" fmla="*/ 342900 h 342900"/>
              <a:gd name="connsiteX72" fmla="*/ 1441101 w 10922000"/>
              <a:gd name="connsiteY72" fmla="*/ 336550 h 342900"/>
              <a:gd name="connsiteX73" fmla="*/ 1390536 w 10922000"/>
              <a:gd name="connsiteY73" fmla="*/ 336550 h 342900"/>
              <a:gd name="connsiteX74" fmla="*/ 1390536 w 10922000"/>
              <a:gd name="connsiteY74" fmla="*/ 342900 h 342900"/>
              <a:gd name="connsiteX75" fmla="*/ 1491660 w 10922000"/>
              <a:gd name="connsiteY75" fmla="*/ 342900 h 342900"/>
              <a:gd name="connsiteX76" fmla="*/ 1542225 w 10922000"/>
              <a:gd name="connsiteY76" fmla="*/ 342900 h 342900"/>
              <a:gd name="connsiteX77" fmla="*/ 1542225 w 10922000"/>
              <a:gd name="connsiteY77" fmla="*/ 336550 h 342900"/>
              <a:gd name="connsiteX78" fmla="*/ 1491660 w 10922000"/>
              <a:gd name="connsiteY78" fmla="*/ 336550 h 342900"/>
              <a:gd name="connsiteX79" fmla="*/ 1491660 w 10922000"/>
              <a:gd name="connsiteY79" fmla="*/ 342900 h 342900"/>
              <a:gd name="connsiteX80" fmla="*/ 1592790 w 10922000"/>
              <a:gd name="connsiteY80" fmla="*/ 342900 h 342900"/>
              <a:gd name="connsiteX81" fmla="*/ 1643355 w 10922000"/>
              <a:gd name="connsiteY81" fmla="*/ 342900 h 342900"/>
              <a:gd name="connsiteX82" fmla="*/ 1643355 w 10922000"/>
              <a:gd name="connsiteY82" fmla="*/ 336550 h 342900"/>
              <a:gd name="connsiteX83" fmla="*/ 1592790 w 10922000"/>
              <a:gd name="connsiteY83" fmla="*/ 336550 h 342900"/>
              <a:gd name="connsiteX84" fmla="*/ 1592790 w 10922000"/>
              <a:gd name="connsiteY84" fmla="*/ 342900 h 342900"/>
              <a:gd name="connsiteX85" fmla="*/ 1693920 w 10922000"/>
              <a:gd name="connsiteY85" fmla="*/ 342900 h 342900"/>
              <a:gd name="connsiteX86" fmla="*/ 1744485 w 10922000"/>
              <a:gd name="connsiteY86" fmla="*/ 342900 h 342900"/>
              <a:gd name="connsiteX87" fmla="*/ 1744485 w 10922000"/>
              <a:gd name="connsiteY87" fmla="*/ 336550 h 342900"/>
              <a:gd name="connsiteX88" fmla="*/ 1693920 w 10922000"/>
              <a:gd name="connsiteY88" fmla="*/ 336550 h 342900"/>
              <a:gd name="connsiteX89" fmla="*/ 1693920 w 10922000"/>
              <a:gd name="connsiteY89" fmla="*/ 342900 h 342900"/>
              <a:gd name="connsiteX90" fmla="*/ 1795050 w 10922000"/>
              <a:gd name="connsiteY90" fmla="*/ 342900 h 342900"/>
              <a:gd name="connsiteX91" fmla="*/ 1845615 w 10922000"/>
              <a:gd name="connsiteY91" fmla="*/ 342900 h 342900"/>
              <a:gd name="connsiteX92" fmla="*/ 1845615 w 10922000"/>
              <a:gd name="connsiteY92" fmla="*/ 336550 h 342900"/>
              <a:gd name="connsiteX93" fmla="*/ 1795050 w 10922000"/>
              <a:gd name="connsiteY93" fmla="*/ 336550 h 342900"/>
              <a:gd name="connsiteX94" fmla="*/ 1795050 w 10922000"/>
              <a:gd name="connsiteY94" fmla="*/ 342900 h 342900"/>
              <a:gd name="connsiteX95" fmla="*/ 1896180 w 10922000"/>
              <a:gd name="connsiteY95" fmla="*/ 342900 h 342900"/>
              <a:gd name="connsiteX96" fmla="*/ 1946745 w 10922000"/>
              <a:gd name="connsiteY96" fmla="*/ 342900 h 342900"/>
              <a:gd name="connsiteX97" fmla="*/ 1946745 w 10922000"/>
              <a:gd name="connsiteY97" fmla="*/ 336550 h 342900"/>
              <a:gd name="connsiteX98" fmla="*/ 1896180 w 10922000"/>
              <a:gd name="connsiteY98" fmla="*/ 336550 h 342900"/>
              <a:gd name="connsiteX99" fmla="*/ 1896180 w 10922000"/>
              <a:gd name="connsiteY99" fmla="*/ 342900 h 342900"/>
              <a:gd name="connsiteX100" fmla="*/ 1997310 w 10922000"/>
              <a:gd name="connsiteY100" fmla="*/ 342900 h 342900"/>
              <a:gd name="connsiteX101" fmla="*/ 2047875 w 10922000"/>
              <a:gd name="connsiteY101" fmla="*/ 342900 h 342900"/>
              <a:gd name="connsiteX102" fmla="*/ 2047875 w 10922000"/>
              <a:gd name="connsiteY102" fmla="*/ 336550 h 342900"/>
              <a:gd name="connsiteX103" fmla="*/ 1997310 w 10922000"/>
              <a:gd name="connsiteY103" fmla="*/ 336550 h 342900"/>
              <a:gd name="connsiteX104" fmla="*/ 1997310 w 10922000"/>
              <a:gd name="connsiteY104" fmla="*/ 342900 h 342900"/>
              <a:gd name="connsiteX105" fmla="*/ 2098440 w 10922000"/>
              <a:gd name="connsiteY105" fmla="*/ 342900 h 342900"/>
              <a:gd name="connsiteX106" fmla="*/ 2149005 w 10922000"/>
              <a:gd name="connsiteY106" fmla="*/ 342900 h 342900"/>
              <a:gd name="connsiteX107" fmla="*/ 2149005 w 10922000"/>
              <a:gd name="connsiteY107" fmla="*/ 336550 h 342900"/>
              <a:gd name="connsiteX108" fmla="*/ 2098440 w 10922000"/>
              <a:gd name="connsiteY108" fmla="*/ 336550 h 342900"/>
              <a:gd name="connsiteX109" fmla="*/ 2098440 w 10922000"/>
              <a:gd name="connsiteY109" fmla="*/ 342900 h 342900"/>
              <a:gd name="connsiteX110" fmla="*/ 2199570 w 10922000"/>
              <a:gd name="connsiteY110" fmla="*/ 342900 h 342900"/>
              <a:gd name="connsiteX111" fmla="*/ 2250135 w 10922000"/>
              <a:gd name="connsiteY111" fmla="*/ 342900 h 342900"/>
              <a:gd name="connsiteX112" fmla="*/ 2250135 w 10922000"/>
              <a:gd name="connsiteY112" fmla="*/ 336550 h 342900"/>
              <a:gd name="connsiteX113" fmla="*/ 2199570 w 10922000"/>
              <a:gd name="connsiteY113" fmla="*/ 336550 h 342900"/>
              <a:gd name="connsiteX114" fmla="*/ 2199570 w 10922000"/>
              <a:gd name="connsiteY114" fmla="*/ 342900 h 342900"/>
              <a:gd name="connsiteX115" fmla="*/ 2300700 w 10922000"/>
              <a:gd name="connsiteY115" fmla="*/ 342900 h 342900"/>
              <a:gd name="connsiteX116" fmla="*/ 2351266 w 10922000"/>
              <a:gd name="connsiteY116" fmla="*/ 342900 h 342900"/>
              <a:gd name="connsiteX117" fmla="*/ 2351266 w 10922000"/>
              <a:gd name="connsiteY117" fmla="*/ 336550 h 342900"/>
              <a:gd name="connsiteX118" fmla="*/ 2300700 w 10922000"/>
              <a:gd name="connsiteY118" fmla="*/ 336550 h 342900"/>
              <a:gd name="connsiteX119" fmla="*/ 2300700 w 10922000"/>
              <a:gd name="connsiteY119" fmla="*/ 342900 h 342900"/>
              <a:gd name="connsiteX120" fmla="*/ 2401830 w 10922000"/>
              <a:gd name="connsiteY120" fmla="*/ 342900 h 342900"/>
              <a:gd name="connsiteX121" fmla="*/ 2452396 w 10922000"/>
              <a:gd name="connsiteY121" fmla="*/ 342900 h 342900"/>
              <a:gd name="connsiteX122" fmla="*/ 2452396 w 10922000"/>
              <a:gd name="connsiteY122" fmla="*/ 336550 h 342900"/>
              <a:gd name="connsiteX123" fmla="*/ 2401830 w 10922000"/>
              <a:gd name="connsiteY123" fmla="*/ 336550 h 342900"/>
              <a:gd name="connsiteX124" fmla="*/ 2401830 w 10922000"/>
              <a:gd name="connsiteY124" fmla="*/ 342900 h 342900"/>
              <a:gd name="connsiteX125" fmla="*/ 2502961 w 10922000"/>
              <a:gd name="connsiteY125" fmla="*/ 342900 h 342900"/>
              <a:gd name="connsiteX126" fmla="*/ 2553526 w 10922000"/>
              <a:gd name="connsiteY126" fmla="*/ 342900 h 342900"/>
              <a:gd name="connsiteX127" fmla="*/ 2553526 w 10922000"/>
              <a:gd name="connsiteY127" fmla="*/ 336550 h 342900"/>
              <a:gd name="connsiteX128" fmla="*/ 2502961 w 10922000"/>
              <a:gd name="connsiteY128" fmla="*/ 336550 h 342900"/>
              <a:gd name="connsiteX129" fmla="*/ 2502961 w 10922000"/>
              <a:gd name="connsiteY129" fmla="*/ 342900 h 342900"/>
              <a:gd name="connsiteX130" fmla="*/ 2604084 w 10922000"/>
              <a:gd name="connsiteY130" fmla="*/ 342900 h 342900"/>
              <a:gd name="connsiteX131" fmla="*/ 2654649 w 10922000"/>
              <a:gd name="connsiteY131" fmla="*/ 342900 h 342900"/>
              <a:gd name="connsiteX132" fmla="*/ 2654649 w 10922000"/>
              <a:gd name="connsiteY132" fmla="*/ 336550 h 342900"/>
              <a:gd name="connsiteX133" fmla="*/ 2604084 w 10922000"/>
              <a:gd name="connsiteY133" fmla="*/ 336550 h 342900"/>
              <a:gd name="connsiteX134" fmla="*/ 2604084 w 10922000"/>
              <a:gd name="connsiteY134" fmla="*/ 342900 h 342900"/>
              <a:gd name="connsiteX135" fmla="*/ 2705214 w 10922000"/>
              <a:gd name="connsiteY135" fmla="*/ 342900 h 342900"/>
              <a:gd name="connsiteX136" fmla="*/ 2755780 w 10922000"/>
              <a:gd name="connsiteY136" fmla="*/ 342900 h 342900"/>
              <a:gd name="connsiteX137" fmla="*/ 2755780 w 10922000"/>
              <a:gd name="connsiteY137" fmla="*/ 336550 h 342900"/>
              <a:gd name="connsiteX138" fmla="*/ 2705214 w 10922000"/>
              <a:gd name="connsiteY138" fmla="*/ 336550 h 342900"/>
              <a:gd name="connsiteX139" fmla="*/ 2705214 w 10922000"/>
              <a:gd name="connsiteY139" fmla="*/ 342900 h 342900"/>
              <a:gd name="connsiteX140" fmla="*/ 2806344 w 10922000"/>
              <a:gd name="connsiteY140" fmla="*/ 342900 h 342900"/>
              <a:gd name="connsiteX141" fmla="*/ 2856909 w 10922000"/>
              <a:gd name="connsiteY141" fmla="*/ 342900 h 342900"/>
              <a:gd name="connsiteX142" fmla="*/ 2856909 w 10922000"/>
              <a:gd name="connsiteY142" fmla="*/ 336550 h 342900"/>
              <a:gd name="connsiteX143" fmla="*/ 2806344 w 10922000"/>
              <a:gd name="connsiteY143" fmla="*/ 336550 h 342900"/>
              <a:gd name="connsiteX144" fmla="*/ 2806344 w 10922000"/>
              <a:gd name="connsiteY144" fmla="*/ 342900 h 342900"/>
              <a:gd name="connsiteX145" fmla="*/ 2907475 w 10922000"/>
              <a:gd name="connsiteY145" fmla="*/ 342900 h 342900"/>
              <a:gd name="connsiteX146" fmla="*/ 2958040 w 10922000"/>
              <a:gd name="connsiteY146" fmla="*/ 342900 h 342900"/>
              <a:gd name="connsiteX147" fmla="*/ 2958040 w 10922000"/>
              <a:gd name="connsiteY147" fmla="*/ 336550 h 342900"/>
              <a:gd name="connsiteX148" fmla="*/ 2907475 w 10922000"/>
              <a:gd name="connsiteY148" fmla="*/ 336550 h 342900"/>
              <a:gd name="connsiteX149" fmla="*/ 2907475 w 10922000"/>
              <a:gd name="connsiteY149" fmla="*/ 342900 h 342900"/>
              <a:gd name="connsiteX150" fmla="*/ 3008605 w 10922000"/>
              <a:gd name="connsiteY150" fmla="*/ 342900 h 342900"/>
              <a:gd name="connsiteX151" fmla="*/ 3059170 w 10922000"/>
              <a:gd name="connsiteY151" fmla="*/ 342900 h 342900"/>
              <a:gd name="connsiteX152" fmla="*/ 3059170 w 10922000"/>
              <a:gd name="connsiteY152" fmla="*/ 336550 h 342900"/>
              <a:gd name="connsiteX153" fmla="*/ 3008605 w 10922000"/>
              <a:gd name="connsiteY153" fmla="*/ 336550 h 342900"/>
              <a:gd name="connsiteX154" fmla="*/ 3008605 w 10922000"/>
              <a:gd name="connsiteY154" fmla="*/ 342900 h 342900"/>
              <a:gd name="connsiteX155" fmla="*/ 3109735 w 10922000"/>
              <a:gd name="connsiteY155" fmla="*/ 342900 h 342900"/>
              <a:gd name="connsiteX156" fmla="*/ 3160300 w 10922000"/>
              <a:gd name="connsiteY156" fmla="*/ 342900 h 342900"/>
              <a:gd name="connsiteX157" fmla="*/ 3160300 w 10922000"/>
              <a:gd name="connsiteY157" fmla="*/ 336550 h 342900"/>
              <a:gd name="connsiteX158" fmla="*/ 3109735 w 10922000"/>
              <a:gd name="connsiteY158" fmla="*/ 336550 h 342900"/>
              <a:gd name="connsiteX159" fmla="*/ 3109735 w 10922000"/>
              <a:gd name="connsiteY159" fmla="*/ 342900 h 342900"/>
              <a:gd name="connsiteX160" fmla="*/ 3210865 w 10922000"/>
              <a:gd name="connsiteY160" fmla="*/ 342900 h 342900"/>
              <a:gd name="connsiteX161" fmla="*/ 3261430 w 10922000"/>
              <a:gd name="connsiteY161" fmla="*/ 342900 h 342900"/>
              <a:gd name="connsiteX162" fmla="*/ 3261430 w 10922000"/>
              <a:gd name="connsiteY162" fmla="*/ 336550 h 342900"/>
              <a:gd name="connsiteX163" fmla="*/ 3210865 w 10922000"/>
              <a:gd name="connsiteY163" fmla="*/ 336550 h 342900"/>
              <a:gd name="connsiteX164" fmla="*/ 3210865 w 10922000"/>
              <a:gd name="connsiteY164" fmla="*/ 342900 h 342900"/>
              <a:gd name="connsiteX165" fmla="*/ 3311995 w 10922000"/>
              <a:gd name="connsiteY165" fmla="*/ 342900 h 342900"/>
              <a:gd name="connsiteX166" fmla="*/ 3362560 w 10922000"/>
              <a:gd name="connsiteY166" fmla="*/ 342900 h 342900"/>
              <a:gd name="connsiteX167" fmla="*/ 3362560 w 10922000"/>
              <a:gd name="connsiteY167" fmla="*/ 336550 h 342900"/>
              <a:gd name="connsiteX168" fmla="*/ 3311995 w 10922000"/>
              <a:gd name="connsiteY168" fmla="*/ 336550 h 342900"/>
              <a:gd name="connsiteX169" fmla="*/ 3311995 w 10922000"/>
              <a:gd name="connsiteY169" fmla="*/ 342900 h 342900"/>
              <a:gd name="connsiteX170" fmla="*/ 3413125 w 10922000"/>
              <a:gd name="connsiteY170" fmla="*/ 342900 h 342900"/>
              <a:gd name="connsiteX171" fmla="*/ 3463690 w 10922000"/>
              <a:gd name="connsiteY171" fmla="*/ 342900 h 342900"/>
              <a:gd name="connsiteX172" fmla="*/ 3463690 w 10922000"/>
              <a:gd name="connsiteY172" fmla="*/ 336550 h 342900"/>
              <a:gd name="connsiteX173" fmla="*/ 3413125 w 10922000"/>
              <a:gd name="connsiteY173" fmla="*/ 336550 h 342900"/>
              <a:gd name="connsiteX174" fmla="*/ 3413125 w 10922000"/>
              <a:gd name="connsiteY174" fmla="*/ 342900 h 342900"/>
              <a:gd name="connsiteX175" fmla="*/ 3514255 w 10922000"/>
              <a:gd name="connsiteY175" fmla="*/ 342900 h 342900"/>
              <a:gd name="connsiteX176" fmla="*/ 3564820 w 10922000"/>
              <a:gd name="connsiteY176" fmla="*/ 342900 h 342900"/>
              <a:gd name="connsiteX177" fmla="*/ 3564820 w 10922000"/>
              <a:gd name="connsiteY177" fmla="*/ 336550 h 342900"/>
              <a:gd name="connsiteX178" fmla="*/ 3514255 w 10922000"/>
              <a:gd name="connsiteY178" fmla="*/ 336550 h 342900"/>
              <a:gd name="connsiteX179" fmla="*/ 3514255 w 10922000"/>
              <a:gd name="connsiteY179" fmla="*/ 342900 h 342900"/>
              <a:gd name="connsiteX180" fmla="*/ 3615385 w 10922000"/>
              <a:gd name="connsiteY180" fmla="*/ 342900 h 342900"/>
              <a:gd name="connsiteX181" fmla="*/ 3665944 w 10922000"/>
              <a:gd name="connsiteY181" fmla="*/ 342900 h 342900"/>
              <a:gd name="connsiteX182" fmla="*/ 3665944 w 10922000"/>
              <a:gd name="connsiteY182" fmla="*/ 336550 h 342900"/>
              <a:gd name="connsiteX183" fmla="*/ 3615385 w 10922000"/>
              <a:gd name="connsiteY183" fmla="*/ 336550 h 342900"/>
              <a:gd name="connsiteX184" fmla="*/ 3615385 w 10922000"/>
              <a:gd name="connsiteY184" fmla="*/ 342900 h 342900"/>
              <a:gd name="connsiteX185" fmla="*/ 3716509 w 10922000"/>
              <a:gd name="connsiteY185" fmla="*/ 342900 h 342900"/>
              <a:gd name="connsiteX186" fmla="*/ 3767074 w 10922000"/>
              <a:gd name="connsiteY186" fmla="*/ 342900 h 342900"/>
              <a:gd name="connsiteX187" fmla="*/ 3767074 w 10922000"/>
              <a:gd name="connsiteY187" fmla="*/ 336550 h 342900"/>
              <a:gd name="connsiteX188" fmla="*/ 3716509 w 10922000"/>
              <a:gd name="connsiteY188" fmla="*/ 336550 h 342900"/>
              <a:gd name="connsiteX189" fmla="*/ 3716509 w 10922000"/>
              <a:gd name="connsiteY189" fmla="*/ 342900 h 342900"/>
              <a:gd name="connsiteX190" fmla="*/ 3817639 w 10922000"/>
              <a:gd name="connsiteY190" fmla="*/ 342900 h 342900"/>
              <a:gd name="connsiteX191" fmla="*/ 3868204 w 10922000"/>
              <a:gd name="connsiteY191" fmla="*/ 342900 h 342900"/>
              <a:gd name="connsiteX192" fmla="*/ 3868204 w 10922000"/>
              <a:gd name="connsiteY192" fmla="*/ 336550 h 342900"/>
              <a:gd name="connsiteX193" fmla="*/ 3817639 w 10922000"/>
              <a:gd name="connsiteY193" fmla="*/ 336550 h 342900"/>
              <a:gd name="connsiteX194" fmla="*/ 3817639 w 10922000"/>
              <a:gd name="connsiteY194" fmla="*/ 342900 h 342900"/>
              <a:gd name="connsiteX195" fmla="*/ 3918769 w 10922000"/>
              <a:gd name="connsiteY195" fmla="*/ 342900 h 342900"/>
              <a:gd name="connsiteX196" fmla="*/ 3969334 w 10922000"/>
              <a:gd name="connsiteY196" fmla="*/ 342900 h 342900"/>
              <a:gd name="connsiteX197" fmla="*/ 3969334 w 10922000"/>
              <a:gd name="connsiteY197" fmla="*/ 336550 h 342900"/>
              <a:gd name="connsiteX198" fmla="*/ 3918769 w 10922000"/>
              <a:gd name="connsiteY198" fmla="*/ 336550 h 342900"/>
              <a:gd name="connsiteX199" fmla="*/ 3918769 w 10922000"/>
              <a:gd name="connsiteY199" fmla="*/ 342900 h 342900"/>
              <a:gd name="connsiteX200" fmla="*/ 4019899 w 10922000"/>
              <a:gd name="connsiteY200" fmla="*/ 342900 h 342900"/>
              <a:gd name="connsiteX201" fmla="*/ 4070464 w 10922000"/>
              <a:gd name="connsiteY201" fmla="*/ 342900 h 342900"/>
              <a:gd name="connsiteX202" fmla="*/ 4070464 w 10922000"/>
              <a:gd name="connsiteY202" fmla="*/ 336550 h 342900"/>
              <a:gd name="connsiteX203" fmla="*/ 4019899 w 10922000"/>
              <a:gd name="connsiteY203" fmla="*/ 336550 h 342900"/>
              <a:gd name="connsiteX204" fmla="*/ 4019899 w 10922000"/>
              <a:gd name="connsiteY204" fmla="*/ 342900 h 342900"/>
              <a:gd name="connsiteX205" fmla="*/ 4121030 w 10922000"/>
              <a:gd name="connsiteY205" fmla="*/ 342900 h 342900"/>
              <a:gd name="connsiteX206" fmla="*/ 4171594 w 10922000"/>
              <a:gd name="connsiteY206" fmla="*/ 342900 h 342900"/>
              <a:gd name="connsiteX207" fmla="*/ 4171594 w 10922000"/>
              <a:gd name="connsiteY207" fmla="*/ 336550 h 342900"/>
              <a:gd name="connsiteX208" fmla="*/ 4121030 w 10922000"/>
              <a:gd name="connsiteY208" fmla="*/ 336550 h 342900"/>
              <a:gd name="connsiteX209" fmla="*/ 4121030 w 10922000"/>
              <a:gd name="connsiteY209" fmla="*/ 342900 h 342900"/>
              <a:gd name="connsiteX210" fmla="*/ 4222160 w 10922000"/>
              <a:gd name="connsiteY210" fmla="*/ 342900 h 342900"/>
              <a:gd name="connsiteX211" fmla="*/ 4272725 w 10922000"/>
              <a:gd name="connsiteY211" fmla="*/ 342900 h 342900"/>
              <a:gd name="connsiteX212" fmla="*/ 4272725 w 10922000"/>
              <a:gd name="connsiteY212" fmla="*/ 336550 h 342900"/>
              <a:gd name="connsiteX213" fmla="*/ 4222160 w 10922000"/>
              <a:gd name="connsiteY213" fmla="*/ 336550 h 342900"/>
              <a:gd name="connsiteX214" fmla="*/ 4222160 w 10922000"/>
              <a:gd name="connsiteY214" fmla="*/ 342900 h 342900"/>
              <a:gd name="connsiteX215" fmla="*/ 4323290 w 10922000"/>
              <a:gd name="connsiteY215" fmla="*/ 342900 h 342900"/>
              <a:gd name="connsiteX216" fmla="*/ 4373855 w 10922000"/>
              <a:gd name="connsiteY216" fmla="*/ 342900 h 342900"/>
              <a:gd name="connsiteX217" fmla="*/ 4373855 w 10922000"/>
              <a:gd name="connsiteY217" fmla="*/ 336550 h 342900"/>
              <a:gd name="connsiteX218" fmla="*/ 4323290 w 10922000"/>
              <a:gd name="connsiteY218" fmla="*/ 336550 h 342900"/>
              <a:gd name="connsiteX219" fmla="*/ 4323290 w 10922000"/>
              <a:gd name="connsiteY219" fmla="*/ 342900 h 342900"/>
              <a:gd name="connsiteX220" fmla="*/ 4424420 w 10922000"/>
              <a:gd name="connsiteY220" fmla="*/ 342900 h 342900"/>
              <a:gd name="connsiteX221" fmla="*/ 4474985 w 10922000"/>
              <a:gd name="connsiteY221" fmla="*/ 342900 h 342900"/>
              <a:gd name="connsiteX222" fmla="*/ 4474985 w 10922000"/>
              <a:gd name="connsiteY222" fmla="*/ 336550 h 342900"/>
              <a:gd name="connsiteX223" fmla="*/ 4424420 w 10922000"/>
              <a:gd name="connsiteY223" fmla="*/ 336550 h 342900"/>
              <a:gd name="connsiteX224" fmla="*/ 4424420 w 10922000"/>
              <a:gd name="connsiteY224" fmla="*/ 342900 h 342900"/>
              <a:gd name="connsiteX225" fmla="*/ 4525550 w 10922000"/>
              <a:gd name="connsiteY225" fmla="*/ 342900 h 342900"/>
              <a:gd name="connsiteX226" fmla="*/ 4576115 w 10922000"/>
              <a:gd name="connsiteY226" fmla="*/ 342900 h 342900"/>
              <a:gd name="connsiteX227" fmla="*/ 4576115 w 10922000"/>
              <a:gd name="connsiteY227" fmla="*/ 336550 h 342900"/>
              <a:gd name="connsiteX228" fmla="*/ 4525550 w 10922000"/>
              <a:gd name="connsiteY228" fmla="*/ 336550 h 342900"/>
              <a:gd name="connsiteX229" fmla="*/ 4525550 w 10922000"/>
              <a:gd name="connsiteY229" fmla="*/ 342900 h 342900"/>
              <a:gd name="connsiteX230" fmla="*/ 4626680 w 10922000"/>
              <a:gd name="connsiteY230" fmla="*/ 342900 h 342900"/>
              <a:gd name="connsiteX231" fmla="*/ 4677239 w 10922000"/>
              <a:gd name="connsiteY231" fmla="*/ 342900 h 342900"/>
              <a:gd name="connsiteX232" fmla="*/ 4677239 w 10922000"/>
              <a:gd name="connsiteY232" fmla="*/ 336550 h 342900"/>
              <a:gd name="connsiteX233" fmla="*/ 4626680 w 10922000"/>
              <a:gd name="connsiteY233" fmla="*/ 336550 h 342900"/>
              <a:gd name="connsiteX234" fmla="*/ 4626680 w 10922000"/>
              <a:gd name="connsiteY234" fmla="*/ 342900 h 342900"/>
              <a:gd name="connsiteX235" fmla="*/ 4727804 w 10922000"/>
              <a:gd name="connsiteY235" fmla="*/ 342900 h 342900"/>
              <a:gd name="connsiteX236" fmla="*/ 4778369 w 10922000"/>
              <a:gd name="connsiteY236" fmla="*/ 342900 h 342900"/>
              <a:gd name="connsiteX237" fmla="*/ 4778369 w 10922000"/>
              <a:gd name="connsiteY237" fmla="*/ 336550 h 342900"/>
              <a:gd name="connsiteX238" fmla="*/ 4727804 w 10922000"/>
              <a:gd name="connsiteY238" fmla="*/ 336550 h 342900"/>
              <a:gd name="connsiteX239" fmla="*/ 4727804 w 10922000"/>
              <a:gd name="connsiteY239" fmla="*/ 342900 h 342900"/>
              <a:gd name="connsiteX240" fmla="*/ 4828934 w 10922000"/>
              <a:gd name="connsiteY240" fmla="*/ 342900 h 342900"/>
              <a:gd name="connsiteX241" fmla="*/ 4879499 w 10922000"/>
              <a:gd name="connsiteY241" fmla="*/ 342900 h 342900"/>
              <a:gd name="connsiteX242" fmla="*/ 4879499 w 10922000"/>
              <a:gd name="connsiteY242" fmla="*/ 336550 h 342900"/>
              <a:gd name="connsiteX243" fmla="*/ 4828934 w 10922000"/>
              <a:gd name="connsiteY243" fmla="*/ 336550 h 342900"/>
              <a:gd name="connsiteX244" fmla="*/ 4828934 w 10922000"/>
              <a:gd name="connsiteY244" fmla="*/ 342900 h 342900"/>
              <a:gd name="connsiteX245" fmla="*/ 4930064 w 10922000"/>
              <a:gd name="connsiteY245" fmla="*/ 342900 h 342900"/>
              <a:gd name="connsiteX246" fmla="*/ 4980629 w 10922000"/>
              <a:gd name="connsiteY246" fmla="*/ 342900 h 342900"/>
              <a:gd name="connsiteX247" fmla="*/ 4980629 w 10922000"/>
              <a:gd name="connsiteY247" fmla="*/ 336550 h 342900"/>
              <a:gd name="connsiteX248" fmla="*/ 4930064 w 10922000"/>
              <a:gd name="connsiteY248" fmla="*/ 336550 h 342900"/>
              <a:gd name="connsiteX249" fmla="*/ 4930064 w 10922000"/>
              <a:gd name="connsiteY249" fmla="*/ 342900 h 342900"/>
              <a:gd name="connsiteX250" fmla="*/ 5031194 w 10922000"/>
              <a:gd name="connsiteY250" fmla="*/ 342900 h 342900"/>
              <a:gd name="connsiteX251" fmla="*/ 5081759 w 10922000"/>
              <a:gd name="connsiteY251" fmla="*/ 342900 h 342900"/>
              <a:gd name="connsiteX252" fmla="*/ 5081759 w 10922000"/>
              <a:gd name="connsiteY252" fmla="*/ 336550 h 342900"/>
              <a:gd name="connsiteX253" fmla="*/ 5031194 w 10922000"/>
              <a:gd name="connsiteY253" fmla="*/ 336550 h 342900"/>
              <a:gd name="connsiteX254" fmla="*/ 5031194 w 10922000"/>
              <a:gd name="connsiteY254" fmla="*/ 342900 h 342900"/>
              <a:gd name="connsiteX255" fmla="*/ 5132324 w 10922000"/>
              <a:gd name="connsiteY255" fmla="*/ 342900 h 342900"/>
              <a:gd name="connsiteX256" fmla="*/ 5182889 w 10922000"/>
              <a:gd name="connsiteY256" fmla="*/ 342900 h 342900"/>
              <a:gd name="connsiteX257" fmla="*/ 5182889 w 10922000"/>
              <a:gd name="connsiteY257" fmla="*/ 336550 h 342900"/>
              <a:gd name="connsiteX258" fmla="*/ 5132324 w 10922000"/>
              <a:gd name="connsiteY258" fmla="*/ 336550 h 342900"/>
              <a:gd name="connsiteX259" fmla="*/ 5132324 w 10922000"/>
              <a:gd name="connsiteY259" fmla="*/ 342900 h 342900"/>
              <a:gd name="connsiteX260" fmla="*/ 5233454 w 10922000"/>
              <a:gd name="connsiteY260" fmla="*/ 342900 h 342900"/>
              <a:gd name="connsiteX261" fmla="*/ 5284020 w 10922000"/>
              <a:gd name="connsiteY261" fmla="*/ 342900 h 342900"/>
              <a:gd name="connsiteX262" fmla="*/ 5284020 w 10922000"/>
              <a:gd name="connsiteY262" fmla="*/ 336550 h 342900"/>
              <a:gd name="connsiteX263" fmla="*/ 5233454 w 10922000"/>
              <a:gd name="connsiteY263" fmla="*/ 336550 h 342900"/>
              <a:gd name="connsiteX264" fmla="*/ 5233454 w 10922000"/>
              <a:gd name="connsiteY264" fmla="*/ 342900 h 342900"/>
              <a:gd name="connsiteX265" fmla="*/ 5334584 w 10922000"/>
              <a:gd name="connsiteY265" fmla="*/ 342900 h 342900"/>
              <a:gd name="connsiteX266" fmla="*/ 5385149 w 10922000"/>
              <a:gd name="connsiteY266" fmla="*/ 342900 h 342900"/>
              <a:gd name="connsiteX267" fmla="*/ 5385149 w 10922000"/>
              <a:gd name="connsiteY267" fmla="*/ 336550 h 342900"/>
              <a:gd name="connsiteX268" fmla="*/ 5334584 w 10922000"/>
              <a:gd name="connsiteY268" fmla="*/ 336550 h 342900"/>
              <a:gd name="connsiteX269" fmla="*/ 5334584 w 10922000"/>
              <a:gd name="connsiteY269" fmla="*/ 342900 h 342900"/>
              <a:gd name="connsiteX270" fmla="*/ 5435715 w 10922000"/>
              <a:gd name="connsiteY270" fmla="*/ 342900 h 342900"/>
              <a:gd name="connsiteX271" fmla="*/ 5486280 w 10922000"/>
              <a:gd name="connsiteY271" fmla="*/ 342900 h 342900"/>
              <a:gd name="connsiteX272" fmla="*/ 5486280 w 10922000"/>
              <a:gd name="connsiteY272" fmla="*/ 336550 h 342900"/>
              <a:gd name="connsiteX273" fmla="*/ 5435715 w 10922000"/>
              <a:gd name="connsiteY273" fmla="*/ 336550 h 342900"/>
              <a:gd name="connsiteX274" fmla="*/ 5435715 w 10922000"/>
              <a:gd name="connsiteY274" fmla="*/ 342900 h 342900"/>
              <a:gd name="connsiteX275" fmla="*/ 5536844 w 10922000"/>
              <a:gd name="connsiteY275" fmla="*/ 342900 h 342900"/>
              <a:gd name="connsiteX276" fmla="*/ 5587410 w 10922000"/>
              <a:gd name="connsiteY276" fmla="*/ 342900 h 342900"/>
              <a:gd name="connsiteX277" fmla="*/ 5587410 w 10922000"/>
              <a:gd name="connsiteY277" fmla="*/ 336550 h 342900"/>
              <a:gd name="connsiteX278" fmla="*/ 5536844 w 10922000"/>
              <a:gd name="connsiteY278" fmla="*/ 336550 h 342900"/>
              <a:gd name="connsiteX279" fmla="*/ 5536844 w 10922000"/>
              <a:gd name="connsiteY279" fmla="*/ 342900 h 342900"/>
              <a:gd name="connsiteX280" fmla="*/ 5637975 w 10922000"/>
              <a:gd name="connsiteY280" fmla="*/ 342900 h 342900"/>
              <a:gd name="connsiteX281" fmla="*/ 5688533 w 10922000"/>
              <a:gd name="connsiteY281" fmla="*/ 342900 h 342900"/>
              <a:gd name="connsiteX282" fmla="*/ 5688533 w 10922000"/>
              <a:gd name="connsiteY282" fmla="*/ 336550 h 342900"/>
              <a:gd name="connsiteX283" fmla="*/ 5637975 w 10922000"/>
              <a:gd name="connsiteY283" fmla="*/ 336550 h 342900"/>
              <a:gd name="connsiteX284" fmla="*/ 5637975 w 10922000"/>
              <a:gd name="connsiteY284" fmla="*/ 342900 h 342900"/>
              <a:gd name="connsiteX285" fmla="*/ 5739130 w 10922000"/>
              <a:gd name="connsiteY285" fmla="*/ 342900 h 342900"/>
              <a:gd name="connsiteX286" fmla="*/ 5789676 w 10922000"/>
              <a:gd name="connsiteY286" fmla="*/ 342900 h 342900"/>
              <a:gd name="connsiteX287" fmla="*/ 5789676 w 10922000"/>
              <a:gd name="connsiteY287" fmla="*/ 336550 h 342900"/>
              <a:gd name="connsiteX288" fmla="*/ 5739130 w 10922000"/>
              <a:gd name="connsiteY288" fmla="*/ 336550 h 342900"/>
              <a:gd name="connsiteX289" fmla="*/ 5739130 w 10922000"/>
              <a:gd name="connsiteY289" fmla="*/ 342900 h 342900"/>
              <a:gd name="connsiteX290" fmla="*/ 5840222 w 10922000"/>
              <a:gd name="connsiteY290" fmla="*/ 342900 h 342900"/>
              <a:gd name="connsiteX291" fmla="*/ 5890769 w 10922000"/>
              <a:gd name="connsiteY291" fmla="*/ 342900 h 342900"/>
              <a:gd name="connsiteX292" fmla="*/ 5890769 w 10922000"/>
              <a:gd name="connsiteY292" fmla="*/ 336550 h 342900"/>
              <a:gd name="connsiteX293" fmla="*/ 5840222 w 10922000"/>
              <a:gd name="connsiteY293" fmla="*/ 336550 h 342900"/>
              <a:gd name="connsiteX294" fmla="*/ 5840222 w 10922000"/>
              <a:gd name="connsiteY294" fmla="*/ 342900 h 342900"/>
              <a:gd name="connsiteX295" fmla="*/ 5941378 w 10922000"/>
              <a:gd name="connsiteY295" fmla="*/ 342900 h 342900"/>
              <a:gd name="connsiteX296" fmla="*/ 5991924 w 10922000"/>
              <a:gd name="connsiteY296" fmla="*/ 342900 h 342900"/>
              <a:gd name="connsiteX297" fmla="*/ 5991924 w 10922000"/>
              <a:gd name="connsiteY297" fmla="*/ 336550 h 342900"/>
              <a:gd name="connsiteX298" fmla="*/ 5941378 w 10922000"/>
              <a:gd name="connsiteY298" fmla="*/ 336550 h 342900"/>
              <a:gd name="connsiteX299" fmla="*/ 5941378 w 10922000"/>
              <a:gd name="connsiteY299" fmla="*/ 342900 h 342900"/>
              <a:gd name="connsiteX300" fmla="*/ 6042469 w 10922000"/>
              <a:gd name="connsiteY300" fmla="*/ 342900 h 342900"/>
              <a:gd name="connsiteX301" fmla="*/ 6093079 w 10922000"/>
              <a:gd name="connsiteY301" fmla="*/ 342900 h 342900"/>
              <a:gd name="connsiteX302" fmla="*/ 6093079 w 10922000"/>
              <a:gd name="connsiteY302" fmla="*/ 336550 h 342900"/>
              <a:gd name="connsiteX303" fmla="*/ 6042469 w 10922000"/>
              <a:gd name="connsiteY303" fmla="*/ 336550 h 342900"/>
              <a:gd name="connsiteX304" fmla="*/ 6042469 w 10922000"/>
              <a:gd name="connsiteY304" fmla="*/ 342900 h 342900"/>
              <a:gd name="connsiteX305" fmla="*/ 6143625 w 10922000"/>
              <a:gd name="connsiteY305" fmla="*/ 342900 h 342900"/>
              <a:gd name="connsiteX306" fmla="*/ 6194171 w 10922000"/>
              <a:gd name="connsiteY306" fmla="*/ 342900 h 342900"/>
              <a:gd name="connsiteX307" fmla="*/ 6194171 w 10922000"/>
              <a:gd name="connsiteY307" fmla="*/ 336550 h 342900"/>
              <a:gd name="connsiteX308" fmla="*/ 6143625 w 10922000"/>
              <a:gd name="connsiteY308" fmla="*/ 336550 h 342900"/>
              <a:gd name="connsiteX309" fmla="*/ 6143625 w 10922000"/>
              <a:gd name="connsiteY309" fmla="*/ 342900 h 342900"/>
              <a:gd name="connsiteX310" fmla="*/ 6244718 w 10922000"/>
              <a:gd name="connsiteY310" fmla="*/ 342900 h 342900"/>
              <a:gd name="connsiteX311" fmla="*/ 6295327 w 10922000"/>
              <a:gd name="connsiteY311" fmla="*/ 342900 h 342900"/>
              <a:gd name="connsiteX312" fmla="*/ 6295327 w 10922000"/>
              <a:gd name="connsiteY312" fmla="*/ 336550 h 342900"/>
              <a:gd name="connsiteX313" fmla="*/ 6244718 w 10922000"/>
              <a:gd name="connsiteY313" fmla="*/ 336550 h 342900"/>
              <a:gd name="connsiteX314" fmla="*/ 6244718 w 10922000"/>
              <a:gd name="connsiteY314" fmla="*/ 342900 h 342900"/>
              <a:gd name="connsiteX315" fmla="*/ 6345873 w 10922000"/>
              <a:gd name="connsiteY315" fmla="*/ 342900 h 342900"/>
              <a:gd name="connsiteX316" fmla="*/ 6396419 w 10922000"/>
              <a:gd name="connsiteY316" fmla="*/ 342900 h 342900"/>
              <a:gd name="connsiteX317" fmla="*/ 6396419 w 10922000"/>
              <a:gd name="connsiteY317" fmla="*/ 336550 h 342900"/>
              <a:gd name="connsiteX318" fmla="*/ 6345873 w 10922000"/>
              <a:gd name="connsiteY318" fmla="*/ 336550 h 342900"/>
              <a:gd name="connsiteX319" fmla="*/ 6345873 w 10922000"/>
              <a:gd name="connsiteY319" fmla="*/ 342900 h 342900"/>
              <a:gd name="connsiteX320" fmla="*/ 6447028 w 10922000"/>
              <a:gd name="connsiteY320" fmla="*/ 342900 h 342900"/>
              <a:gd name="connsiteX321" fmla="*/ 6497574 w 10922000"/>
              <a:gd name="connsiteY321" fmla="*/ 342900 h 342900"/>
              <a:gd name="connsiteX322" fmla="*/ 6497574 w 10922000"/>
              <a:gd name="connsiteY322" fmla="*/ 336550 h 342900"/>
              <a:gd name="connsiteX323" fmla="*/ 6447028 w 10922000"/>
              <a:gd name="connsiteY323" fmla="*/ 336550 h 342900"/>
              <a:gd name="connsiteX324" fmla="*/ 6447028 w 10922000"/>
              <a:gd name="connsiteY324" fmla="*/ 342900 h 342900"/>
              <a:gd name="connsiteX325" fmla="*/ 6548120 w 10922000"/>
              <a:gd name="connsiteY325" fmla="*/ 342900 h 342900"/>
              <a:gd name="connsiteX326" fmla="*/ 6598730 w 10922000"/>
              <a:gd name="connsiteY326" fmla="*/ 342900 h 342900"/>
              <a:gd name="connsiteX327" fmla="*/ 6598730 w 10922000"/>
              <a:gd name="connsiteY327" fmla="*/ 336550 h 342900"/>
              <a:gd name="connsiteX328" fmla="*/ 6548120 w 10922000"/>
              <a:gd name="connsiteY328" fmla="*/ 336550 h 342900"/>
              <a:gd name="connsiteX329" fmla="*/ 6548120 w 10922000"/>
              <a:gd name="connsiteY329" fmla="*/ 342900 h 342900"/>
              <a:gd name="connsiteX330" fmla="*/ 6649276 w 10922000"/>
              <a:gd name="connsiteY330" fmla="*/ 342900 h 342900"/>
              <a:gd name="connsiteX331" fmla="*/ 6699822 w 10922000"/>
              <a:gd name="connsiteY331" fmla="*/ 342900 h 342900"/>
              <a:gd name="connsiteX332" fmla="*/ 6699822 w 10922000"/>
              <a:gd name="connsiteY332" fmla="*/ 336550 h 342900"/>
              <a:gd name="connsiteX333" fmla="*/ 6649276 w 10922000"/>
              <a:gd name="connsiteY333" fmla="*/ 336550 h 342900"/>
              <a:gd name="connsiteX334" fmla="*/ 6649276 w 10922000"/>
              <a:gd name="connsiteY334" fmla="*/ 342900 h 342900"/>
              <a:gd name="connsiteX335" fmla="*/ 6750368 w 10922000"/>
              <a:gd name="connsiteY335" fmla="*/ 342900 h 342900"/>
              <a:gd name="connsiteX336" fmla="*/ 6800977 w 10922000"/>
              <a:gd name="connsiteY336" fmla="*/ 342900 h 342900"/>
              <a:gd name="connsiteX337" fmla="*/ 6800977 w 10922000"/>
              <a:gd name="connsiteY337" fmla="*/ 336550 h 342900"/>
              <a:gd name="connsiteX338" fmla="*/ 6750368 w 10922000"/>
              <a:gd name="connsiteY338" fmla="*/ 336550 h 342900"/>
              <a:gd name="connsiteX339" fmla="*/ 6750368 w 10922000"/>
              <a:gd name="connsiteY339" fmla="*/ 342900 h 342900"/>
              <a:gd name="connsiteX340" fmla="*/ 6851523 w 10922000"/>
              <a:gd name="connsiteY340" fmla="*/ 342900 h 342900"/>
              <a:gd name="connsiteX341" fmla="*/ 6902069 w 10922000"/>
              <a:gd name="connsiteY341" fmla="*/ 342900 h 342900"/>
              <a:gd name="connsiteX342" fmla="*/ 6902069 w 10922000"/>
              <a:gd name="connsiteY342" fmla="*/ 336550 h 342900"/>
              <a:gd name="connsiteX343" fmla="*/ 6851523 w 10922000"/>
              <a:gd name="connsiteY343" fmla="*/ 336550 h 342900"/>
              <a:gd name="connsiteX344" fmla="*/ 6851523 w 10922000"/>
              <a:gd name="connsiteY344" fmla="*/ 342900 h 342900"/>
              <a:gd name="connsiteX345" fmla="*/ 6952679 w 10922000"/>
              <a:gd name="connsiteY345" fmla="*/ 342900 h 342900"/>
              <a:gd name="connsiteX346" fmla="*/ 7003225 w 10922000"/>
              <a:gd name="connsiteY346" fmla="*/ 342900 h 342900"/>
              <a:gd name="connsiteX347" fmla="*/ 7003225 w 10922000"/>
              <a:gd name="connsiteY347" fmla="*/ 336550 h 342900"/>
              <a:gd name="connsiteX348" fmla="*/ 6952679 w 10922000"/>
              <a:gd name="connsiteY348" fmla="*/ 336550 h 342900"/>
              <a:gd name="connsiteX349" fmla="*/ 6952679 w 10922000"/>
              <a:gd name="connsiteY349" fmla="*/ 342900 h 342900"/>
              <a:gd name="connsiteX350" fmla="*/ 7053770 w 10922000"/>
              <a:gd name="connsiteY350" fmla="*/ 342900 h 342900"/>
              <a:gd name="connsiteX351" fmla="*/ 7104381 w 10922000"/>
              <a:gd name="connsiteY351" fmla="*/ 342900 h 342900"/>
              <a:gd name="connsiteX352" fmla="*/ 7104381 w 10922000"/>
              <a:gd name="connsiteY352" fmla="*/ 336550 h 342900"/>
              <a:gd name="connsiteX353" fmla="*/ 7053770 w 10922000"/>
              <a:gd name="connsiteY353" fmla="*/ 336550 h 342900"/>
              <a:gd name="connsiteX354" fmla="*/ 7053770 w 10922000"/>
              <a:gd name="connsiteY354" fmla="*/ 342900 h 342900"/>
              <a:gd name="connsiteX355" fmla="*/ 7154926 w 10922000"/>
              <a:gd name="connsiteY355" fmla="*/ 342900 h 342900"/>
              <a:gd name="connsiteX356" fmla="*/ 7205472 w 10922000"/>
              <a:gd name="connsiteY356" fmla="*/ 342900 h 342900"/>
              <a:gd name="connsiteX357" fmla="*/ 7205472 w 10922000"/>
              <a:gd name="connsiteY357" fmla="*/ 336550 h 342900"/>
              <a:gd name="connsiteX358" fmla="*/ 7154926 w 10922000"/>
              <a:gd name="connsiteY358" fmla="*/ 336550 h 342900"/>
              <a:gd name="connsiteX359" fmla="*/ 7154926 w 10922000"/>
              <a:gd name="connsiteY359" fmla="*/ 342900 h 342900"/>
              <a:gd name="connsiteX360" fmla="*/ 7256019 w 10922000"/>
              <a:gd name="connsiteY360" fmla="*/ 342900 h 342900"/>
              <a:gd name="connsiteX361" fmla="*/ 7306628 w 10922000"/>
              <a:gd name="connsiteY361" fmla="*/ 342900 h 342900"/>
              <a:gd name="connsiteX362" fmla="*/ 7306628 w 10922000"/>
              <a:gd name="connsiteY362" fmla="*/ 336550 h 342900"/>
              <a:gd name="connsiteX363" fmla="*/ 7256019 w 10922000"/>
              <a:gd name="connsiteY363" fmla="*/ 336550 h 342900"/>
              <a:gd name="connsiteX364" fmla="*/ 7256019 w 10922000"/>
              <a:gd name="connsiteY364" fmla="*/ 342900 h 342900"/>
              <a:gd name="connsiteX365" fmla="*/ 7357174 w 10922000"/>
              <a:gd name="connsiteY365" fmla="*/ 342900 h 342900"/>
              <a:gd name="connsiteX366" fmla="*/ 7407719 w 10922000"/>
              <a:gd name="connsiteY366" fmla="*/ 342900 h 342900"/>
              <a:gd name="connsiteX367" fmla="*/ 7407719 w 10922000"/>
              <a:gd name="connsiteY367" fmla="*/ 336550 h 342900"/>
              <a:gd name="connsiteX368" fmla="*/ 7357174 w 10922000"/>
              <a:gd name="connsiteY368" fmla="*/ 336550 h 342900"/>
              <a:gd name="connsiteX369" fmla="*/ 7357174 w 10922000"/>
              <a:gd name="connsiteY369" fmla="*/ 342900 h 342900"/>
              <a:gd name="connsiteX370" fmla="*/ 7458329 w 10922000"/>
              <a:gd name="connsiteY370" fmla="*/ 342900 h 342900"/>
              <a:gd name="connsiteX371" fmla="*/ 7508875 w 10922000"/>
              <a:gd name="connsiteY371" fmla="*/ 342900 h 342900"/>
              <a:gd name="connsiteX372" fmla="*/ 7508875 w 10922000"/>
              <a:gd name="connsiteY372" fmla="*/ 336550 h 342900"/>
              <a:gd name="connsiteX373" fmla="*/ 7458329 w 10922000"/>
              <a:gd name="connsiteY373" fmla="*/ 336550 h 342900"/>
              <a:gd name="connsiteX374" fmla="*/ 7458329 w 10922000"/>
              <a:gd name="connsiteY374" fmla="*/ 342900 h 342900"/>
              <a:gd name="connsiteX375" fmla="*/ 7559421 w 10922000"/>
              <a:gd name="connsiteY375" fmla="*/ 342900 h 342900"/>
              <a:gd name="connsiteX376" fmla="*/ 7610031 w 10922000"/>
              <a:gd name="connsiteY376" fmla="*/ 342900 h 342900"/>
              <a:gd name="connsiteX377" fmla="*/ 7610031 w 10922000"/>
              <a:gd name="connsiteY377" fmla="*/ 336550 h 342900"/>
              <a:gd name="connsiteX378" fmla="*/ 7559421 w 10922000"/>
              <a:gd name="connsiteY378" fmla="*/ 336550 h 342900"/>
              <a:gd name="connsiteX379" fmla="*/ 7559421 w 10922000"/>
              <a:gd name="connsiteY379" fmla="*/ 342900 h 342900"/>
              <a:gd name="connsiteX380" fmla="*/ 7660577 w 10922000"/>
              <a:gd name="connsiteY380" fmla="*/ 342900 h 342900"/>
              <a:gd name="connsiteX381" fmla="*/ 7711123 w 10922000"/>
              <a:gd name="connsiteY381" fmla="*/ 342900 h 342900"/>
              <a:gd name="connsiteX382" fmla="*/ 7711123 w 10922000"/>
              <a:gd name="connsiteY382" fmla="*/ 336550 h 342900"/>
              <a:gd name="connsiteX383" fmla="*/ 7660577 w 10922000"/>
              <a:gd name="connsiteY383" fmla="*/ 336550 h 342900"/>
              <a:gd name="connsiteX384" fmla="*/ 7660577 w 10922000"/>
              <a:gd name="connsiteY384" fmla="*/ 342900 h 342900"/>
              <a:gd name="connsiteX385" fmla="*/ 7761732 w 10922000"/>
              <a:gd name="connsiteY385" fmla="*/ 342900 h 342900"/>
              <a:gd name="connsiteX386" fmla="*/ 7812278 w 10922000"/>
              <a:gd name="connsiteY386" fmla="*/ 342900 h 342900"/>
              <a:gd name="connsiteX387" fmla="*/ 7812278 w 10922000"/>
              <a:gd name="connsiteY387" fmla="*/ 336550 h 342900"/>
              <a:gd name="connsiteX388" fmla="*/ 7761732 w 10922000"/>
              <a:gd name="connsiteY388" fmla="*/ 336550 h 342900"/>
              <a:gd name="connsiteX389" fmla="*/ 7761732 w 10922000"/>
              <a:gd name="connsiteY389" fmla="*/ 342900 h 342900"/>
              <a:gd name="connsiteX390" fmla="*/ 7862824 w 10922000"/>
              <a:gd name="connsiteY390" fmla="*/ 342900 h 342900"/>
              <a:gd name="connsiteX391" fmla="*/ 7913370 w 10922000"/>
              <a:gd name="connsiteY391" fmla="*/ 342900 h 342900"/>
              <a:gd name="connsiteX392" fmla="*/ 7913370 w 10922000"/>
              <a:gd name="connsiteY392" fmla="*/ 336550 h 342900"/>
              <a:gd name="connsiteX393" fmla="*/ 7862824 w 10922000"/>
              <a:gd name="connsiteY393" fmla="*/ 336550 h 342900"/>
              <a:gd name="connsiteX394" fmla="*/ 7862824 w 10922000"/>
              <a:gd name="connsiteY394" fmla="*/ 342900 h 342900"/>
              <a:gd name="connsiteX395" fmla="*/ 7963980 w 10922000"/>
              <a:gd name="connsiteY395" fmla="*/ 342900 h 342900"/>
              <a:gd name="connsiteX396" fmla="*/ 8014526 w 10922000"/>
              <a:gd name="connsiteY396" fmla="*/ 342900 h 342900"/>
              <a:gd name="connsiteX397" fmla="*/ 8014526 w 10922000"/>
              <a:gd name="connsiteY397" fmla="*/ 336550 h 342900"/>
              <a:gd name="connsiteX398" fmla="*/ 7963980 w 10922000"/>
              <a:gd name="connsiteY398" fmla="*/ 336550 h 342900"/>
              <a:gd name="connsiteX399" fmla="*/ 7963980 w 10922000"/>
              <a:gd name="connsiteY399" fmla="*/ 342900 h 342900"/>
              <a:gd name="connsiteX400" fmla="*/ 8065072 w 10922000"/>
              <a:gd name="connsiteY400" fmla="*/ 342900 h 342900"/>
              <a:gd name="connsiteX401" fmla="*/ 8115682 w 10922000"/>
              <a:gd name="connsiteY401" fmla="*/ 342900 h 342900"/>
              <a:gd name="connsiteX402" fmla="*/ 8115682 w 10922000"/>
              <a:gd name="connsiteY402" fmla="*/ 336550 h 342900"/>
              <a:gd name="connsiteX403" fmla="*/ 8065072 w 10922000"/>
              <a:gd name="connsiteY403" fmla="*/ 336550 h 342900"/>
              <a:gd name="connsiteX404" fmla="*/ 8065072 w 10922000"/>
              <a:gd name="connsiteY404" fmla="*/ 342900 h 342900"/>
              <a:gd name="connsiteX405" fmla="*/ 8166227 w 10922000"/>
              <a:gd name="connsiteY405" fmla="*/ 342900 h 342900"/>
              <a:gd name="connsiteX406" fmla="*/ 8216773 w 10922000"/>
              <a:gd name="connsiteY406" fmla="*/ 342900 h 342900"/>
              <a:gd name="connsiteX407" fmla="*/ 8216773 w 10922000"/>
              <a:gd name="connsiteY407" fmla="*/ 336550 h 342900"/>
              <a:gd name="connsiteX408" fmla="*/ 8166227 w 10922000"/>
              <a:gd name="connsiteY408" fmla="*/ 336550 h 342900"/>
              <a:gd name="connsiteX409" fmla="*/ 8166227 w 10922000"/>
              <a:gd name="connsiteY409" fmla="*/ 342900 h 342900"/>
              <a:gd name="connsiteX410" fmla="*/ 8267382 w 10922000"/>
              <a:gd name="connsiteY410" fmla="*/ 342900 h 342900"/>
              <a:gd name="connsiteX411" fmla="*/ 8317929 w 10922000"/>
              <a:gd name="connsiteY411" fmla="*/ 342900 h 342900"/>
              <a:gd name="connsiteX412" fmla="*/ 8317929 w 10922000"/>
              <a:gd name="connsiteY412" fmla="*/ 336550 h 342900"/>
              <a:gd name="connsiteX413" fmla="*/ 8267382 w 10922000"/>
              <a:gd name="connsiteY413" fmla="*/ 336550 h 342900"/>
              <a:gd name="connsiteX414" fmla="*/ 8267382 w 10922000"/>
              <a:gd name="connsiteY414" fmla="*/ 342900 h 342900"/>
              <a:gd name="connsiteX415" fmla="*/ 8368475 w 10922000"/>
              <a:gd name="connsiteY415" fmla="*/ 342900 h 342900"/>
              <a:gd name="connsiteX416" fmla="*/ 8419020 w 10922000"/>
              <a:gd name="connsiteY416" fmla="*/ 342900 h 342900"/>
              <a:gd name="connsiteX417" fmla="*/ 8419020 w 10922000"/>
              <a:gd name="connsiteY417" fmla="*/ 336550 h 342900"/>
              <a:gd name="connsiteX418" fmla="*/ 8368475 w 10922000"/>
              <a:gd name="connsiteY418" fmla="*/ 336550 h 342900"/>
              <a:gd name="connsiteX419" fmla="*/ 8368475 w 10922000"/>
              <a:gd name="connsiteY419" fmla="*/ 342900 h 342900"/>
              <a:gd name="connsiteX420" fmla="*/ 8469630 w 10922000"/>
              <a:gd name="connsiteY420" fmla="*/ 342900 h 342900"/>
              <a:gd name="connsiteX421" fmla="*/ 8520176 w 10922000"/>
              <a:gd name="connsiteY421" fmla="*/ 342900 h 342900"/>
              <a:gd name="connsiteX422" fmla="*/ 8520176 w 10922000"/>
              <a:gd name="connsiteY422" fmla="*/ 336550 h 342900"/>
              <a:gd name="connsiteX423" fmla="*/ 8469630 w 10922000"/>
              <a:gd name="connsiteY423" fmla="*/ 336550 h 342900"/>
              <a:gd name="connsiteX424" fmla="*/ 8469630 w 10922000"/>
              <a:gd name="connsiteY424" fmla="*/ 342900 h 342900"/>
              <a:gd name="connsiteX425" fmla="*/ 8570722 w 10922000"/>
              <a:gd name="connsiteY425" fmla="*/ 342900 h 342900"/>
              <a:gd name="connsiteX426" fmla="*/ 8621331 w 10922000"/>
              <a:gd name="connsiteY426" fmla="*/ 342900 h 342900"/>
              <a:gd name="connsiteX427" fmla="*/ 8621331 w 10922000"/>
              <a:gd name="connsiteY427" fmla="*/ 336550 h 342900"/>
              <a:gd name="connsiteX428" fmla="*/ 8570722 w 10922000"/>
              <a:gd name="connsiteY428" fmla="*/ 336550 h 342900"/>
              <a:gd name="connsiteX429" fmla="*/ 8570722 w 10922000"/>
              <a:gd name="connsiteY429" fmla="*/ 342900 h 342900"/>
              <a:gd name="connsiteX430" fmla="*/ 8671878 w 10922000"/>
              <a:gd name="connsiteY430" fmla="*/ 342900 h 342900"/>
              <a:gd name="connsiteX431" fmla="*/ 8722423 w 10922000"/>
              <a:gd name="connsiteY431" fmla="*/ 342900 h 342900"/>
              <a:gd name="connsiteX432" fmla="*/ 8722423 w 10922000"/>
              <a:gd name="connsiteY432" fmla="*/ 336550 h 342900"/>
              <a:gd name="connsiteX433" fmla="*/ 8671878 w 10922000"/>
              <a:gd name="connsiteY433" fmla="*/ 336550 h 342900"/>
              <a:gd name="connsiteX434" fmla="*/ 8671878 w 10922000"/>
              <a:gd name="connsiteY434" fmla="*/ 342900 h 342900"/>
              <a:gd name="connsiteX435" fmla="*/ 8773033 w 10922000"/>
              <a:gd name="connsiteY435" fmla="*/ 342900 h 342900"/>
              <a:gd name="connsiteX436" fmla="*/ 8823579 w 10922000"/>
              <a:gd name="connsiteY436" fmla="*/ 342900 h 342900"/>
              <a:gd name="connsiteX437" fmla="*/ 8823579 w 10922000"/>
              <a:gd name="connsiteY437" fmla="*/ 336550 h 342900"/>
              <a:gd name="connsiteX438" fmla="*/ 8773033 w 10922000"/>
              <a:gd name="connsiteY438" fmla="*/ 336550 h 342900"/>
              <a:gd name="connsiteX439" fmla="*/ 8773033 w 10922000"/>
              <a:gd name="connsiteY439" fmla="*/ 342900 h 342900"/>
              <a:gd name="connsiteX440" fmla="*/ 8874125 w 10922000"/>
              <a:gd name="connsiteY440" fmla="*/ 342900 h 342900"/>
              <a:gd name="connsiteX441" fmla="*/ 8924671 w 10922000"/>
              <a:gd name="connsiteY441" fmla="*/ 342900 h 342900"/>
              <a:gd name="connsiteX442" fmla="*/ 8924671 w 10922000"/>
              <a:gd name="connsiteY442" fmla="*/ 336550 h 342900"/>
              <a:gd name="connsiteX443" fmla="*/ 8874125 w 10922000"/>
              <a:gd name="connsiteY443" fmla="*/ 336550 h 342900"/>
              <a:gd name="connsiteX444" fmla="*/ 8874125 w 10922000"/>
              <a:gd name="connsiteY444" fmla="*/ 342900 h 342900"/>
              <a:gd name="connsiteX445" fmla="*/ 8975281 w 10922000"/>
              <a:gd name="connsiteY445" fmla="*/ 342900 h 342900"/>
              <a:gd name="connsiteX446" fmla="*/ 9025827 w 10922000"/>
              <a:gd name="connsiteY446" fmla="*/ 342900 h 342900"/>
              <a:gd name="connsiteX447" fmla="*/ 9025827 w 10922000"/>
              <a:gd name="connsiteY447" fmla="*/ 336550 h 342900"/>
              <a:gd name="connsiteX448" fmla="*/ 8975281 w 10922000"/>
              <a:gd name="connsiteY448" fmla="*/ 336550 h 342900"/>
              <a:gd name="connsiteX449" fmla="*/ 8975281 w 10922000"/>
              <a:gd name="connsiteY449" fmla="*/ 342900 h 342900"/>
              <a:gd name="connsiteX450" fmla="*/ 9076372 w 10922000"/>
              <a:gd name="connsiteY450" fmla="*/ 342900 h 342900"/>
              <a:gd name="connsiteX451" fmla="*/ 9126982 w 10922000"/>
              <a:gd name="connsiteY451" fmla="*/ 342900 h 342900"/>
              <a:gd name="connsiteX452" fmla="*/ 9126982 w 10922000"/>
              <a:gd name="connsiteY452" fmla="*/ 336550 h 342900"/>
              <a:gd name="connsiteX453" fmla="*/ 9076372 w 10922000"/>
              <a:gd name="connsiteY453" fmla="*/ 336550 h 342900"/>
              <a:gd name="connsiteX454" fmla="*/ 9076372 w 10922000"/>
              <a:gd name="connsiteY454" fmla="*/ 342900 h 342900"/>
              <a:gd name="connsiteX455" fmla="*/ 9177528 w 10922000"/>
              <a:gd name="connsiteY455" fmla="*/ 342900 h 342900"/>
              <a:gd name="connsiteX456" fmla="*/ 9228074 w 10922000"/>
              <a:gd name="connsiteY456" fmla="*/ 342900 h 342900"/>
              <a:gd name="connsiteX457" fmla="*/ 9228074 w 10922000"/>
              <a:gd name="connsiteY457" fmla="*/ 336550 h 342900"/>
              <a:gd name="connsiteX458" fmla="*/ 9177528 w 10922000"/>
              <a:gd name="connsiteY458" fmla="*/ 336550 h 342900"/>
              <a:gd name="connsiteX459" fmla="*/ 9177528 w 10922000"/>
              <a:gd name="connsiteY459" fmla="*/ 342900 h 342900"/>
              <a:gd name="connsiteX460" fmla="*/ 9278683 w 10922000"/>
              <a:gd name="connsiteY460" fmla="*/ 342900 h 342900"/>
              <a:gd name="connsiteX461" fmla="*/ 9329230 w 10922000"/>
              <a:gd name="connsiteY461" fmla="*/ 342900 h 342900"/>
              <a:gd name="connsiteX462" fmla="*/ 9329230 w 10922000"/>
              <a:gd name="connsiteY462" fmla="*/ 336550 h 342900"/>
              <a:gd name="connsiteX463" fmla="*/ 9278683 w 10922000"/>
              <a:gd name="connsiteY463" fmla="*/ 336550 h 342900"/>
              <a:gd name="connsiteX464" fmla="*/ 9278683 w 10922000"/>
              <a:gd name="connsiteY464" fmla="*/ 342900 h 342900"/>
              <a:gd name="connsiteX465" fmla="*/ 9379776 w 10922000"/>
              <a:gd name="connsiteY465" fmla="*/ 342900 h 342900"/>
              <a:gd name="connsiteX466" fmla="*/ 9430321 w 10922000"/>
              <a:gd name="connsiteY466" fmla="*/ 342900 h 342900"/>
              <a:gd name="connsiteX467" fmla="*/ 9430321 w 10922000"/>
              <a:gd name="connsiteY467" fmla="*/ 336550 h 342900"/>
              <a:gd name="connsiteX468" fmla="*/ 9379776 w 10922000"/>
              <a:gd name="connsiteY468" fmla="*/ 336550 h 342900"/>
              <a:gd name="connsiteX469" fmla="*/ 9379776 w 10922000"/>
              <a:gd name="connsiteY469" fmla="*/ 342900 h 342900"/>
              <a:gd name="connsiteX470" fmla="*/ 9480931 w 10922000"/>
              <a:gd name="connsiteY470" fmla="*/ 342900 h 342900"/>
              <a:gd name="connsiteX471" fmla="*/ 9531477 w 10922000"/>
              <a:gd name="connsiteY471" fmla="*/ 342900 h 342900"/>
              <a:gd name="connsiteX472" fmla="*/ 9531477 w 10922000"/>
              <a:gd name="connsiteY472" fmla="*/ 336550 h 342900"/>
              <a:gd name="connsiteX473" fmla="*/ 9480931 w 10922000"/>
              <a:gd name="connsiteY473" fmla="*/ 336550 h 342900"/>
              <a:gd name="connsiteX474" fmla="*/ 9480931 w 10922000"/>
              <a:gd name="connsiteY474" fmla="*/ 342900 h 342900"/>
              <a:gd name="connsiteX475" fmla="*/ 9582023 w 10922000"/>
              <a:gd name="connsiteY475" fmla="*/ 342900 h 342900"/>
              <a:gd name="connsiteX476" fmla="*/ 9632632 w 10922000"/>
              <a:gd name="connsiteY476" fmla="*/ 342900 h 342900"/>
              <a:gd name="connsiteX477" fmla="*/ 9632632 w 10922000"/>
              <a:gd name="connsiteY477" fmla="*/ 336550 h 342900"/>
              <a:gd name="connsiteX478" fmla="*/ 9582023 w 10922000"/>
              <a:gd name="connsiteY478" fmla="*/ 336550 h 342900"/>
              <a:gd name="connsiteX479" fmla="*/ 9582023 w 10922000"/>
              <a:gd name="connsiteY479" fmla="*/ 342900 h 342900"/>
              <a:gd name="connsiteX480" fmla="*/ 9683179 w 10922000"/>
              <a:gd name="connsiteY480" fmla="*/ 342900 h 342900"/>
              <a:gd name="connsiteX481" fmla="*/ 9733724 w 10922000"/>
              <a:gd name="connsiteY481" fmla="*/ 342900 h 342900"/>
              <a:gd name="connsiteX482" fmla="*/ 9733724 w 10922000"/>
              <a:gd name="connsiteY482" fmla="*/ 336550 h 342900"/>
              <a:gd name="connsiteX483" fmla="*/ 9683179 w 10922000"/>
              <a:gd name="connsiteY483" fmla="*/ 336550 h 342900"/>
              <a:gd name="connsiteX484" fmla="*/ 9683179 w 10922000"/>
              <a:gd name="connsiteY484" fmla="*/ 342900 h 342900"/>
              <a:gd name="connsiteX485" fmla="*/ 9784334 w 10922000"/>
              <a:gd name="connsiteY485" fmla="*/ 342900 h 342900"/>
              <a:gd name="connsiteX486" fmla="*/ 9834880 w 10922000"/>
              <a:gd name="connsiteY486" fmla="*/ 342900 h 342900"/>
              <a:gd name="connsiteX487" fmla="*/ 9834880 w 10922000"/>
              <a:gd name="connsiteY487" fmla="*/ 336550 h 342900"/>
              <a:gd name="connsiteX488" fmla="*/ 9784334 w 10922000"/>
              <a:gd name="connsiteY488" fmla="*/ 336550 h 342900"/>
              <a:gd name="connsiteX489" fmla="*/ 9784334 w 10922000"/>
              <a:gd name="connsiteY489" fmla="*/ 342900 h 342900"/>
              <a:gd name="connsiteX490" fmla="*/ 9885426 w 10922000"/>
              <a:gd name="connsiteY490" fmla="*/ 342900 h 342900"/>
              <a:gd name="connsiteX491" fmla="*/ 9935972 w 10922000"/>
              <a:gd name="connsiteY491" fmla="*/ 342900 h 342900"/>
              <a:gd name="connsiteX492" fmla="*/ 9935972 w 10922000"/>
              <a:gd name="connsiteY492" fmla="*/ 336550 h 342900"/>
              <a:gd name="connsiteX493" fmla="*/ 9885426 w 10922000"/>
              <a:gd name="connsiteY493" fmla="*/ 336550 h 342900"/>
              <a:gd name="connsiteX494" fmla="*/ 9885426 w 10922000"/>
              <a:gd name="connsiteY494" fmla="*/ 342900 h 342900"/>
              <a:gd name="connsiteX495" fmla="*/ 9986581 w 10922000"/>
              <a:gd name="connsiteY495" fmla="*/ 342900 h 342900"/>
              <a:gd name="connsiteX496" fmla="*/ 10037128 w 10922000"/>
              <a:gd name="connsiteY496" fmla="*/ 342900 h 342900"/>
              <a:gd name="connsiteX497" fmla="*/ 10037128 w 10922000"/>
              <a:gd name="connsiteY497" fmla="*/ 336550 h 342900"/>
              <a:gd name="connsiteX498" fmla="*/ 9986581 w 10922000"/>
              <a:gd name="connsiteY498" fmla="*/ 336550 h 342900"/>
              <a:gd name="connsiteX499" fmla="*/ 9986581 w 10922000"/>
              <a:gd name="connsiteY499" fmla="*/ 342900 h 342900"/>
              <a:gd name="connsiteX500" fmla="*/ 10087673 w 10922000"/>
              <a:gd name="connsiteY500" fmla="*/ 342900 h 342900"/>
              <a:gd name="connsiteX501" fmla="*/ 10138283 w 10922000"/>
              <a:gd name="connsiteY501" fmla="*/ 342900 h 342900"/>
              <a:gd name="connsiteX502" fmla="*/ 10138283 w 10922000"/>
              <a:gd name="connsiteY502" fmla="*/ 336550 h 342900"/>
              <a:gd name="connsiteX503" fmla="*/ 10087673 w 10922000"/>
              <a:gd name="connsiteY503" fmla="*/ 336550 h 342900"/>
              <a:gd name="connsiteX504" fmla="*/ 10087673 w 10922000"/>
              <a:gd name="connsiteY504" fmla="*/ 342900 h 342900"/>
              <a:gd name="connsiteX505" fmla="*/ 10188829 w 10922000"/>
              <a:gd name="connsiteY505" fmla="*/ 342900 h 342900"/>
              <a:gd name="connsiteX506" fmla="*/ 10239375 w 10922000"/>
              <a:gd name="connsiteY506" fmla="*/ 342900 h 342900"/>
              <a:gd name="connsiteX507" fmla="*/ 10239375 w 10922000"/>
              <a:gd name="connsiteY507" fmla="*/ 336550 h 342900"/>
              <a:gd name="connsiteX508" fmla="*/ 10188829 w 10922000"/>
              <a:gd name="connsiteY508" fmla="*/ 336550 h 342900"/>
              <a:gd name="connsiteX509" fmla="*/ 10188829 w 10922000"/>
              <a:gd name="connsiteY509" fmla="*/ 342900 h 342900"/>
              <a:gd name="connsiteX510" fmla="*/ 10289984 w 10922000"/>
              <a:gd name="connsiteY510" fmla="*/ 342900 h 342900"/>
              <a:gd name="connsiteX511" fmla="*/ 10340531 w 10922000"/>
              <a:gd name="connsiteY511" fmla="*/ 342900 h 342900"/>
              <a:gd name="connsiteX512" fmla="*/ 10340531 w 10922000"/>
              <a:gd name="connsiteY512" fmla="*/ 336550 h 342900"/>
              <a:gd name="connsiteX513" fmla="*/ 10289984 w 10922000"/>
              <a:gd name="connsiteY513" fmla="*/ 336550 h 342900"/>
              <a:gd name="connsiteX514" fmla="*/ 10289984 w 10922000"/>
              <a:gd name="connsiteY514" fmla="*/ 342900 h 342900"/>
              <a:gd name="connsiteX515" fmla="*/ 10391077 w 10922000"/>
              <a:gd name="connsiteY515" fmla="*/ 342900 h 342900"/>
              <a:gd name="connsiteX516" fmla="*/ 10441622 w 10922000"/>
              <a:gd name="connsiteY516" fmla="*/ 342900 h 342900"/>
              <a:gd name="connsiteX517" fmla="*/ 10441622 w 10922000"/>
              <a:gd name="connsiteY517" fmla="*/ 336550 h 342900"/>
              <a:gd name="connsiteX518" fmla="*/ 10391077 w 10922000"/>
              <a:gd name="connsiteY518" fmla="*/ 336550 h 342900"/>
              <a:gd name="connsiteX519" fmla="*/ 10391077 w 10922000"/>
              <a:gd name="connsiteY519" fmla="*/ 342900 h 342900"/>
              <a:gd name="connsiteX520" fmla="*/ 10492232 w 10922000"/>
              <a:gd name="connsiteY520" fmla="*/ 342900 h 342900"/>
              <a:gd name="connsiteX521" fmla="*/ 10542778 w 10922000"/>
              <a:gd name="connsiteY521" fmla="*/ 342900 h 342900"/>
              <a:gd name="connsiteX522" fmla="*/ 10542778 w 10922000"/>
              <a:gd name="connsiteY522" fmla="*/ 336550 h 342900"/>
              <a:gd name="connsiteX523" fmla="*/ 10492232 w 10922000"/>
              <a:gd name="connsiteY523" fmla="*/ 336550 h 342900"/>
              <a:gd name="connsiteX524" fmla="*/ 10492232 w 10922000"/>
              <a:gd name="connsiteY524" fmla="*/ 342900 h 342900"/>
              <a:gd name="connsiteX525" fmla="*/ 10593324 w 10922000"/>
              <a:gd name="connsiteY525" fmla="*/ 342900 h 342900"/>
              <a:gd name="connsiteX526" fmla="*/ 10643933 w 10922000"/>
              <a:gd name="connsiteY526" fmla="*/ 342900 h 342900"/>
              <a:gd name="connsiteX527" fmla="*/ 10643933 w 10922000"/>
              <a:gd name="connsiteY527" fmla="*/ 336550 h 342900"/>
              <a:gd name="connsiteX528" fmla="*/ 10593324 w 10922000"/>
              <a:gd name="connsiteY528" fmla="*/ 336550 h 342900"/>
              <a:gd name="connsiteX529" fmla="*/ 10593324 w 10922000"/>
              <a:gd name="connsiteY529" fmla="*/ 342900 h 342900"/>
              <a:gd name="connsiteX530" fmla="*/ 10694480 w 10922000"/>
              <a:gd name="connsiteY530" fmla="*/ 342900 h 342900"/>
              <a:gd name="connsiteX531" fmla="*/ 10745026 w 10922000"/>
              <a:gd name="connsiteY531" fmla="*/ 342900 h 342900"/>
              <a:gd name="connsiteX532" fmla="*/ 10745026 w 10922000"/>
              <a:gd name="connsiteY532" fmla="*/ 336550 h 342900"/>
              <a:gd name="connsiteX533" fmla="*/ 10694480 w 10922000"/>
              <a:gd name="connsiteY533" fmla="*/ 336550 h 342900"/>
              <a:gd name="connsiteX534" fmla="*/ 10694480 w 10922000"/>
              <a:gd name="connsiteY534" fmla="*/ 342900 h 342900"/>
              <a:gd name="connsiteX535" fmla="*/ 10795635 w 10922000"/>
              <a:gd name="connsiteY535" fmla="*/ 342900 h 342900"/>
              <a:gd name="connsiteX536" fmla="*/ 10846181 w 10922000"/>
              <a:gd name="connsiteY536" fmla="*/ 342900 h 342900"/>
              <a:gd name="connsiteX537" fmla="*/ 10846181 w 10922000"/>
              <a:gd name="connsiteY537" fmla="*/ 336550 h 342900"/>
              <a:gd name="connsiteX538" fmla="*/ 10795635 w 10922000"/>
              <a:gd name="connsiteY538" fmla="*/ 336550 h 342900"/>
              <a:gd name="connsiteX539" fmla="*/ 10795635 w 10922000"/>
              <a:gd name="connsiteY539" fmla="*/ 342900 h 342900"/>
              <a:gd name="connsiteX540" fmla="*/ 10896727 w 10922000"/>
              <a:gd name="connsiteY540" fmla="*/ 342900 h 342900"/>
              <a:gd name="connsiteX541" fmla="*/ 10922000 w 10922000"/>
              <a:gd name="connsiteY541" fmla="*/ 342900 h 342900"/>
              <a:gd name="connsiteX542" fmla="*/ 10922000 w 10922000"/>
              <a:gd name="connsiteY542" fmla="*/ 336550 h 342900"/>
              <a:gd name="connsiteX543" fmla="*/ 10896727 w 10922000"/>
              <a:gd name="connsiteY543" fmla="*/ 336550 h 342900"/>
              <a:gd name="connsiteX544" fmla="*/ 10896727 w 10922000"/>
              <a:gd name="connsiteY544" fmla="*/ 342900 h 342900"/>
              <a:gd name="connsiteX545" fmla="*/ 10922000 w 10922000"/>
              <a:gd name="connsiteY545" fmla="*/ 0 h 342900"/>
              <a:gd name="connsiteX546" fmla="*/ 10896727 w 10922000"/>
              <a:gd name="connsiteY546" fmla="*/ 0 h 342900"/>
              <a:gd name="connsiteX547" fmla="*/ 10896727 w 10922000"/>
              <a:gd name="connsiteY547" fmla="*/ 6350 h 342900"/>
              <a:gd name="connsiteX548" fmla="*/ 10922000 w 10922000"/>
              <a:gd name="connsiteY548" fmla="*/ 6350 h 342900"/>
              <a:gd name="connsiteX549" fmla="*/ 10922000 w 10922000"/>
              <a:gd name="connsiteY549" fmla="*/ 0 h 342900"/>
              <a:gd name="connsiteX550" fmla="*/ 10846181 w 10922000"/>
              <a:gd name="connsiteY550" fmla="*/ 0 h 342900"/>
              <a:gd name="connsiteX551" fmla="*/ 10795571 w 10922000"/>
              <a:gd name="connsiteY551" fmla="*/ 0 h 342900"/>
              <a:gd name="connsiteX552" fmla="*/ 10795571 w 10922000"/>
              <a:gd name="connsiteY552" fmla="*/ 6350 h 342900"/>
              <a:gd name="connsiteX553" fmla="*/ 10846181 w 10922000"/>
              <a:gd name="connsiteY553" fmla="*/ 6350 h 342900"/>
              <a:gd name="connsiteX554" fmla="*/ 10846181 w 10922000"/>
              <a:gd name="connsiteY554" fmla="*/ 0 h 342900"/>
              <a:gd name="connsiteX555" fmla="*/ 10745026 w 10922000"/>
              <a:gd name="connsiteY555" fmla="*/ 0 h 342900"/>
              <a:gd name="connsiteX556" fmla="*/ 10694480 w 10922000"/>
              <a:gd name="connsiteY556" fmla="*/ 0 h 342900"/>
              <a:gd name="connsiteX557" fmla="*/ 10694480 w 10922000"/>
              <a:gd name="connsiteY557" fmla="*/ 6350 h 342900"/>
              <a:gd name="connsiteX558" fmla="*/ 10745026 w 10922000"/>
              <a:gd name="connsiteY558" fmla="*/ 6350 h 342900"/>
              <a:gd name="connsiteX559" fmla="*/ 10745026 w 10922000"/>
              <a:gd name="connsiteY559" fmla="*/ 0 h 342900"/>
              <a:gd name="connsiteX560" fmla="*/ 10643870 w 10922000"/>
              <a:gd name="connsiteY560" fmla="*/ 0 h 342900"/>
              <a:gd name="connsiteX561" fmla="*/ 10593324 w 10922000"/>
              <a:gd name="connsiteY561" fmla="*/ 0 h 342900"/>
              <a:gd name="connsiteX562" fmla="*/ 10593324 w 10922000"/>
              <a:gd name="connsiteY562" fmla="*/ 6350 h 342900"/>
              <a:gd name="connsiteX563" fmla="*/ 10643870 w 10922000"/>
              <a:gd name="connsiteY563" fmla="*/ 6350 h 342900"/>
              <a:gd name="connsiteX564" fmla="*/ 10643870 w 10922000"/>
              <a:gd name="connsiteY564" fmla="*/ 0 h 342900"/>
              <a:gd name="connsiteX565" fmla="*/ 10542778 w 10922000"/>
              <a:gd name="connsiteY565" fmla="*/ 0 h 342900"/>
              <a:gd name="connsiteX566" fmla="*/ 10492169 w 10922000"/>
              <a:gd name="connsiteY566" fmla="*/ 0 h 342900"/>
              <a:gd name="connsiteX567" fmla="*/ 10492169 w 10922000"/>
              <a:gd name="connsiteY567" fmla="*/ 6350 h 342900"/>
              <a:gd name="connsiteX568" fmla="*/ 10542778 w 10922000"/>
              <a:gd name="connsiteY568" fmla="*/ 6350 h 342900"/>
              <a:gd name="connsiteX569" fmla="*/ 10542778 w 10922000"/>
              <a:gd name="connsiteY569" fmla="*/ 0 h 342900"/>
              <a:gd name="connsiteX570" fmla="*/ 10441622 w 10922000"/>
              <a:gd name="connsiteY570" fmla="*/ 0 h 342900"/>
              <a:gd name="connsiteX571" fmla="*/ 10391077 w 10922000"/>
              <a:gd name="connsiteY571" fmla="*/ 0 h 342900"/>
              <a:gd name="connsiteX572" fmla="*/ 10391077 w 10922000"/>
              <a:gd name="connsiteY572" fmla="*/ 6350 h 342900"/>
              <a:gd name="connsiteX573" fmla="*/ 10441622 w 10922000"/>
              <a:gd name="connsiteY573" fmla="*/ 6350 h 342900"/>
              <a:gd name="connsiteX574" fmla="*/ 10441622 w 10922000"/>
              <a:gd name="connsiteY574" fmla="*/ 0 h 342900"/>
              <a:gd name="connsiteX575" fmla="*/ 10340531 w 10922000"/>
              <a:gd name="connsiteY575" fmla="*/ 0 h 342900"/>
              <a:gd name="connsiteX576" fmla="*/ 10289921 w 10922000"/>
              <a:gd name="connsiteY576" fmla="*/ 0 h 342900"/>
              <a:gd name="connsiteX577" fmla="*/ 10289921 w 10922000"/>
              <a:gd name="connsiteY577" fmla="*/ 6350 h 342900"/>
              <a:gd name="connsiteX578" fmla="*/ 10340531 w 10922000"/>
              <a:gd name="connsiteY578" fmla="*/ 6350 h 342900"/>
              <a:gd name="connsiteX579" fmla="*/ 10340531 w 10922000"/>
              <a:gd name="connsiteY579" fmla="*/ 0 h 342900"/>
              <a:gd name="connsiteX580" fmla="*/ 10239375 w 10922000"/>
              <a:gd name="connsiteY580" fmla="*/ 0 h 342900"/>
              <a:gd name="connsiteX581" fmla="*/ 10188829 w 10922000"/>
              <a:gd name="connsiteY581" fmla="*/ 0 h 342900"/>
              <a:gd name="connsiteX582" fmla="*/ 10188829 w 10922000"/>
              <a:gd name="connsiteY582" fmla="*/ 6350 h 342900"/>
              <a:gd name="connsiteX583" fmla="*/ 10239375 w 10922000"/>
              <a:gd name="connsiteY583" fmla="*/ 6350 h 342900"/>
              <a:gd name="connsiteX584" fmla="*/ 10239375 w 10922000"/>
              <a:gd name="connsiteY584" fmla="*/ 0 h 342900"/>
              <a:gd name="connsiteX585" fmla="*/ 10138219 w 10922000"/>
              <a:gd name="connsiteY585" fmla="*/ 0 h 342900"/>
              <a:gd name="connsiteX586" fmla="*/ 10087673 w 10922000"/>
              <a:gd name="connsiteY586" fmla="*/ 0 h 342900"/>
              <a:gd name="connsiteX587" fmla="*/ 10087673 w 10922000"/>
              <a:gd name="connsiteY587" fmla="*/ 6350 h 342900"/>
              <a:gd name="connsiteX588" fmla="*/ 10138219 w 10922000"/>
              <a:gd name="connsiteY588" fmla="*/ 6350 h 342900"/>
              <a:gd name="connsiteX589" fmla="*/ 10138219 w 10922000"/>
              <a:gd name="connsiteY589" fmla="*/ 0 h 342900"/>
              <a:gd name="connsiteX590" fmla="*/ 10037128 w 10922000"/>
              <a:gd name="connsiteY590" fmla="*/ 0 h 342900"/>
              <a:gd name="connsiteX591" fmla="*/ 9986581 w 10922000"/>
              <a:gd name="connsiteY591" fmla="*/ 0 h 342900"/>
              <a:gd name="connsiteX592" fmla="*/ 9986581 w 10922000"/>
              <a:gd name="connsiteY592" fmla="*/ 6350 h 342900"/>
              <a:gd name="connsiteX593" fmla="*/ 10037128 w 10922000"/>
              <a:gd name="connsiteY593" fmla="*/ 6350 h 342900"/>
              <a:gd name="connsiteX594" fmla="*/ 10037128 w 10922000"/>
              <a:gd name="connsiteY594" fmla="*/ 0 h 342900"/>
              <a:gd name="connsiteX595" fmla="*/ 9935972 w 10922000"/>
              <a:gd name="connsiteY595" fmla="*/ 0 h 342900"/>
              <a:gd name="connsiteX596" fmla="*/ 9885426 w 10922000"/>
              <a:gd name="connsiteY596" fmla="*/ 0 h 342900"/>
              <a:gd name="connsiteX597" fmla="*/ 9885426 w 10922000"/>
              <a:gd name="connsiteY597" fmla="*/ 6350 h 342900"/>
              <a:gd name="connsiteX598" fmla="*/ 9935972 w 10922000"/>
              <a:gd name="connsiteY598" fmla="*/ 6350 h 342900"/>
              <a:gd name="connsiteX599" fmla="*/ 9935972 w 10922000"/>
              <a:gd name="connsiteY599" fmla="*/ 0 h 342900"/>
              <a:gd name="connsiteX600" fmla="*/ 9834880 w 10922000"/>
              <a:gd name="connsiteY600" fmla="*/ 0 h 342900"/>
              <a:gd name="connsiteX601" fmla="*/ 9784270 w 10922000"/>
              <a:gd name="connsiteY601" fmla="*/ 0 h 342900"/>
              <a:gd name="connsiteX602" fmla="*/ 9784270 w 10922000"/>
              <a:gd name="connsiteY602" fmla="*/ 6350 h 342900"/>
              <a:gd name="connsiteX603" fmla="*/ 9834880 w 10922000"/>
              <a:gd name="connsiteY603" fmla="*/ 6350 h 342900"/>
              <a:gd name="connsiteX604" fmla="*/ 9834880 w 10922000"/>
              <a:gd name="connsiteY604" fmla="*/ 0 h 342900"/>
              <a:gd name="connsiteX605" fmla="*/ 9733724 w 10922000"/>
              <a:gd name="connsiteY605" fmla="*/ 0 h 342900"/>
              <a:gd name="connsiteX606" fmla="*/ 9683179 w 10922000"/>
              <a:gd name="connsiteY606" fmla="*/ 0 h 342900"/>
              <a:gd name="connsiteX607" fmla="*/ 9683179 w 10922000"/>
              <a:gd name="connsiteY607" fmla="*/ 6350 h 342900"/>
              <a:gd name="connsiteX608" fmla="*/ 9733724 w 10922000"/>
              <a:gd name="connsiteY608" fmla="*/ 6350 h 342900"/>
              <a:gd name="connsiteX609" fmla="*/ 9733724 w 10922000"/>
              <a:gd name="connsiteY609" fmla="*/ 0 h 342900"/>
              <a:gd name="connsiteX610" fmla="*/ 9632569 w 10922000"/>
              <a:gd name="connsiteY610" fmla="*/ 0 h 342900"/>
              <a:gd name="connsiteX611" fmla="*/ 9582023 w 10922000"/>
              <a:gd name="connsiteY611" fmla="*/ 0 h 342900"/>
              <a:gd name="connsiteX612" fmla="*/ 9582023 w 10922000"/>
              <a:gd name="connsiteY612" fmla="*/ 6350 h 342900"/>
              <a:gd name="connsiteX613" fmla="*/ 9632569 w 10922000"/>
              <a:gd name="connsiteY613" fmla="*/ 6350 h 342900"/>
              <a:gd name="connsiteX614" fmla="*/ 9632569 w 10922000"/>
              <a:gd name="connsiteY614" fmla="*/ 0 h 342900"/>
              <a:gd name="connsiteX615" fmla="*/ 9531477 w 10922000"/>
              <a:gd name="connsiteY615" fmla="*/ 0 h 342900"/>
              <a:gd name="connsiteX616" fmla="*/ 9480931 w 10922000"/>
              <a:gd name="connsiteY616" fmla="*/ 0 h 342900"/>
              <a:gd name="connsiteX617" fmla="*/ 9480931 w 10922000"/>
              <a:gd name="connsiteY617" fmla="*/ 6350 h 342900"/>
              <a:gd name="connsiteX618" fmla="*/ 9531477 w 10922000"/>
              <a:gd name="connsiteY618" fmla="*/ 6350 h 342900"/>
              <a:gd name="connsiteX619" fmla="*/ 9531477 w 10922000"/>
              <a:gd name="connsiteY619" fmla="*/ 0 h 342900"/>
              <a:gd name="connsiteX620" fmla="*/ 9430321 w 10922000"/>
              <a:gd name="connsiteY620" fmla="*/ 0 h 342900"/>
              <a:gd name="connsiteX621" fmla="*/ 9379776 w 10922000"/>
              <a:gd name="connsiteY621" fmla="*/ 0 h 342900"/>
              <a:gd name="connsiteX622" fmla="*/ 9379776 w 10922000"/>
              <a:gd name="connsiteY622" fmla="*/ 6350 h 342900"/>
              <a:gd name="connsiteX623" fmla="*/ 9430321 w 10922000"/>
              <a:gd name="connsiteY623" fmla="*/ 6350 h 342900"/>
              <a:gd name="connsiteX624" fmla="*/ 9430321 w 10922000"/>
              <a:gd name="connsiteY624" fmla="*/ 0 h 342900"/>
              <a:gd name="connsiteX625" fmla="*/ 9329230 w 10922000"/>
              <a:gd name="connsiteY625" fmla="*/ 0 h 342900"/>
              <a:gd name="connsiteX626" fmla="*/ 9278620 w 10922000"/>
              <a:gd name="connsiteY626" fmla="*/ 0 h 342900"/>
              <a:gd name="connsiteX627" fmla="*/ 9278620 w 10922000"/>
              <a:gd name="connsiteY627" fmla="*/ 6350 h 342900"/>
              <a:gd name="connsiteX628" fmla="*/ 9329230 w 10922000"/>
              <a:gd name="connsiteY628" fmla="*/ 6350 h 342900"/>
              <a:gd name="connsiteX629" fmla="*/ 9329230 w 10922000"/>
              <a:gd name="connsiteY629" fmla="*/ 0 h 342900"/>
              <a:gd name="connsiteX630" fmla="*/ 9228074 w 10922000"/>
              <a:gd name="connsiteY630" fmla="*/ 0 h 342900"/>
              <a:gd name="connsiteX631" fmla="*/ 9177528 w 10922000"/>
              <a:gd name="connsiteY631" fmla="*/ 0 h 342900"/>
              <a:gd name="connsiteX632" fmla="*/ 9177528 w 10922000"/>
              <a:gd name="connsiteY632" fmla="*/ 6350 h 342900"/>
              <a:gd name="connsiteX633" fmla="*/ 9228074 w 10922000"/>
              <a:gd name="connsiteY633" fmla="*/ 6350 h 342900"/>
              <a:gd name="connsiteX634" fmla="*/ 9228074 w 10922000"/>
              <a:gd name="connsiteY634" fmla="*/ 0 h 342900"/>
              <a:gd name="connsiteX635" fmla="*/ 9126919 w 10922000"/>
              <a:gd name="connsiteY635" fmla="*/ 0 h 342900"/>
              <a:gd name="connsiteX636" fmla="*/ 9076372 w 10922000"/>
              <a:gd name="connsiteY636" fmla="*/ 0 h 342900"/>
              <a:gd name="connsiteX637" fmla="*/ 9076372 w 10922000"/>
              <a:gd name="connsiteY637" fmla="*/ 6350 h 342900"/>
              <a:gd name="connsiteX638" fmla="*/ 9126919 w 10922000"/>
              <a:gd name="connsiteY638" fmla="*/ 6350 h 342900"/>
              <a:gd name="connsiteX639" fmla="*/ 9126919 w 10922000"/>
              <a:gd name="connsiteY639" fmla="*/ 0 h 342900"/>
              <a:gd name="connsiteX640" fmla="*/ 9025827 w 10922000"/>
              <a:gd name="connsiteY640" fmla="*/ 0 h 342900"/>
              <a:gd name="connsiteX641" fmla="*/ 8975281 w 10922000"/>
              <a:gd name="connsiteY641" fmla="*/ 0 h 342900"/>
              <a:gd name="connsiteX642" fmla="*/ 8975281 w 10922000"/>
              <a:gd name="connsiteY642" fmla="*/ 6350 h 342900"/>
              <a:gd name="connsiteX643" fmla="*/ 9025827 w 10922000"/>
              <a:gd name="connsiteY643" fmla="*/ 6350 h 342900"/>
              <a:gd name="connsiteX644" fmla="*/ 9025827 w 10922000"/>
              <a:gd name="connsiteY644" fmla="*/ 0 h 342900"/>
              <a:gd name="connsiteX645" fmla="*/ 8924671 w 10922000"/>
              <a:gd name="connsiteY645" fmla="*/ 0 h 342900"/>
              <a:gd name="connsiteX646" fmla="*/ 8874125 w 10922000"/>
              <a:gd name="connsiteY646" fmla="*/ 0 h 342900"/>
              <a:gd name="connsiteX647" fmla="*/ 8874125 w 10922000"/>
              <a:gd name="connsiteY647" fmla="*/ 6350 h 342900"/>
              <a:gd name="connsiteX648" fmla="*/ 8924671 w 10922000"/>
              <a:gd name="connsiteY648" fmla="*/ 6350 h 342900"/>
              <a:gd name="connsiteX649" fmla="*/ 8924671 w 10922000"/>
              <a:gd name="connsiteY649" fmla="*/ 0 h 342900"/>
              <a:gd name="connsiteX650" fmla="*/ 8823579 w 10922000"/>
              <a:gd name="connsiteY650" fmla="*/ 0 h 342900"/>
              <a:gd name="connsiteX651" fmla="*/ 8772969 w 10922000"/>
              <a:gd name="connsiteY651" fmla="*/ 0 h 342900"/>
              <a:gd name="connsiteX652" fmla="*/ 8772969 w 10922000"/>
              <a:gd name="connsiteY652" fmla="*/ 6350 h 342900"/>
              <a:gd name="connsiteX653" fmla="*/ 8823579 w 10922000"/>
              <a:gd name="connsiteY653" fmla="*/ 6350 h 342900"/>
              <a:gd name="connsiteX654" fmla="*/ 8823579 w 10922000"/>
              <a:gd name="connsiteY654" fmla="*/ 0 h 342900"/>
              <a:gd name="connsiteX655" fmla="*/ 8722423 w 10922000"/>
              <a:gd name="connsiteY655" fmla="*/ 0 h 342900"/>
              <a:gd name="connsiteX656" fmla="*/ 8671878 w 10922000"/>
              <a:gd name="connsiteY656" fmla="*/ 0 h 342900"/>
              <a:gd name="connsiteX657" fmla="*/ 8671878 w 10922000"/>
              <a:gd name="connsiteY657" fmla="*/ 6350 h 342900"/>
              <a:gd name="connsiteX658" fmla="*/ 8722423 w 10922000"/>
              <a:gd name="connsiteY658" fmla="*/ 6350 h 342900"/>
              <a:gd name="connsiteX659" fmla="*/ 8722423 w 10922000"/>
              <a:gd name="connsiteY659" fmla="*/ 0 h 342900"/>
              <a:gd name="connsiteX660" fmla="*/ 8621331 w 10922000"/>
              <a:gd name="connsiteY660" fmla="*/ 0 h 342900"/>
              <a:gd name="connsiteX661" fmla="*/ 8570722 w 10922000"/>
              <a:gd name="connsiteY661" fmla="*/ 0 h 342900"/>
              <a:gd name="connsiteX662" fmla="*/ 8570722 w 10922000"/>
              <a:gd name="connsiteY662" fmla="*/ 6350 h 342900"/>
              <a:gd name="connsiteX663" fmla="*/ 8621331 w 10922000"/>
              <a:gd name="connsiteY663" fmla="*/ 6350 h 342900"/>
              <a:gd name="connsiteX664" fmla="*/ 8621331 w 10922000"/>
              <a:gd name="connsiteY664" fmla="*/ 0 h 342900"/>
              <a:gd name="connsiteX665" fmla="*/ 8520176 w 10922000"/>
              <a:gd name="connsiteY665" fmla="*/ 0 h 342900"/>
              <a:gd name="connsiteX666" fmla="*/ 8469630 w 10922000"/>
              <a:gd name="connsiteY666" fmla="*/ 0 h 342900"/>
              <a:gd name="connsiteX667" fmla="*/ 8469630 w 10922000"/>
              <a:gd name="connsiteY667" fmla="*/ 6350 h 342900"/>
              <a:gd name="connsiteX668" fmla="*/ 8520176 w 10922000"/>
              <a:gd name="connsiteY668" fmla="*/ 6350 h 342900"/>
              <a:gd name="connsiteX669" fmla="*/ 8520176 w 10922000"/>
              <a:gd name="connsiteY669" fmla="*/ 0 h 342900"/>
              <a:gd name="connsiteX670" fmla="*/ 8419020 w 10922000"/>
              <a:gd name="connsiteY670" fmla="*/ 0 h 342900"/>
              <a:gd name="connsiteX671" fmla="*/ 8368475 w 10922000"/>
              <a:gd name="connsiteY671" fmla="*/ 0 h 342900"/>
              <a:gd name="connsiteX672" fmla="*/ 8368475 w 10922000"/>
              <a:gd name="connsiteY672" fmla="*/ 6350 h 342900"/>
              <a:gd name="connsiteX673" fmla="*/ 8419020 w 10922000"/>
              <a:gd name="connsiteY673" fmla="*/ 6350 h 342900"/>
              <a:gd name="connsiteX674" fmla="*/ 8419020 w 10922000"/>
              <a:gd name="connsiteY674" fmla="*/ 0 h 342900"/>
              <a:gd name="connsiteX675" fmla="*/ 8317929 w 10922000"/>
              <a:gd name="connsiteY675" fmla="*/ 0 h 342900"/>
              <a:gd name="connsiteX676" fmla="*/ 8267319 w 10922000"/>
              <a:gd name="connsiteY676" fmla="*/ 0 h 342900"/>
              <a:gd name="connsiteX677" fmla="*/ 8267319 w 10922000"/>
              <a:gd name="connsiteY677" fmla="*/ 6350 h 342900"/>
              <a:gd name="connsiteX678" fmla="*/ 8317929 w 10922000"/>
              <a:gd name="connsiteY678" fmla="*/ 6350 h 342900"/>
              <a:gd name="connsiteX679" fmla="*/ 8317929 w 10922000"/>
              <a:gd name="connsiteY679" fmla="*/ 0 h 342900"/>
              <a:gd name="connsiteX680" fmla="*/ 8216773 w 10922000"/>
              <a:gd name="connsiteY680" fmla="*/ 0 h 342900"/>
              <a:gd name="connsiteX681" fmla="*/ 8166227 w 10922000"/>
              <a:gd name="connsiteY681" fmla="*/ 0 h 342900"/>
              <a:gd name="connsiteX682" fmla="*/ 8166227 w 10922000"/>
              <a:gd name="connsiteY682" fmla="*/ 6350 h 342900"/>
              <a:gd name="connsiteX683" fmla="*/ 8216773 w 10922000"/>
              <a:gd name="connsiteY683" fmla="*/ 6350 h 342900"/>
              <a:gd name="connsiteX684" fmla="*/ 8216773 w 10922000"/>
              <a:gd name="connsiteY684" fmla="*/ 0 h 342900"/>
              <a:gd name="connsiteX685" fmla="*/ 8115682 w 10922000"/>
              <a:gd name="connsiteY685" fmla="*/ 0 h 342900"/>
              <a:gd name="connsiteX686" fmla="*/ 8065072 w 10922000"/>
              <a:gd name="connsiteY686" fmla="*/ 0 h 342900"/>
              <a:gd name="connsiteX687" fmla="*/ 8065072 w 10922000"/>
              <a:gd name="connsiteY687" fmla="*/ 6350 h 342900"/>
              <a:gd name="connsiteX688" fmla="*/ 8115682 w 10922000"/>
              <a:gd name="connsiteY688" fmla="*/ 6350 h 342900"/>
              <a:gd name="connsiteX689" fmla="*/ 8115682 w 10922000"/>
              <a:gd name="connsiteY689" fmla="*/ 0 h 342900"/>
              <a:gd name="connsiteX690" fmla="*/ 8014526 w 10922000"/>
              <a:gd name="connsiteY690" fmla="*/ 0 h 342900"/>
              <a:gd name="connsiteX691" fmla="*/ 7963980 w 10922000"/>
              <a:gd name="connsiteY691" fmla="*/ 0 h 342900"/>
              <a:gd name="connsiteX692" fmla="*/ 7963980 w 10922000"/>
              <a:gd name="connsiteY692" fmla="*/ 6350 h 342900"/>
              <a:gd name="connsiteX693" fmla="*/ 8014526 w 10922000"/>
              <a:gd name="connsiteY693" fmla="*/ 6350 h 342900"/>
              <a:gd name="connsiteX694" fmla="*/ 8014526 w 10922000"/>
              <a:gd name="connsiteY694" fmla="*/ 0 h 342900"/>
              <a:gd name="connsiteX695" fmla="*/ 7913370 w 10922000"/>
              <a:gd name="connsiteY695" fmla="*/ 0 h 342900"/>
              <a:gd name="connsiteX696" fmla="*/ 7862824 w 10922000"/>
              <a:gd name="connsiteY696" fmla="*/ 0 h 342900"/>
              <a:gd name="connsiteX697" fmla="*/ 7862824 w 10922000"/>
              <a:gd name="connsiteY697" fmla="*/ 6350 h 342900"/>
              <a:gd name="connsiteX698" fmla="*/ 7913370 w 10922000"/>
              <a:gd name="connsiteY698" fmla="*/ 6350 h 342900"/>
              <a:gd name="connsiteX699" fmla="*/ 7913370 w 10922000"/>
              <a:gd name="connsiteY699" fmla="*/ 0 h 342900"/>
              <a:gd name="connsiteX700" fmla="*/ 7812278 w 10922000"/>
              <a:gd name="connsiteY700" fmla="*/ 0 h 342900"/>
              <a:gd name="connsiteX701" fmla="*/ 7761732 w 10922000"/>
              <a:gd name="connsiteY701" fmla="*/ 0 h 342900"/>
              <a:gd name="connsiteX702" fmla="*/ 7761732 w 10922000"/>
              <a:gd name="connsiteY702" fmla="*/ 6350 h 342900"/>
              <a:gd name="connsiteX703" fmla="*/ 7812278 w 10922000"/>
              <a:gd name="connsiteY703" fmla="*/ 6350 h 342900"/>
              <a:gd name="connsiteX704" fmla="*/ 7812278 w 10922000"/>
              <a:gd name="connsiteY704" fmla="*/ 0 h 342900"/>
              <a:gd name="connsiteX705" fmla="*/ 7711123 w 10922000"/>
              <a:gd name="connsiteY705" fmla="*/ 0 h 342900"/>
              <a:gd name="connsiteX706" fmla="*/ 7660577 w 10922000"/>
              <a:gd name="connsiteY706" fmla="*/ 0 h 342900"/>
              <a:gd name="connsiteX707" fmla="*/ 7660577 w 10922000"/>
              <a:gd name="connsiteY707" fmla="*/ 6350 h 342900"/>
              <a:gd name="connsiteX708" fmla="*/ 7711123 w 10922000"/>
              <a:gd name="connsiteY708" fmla="*/ 6350 h 342900"/>
              <a:gd name="connsiteX709" fmla="*/ 7711123 w 10922000"/>
              <a:gd name="connsiteY709" fmla="*/ 0 h 342900"/>
              <a:gd name="connsiteX710" fmla="*/ 7610031 w 10922000"/>
              <a:gd name="connsiteY710" fmla="*/ 0 h 342900"/>
              <a:gd name="connsiteX711" fmla="*/ 7559421 w 10922000"/>
              <a:gd name="connsiteY711" fmla="*/ 0 h 342900"/>
              <a:gd name="connsiteX712" fmla="*/ 7559421 w 10922000"/>
              <a:gd name="connsiteY712" fmla="*/ 6350 h 342900"/>
              <a:gd name="connsiteX713" fmla="*/ 7610031 w 10922000"/>
              <a:gd name="connsiteY713" fmla="*/ 6350 h 342900"/>
              <a:gd name="connsiteX714" fmla="*/ 7610031 w 10922000"/>
              <a:gd name="connsiteY714" fmla="*/ 0 h 342900"/>
              <a:gd name="connsiteX715" fmla="*/ 7508875 w 10922000"/>
              <a:gd name="connsiteY715" fmla="*/ 0 h 342900"/>
              <a:gd name="connsiteX716" fmla="*/ 7458329 w 10922000"/>
              <a:gd name="connsiteY716" fmla="*/ 0 h 342900"/>
              <a:gd name="connsiteX717" fmla="*/ 7458329 w 10922000"/>
              <a:gd name="connsiteY717" fmla="*/ 6350 h 342900"/>
              <a:gd name="connsiteX718" fmla="*/ 7508875 w 10922000"/>
              <a:gd name="connsiteY718" fmla="*/ 6350 h 342900"/>
              <a:gd name="connsiteX719" fmla="*/ 7508875 w 10922000"/>
              <a:gd name="connsiteY719" fmla="*/ 0 h 342900"/>
              <a:gd name="connsiteX720" fmla="*/ 7407719 w 10922000"/>
              <a:gd name="connsiteY720" fmla="*/ 0 h 342900"/>
              <a:gd name="connsiteX721" fmla="*/ 7357174 w 10922000"/>
              <a:gd name="connsiteY721" fmla="*/ 0 h 342900"/>
              <a:gd name="connsiteX722" fmla="*/ 7357174 w 10922000"/>
              <a:gd name="connsiteY722" fmla="*/ 6350 h 342900"/>
              <a:gd name="connsiteX723" fmla="*/ 7407719 w 10922000"/>
              <a:gd name="connsiteY723" fmla="*/ 6350 h 342900"/>
              <a:gd name="connsiteX724" fmla="*/ 7407719 w 10922000"/>
              <a:gd name="connsiteY724" fmla="*/ 0 h 342900"/>
              <a:gd name="connsiteX725" fmla="*/ 7306628 w 10922000"/>
              <a:gd name="connsiteY725" fmla="*/ 0 h 342900"/>
              <a:gd name="connsiteX726" fmla="*/ 7256081 w 10922000"/>
              <a:gd name="connsiteY726" fmla="*/ 0 h 342900"/>
              <a:gd name="connsiteX727" fmla="*/ 7256081 w 10922000"/>
              <a:gd name="connsiteY727" fmla="*/ 6350 h 342900"/>
              <a:gd name="connsiteX728" fmla="*/ 7306628 w 10922000"/>
              <a:gd name="connsiteY728" fmla="*/ 6350 h 342900"/>
              <a:gd name="connsiteX729" fmla="*/ 7306628 w 10922000"/>
              <a:gd name="connsiteY729" fmla="*/ 0 h 342900"/>
              <a:gd name="connsiteX730" fmla="*/ 7205472 w 10922000"/>
              <a:gd name="connsiteY730" fmla="*/ 0 h 342900"/>
              <a:gd name="connsiteX731" fmla="*/ 7154926 w 10922000"/>
              <a:gd name="connsiteY731" fmla="*/ 0 h 342900"/>
              <a:gd name="connsiteX732" fmla="*/ 7154926 w 10922000"/>
              <a:gd name="connsiteY732" fmla="*/ 6350 h 342900"/>
              <a:gd name="connsiteX733" fmla="*/ 7205472 w 10922000"/>
              <a:gd name="connsiteY733" fmla="*/ 6350 h 342900"/>
              <a:gd name="connsiteX734" fmla="*/ 7205472 w 10922000"/>
              <a:gd name="connsiteY734" fmla="*/ 0 h 342900"/>
              <a:gd name="connsiteX735" fmla="*/ 7104381 w 10922000"/>
              <a:gd name="connsiteY735" fmla="*/ 0 h 342900"/>
              <a:gd name="connsiteX736" fmla="*/ 7053770 w 10922000"/>
              <a:gd name="connsiteY736" fmla="*/ 0 h 342900"/>
              <a:gd name="connsiteX737" fmla="*/ 7053770 w 10922000"/>
              <a:gd name="connsiteY737" fmla="*/ 6350 h 342900"/>
              <a:gd name="connsiteX738" fmla="*/ 7104381 w 10922000"/>
              <a:gd name="connsiteY738" fmla="*/ 6350 h 342900"/>
              <a:gd name="connsiteX739" fmla="*/ 7104381 w 10922000"/>
              <a:gd name="connsiteY739" fmla="*/ 0 h 342900"/>
              <a:gd name="connsiteX740" fmla="*/ 7003225 w 10922000"/>
              <a:gd name="connsiteY740" fmla="*/ 0 h 342900"/>
              <a:gd name="connsiteX741" fmla="*/ 6952679 w 10922000"/>
              <a:gd name="connsiteY741" fmla="*/ 0 h 342900"/>
              <a:gd name="connsiteX742" fmla="*/ 6952679 w 10922000"/>
              <a:gd name="connsiteY742" fmla="*/ 6350 h 342900"/>
              <a:gd name="connsiteX743" fmla="*/ 7003225 w 10922000"/>
              <a:gd name="connsiteY743" fmla="*/ 6350 h 342900"/>
              <a:gd name="connsiteX744" fmla="*/ 7003225 w 10922000"/>
              <a:gd name="connsiteY744" fmla="*/ 0 h 342900"/>
              <a:gd name="connsiteX745" fmla="*/ 6902069 w 10922000"/>
              <a:gd name="connsiteY745" fmla="*/ 0 h 342900"/>
              <a:gd name="connsiteX746" fmla="*/ 6851523 w 10922000"/>
              <a:gd name="connsiteY746" fmla="*/ 0 h 342900"/>
              <a:gd name="connsiteX747" fmla="*/ 6851523 w 10922000"/>
              <a:gd name="connsiteY747" fmla="*/ 6350 h 342900"/>
              <a:gd name="connsiteX748" fmla="*/ 6902069 w 10922000"/>
              <a:gd name="connsiteY748" fmla="*/ 6350 h 342900"/>
              <a:gd name="connsiteX749" fmla="*/ 6902069 w 10922000"/>
              <a:gd name="connsiteY749" fmla="*/ 0 h 342900"/>
              <a:gd name="connsiteX750" fmla="*/ 6800977 w 10922000"/>
              <a:gd name="connsiteY750" fmla="*/ 0 h 342900"/>
              <a:gd name="connsiteX751" fmla="*/ 6750432 w 10922000"/>
              <a:gd name="connsiteY751" fmla="*/ 0 h 342900"/>
              <a:gd name="connsiteX752" fmla="*/ 6750432 w 10922000"/>
              <a:gd name="connsiteY752" fmla="*/ 6350 h 342900"/>
              <a:gd name="connsiteX753" fmla="*/ 6800977 w 10922000"/>
              <a:gd name="connsiteY753" fmla="*/ 6350 h 342900"/>
              <a:gd name="connsiteX754" fmla="*/ 6800977 w 10922000"/>
              <a:gd name="connsiteY754" fmla="*/ 0 h 342900"/>
              <a:gd name="connsiteX755" fmla="*/ 6699822 w 10922000"/>
              <a:gd name="connsiteY755" fmla="*/ 0 h 342900"/>
              <a:gd name="connsiteX756" fmla="*/ 6649276 w 10922000"/>
              <a:gd name="connsiteY756" fmla="*/ 0 h 342900"/>
              <a:gd name="connsiteX757" fmla="*/ 6649276 w 10922000"/>
              <a:gd name="connsiteY757" fmla="*/ 6350 h 342900"/>
              <a:gd name="connsiteX758" fmla="*/ 6699822 w 10922000"/>
              <a:gd name="connsiteY758" fmla="*/ 6350 h 342900"/>
              <a:gd name="connsiteX759" fmla="*/ 6699822 w 10922000"/>
              <a:gd name="connsiteY759" fmla="*/ 0 h 342900"/>
              <a:gd name="connsiteX760" fmla="*/ 6598730 w 10922000"/>
              <a:gd name="connsiteY760" fmla="*/ 0 h 342900"/>
              <a:gd name="connsiteX761" fmla="*/ 6548120 w 10922000"/>
              <a:gd name="connsiteY761" fmla="*/ 0 h 342900"/>
              <a:gd name="connsiteX762" fmla="*/ 6548120 w 10922000"/>
              <a:gd name="connsiteY762" fmla="*/ 6350 h 342900"/>
              <a:gd name="connsiteX763" fmla="*/ 6598730 w 10922000"/>
              <a:gd name="connsiteY763" fmla="*/ 6350 h 342900"/>
              <a:gd name="connsiteX764" fmla="*/ 6598730 w 10922000"/>
              <a:gd name="connsiteY764" fmla="*/ 0 h 342900"/>
              <a:gd name="connsiteX765" fmla="*/ 6497574 w 10922000"/>
              <a:gd name="connsiteY765" fmla="*/ 0 h 342900"/>
              <a:gd name="connsiteX766" fmla="*/ 6447028 w 10922000"/>
              <a:gd name="connsiteY766" fmla="*/ 0 h 342900"/>
              <a:gd name="connsiteX767" fmla="*/ 6447028 w 10922000"/>
              <a:gd name="connsiteY767" fmla="*/ 6350 h 342900"/>
              <a:gd name="connsiteX768" fmla="*/ 6497574 w 10922000"/>
              <a:gd name="connsiteY768" fmla="*/ 6350 h 342900"/>
              <a:gd name="connsiteX769" fmla="*/ 6497574 w 10922000"/>
              <a:gd name="connsiteY769" fmla="*/ 0 h 342900"/>
              <a:gd name="connsiteX770" fmla="*/ 6396482 w 10922000"/>
              <a:gd name="connsiteY770" fmla="*/ 0 h 342900"/>
              <a:gd name="connsiteX771" fmla="*/ 6345873 w 10922000"/>
              <a:gd name="connsiteY771" fmla="*/ 0 h 342900"/>
              <a:gd name="connsiteX772" fmla="*/ 6345873 w 10922000"/>
              <a:gd name="connsiteY772" fmla="*/ 6350 h 342900"/>
              <a:gd name="connsiteX773" fmla="*/ 6396482 w 10922000"/>
              <a:gd name="connsiteY773" fmla="*/ 6350 h 342900"/>
              <a:gd name="connsiteX774" fmla="*/ 6396482 w 10922000"/>
              <a:gd name="connsiteY774" fmla="*/ 0 h 342900"/>
              <a:gd name="connsiteX775" fmla="*/ 6295327 w 10922000"/>
              <a:gd name="connsiteY775" fmla="*/ 0 h 342900"/>
              <a:gd name="connsiteX776" fmla="*/ 6244781 w 10922000"/>
              <a:gd name="connsiteY776" fmla="*/ 0 h 342900"/>
              <a:gd name="connsiteX777" fmla="*/ 6244781 w 10922000"/>
              <a:gd name="connsiteY777" fmla="*/ 6350 h 342900"/>
              <a:gd name="connsiteX778" fmla="*/ 6295327 w 10922000"/>
              <a:gd name="connsiteY778" fmla="*/ 6350 h 342900"/>
              <a:gd name="connsiteX779" fmla="*/ 6295327 w 10922000"/>
              <a:gd name="connsiteY779" fmla="*/ 0 h 342900"/>
              <a:gd name="connsiteX780" fmla="*/ 6194171 w 10922000"/>
              <a:gd name="connsiteY780" fmla="*/ 0 h 342900"/>
              <a:gd name="connsiteX781" fmla="*/ 6143625 w 10922000"/>
              <a:gd name="connsiteY781" fmla="*/ 0 h 342900"/>
              <a:gd name="connsiteX782" fmla="*/ 6143625 w 10922000"/>
              <a:gd name="connsiteY782" fmla="*/ 6350 h 342900"/>
              <a:gd name="connsiteX783" fmla="*/ 6194171 w 10922000"/>
              <a:gd name="connsiteY783" fmla="*/ 6350 h 342900"/>
              <a:gd name="connsiteX784" fmla="*/ 6194171 w 10922000"/>
              <a:gd name="connsiteY784" fmla="*/ 0 h 342900"/>
              <a:gd name="connsiteX785" fmla="*/ 6093079 w 10922000"/>
              <a:gd name="connsiteY785" fmla="*/ 0 h 342900"/>
              <a:gd name="connsiteX786" fmla="*/ 6042469 w 10922000"/>
              <a:gd name="connsiteY786" fmla="*/ 0 h 342900"/>
              <a:gd name="connsiteX787" fmla="*/ 6042469 w 10922000"/>
              <a:gd name="connsiteY787" fmla="*/ 6350 h 342900"/>
              <a:gd name="connsiteX788" fmla="*/ 6093079 w 10922000"/>
              <a:gd name="connsiteY788" fmla="*/ 6350 h 342900"/>
              <a:gd name="connsiteX789" fmla="*/ 6093079 w 10922000"/>
              <a:gd name="connsiteY789" fmla="*/ 0 h 342900"/>
              <a:gd name="connsiteX790" fmla="*/ 5991924 w 10922000"/>
              <a:gd name="connsiteY790" fmla="*/ 0 h 342900"/>
              <a:gd name="connsiteX791" fmla="*/ 5941378 w 10922000"/>
              <a:gd name="connsiteY791" fmla="*/ 0 h 342900"/>
              <a:gd name="connsiteX792" fmla="*/ 5941378 w 10922000"/>
              <a:gd name="connsiteY792" fmla="*/ 6350 h 342900"/>
              <a:gd name="connsiteX793" fmla="*/ 5991924 w 10922000"/>
              <a:gd name="connsiteY793" fmla="*/ 6350 h 342900"/>
              <a:gd name="connsiteX794" fmla="*/ 5991924 w 10922000"/>
              <a:gd name="connsiteY794" fmla="*/ 0 h 342900"/>
              <a:gd name="connsiteX795" fmla="*/ 5890831 w 10922000"/>
              <a:gd name="connsiteY795" fmla="*/ 0 h 342900"/>
              <a:gd name="connsiteX796" fmla="*/ 5840222 w 10922000"/>
              <a:gd name="connsiteY796" fmla="*/ 0 h 342900"/>
              <a:gd name="connsiteX797" fmla="*/ 5840222 w 10922000"/>
              <a:gd name="connsiteY797" fmla="*/ 6350 h 342900"/>
              <a:gd name="connsiteX798" fmla="*/ 5890831 w 10922000"/>
              <a:gd name="connsiteY798" fmla="*/ 6350 h 342900"/>
              <a:gd name="connsiteX799" fmla="*/ 5890831 w 10922000"/>
              <a:gd name="connsiteY799" fmla="*/ 0 h 342900"/>
              <a:gd name="connsiteX800" fmla="*/ 5789676 w 10922000"/>
              <a:gd name="connsiteY800" fmla="*/ 0 h 342900"/>
              <a:gd name="connsiteX801" fmla="*/ 5739130 w 10922000"/>
              <a:gd name="connsiteY801" fmla="*/ 0 h 342900"/>
              <a:gd name="connsiteX802" fmla="*/ 5739130 w 10922000"/>
              <a:gd name="connsiteY802" fmla="*/ 6350 h 342900"/>
              <a:gd name="connsiteX803" fmla="*/ 5789676 w 10922000"/>
              <a:gd name="connsiteY803" fmla="*/ 6350 h 342900"/>
              <a:gd name="connsiteX804" fmla="*/ 5789676 w 10922000"/>
              <a:gd name="connsiteY804" fmla="*/ 0 h 342900"/>
              <a:gd name="connsiteX805" fmla="*/ 5688546 w 10922000"/>
              <a:gd name="connsiteY805" fmla="*/ 0 h 342900"/>
              <a:gd name="connsiteX806" fmla="*/ 5637981 w 10922000"/>
              <a:gd name="connsiteY806" fmla="*/ 0 h 342900"/>
              <a:gd name="connsiteX807" fmla="*/ 5637981 w 10922000"/>
              <a:gd name="connsiteY807" fmla="*/ 6350 h 342900"/>
              <a:gd name="connsiteX808" fmla="*/ 5688546 w 10922000"/>
              <a:gd name="connsiteY808" fmla="*/ 6350 h 342900"/>
              <a:gd name="connsiteX809" fmla="*/ 5688546 w 10922000"/>
              <a:gd name="connsiteY809" fmla="*/ 0 h 342900"/>
              <a:gd name="connsiteX810" fmla="*/ 5587416 w 10922000"/>
              <a:gd name="connsiteY810" fmla="*/ 0 h 342900"/>
              <a:gd name="connsiteX811" fmla="*/ 5536851 w 10922000"/>
              <a:gd name="connsiteY811" fmla="*/ 0 h 342900"/>
              <a:gd name="connsiteX812" fmla="*/ 5536851 w 10922000"/>
              <a:gd name="connsiteY812" fmla="*/ 6350 h 342900"/>
              <a:gd name="connsiteX813" fmla="*/ 5587416 w 10922000"/>
              <a:gd name="connsiteY813" fmla="*/ 6350 h 342900"/>
              <a:gd name="connsiteX814" fmla="*/ 5587416 w 10922000"/>
              <a:gd name="connsiteY814" fmla="*/ 0 h 342900"/>
              <a:gd name="connsiteX815" fmla="*/ 5486286 w 10922000"/>
              <a:gd name="connsiteY815" fmla="*/ 0 h 342900"/>
              <a:gd name="connsiteX816" fmla="*/ 5435721 w 10922000"/>
              <a:gd name="connsiteY816" fmla="*/ 0 h 342900"/>
              <a:gd name="connsiteX817" fmla="*/ 5435721 w 10922000"/>
              <a:gd name="connsiteY817" fmla="*/ 6350 h 342900"/>
              <a:gd name="connsiteX818" fmla="*/ 5486286 w 10922000"/>
              <a:gd name="connsiteY818" fmla="*/ 6350 h 342900"/>
              <a:gd name="connsiteX819" fmla="*/ 5486286 w 10922000"/>
              <a:gd name="connsiteY819" fmla="*/ 0 h 342900"/>
              <a:gd name="connsiteX820" fmla="*/ 5385156 w 10922000"/>
              <a:gd name="connsiteY820" fmla="*/ 0 h 342900"/>
              <a:gd name="connsiteX821" fmla="*/ 5334591 w 10922000"/>
              <a:gd name="connsiteY821" fmla="*/ 0 h 342900"/>
              <a:gd name="connsiteX822" fmla="*/ 5334591 w 10922000"/>
              <a:gd name="connsiteY822" fmla="*/ 6350 h 342900"/>
              <a:gd name="connsiteX823" fmla="*/ 5385156 w 10922000"/>
              <a:gd name="connsiteY823" fmla="*/ 6350 h 342900"/>
              <a:gd name="connsiteX824" fmla="*/ 5385156 w 10922000"/>
              <a:gd name="connsiteY824" fmla="*/ 0 h 342900"/>
              <a:gd name="connsiteX825" fmla="*/ 5284026 w 10922000"/>
              <a:gd name="connsiteY825" fmla="*/ 0 h 342900"/>
              <a:gd name="connsiteX826" fmla="*/ 5233467 w 10922000"/>
              <a:gd name="connsiteY826" fmla="*/ 0 h 342900"/>
              <a:gd name="connsiteX827" fmla="*/ 5233467 w 10922000"/>
              <a:gd name="connsiteY827" fmla="*/ 6350 h 342900"/>
              <a:gd name="connsiteX828" fmla="*/ 5284026 w 10922000"/>
              <a:gd name="connsiteY828" fmla="*/ 6350 h 342900"/>
              <a:gd name="connsiteX829" fmla="*/ 5284026 w 10922000"/>
              <a:gd name="connsiteY829" fmla="*/ 0 h 342900"/>
              <a:gd name="connsiteX830" fmla="*/ 5182896 w 10922000"/>
              <a:gd name="connsiteY830" fmla="*/ 0 h 342900"/>
              <a:gd name="connsiteX831" fmla="*/ 5132337 w 10922000"/>
              <a:gd name="connsiteY831" fmla="*/ 0 h 342900"/>
              <a:gd name="connsiteX832" fmla="*/ 5132337 w 10922000"/>
              <a:gd name="connsiteY832" fmla="*/ 6350 h 342900"/>
              <a:gd name="connsiteX833" fmla="*/ 5182896 w 10922000"/>
              <a:gd name="connsiteY833" fmla="*/ 6350 h 342900"/>
              <a:gd name="connsiteX834" fmla="*/ 5182896 w 10922000"/>
              <a:gd name="connsiteY834" fmla="*/ 0 h 342900"/>
              <a:gd name="connsiteX835" fmla="*/ 5081772 w 10922000"/>
              <a:gd name="connsiteY835" fmla="*/ 0 h 342900"/>
              <a:gd name="connsiteX836" fmla="*/ 5031207 w 10922000"/>
              <a:gd name="connsiteY836" fmla="*/ 0 h 342900"/>
              <a:gd name="connsiteX837" fmla="*/ 5031207 w 10922000"/>
              <a:gd name="connsiteY837" fmla="*/ 6350 h 342900"/>
              <a:gd name="connsiteX838" fmla="*/ 5081772 w 10922000"/>
              <a:gd name="connsiteY838" fmla="*/ 6350 h 342900"/>
              <a:gd name="connsiteX839" fmla="*/ 5081772 w 10922000"/>
              <a:gd name="connsiteY839" fmla="*/ 0 h 342900"/>
              <a:gd name="connsiteX840" fmla="*/ 4980642 w 10922000"/>
              <a:gd name="connsiteY840" fmla="*/ 0 h 342900"/>
              <a:gd name="connsiteX841" fmla="*/ 4930077 w 10922000"/>
              <a:gd name="connsiteY841" fmla="*/ 0 h 342900"/>
              <a:gd name="connsiteX842" fmla="*/ 4930077 w 10922000"/>
              <a:gd name="connsiteY842" fmla="*/ 6350 h 342900"/>
              <a:gd name="connsiteX843" fmla="*/ 4980642 w 10922000"/>
              <a:gd name="connsiteY843" fmla="*/ 6350 h 342900"/>
              <a:gd name="connsiteX844" fmla="*/ 4980642 w 10922000"/>
              <a:gd name="connsiteY844" fmla="*/ 0 h 342900"/>
              <a:gd name="connsiteX845" fmla="*/ 4879512 w 10922000"/>
              <a:gd name="connsiteY845" fmla="*/ 0 h 342900"/>
              <a:gd name="connsiteX846" fmla="*/ 4828947 w 10922000"/>
              <a:gd name="connsiteY846" fmla="*/ 0 h 342900"/>
              <a:gd name="connsiteX847" fmla="*/ 4828947 w 10922000"/>
              <a:gd name="connsiteY847" fmla="*/ 6350 h 342900"/>
              <a:gd name="connsiteX848" fmla="*/ 4879512 w 10922000"/>
              <a:gd name="connsiteY848" fmla="*/ 6350 h 342900"/>
              <a:gd name="connsiteX849" fmla="*/ 4879512 w 10922000"/>
              <a:gd name="connsiteY849" fmla="*/ 0 h 342900"/>
              <a:gd name="connsiteX850" fmla="*/ 4778381 w 10922000"/>
              <a:gd name="connsiteY850" fmla="*/ 0 h 342900"/>
              <a:gd name="connsiteX851" fmla="*/ 4727817 w 10922000"/>
              <a:gd name="connsiteY851" fmla="*/ 0 h 342900"/>
              <a:gd name="connsiteX852" fmla="*/ 4727817 w 10922000"/>
              <a:gd name="connsiteY852" fmla="*/ 6350 h 342900"/>
              <a:gd name="connsiteX853" fmla="*/ 4778381 w 10922000"/>
              <a:gd name="connsiteY853" fmla="*/ 6350 h 342900"/>
              <a:gd name="connsiteX854" fmla="*/ 4778381 w 10922000"/>
              <a:gd name="connsiteY854" fmla="*/ 0 h 342900"/>
              <a:gd name="connsiteX855" fmla="*/ 4677252 w 10922000"/>
              <a:gd name="connsiteY855" fmla="*/ 0 h 342900"/>
              <a:gd name="connsiteX856" fmla="*/ 4626686 w 10922000"/>
              <a:gd name="connsiteY856" fmla="*/ 0 h 342900"/>
              <a:gd name="connsiteX857" fmla="*/ 4626686 w 10922000"/>
              <a:gd name="connsiteY857" fmla="*/ 6350 h 342900"/>
              <a:gd name="connsiteX858" fmla="*/ 4677252 w 10922000"/>
              <a:gd name="connsiteY858" fmla="*/ 6350 h 342900"/>
              <a:gd name="connsiteX859" fmla="*/ 4677252 w 10922000"/>
              <a:gd name="connsiteY859" fmla="*/ 0 h 342900"/>
              <a:gd name="connsiteX860" fmla="*/ 4576121 w 10922000"/>
              <a:gd name="connsiteY860" fmla="*/ 0 h 342900"/>
              <a:gd name="connsiteX861" fmla="*/ 4525556 w 10922000"/>
              <a:gd name="connsiteY861" fmla="*/ 0 h 342900"/>
              <a:gd name="connsiteX862" fmla="*/ 4525556 w 10922000"/>
              <a:gd name="connsiteY862" fmla="*/ 6350 h 342900"/>
              <a:gd name="connsiteX863" fmla="*/ 4576121 w 10922000"/>
              <a:gd name="connsiteY863" fmla="*/ 6350 h 342900"/>
              <a:gd name="connsiteX864" fmla="*/ 4576121 w 10922000"/>
              <a:gd name="connsiteY864" fmla="*/ 0 h 342900"/>
              <a:gd name="connsiteX865" fmla="*/ 4474991 w 10922000"/>
              <a:gd name="connsiteY865" fmla="*/ 0 h 342900"/>
              <a:gd name="connsiteX866" fmla="*/ 4424426 w 10922000"/>
              <a:gd name="connsiteY866" fmla="*/ 0 h 342900"/>
              <a:gd name="connsiteX867" fmla="*/ 4424426 w 10922000"/>
              <a:gd name="connsiteY867" fmla="*/ 6350 h 342900"/>
              <a:gd name="connsiteX868" fmla="*/ 4474991 w 10922000"/>
              <a:gd name="connsiteY868" fmla="*/ 6350 h 342900"/>
              <a:gd name="connsiteX869" fmla="*/ 4474991 w 10922000"/>
              <a:gd name="connsiteY869" fmla="*/ 0 h 342900"/>
              <a:gd name="connsiteX870" fmla="*/ 4373861 w 10922000"/>
              <a:gd name="connsiteY870" fmla="*/ 0 h 342900"/>
              <a:gd name="connsiteX871" fmla="*/ 4323296 w 10922000"/>
              <a:gd name="connsiteY871" fmla="*/ 0 h 342900"/>
              <a:gd name="connsiteX872" fmla="*/ 4323296 w 10922000"/>
              <a:gd name="connsiteY872" fmla="*/ 6350 h 342900"/>
              <a:gd name="connsiteX873" fmla="*/ 4373861 w 10922000"/>
              <a:gd name="connsiteY873" fmla="*/ 6350 h 342900"/>
              <a:gd name="connsiteX874" fmla="*/ 4373861 w 10922000"/>
              <a:gd name="connsiteY874" fmla="*/ 0 h 342900"/>
              <a:gd name="connsiteX875" fmla="*/ 4272731 w 10922000"/>
              <a:gd name="connsiteY875" fmla="*/ 0 h 342900"/>
              <a:gd name="connsiteX876" fmla="*/ 4222166 w 10922000"/>
              <a:gd name="connsiteY876" fmla="*/ 0 h 342900"/>
              <a:gd name="connsiteX877" fmla="*/ 4222166 w 10922000"/>
              <a:gd name="connsiteY877" fmla="*/ 6350 h 342900"/>
              <a:gd name="connsiteX878" fmla="*/ 4272731 w 10922000"/>
              <a:gd name="connsiteY878" fmla="*/ 6350 h 342900"/>
              <a:gd name="connsiteX879" fmla="*/ 4272731 w 10922000"/>
              <a:gd name="connsiteY879" fmla="*/ 0 h 342900"/>
              <a:gd name="connsiteX880" fmla="*/ 4171601 w 10922000"/>
              <a:gd name="connsiteY880" fmla="*/ 0 h 342900"/>
              <a:gd name="connsiteX881" fmla="*/ 4121036 w 10922000"/>
              <a:gd name="connsiteY881" fmla="*/ 0 h 342900"/>
              <a:gd name="connsiteX882" fmla="*/ 4121036 w 10922000"/>
              <a:gd name="connsiteY882" fmla="*/ 6350 h 342900"/>
              <a:gd name="connsiteX883" fmla="*/ 4171601 w 10922000"/>
              <a:gd name="connsiteY883" fmla="*/ 6350 h 342900"/>
              <a:gd name="connsiteX884" fmla="*/ 4171601 w 10922000"/>
              <a:gd name="connsiteY884" fmla="*/ 0 h 342900"/>
              <a:gd name="connsiteX885" fmla="*/ 4070471 w 10922000"/>
              <a:gd name="connsiteY885" fmla="*/ 0 h 342900"/>
              <a:gd name="connsiteX886" fmla="*/ 4019906 w 10922000"/>
              <a:gd name="connsiteY886" fmla="*/ 0 h 342900"/>
              <a:gd name="connsiteX887" fmla="*/ 4019906 w 10922000"/>
              <a:gd name="connsiteY887" fmla="*/ 6350 h 342900"/>
              <a:gd name="connsiteX888" fmla="*/ 4070471 w 10922000"/>
              <a:gd name="connsiteY888" fmla="*/ 6350 h 342900"/>
              <a:gd name="connsiteX889" fmla="*/ 4070471 w 10922000"/>
              <a:gd name="connsiteY889" fmla="*/ 0 h 342900"/>
              <a:gd name="connsiteX890" fmla="*/ 3969341 w 10922000"/>
              <a:gd name="connsiteY890" fmla="*/ 0 h 342900"/>
              <a:gd name="connsiteX891" fmla="*/ 3918776 w 10922000"/>
              <a:gd name="connsiteY891" fmla="*/ 0 h 342900"/>
              <a:gd name="connsiteX892" fmla="*/ 3918776 w 10922000"/>
              <a:gd name="connsiteY892" fmla="*/ 6350 h 342900"/>
              <a:gd name="connsiteX893" fmla="*/ 3969341 w 10922000"/>
              <a:gd name="connsiteY893" fmla="*/ 6350 h 342900"/>
              <a:gd name="connsiteX894" fmla="*/ 3969341 w 10922000"/>
              <a:gd name="connsiteY894" fmla="*/ 0 h 342900"/>
              <a:gd name="connsiteX895" fmla="*/ 3868211 w 10922000"/>
              <a:gd name="connsiteY895" fmla="*/ 0 h 342900"/>
              <a:gd name="connsiteX896" fmla="*/ 3817645 w 10922000"/>
              <a:gd name="connsiteY896" fmla="*/ 0 h 342900"/>
              <a:gd name="connsiteX897" fmla="*/ 3817645 w 10922000"/>
              <a:gd name="connsiteY897" fmla="*/ 6350 h 342900"/>
              <a:gd name="connsiteX898" fmla="*/ 3868211 w 10922000"/>
              <a:gd name="connsiteY898" fmla="*/ 6350 h 342900"/>
              <a:gd name="connsiteX899" fmla="*/ 3868211 w 10922000"/>
              <a:gd name="connsiteY899" fmla="*/ 0 h 342900"/>
              <a:gd name="connsiteX900" fmla="*/ 3767081 w 10922000"/>
              <a:gd name="connsiteY900" fmla="*/ 0 h 342900"/>
              <a:gd name="connsiteX901" fmla="*/ 3716516 w 10922000"/>
              <a:gd name="connsiteY901" fmla="*/ 0 h 342900"/>
              <a:gd name="connsiteX902" fmla="*/ 3716516 w 10922000"/>
              <a:gd name="connsiteY902" fmla="*/ 6350 h 342900"/>
              <a:gd name="connsiteX903" fmla="*/ 3767081 w 10922000"/>
              <a:gd name="connsiteY903" fmla="*/ 6350 h 342900"/>
              <a:gd name="connsiteX904" fmla="*/ 3767081 w 10922000"/>
              <a:gd name="connsiteY904" fmla="*/ 0 h 342900"/>
              <a:gd name="connsiteX905" fmla="*/ 3665950 w 10922000"/>
              <a:gd name="connsiteY905" fmla="*/ 0 h 342900"/>
              <a:gd name="connsiteX906" fmla="*/ 3615385 w 10922000"/>
              <a:gd name="connsiteY906" fmla="*/ 0 h 342900"/>
              <a:gd name="connsiteX907" fmla="*/ 3615385 w 10922000"/>
              <a:gd name="connsiteY907" fmla="*/ 6350 h 342900"/>
              <a:gd name="connsiteX908" fmla="*/ 3665950 w 10922000"/>
              <a:gd name="connsiteY908" fmla="*/ 6350 h 342900"/>
              <a:gd name="connsiteX909" fmla="*/ 3665950 w 10922000"/>
              <a:gd name="connsiteY909" fmla="*/ 0 h 342900"/>
              <a:gd name="connsiteX910" fmla="*/ 3564820 w 10922000"/>
              <a:gd name="connsiteY910" fmla="*/ 0 h 342900"/>
              <a:gd name="connsiteX911" fmla="*/ 3514255 w 10922000"/>
              <a:gd name="connsiteY911" fmla="*/ 0 h 342900"/>
              <a:gd name="connsiteX912" fmla="*/ 3514255 w 10922000"/>
              <a:gd name="connsiteY912" fmla="*/ 6350 h 342900"/>
              <a:gd name="connsiteX913" fmla="*/ 3564820 w 10922000"/>
              <a:gd name="connsiteY913" fmla="*/ 6350 h 342900"/>
              <a:gd name="connsiteX914" fmla="*/ 3564820 w 10922000"/>
              <a:gd name="connsiteY914" fmla="*/ 0 h 342900"/>
              <a:gd name="connsiteX915" fmla="*/ 3463690 w 10922000"/>
              <a:gd name="connsiteY915" fmla="*/ 0 h 342900"/>
              <a:gd name="connsiteX916" fmla="*/ 3413125 w 10922000"/>
              <a:gd name="connsiteY916" fmla="*/ 0 h 342900"/>
              <a:gd name="connsiteX917" fmla="*/ 3413125 w 10922000"/>
              <a:gd name="connsiteY917" fmla="*/ 6350 h 342900"/>
              <a:gd name="connsiteX918" fmla="*/ 3463690 w 10922000"/>
              <a:gd name="connsiteY918" fmla="*/ 6350 h 342900"/>
              <a:gd name="connsiteX919" fmla="*/ 3463690 w 10922000"/>
              <a:gd name="connsiteY919" fmla="*/ 0 h 342900"/>
              <a:gd name="connsiteX920" fmla="*/ 3362560 w 10922000"/>
              <a:gd name="connsiteY920" fmla="*/ 0 h 342900"/>
              <a:gd name="connsiteX921" fmla="*/ 3311995 w 10922000"/>
              <a:gd name="connsiteY921" fmla="*/ 0 h 342900"/>
              <a:gd name="connsiteX922" fmla="*/ 3311995 w 10922000"/>
              <a:gd name="connsiteY922" fmla="*/ 6350 h 342900"/>
              <a:gd name="connsiteX923" fmla="*/ 3362560 w 10922000"/>
              <a:gd name="connsiteY923" fmla="*/ 6350 h 342900"/>
              <a:gd name="connsiteX924" fmla="*/ 3362560 w 10922000"/>
              <a:gd name="connsiteY924" fmla="*/ 0 h 342900"/>
              <a:gd name="connsiteX925" fmla="*/ 3261430 w 10922000"/>
              <a:gd name="connsiteY925" fmla="*/ 0 h 342900"/>
              <a:gd name="connsiteX926" fmla="*/ 3210865 w 10922000"/>
              <a:gd name="connsiteY926" fmla="*/ 0 h 342900"/>
              <a:gd name="connsiteX927" fmla="*/ 3210865 w 10922000"/>
              <a:gd name="connsiteY927" fmla="*/ 6350 h 342900"/>
              <a:gd name="connsiteX928" fmla="*/ 3261430 w 10922000"/>
              <a:gd name="connsiteY928" fmla="*/ 6350 h 342900"/>
              <a:gd name="connsiteX929" fmla="*/ 3261430 w 10922000"/>
              <a:gd name="connsiteY929" fmla="*/ 0 h 342900"/>
              <a:gd name="connsiteX930" fmla="*/ 3160300 w 10922000"/>
              <a:gd name="connsiteY930" fmla="*/ 0 h 342900"/>
              <a:gd name="connsiteX931" fmla="*/ 3109735 w 10922000"/>
              <a:gd name="connsiteY931" fmla="*/ 0 h 342900"/>
              <a:gd name="connsiteX932" fmla="*/ 3109735 w 10922000"/>
              <a:gd name="connsiteY932" fmla="*/ 6350 h 342900"/>
              <a:gd name="connsiteX933" fmla="*/ 3160300 w 10922000"/>
              <a:gd name="connsiteY933" fmla="*/ 6350 h 342900"/>
              <a:gd name="connsiteX934" fmla="*/ 3160300 w 10922000"/>
              <a:gd name="connsiteY934" fmla="*/ 0 h 342900"/>
              <a:gd name="connsiteX935" fmla="*/ 3059170 w 10922000"/>
              <a:gd name="connsiteY935" fmla="*/ 0 h 342900"/>
              <a:gd name="connsiteX936" fmla="*/ 3008605 w 10922000"/>
              <a:gd name="connsiteY936" fmla="*/ 0 h 342900"/>
              <a:gd name="connsiteX937" fmla="*/ 3008605 w 10922000"/>
              <a:gd name="connsiteY937" fmla="*/ 6350 h 342900"/>
              <a:gd name="connsiteX938" fmla="*/ 3059170 w 10922000"/>
              <a:gd name="connsiteY938" fmla="*/ 6350 h 342900"/>
              <a:gd name="connsiteX939" fmla="*/ 3059170 w 10922000"/>
              <a:gd name="connsiteY939" fmla="*/ 0 h 342900"/>
              <a:gd name="connsiteX940" fmla="*/ 2958040 w 10922000"/>
              <a:gd name="connsiteY940" fmla="*/ 0 h 342900"/>
              <a:gd name="connsiteX941" fmla="*/ 2907475 w 10922000"/>
              <a:gd name="connsiteY941" fmla="*/ 0 h 342900"/>
              <a:gd name="connsiteX942" fmla="*/ 2907475 w 10922000"/>
              <a:gd name="connsiteY942" fmla="*/ 6350 h 342900"/>
              <a:gd name="connsiteX943" fmla="*/ 2958040 w 10922000"/>
              <a:gd name="connsiteY943" fmla="*/ 6350 h 342900"/>
              <a:gd name="connsiteX944" fmla="*/ 2958040 w 10922000"/>
              <a:gd name="connsiteY944" fmla="*/ 0 h 342900"/>
              <a:gd name="connsiteX945" fmla="*/ 2856909 w 10922000"/>
              <a:gd name="connsiteY945" fmla="*/ 0 h 342900"/>
              <a:gd name="connsiteX946" fmla="*/ 2806344 w 10922000"/>
              <a:gd name="connsiteY946" fmla="*/ 0 h 342900"/>
              <a:gd name="connsiteX947" fmla="*/ 2806344 w 10922000"/>
              <a:gd name="connsiteY947" fmla="*/ 6350 h 342900"/>
              <a:gd name="connsiteX948" fmla="*/ 2856909 w 10922000"/>
              <a:gd name="connsiteY948" fmla="*/ 6350 h 342900"/>
              <a:gd name="connsiteX949" fmla="*/ 2856909 w 10922000"/>
              <a:gd name="connsiteY949" fmla="*/ 0 h 342900"/>
              <a:gd name="connsiteX950" fmla="*/ 2755780 w 10922000"/>
              <a:gd name="connsiteY950" fmla="*/ 0 h 342900"/>
              <a:gd name="connsiteX951" fmla="*/ 2705214 w 10922000"/>
              <a:gd name="connsiteY951" fmla="*/ 0 h 342900"/>
              <a:gd name="connsiteX952" fmla="*/ 2705214 w 10922000"/>
              <a:gd name="connsiteY952" fmla="*/ 6350 h 342900"/>
              <a:gd name="connsiteX953" fmla="*/ 2755780 w 10922000"/>
              <a:gd name="connsiteY953" fmla="*/ 6350 h 342900"/>
              <a:gd name="connsiteX954" fmla="*/ 2755780 w 10922000"/>
              <a:gd name="connsiteY954" fmla="*/ 0 h 342900"/>
              <a:gd name="connsiteX955" fmla="*/ 2654649 w 10922000"/>
              <a:gd name="connsiteY955" fmla="*/ 0 h 342900"/>
              <a:gd name="connsiteX956" fmla="*/ 2604084 w 10922000"/>
              <a:gd name="connsiteY956" fmla="*/ 0 h 342900"/>
              <a:gd name="connsiteX957" fmla="*/ 2604084 w 10922000"/>
              <a:gd name="connsiteY957" fmla="*/ 6350 h 342900"/>
              <a:gd name="connsiteX958" fmla="*/ 2654649 w 10922000"/>
              <a:gd name="connsiteY958" fmla="*/ 6350 h 342900"/>
              <a:gd name="connsiteX959" fmla="*/ 2654649 w 10922000"/>
              <a:gd name="connsiteY959" fmla="*/ 0 h 342900"/>
              <a:gd name="connsiteX960" fmla="*/ 2553519 w 10922000"/>
              <a:gd name="connsiteY960" fmla="*/ 0 h 342900"/>
              <a:gd name="connsiteX961" fmla="*/ 2502954 w 10922000"/>
              <a:gd name="connsiteY961" fmla="*/ 0 h 342900"/>
              <a:gd name="connsiteX962" fmla="*/ 2502954 w 10922000"/>
              <a:gd name="connsiteY962" fmla="*/ 6350 h 342900"/>
              <a:gd name="connsiteX963" fmla="*/ 2553519 w 10922000"/>
              <a:gd name="connsiteY963" fmla="*/ 6350 h 342900"/>
              <a:gd name="connsiteX964" fmla="*/ 2553519 w 10922000"/>
              <a:gd name="connsiteY964" fmla="*/ 0 h 342900"/>
              <a:gd name="connsiteX965" fmla="*/ 2452389 w 10922000"/>
              <a:gd name="connsiteY965" fmla="*/ 0 h 342900"/>
              <a:gd name="connsiteX966" fmla="*/ 2401824 w 10922000"/>
              <a:gd name="connsiteY966" fmla="*/ 0 h 342900"/>
              <a:gd name="connsiteX967" fmla="*/ 2401824 w 10922000"/>
              <a:gd name="connsiteY967" fmla="*/ 6350 h 342900"/>
              <a:gd name="connsiteX968" fmla="*/ 2452389 w 10922000"/>
              <a:gd name="connsiteY968" fmla="*/ 6350 h 342900"/>
              <a:gd name="connsiteX969" fmla="*/ 2452389 w 10922000"/>
              <a:gd name="connsiteY969" fmla="*/ 0 h 342900"/>
              <a:gd name="connsiteX970" fmla="*/ 2351259 w 10922000"/>
              <a:gd name="connsiteY970" fmla="*/ 0 h 342900"/>
              <a:gd name="connsiteX971" fmla="*/ 2300694 w 10922000"/>
              <a:gd name="connsiteY971" fmla="*/ 0 h 342900"/>
              <a:gd name="connsiteX972" fmla="*/ 2300694 w 10922000"/>
              <a:gd name="connsiteY972" fmla="*/ 6350 h 342900"/>
              <a:gd name="connsiteX973" fmla="*/ 2351259 w 10922000"/>
              <a:gd name="connsiteY973" fmla="*/ 6350 h 342900"/>
              <a:gd name="connsiteX974" fmla="*/ 2351259 w 10922000"/>
              <a:gd name="connsiteY974" fmla="*/ 0 h 342900"/>
              <a:gd name="connsiteX975" fmla="*/ 2250129 w 10922000"/>
              <a:gd name="connsiteY975" fmla="*/ 0 h 342900"/>
              <a:gd name="connsiteX976" fmla="*/ 2199564 w 10922000"/>
              <a:gd name="connsiteY976" fmla="*/ 0 h 342900"/>
              <a:gd name="connsiteX977" fmla="*/ 2199564 w 10922000"/>
              <a:gd name="connsiteY977" fmla="*/ 6350 h 342900"/>
              <a:gd name="connsiteX978" fmla="*/ 2250129 w 10922000"/>
              <a:gd name="connsiteY978" fmla="*/ 6350 h 342900"/>
              <a:gd name="connsiteX979" fmla="*/ 2250129 w 10922000"/>
              <a:gd name="connsiteY979" fmla="*/ 0 h 342900"/>
              <a:gd name="connsiteX980" fmla="*/ 2148999 w 10922000"/>
              <a:gd name="connsiteY980" fmla="*/ 0 h 342900"/>
              <a:gd name="connsiteX981" fmla="*/ 2098434 w 10922000"/>
              <a:gd name="connsiteY981" fmla="*/ 0 h 342900"/>
              <a:gd name="connsiteX982" fmla="*/ 2098434 w 10922000"/>
              <a:gd name="connsiteY982" fmla="*/ 6350 h 342900"/>
              <a:gd name="connsiteX983" fmla="*/ 2148999 w 10922000"/>
              <a:gd name="connsiteY983" fmla="*/ 6350 h 342900"/>
              <a:gd name="connsiteX984" fmla="*/ 2148999 w 10922000"/>
              <a:gd name="connsiteY984" fmla="*/ 0 h 342900"/>
              <a:gd name="connsiteX985" fmla="*/ 2047869 w 10922000"/>
              <a:gd name="connsiteY985" fmla="*/ 0 h 342900"/>
              <a:gd name="connsiteX986" fmla="*/ 1997304 w 10922000"/>
              <a:gd name="connsiteY986" fmla="*/ 0 h 342900"/>
              <a:gd name="connsiteX987" fmla="*/ 1997304 w 10922000"/>
              <a:gd name="connsiteY987" fmla="*/ 6350 h 342900"/>
              <a:gd name="connsiteX988" fmla="*/ 2047869 w 10922000"/>
              <a:gd name="connsiteY988" fmla="*/ 6350 h 342900"/>
              <a:gd name="connsiteX989" fmla="*/ 2047869 w 10922000"/>
              <a:gd name="connsiteY989" fmla="*/ 0 h 342900"/>
              <a:gd name="connsiteX990" fmla="*/ 1946739 w 10922000"/>
              <a:gd name="connsiteY990" fmla="*/ 0 h 342900"/>
              <a:gd name="connsiteX991" fmla="*/ 1896173 w 10922000"/>
              <a:gd name="connsiteY991" fmla="*/ 0 h 342900"/>
              <a:gd name="connsiteX992" fmla="*/ 1896173 w 10922000"/>
              <a:gd name="connsiteY992" fmla="*/ 6350 h 342900"/>
              <a:gd name="connsiteX993" fmla="*/ 1946739 w 10922000"/>
              <a:gd name="connsiteY993" fmla="*/ 6350 h 342900"/>
              <a:gd name="connsiteX994" fmla="*/ 1946739 w 10922000"/>
              <a:gd name="connsiteY994" fmla="*/ 0 h 342900"/>
              <a:gd name="connsiteX995" fmla="*/ 1845609 w 10922000"/>
              <a:gd name="connsiteY995" fmla="*/ 0 h 342900"/>
              <a:gd name="connsiteX996" fmla="*/ 1795043 w 10922000"/>
              <a:gd name="connsiteY996" fmla="*/ 0 h 342900"/>
              <a:gd name="connsiteX997" fmla="*/ 1795043 w 10922000"/>
              <a:gd name="connsiteY997" fmla="*/ 6350 h 342900"/>
              <a:gd name="connsiteX998" fmla="*/ 1845609 w 10922000"/>
              <a:gd name="connsiteY998" fmla="*/ 6350 h 342900"/>
              <a:gd name="connsiteX999" fmla="*/ 1845609 w 10922000"/>
              <a:gd name="connsiteY999" fmla="*/ 0 h 342900"/>
              <a:gd name="connsiteX1000" fmla="*/ 1744478 w 10922000"/>
              <a:gd name="connsiteY1000" fmla="*/ 0 h 342900"/>
              <a:gd name="connsiteX1001" fmla="*/ 1693913 w 10922000"/>
              <a:gd name="connsiteY1001" fmla="*/ 0 h 342900"/>
              <a:gd name="connsiteX1002" fmla="*/ 1693913 w 10922000"/>
              <a:gd name="connsiteY1002" fmla="*/ 6350 h 342900"/>
              <a:gd name="connsiteX1003" fmla="*/ 1744478 w 10922000"/>
              <a:gd name="connsiteY1003" fmla="*/ 6350 h 342900"/>
              <a:gd name="connsiteX1004" fmla="*/ 1744478 w 10922000"/>
              <a:gd name="connsiteY1004" fmla="*/ 0 h 342900"/>
              <a:gd name="connsiteX1005" fmla="*/ 1643348 w 10922000"/>
              <a:gd name="connsiteY1005" fmla="*/ 0 h 342900"/>
              <a:gd name="connsiteX1006" fmla="*/ 1592783 w 10922000"/>
              <a:gd name="connsiteY1006" fmla="*/ 0 h 342900"/>
              <a:gd name="connsiteX1007" fmla="*/ 1592783 w 10922000"/>
              <a:gd name="connsiteY1007" fmla="*/ 6350 h 342900"/>
              <a:gd name="connsiteX1008" fmla="*/ 1643348 w 10922000"/>
              <a:gd name="connsiteY1008" fmla="*/ 6350 h 342900"/>
              <a:gd name="connsiteX1009" fmla="*/ 1643348 w 10922000"/>
              <a:gd name="connsiteY1009" fmla="*/ 0 h 342900"/>
              <a:gd name="connsiteX1010" fmla="*/ 1542218 w 10922000"/>
              <a:gd name="connsiteY1010" fmla="*/ 0 h 342900"/>
              <a:gd name="connsiteX1011" fmla="*/ 1491647 w 10922000"/>
              <a:gd name="connsiteY1011" fmla="*/ 0 h 342900"/>
              <a:gd name="connsiteX1012" fmla="*/ 1491647 w 10922000"/>
              <a:gd name="connsiteY1012" fmla="*/ 6350 h 342900"/>
              <a:gd name="connsiteX1013" fmla="*/ 1542218 w 10922000"/>
              <a:gd name="connsiteY1013" fmla="*/ 6350 h 342900"/>
              <a:gd name="connsiteX1014" fmla="*/ 1542218 w 10922000"/>
              <a:gd name="connsiteY1014" fmla="*/ 0 h 342900"/>
              <a:gd name="connsiteX1015" fmla="*/ 1441088 w 10922000"/>
              <a:gd name="connsiteY1015" fmla="*/ 0 h 342900"/>
              <a:gd name="connsiteX1016" fmla="*/ 1390523 w 10922000"/>
              <a:gd name="connsiteY1016" fmla="*/ 0 h 342900"/>
              <a:gd name="connsiteX1017" fmla="*/ 1390523 w 10922000"/>
              <a:gd name="connsiteY1017" fmla="*/ 6350 h 342900"/>
              <a:gd name="connsiteX1018" fmla="*/ 1441088 w 10922000"/>
              <a:gd name="connsiteY1018" fmla="*/ 6350 h 342900"/>
              <a:gd name="connsiteX1019" fmla="*/ 1441088 w 10922000"/>
              <a:gd name="connsiteY1019" fmla="*/ 0 h 342900"/>
              <a:gd name="connsiteX1020" fmla="*/ 1339952 w 10922000"/>
              <a:gd name="connsiteY1020" fmla="*/ 0 h 342900"/>
              <a:gd name="connsiteX1021" fmla="*/ 1289387 w 10922000"/>
              <a:gd name="connsiteY1021" fmla="*/ 0 h 342900"/>
              <a:gd name="connsiteX1022" fmla="*/ 1289387 w 10922000"/>
              <a:gd name="connsiteY1022" fmla="*/ 6350 h 342900"/>
              <a:gd name="connsiteX1023" fmla="*/ 1339952 w 10922000"/>
              <a:gd name="connsiteY1023" fmla="*/ 6350 h 342900"/>
              <a:gd name="connsiteX1024" fmla="*/ 1339952 w 10922000"/>
              <a:gd name="connsiteY1024" fmla="*/ 0 h 342900"/>
              <a:gd name="connsiteX1025" fmla="*/ 1238822 w 10922000"/>
              <a:gd name="connsiteY1025" fmla="*/ 0 h 342900"/>
              <a:gd name="connsiteX1026" fmla="*/ 1188257 w 10922000"/>
              <a:gd name="connsiteY1026" fmla="*/ 0 h 342900"/>
              <a:gd name="connsiteX1027" fmla="*/ 1188257 w 10922000"/>
              <a:gd name="connsiteY1027" fmla="*/ 6350 h 342900"/>
              <a:gd name="connsiteX1028" fmla="*/ 1238822 w 10922000"/>
              <a:gd name="connsiteY1028" fmla="*/ 6350 h 342900"/>
              <a:gd name="connsiteX1029" fmla="*/ 1238822 w 10922000"/>
              <a:gd name="connsiteY1029" fmla="*/ 0 h 342900"/>
              <a:gd name="connsiteX1030" fmla="*/ 1137691 w 10922000"/>
              <a:gd name="connsiteY1030" fmla="*/ 0 h 342900"/>
              <a:gd name="connsiteX1031" fmla="*/ 1087126 w 10922000"/>
              <a:gd name="connsiteY1031" fmla="*/ 0 h 342900"/>
              <a:gd name="connsiteX1032" fmla="*/ 1087126 w 10922000"/>
              <a:gd name="connsiteY1032" fmla="*/ 6350 h 342900"/>
              <a:gd name="connsiteX1033" fmla="*/ 1137691 w 10922000"/>
              <a:gd name="connsiteY1033" fmla="*/ 6350 h 342900"/>
              <a:gd name="connsiteX1034" fmla="*/ 1137691 w 10922000"/>
              <a:gd name="connsiteY1034" fmla="*/ 0 h 342900"/>
              <a:gd name="connsiteX1035" fmla="*/ 1036561 w 10922000"/>
              <a:gd name="connsiteY1035" fmla="*/ 0 h 342900"/>
              <a:gd name="connsiteX1036" fmla="*/ 985996 w 10922000"/>
              <a:gd name="connsiteY1036" fmla="*/ 0 h 342900"/>
              <a:gd name="connsiteX1037" fmla="*/ 985996 w 10922000"/>
              <a:gd name="connsiteY1037" fmla="*/ 6350 h 342900"/>
              <a:gd name="connsiteX1038" fmla="*/ 1036561 w 10922000"/>
              <a:gd name="connsiteY1038" fmla="*/ 6350 h 342900"/>
              <a:gd name="connsiteX1039" fmla="*/ 1036561 w 10922000"/>
              <a:gd name="connsiteY1039" fmla="*/ 0 h 342900"/>
              <a:gd name="connsiteX1040" fmla="*/ 935431 w 10922000"/>
              <a:gd name="connsiteY1040" fmla="*/ 0 h 342900"/>
              <a:gd name="connsiteX1041" fmla="*/ 884866 w 10922000"/>
              <a:gd name="connsiteY1041" fmla="*/ 0 h 342900"/>
              <a:gd name="connsiteX1042" fmla="*/ 884866 w 10922000"/>
              <a:gd name="connsiteY1042" fmla="*/ 6350 h 342900"/>
              <a:gd name="connsiteX1043" fmla="*/ 935431 w 10922000"/>
              <a:gd name="connsiteY1043" fmla="*/ 6350 h 342900"/>
              <a:gd name="connsiteX1044" fmla="*/ 935431 w 10922000"/>
              <a:gd name="connsiteY1044" fmla="*/ 0 h 342900"/>
              <a:gd name="connsiteX1045" fmla="*/ 834301 w 10922000"/>
              <a:gd name="connsiteY1045" fmla="*/ 0 h 342900"/>
              <a:gd name="connsiteX1046" fmla="*/ 783736 w 10922000"/>
              <a:gd name="connsiteY1046" fmla="*/ 0 h 342900"/>
              <a:gd name="connsiteX1047" fmla="*/ 783736 w 10922000"/>
              <a:gd name="connsiteY1047" fmla="*/ 6350 h 342900"/>
              <a:gd name="connsiteX1048" fmla="*/ 834301 w 10922000"/>
              <a:gd name="connsiteY1048" fmla="*/ 6350 h 342900"/>
              <a:gd name="connsiteX1049" fmla="*/ 834301 w 10922000"/>
              <a:gd name="connsiteY1049" fmla="*/ 0 h 342900"/>
              <a:gd name="connsiteX1050" fmla="*/ 733171 w 10922000"/>
              <a:gd name="connsiteY1050" fmla="*/ 0 h 342900"/>
              <a:gd name="connsiteX1051" fmla="*/ 682606 w 10922000"/>
              <a:gd name="connsiteY1051" fmla="*/ 0 h 342900"/>
              <a:gd name="connsiteX1052" fmla="*/ 682606 w 10922000"/>
              <a:gd name="connsiteY1052" fmla="*/ 6350 h 342900"/>
              <a:gd name="connsiteX1053" fmla="*/ 733171 w 10922000"/>
              <a:gd name="connsiteY1053" fmla="*/ 6350 h 342900"/>
              <a:gd name="connsiteX1054" fmla="*/ 733171 w 10922000"/>
              <a:gd name="connsiteY1054" fmla="*/ 0 h 342900"/>
              <a:gd name="connsiteX1055" fmla="*/ 632041 w 10922000"/>
              <a:gd name="connsiteY1055" fmla="*/ 0 h 342900"/>
              <a:gd name="connsiteX1056" fmla="*/ 581476 w 10922000"/>
              <a:gd name="connsiteY1056" fmla="*/ 0 h 342900"/>
              <a:gd name="connsiteX1057" fmla="*/ 581476 w 10922000"/>
              <a:gd name="connsiteY1057" fmla="*/ 6350 h 342900"/>
              <a:gd name="connsiteX1058" fmla="*/ 632041 w 10922000"/>
              <a:gd name="connsiteY1058" fmla="*/ 6350 h 342900"/>
              <a:gd name="connsiteX1059" fmla="*/ 632041 w 10922000"/>
              <a:gd name="connsiteY1059" fmla="*/ 0 h 342900"/>
              <a:gd name="connsiteX1060" fmla="*/ 530911 w 10922000"/>
              <a:gd name="connsiteY1060" fmla="*/ 0 h 342900"/>
              <a:gd name="connsiteX1061" fmla="*/ 480346 w 10922000"/>
              <a:gd name="connsiteY1061" fmla="*/ 0 h 342900"/>
              <a:gd name="connsiteX1062" fmla="*/ 480346 w 10922000"/>
              <a:gd name="connsiteY1062" fmla="*/ 6350 h 342900"/>
              <a:gd name="connsiteX1063" fmla="*/ 530911 w 10922000"/>
              <a:gd name="connsiteY1063" fmla="*/ 6350 h 342900"/>
              <a:gd name="connsiteX1064" fmla="*/ 530911 w 10922000"/>
              <a:gd name="connsiteY1064" fmla="*/ 0 h 342900"/>
              <a:gd name="connsiteX1065" fmla="*/ 429781 w 10922000"/>
              <a:gd name="connsiteY1065" fmla="*/ 0 h 342900"/>
              <a:gd name="connsiteX1066" fmla="*/ 379216 w 10922000"/>
              <a:gd name="connsiteY1066" fmla="*/ 0 h 342900"/>
              <a:gd name="connsiteX1067" fmla="*/ 379216 w 10922000"/>
              <a:gd name="connsiteY1067" fmla="*/ 6350 h 342900"/>
              <a:gd name="connsiteX1068" fmla="*/ 429781 w 10922000"/>
              <a:gd name="connsiteY1068" fmla="*/ 6350 h 342900"/>
              <a:gd name="connsiteX1069" fmla="*/ 429781 w 10922000"/>
              <a:gd name="connsiteY1069" fmla="*/ 0 h 342900"/>
              <a:gd name="connsiteX1070" fmla="*/ 328651 w 10922000"/>
              <a:gd name="connsiteY1070" fmla="*/ 0 h 342900"/>
              <a:gd name="connsiteX1071" fmla="*/ 278086 w 10922000"/>
              <a:gd name="connsiteY1071" fmla="*/ 0 h 342900"/>
              <a:gd name="connsiteX1072" fmla="*/ 278086 w 10922000"/>
              <a:gd name="connsiteY1072" fmla="*/ 6350 h 342900"/>
              <a:gd name="connsiteX1073" fmla="*/ 328651 w 10922000"/>
              <a:gd name="connsiteY1073" fmla="*/ 6350 h 342900"/>
              <a:gd name="connsiteX1074" fmla="*/ 328651 w 10922000"/>
              <a:gd name="connsiteY1074" fmla="*/ 0 h 342900"/>
              <a:gd name="connsiteX1075" fmla="*/ 227521 w 10922000"/>
              <a:gd name="connsiteY1075" fmla="*/ 0 h 342900"/>
              <a:gd name="connsiteX1076" fmla="*/ 176955 w 10922000"/>
              <a:gd name="connsiteY1076" fmla="*/ 0 h 342900"/>
              <a:gd name="connsiteX1077" fmla="*/ 176955 w 10922000"/>
              <a:gd name="connsiteY1077" fmla="*/ 6350 h 342900"/>
              <a:gd name="connsiteX1078" fmla="*/ 227521 w 10922000"/>
              <a:gd name="connsiteY1078" fmla="*/ 6350 h 342900"/>
              <a:gd name="connsiteX1079" fmla="*/ 227521 w 10922000"/>
              <a:gd name="connsiteY1079" fmla="*/ 0 h 342900"/>
              <a:gd name="connsiteX1080" fmla="*/ 126390 w 10922000"/>
              <a:gd name="connsiteY1080" fmla="*/ 0 h 342900"/>
              <a:gd name="connsiteX1081" fmla="*/ 75825 w 10922000"/>
              <a:gd name="connsiteY1081" fmla="*/ 0 h 342900"/>
              <a:gd name="connsiteX1082" fmla="*/ 75825 w 10922000"/>
              <a:gd name="connsiteY1082" fmla="*/ 6350 h 342900"/>
              <a:gd name="connsiteX1083" fmla="*/ 126390 w 10922000"/>
              <a:gd name="connsiteY1083" fmla="*/ 6350 h 342900"/>
              <a:gd name="connsiteX1084" fmla="*/ 126390 w 10922000"/>
              <a:gd name="connsiteY1084" fmla="*/ 0 h 342900"/>
              <a:gd name="connsiteX1085" fmla="*/ 25260 w 10922000"/>
              <a:gd name="connsiteY1085" fmla="*/ 0 h 342900"/>
              <a:gd name="connsiteX1086" fmla="*/ 0 w 10922000"/>
              <a:gd name="connsiteY1086" fmla="*/ 0 h 342900"/>
              <a:gd name="connsiteX1087" fmla="*/ 0 w 10922000"/>
              <a:gd name="connsiteY1087" fmla="*/ 6350 h 342900"/>
              <a:gd name="connsiteX1088" fmla="*/ 25260 w 10922000"/>
              <a:gd name="connsiteY1088" fmla="*/ 6350 h 342900"/>
              <a:gd name="connsiteX1089" fmla="*/ 25260 w 10922000"/>
              <a:gd name="connsiteY1089"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342900">
                <a:moveTo>
                  <a:pt x="0" y="342900"/>
                </a:moveTo>
                <a:lnTo>
                  <a:pt x="25279" y="342900"/>
                </a:lnTo>
                <a:lnTo>
                  <a:pt x="25279" y="336550"/>
                </a:lnTo>
                <a:lnTo>
                  <a:pt x="0" y="336550"/>
                </a:lnTo>
                <a:lnTo>
                  <a:pt x="0" y="342900"/>
                </a:lnTo>
                <a:close/>
                <a:moveTo>
                  <a:pt x="75844" y="342900"/>
                </a:moveTo>
                <a:lnTo>
                  <a:pt x="126409" y="342900"/>
                </a:lnTo>
                <a:lnTo>
                  <a:pt x="126409" y="336550"/>
                </a:lnTo>
                <a:lnTo>
                  <a:pt x="75844" y="336550"/>
                </a:lnTo>
                <a:lnTo>
                  <a:pt x="75844" y="342900"/>
                </a:lnTo>
                <a:close/>
                <a:moveTo>
                  <a:pt x="176975" y="342900"/>
                </a:moveTo>
                <a:lnTo>
                  <a:pt x="227540" y="342900"/>
                </a:lnTo>
                <a:lnTo>
                  <a:pt x="227540" y="336550"/>
                </a:lnTo>
                <a:lnTo>
                  <a:pt x="176975" y="336550"/>
                </a:lnTo>
                <a:lnTo>
                  <a:pt x="176975" y="342900"/>
                </a:lnTo>
                <a:close/>
                <a:moveTo>
                  <a:pt x="278105" y="342900"/>
                </a:moveTo>
                <a:lnTo>
                  <a:pt x="328670" y="342900"/>
                </a:lnTo>
                <a:lnTo>
                  <a:pt x="328670" y="336550"/>
                </a:lnTo>
                <a:lnTo>
                  <a:pt x="278105" y="336550"/>
                </a:lnTo>
                <a:lnTo>
                  <a:pt x="278105" y="342900"/>
                </a:lnTo>
                <a:close/>
                <a:moveTo>
                  <a:pt x="379235" y="342900"/>
                </a:moveTo>
                <a:lnTo>
                  <a:pt x="429800" y="342900"/>
                </a:lnTo>
                <a:lnTo>
                  <a:pt x="429800" y="336550"/>
                </a:lnTo>
                <a:lnTo>
                  <a:pt x="379235" y="336550"/>
                </a:lnTo>
                <a:lnTo>
                  <a:pt x="379235" y="342900"/>
                </a:lnTo>
                <a:close/>
                <a:moveTo>
                  <a:pt x="480365" y="342900"/>
                </a:moveTo>
                <a:lnTo>
                  <a:pt x="530930" y="342900"/>
                </a:lnTo>
                <a:lnTo>
                  <a:pt x="530930" y="336550"/>
                </a:lnTo>
                <a:lnTo>
                  <a:pt x="480365" y="336550"/>
                </a:lnTo>
                <a:lnTo>
                  <a:pt x="480365" y="342900"/>
                </a:lnTo>
                <a:close/>
                <a:moveTo>
                  <a:pt x="581495" y="342900"/>
                </a:moveTo>
                <a:lnTo>
                  <a:pt x="632060" y="342900"/>
                </a:lnTo>
                <a:lnTo>
                  <a:pt x="632060" y="336550"/>
                </a:lnTo>
                <a:lnTo>
                  <a:pt x="581495" y="336550"/>
                </a:lnTo>
                <a:lnTo>
                  <a:pt x="581495" y="342900"/>
                </a:lnTo>
                <a:close/>
                <a:moveTo>
                  <a:pt x="682625" y="342900"/>
                </a:moveTo>
                <a:lnTo>
                  <a:pt x="733190" y="342900"/>
                </a:lnTo>
                <a:lnTo>
                  <a:pt x="733190" y="336550"/>
                </a:lnTo>
                <a:lnTo>
                  <a:pt x="682625" y="336550"/>
                </a:lnTo>
                <a:lnTo>
                  <a:pt x="682625" y="342900"/>
                </a:lnTo>
                <a:close/>
                <a:moveTo>
                  <a:pt x="783755" y="342900"/>
                </a:moveTo>
                <a:lnTo>
                  <a:pt x="834320" y="342900"/>
                </a:lnTo>
                <a:lnTo>
                  <a:pt x="834320" y="336550"/>
                </a:lnTo>
                <a:lnTo>
                  <a:pt x="783755" y="336550"/>
                </a:lnTo>
                <a:lnTo>
                  <a:pt x="783755" y="342900"/>
                </a:lnTo>
                <a:close/>
                <a:moveTo>
                  <a:pt x="884885" y="342900"/>
                </a:moveTo>
                <a:lnTo>
                  <a:pt x="935450" y="342900"/>
                </a:lnTo>
                <a:lnTo>
                  <a:pt x="935450" y="336550"/>
                </a:lnTo>
                <a:lnTo>
                  <a:pt x="884885" y="336550"/>
                </a:lnTo>
                <a:lnTo>
                  <a:pt x="884885" y="342900"/>
                </a:lnTo>
                <a:close/>
                <a:moveTo>
                  <a:pt x="986015" y="342900"/>
                </a:moveTo>
                <a:lnTo>
                  <a:pt x="1036580" y="342900"/>
                </a:lnTo>
                <a:lnTo>
                  <a:pt x="1036580" y="336550"/>
                </a:lnTo>
                <a:lnTo>
                  <a:pt x="986015" y="336550"/>
                </a:lnTo>
                <a:lnTo>
                  <a:pt x="986015" y="342900"/>
                </a:lnTo>
                <a:close/>
                <a:moveTo>
                  <a:pt x="1087146" y="342900"/>
                </a:moveTo>
                <a:lnTo>
                  <a:pt x="1137710" y="342900"/>
                </a:lnTo>
                <a:lnTo>
                  <a:pt x="1137710" y="336550"/>
                </a:lnTo>
                <a:lnTo>
                  <a:pt x="1087146" y="336550"/>
                </a:lnTo>
                <a:lnTo>
                  <a:pt x="1087146" y="342900"/>
                </a:lnTo>
                <a:close/>
                <a:moveTo>
                  <a:pt x="1188276" y="342900"/>
                </a:moveTo>
                <a:lnTo>
                  <a:pt x="1238841" y="342900"/>
                </a:lnTo>
                <a:lnTo>
                  <a:pt x="1238841" y="336550"/>
                </a:lnTo>
                <a:lnTo>
                  <a:pt x="1188276" y="336550"/>
                </a:lnTo>
                <a:lnTo>
                  <a:pt x="1188276" y="342900"/>
                </a:lnTo>
                <a:close/>
                <a:moveTo>
                  <a:pt x="1289406" y="342900"/>
                </a:moveTo>
                <a:lnTo>
                  <a:pt x="1339971" y="342900"/>
                </a:lnTo>
                <a:lnTo>
                  <a:pt x="1339971" y="336550"/>
                </a:lnTo>
                <a:lnTo>
                  <a:pt x="1289406" y="336550"/>
                </a:lnTo>
                <a:lnTo>
                  <a:pt x="1289406" y="342900"/>
                </a:lnTo>
                <a:close/>
                <a:moveTo>
                  <a:pt x="1390536" y="342900"/>
                </a:moveTo>
                <a:lnTo>
                  <a:pt x="1441101" y="342900"/>
                </a:lnTo>
                <a:lnTo>
                  <a:pt x="1441101" y="336550"/>
                </a:lnTo>
                <a:lnTo>
                  <a:pt x="1390536" y="336550"/>
                </a:lnTo>
                <a:lnTo>
                  <a:pt x="1390536" y="342900"/>
                </a:lnTo>
                <a:close/>
                <a:moveTo>
                  <a:pt x="1491660" y="342900"/>
                </a:moveTo>
                <a:lnTo>
                  <a:pt x="1542225" y="342900"/>
                </a:lnTo>
                <a:lnTo>
                  <a:pt x="1542225" y="336550"/>
                </a:lnTo>
                <a:lnTo>
                  <a:pt x="1491660" y="336550"/>
                </a:lnTo>
                <a:lnTo>
                  <a:pt x="1491660" y="342900"/>
                </a:lnTo>
                <a:close/>
                <a:moveTo>
                  <a:pt x="1592790" y="342900"/>
                </a:moveTo>
                <a:lnTo>
                  <a:pt x="1643355" y="342900"/>
                </a:lnTo>
                <a:lnTo>
                  <a:pt x="1643355" y="336550"/>
                </a:lnTo>
                <a:lnTo>
                  <a:pt x="1592790" y="336550"/>
                </a:lnTo>
                <a:lnTo>
                  <a:pt x="1592790" y="342900"/>
                </a:lnTo>
                <a:close/>
                <a:moveTo>
                  <a:pt x="1693920" y="342900"/>
                </a:moveTo>
                <a:lnTo>
                  <a:pt x="1744485" y="342900"/>
                </a:lnTo>
                <a:lnTo>
                  <a:pt x="1744485" y="336550"/>
                </a:lnTo>
                <a:lnTo>
                  <a:pt x="1693920" y="336550"/>
                </a:lnTo>
                <a:lnTo>
                  <a:pt x="1693920" y="342900"/>
                </a:lnTo>
                <a:close/>
                <a:moveTo>
                  <a:pt x="1795050" y="342900"/>
                </a:moveTo>
                <a:lnTo>
                  <a:pt x="1845615" y="342900"/>
                </a:lnTo>
                <a:lnTo>
                  <a:pt x="1845615" y="336550"/>
                </a:lnTo>
                <a:lnTo>
                  <a:pt x="1795050" y="336550"/>
                </a:lnTo>
                <a:lnTo>
                  <a:pt x="1795050" y="342900"/>
                </a:lnTo>
                <a:close/>
                <a:moveTo>
                  <a:pt x="1896180" y="342900"/>
                </a:moveTo>
                <a:lnTo>
                  <a:pt x="1946745" y="342900"/>
                </a:lnTo>
                <a:lnTo>
                  <a:pt x="1946745" y="336550"/>
                </a:lnTo>
                <a:lnTo>
                  <a:pt x="1896180" y="336550"/>
                </a:lnTo>
                <a:lnTo>
                  <a:pt x="1896180" y="342900"/>
                </a:lnTo>
                <a:close/>
                <a:moveTo>
                  <a:pt x="1997310" y="342900"/>
                </a:moveTo>
                <a:lnTo>
                  <a:pt x="2047875" y="342900"/>
                </a:lnTo>
                <a:lnTo>
                  <a:pt x="2047875" y="336550"/>
                </a:lnTo>
                <a:lnTo>
                  <a:pt x="1997310" y="336550"/>
                </a:lnTo>
                <a:lnTo>
                  <a:pt x="1997310" y="342900"/>
                </a:lnTo>
                <a:close/>
                <a:moveTo>
                  <a:pt x="2098440" y="342900"/>
                </a:moveTo>
                <a:lnTo>
                  <a:pt x="2149005" y="342900"/>
                </a:lnTo>
                <a:lnTo>
                  <a:pt x="2149005" y="336550"/>
                </a:lnTo>
                <a:lnTo>
                  <a:pt x="2098440" y="336550"/>
                </a:lnTo>
                <a:lnTo>
                  <a:pt x="2098440" y="342900"/>
                </a:lnTo>
                <a:close/>
                <a:moveTo>
                  <a:pt x="2199570" y="342900"/>
                </a:moveTo>
                <a:lnTo>
                  <a:pt x="2250135" y="342900"/>
                </a:lnTo>
                <a:lnTo>
                  <a:pt x="2250135" y="336550"/>
                </a:lnTo>
                <a:lnTo>
                  <a:pt x="2199570" y="336550"/>
                </a:lnTo>
                <a:lnTo>
                  <a:pt x="2199570" y="342900"/>
                </a:lnTo>
                <a:close/>
                <a:moveTo>
                  <a:pt x="2300700" y="342900"/>
                </a:moveTo>
                <a:lnTo>
                  <a:pt x="2351266" y="342900"/>
                </a:lnTo>
                <a:lnTo>
                  <a:pt x="2351266" y="336550"/>
                </a:lnTo>
                <a:lnTo>
                  <a:pt x="2300700" y="336550"/>
                </a:lnTo>
                <a:lnTo>
                  <a:pt x="2300700" y="342900"/>
                </a:lnTo>
                <a:close/>
                <a:moveTo>
                  <a:pt x="2401830" y="342900"/>
                </a:moveTo>
                <a:lnTo>
                  <a:pt x="2452396" y="342900"/>
                </a:lnTo>
                <a:lnTo>
                  <a:pt x="2452396" y="336550"/>
                </a:lnTo>
                <a:lnTo>
                  <a:pt x="2401830" y="336550"/>
                </a:lnTo>
                <a:lnTo>
                  <a:pt x="2401830" y="342900"/>
                </a:lnTo>
                <a:close/>
                <a:moveTo>
                  <a:pt x="2502961" y="342900"/>
                </a:moveTo>
                <a:lnTo>
                  <a:pt x="2553526" y="342900"/>
                </a:lnTo>
                <a:lnTo>
                  <a:pt x="2553526" y="336550"/>
                </a:lnTo>
                <a:lnTo>
                  <a:pt x="2502961" y="336550"/>
                </a:lnTo>
                <a:lnTo>
                  <a:pt x="2502961" y="342900"/>
                </a:lnTo>
                <a:close/>
                <a:moveTo>
                  <a:pt x="2604084" y="342900"/>
                </a:moveTo>
                <a:lnTo>
                  <a:pt x="2654649" y="342900"/>
                </a:lnTo>
                <a:lnTo>
                  <a:pt x="2654649" y="336550"/>
                </a:lnTo>
                <a:lnTo>
                  <a:pt x="2604084" y="336550"/>
                </a:lnTo>
                <a:lnTo>
                  <a:pt x="2604084" y="342900"/>
                </a:lnTo>
                <a:close/>
                <a:moveTo>
                  <a:pt x="2705214" y="342900"/>
                </a:moveTo>
                <a:lnTo>
                  <a:pt x="2755780" y="342900"/>
                </a:lnTo>
                <a:lnTo>
                  <a:pt x="2755780" y="336550"/>
                </a:lnTo>
                <a:lnTo>
                  <a:pt x="2705214" y="336550"/>
                </a:lnTo>
                <a:lnTo>
                  <a:pt x="2705214" y="342900"/>
                </a:lnTo>
                <a:close/>
                <a:moveTo>
                  <a:pt x="2806344" y="342900"/>
                </a:moveTo>
                <a:lnTo>
                  <a:pt x="2856909" y="342900"/>
                </a:lnTo>
                <a:lnTo>
                  <a:pt x="2856909" y="336550"/>
                </a:lnTo>
                <a:lnTo>
                  <a:pt x="2806344" y="336550"/>
                </a:lnTo>
                <a:lnTo>
                  <a:pt x="2806344" y="342900"/>
                </a:lnTo>
                <a:close/>
                <a:moveTo>
                  <a:pt x="2907475" y="342900"/>
                </a:moveTo>
                <a:lnTo>
                  <a:pt x="2958040" y="342900"/>
                </a:lnTo>
                <a:lnTo>
                  <a:pt x="2958040" y="336550"/>
                </a:lnTo>
                <a:lnTo>
                  <a:pt x="2907475" y="336550"/>
                </a:lnTo>
                <a:lnTo>
                  <a:pt x="2907475" y="342900"/>
                </a:lnTo>
                <a:close/>
                <a:moveTo>
                  <a:pt x="3008605" y="342900"/>
                </a:moveTo>
                <a:lnTo>
                  <a:pt x="3059170" y="342900"/>
                </a:lnTo>
                <a:lnTo>
                  <a:pt x="3059170" y="336550"/>
                </a:lnTo>
                <a:lnTo>
                  <a:pt x="3008605" y="336550"/>
                </a:lnTo>
                <a:lnTo>
                  <a:pt x="3008605" y="342900"/>
                </a:lnTo>
                <a:close/>
                <a:moveTo>
                  <a:pt x="3109735" y="342900"/>
                </a:moveTo>
                <a:lnTo>
                  <a:pt x="3160300" y="342900"/>
                </a:lnTo>
                <a:lnTo>
                  <a:pt x="3160300" y="336550"/>
                </a:lnTo>
                <a:lnTo>
                  <a:pt x="3109735" y="336550"/>
                </a:lnTo>
                <a:lnTo>
                  <a:pt x="3109735" y="342900"/>
                </a:lnTo>
                <a:close/>
                <a:moveTo>
                  <a:pt x="3210865" y="342900"/>
                </a:moveTo>
                <a:lnTo>
                  <a:pt x="3261430" y="342900"/>
                </a:lnTo>
                <a:lnTo>
                  <a:pt x="3261430" y="336550"/>
                </a:lnTo>
                <a:lnTo>
                  <a:pt x="3210865" y="336550"/>
                </a:lnTo>
                <a:lnTo>
                  <a:pt x="3210865" y="342900"/>
                </a:lnTo>
                <a:close/>
                <a:moveTo>
                  <a:pt x="3311995" y="342900"/>
                </a:moveTo>
                <a:lnTo>
                  <a:pt x="3362560" y="342900"/>
                </a:lnTo>
                <a:lnTo>
                  <a:pt x="3362560" y="336550"/>
                </a:lnTo>
                <a:lnTo>
                  <a:pt x="3311995" y="336550"/>
                </a:lnTo>
                <a:lnTo>
                  <a:pt x="3311995" y="342900"/>
                </a:lnTo>
                <a:close/>
                <a:moveTo>
                  <a:pt x="3413125" y="342900"/>
                </a:moveTo>
                <a:lnTo>
                  <a:pt x="3463690" y="342900"/>
                </a:lnTo>
                <a:lnTo>
                  <a:pt x="3463690" y="336550"/>
                </a:lnTo>
                <a:lnTo>
                  <a:pt x="3413125" y="336550"/>
                </a:lnTo>
                <a:lnTo>
                  <a:pt x="3413125" y="342900"/>
                </a:lnTo>
                <a:close/>
                <a:moveTo>
                  <a:pt x="3514255" y="342900"/>
                </a:moveTo>
                <a:lnTo>
                  <a:pt x="3564820" y="342900"/>
                </a:lnTo>
                <a:lnTo>
                  <a:pt x="3564820" y="336550"/>
                </a:lnTo>
                <a:lnTo>
                  <a:pt x="3514255" y="336550"/>
                </a:lnTo>
                <a:lnTo>
                  <a:pt x="3514255" y="342900"/>
                </a:lnTo>
                <a:close/>
                <a:moveTo>
                  <a:pt x="3615385" y="342900"/>
                </a:moveTo>
                <a:lnTo>
                  <a:pt x="3665944" y="342900"/>
                </a:lnTo>
                <a:lnTo>
                  <a:pt x="3665944" y="336550"/>
                </a:lnTo>
                <a:lnTo>
                  <a:pt x="3615385" y="336550"/>
                </a:lnTo>
                <a:lnTo>
                  <a:pt x="3615385" y="342900"/>
                </a:lnTo>
                <a:close/>
                <a:moveTo>
                  <a:pt x="3716509" y="342900"/>
                </a:moveTo>
                <a:lnTo>
                  <a:pt x="3767074" y="342900"/>
                </a:lnTo>
                <a:lnTo>
                  <a:pt x="3767074" y="336550"/>
                </a:lnTo>
                <a:lnTo>
                  <a:pt x="3716509" y="336550"/>
                </a:lnTo>
                <a:lnTo>
                  <a:pt x="3716509" y="342900"/>
                </a:lnTo>
                <a:close/>
                <a:moveTo>
                  <a:pt x="3817639" y="342900"/>
                </a:moveTo>
                <a:lnTo>
                  <a:pt x="3868204" y="342900"/>
                </a:lnTo>
                <a:lnTo>
                  <a:pt x="3868204" y="336550"/>
                </a:lnTo>
                <a:lnTo>
                  <a:pt x="3817639" y="336550"/>
                </a:lnTo>
                <a:lnTo>
                  <a:pt x="3817639" y="342900"/>
                </a:lnTo>
                <a:close/>
                <a:moveTo>
                  <a:pt x="3918769" y="342900"/>
                </a:moveTo>
                <a:lnTo>
                  <a:pt x="3969334" y="342900"/>
                </a:lnTo>
                <a:lnTo>
                  <a:pt x="3969334" y="336550"/>
                </a:lnTo>
                <a:lnTo>
                  <a:pt x="3918769" y="336550"/>
                </a:lnTo>
                <a:lnTo>
                  <a:pt x="3918769" y="342900"/>
                </a:lnTo>
                <a:close/>
                <a:moveTo>
                  <a:pt x="4019899" y="342900"/>
                </a:moveTo>
                <a:lnTo>
                  <a:pt x="4070464" y="342900"/>
                </a:lnTo>
                <a:lnTo>
                  <a:pt x="4070464" y="336550"/>
                </a:lnTo>
                <a:lnTo>
                  <a:pt x="4019899" y="336550"/>
                </a:lnTo>
                <a:lnTo>
                  <a:pt x="4019899" y="342900"/>
                </a:lnTo>
                <a:close/>
                <a:moveTo>
                  <a:pt x="4121030" y="342900"/>
                </a:moveTo>
                <a:lnTo>
                  <a:pt x="4171594" y="342900"/>
                </a:lnTo>
                <a:lnTo>
                  <a:pt x="4171594" y="336550"/>
                </a:lnTo>
                <a:lnTo>
                  <a:pt x="4121030" y="336550"/>
                </a:lnTo>
                <a:lnTo>
                  <a:pt x="4121030" y="342900"/>
                </a:lnTo>
                <a:close/>
                <a:moveTo>
                  <a:pt x="4222160" y="342900"/>
                </a:moveTo>
                <a:lnTo>
                  <a:pt x="4272725" y="342900"/>
                </a:lnTo>
                <a:lnTo>
                  <a:pt x="4272725" y="336550"/>
                </a:lnTo>
                <a:lnTo>
                  <a:pt x="4222160" y="336550"/>
                </a:lnTo>
                <a:lnTo>
                  <a:pt x="4222160" y="342900"/>
                </a:lnTo>
                <a:close/>
                <a:moveTo>
                  <a:pt x="4323290" y="342900"/>
                </a:moveTo>
                <a:lnTo>
                  <a:pt x="4373855" y="342900"/>
                </a:lnTo>
                <a:lnTo>
                  <a:pt x="4373855" y="336550"/>
                </a:lnTo>
                <a:lnTo>
                  <a:pt x="4323290" y="336550"/>
                </a:lnTo>
                <a:lnTo>
                  <a:pt x="4323290" y="342900"/>
                </a:lnTo>
                <a:close/>
                <a:moveTo>
                  <a:pt x="4424420" y="342900"/>
                </a:moveTo>
                <a:lnTo>
                  <a:pt x="4474985" y="342900"/>
                </a:lnTo>
                <a:lnTo>
                  <a:pt x="4474985" y="336550"/>
                </a:lnTo>
                <a:lnTo>
                  <a:pt x="4424420" y="336550"/>
                </a:lnTo>
                <a:lnTo>
                  <a:pt x="4424420" y="342900"/>
                </a:lnTo>
                <a:close/>
                <a:moveTo>
                  <a:pt x="4525550" y="342900"/>
                </a:moveTo>
                <a:lnTo>
                  <a:pt x="4576115" y="342900"/>
                </a:lnTo>
                <a:lnTo>
                  <a:pt x="4576115" y="336550"/>
                </a:lnTo>
                <a:lnTo>
                  <a:pt x="4525550" y="336550"/>
                </a:lnTo>
                <a:lnTo>
                  <a:pt x="4525550" y="342900"/>
                </a:lnTo>
                <a:close/>
                <a:moveTo>
                  <a:pt x="4626680" y="342900"/>
                </a:moveTo>
                <a:lnTo>
                  <a:pt x="4677239" y="342900"/>
                </a:lnTo>
                <a:lnTo>
                  <a:pt x="4677239" y="336550"/>
                </a:lnTo>
                <a:lnTo>
                  <a:pt x="4626680" y="336550"/>
                </a:lnTo>
                <a:lnTo>
                  <a:pt x="4626680" y="342900"/>
                </a:lnTo>
                <a:close/>
                <a:moveTo>
                  <a:pt x="4727804" y="342900"/>
                </a:moveTo>
                <a:lnTo>
                  <a:pt x="4778369" y="342900"/>
                </a:lnTo>
                <a:lnTo>
                  <a:pt x="4778369" y="336550"/>
                </a:lnTo>
                <a:lnTo>
                  <a:pt x="4727804" y="336550"/>
                </a:lnTo>
                <a:lnTo>
                  <a:pt x="4727804" y="342900"/>
                </a:lnTo>
                <a:close/>
                <a:moveTo>
                  <a:pt x="4828934" y="342900"/>
                </a:moveTo>
                <a:lnTo>
                  <a:pt x="4879499" y="342900"/>
                </a:lnTo>
                <a:lnTo>
                  <a:pt x="4879499" y="336550"/>
                </a:lnTo>
                <a:lnTo>
                  <a:pt x="4828934" y="336550"/>
                </a:lnTo>
                <a:lnTo>
                  <a:pt x="4828934" y="342900"/>
                </a:lnTo>
                <a:close/>
                <a:moveTo>
                  <a:pt x="4930064" y="342900"/>
                </a:moveTo>
                <a:lnTo>
                  <a:pt x="4980629" y="342900"/>
                </a:lnTo>
                <a:lnTo>
                  <a:pt x="4980629" y="336550"/>
                </a:lnTo>
                <a:lnTo>
                  <a:pt x="4930064" y="336550"/>
                </a:lnTo>
                <a:lnTo>
                  <a:pt x="4930064" y="342900"/>
                </a:lnTo>
                <a:close/>
                <a:moveTo>
                  <a:pt x="5031194" y="342900"/>
                </a:moveTo>
                <a:lnTo>
                  <a:pt x="5081759" y="342900"/>
                </a:lnTo>
                <a:lnTo>
                  <a:pt x="5081759" y="336550"/>
                </a:lnTo>
                <a:lnTo>
                  <a:pt x="5031194" y="336550"/>
                </a:lnTo>
                <a:lnTo>
                  <a:pt x="5031194" y="342900"/>
                </a:lnTo>
                <a:close/>
                <a:moveTo>
                  <a:pt x="5132324" y="342900"/>
                </a:moveTo>
                <a:lnTo>
                  <a:pt x="5182889" y="342900"/>
                </a:lnTo>
                <a:lnTo>
                  <a:pt x="5182889" y="336550"/>
                </a:lnTo>
                <a:lnTo>
                  <a:pt x="5132324" y="336550"/>
                </a:lnTo>
                <a:lnTo>
                  <a:pt x="5132324" y="342900"/>
                </a:lnTo>
                <a:close/>
                <a:moveTo>
                  <a:pt x="5233454" y="342900"/>
                </a:moveTo>
                <a:lnTo>
                  <a:pt x="5284020" y="342900"/>
                </a:lnTo>
                <a:lnTo>
                  <a:pt x="5284020" y="336550"/>
                </a:lnTo>
                <a:lnTo>
                  <a:pt x="5233454" y="336550"/>
                </a:lnTo>
                <a:lnTo>
                  <a:pt x="5233454" y="342900"/>
                </a:lnTo>
                <a:close/>
                <a:moveTo>
                  <a:pt x="5334584" y="342900"/>
                </a:moveTo>
                <a:lnTo>
                  <a:pt x="5385149" y="342900"/>
                </a:lnTo>
                <a:lnTo>
                  <a:pt x="5385149" y="336550"/>
                </a:lnTo>
                <a:lnTo>
                  <a:pt x="5334584" y="336550"/>
                </a:lnTo>
                <a:lnTo>
                  <a:pt x="5334584" y="342900"/>
                </a:lnTo>
                <a:close/>
                <a:moveTo>
                  <a:pt x="5435715" y="342900"/>
                </a:moveTo>
                <a:lnTo>
                  <a:pt x="5486280" y="342900"/>
                </a:lnTo>
                <a:lnTo>
                  <a:pt x="5486280" y="336550"/>
                </a:lnTo>
                <a:lnTo>
                  <a:pt x="5435715" y="336550"/>
                </a:lnTo>
                <a:lnTo>
                  <a:pt x="5435715" y="342900"/>
                </a:lnTo>
                <a:close/>
                <a:moveTo>
                  <a:pt x="5536844" y="342900"/>
                </a:moveTo>
                <a:lnTo>
                  <a:pt x="5587410" y="342900"/>
                </a:lnTo>
                <a:lnTo>
                  <a:pt x="5587410" y="336550"/>
                </a:lnTo>
                <a:lnTo>
                  <a:pt x="5536844" y="336550"/>
                </a:lnTo>
                <a:lnTo>
                  <a:pt x="5536844" y="342900"/>
                </a:lnTo>
                <a:close/>
                <a:moveTo>
                  <a:pt x="5637975" y="342900"/>
                </a:moveTo>
                <a:lnTo>
                  <a:pt x="5688533" y="342900"/>
                </a:lnTo>
                <a:lnTo>
                  <a:pt x="5688533" y="336550"/>
                </a:lnTo>
                <a:lnTo>
                  <a:pt x="5637975" y="336550"/>
                </a:lnTo>
                <a:lnTo>
                  <a:pt x="5637975" y="342900"/>
                </a:lnTo>
                <a:close/>
                <a:moveTo>
                  <a:pt x="5739130" y="342900"/>
                </a:moveTo>
                <a:lnTo>
                  <a:pt x="5789676" y="342900"/>
                </a:lnTo>
                <a:lnTo>
                  <a:pt x="5789676" y="336550"/>
                </a:lnTo>
                <a:lnTo>
                  <a:pt x="5739130" y="336550"/>
                </a:lnTo>
                <a:lnTo>
                  <a:pt x="5739130" y="342900"/>
                </a:lnTo>
                <a:close/>
                <a:moveTo>
                  <a:pt x="5840222" y="342900"/>
                </a:moveTo>
                <a:lnTo>
                  <a:pt x="5890769" y="342900"/>
                </a:lnTo>
                <a:lnTo>
                  <a:pt x="5890769" y="336550"/>
                </a:lnTo>
                <a:lnTo>
                  <a:pt x="5840222" y="336550"/>
                </a:lnTo>
                <a:lnTo>
                  <a:pt x="5840222" y="342900"/>
                </a:lnTo>
                <a:close/>
                <a:moveTo>
                  <a:pt x="5941378" y="342900"/>
                </a:moveTo>
                <a:lnTo>
                  <a:pt x="5991924" y="342900"/>
                </a:lnTo>
                <a:lnTo>
                  <a:pt x="5991924" y="336550"/>
                </a:lnTo>
                <a:lnTo>
                  <a:pt x="5941378" y="336550"/>
                </a:lnTo>
                <a:lnTo>
                  <a:pt x="5941378" y="342900"/>
                </a:lnTo>
                <a:close/>
                <a:moveTo>
                  <a:pt x="6042469" y="342900"/>
                </a:moveTo>
                <a:lnTo>
                  <a:pt x="6093079" y="342900"/>
                </a:lnTo>
                <a:lnTo>
                  <a:pt x="6093079" y="336550"/>
                </a:lnTo>
                <a:lnTo>
                  <a:pt x="6042469" y="336550"/>
                </a:lnTo>
                <a:lnTo>
                  <a:pt x="6042469" y="342900"/>
                </a:lnTo>
                <a:close/>
                <a:moveTo>
                  <a:pt x="6143625" y="342900"/>
                </a:moveTo>
                <a:lnTo>
                  <a:pt x="6194171" y="342900"/>
                </a:lnTo>
                <a:lnTo>
                  <a:pt x="6194171" y="336550"/>
                </a:lnTo>
                <a:lnTo>
                  <a:pt x="6143625" y="336550"/>
                </a:lnTo>
                <a:lnTo>
                  <a:pt x="6143625" y="342900"/>
                </a:lnTo>
                <a:close/>
                <a:moveTo>
                  <a:pt x="6244718" y="342900"/>
                </a:moveTo>
                <a:lnTo>
                  <a:pt x="6295327" y="342900"/>
                </a:lnTo>
                <a:lnTo>
                  <a:pt x="6295327" y="336550"/>
                </a:lnTo>
                <a:lnTo>
                  <a:pt x="6244718" y="336550"/>
                </a:lnTo>
                <a:lnTo>
                  <a:pt x="6244718" y="342900"/>
                </a:lnTo>
                <a:close/>
                <a:moveTo>
                  <a:pt x="6345873" y="342900"/>
                </a:moveTo>
                <a:lnTo>
                  <a:pt x="6396419" y="342900"/>
                </a:lnTo>
                <a:lnTo>
                  <a:pt x="6396419" y="336550"/>
                </a:lnTo>
                <a:lnTo>
                  <a:pt x="6345873" y="336550"/>
                </a:lnTo>
                <a:lnTo>
                  <a:pt x="6345873" y="342900"/>
                </a:lnTo>
                <a:close/>
                <a:moveTo>
                  <a:pt x="6447028" y="342900"/>
                </a:moveTo>
                <a:lnTo>
                  <a:pt x="6497574" y="342900"/>
                </a:lnTo>
                <a:lnTo>
                  <a:pt x="6497574" y="336550"/>
                </a:lnTo>
                <a:lnTo>
                  <a:pt x="6447028" y="336550"/>
                </a:lnTo>
                <a:lnTo>
                  <a:pt x="6447028" y="342900"/>
                </a:lnTo>
                <a:close/>
                <a:moveTo>
                  <a:pt x="6548120" y="342900"/>
                </a:moveTo>
                <a:lnTo>
                  <a:pt x="6598730" y="342900"/>
                </a:lnTo>
                <a:lnTo>
                  <a:pt x="6598730" y="336550"/>
                </a:lnTo>
                <a:lnTo>
                  <a:pt x="6548120" y="336550"/>
                </a:lnTo>
                <a:lnTo>
                  <a:pt x="6548120" y="342900"/>
                </a:lnTo>
                <a:close/>
                <a:moveTo>
                  <a:pt x="6649276" y="342900"/>
                </a:moveTo>
                <a:lnTo>
                  <a:pt x="6699822" y="342900"/>
                </a:lnTo>
                <a:lnTo>
                  <a:pt x="6699822" y="336550"/>
                </a:lnTo>
                <a:lnTo>
                  <a:pt x="6649276" y="336550"/>
                </a:lnTo>
                <a:lnTo>
                  <a:pt x="6649276" y="342900"/>
                </a:lnTo>
                <a:close/>
                <a:moveTo>
                  <a:pt x="6750368" y="342900"/>
                </a:moveTo>
                <a:lnTo>
                  <a:pt x="6800977" y="342900"/>
                </a:lnTo>
                <a:lnTo>
                  <a:pt x="6800977" y="336550"/>
                </a:lnTo>
                <a:lnTo>
                  <a:pt x="6750368" y="336550"/>
                </a:lnTo>
                <a:lnTo>
                  <a:pt x="6750368" y="342900"/>
                </a:lnTo>
                <a:close/>
                <a:moveTo>
                  <a:pt x="6851523" y="342900"/>
                </a:moveTo>
                <a:lnTo>
                  <a:pt x="6902069" y="342900"/>
                </a:lnTo>
                <a:lnTo>
                  <a:pt x="6902069" y="336550"/>
                </a:lnTo>
                <a:lnTo>
                  <a:pt x="6851523" y="336550"/>
                </a:lnTo>
                <a:lnTo>
                  <a:pt x="6851523" y="342900"/>
                </a:lnTo>
                <a:close/>
                <a:moveTo>
                  <a:pt x="6952679" y="342900"/>
                </a:moveTo>
                <a:lnTo>
                  <a:pt x="7003225" y="342900"/>
                </a:lnTo>
                <a:lnTo>
                  <a:pt x="7003225" y="336550"/>
                </a:lnTo>
                <a:lnTo>
                  <a:pt x="6952679" y="336550"/>
                </a:lnTo>
                <a:lnTo>
                  <a:pt x="6952679" y="342900"/>
                </a:lnTo>
                <a:close/>
                <a:moveTo>
                  <a:pt x="7053770" y="342900"/>
                </a:moveTo>
                <a:lnTo>
                  <a:pt x="7104381" y="342900"/>
                </a:lnTo>
                <a:lnTo>
                  <a:pt x="7104381" y="336550"/>
                </a:lnTo>
                <a:lnTo>
                  <a:pt x="7053770" y="336550"/>
                </a:lnTo>
                <a:lnTo>
                  <a:pt x="7053770" y="342900"/>
                </a:lnTo>
                <a:close/>
                <a:moveTo>
                  <a:pt x="7154926" y="342900"/>
                </a:moveTo>
                <a:lnTo>
                  <a:pt x="7205472" y="342900"/>
                </a:lnTo>
                <a:lnTo>
                  <a:pt x="7205472" y="336550"/>
                </a:lnTo>
                <a:lnTo>
                  <a:pt x="7154926" y="336550"/>
                </a:lnTo>
                <a:lnTo>
                  <a:pt x="7154926" y="342900"/>
                </a:lnTo>
                <a:close/>
                <a:moveTo>
                  <a:pt x="7256019" y="342900"/>
                </a:moveTo>
                <a:lnTo>
                  <a:pt x="7306628" y="342900"/>
                </a:lnTo>
                <a:lnTo>
                  <a:pt x="7306628" y="336550"/>
                </a:lnTo>
                <a:lnTo>
                  <a:pt x="7256019" y="336550"/>
                </a:lnTo>
                <a:lnTo>
                  <a:pt x="7256019" y="342900"/>
                </a:lnTo>
                <a:close/>
                <a:moveTo>
                  <a:pt x="7357174" y="342900"/>
                </a:moveTo>
                <a:lnTo>
                  <a:pt x="7407719" y="342900"/>
                </a:lnTo>
                <a:lnTo>
                  <a:pt x="7407719" y="336550"/>
                </a:lnTo>
                <a:lnTo>
                  <a:pt x="7357174" y="336550"/>
                </a:lnTo>
                <a:lnTo>
                  <a:pt x="7357174" y="342900"/>
                </a:lnTo>
                <a:close/>
                <a:moveTo>
                  <a:pt x="7458329" y="342900"/>
                </a:moveTo>
                <a:lnTo>
                  <a:pt x="7508875" y="342900"/>
                </a:lnTo>
                <a:lnTo>
                  <a:pt x="7508875" y="336550"/>
                </a:lnTo>
                <a:lnTo>
                  <a:pt x="7458329" y="336550"/>
                </a:lnTo>
                <a:lnTo>
                  <a:pt x="7458329" y="342900"/>
                </a:lnTo>
                <a:close/>
                <a:moveTo>
                  <a:pt x="7559421" y="342900"/>
                </a:moveTo>
                <a:lnTo>
                  <a:pt x="7610031" y="342900"/>
                </a:lnTo>
                <a:lnTo>
                  <a:pt x="7610031" y="336550"/>
                </a:lnTo>
                <a:lnTo>
                  <a:pt x="7559421" y="336550"/>
                </a:lnTo>
                <a:lnTo>
                  <a:pt x="7559421" y="342900"/>
                </a:lnTo>
                <a:close/>
                <a:moveTo>
                  <a:pt x="7660577" y="342900"/>
                </a:moveTo>
                <a:lnTo>
                  <a:pt x="7711123" y="342900"/>
                </a:lnTo>
                <a:lnTo>
                  <a:pt x="7711123" y="336550"/>
                </a:lnTo>
                <a:lnTo>
                  <a:pt x="7660577" y="336550"/>
                </a:lnTo>
                <a:lnTo>
                  <a:pt x="7660577" y="342900"/>
                </a:lnTo>
                <a:close/>
                <a:moveTo>
                  <a:pt x="7761732" y="342900"/>
                </a:moveTo>
                <a:lnTo>
                  <a:pt x="7812278" y="342900"/>
                </a:lnTo>
                <a:lnTo>
                  <a:pt x="7812278" y="336550"/>
                </a:lnTo>
                <a:lnTo>
                  <a:pt x="7761732" y="336550"/>
                </a:lnTo>
                <a:lnTo>
                  <a:pt x="7761732" y="342900"/>
                </a:lnTo>
                <a:close/>
                <a:moveTo>
                  <a:pt x="7862824" y="342900"/>
                </a:moveTo>
                <a:lnTo>
                  <a:pt x="7913370" y="342900"/>
                </a:lnTo>
                <a:lnTo>
                  <a:pt x="7913370" y="336550"/>
                </a:lnTo>
                <a:lnTo>
                  <a:pt x="7862824" y="336550"/>
                </a:lnTo>
                <a:lnTo>
                  <a:pt x="7862824" y="342900"/>
                </a:lnTo>
                <a:close/>
                <a:moveTo>
                  <a:pt x="7963980" y="342900"/>
                </a:moveTo>
                <a:lnTo>
                  <a:pt x="8014526" y="342900"/>
                </a:lnTo>
                <a:lnTo>
                  <a:pt x="8014526" y="336550"/>
                </a:lnTo>
                <a:lnTo>
                  <a:pt x="7963980" y="336550"/>
                </a:lnTo>
                <a:lnTo>
                  <a:pt x="7963980" y="342900"/>
                </a:lnTo>
                <a:close/>
                <a:moveTo>
                  <a:pt x="8065072" y="342900"/>
                </a:moveTo>
                <a:lnTo>
                  <a:pt x="8115682" y="342900"/>
                </a:lnTo>
                <a:lnTo>
                  <a:pt x="8115682" y="336550"/>
                </a:lnTo>
                <a:lnTo>
                  <a:pt x="8065072" y="336550"/>
                </a:lnTo>
                <a:lnTo>
                  <a:pt x="8065072" y="342900"/>
                </a:lnTo>
                <a:close/>
                <a:moveTo>
                  <a:pt x="8166227" y="342900"/>
                </a:moveTo>
                <a:lnTo>
                  <a:pt x="8216773" y="342900"/>
                </a:lnTo>
                <a:lnTo>
                  <a:pt x="8216773" y="336550"/>
                </a:lnTo>
                <a:lnTo>
                  <a:pt x="8166227" y="336550"/>
                </a:lnTo>
                <a:lnTo>
                  <a:pt x="8166227" y="342900"/>
                </a:lnTo>
                <a:close/>
                <a:moveTo>
                  <a:pt x="8267382" y="342900"/>
                </a:moveTo>
                <a:lnTo>
                  <a:pt x="8317929" y="342900"/>
                </a:lnTo>
                <a:lnTo>
                  <a:pt x="8317929" y="336550"/>
                </a:lnTo>
                <a:lnTo>
                  <a:pt x="8267382" y="336550"/>
                </a:lnTo>
                <a:lnTo>
                  <a:pt x="8267382" y="342900"/>
                </a:lnTo>
                <a:close/>
                <a:moveTo>
                  <a:pt x="8368475" y="342900"/>
                </a:moveTo>
                <a:lnTo>
                  <a:pt x="8419020" y="342900"/>
                </a:lnTo>
                <a:lnTo>
                  <a:pt x="8419020" y="336550"/>
                </a:lnTo>
                <a:lnTo>
                  <a:pt x="8368475" y="336550"/>
                </a:lnTo>
                <a:lnTo>
                  <a:pt x="8368475" y="342900"/>
                </a:lnTo>
                <a:close/>
                <a:moveTo>
                  <a:pt x="8469630" y="342900"/>
                </a:moveTo>
                <a:lnTo>
                  <a:pt x="8520176" y="342900"/>
                </a:lnTo>
                <a:lnTo>
                  <a:pt x="8520176" y="336550"/>
                </a:lnTo>
                <a:lnTo>
                  <a:pt x="8469630" y="336550"/>
                </a:lnTo>
                <a:lnTo>
                  <a:pt x="8469630" y="342900"/>
                </a:lnTo>
                <a:close/>
                <a:moveTo>
                  <a:pt x="8570722" y="342900"/>
                </a:moveTo>
                <a:lnTo>
                  <a:pt x="8621331" y="342900"/>
                </a:lnTo>
                <a:lnTo>
                  <a:pt x="8621331" y="336550"/>
                </a:lnTo>
                <a:lnTo>
                  <a:pt x="8570722" y="336550"/>
                </a:lnTo>
                <a:lnTo>
                  <a:pt x="8570722" y="342900"/>
                </a:lnTo>
                <a:close/>
                <a:moveTo>
                  <a:pt x="8671878" y="342900"/>
                </a:moveTo>
                <a:lnTo>
                  <a:pt x="8722423" y="342900"/>
                </a:lnTo>
                <a:lnTo>
                  <a:pt x="8722423" y="336550"/>
                </a:lnTo>
                <a:lnTo>
                  <a:pt x="8671878" y="336550"/>
                </a:lnTo>
                <a:lnTo>
                  <a:pt x="8671878" y="342900"/>
                </a:lnTo>
                <a:close/>
                <a:moveTo>
                  <a:pt x="8773033" y="342900"/>
                </a:moveTo>
                <a:lnTo>
                  <a:pt x="8823579" y="342900"/>
                </a:lnTo>
                <a:lnTo>
                  <a:pt x="8823579" y="336550"/>
                </a:lnTo>
                <a:lnTo>
                  <a:pt x="8773033" y="336550"/>
                </a:lnTo>
                <a:lnTo>
                  <a:pt x="8773033" y="342900"/>
                </a:lnTo>
                <a:close/>
                <a:moveTo>
                  <a:pt x="8874125" y="342900"/>
                </a:moveTo>
                <a:lnTo>
                  <a:pt x="8924671" y="342900"/>
                </a:lnTo>
                <a:lnTo>
                  <a:pt x="8924671" y="336550"/>
                </a:lnTo>
                <a:lnTo>
                  <a:pt x="8874125" y="336550"/>
                </a:lnTo>
                <a:lnTo>
                  <a:pt x="8874125" y="342900"/>
                </a:lnTo>
                <a:close/>
                <a:moveTo>
                  <a:pt x="8975281" y="342900"/>
                </a:moveTo>
                <a:lnTo>
                  <a:pt x="9025827" y="342900"/>
                </a:lnTo>
                <a:lnTo>
                  <a:pt x="9025827" y="336550"/>
                </a:lnTo>
                <a:lnTo>
                  <a:pt x="8975281" y="336550"/>
                </a:lnTo>
                <a:lnTo>
                  <a:pt x="8975281" y="342900"/>
                </a:lnTo>
                <a:close/>
                <a:moveTo>
                  <a:pt x="9076372" y="342900"/>
                </a:moveTo>
                <a:lnTo>
                  <a:pt x="9126982" y="342900"/>
                </a:lnTo>
                <a:lnTo>
                  <a:pt x="9126982" y="336550"/>
                </a:lnTo>
                <a:lnTo>
                  <a:pt x="9076372" y="336550"/>
                </a:lnTo>
                <a:lnTo>
                  <a:pt x="9076372" y="342900"/>
                </a:lnTo>
                <a:close/>
                <a:moveTo>
                  <a:pt x="9177528" y="342900"/>
                </a:moveTo>
                <a:lnTo>
                  <a:pt x="9228074" y="342900"/>
                </a:lnTo>
                <a:lnTo>
                  <a:pt x="9228074" y="336550"/>
                </a:lnTo>
                <a:lnTo>
                  <a:pt x="9177528" y="336550"/>
                </a:lnTo>
                <a:lnTo>
                  <a:pt x="9177528" y="342900"/>
                </a:lnTo>
                <a:close/>
                <a:moveTo>
                  <a:pt x="9278683" y="342900"/>
                </a:moveTo>
                <a:lnTo>
                  <a:pt x="9329230" y="342900"/>
                </a:lnTo>
                <a:lnTo>
                  <a:pt x="9329230" y="336550"/>
                </a:lnTo>
                <a:lnTo>
                  <a:pt x="9278683" y="336550"/>
                </a:lnTo>
                <a:lnTo>
                  <a:pt x="9278683" y="342900"/>
                </a:lnTo>
                <a:close/>
                <a:moveTo>
                  <a:pt x="9379776" y="342900"/>
                </a:moveTo>
                <a:lnTo>
                  <a:pt x="9430321" y="342900"/>
                </a:lnTo>
                <a:lnTo>
                  <a:pt x="9430321" y="336550"/>
                </a:lnTo>
                <a:lnTo>
                  <a:pt x="9379776" y="336550"/>
                </a:lnTo>
                <a:lnTo>
                  <a:pt x="9379776" y="342900"/>
                </a:lnTo>
                <a:close/>
                <a:moveTo>
                  <a:pt x="9480931" y="342900"/>
                </a:moveTo>
                <a:lnTo>
                  <a:pt x="9531477" y="342900"/>
                </a:lnTo>
                <a:lnTo>
                  <a:pt x="9531477" y="336550"/>
                </a:lnTo>
                <a:lnTo>
                  <a:pt x="9480931" y="336550"/>
                </a:lnTo>
                <a:lnTo>
                  <a:pt x="9480931" y="342900"/>
                </a:lnTo>
                <a:close/>
                <a:moveTo>
                  <a:pt x="9582023" y="342900"/>
                </a:moveTo>
                <a:lnTo>
                  <a:pt x="9632632" y="342900"/>
                </a:lnTo>
                <a:lnTo>
                  <a:pt x="9632632" y="336550"/>
                </a:lnTo>
                <a:lnTo>
                  <a:pt x="9582023" y="336550"/>
                </a:lnTo>
                <a:lnTo>
                  <a:pt x="9582023" y="342900"/>
                </a:lnTo>
                <a:close/>
                <a:moveTo>
                  <a:pt x="9683179" y="342900"/>
                </a:moveTo>
                <a:lnTo>
                  <a:pt x="9733724" y="342900"/>
                </a:lnTo>
                <a:lnTo>
                  <a:pt x="9733724" y="336550"/>
                </a:lnTo>
                <a:lnTo>
                  <a:pt x="9683179" y="336550"/>
                </a:lnTo>
                <a:lnTo>
                  <a:pt x="9683179" y="342900"/>
                </a:lnTo>
                <a:close/>
                <a:moveTo>
                  <a:pt x="9784334" y="342900"/>
                </a:moveTo>
                <a:lnTo>
                  <a:pt x="9834880" y="342900"/>
                </a:lnTo>
                <a:lnTo>
                  <a:pt x="9834880" y="336550"/>
                </a:lnTo>
                <a:lnTo>
                  <a:pt x="9784334" y="336550"/>
                </a:lnTo>
                <a:lnTo>
                  <a:pt x="9784334" y="342900"/>
                </a:lnTo>
                <a:close/>
                <a:moveTo>
                  <a:pt x="9885426" y="342900"/>
                </a:moveTo>
                <a:lnTo>
                  <a:pt x="9935972" y="342900"/>
                </a:lnTo>
                <a:lnTo>
                  <a:pt x="9935972" y="336550"/>
                </a:lnTo>
                <a:lnTo>
                  <a:pt x="9885426" y="336550"/>
                </a:lnTo>
                <a:lnTo>
                  <a:pt x="9885426" y="342900"/>
                </a:lnTo>
                <a:close/>
                <a:moveTo>
                  <a:pt x="9986581" y="342900"/>
                </a:moveTo>
                <a:lnTo>
                  <a:pt x="10037128" y="342900"/>
                </a:lnTo>
                <a:lnTo>
                  <a:pt x="10037128" y="336550"/>
                </a:lnTo>
                <a:lnTo>
                  <a:pt x="9986581" y="336550"/>
                </a:lnTo>
                <a:lnTo>
                  <a:pt x="9986581" y="342900"/>
                </a:lnTo>
                <a:close/>
                <a:moveTo>
                  <a:pt x="10087673" y="342900"/>
                </a:moveTo>
                <a:lnTo>
                  <a:pt x="10138283" y="342900"/>
                </a:lnTo>
                <a:lnTo>
                  <a:pt x="10138283" y="336550"/>
                </a:lnTo>
                <a:lnTo>
                  <a:pt x="10087673" y="336550"/>
                </a:lnTo>
                <a:lnTo>
                  <a:pt x="10087673" y="342900"/>
                </a:lnTo>
                <a:close/>
                <a:moveTo>
                  <a:pt x="10188829" y="342900"/>
                </a:moveTo>
                <a:lnTo>
                  <a:pt x="10239375" y="342900"/>
                </a:lnTo>
                <a:lnTo>
                  <a:pt x="10239375" y="336550"/>
                </a:lnTo>
                <a:lnTo>
                  <a:pt x="10188829" y="336550"/>
                </a:lnTo>
                <a:lnTo>
                  <a:pt x="10188829" y="342900"/>
                </a:lnTo>
                <a:close/>
                <a:moveTo>
                  <a:pt x="10289984" y="342900"/>
                </a:moveTo>
                <a:lnTo>
                  <a:pt x="10340531" y="342900"/>
                </a:lnTo>
                <a:lnTo>
                  <a:pt x="10340531" y="336550"/>
                </a:lnTo>
                <a:lnTo>
                  <a:pt x="10289984" y="336550"/>
                </a:lnTo>
                <a:lnTo>
                  <a:pt x="10289984" y="342900"/>
                </a:lnTo>
                <a:close/>
                <a:moveTo>
                  <a:pt x="10391077" y="342900"/>
                </a:moveTo>
                <a:lnTo>
                  <a:pt x="10441622" y="342900"/>
                </a:lnTo>
                <a:lnTo>
                  <a:pt x="10441622" y="336550"/>
                </a:lnTo>
                <a:lnTo>
                  <a:pt x="10391077" y="336550"/>
                </a:lnTo>
                <a:lnTo>
                  <a:pt x="10391077" y="342900"/>
                </a:lnTo>
                <a:close/>
                <a:moveTo>
                  <a:pt x="10492232" y="342900"/>
                </a:moveTo>
                <a:lnTo>
                  <a:pt x="10542778" y="342900"/>
                </a:lnTo>
                <a:lnTo>
                  <a:pt x="10542778" y="336550"/>
                </a:lnTo>
                <a:lnTo>
                  <a:pt x="10492232" y="336550"/>
                </a:lnTo>
                <a:lnTo>
                  <a:pt x="10492232" y="342900"/>
                </a:lnTo>
                <a:close/>
                <a:moveTo>
                  <a:pt x="10593324" y="342900"/>
                </a:moveTo>
                <a:lnTo>
                  <a:pt x="10643933" y="342900"/>
                </a:lnTo>
                <a:lnTo>
                  <a:pt x="10643933" y="336550"/>
                </a:lnTo>
                <a:lnTo>
                  <a:pt x="10593324" y="336550"/>
                </a:lnTo>
                <a:lnTo>
                  <a:pt x="10593324" y="342900"/>
                </a:lnTo>
                <a:close/>
                <a:moveTo>
                  <a:pt x="10694480" y="342900"/>
                </a:moveTo>
                <a:lnTo>
                  <a:pt x="10745026" y="342900"/>
                </a:lnTo>
                <a:lnTo>
                  <a:pt x="10745026" y="336550"/>
                </a:lnTo>
                <a:lnTo>
                  <a:pt x="10694480" y="336550"/>
                </a:lnTo>
                <a:lnTo>
                  <a:pt x="10694480" y="342900"/>
                </a:lnTo>
                <a:close/>
                <a:moveTo>
                  <a:pt x="10795635" y="342900"/>
                </a:moveTo>
                <a:lnTo>
                  <a:pt x="10846181" y="342900"/>
                </a:lnTo>
                <a:lnTo>
                  <a:pt x="10846181" y="336550"/>
                </a:lnTo>
                <a:lnTo>
                  <a:pt x="10795635" y="336550"/>
                </a:lnTo>
                <a:lnTo>
                  <a:pt x="10795635" y="342900"/>
                </a:lnTo>
                <a:close/>
                <a:moveTo>
                  <a:pt x="10896727" y="342900"/>
                </a:moveTo>
                <a:lnTo>
                  <a:pt x="10922000" y="342900"/>
                </a:lnTo>
                <a:lnTo>
                  <a:pt x="10922000" y="336550"/>
                </a:lnTo>
                <a:lnTo>
                  <a:pt x="10896727" y="336550"/>
                </a:lnTo>
                <a:lnTo>
                  <a:pt x="10896727" y="3429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6" name="任意多边形: 形状 155">
            <a:extLst>
              <a:ext uri="{FF2B5EF4-FFF2-40B4-BE49-F238E27FC236}">
                <a16:creationId xmlns:a16="http://schemas.microsoft.com/office/drawing/2014/main" id="{C299B25F-A4FA-B4C4-DA0D-CE8F901A3C2E}"/>
              </a:ext>
            </a:extLst>
          </p:cNvPr>
          <p:cNvSpPr/>
          <p:nvPr/>
        </p:nvSpPr>
        <p:spPr>
          <a:xfrm>
            <a:off x="635000" y="1466850"/>
            <a:ext cx="10922000" cy="571500"/>
          </a:xfrm>
          <a:custGeom>
            <a:avLst/>
            <a:gdLst>
              <a:gd name="connsiteX0" fmla="*/ 0 w 10922000"/>
              <a:gd name="connsiteY0" fmla="*/ 0 h 571500"/>
              <a:gd name="connsiteX1" fmla="*/ 10922000 w 10922000"/>
              <a:gd name="connsiteY1" fmla="*/ 0 h 571500"/>
              <a:gd name="connsiteX2" fmla="*/ 10922000 w 10922000"/>
              <a:gd name="connsiteY2" fmla="*/ 571500 h 571500"/>
              <a:gd name="connsiteX3" fmla="*/ 0 w 10922000"/>
              <a:gd name="connsiteY3" fmla="*/ 571500 h 571500"/>
              <a:gd name="connsiteX4" fmla="*/ 0 w 10922000"/>
              <a:gd name="connsiteY4" fmla="*/ 0 h 57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571500">
                <a:moveTo>
                  <a:pt x="0" y="0"/>
                </a:moveTo>
                <a:lnTo>
                  <a:pt x="10922000" y="0"/>
                </a:lnTo>
                <a:lnTo>
                  <a:pt x="10922000" y="571500"/>
                </a:lnTo>
                <a:lnTo>
                  <a:pt x="0" y="57150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7" name="任意多边形: 形状 156">
            <a:extLst>
              <a:ext uri="{FF2B5EF4-FFF2-40B4-BE49-F238E27FC236}">
                <a16:creationId xmlns:a16="http://schemas.microsoft.com/office/drawing/2014/main" id="{55EA8E89-5C3E-4E76-3A47-66C5E2216F5F}"/>
              </a:ext>
            </a:extLst>
          </p:cNvPr>
          <p:cNvSpPr/>
          <p:nvPr/>
        </p:nvSpPr>
        <p:spPr>
          <a:xfrm>
            <a:off x="635000" y="1463675"/>
            <a:ext cx="10922000" cy="577850"/>
          </a:xfrm>
          <a:custGeom>
            <a:avLst/>
            <a:gdLst>
              <a:gd name="connsiteX0" fmla="*/ 0 w 10922000"/>
              <a:gd name="connsiteY0" fmla="*/ 577850 h 577850"/>
              <a:gd name="connsiteX1" fmla="*/ 25279 w 10922000"/>
              <a:gd name="connsiteY1" fmla="*/ 577850 h 577850"/>
              <a:gd name="connsiteX2" fmla="*/ 25279 w 10922000"/>
              <a:gd name="connsiteY2" fmla="*/ 571500 h 577850"/>
              <a:gd name="connsiteX3" fmla="*/ 0 w 10922000"/>
              <a:gd name="connsiteY3" fmla="*/ 571500 h 577850"/>
              <a:gd name="connsiteX4" fmla="*/ 0 w 10922000"/>
              <a:gd name="connsiteY4" fmla="*/ 577850 h 577850"/>
              <a:gd name="connsiteX5" fmla="*/ 75844 w 10922000"/>
              <a:gd name="connsiteY5" fmla="*/ 577850 h 577850"/>
              <a:gd name="connsiteX6" fmla="*/ 126409 w 10922000"/>
              <a:gd name="connsiteY6" fmla="*/ 577850 h 577850"/>
              <a:gd name="connsiteX7" fmla="*/ 126409 w 10922000"/>
              <a:gd name="connsiteY7" fmla="*/ 571500 h 577850"/>
              <a:gd name="connsiteX8" fmla="*/ 75844 w 10922000"/>
              <a:gd name="connsiteY8" fmla="*/ 571500 h 577850"/>
              <a:gd name="connsiteX9" fmla="*/ 75844 w 10922000"/>
              <a:gd name="connsiteY9" fmla="*/ 577850 h 577850"/>
              <a:gd name="connsiteX10" fmla="*/ 176975 w 10922000"/>
              <a:gd name="connsiteY10" fmla="*/ 577850 h 577850"/>
              <a:gd name="connsiteX11" fmla="*/ 227540 w 10922000"/>
              <a:gd name="connsiteY11" fmla="*/ 577850 h 577850"/>
              <a:gd name="connsiteX12" fmla="*/ 227540 w 10922000"/>
              <a:gd name="connsiteY12" fmla="*/ 571500 h 577850"/>
              <a:gd name="connsiteX13" fmla="*/ 176975 w 10922000"/>
              <a:gd name="connsiteY13" fmla="*/ 571500 h 577850"/>
              <a:gd name="connsiteX14" fmla="*/ 176975 w 10922000"/>
              <a:gd name="connsiteY14" fmla="*/ 577850 h 577850"/>
              <a:gd name="connsiteX15" fmla="*/ 278105 w 10922000"/>
              <a:gd name="connsiteY15" fmla="*/ 577850 h 577850"/>
              <a:gd name="connsiteX16" fmla="*/ 328670 w 10922000"/>
              <a:gd name="connsiteY16" fmla="*/ 577850 h 577850"/>
              <a:gd name="connsiteX17" fmla="*/ 328670 w 10922000"/>
              <a:gd name="connsiteY17" fmla="*/ 571500 h 577850"/>
              <a:gd name="connsiteX18" fmla="*/ 278105 w 10922000"/>
              <a:gd name="connsiteY18" fmla="*/ 571500 h 577850"/>
              <a:gd name="connsiteX19" fmla="*/ 278105 w 10922000"/>
              <a:gd name="connsiteY19" fmla="*/ 577850 h 577850"/>
              <a:gd name="connsiteX20" fmla="*/ 379235 w 10922000"/>
              <a:gd name="connsiteY20" fmla="*/ 577850 h 577850"/>
              <a:gd name="connsiteX21" fmla="*/ 429800 w 10922000"/>
              <a:gd name="connsiteY21" fmla="*/ 577850 h 577850"/>
              <a:gd name="connsiteX22" fmla="*/ 429800 w 10922000"/>
              <a:gd name="connsiteY22" fmla="*/ 571500 h 577850"/>
              <a:gd name="connsiteX23" fmla="*/ 379235 w 10922000"/>
              <a:gd name="connsiteY23" fmla="*/ 571500 h 577850"/>
              <a:gd name="connsiteX24" fmla="*/ 379235 w 10922000"/>
              <a:gd name="connsiteY24" fmla="*/ 577850 h 577850"/>
              <a:gd name="connsiteX25" fmla="*/ 480365 w 10922000"/>
              <a:gd name="connsiteY25" fmla="*/ 577850 h 577850"/>
              <a:gd name="connsiteX26" fmla="*/ 530930 w 10922000"/>
              <a:gd name="connsiteY26" fmla="*/ 577850 h 577850"/>
              <a:gd name="connsiteX27" fmla="*/ 530930 w 10922000"/>
              <a:gd name="connsiteY27" fmla="*/ 571500 h 577850"/>
              <a:gd name="connsiteX28" fmla="*/ 480365 w 10922000"/>
              <a:gd name="connsiteY28" fmla="*/ 571500 h 577850"/>
              <a:gd name="connsiteX29" fmla="*/ 480365 w 10922000"/>
              <a:gd name="connsiteY29" fmla="*/ 577850 h 577850"/>
              <a:gd name="connsiteX30" fmla="*/ 581495 w 10922000"/>
              <a:gd name="connsiteY30" fmla="*/ 577850 h 577850"/>
              <a:gd name="connsiteX31" fmla="*/ 632060 w 10922000"/>
              <a:gd name="connsiteY31" fmla="*/ 577850 h 577850"/>
              <a:gd name="connsiteX32" fmla="*/ 632060 w 10922000"/>
              <a:gd name="connsiteY32" fmla="*/ 571500 h 577850"/>
              <a:gd name="connsiteX33" fmla="*/ 581495 w 10922000"/>
              <a:gd name="connsiteY33" fmla="*/ 571500 h 577850"/>
              <a:gd name="connsiteX34" fmla="*/ 581495 w 10922000"/>
              <a:gd name="connsiteY34" fmla="*/ 577850 h 577850"/>
              <a:gd name="connsiteX35" fmla="*/ 682625 w 10922000"/>
              <a:gd name="connsiteY35" fmla="*/ 577850 h 577850"/>
              <a:gd name="connsiteX36" fmla="*/ 733190 w 10922000"/>
              <a:gd name="connsiteY36" fmla="*/ 577850 h 577850"/>
              <a:gd name="connsiteX37" fmla="*/ 733190 w 10922000"/>
              <a:gd name="connsiteY37" fmla="*/ 571500 h 577850"/>
              <a:gd name="connsiteX38" fmla="*/ 682625 w 10922000"/>
              <a:gd name="connsiteY38" fmla="*/ 571500 h 577850"/>
              <a:gd name="connsiteX39" fmla="*/ 682625 w 10922000"/>
              <a:gd name="connsiteY39" fmla="*/ 577850 h 577850"/>
              <a:gd name="connsiteX40" fmla="*/ 783755 w 10922000"/>
              <a:gd name="connsiteY40" fmla="*/ 577850 h 577850"/>
              <a:gd name="connsiteX41" fmla="*/ 834320 w 10922000"/>
              <a:gd name="connsiteY41" fmla="*/ 577850 h 577850"/>
              <a:gd name="connsiteX42" fmla="*/ 834320 w 10922000"/>
              <a:gd name="connsiteY42" fmla="*/ 571500 h 577850"/>
              <a:gd name="connsiteX43" fmla="*/ 783755 w 10922000"/>
              <a:gd name="connsiteY43" fmla="*/ 571500 h 577850"/>
              <a:gd name="connsiteX44" fmla="*/ 783755 w 10922000"/>
              <a:gd name="connsiteY44" fmla="*/ 577850 h 577850"/>
              <a:gd name="connsiteX45" fmla="*/ 884885 w 10922000"/>
              <a:gd name="connsiteY45" fmla="*/ 577850 h 577850"/>
              <a:gd name="connsiteX46" fmla="*/ 935450 w 10922000"/>
              <a:gd name="connsiteY46" fmla="*/ 577850 h 577850"/>
              <a:gd name="connsiteX47" fmla="*/ 935450 w 10922000"/>
              <a:gd name="connsiteY47" fmla="*/ 571500 h 577850"/>
              <a:gd name="connsiteX48" fmla="*/ 884885 w 10922000"/>
              <a:gd name="connsiteY48" fmla="*/ 571500 h 577850"/>
              <a:gd name="connsiteX49" fmla="*/ 884885 w 10922000"/>
              <a:gd name="connsiteY49" fmla="*/ 577850 h 577850"/>
              <a:gd name="connsiteX50" fmla="*/ 986015 w 10922000"/>
              <a:gd name="connsiteY50" fmla="*/ 577850 h 577850"/>
              <a:gd name="connsiteX51" fmla="*/ 1036580 w 10922000"/>
              <a:gd name="connsiteY51" fmla="*/ 577850 h 577850"/>
              <a:gd name="connsiteX52" fmla="*/ 1036580 w 10922000"/>
              <a:gd name="connsiteY52" fmla="*/ 571500 h 577850"/>
              <a:gd name="connsiteX53" fmla="*/ 986015 w 10922000"/>
              <a:gd name="connsiteY53" fmla="*/ 571500 h 577850"/>
              <a:gd name="connsiteX54" fmla="*/ 986015 w 10922000"/>
              <a:gd name="connsiteY54" fmla="*/ 577850 h 577850"/>
              <a:gd name="connsiteX55" fmla="*/ 1087146 w 10922000"/>
              <a:gd name="connsiteY55" fmla="*/ 577850 h 577850"/>
              <a:gd name="connsiteX56" fmla="*/ 1137710 w 10922000"/>
              <a:gd name="connsiteY56" fmla="*/ 577850 h 577850"/>
              <a:gd name="connsiteX57" fmla="*/ 1137710 w 10922000"/>
              <a:gd name="connsiteY57" fmla="*/ 571500 h 577850"/>
              <a:gd name="connsiteX58" fmla="*/ 1087146 w 10922000"/>
              <a:gd name="connsiteY58" fmla="*/ 571500 h 577850"/>
              <a:gd name="connsiteX59" fmla="*/ 1087146 w 10922000"/>
              <a:gd name="connsiteY59" fmla="*/ 577850 h 577850"/>
              <a:gd name="connsiteX60" fmla="*/ 1188276 w 10922000"/>
              <a:gd name="connsiteY60" fmla="*/ 577850 h 577850"/>
              <a:gd name="connsiteX61" fmla="*/ 1238841 w 10922000"/>
              <a:gd name="connsiteY61" fmla="*/ 577850 h 577850"/>
              <a:gd name="connsiteX62" fmla="*/ 1238841 w 10922000"/>
              <a:gd name="connsiteY62" fmla="*/ 571500 h 577850"/>
              <a:gd name="connsiteX63" fmla="*/ 1188276 w 10922000"/>
              <a:gd name="connsiteY63" fmla="*/ 571500 h 577850"/>
              <a:gd name="connsiteX64" fmla="*/ 1188276 w 10922000"/>
              <a:gd name="connsiteY64" fmla="*/ 577850 h 577850"/>
              <a:gd name="connsiteX65" fmla="*/ 1289406 w 10922000"/>
              <a:gd name="connsiteY65" fmla="*/ 577850 h 577850"/>
              <a:gd name="connsiteX66" fmla="*/ 1339971 w 10922000"/>
              <a:gd name="connsiteY66" fmla="*/ 577850 h 577850"/>
              <a:gd name="connsiteX67" fmla="*/ 1339971 w 10922000"/>
              <a:gd name="connsiteY67" fmla="*/ 571500 h 577850"/>
              <a:gd name="connsiteX68" fmla="*/ 1289406 w 10922000"/>
              <a:gd name="connsiteY68" fmla="*/ 571500 h 577850"/>
              <a:gd name="connsiteX69" fmla="*/ 1289406 w 10922000"/>
              <a:gd name="connsiteY69" fmla="*/ 577850 h 577850"/>
              <a:gd name="connsiteX70" fmla="*/ 1390536 w 10922000"/>
              <a:gd name="connsiteY70" fmla="*/ 577850 h 577850"/>
              <a:gd name="connsiteX71" fmla="*/ 1441101 w 10922000"/>
              <a:gd name="connsiteY71" fmla="*/ 577850 h 577850"/>
              <a:gd name="connsiteX72" fmla="*/ 1441101 w 10922000"/>
              <a:gd name="connsiteY72" fmla="*/ 571500 h 577850"/>
              <a:gd name="connsiteX73" fmla="*/ 1390536 w 10922000"/>
              <a:gd name="connsiteY73" fmla="*/ 571500 h 577850"/>
              <a:gd name="connsiteX74" fmla="*/ 1390536 w 10922000"/>
              <a:gd name="connsiteY74" fmla="*/ 577850 h 577850"/>
              <a:gd name="connsiteX75" fmla="*/ 1491660 w 10922000"/>
              <a:gd name="connsiteY75" fmla="*/ 577850 h 577850"/>
              <a:gd name="connsiteX76" fmla="*/ 1542225 w 10922000"/>
              <a:gd name="connsiteY76" fmla="*/ 577850 h 577850"/>
              <a:gd name="connsiteX77" fmla="*/ 1542225 w 10922000"/>
              <a:gd name="connsiteY77" fmla="*/ 571500 h 577850"/>
              <a:gd name="connsiteX78" fmla="*/ 1491660 w 10922000"/>
              <a:gd name="connsiteY78" fmla="*/ 571500 h 577850"/>
              <a:gd name="connsiteX79" fmla="*/ 1491660 w 10922000"/>
              <a:gd name="connsiteY79" fmla="*/ 577850 h 577850"/>
              <a:gd name="connsiteX80" fmla="*/ 1592790 w 10922000"/>
              <a:gd name="connsiteY80" fmla="*/ 577850 h 577850"/>
              <a:gd name="connsiteX81" fmla="*/ 1643355 w 10922000"/>
              <a:gd name="connsiteY81" fmla="*/ 577850 h 577850"/>
              <a:gd name="connsiteX82" fmla="*/ 1643355 w 10922000"/>
              <a:gd name="connsiteY82" fmla="*/ 571500 h 577850"/>
              <a:gd name="connsiteX83" fmla="*/ 1592790 w 10922000"/>
              <a:gd name="connsiteY83" fmla="*/ 571500 h 577850"/>
              <a:gd name="connsiteX84" fmla="*/ 1592790 w 10922000"/>
              <a:gd name="connsiteY84" fmla="*/ 577850 h 577850"/>
              <a:gd name="connsiteX85" fmla="*/ 1693920 w 10922000"/>
              <a:gd name="connsiteY85" fmla="*/ 577850 h 577850"/>
              <a:gd name="connsiteX86" fmla="*/ 1744485 w 10922000"/>
              <a:gd name="connsiteY86" fmla="*/ 577850 h 577850"/>
              <a:gd name="connsiteX87" fmla="*/ 1744485 w 10922000"/>
              <a:gd name="connsiteY87" fmla="*/ 571500 h 577850"/>
              <a:gd name="connsiteX88" fmla="*/ 1693920 w 10922000"/>
              <a:gd name="connsiteY88" fmla="*/ 571500 h 577850"/>
              <a:gd name="connsiteX89" fmla="*/ 1693920 w 10922000"/>
              <a:gd name="connsiteY89" fmla="*/ 577850 h 577850"/>
              <a:gd name="connsiteX90" fmla="*/ 1795050 w 10922000"/>
              <a:gd name="connsiteY90" fmla="*/ 577850 h 577850"/>
              <a:gd name="connsiteX91" fmla="*/ 1845615 w 10922000"/>
              <a:gd name="connsiteY91" fmla="*/ 577850 h 577850"/>
              <a:gd name="connsiteX92" fmla="*/ 1845615 w 10922000"/>
              <a:gd name="connsiteY92" fmla="*/ 571500 h 577850"/>
              <a:gd name="connsiteX93" fmla="*/ 1795050 w 10922000"/>
              <a:gd name="connsiteY93" fmla="*/ 571500 h 577850"/>
              <a:gd name="connsiteX94" fmla="*/ 1795050 w 10922000"/>
              <a:gd name="connsiteY94" fmla="*/ 577850 h 577850"/>
              <a:gd name="connsiteX95" fmla="*/ 1896180 w 10922000"/>
              <a:gd name="connsiteY95" fmla="*/ 577850 h 577850"/>
              <a:gd name="connsiteX96" fmla="*/ 1946745 w 10922000"/>
              <a:gd name="connsiteY96" fmla="*/ 577850 h 577850"/>
              <a:gd name="connsiteX97" fmla="*/ 1946745 w 10922000"/>
              <a:gd name="connsiteY97" fmla="*/ 571500 h 577850"/>
              <a:gd name="connsiteX98" fmla="*/ 1896180 w 10922000"/>
              <a:gd name="connsiteY98" fmla="*/ 571500 h 577850"/>
              <a:gd name="connsiteX99" fmla="*/ 1896180 w 10922000"/>
              <a:gd name="connsiteY99" fmla="*/ 577850 h 577850"/>
              <a:gd name="connsiteX100" fmla="*/ 1997310 w 10922000"/>
              <a:gd name="connsiteY100" fmla="*/ 577850 h 577850"/>
              <a:gd name="connsiteX101" fmla="*/ 2047875 w 10922000"/>
              <a:gd name="connsiteY101" fmla="*/ 577850 h 577850"/>
              <a:gd name="connsiteX102" fmla="*/ 2047875 w 10922000"/>
              <a:gd name="connsiteY102" fmla="*/ 571500 h 577850"/>
              <a:gd name="connsiteX103" fmla="*/ 1997310 w 10922000"/>
              <a:gd name="connsiteY103" fmla="*/ 571500 h 577850"/>
              <a:gd name="connsiteX104" fmla="*/ 1997310 w 10922000"/>
              <a:gd name="connsiteY104" fmla="*/ 577850 h 577850"/>
              <a:gd name="connsiteX105" fmla="*/ 2098440 w 10922000"/>
              <a:gd name="connsiteY105" fmla="*/ 577850 h 577850"/>
              <a:gd name="connsiteX106" fmla="*/ 2149005 w 10922000"/>
              <a:gd name="connsiteY106" fmla="*/ 577850 h 577850"/>
              <a:gd name="connsiteX107" fmla="*/ 2149005 w 10922000"/>
              <a:gd name="connsiteY107" fmla="*/ 571500 h 577850"/>
              <a:gd name="connsiteX108" fmla="*/ 2098440 w 10922000"/>
              <a:gd name="connsiteY108" fmla="*/ 571500 h 577850"/>
              <a:gd name="connsiteX109" fmla="*/ 2098440 w 10922000"/>
              <a:gd name="connsiteY109" fmla="*/ 577850 h 577850"/>
              <a:gd name="connsiteX110" fmla="*/ 2199570 w 10922000"/>
              <a:gd name="connsiteY110" fmla="*/ 577850 h 577850"/>
              <a:gd name="connsiteX111" fmla="*/ 2250135 w 10922000"/>
              <a:gd name="connsiteY111" fmla="*/ 577850 h 577850"/>
              <a:gd name="connsiteX112" fmla="*/ 2250135 w 10922000"/>
              <a:gd name="connsiteY112" fmla="*/ 571500 h 577850"/>
              <a:gd name="connsiteX113" fmla="*/ 2199570 w 10922000"/>
              <a:gd name="connsiteY113" fmla="*/ 571500 h 577850"/>
              <a:gd name="connsiteX114" fmla="*/ 2199570 w 10922000"/>
              <a:gd name="connsiteY114" fmla="*/ 577850 h 577850"/>
              <a:gd name="connsiteX115" fmla="*/ 2300700 w 10922000"/>
              <a:gd name="connsiteY115" fmla="*/ 577850 h 577850"/>
              <a:gd name="connsiteX116" fmla="*/ 2351266 w 10922000"/>
              <a:gd name="connsiteY116" fmla="*/ 577850 h 577850"/>
              <a:gd name="connsiteX117" fmla="*/ 2351266 w 10922000"/>
              <a:gd name="connsiteY117" fmla="*/ 571500 h 577850"/>
              <a:gd name="connsiteX118" fmla="*/ 2300700 w 10922000"/>
              <a:gd name="connsiteY118" fmla="*/ 571500 h 577850"/>
              <a:gd name="connsiteX119" fmla="*/ 2300700 w 10922000"/>
              <a:gd name="connsiteY119" fmla="*/ 577850 h 577850"/>
              <a:gd name="connsiteX120" fmla="*/ 2401830 w 10922000"/>
              <a:gd name="connsiteY120" fmla="*/ 577850 h 577850"/>
              <a:gd name="connsiteX121" fmla="*/ 2452396 w 10922000"/>
              <a:gd name="connsiteY121" fmla="*/ 577850 h 577850"/>
              <a:gd name="connsiteX122" fmla="*/ 2452396 w 10922000"/>
              <a:gd name="connsiteY122" fmla="*/ 571500 h 577850"/>
              <a:gd name="connsiteX123" fmla="*/ 2401830 w 10922000"/>
              <a:gd name="connsiteY123" fmla="*/ 571500 h 577850"/>
              <a:gd name="connsiteX124" fmla="*/ 2401830 w 10922000"/>
              <a:gd name="connsiteY124" fmla="*/ 577850 h 577850"/>
              <a:gd name="connsiteX125" fmla="*/ 2502961 w 10922000"/>
              <a:gd name="connsiteY125" fmla="*/ 577850 h 577850"/>
              <a:gd name="connsiteX126" fmla="*/ 2553526 w 10922000"/>
              <a:gd name="connsiteY126" fmla="*/ 577850 h 577850"/>
              <a:gd name="connsiteX127" fmla="*/ 2553526 w 10922000"/>
              <a:gd name="connsiteY127" fmla="*/ 571500 h 577850"/>
              <a:gd name="connsiteX128" fmla="*/ 2502961 w 10922000"/>
              <a:gd name="connsiteY128" fmla="*/ 571500 h 577850"/>
              <a:gd name="connsiteX129" fmla="*/ 2502961 w 10922000"/>
              <a:gd name="connsiteY129" fmla="*/ 577850 h 577850"/>
              <a:gd name="connsiteX130" fmla="*/ 2604084 w 10922000"/>
              <a:gd name="connsiteY130" fmla="*/ 577850 h 577850"/>
              <a:gd name="connsiteX131" fmla="*/ 2654649 w 10922000"/>
              <a:gd name="connsiteY131" fmla="*/ 577850 h 577850"/>
              <a:gd name="connsiteX132" fmla="*/ 2654649 w 10922000"/>
              <a:gd name="connsiteY132" fmla="*/ 571500 h 577850"/>
              <a:gd name="connsiteX133" fmla="*/ 2604084 w 10922000"/>
              <a:gd name="connsiteY133" fmla="*/ 571500 h 577850"/>
              <a:gd name="connsiteX134" fmla="*/ 2604084 w 10922000"/>
              <a:gd name="connsiteY134" fmla="*/ 577850 h 577850"/>
              <a:gd name="connsiteX135" fmla="*/ 2705214 w 10922000"/>
              <a:gd name="connsiteY135" fmla="*/ 577850 h 577850"/>
              <a:gd name="connsiteX136" fmla="*/ 2755780 w 10922000"/>
              <a:gd name="connsiteY136" fmla="*/ 577850 h 577850"/>
              <a:gd name="connsiteX137" fmla="*/ 2755780 w 10922000"/>
              <a:gd name="connsiteY137" fmla="*/ 571500 h 577850"/>
              <a:gd name="connsiteX138" fmla="*/ 2705214 w 10922000"/>
              <a:gd name="connsiteY138" fmla="*/ 571500 h 577850"/>
              <a:gd name="connsiteX139" fmla="*/ 2705214 w 10922000"/>
              <a:gd name="connsiteY139" fmla="*/ 577850 h 577850"/>
              <a:gd name="connsiteX140" fmla="*/ 2806344 w 10922000"/>
              <a:gd name="connsiteY140" fmla="*/ 577850 h 577850"/>
              <a:gd name="connsiteX141" fmla="*/ 2856909 w 10922000"/>
              <a:gd name="connsiteY141" fmla="*/ 577850 h 577850"/>
              <a:gd name="connsiteX142" fmla="*/ 2856909 w 10922000"/>
              <a:gd name="connsiteY142" fmla="*/ 571500 h 577850"/>
              <a:gd name="connsiteX143" fmla="*/ 2806344 w 10922000"/>
              <a:gd name="connsiteY143" fmla="*/ 571500 h 577850"/>
              <a:gd name="connsiteX144" fmla="*/ 2806344 w 10922000"/>
              <a:gd name="connsiteY144" fmla="*/ 577850 h 577850"/>
              <a:gd name="connsiteX145" fmla="*/ 2907475 w 10922000"/>
              <a:gd name="connsiteY145" fmla="*/ 577850 h 577850"/>
              <a:gd name="connsiteX146" fmla="*/ 2958040 w 10922000"/>
              <a:gd name="connsiteY146" fmla="*/ 577850 h 577850"/>
              <a:gd name="connsiteX147" fmla="*/ 2958040 w 10922000"/>
              <a:gd name="connsiteY147" fmla="*/ 571500 h 577850"/>
              <a:gd name="connsiteX148" fmla="*/ 2907475 w 10922000"/>
              <a:gd name="connsiteY148" fmla="*/ 571500 h 577850"/>
              <a:gd name="connsiteX149" fmla="*/ 2907475 w 10922000"/>
              <a:gd name="connsiteY149" fmla="*/ 577850 h 577850"/>
              <a:gd name="connsiteX150" fmla="*/ 3008605 w 10922000"/>
              <a:gd name="connsiteY150" fmla="*/ 577850 h 577850"/>
              <a:gd name="connsiteX151" fmla="*/ 3059170 w 10922000"/>
              <a:gd name="connsiteY151" fmla="*/ 577850 h 577850"/>
              <a:gd name="connsiteX152" fmla="*/ 3059170 w 10922000"/>
              <a:gd name="connsiteY152" fmla="*/ 571500 h 577850"/>
              <a:gd name="connsiteX153" fmla="*/ 3008605 w 10922000"/>
              <a:gd name="connsiteY153" fmla="*/ 571500 h 577850"/>
              <a:gd name="connsiteX154" fmla="*/ 3008605 w 10922000"/>
              <a:gd name="connsiteY154" fmla="*/ 577850 h 577850"/>
              <a:gd name="connsiteX155" fmla="*/ 3109735 w 10922000"/>
              <a:gd name="connsiteY155" fmla="*/ 577850 h 577850"/>
              <a:gd name="connsiteX156" fmla="*/ 3160300 w 10922000"/>
              <a:gd name="connsiteY156" fmla="*/ 577850 h 577850"/>
              <a:gd name="connsiteX157" fmla="*/ 3160300 w 10922000"/>
              <a:gd name="connsiteY157" fmla="*/ 571500 h 577850"/>
              <a:gd name="connsiteX158" fmla="*/ 3109735 w 10922000"/>
              <a:gd name="connsiteY158" fmla="*/ 571500 h 577850"/>
              <a:gd name="connsiteX159" fmla="*/ 3109735 w 10922000"/>
              <a:gd name="connsiteY159" fmla="*/ 577850 h 577850"/>
              <a:gd name="connsiteX160" fmla="*/ 3210865 w 10922000"/>
              <a:gd name="connsiteY160" fmla="*/ 577850 h 577850"/>
              <a:gd name="connsiteX161" fmla="*/ 3261430 w 10922000"/>
              <a:gd name="connsiteY161" fmla="*/ 577850 h 577850"/>
              <a:gd name="connsiteX162" fmla="*/ 3261430 w 10922000"/>
              <a:gd name="connsiteY162" fmla="*/ 571500 h 577850"/>
              <a:gd name="connsiteX163" fmla="*/ 3210865 w 10922000"/>
              <a:gd name="connsiteY163" fmla="*/ 571500 h 577850"/>
              <a:gd name="connsiteX164" fmla="*/ 3210865 w 10922000"/>
              <a:gd name="connsiteY164" fmla="*/ 577850 h 577850"/>
              <a:gd name="connsiteX165" fmla="*/ 3311995 w 10922000"/>
              <a:gd name="connsiteY165" fmla="*/ 577850 h 577850"/>
              <a:gd name="connsiteX166" fmla="*/ 3362560 w 10922000"/>
              <a:gd name="connsiteY166" fmla="*/ 577850 h 577850"/>
              <a:gd name="connsiteX167" fmla="*/ 3362560 w 10922000"/>
              <a:gd name="connsiteY167" fmla="*/ 571500 h 577850"/>
              <a:gd name="connsiteX168" fmla="*/ 3311995 w 10922000"/>
              <a:gd name="connsiteY168" fmla="*/ 571500 h 577850"/>
              <a:gd name="connsiteX169" fmla="*/ 3311995 w 10922000"/>
              <a:gd name="connsiteY169" fmla="*/ 577850 h 577850"/>
              <a:gd name="connsiteX170" fmla="*/ 3413125 w 10922000"/>
              <a:gd name="connsiteY170" fmla="*/ 577850 h 577850"/>
              <a:gd name="connsiteX171" fmla="*/ 3463690 w 10922000"/>
              <a:gd name="connsiteY171" fmla="*/ 577850 h 577850"/>
              <a:gd name="connsiteX172" fmla="*/ 3463690 w 10922000"/>
              <a:gd name="connsiteY172" fmla="*/ 571500 h 577850"/>
              <a:gd name="connsiteX173" fmla="*/ 3413125 w 10922000"/>
              <a:gd name="connsiteY173" fmla="*/ 571500 h 577850"/>
              <a:gd name="connsiteX174" fmla="*/ 3413125 w 10922000"/>
              <a:gd name="connsiteY174" fmla="*/ 577850 h 577850"/>
              <a:gd name="connsiteX175" fmla="*/ 3514255 w 10922000"/>
              <a:gd name="connsiteY175" fmla="*/ 577850 h 577850"/>
              <a:gd name="connsiteX176" fmla="*/ 3564820 w 10922000"/>
              <a:gd name="connsiteY176" fmla="*/ 577850 h 577850"/>
              <a:gd name="connsiteX177" fmla="*/ 3564820 w 10922000"/>
              <a:gd name="connsiteY177" fmla="*/ 571500 h 577850"/>
              <a:gd name="connsiteX178" fmla="*/ 3514255 w 10922000"/>
              <a:gd name="connsiteY178" fmla="*/ 571500 h 577850"/>
              <a:gd name="connsiteX179" fmla="*/ 3514255 w 10922000"/>
              <a:gd name="connsiteY179" fmla="*/ 577850 h 577850"/>
              <a:gd name="connsiteX180" fmla="*/ 3615385 w 10922000"/>
              <a:gd name="connsiteY180" fmla="*/ 577850 h 577850"/>
              <a:gd name="connsiteX181" fmla="*/ 3665944 w 10922000"/>
              <a:gd name="connsiteY181" fmla="*/ 577850 h 577850"/>
              <a:gd name="connsiteX182" fmla="*/ 3665944 w 10922000"/>
              <a:gd name="connsiteY182" fmla="*/ 571500 h 577850"/>
              <a:gd name="connsiteX183" fmla="*/ 3615385 w 10922000"/>
              <a:gd name="connsiteY183" fmla="*/ 571500 h 577850"/>
              <a:gd name="connsiteX184" fmla="*/ 3615385 w 10922000"/>
              <a:gd name="connsiteY184" fmla="*/ 577850 h 577850"/>
              <a:gd name="connsiteX185" fmla="*/ 3716509 w 10922000"/>
              <a:gd name="connsiteY185" fmla="*/ 577850 h 577850"/>
              <a:gd name="connsiteX186" fmla="*/ 3767074 w 10922000"/>
              <a:gd name="connsiteY186" fmla="*/ 577850 h 577850"/>
              <a:gd name="connsiteX187" fmla="*/ 3767074 w 10922000"/>
              <a:gd name="connsiteY187" fmla="*/ 571500 h 577850"/>
              <a:gd name="connsiteX188" fmla="*/ 3716509 w 10922000"/>
              <a:gd name="connsiteY188" fmla="*/ 571500 h 577850"/>
              <a:gd name="connsiteX189" fmla="*/ 3716509 w 10922000"/>
              <a:gd name="connsiteY189" fmla="*/ 577850 h 577850"/>
              <a:gd name="connsiteX190" fmla="*/ 3817639 w 10922000"/>
              <a:gd name="connsiteY190" fmla="*/ 577850 h 577850"/>
              <a:gd name="connsiteX191" fmla="*/ 3868204 w 10922000"/>
              <a:gd name="connsiteY191" fmla="*/ 577850 h 577850"/>
              <a:gd name="connsiteX192" fmla="*/ 3868204 w 10922000"/>
              <a:gd name="connsiteY192" fmla="*/ 571500 h 577850"/>
              <a:gd name="connsiteX193" fmla="*/ 3817639 w 10922000"/>
              <a:gd name="connsiteY193" fmla="*/ 571500 h 577850"/>
              <a:gd name="connsiteX194" fmla="*/ 3817639 w 10922000"/>
              <a:gd name="connsiteY194" fmla="*/ 577850 h 577850"/>
              <a:gd name="connsiteX195" fmla="*/ 3918769 w 10922000"/>
              <a:gd name="connsiteY195" fmla="*/ 577850 h 577850"/>
              <a:gd name="connsiteX196" fmla="*/ 3969334 w 10922000"/>
              <a:gd name="connsiteY196" fmla="*/ 577850 h 577850"/>
              <a:gd name="connsiteX197" fmla="*/ 3969334 w 10922000"/>
              <a:gd name="connsiteY197" fmla="*/ 571500 h 577850"/>
              <a:gd name="connsiteX198" fmla="*/ 3918769 w 10922000"/>
              <a:gd name="connsiteY198" fmla="*/ 571500 h 577850"/>
              <a:gd name="connsiteX199" fmla="*/ 3918769 w 10922000"/>
              <a:gd name="connsiteY199" fmla="*/ 577850 h 577850"/>
              <a:gd name="connsiteX200" fmla="*/ 4019899 w 10922000"/>
              <a:gd name="connsiteY200" fmla="*/ 577850 h 577850"/>
              <a:gd name="connsiteX201" fmla="*/ 4070464 w 10922000"/>
              <a:gd name="connsiteY201" fmla="*/ 577850 h 577850"/>
              <a:gd name="connsiteX202" fmla="*/ 4070464 w 10922000"/>
              <a:gd name="connsiteY202" fmla="*/ 571500 h 577850"/>
              <a:gd name="connsiteX203" fmla="*/ 4019899 w 10922000"/>
              <a:gd name="connsiteY203" fmla="*/ 571500 h 577850"/>
              <a:gd name="connsiteX204" fmla="*/ 4019899 w 10922000"/>
              <a:gd name="connsiteY204" fmla="*/ 577850 h 577850"/>
              <a:gd name="connsiteX205" fmla="*/ 4121030 w 10922000"/>
              <a:gd name="connsiteY205" fmla="*/ 577850 h 577850"/>
              <a:gd name="connsiteX206" fmla="*/ 4171594 w 10922000"/>
              <a:gd name="connsiteY206" fmla="*/ 577850 h 577850"/>
              <a:gd name="connsiteX207" fmla="*/ 4171594 w 10922000"/>
              <a:gd name="connsiteY207" fmla="*/ 571500 h 577850"/>
              <a:gd name="connsiteX208" fmla="*/ 4121030 w 10922000"/>
              <a:gd name="connsiteY208" fmla="*/ 571500 h 577850"/>
              <a:gd name="connsiteX209" fmla="*/ 4121030 w 10922000"/>
              <a:gd name="connsiteY209" fmla="*/ 577850 h 577850"/>
              <a:gd name="connsiteX210" fmla="*/ 4222160 w 10922000"/>
              <a:gd name="connsiteY210" fmla="*/ 577850 h 577850"/>
              <a:gd name="connsiteX211" fmla="*/ 4272725 w 10922000"/>
              <a:gd name="connsiteY211" fmla="*/ 577850 h 577850"/>
              <a:gd name="connsiteX212" fmla="*/ 4272725 w 10922000"/>
              <a:gd name="connsiteY212" fmla="*/ 571500 h 577850"/>
              <a:gd name="connsiteX213" fmla="*/ 4222160 w 10922000"/>
              <a:gd name="connsiteY213" fmla="*/ 571500 h 577850"/>
              <a:gd name="connsiteX214" fmla="*/ 4222160 w 10922000"/>
              <a:gd name="connsiteY214" fmla="*/ 577850 h 577850"/>
              <a:gd name="connsiteX215" fmla="*/ 4323290 w 10922000"/>
              <a:gd name="connsiteY215" fmla="*/ 577850 h 577850"/>
              <a:gd name="connsiteX216" fmla="*/ 4373855 w 10922000"/>
              <a:gd name="connsiteY216" fmla="*/ 577850 h 577850"/>
              <a:gd name="connsiteX217" fmla="*/ 4373855 w 10922000"/>
              <a:gd name="connsiteY217" fmla="*/ 571500 h 577850"/>
              <a:gd name="connsiteX218" fmla="*/ 4323290 w 10922000"/>
              <a:gd name="connsiteY218" fmla="*/ 571500 h 577850"/>
              <a:gd name="connsiteX219" fmla="*/ 4323290 w 10922000"/>
              <a:gd name="connsiteY219" fmla="*/ 577850 h 577850"/>
              <a:gd name="connsiteX220" fmla="*/ 4424420 w 10922000"/>
              <a:gd name="connsiteY220" fmla="*/ 577850 h 577850"/>
              <a:gd name="connsiteX221" fmla="*/ 4474985 w 10922000"/>
              <a:gd name="connsiteY221" fmla="*/ 577850 h 577850"/>
              <a:gd name="connsiteX222" fmla="*/ 4474985 w 10922000"/>
              <a:gd name="connsiteY222" fmla="*/ 571500 h 577850"/>
              <a:gd name="connsiteX223" fmla="*/ 4424420 w 10922000"/>
              <a:gd name="connsiteY223" fmla="*/ 571500 h 577850"/>
              <a:gd name="connsiteX224" fmla="*/ 4424420 w 10922000"/>
              <a:gd name="connsiteY224" fmla="*/ 577850 h 577850"/>
              <a:gd name="connsiteX225" fmla="*/ 4525550 w 10922000"/>
              <a:gd name="connsiteY225" fmla="*/ 577850 h 577850"/>
              <a:gd name="connsiteX226" fmla="*/ 4576115 w 10922000"/>
              <a:gd name="connsiteY226" fmla="*/ 577850 h 577850"/>
              <a:gd name="connsiteX227" fmla="*/ 4576115 w 10922000"/>
              <a:gd name="connsiteY227" fmla="*/ 571500 h 577850"/>
              <a:gd name="connsiteX228" fmla="*/ 4525550 w 10922000"/>
              <a:gd name="connsiteY228" fmla="*/ 571500 h 577850"/>
              <a:gd name="connsiteX229" fmla="*/ 4525550 w 10922000"/>
              <a:gd name="connsiteY229" fmla="*/ 577850 h 577850"/>
              <a:gd name="connsiteX230" fmla="*/ 4626680 w 10922000"/>
              <a:gd name="connsiteY230" fmla="*/ 577850 h 577850"/>
              <a:gd name="connsiteX231" fmla="*/ 4677239 w 10922000"/>
              <a:gd name="connsiteY231" fmla="*/ 577850 h 577850"/>
              <a:gd name="connsiteX232" fmla="*/ 4677239 w 10922000"/>
              <a:gd name="connsiteY232" fmla="*/ 571500 h 577850"/>
              <a:gd name="connsiteX233" fmla="*/ 4626680 w 10922000"/>
              <a:gd name="connsiteY233" fmla="*/ 571500 h 577850"/>
              <a:gd name="connsiteX234" fmla="*/ 4626680 w 10922000"/>
              <a:gd name="connsiteY234" fmla="*/ 577850 h 577850"/>
              <a:gd name="connsiteX235" fmla="*/ 4727804 w 10922000"/>
              <a:gd name="connsiteY235" fmla="*/ 577850 h 577850"/>
              <a:gd name="connsiteX236" fmla="*/ 4778369 w 10922000"/>
              <a:gd name="connsiteY236" fmla="*/ 577850 h 577850"/>
              <a:gd name="connsiteX237" fmla="*/ 4778369 w 10922000"/>
              <a:gd name="connsiteY237" fmla="*/ 571500 h 577850"/>
              <a:gd name="connsiteX238" fmla="*/ 4727804 w 10922000"/>
              <a:gd name="connsiteY238" fmla="*/ 571500 h 577850"/>
              <a:gd name="connsiteX239" fmla="*/ 4727804 w 10922000"/>
              <a:gd name="connsiteY239" fmla="*/ 577850 h 577850"/>
              <a:gd name="connsiteX240" fmla="*/ 4828934 w 10922000"/>
              <a:gd name="connsiteY240" fmla="*/ 577850 h 577850"/>
              <a:gd name="connsiteX241" fmla="*/ 4879499 w 10922000"/>
              <a:gd name="connsiteY241" fmla="*/ 577850 h 577850"/>
              <a:gd name="connsiteX242" fmla="*/ 4879499 w 10922000"/>
              <a:gd name="connsiteY242" fmla="*/ 571500 h 577850"/>
              <a:gd name="connsiteX243" fmla="*/ 4828934 w 10922000"/>
              <a:gd name="connsiteY243" fmla="*/ 571500 h 577850"/>
              <a:gd name="connsiteX244" fmla="*/ 4828934 w 10922000"/>
              <a:gd name="connsiteY244" fmla="*/ 577850 h 577850"/>
              <a:gd name="connsiteX245" fmla="*/ 4930064 w 10922000"/>
              <a:gd name="connsiteY245" fmla="*/ 577850 h 577850"/>
              <a:gd name="connsiteX246" fmla="*/ 4980629 w 10922000"/>
              <a:gd name="connsiteY246" fmla="*/ 577850 h 577850"/>
              <a:gd name="connsiteX247" fmla="*/ 4980629 w 10922000"/>
              <a:gd name="connsiteY247" fmla="*/ 571500 h 577850"/>
              <a:gd name="connsiteX248" fmla="*/ 4930064 w 10922000"/>
              <a:gd name="connsiteY248" fmla="*/ 571500 h 577850"/>
              <a:gd name="connsiteX249" fmla="*/ 4930064 w 10922000"/>
              <a:gd name="connsiteY249" fmla="*/ 577850 h 577850"/>
              <a:gd name="connsiteX250" fmla="*/ 5031194 w 10922000"/>
              <a:gd name="connsiteY250" fmla="*/ 577850 h 577850"/>
              <a:gd name="connsiteX251" fmla="*/ 5081759 w 10922000"/>
              <a:gd name="connsiteY251" fmla="*/ 577850 h 577850"/>
              <a:gd name="connsiteX252" fmla="*/ 5081759 w 10922000"/>
              <a:gd name="connsiteY252" fmla="*/ 571500 h 577850"/>
              <a:gd name="connsiteX253" fmla="*/ 5031194 w 10922000"/>
              <a:gd name="connsiteY253" fmla="*/ 571500 h 577850"/>
              <a:gd name="connsiteX254" fmla="*/ 5031194 w 10922000"/>
              <a:gd name="connsiteY254" fmla="*/ 577850 h 577850"/>
              <a:gd name="connsiteX255" fmla="*/ 5132324 w 10922000"/>
              <a:gd name="connsiteY255" fmla="*/ 577850 h 577850"/>
              <a:gd name="connsiteX256" fmla="*/ 5182889 w 10922000"/>
              <a:gd name="connsiteY256" fmla="*/ 577850 h 577850"/>
              <a:gd name="connsiteX257" fmla="*/ 5182889 w 10922000"/>
              <a:gd name="connsiteY257" fmla="*/ 571500 h 577850"/>
              <a:gd name="connsiteX258" fmla="*/ 5132324 w 10922000"/>
              <a:gd name="connsiteY258" fmla="*/ 571500 h 577850"/>
              <a:gd name="connsiteX259" fmla="*/ 5132324 w 10922000"/>
              <a:gd name="connsiteY259" fmla="*/ 577850 h 577850"/>
              <a:gd name="connsiteX260" fmla="*/ 5233454 w 10922000"/>
              <a:gd name="connsiteY260" fmla="*/ 577850 h 577850"/>
              <a:gd name="connsiteX261" fmla="*/ 5284020 w 10922000"/>
              <a:gd name="connsiteY261" fmla="*/ 577850 h 577850"/>
              <a:gd name="connsiteX262" fmla="*/ 5284020 w 10922000"/>
              <a:gd name="connsiteY262" fmla="*/ 571500 h 577850"/>
              <a:gd name="connsiteX263" fmla="*/ 5233454 w 10922000"/>
              <a:gd name="connsiteY263" fmla="*/ 571500 h 577850"/>
              <a:gd name="connsiteX264" fmla="*/ 5233454 w 10922000"/>
              <a:gd name="connsiteY264" fmla="*/ 577850 h 577850"/>
              <a:gd name="connsiteX265" fmla="*/ 5334584 w 10922000"/>
              <a:gd name="connsiteY265" fmla="*/ 577850 h 577850"/>
              <a:gd name="connsiteX266" fmla="*/ 5385149 w 10922000"/>
              <a:gd name="connsiteY266" fmla="*/ 577850 h 577850"/>
              <a:gd name="connsiteX267" fmla="*/ 5385149 w 10922000"/>
              <a:gd name="connsiteY267" fmla="*/ 571500 h 577850"/>
              <a:gd name="connsiteX268" fmla="*/ 5334584 w 10922000"/>
              <a:gd name="connsiteY268" fmla="*/ 571500 h 577850"/>
              <a:gd name="connsiteX269" fmla="*/ 5334584 w 10922000"/>
              <a:gd name="connsiteY269" fmla="*/ 577850 h 577850"/>
              <a:gd name="connsiteX270" fmla="*/ 5435715 w 10922000"/>
              <a:gd name="connsiteY270" fmla="*/ 577850 h 577850"/>
              <a:gd name="connsiteX271" fmla="*/ 5486280 w 10922000"/>
              <a:gd name="connsiteY271" fmla="*/ 577850 h 577850"/>
              <a:gd name="connsiteX272" fmla="*/ 5486280 w 10922000"/>
              <a:gd name="connsiteY272" fmla="*/ 571500 h 577850"/>
              <a:gd name="connsiteX273" fmla="*/ 5435715 w 10922000"/>
              <a:gd name="connsiteY273" fmla="*/ 571500 h 577850"/>
              <a:gd name="connsiteX274" fmla="*/ 5435715 w 10922000"/>
              <a:gd name="connsiteY274" fmla="*/ 577850 h 577850"/>
              <a:gd name="connsiteX275" fmla="*/ 5536844 w 10922000"/>
              <a:gd name="connsiteY275" fmla="*/ 577850 h 577850"/>
              <a:gd name="connsiteX276" fmla="*/ 5587410 w 10922000"/>
              <a:gd name="connsiteY276" fmla="*/ 577850 h 577850"/>
              <a:gd name="connsiteX277" fmla="*/ 5587410 w 10922000"/>
              <a:gd name="connsiteY277" fmla="*/ 571500 h 577850"/>
              <a:gd name="connsiteX278" fmla="*/ 5536844 w 10922000"/>
              <a:gd name="connsiteY278" fmla="*/ 571500 h 577850"/>
              <a:gd name="connsiteX279" fmla="*/ 5536844 w 10922000"/>
              <a:gd name="connsiteY279" fmla="*/ 577850 h 577850"/>
              <a:gd name="connsiteX280" fmla="*/ 5637975 w 10922000"/>
              <a:gd name="connsiteY280" fmla="*/ 577850 h 577850"/>
              <a:gd name="connsiteX281" fmla="*/ 5688533 w 10922000"/>
              <a:gd name="connsiteY281" fmla="*/ 577850 h 577850"/>
              <a:gd name="connsiteX282" fmla="*/ 5688533 w 10922000"/>
              <a:gd name="connsiteY282" fmla="*/ 571500 h 577850"/>
              <a:gd name="connsiteX283" fmla="*/ 5637975 w 10922000"/>
              <a:gd name="connsiteY283" fmla="*/ 571500 h 577850"/>
              <a:gd name="connsiteX284" fmla="*/ 5637975 w 10922000"/>
              <a:gd name="connsiteY284" fmla="*/ 577850 h 577850"/>
              <a:gd name="connsiteX285" fmla="*/ 5739130 w 10922000"/>
              <a:gd name="connsiteY285" fmla="*/ 577850 h 577850"/>
              <a:gd name="connsiteX286" fmla="*/ 5789676 w 10922000"/>
              <a:gd name="connsiteY286" fmla="*/ 577850 h 577850"/>
              <a:gd name="connsiteX287" fmla="*/ 5789676 w 10922000"/>
              <a:gd name="connsiteY287" fmla="*/ 571500 h 577850"/>
              <a:gd name="connsiteX288" fmla="*/ 5739130 w 10922000"/>
              <a:gd name="connsiteY288" fmla="*/ 571500 h 577850"/>
              <a:gd name="connsiteX289" fmla="*/ 5739130 w 10922000"/>
              <a:gd name="connsiteY289" fmla="*/ 577850 h 577850"/>
              <a:gd name="connsiteX290" fmla="*/ 5840222 w 10922000"/>
              <a:gd name="connsiteY290" fmla="*/ 577850 h 577850"/>
              <a:gd name="connsiteX291" fmla="*/ 5890769 w 10922000"/>
              <a:gd name="connsiteY291" fmla="*/ 577850 h 577850"/>
              <a:gd name="connsiteX292" fmla="*/ 5890769 w 10922000"/>
              <a:gd name="connsiteY292" fmla="*/ 571500 h 577850"/>
              <a:gd name="connsiteX293" fmla="*/ 5840222 w 10922000"/>
              <a:gd name="connsiteY293" fmla="*/ 571500 h 577850"/>
              <a:gd name="connsiteX294" fmla="*/ 5840222 w 10922000"/>
              <a:gd name="connsiteY294" fmla="*/ 577850 h 577850"/>
              <a:gd name="connsiteX295" fmla="*/ 5941378 w 10922000"/>
              <a:gd name="connsiteY295" fmla="*/ 577850 h 577850"/>
              <a:gd name="connsiteX296" fmla="*/ 5991924 w 10922000"/>
              <a:gd name="connsiteY296" fmla="*/ 577850 h 577850"/>
              <a:gd name="connsiteX297" fmla="*/ 5991924 w 10922000"/>
              <a:gd name="connsiteY297" fmla="*/ 571500 h 577850"/>
              <a:gd name="connsiteX298" fmla="*/ 5941378 w 10922000"/>
              <a:gd name="connsiteY298" fmla="*/ 571500 h 577850"/>
              <a:gd name="connsiteX299" fmla="*/ 5941378 w 10922000"/>
              <a:gd name="connsiteY299" fmla="*/ 577850 h 577850"/>
              <a:gd name="connsiteX300" fmla="*/ 6042469 w 10922000"/>
              <a:gd name="connsiteY300" fmla="*/ 577850 h 577850"/>
              <a:gd name="connsiteX301" fmla="*/ 6093079 w 10922000"/>
              <a:gd name="connsiteY301" fmla="*/ 577850 h 577850"/>
              <a:gd name="connsiteX302" fmla="*/ 6093079 w 10922000"/>
              <a:gd name="connsiteY302" fmla="*/ 571500 h 577850"/>
              <a:gd name="connsiteX303" fmla="*/ 6042469 w 10922000"/>
              <a:gd name="connsiteY303" fmla="*/ 571500 h 577850"/>
              <a:gd name="connsiteX304" fmla="*/ 6042469 w 10922000"/>
              <a:gd name="connsiteY304" fmla="*/ 577850 h 577850"/>
              <a:gd name="connsiteX305" fmla="*/ 6143625 w 10922000"/>
              <a:gd name="connsiteY305" fmla="*/ 577850 h 577850"/>
              <a:gd name="connsiteX306" fmla="*/ 6194171 w 10922000"/>
              <a:gd name="connsiteY306" fmla="*/ 577850 h 577850"/>
              <a:gd name="connsiteX307" fmla="*/ 6194171 w 10922000"/>
              <a:gd name="connsiteY307" fmla="*/ 571500 h 577850"/>
              <a:gd name="connsiteX308" fmla="*/ 6143625 w 10922000"/>
              <a:gd name="connsiteY308" fmla="*/ 571500 h 577850"/>
              <a:gd name="connsiteX309" fmla="*/ 6143625 w 10922000"/>
              <a:gd name="connsiteY309" fmla="*/ 577850 h 577850"/>
              <a:gd name="connsiteX310" fmla="*/ 6244718 w 10922000"/>
              <a:gd name="connsiteY310" fmla="*/ 577850 h 577850"/>
              <a:gd name="connsiteX311" fmla="*/ 6295327 w 10922000"/>
              <a:gd name="connsiteY311" fmla="*/ 577850 h 577850"/>
              <a:gd name="connsiteX312" fmla="*/ 6295327 w 10922000"/>
              <a:gd name="connsiteY312" fmla="*/ 571500 h 577850"/>
              <a:gd name="connsiteX313" fmla="*/ 6244718 w 10922000"/>
              <a:gd name="connsiteY313" fmla="*/ 571500 h 577850"/>
              <a:gd name="connsiteX314" fmla="*/ 6244718 w 10922000"/>
              <a:gd name="connsiteY314" fmla="*/ 577850 h 577850"/>
              <a:gd name="connsiteX315" fmla="*/ 6345873 w 10922000"/>
              <a:gd name="connsiteY315" fmla="*/ 577850 h 577850"/>
              <a:gd name="connsiteX316" fmla="*/ 6396419 w 10922000"/>
              <a:gd name="connsiteY316" fmla="*/ 577850 h 577850"/>
              <a:gd name="connsiteX317" fmla="*/ 6396419 w 10922000"/>
              <a:gd name="connsiteY317" fmla="*/ 571500 h 577850"/>
              <a:gd name="connsiteX318" fmla="*/ 6345873 w 10922000"/>
              <a:gd name="connsiteY318" fmla="*/ 571500 h 577850"/>
              <a:gd name="connsiteX319" fmla="*/ 6345873 w 10922000"/>
              <a:gd name="connsiteY319" fmla="*/ 577850 h 577850"/>
              <a:gd name="connsiteX320" fmla="*/ 6447028 w 10922000"/>
              <a:gd name="connsiteY320" fmla="*/ 577850 h 577850"/>
              <a:gd name="connsiteX321" fmla="*/ 6497574 w 10922000"/>
              <a:gd name="connsiteY321" fmla="*/ 577850 h 577850"/>
              <a:gd name="connsiteX322" fmla="*/ 6497574 w 10922000"/>
              <a:gd name="connsiteY322" fmla="*/ 571500 h 577850"/>
              <a:gd name="connsiteX323" fmla="*/ 6447028 w 10922000"/>
              <a:gd name="connsiteY323" fmla="*/ 571500 h 577850"/>
              <a:gd name="connsiteX324" fmla="*/ 6447028 w 10922000"/>
              <a:gd name="connsiteY324" fmla="*/ 577850 h 577850"/>
              <a:gd name="connsiteX325" fmla="*/ 6548120 w 10922000"/>
              <a:gd name="connsiteY325" fmla="*/ 577850 h 577850"/>
              <a:gd name="connsiteX326" fmla="*/ 6598730 w 10922000"/>
              <a:gd name="connsiteY326" fmla="*/ 577850 h 577850"/>
              <a:gd name="connsiteX327" fmla="*/ 6598730 w 10922000"/>
              <a:gd name="connsiteY327" fmla="*/ 571500 h 577850"/>
              <a:gd name="connsiteX328" fmla="*/ 6548120 w 10922000"/>
              <a:gd name="connsiteY328" fmla="*/ 571500 h 577850"/>
              <a:gd name="connsiteX329" fmla="*/ 6548120 w 10922000"/>
              <a:gd name="connsiteY329" fmla="*/ 577850 h 577850"/>
              <a:gd name="connsiteX330" fmla="*/ 6649276 w 10922000"/>
              <a:gd name="connsiteY330" fmla="*/ 577850 h 577850"/>
              <a:gd name="connsiteX331" fmla="*/ 6699822 w 10922000"/>
              <a:gd name="connsiteY331" fmla="*/ 577850 h 577850"/>
              <a:gd name="connsiteX332" fmla="*/ 6699822 w 10922000"/>
              <a:gd name="connsiteY332" fmla="*/ 571500 h 577850"/>
              <a:gd name="connsiteX333" fmla="*/ 6649276 w 10922000"/>
              <a:gd name="connsiteY333" fmla="*/ 571500 h 577850"/>
              <a:gd name="connsiteX334" fmla="*/ 6649276 w 10922000"/>
              <a:gd name="connsiteY334" fmla="*/ 577850 h 577850"/>
              <a:gd name="connsiteX335" fmla="*/ 6750368 w 10922000"/>
              <a:gd name="connsiteY335" fmla="*/ 577850 h 577850"/>
              <a:gd name="connsiteX336" fmla="*/ 6800977 w 10922000"/>
              <a:gd name="connsiteY336" fmla="*/ 577850 h 577850"/>
              <a:gd name="connsiteX337" fmla="*/ 6800977 w 10922000"/>
              <a:gd name="connsiteY337" fmla="*/ 571500 h 577850"/>
              <a:gd name="connsiteX338" fmla="*/ 6750368 w 10922000"/>
              <a:gd name="connsiteY338" fmla="*/ 571500 h 577850"/>
              <a:gd name="connsiteX339" fmla="*/ 6750368 w 10922000"/>
              <a:gd name="connsiteY339" fmla="*/ 577850 h 577850"/>
              <a:gd name="connsiteX340" fmla="*/ 6851523 w 10922000"/>
              <a:gd name="connsiteY340" fmla="*/ 577850 h 577850"/>
              <a:gd name="connsiteX341" fmla="*/ 6902069 w 10922000"/>
              <a:gd name="connsiteY341" fmla="*/ 577850 h 577850"/>
              <a:gd name="connsiteX342" fmla="*/ 6902069 w 10922000"/>
              <a:gd name="connsiteY342" fmla="*/ 571500 h 577850"/>
              <a:gd name="connsiteX343" fmla="*/ 6851523 w 10922000"/>
              <a:gd name="connsiteY343" fmla="*/ 571500 h 577850"/>
              <a:gd name="connsiteX344" fmla="*/ 6851523 w 10922000"/>
              <a:gd name="connsiteY344" fmla="*/ 577850 h 577850"/>
              <a:gd name="connsiteX345" fmla="*/ 6952679 w 10922000"/>
              <a:gd name="connsiteY345" fmla="*/ 577850 h 577850"/>
              <a:gd name="connsiteX346" fmla="*/ 7003225 w 10922000"/>
              <a:gd name="connsiteY346" fmla="*/ 577850 h 577850"/>
              <a:gd name="connsiteX347" fmla="*/ 7003225 w 10922000"/>
              <a:gd name="connsiteY347" fmla="*/ 571500 h 577850"/>
              <a:gd name="connsiteX348" fmla="*/ 6952679 w 10922000"/>
              <a:gd name="connsiteY348" fmla="*/ 571500 h 577850"/>
              <a:gd name="connsiteX349" fmla="*/ 6952679 w 10922000"/>
              <a:gd name="connsiteY349" fmla="*/ 577850 h 577850"/>
              <a:gd name="connsiteX350" fmla="*/ 7053770 w 10922000"/>
              <a:gd name="connsiteY350" fmla="*/ 577850 h 577850"/>
              <a:gd name="connsiteX351" fmla="*/ 7104381 w 10922000"/>
              <a:gd name="connsiteY351" fmla="*/ 577850 h 577850"/>
              <a:gd name="connsiteX352" fmla="*/ 7104381 w 10922000"/>
              <a:gd name="connsiteY352" fmla="*/ 571500 h 577850"/>
              <a:gd name="connsiteX353" fmla="*/ 7053770 w 10922000"/>
              <a:gd name="connsiteY353" fmla="*/ 571500 h 577850"/>
              <a:gd name="connsiteX354" fmla="*/ 7053770 w 10922000"/>
              <a:gd name="connsiteY354" fmla="*/ 577850 h 577850"/>
              <a:gd name="connsiteX355" fmla="*/ 7154926 w 10922000"/>
              <a:gd name="connsiteY355" fmla="*/ 577850 h 577850"/>
              <a:gd name="connsiteX356" fmla="*/ 7205472 w 10922000"/>
              <a:gd name="connsiteY356" fmla="*/ 577850 h 577850"/>
              <a:gd name="connsiteX357" fmla="*/ 7205472 w 10922000"/>
              <a:gd name="connsiteY357" fmla="*/ 571500 h 577850"/>
              <a:gd name="connsiteX358" fmla="*/ 7154926 w 10922000"/>
              <a:gd name="connsiteY358" fmla="*/ 571500 h 577850"/>
              <a:gd name="connsiteX359" fmla="*/ 7154926 w 10922000"/>
              <a:gd name="connsiteY359" fmla="*/ 577850 h 577850"/>
              <a:gd name="connsiteX360" fmla="*/ 7256019 w 10922000"/>
              <a:gd name="connsiteY360" fmla="*/ 577850 h 577850"/>
              <a:gd name="connsiteX361" fmla="*/ 7306628 w 10922000"/>
              <a:gd name="connsiteY361" fmla="*/ 577850 h 577850"/>
              <a:gd name="connsiteX362" fmla="*/ 7306628 w 10922000"/>
              <a:gd name="connsiteY362" fmla="*/ 571500 h 577850"/>
              <a:gd name="connsiteX363" fmla="*/ 7256019 w 10922000"/>
              <a:gd name="connsiteY363" fmla="*/ 571500 h 577850"/>
              <a:gd name="connsiteX364" fmla="*/ 7256019 w 10922000"/>
              <a:gd name="connsiteY364" fmla="*/ 577850 h 577850"/>
              <a:gd name="connsiteX365" fmla="*/ 7357174 w 10922000"/>
              <a:gd name="connsiteY365" fmla="*/ 577850 h 577850"/>
              <a:gd name="connsiteX366" fmla="*/ 7407719 w 10922000"/>
              <a:gd name="connsiteY366" fmla="*/ 577850 h 577850"/>
              <a:gd name="connsiteX367" fmla="*/ 7407719 w 10922000"/>
              <a:gd name="connsiteY367" fmla="*/ 571500 h 577850"/>
              <a:gd name="connsiteX368" fmla="*/ 7357174 w 10922000"/>
              <a:gd name="connsiteY368" fmla="*/ 571500 h 577850"/>
              <a:gd name="connsiteX369" fmla="*/ 7357174 w 10922000"/>
              <a:gd name="connsiteY369" fmla="*/ 577850 h 577850"/>
              <a:gd name="connsiteX370" fmla="*/ 7458329 w 10922000"/>
              <a:gd name="connsiteY370" fmla="*/ 577850 h 577850"/>
              <a:gd name="connsiteX371" fmla="*/ 7508875 w 10922000"/>
              <a:gd name="connsiteY371" fmla="*/ 577850 h 577850"/>
              <a:gd name="connsiteX372" fmla="*/ 7508875 w 10922000"/>
              <a:gd name="connsiteY372" fmla="*/ 571500 h 577850"/>
              <a:gd name="connsiteX373" fmla="*/ 7458329 w 10922000"/>
              <a:gd name="connsiteY373" fmla="*/ 571500 h 577850"/>
              <a:gd name="connsiteX374" fmla="*/ 7458329 w 10922000"/>
              <a:gd name="connsiteY374" fmla="*/ 577850 h 577850"/>
              <a:gd name="connsiteX375" fmla="*/ 7559421 w 10922000"/>
              <a:gd name="connsiteY375" fmla="*/ 577850 h 577850"/>
              <a:gd name="connsiteX376" fmla="*/ 7610031 w 10922000"/>
              <a:gd name="connsiteY376" fmla="*/ 577850 h 577850"/>
              <a:gd name="connsiteX377" fmla="*/ 7610031 w 10922000"/>
              <a:gd name="connsiteY377" fmla="*/ 571500 h 577850"/>
              <a:gd name="connsiteX378" fmla="*/ 7559421 w 10922000"/>
              <a:gd name="connsiteY378" fmla="*/ 571500 h 577850"/>
              <a:gd name="connsiteX379" fmla="*/ 7559421 w 10922000"/>
              <a:gd name="connsiteY379" fmla="*/ 577850 h 577850"/>
              <a:gd name="connsiteX380" fmla="*/ 7660577 w 10922000"/>
              <a:gd name="connsiteY380" fmla="*/ 577850 h 577850"/>
              <a:gd name="connsiteX381" fmla="*/ 7711123 w 10922000"/>
              <a:gd name="connsiteY381" fmla="*/ 577850 h 577850"/>
              <a:gd name="connsiteX382" fmla="*/ 7711123 w 10922000"/>
              <a:gd name="connsiteY382" fmla="*/ 571500 h 577850"/>
              <a:gd name="connsiteX383" fmla="*/ 7660577 w 10922000"/>
              <a:gd name="connsiteY383" fmla="*/ 571500 h 577850"/>
              <a:gd name="connsiteX384" fmla="*/ 7660577 w 10922000"/>
              <a:gd name="connsiteY384" fmla="*/ 577850 h 577850"/>
              <a:gd name="connsiteX385" fmla="*/ 7761732 w 10922000"/>
              <a:gd name="connsiteY385" fmla="*/ 577850 h 577850"/>
              <a:gd name="connsiteX386" fmla="*/ 7812278 w 10922000"/>
              <a:gd name="connsiteY386" fmla="*/ 577850 h 577850"/>
              <a:gd name="connsiteX387" fmla="*/ 7812278 w 10922000"/>
              <a:gd name="connsiteY387" fmla="*/ 571500 h 577850"/>
              <a:gd name="connsiteX388" fmla="*/ 7761732 w 10922000"/>
              <a:gd name="connsiteY388" fmla="*/ 571500 h 577850"/>
              <a:gd name="connsiteX389" fmla="*/ 7761732 w 10922000"/>
              <a:gd name="connsiteY389" fmla="*/ 577850 h 577850"/>
              <a:gd name="connsiteX390" fmla="*/ 7862824 w 10922000"/>
              <a:gd name="connsiteY390" fmla="*/ 577850 h 577850"/>
              <a:gd name="connsiteX391" fmla="*/ 7913370 w 10922000"/>
              <a:gd name="connsiteY391" fmla="*/ 577850 h 577850"/>
              <a:gd name="connsiteX392" fmla="*/ 7913370 w 10922000"/>
              <a:gd name="connsiteY392" fmla="*/ 571500 h 577850"/>
              <a:gd name="connsiteX393" fmla="*/ 7862824 w 10922000"/>
              <a:gd name="connsiteY393" fmla="*/ 571500 h 577850"/>
              <a:gd name="connsiteX394" fmla="*/ 7862824 w 10922000"/>
              <a:gd name="connsiteY394" fmla="*/ 577850 h 577850"/>
              <a:gd name="connsiteX395" fmla="*/ 7963980 w 10922000"/>
              <a:gd name="connsiteY395" fmla="*/ 577850 h 577850"/>
              <a:gd name="connsiteX396" fmla="*/ 8014526 w 10922000"/>
              <a:gd name="connsiteY396" fmla="*/ 577850 h 577850"/>
              <a:gd name="connsiteX397" fmla="*/ 8014526 w 10922000"/>
              <a:gd name="connsiteY397" fmla="*/ 571500 h 577850"/>
              <a:gd name="connsiteX398" fmla="*/ 7963980 w 10922000"/>
              <a:gd name="connsiteY398" fmla="*/ 571500 h 577850"/>
              <a:gd name="connsiteX399" fmla="*/ 7963980 w 10922000"/>
              <a:gd name="connsiteY399" fmla="*/ 577850 h 577850"/>
              <a:gd name="connsiteX400" fmla="*/ 8065072 w 10922000"/>
              <a:gd name="connsiteY400" fmla="*/ 577850 h 577850"/>
              <a:gd name="connsiteX401" fmla="*/ 8115682 w 10922000"/>
              <a:gd name="connsiteY401" fmla="*/ 577850 h 577850"/>
              <a:gd name="connsiteX402" fmla="*/ 8115682 w 10922000"/>
              <a:gd name="connsiteY402" fmla="*/ 571500 h 577850"/>
              <a:gd name="connsiteX403" fmla="*/ 8065072 w 10922000"/>
              <a:gd name="connsiteY403" fmla="*/ 571500 h 577850"/>
              <a:gd name="connsiteX404" fmla="*/ 8065072 w 10922000"/>
              <a:gd name="connsiteY404" fmla="*/ 577850 h 577850"/>
              <a:gd name="connsiteX405" fmla="*/ 8166227 w 10922000"/>
              <a:gd name="connsiteY405" fmla="*/ 577850 h 577850"/>
              <a:gd name="connsiteX406" fmla="*/ 8216773 w 10922000"/>
              <a:gd name="connsiteY406" fmla="*/ 577850 h 577850"/>
              <a:gd name="connsiteX407" fmla="*/ 8216773 w 10922000"/>
              <a:gd name="connsiteY407" fmla="*/ 571500 h 577850"/>
              <a:gd name="connsiteX408" fmla="*/ 8166227 w 10922000"/>
              <a:gd name="connsiteY408" fmla="*/ 571500 h 577850"/>
              <a:gd name="connsiteX409" fmla="*/ 8166227 w 10922000"/>
              <a:gd name="connsiteY409" fmla="*/ 577850 h 577850"/>
              <a:gd name="connsiteX410" fmla="*/ 8267382 w 10922000"/>
              <a:gd name="connsiteY410" fmla="*/ 577850 h 577850"/>
              <a:gd name="connsiteX411" fmla="*/ 8317929 w 10922000"/>
              <a:gd name="connsiteY411" fmla="*/ 577850 h 577850"/>
              <a:gd name="connsiteX412" fmla="*/ 8317929 w 10922000"/>
              <a:gd name="connsiteY412" fmla="*/ 571500 h 577850"/>
              <a:gd name="connsiteX413" fmla="*/ 8267382 w 10922000"/>
              <a:gd name="connsiteY413" fmla="*/ 571500 h 577850"/>
              <a:gd name="connsiteX414" fmla="*/ 8267382 w 10922000"/>
              <a:gd name="connsiteY414" fmla="*/ 577850 h 577850"/>
              <a:gd name="connsiteX415" fmla="*/ 8368475 w 10922000"/>
              <a:gd name="connsiteY415" fmla="*/ 577850 h 577850"/>
              <a:gd name="connsiteX416" fmla="*/ 8419020 w 10922000"/>
              <a:gd name="connsiteY416" fmla="*/ 577850 h 577850"/>
              <a:gd name="connsiteX417" fmla="*/ 8419020 w 10922000"/>
              <a:gd name="connsiteY417" fmla="*/ 571500 h 577850"/>
              <a:gd name="connsiteX418" fmla="*/ 8368475 w 10922000"/>
              <a:gd name="connsiteY418" fmla="*/ 571500 h 577850"/>
              <a:gd name="connsiteX419" fmla="*/ 8368475 w 10922000"/>
              <a:gd name="connsiteY419" fmla="*/ 577850 h 577850"/>
              <a:gd name="connsiteX420" fmla="*/ 8469630 w 10922000"/>
              <a:gd name="connsiteY420" fmla="*/ 577850 h 577850"/>
              <a:gd name="connsiteX421" fmla="*/ 8520176 w 10922000"/>
              <a:gd name="connsiteY421" fmla="*/ 577850 h 577850"/>
              <a:gd name="connsiteX422" fmla="*/ 8520176 w 10922000"/>
              <a:gd name="connsiteY422" fmla="*/ 571500 h 577850"/>
              <a:gd name="connsiteX423" fmla="*/ 8469630 w 10922000"/>
              <a:gd name="connsiteY423" fmla="*/ 571500 h 577850"/>
              <a:gd name="connsiteX424" fmla="*/ 8469630 w 10922000"/>
              <a:gd name="connsiteY424" fmla="*/ 577850 h 577850"/>
              <a:gd name="connsiteX425" fmla="*/ 8570722 w 10922000"/>
              <a:gd name="connsiteY425" fmla="*/ 577850 h 577850"/>
              <a:gd name="connsiteX426" fmla="*/ 8621331 w 10922000"/>
              <a:gd name="connsiteY426" fmla="*/ 577850 h 577850"/>
              <a:gd name="connsiteX427" fmla="*/ 8621331 w 10922000"/>
              <a:gd name="connsiteY427" fmla="*/ 571500 h 577850"/>
              <a:gd name="connsiteX428" fmla="*/ 8570722 w 10922000"/>
              <a:gd name="connsiteY428" fmla="*/ 571500 h 577850"/>
              <a:gd name="connsiteX429" fmla="*/ 8570722 w 10922000"/>
              <a:gd name="connsiteY429" fmla="*/ 577850 h 577850"/>
              <a:gd name="connsiteX430" fmla="*/ 8671878 w 10922000"/>
              <a:gd name="connsiteY430" fmla="*/ 577850 h 577850"/>
              <a:gd name="connsiteX431" fmla="*/ 8722423 w 10922000"/>
              <a:gd name="connsiteY431" fmla="*/ 577850 h 577850"/>
              <a:gd name="connsiteX432" fmla="*/ 8722423 w 10922000"/>
              <a:gd name="connsiteY432" fmla="*/ 571500 h 577850"/>
              <a:gd name="connsiteX433" fmla="*/ 8671878 w 10922000"/>
              <a:gd name="connsiteY433" fmla="*/ 571500 h 577850"/>
              <a:gd name="connsiteX434" fmla="*/ 8671878 w 10922000"/>
              <a:gd name="connsiteY434" fmla="*/ 577850 h 577850"/>
              <a:gd name="connsiteX435" fmla="*/ 8773033 w 10922000"/>
              <a:gd name="connsiteY435" fmla="*/ 577850 h 577850"/>
              <a:gd name="connsiteX436" fmla="*/ 8823579 w 10922000"/>
              <a:gd name="connsiteY436" fmla="*/ 577850 h 577850"/>
              <a:gd name="connsiteX437" fmla="*/ 8823579 w 10922000"/>
              <a:gd name="connsiteY437" fmla="*/ 571500 h 577850"/>
              <a:gd name="connsiteX438" fmla="*/ 8773033 w 10922000"/>
              <a:gd name="connsiteY438" fmla="*/ 571500 h 577850"/>
              <a:gd name="connsiteX439" fmla="*/ 8773033 w 10922000"/>
              <a:gd name="connsiteY439" fmla="*/ 577850 h 577850"/>
              <a:gd name="connsiteX440" fmla="*/ 8874125 w 10922000"/>
              <a:gd name="connsiteY440" fmla="*/ 577850 h 577850"/>
              <a:gd name="connsiteX441" fmla="*/ 8924671 w 10922000"/>
              <a:gd name="connsiteY441" fmla="*/ 577850 h 577850"/>
              <a:gd name="connsiteX442" fmla="*/ 8924671 w 10922000"/>
              <a:gd name="connsiteY442" fmla="*/ 571500 h 577850"/>
              <a:gd name="connsiteX443" fmla="*/ 8874125 w 10922000"/>
              <a:gd name="connsiteY443" fmla="*/ 571500 h 577850"/>
              <a:gd name="connsiteX444" fmla="*/ 8874125 w 10922000"/>
              <a:gd name="connsiteY444" fmla="*/ 577850 h 577850"/>
              <a:gd name="connsiteX445" fmla="*/ 8975281 w 10922000"/>
              <a:gd name="connsiteY445" fmla="*/ 577850 h 577850"/>
              <a:gd name="connsiteX446" fmla="*/ 9025827 w 10922000"/>
              <a:gd name="connsiteY446" fmla="*/ 577850 h 577850"/>
              <a:gd name="connsiteX447" fmla="*/ 9025827 w 10922000"/>
              <a:gd name="connsiteY447" fmla="*/ 571500 h 577850"/>
              <a:gd name="connsiteX448" fmla="*/ 8975281 w 10922000"/>
              <a:gd name="connsiteY448" fmla="*/ 571500 h 577850"/>
              <a:gd name="connsiteX449" fmla="*/ 8975281 w 10922000"/>
              <a:gd name="connsiteY449" fmla="*/ 577850 h 577850"/>
              <a:gd name="connsiteX450" fmla="*/ 9076372 w 10922000"/>
              <a:gd name="connsiteY450" fmla="*/ 577850 h 577850"/>
              <a:gd name="connsiteX451" fmla="*/ 9126982 w 10922000"/>
              <a:gd name="connsiteY451" fmla="*/ 577850 h 577850"/>
              <a:gd name="connsiteX452" fmla="*/ 9126982 w 10922000"/>
              <a:gd name="connsiteY452" fmla="*/ 571500 h 577850"/>
              <a:gd name="connsiteX453" fmla="*/ 9076372 w 10922000"/>
              <a:gd name="connsiteY453" fmla="*/ 571500 h 577850"/>
              <a:gd name="connsiteX454" fmla="*/ 9076372 w 10922000"/>
              <a:gd name="connsiteY454" fmla="*/ 577850 h 577850"/>
              <a:gd name="connsiteX455" fmla="*/ 9177528 w 10922000"/>
              <a:gd name="connsiteY455" fmla="*/ 577850 h 577850"/>
              <a:gd name="connsiteX456" fmla="*/ 9228074 w 10922000"/>
              <a:gd name="connsiteY456" fmla="*/ 577850 h 577850"/>
              <a:gd name="connsiteX457" fmla="*/ 9228074 w 10922000"/>
              <a:gd name="connsiteY457" fmla="*/ 571500 h 577850"/>
              <a:gd name="connsiteX458" fmla="*/ 9177528 w 10922000"/>
              <a:gd name="connsiteY458" fmla="*/ 571500 h 577850"/>
              <a:gd name="connsiteX459" fmla="*/ 9177528 w 10922000"/>
              <a:gd name="connsiteY459" fmla="*/ 577850 h 577850"/>
              <a:gd name="connsiteX460" fmla="*/ 9278683 w 10922000"/>
              <a:gd name="connsiteY460" fmla="*/ 577850 h 577850"/>
              <a:gd name="connsiteX461" fmla="*/ 9329230 w 10922000"/>
              <a:gd name="connsiteY461" fmla="*/ 577850 h 577850"/>
              <a:gd name="connsiteX462" fmla="*/ 9329230 w 10922000"/>
              <a:gd name="connsiteY462" fmla="*/ 571500 h 577850"/>
              <a:gd name="connsiteX463" fmla="*/ 9278683 w 10922000"/>
              <a:gd name="connsiteY463" fmla="*/ 571500 h 577850"/>
              <a:gd name="connsiteX464" fmla="*/ 9278683 w 10922000"/>
              <a:gd name="connsiteY464" fmla="*/ 577850 h 577850"/>
              <a:gd name="connsiteX465" fmla="*/ 9379776 w 10922000"/>
              <a:gd name="connsiteY465" fmla="*/ 577850 h 577850"/>
              <a:gd name="connsiteX466" fmla="*/ 9430321 w 10922000"/>
              <a:gd name="connsiteY466" fmla="*/ 577850 h 577850"/>
              <a:gd name="connsiteX467" fmla="*/ 9430321 w 10922000"/>
              <a:gd name="connsiteY467" fmla="*/ 571500 h 577850"/>
              <a:gd name="connsiteX468" fmla="*/ 9379776 w 10922000"/>
              <a:gd name="connsiteY468" fmla="*/ 571500 h 577850"/>
              <a:gd name="connsiteX469" fmla="*/ 9379776 w 10922000"/>
              <a:gd name="connsiteY469" fmla="*/ 577850 h 577850"/>
              <a:gd name="connsiteX470" fmla="*/ 9480931 w 10922000"/>
              <a:gd name="connsiteY470" fmla="*/ 577850 h 577850"/>
              <a:gd name="connsiteX471" fmla="*/ 9531477 w 10922000"/>
              <a:gd name="connsiteY471" fmla="*/ 577850 h 577850"/>
              <a:gd name="connsiteX472" fmla="*/ 9531477 w 10922000"/>
              <a:gd name="connsiteY472" fmla="*/ 571500 h 577850"/>
              <a:gd name="connsiteX473" fmla="*/ 9480931 w 10922000"/>
              <a:gd name="connsiteY473" fmla="*/ 571500 h 577850"/>
              <a:gd name="connsiteX474" fmla="*/ 9480931 w 10922000"/>
              <a:gd name="connsiteY474" fmla="*/ 577850 h 577850"/>
              <a:gd name="connsiteX475" fmla="*/ 9582023 w 10922000"/>
              <a:gd name="connsiteY475" fmla="*/ 577850 h 577850"/>
              <a:gd name="connsiteX476" fmla="*/ 9632632 w 10922000"/>
              <a:gd name="connsiteY476" fmla="*/ 577850 h 577850"/>
              <a:gd name="connsiteX477" fmla="*/ 9632632 w 10922000"/>
              <a:gd name="connsiteY477" fmla="*/ 571500 h 577850"/>
              <a:gd name="connsiteX478" fmla="*/ 9582023 w 10922000"/>
              <a:gd name="connsiteY478" fmla="*/ 571500 h 577850"/>
              <a:gd name="connsiteX479" fmla="*/ 9582023 w 10922000"/>
              <a:gd name="connsiteY479" fmla="*/ 577850 h 577850"/>
              <a:gd name="connsiteX480" fmla="*/ 9683179 w 10922000"/>
              <a:gd name="connsiteY480" fmla="*/ 577850 h 577850"/>
              <a:gd name="connsiteX481" fmla="*/ 9733724 w 10922000"/>
              <a:gd name="connsiteY481" fmla="*/ 577850 h 577850"/>
              <a:gd name="connsiteX482" fmla="*/ 9733724 w 10922000"/>
              <a:gd name="connsiteY482" fmla="*/ 571500 h 577850"/>
              <a:gd name="connsiteX483" fmla="*/ 9683179 w 10922000"/>
              <a:gd name="connsiteY483" fmla="*/ 571500 h 577850"/>
              <a:gd name="connsiteX484" fmla="*/ 9683179 w 10922000"/>
              <a:gd name="connsiteY484" fmla="*/ 577850 h 577850"/>
              <a:gd name="connsiteX485" fmla="*/ 9784334 w 10922000"/>
              <a:gd name="connsiteY485" fmla="*/ 577850 h 577850"/>
              <a:gd name="connsiteX486" fmla="*/ 9834880 w 10922000"/>
              <a:gd name="connsiteY486" fmla="*/ 577850 h 577850"/>
              <a:gd name="connsiteX487" fmla="*/ 9834880 w 10922000"/>
              <a:gd name="connsiteY487" fmla="*/ 571500 h 577850"/>
              <a:gd name="connsiteX488" fmla="*/ 9784334 w 10922000"/>
              <a:gd name="connsiteY488" fmla="*/ 571500 h 577850"/>
              <a:gd name="connsiteX489" fmla="*/ 9784334 w 10922000"/>
              <a:gd name="connsiteY489" fmla="*/ 577850 h 577850"/>
              <a:gd name="connsiteX490" fmla="*/ 9885426 w 10922000"/>
              <a:gd name="connsiteY490" fmla="*/ 577850 h 577850"/>
              <a:gd name="connsiteX491" fmla="*/ 9935972 w 10922000"/>
              <a:gd name="connsiteY491" fmla="*/ 577850 h 577850"/>
              <a:gd name="connsiteX492" fmla="*/ 9935972 w 10922000"/>
              <a:gd name="connsiteY492" fmla="*/ 571500 h 577850"/>
              <a:gd name="connsiteX493" fmla="*/ 9885426 w 10922000"/>
              <a:gd name="connsiteY493" fmla="*/ 571500 h 577850"/>
              <a:gd name="connsiteX494" fmla="*/ 9885426 w 10922000"/>
              <a:gd name="connsiteY494" fmla="*/ 577850 h 577850"/>
              <a:gd name="connsiteX495" fmla="*/ 9986581 w 10922000"/>
              <a:gd name="connsiteY495" fmla="*/ 577850 h 577850"/>
              <a:gd name="connsiteX496" fmla="*/ 10037128 w 10922000"/>
              <a:gd name="connsiteY496" fmla="*/ 577850 h 577850"/>
              <a:gd name="connsiteX497" fmla="*/ 10037128 w 10922000"/>
              <a:gd name="connsiteY497" fmla="*/ 571500 h 577850"/>
              <a:gd name="connsiteX498" fmla="*/ 9986581 w 10922000"/>
              <a:gd name="connsiteY498" fmla="*/ 571500 h 577850"/>
              <a:gd name="connsiteX499" fmla="*/ 9986581 w 10922000"/>
              <a:gd name="connsiteY499" fmla="*/ 577850 h 577850"/>
              <a:gd name="connsiteX500" fmla="*/ 10087673 w 10922000"/>
              <a:gd name="connsiteY500" fmla="*/ 577850 h 577850"/>
              <a:gd name="connsiteX501" fmla="*/ 10138283 w 10922000"/>
              <a:gd name="connsiteY501" fmla="*/ 577850 h 577850"/>
              <a:gd name="connsiteX502" fmla="*/ 10138283 w 10922000"/>
              <a:gd name="connsiteY502" fmla="*/ 571500 h 577850"/>
              <a:gd name="connsiteX503" fmla="*/ 10087673 w 10922000"/>
              <a:gd name="connsiteY503" fmla="*/ 571500 h 577850"/>
              <a:gd name="connsiteX504" fmla="*/ 10087673 w 10922000"/>
              <a:gd name="connsiteY504" fmla="*/ 577850 h 577850"/>
              <a:gd name="connsiteX505" fmla="*/ 10188829 w 10922000"/>
              <a:gd name="connsiteY505" fmla="*/ 577850 h 577850"/>
              <a:gd name="connsiteX506" fmla="*/ 10239375 w 10922000"/>
              <a:gd name="connsiteY506" fmla="*/ 577850 h 577850"/>
              <a:gd name="connsiteX507" fmla="*/ 10239375 w 10922000"/>
              <a:gd name="connsiteY507" fmla="*/ 571500 h 577850"/>
              <a:gd name="connsiteX508" fmla="*/ 10188829 w 10922000"/>
              <a:gd name="connsiteY508" fmla="*/ 571500 h 577850"/>
              <a:gd name="connsiteX509" fmla="*/ 10188829 w 10922000"/>
              <a:gd name="connsiteY509" fmla="*/ 577850 h 577850"/>
              <a:gd name="connsiteX510" fmla="*/ 10289984 w 10922000"/>
              <a:gd name="connsiteY510" fmla="*/ 577850 h 577850"/>
              <a:gd name="connsiteX511" fmla="*/ 10340531 w 10922000"/>
              <a:gd name="connsiteY511" fmla="*/ 577850 h 577850"/>
              <a:gd name="connsiteX512" fmla="*/ 10340531 w 10922000"/>
              <a:gd name="connsiteY512" fmla="*/ 571500 h 577850"/>
              <a:gd name="connsiteX513" fmla="*/ 10289984 w 10922000"/>
              <a:gd name="connsiteY513" fmla="*/ 571500 h 577850"/>
              <a:gd name="connsiteX514" fmla="*/ 10289984 w 10922000"/>
              <a:gd name="connsiteY514" fmla="*/ 577850 h 577850"/>
              <a:gd name="connsiteX515" fmla="*/ 10391077 w 10922000"/>
              <a:gd name="connsiteY515" fmla="*/ 577850 h 577850"/>
              <a:gd name="connsiteX516" fmla="*/ 10441622 w 10922000"/>
              <a:gd name="connsiteY516" fmla="*/ 577850 h 577850"/>
              <a:gd name="connsiteX517" fmla="*/ 10441622 w 10922000"/>
              <a:gd name="connsiteY517" fmla="*/ 571500 h 577850"/>
              <a:gd name="connsiteX518" fmla="*/ 10391077 w 10922000"/>
              <a:gd name="connsiteY518" fmla="*/ 571500 h 577850"/>
              <a:gd name="connsiteX519" fmla="*/ 10391077 w 10922000"/>
              <a:gd name="connsiteY519" fmla="*/ 577850 h 577850"/>
              <a:gd name="connsiteX520" fmla="*/ 10492232 w 10922000"/>
              <a:gd name="connsiteY520" fmla="*/ 577850 h 577850"/>
              <a:gd name="connsiteX521" fmla="*/ 10542778 w 10922000"/>
              <a:gd name="connsiteY521" fmla="*/ 577850 h 577850"/>
              <a:gd name="connsiteX522" fmla="*/ 10542778 w 10922000"/>
              <a:gd name="connsiteY522" fmla="*/ 571500 h 577850"/>
              <a:gd name="connsiteX523" fmla="*/ 10492232 w 10922000"/>
              <a:gd name="connsiteY523" fmla="*/ 571500 h 577850"/>
              <a:gd name="connsiteX524" fmla="*/ 10492232 w 10922000"/>
              <a:gd name="connsiteY524" fmla="*/ 577850 h 577850"/>
              <a:gd name="connsiteX525" fmla="*/ 10593324 w 10922000"/>
              <a:gd name="connsiteY525" fmla="*/ 577850 h 577850"/>
              <a:gd name="connsiteX526" fmla="*/ 10643933 w 10922000"/>
              <a:gd name="connsiteY526" fmla="*/ 577850 h 577850"/>
              <a:gd name="connsiteX527" fmla="*/ 10643933 w 10922000"/>
              <a:gd name="connsiteY527" fmla="*/ 571500 h 577850"/>
              <a:gd name="connsiteX528" fmla="*/ 10593324 w 10922000"/>
              <a:gd name="connsiteY528" fmla="*/ 571500 h 577850"/>
              <a:gd name="connsiteX529" fmla="*/ 10593324 w 10922000"/>
              <a:gd name="connsiteY529" fmla="*/ 577850 h 577850"/>
              <a:gd name="connsiteX530" fmla="*/ 10694480 w 10922000"/>
              <a:gd name="connsiteY530" fmla="*/ 577850 h 577850"/>
              <a:gd name="connsiteX531" fmla="*/ 10745026 w 10922000"/>
              <a:gd name="connsiteY531" fmla="*/ 577850 h 577850"/>
              <a:gd name="connsiteX532" fmla="*/ 10745026 w 10922000"/>
              <a:gd name="connsiteY532" fmla="*/ 571500 h 577850"/>
              <a:gd name="connsiteX533" fmla="*/ 10694480 w 10922000"/>
              <a:gd name="connsiteY533" fmla="*/ 571500 h 577850"/>
              <a:gd name="connsiteX534" fmla="*/ 10694480 w 10922000"/>
              <a:gd name="connsiteY534" fmla="*/ 577850 h 577850"/>
              <a:gd name="connsiteX535" fmla="*/ 10795635 w 10922000"/>
              <a:gd name="connsiteY535" fmla="*/ 577850 h 577850"/>
              <a:gd name="connsiteX536" fmla="*/ 10846181 w 10922000"/>
              <a:gd name="connsiteY536" fmla="*/ 577850 h 577850"/>
              <a:gd name="connsiteX537" fmla="*/ 10846181 w 10922000"/>
              <a:gd name="connsiteY537" fmla="*/ 571500 h 577850"/>
              <a:gd name="connsiteX538" fmla="*/ 10795635 w 10922000"/>
              <a:gd name="connsiteY538" fmla="*/ 571500 h 577850"/>
              <a:gd name="connsiteX539" fmla="*/ 10795635 w 10922000"/>
              <a:gd name="connsiteY539" fmla="*/ 577850 h 577850"/>
              <a:gd name="connsiteX540" fmla="*/ 10896727 w 10922000"/>
              <a:gd name="connsiteY540" fmla="*/ 577850 h 577850"/>
              <a:gd name="connsiteX541" fmla="*/ 10922000 w 10922000"/>
              <a:gd name="connsiteY541" fmla="*/ 577850 h 577850"/>
              <a:gd name="connsiteX542" fmla="*/ 10922000 w 10922000"/>
              <a:gd name="connsiteY542" fmla="*/ 571500 h 577850"/>
              <a:gd name="connsiteX543" fmla="*/ 10896727 w 10922000"/>
              <a:gd name="connsiteY543" fmla="*/ 571500 h 577850"/>
              <a:gd name="connsiteX544" fmla="*/ 10896727 w 10922000"/>
              <a:gd name="connsiteY544" fmla="*/ 577850 h 577850"/>
              <a:gd name="connsiteX545" fmla="*/ 10922000 w 10922000"/>
              <a:gd name="connsiteY545" fmla="*/ 0 h 577850"/>
              <a:gd name="connsiteX546" fmla="*/ 10896727 w 10922000"/>
              <a:gd name="connsiteY546" fmla="*/ 0 h 577850"/>
              <a:gd name="connsiteX547" fmla="*/ 10896727 w 10922000"/>
              <a:gd name="connsiteY547" fmla="*/ 6350 h 577850"/>
              <a:gd name="connsiteX548" fmla="*/ 10922000 w 10922000"/>
              <a:gd name="connsiteY548" fmla="*/ 6350 h 577850"/>
              <a:gd name="connsiteX549" fmla="*/ 10922000 w 10922000"/>
              <a:gd name="connsiteY549" fmla="*/ 0 h 577850"/>
              <a:gd name="connsiteX550" fmla="*/ 10846181 w 10922000"/>
              <a:gd name="connsiteY550" fmla="*/ 0 h 577850"/>
              <a:gd name="connsiteX551" fmla="*/ 10795571 w 10922000"/>
              <a:gd name="connsiteY551" fmla="*/ 0 h 577850"/>
              <a:gd name="connsiteX552" fmla="*/ 10795571 w 10922000"/>
              <a:gd name="connsiteY552" fmla="*/ 6350 h 577850"/>
              <a:gd name="connsiteX553" fmla="*/ 10846181 w 10922000"/>
              <a:gd name="connsiteY553" fmla="*/ 6350 h 577850"/>
              <a:gd name="connsiteX554" fmla="*/ 10846181 w 10922000"/>
              <a:gd name="connsiteY554" fmla="*/ 0 h 577850"/>
              <a:gd name="connsiteX555" fmla="*/ 10745026 w 10922000"/>
              <a:gd name="connsiteY555" fmla="*/ 0 h 577850"/>
              <a:gd name="connsiteX556" fmla="*/ 10694480 w 10922000"/>
              <a:gd name="connsiteY556" fmla="*/ 0 h 577850"/>
              <a:gd name="connsiteX557" fmla="*/ 10694480 w 10922000"/>
              <a:gd name="connsiteY557" fmla="*/ 6350 h 577850"/>
              <a:gd name="connsiteX558" fmla="*/ 10745026 w 10922000"/>
              <a:gd name="connsiteY558" fmla="*/ 6350 h 577850"/>
              <a:gd name="connsiteX559" fmla="*/ 10745026 w 10922000"/>
              <a:gd name="connsiteY559" fmla="*/ 0 h 577850"/>
              <a:gd name="connsiteX560" fmla="*/ 10643870 w 10922000"/>
              <a:gd name="connsiteY560" fmla="*/ 0 h 577850"/>
              <a:gd name="connsiteX561" fmla="*/ 10593324 w 10922000"/>
              <a:gd name="connsiteY561" fmla="*/ 0 h 577850"/>
              <a:gd name="connsiteX562" fmla="*/ 10593324 w 10922000"/>
              <a:gd name="connsiteY562" fmla="*/ 6350 h 577850"/>
              <a:gd name="connsiteX563" fmla="*/ 10643870 w 10922000"/>
              <a:gd name="connsiteY563" fmla="*/ 6350 h 577850"/>
              <a:gd name="connsiteX564" fmla="*/ 10643870 w 10922000"/>
              <a:gd name="connsiteY564" fmla="*/ 0 h 577850"/>
              <a:gd name="connsiteX565" fmla="*/ 10542778 w 10922000"/>
              <a:gd name="connsiteY565" fmla="*/ 0 h 577850"/>
              <a:gd name="connsiteX566" fmla="*/ 10492169 w 10922000"/>
              <a:gd name="connsiteY566" fmla="*/ 0 h 577850"/>
              <a:gd name="connsiteX567" fmla="*/ 10492169 w 10922000"/>
              <a:gd name="connsiteY567" fmla="*/ 6350 h 577850"/>
              <a:gd name="connsiteX568" fmla="*/ 10542778 w 10922000"/>
              <a:gd name="connsiteY568" fmla="*/ 6350 h 577850"/>
              <a:gd name="connsiteX569" fmla="*/ 10542778 w 10922000"/>
              <a:gd name="connsiteY569" fmla="*/ 0 h 577850"/>
              <a:gd name="connsiteX570" fmla="*/ 10441622 w 10922000"/>
              <a:gd name="connsiteY570" fmla="*/ 0 h 577850"/>
              <a:gd name="connsiteX571" fmla="*/ 10391077 w 10922000"/>
              <a:gd name="connsiteY571" fmla="*/ 0 h 577850"/>
              <a:gd name="connsiteX572" fmla="*/ 10391077 w 10922000"/>
              <a:gd name="connsiteY572" fmla="*/ 6350 h 577850"/>
              <a:gd name="connsiteX573" fmla="*/ 10441622 w 10922000"/>
              <a:gd name="connsiteY573" fmla="*/ 6350 h 577850"/>
              <a:gd name="connsiteX574" fmla="*/ 10441622 w 10922000"/>
              <a:gd name="connsiteY574" fmla="*/ 0 h 577850"/>
              <a:gd name="connsiteX575" fmla="*/ 10340531 w 10922000"/>
              <a:gd name="connsiteY575" fmla="*/ 0 h 577850"/>
              <a:gd name="connsiteX576" fmla="*/ 10289921 w 10922000"/>
              <a:gd name="connsiteY576" fmla="*/ 0 h 577850"/>
              <a:gd name="connsiteX577" fmla="*/ 10289921 w 10922000"/>
              <a:gd name="connsiteY577" fmla="*/ 6350 h 577850"/>
              <a:gd name="connsiteX578" fmla="*/ 10340531 w 10922000"/>
              <a:gd name="connsiteY578" fmla="*/ 6350 h 577850"/>
              <a:gd name="connsiteX579" fmla="*/ 10340531 w 10922000"/>
              <a:gd name="connsiteY579" fmla="*/ 0 h 577850"/>
              <a:gd name="connsiteX580" fmla="*/ 10239375 w 10922000"/>
              <a:gd name="connsiteY580" fmla="*/ 0 h 577850"/>
              <a:gd name="connsiteX581" fmla="*/ 10188829 w 10922000"/>
              <a:gd name="connsiteY581" fmla="*/ 0 h 577850"/>
              <a:gd name="connsiteX582" fmla="*/ 10188829 w 10922000"/>
              <a:gd name="connsiteY582" fmla="*/ 6350 h 577850"/>
              <a:gd name="connsiteX583" fmla="*/ 10239375 w 10922000"/>
              <a:gd name="connsiteY583" fmla="*/ 6350 h 577850"/>
              <a:gd name="connsiteX584" fmla="*/ 10239375 w 10922000"/>
              <a:gd name="connsiteY584" fmla="*/ 0 h 577850"/>
              <a:gd name="connsiteX585" fmla="*/ 10138219 w 10922000"/>
              <a:gd name="connsiteY585" fmla="*/ 0 h 577850"/>
              <a:gd name="connsiteX586" fmla="*/ 10087673 w 10922000"/>
              <a:gd name="connsiteY586" fmla="*/ 0 h 577850"/>
              <a:gd name="connsiteX587" fmla="*/ 10087673 w 10922000"/>
              <a:gd name="connsiteY587" fmla="*/ 6350 h 577850"/>
              <a:gd name="connsiteX588" fmla="*/ 10138219 w 10922000"/>
              <a:gd name="connsiteY588" fmla="*/ 6350 h 577850"/>
              <a:gd name="connsiteX589" fmla="*/ 10138219 w 10922000"/>
              <a:gd name="connsiteY589" fmla="*/ 0 h 577850"/>
              <a:gd name="connsiteX590" fmla="*/ 10037128 w 10922000"/>
              <a:gd name="connsiteY590" fmla="*/ 0 h 577850"/>
              <a:gd name="connsiteX591" fmla="*/ 9986581 w 10922000"/>
              <a:gd name="connsiteY591" fmla="*/ 0 h 577850"/>
              <a:gd name="connsiteX592" fmla="*/ 9986581 w 10922000"/>
              <a:gd name="connsiteY592" fmla="*/ 6350 h 577850"/>
              <a:gd name="connsiteX593" fmla="*/ 10037128 w 10922000"/>
              <a:gd name="connsiteY593" fmla="*/ 6350 h 577850"/>
              <a:gd name="connsiteX594" fmla="*/ 10037128 w 10922000"/>
              <a:gd name="connsiteY594" fmla="*/ 0 h 577850"/>
              <a:gd name="connsiteX595" fmla="*/ 9935972 w 10922000"/>
              <a:gd name="connsiteY595" fmla="*/ 0 h 577850"/>
              <a:gd name="connsiteX596" fmla="*/ 9885426 w 10922000"/>
              <a:gd name="connsiteY596" fmla="*/ 0 h 577850"/>
              <a:gd name="connsiteX597" fmla="*/ 9885426 w 10922000"/>
              <a:gd name="connsiteY597" fmla="*/ 6350 h 577850"/>
              <a:gd name="connsiteX598" fmla="*/ 9935972 w 10922000"/>
              <a:gd name="connsiteY598" fmla="*/ 6350 h 577850"/>
              <a:gd name="connsiteX599" fmla="*/ 9935972 w 10922000"/>
              <a:gd name="connsiteY599" fmla="*/ 0 h 577850"/>
              <a:gd name="connsiteX600" fmla="*/ 9834880 w 10922000"/>
              <a:gd name="connsiteY600" fmla="*/ 0 h 577850"/>
              <a:gd name="connsiteX601" fmla="*/ 9784270 w 10922000"/>
              <a:gd name="connsiteY601" fmla="*/ 0 h 577850"/>
              <a:gd name="connsiteX602" fmla="*/ 9784270 w 10922000"/>
              <a:gd name="connsiteY602" fmla="*/ 6350 h 577850"/>
              <a:gd name="connsiteX603" fmla="*/ 9834880 w 10922000"/>
              <a:gd name="connsiteY603" fmla="*/ 6350 h 577850"/>
              <a:gd name="connsiteX604" fmla="*/ 9834880 w 10922000"/>
              <a:gd name="connsiteY604" fmla="*/ 0 h 577850"/>
              <a:gd name="connsiteX605" fmla="*/ 9733724 w 10922000"/>
              <a:gd name="connsiteY605" fmla="*/ 0 h 577850"/>
              <a:gd name="connsiteX606" fmla="*/ 9683179 w 10922000"/>
              <a:gd name="connsiteY606" fmla="*/ 0 h 577850"/>
              <a:gd name="connsiteX607" fmla="*/ 9683179 w 10922000"/>
              <a:gd name="connsiteY607" fmla="*/ 6350 h 577850"/>
              <a:gd name="connsiteX608" fmla="*/ 9733724 w 10922000"/>
              <a:gd name="connsiteY608" fmla="*/ 6350 h 577850"/>
              <a:gd name="connsiteX609" fmla="*/ 9733724 w 10922000"/>
              <a:gd name="connsiteY609" fmla="*/ 0 h 577850"/>
              <a:gd name="connsiteX610" fmla="*/ 9632569 w 10922000"/>
              <a:gd name="connsiteY610" fmla="*/ 0 h 577850"/>
              <a:gd name="connsiteX611" fmla="*/ 9582023 w 10922000"/>
              <a:gd name="connsiteY611" fmla="*/ 0 h 577850"/>
              <a:gd name="connsiteX612" fmla="*/ 9582023 w 10922000"/>
              <a:gd name="connsiteY612" fmla="*/ 6350 h 577850"/>
              <a:gd name="connsiteX613" fmla="*/ 9632569 w 10922000"/>
              <a:gd name="connsiteY613" fmla="*/ 6350 h 577850"/>
              <a:gd name="connsiteX614" fmla="*/ 9632569 w 10922000"/>
              <a:gd name="connsiteY614" fmla="*/ 0 h 577850"/>
              <a:gd name="connsiteX615" fmla="*/ 9531477 w 10922000"/>
              <a:gd name="connsiteY615" fmla="*/ 0 h 577850"/>
              <a:gd name="connsiteX616" fmla="*/ 9480931 w 10922000"/>
              <a:gd name="connsiteY616" fmla="*/ 0 h 577850"/>
              <a:gd name="connsiteX617" fmla="*/ 9480931 w 10922000"/>
              <a:gd name="connsiteY617" fmla="*/ 6350 h 577850"/>
              <a:gd name="connsiteX618" fmla="*/ 9531477 w 10922000"/>
              <a:gd name="connsiteY618" fmla="*/ 6350 h 577850"/>
              <a:gd name="connsiteX619" fmla="*/ 9531477 w 10922000"/>
              <a:gd name="connsiteY619" fmla="*/ 0 h 577850"/>
              <a:gd name="connsiteX620" fmla="*/ 9430321 w 10922000"/>
              <a:gd name="connsiteY620" fmla="*/ 0 h 577850"/>
              <a:gd name="connsiteX621" fmla="*/ 9379776 w 10922000"/>
              <a:gd name="connsiteY621" fmla="*/ 0 h 577850"/>
              <a:gd name="connsiteX622" fmla="*/ 9379776 w 10922000"/>
              <a:gd name="connsiteY622" fmla="*/ 6350 h 577850"/>
              <a:gd name="connsiteX623" fmla="*/ 9430321 w 10922000"/>
              <a:gd name="connsiteY623" fmla="*/ 6350 h 577850"/>
              <a:gd name="connsiteX624" fmla="*/ 9430321 w 10922000"/>
              <a:gd name="connsiteY624" fmla="*/ 0 h 577850"/>
              <a:gd name="connsiteX625" fmla="*/ 9329230 w 10922000"/>
              <a:gd name="connsiteY625" fmla="*/ 0 h 577850"/>
              <a:gd name="connsiteX626" fmla="*/ 9278620 w 10922000"/>
              <a:gd name="connsiteY626" fmla="*/ 0 h 577850"/>
              <a:gd name="connsiteX627" fmla="*/ 9278620 w 10922000"/>
              <a:gd name="connsiteY627" fmla="*/ 6350 h 577850"/>
              <a:gd name="connsiteX628" fmla="*/ 9329230 w 10922000"/>
              <a:gd name="connsiteY628" fmla="*/ 6350 h 577850"/>
              <a:gd name="connsiteX629" fmla="*/ 9329230 w 10922000"/>
              <a:gd name="connsiteY629" fmla="*/ 0 h 577850"/>
              <a:gd name="connsiteX630" fmla="*/ 9228074 w 10922000"/>
              <a:gd name="connsiteY630" fmla="*/ 0 h 577850"/>
              <a:gd name="connsiteX631" fmla="*/ 9177528 w 10922000"/>
              <a:gd name="connsiteY631" fmla="*/ 0 h 577850"/>
              <a:gd name="connsiteX632" fmla="*/ 9177528 w 10922000"/>
              <a:gd name="connsiteY632" fmla="*/ 6350 h 577850"/>
              <a:gd name="connsiteX633" fmla="*/ 9228074 w 10922000"/>
              <a:gd name="connsiteY633" fmla="*/ 6350 h 577850"/>
              <a:gd name="connsiteX634" fmla="*/ 9228074 w 10922000"/>
              <a:gd name="connsiteY634" fmla="*/ 0 h 577850"/>
              <a:gd name="connsiteX635" fmla="*/ 9126919 w 10922000"/>
              <a:gd name="connsiteY635" fmla="*/ 0 h 577850"/>
              <a:gd name="connsiteX636" fmla="*/ 9076372 w 10922000"/>
              <a:gd name="connsiteY636" fmla="*/ 0 h 577850"/>
              <a:gd name="connsiteX637" fmla="*/ 9076372 w 10922000"/>
              <a:gd name="connsiteY637" fmla="*/ 6350 h 577850"/>
              <a:gd name="connsiteX638" fmla="*/ 9126919 w 10922000"/>
              <a:gd name="connsiteY638" fmla="*/ 6350 h 577850"/>
              <a:gd name="connsiteX639" fmla="*/ 9126919 w 10922000"/>
              <a:gd name="connsiteY639" fmla="*/ 0 h 577850"/>
              <a:gd name="connsiteX640" fmla="*/ 9025827 w 10922000"/>
              <a:gd name="connsiteY640" fmla="*/ 0 h 577850"/>
              <a:gd name="connsiteX641" fmla="*/ 8975281 w 10922000"/>
              <a:gd name="connsiteY641" fmla="*/ 0 h 577850"/>
              <a:gd name="connsiteX642" fmla="*/ 8975281 w 10922000"/>
              <a:gd name="connsiteY642" fmla="*/ 6350 h 577850"/>
              <a:gd name="connsiteX643" fmla="*/ 9025827 w 10922000"/>
              <a:gd name="connsiteY643" fmla="*/ 6350 h 577850"/>
              <a:gd name="connsiteX644" fmla="*/ 9025827 w 10922000"/>
              <a:gd name="connsiteY644" fmla="*/ 0 h 577850"/>
              <a:gd name="connsiteX645" fmla="*/ 8924671 w 10922000"/>
              <a:gd name="connsiteY645" fmla="*/ 0 h 577850"/>
              <a:gd name="connsiteX646" fmla="*/ 8874125 w 10922000"/>
              <a:gd name="connsiteY646" fmla="*/ 0 h 577850"/>
              <a:gd name="connsiteX647" fmla="*/ 8874125 w 10922000"/>
              <a:gd name="connsiteY647" fmla="*/ 6350 h 577850"/>
              <a:gd name="connsiteX648" fmla="*/ 8924671 w 10922000"/>
              <a:gd name="connsiteY648" fmla="*/ 6350 h 577850"/>
              <a:gd name="connsiteX649" fmla="*/ 8924671 w 10922000"/>
              <a:gd name="connsiteY649" fmla="*/ 0 h 577850"/>
              <a:gd name="connsiteX650" fmla="*/ 8823579 w 10922000"/>
              <a:gd name="connsiteY650" fmla="*/ 0 h 577850"/>
              <a:gd name="connsiteX651" fmla="*/ 8772969 w 10922000"/>
              <a:gd name="connsiteY651" fmla="*/ 0 h 577850"/>
              <a:gd name="connsiteX652" fmla="*/ 8772969 w 10922000"/>
              <a:gd name="connsiteY652" fmla="*/ 6350 h 577850"/>
              <a:gd name="connsiteX653" fmla="*/ 8823579 w 10922000"/>
              <a:gd name="connsiteY653" fmla="*/ 6350 h 577850"/>
              <a:gd name="connsiteX654" fmla="*/ 8823579 w 10922000"/>
              <a:gd name="connsiteY654" fmla="*/ 0 h 577850"/>
              <a:gd name="connsiteX655" fmla="*/ 8722423 w 10922000"/>
              <a:gd name="connsiteY655" fmla="*/ 0 h 577850"/>
              <a:gd name="connsiteX656" fmla="*/ 8671878 w 10922000"/>
              <a:gd name="connsiteY656" fmla="*/ 0 h 577850"/>
              <a:gd name="connsiteX657" fmla="*/ 8671878 w 10922000"/>
              <a:gd name="connsiteY657" fmla="*/ 6350 h 577850"/>
              <a:gd name="connsiteX658" fmla="*/ 8722423 w 10922000"/>
              <a:gd name="connsiteY658" fmla="*/ 6350 h 577850"/>
              <a:gd name="connsiteX659" fmla="*/ 8722423 w 10922000"/>
              <a:gd name="connsiteY659" fmla="*/ 0 h 577850"/>
              <a:gd name="connsiteX660" fmla="*/ 8621331 w 10922000"/>
              <a:gd name="connsiteY660" fmla="*/ 0 h 577850"/>
              <a:gd name="connsiteX661" fmla="*/ 8570722 w 10922000"/>
              <a:gd name="connsiteY661" fmla="*/ 0 h 577850"/>
              <a:gd name="connsiteX662" fmla="*/ 8570722 w 10922000"/>
              <a:gd name="connsiteY662" fmla="*/ 6350 h 577850"/>
              <a:gd name="connsiteX663" fmla="*/ 8621331 w 10922000"/>
              <a:gd name="connsiteY663" fmla="*/ 6350 h 577850"/>
              <a:gd name="connsiteX664" fmla="*/ 8621331 w 10922000"/>
              <a:gd name="connsiteY664" fmla="*/ 0 h 577850"/>
              <a:gd name="connsiteX665" fmla="*/ 8520176 w 10922000"/>
              <a:gd name="connsiteY665" fmla="*/ 0 h 577850"/>
              <a:gd name="connsiteX666" fmla="*/ 8469630 w 10922000"/>
              <a:gd name="connsiteY666" fmla="*/ 0 h 577850"/>
              <a:gd name="connsiteX667" fmla="*/ 8469630 w 10922000"/>
              <a:gd name="connsiteY667" fmla="*/ 6350 h 577850"/>
              <a:gd name="connsiteX668" fmla="*/ 8520176 w 10922000"/>
              <a:gd name="connsiteY668" fmla="*/ 6350 h 577850"/>
              <a:gd name="connsiteX669" fmla="*/ 8520176 w 10922000"/>
              <a:gd name="connsiteY669" fmla="*/ 0 h 577850"/>
              <a:gd name="connsiteX670" fmla="*/ 8419020 w 10922000"/>
              <a:gd name="connsiteY670" fmla="*/ 0 h 577850"/>
              <a:gd name="connsiteX671" fmla="*/ 8368475 w 10922000"/>
              <a:gd name="connsiteY671" fmla="*/ 0 h 577850"/>
              <a:gd name="connsiteX672" fmla="*/ 8368475 w 10922000"/>
              <a:gd name="connsiteY672" fmla="*/ 6350 h 577850"/>
              <a:gd name="connsiteX673" fmla="*/ 8419020 w 10922000"/>
              <a:gd name="connsiteY673" fmla="*/ 6350 h 577850"/>
              <a:gd name="connsiteX674" fmla="*/ 8419020 w 10922000"/>
              <a:gd name="connsiteY674" fmla="*/ 0 h 577850"/>
              <a:gd name="connsiteX675" fmla="*/ 8317929 w 10922000"/>
              <a:gd name="connsiteY675" fmla="*/ 0 h 577850"/>
              <a:gd name="connsiteX676" fmla="*/ 8267319 w 10922000"/>
              <a:gd name="connsiteY676" fmla="*/ 0 h 577850"/>
              <a:gd name="connsiteX677" fmla="*/ 8267319 w 10922000"/>
              <a:gd name="connsiteY677" fmla="*/ 6350 h 577850"/>
              <a:gd name="connsiteX678" fmla="*/ 8317929 w 10922000"/>
              <a:gd name="connsiteY678" fmla="*/ 6350 h 577850"/>
              <a:gd name="connsiteX679" fmla="*/ 8317929 w 10922000"/>
              <a:gd name="connsiteY679" fmla="*/ 0 h 577850"/>
              <a:gd name="connsiteX680" fmla="*/ 8216773 w 10922000"/>
              <a:gd name="connsiteY680" fmla="*/ 0 h 577850"/>
              <a:gd name="connsiteX681" fmla="*/ 8166227 w 10922000"/>
              <a:gd name="connsiteY681" fmla="*/ 0 h 577850"/>
              <a:gd name="connsiteX682" fmla="*/ 8166227 w 10922000"/>
              <a:gd name="connsiteY682" fmla="*/ 6350 h 577850"/>
              <a:gd name="connsiteX683" fmla="*/ 8216773 w 10922000"/>
              <a:gd name="connsiteY683" fmla="*/ 6350 h 577850"/>
              <a:gd name="connsiteX684" fmla="*/ 8216773 w 10922000"/>
              <a:gd name="connsiteY684" fmla="*/ 0 h 577850"/>
              <a:gd name="connsiteX685" fmla="*/ 8115682 w 10922000"/>
              <a:gd name="connsiteY685" fmla="*/ 0 h 577850"/>
              <a:gd name="connsiteX686" fmla="*/ 8065072 w 10922000"/>
              <a:gd name="connsiteY686" fmla="*/ 0 h 577850"/>
              <a:gd name="connsiteX687" fmla="*/ 8065072 w 10922000"/>
              <a:gd name="connsiteY687" fmla="*/ 6350 h 577850"/>
              <a:gd name="connsiteX688" fmla="*/ 8115682 w 10922000"/>
              <a:gd name="connsiteY688" fmla="*/ 6350 h 577850"/>
              <a:gd name="connsiteX689" fmla="*/ 8115682 w 10922000"/>
              <a:gd name="connsiteY689" fmla="*/ 0 h 577850"/>
              <a:gd name="connsiteX690" fmla="*/ 8014526 w 10922000"/>
              <a:gd name="connsiteY690" fmla="*/ 0 h 577850"/>
              <a:gd name="connsiteX691" fmla="*/ 7963980 w 10922000"/>
              <a:gd name="connsiteY691" fmla="*/ 0 h 577850"/>
              <a:gd name="connsiteX692" fmla="*/ 7963980 w 10922000"/>
              <a:gd name="connsiteY692" fmla="*/ 6350 h 577850"/>
              <a:gd name="connsiteX693" fmla="*/ 8014526 w 10922000"/>
              <a:gd name="connsiteY693" fmla="*/ 6350 h 577850"/>
              <a:gd name="connsiteX694" fmla="*/ 8014526 w 10922000"/>
              <a:gd name="connsiteY694" fmla="*/ 0 h 577850"/>
              <a:gd name="connsiteX695" fmla="*/ 7913370 w 10922000"/>
              <a:gd name="connsiteY695" fmla="*/ 0 h 577850"/>
              <a:gd name="connsiteX696" fmla="*/ 7862824 w 10922000"/>
              <a:gd name="connsiteY696" fmla="*/ 0 h 577850"/>
              <a:gd name="connsiteX697" fmla="*/ 7862824 w 10922000"/>
              <a:gd name="connsiteY697" fmla="*/ 6350 h 577850"/>
              <a:gd name="connsiteX698" fmla="*/ 7913370 w 10922000"/>
              <a:gd name="connsiteY698" fmla="*/ 6350 h 577850"/>
              <a:gd name="connsiteX699" fmla="*/ 7913370 w 10922000"/>
              <a:gd name="connsiteY699" fmla="*/ 0 h 577850"/>
              <a:gd name="connsiteX700" fmla="*/ 7812278 w 10922000"/>
              <a:gd name="connsiteY700" fmla="*/ 0 h 577850"/>
              <a:gd name="connsiteX701" fmla="*/ 7761732 w 10922000"/>
              <a:gd name="connsiteY701" fmla="*/ 0 h 577850"/>
              <a:gd name="connsiteX702" fmla="*/ 7761732 w 10922000"/>
              <a:gd name="connsiteY702" fmla="*/ 6350 h 577850"/>
              <a:gd name="connsiteX703" fmla="*/ 7812278 w 10922000"/>
              <a:gd name="connsiteY703" fmla="*/ 6350 h 577850"/>
              <a:gd name="connsiteX704" fmla="*/ 7812278 w 10922000"/>
              <a:gd name="connsiteY704" fmla="*/ 0 h 577850"/>
              <a:gd name="connsiteX705" fmla="*/ 7711123 w 10922000"/>
              <a:gd name="connsiteY705" fmla="*/ 0 h 577850"/>
              <a:gd name="connsiteX706" fmla="*/ 7660577 w 10922000"/>
              <a:gd name="connsiteY706" fmla="*/ 0 h 577850"/>
              <a:gd name="connsiteX707" fmla="*/ 7660577 w 10922000"/>
              <a:gd name="connsiteY707" fmla="*/ 6350 h 577850"/>
              <a:gd name="connsiteX708" fmla="*/ 7711123 w 10922000"/>
              <a:gd name="connsiteY708" fmla="*/ 6350 h 577850"/>
              <a:gd name="connsiteX709" fmla="*/ 7711123 w 10922000"/>
              <a:gd name="connsiteY709" fmla="*/ 0 h 577850"/>
              <a:gd name="connsiteX710" fmla="*/ 7610031 w 10922000"/>
              <a:gd name="connsiteY710" fmla="*/ 0 h 577850"/>
              <a:gd name="connsiteX711" fmla="*/ 7559421 w 10922000"/>
              <a:gd name="connsiteY711" fmla="*/ 0 h 577850"/>
              <a:gd name="connsiteX712" fmla="*/ 7559421 w 10922000"/>
              <a:gd name="connsiteY712" fmla="*/ 6350 h 577850"/>
              <a:gd name="connsiteX713" fmla="*/ 7610031 w 10922000"/>
              <a:gd name="connsiteY713" fmla="*/ 6350 h 577850"/>
              <a:gd name="connsiteX714" fmla="*/ 7610031 w 10922000"/>
              <a:gd name="connsiteY714" fmla="*/ 0 h 577850"/>
              <a:gd name="connsiteX715" fmla="*/ 7508875 w 10922000"/>
              <a:gd name="connsiteY715" fmla="*/ 0 h 577850"/>
              <a:gd name="connsiteX716" fmla="*/ 7458329 w 10922000"/>
              <a:gd name="connsiteY716" fmla="*/ 0 h 577850"/>
              <a:gd name="connsiteX717" fmla="*/ 7458329 w 10922000"/>
              <a:gd name="connsiteY717" fmla="*/ 6350 h 577850"/>
              <a:gd name="connsiteX718" fmla="*/ 7508875 w 10922000"/>
              <a:gd name="connsiteY718" fmla="*/ 6350 h 577850"/>
              <a:gd name="connsiteX719" fmla="*/ 7508875 w 10922000"/>
              <a:gd name="connsiteY719" fmla="*/ 0 h 577850"/>
              <a:gd name="connsiteX720" fmla="*/ 7407719 w 10922000"/>
              <a:gd name="connsiteY720" fmla="*/ 0 h 577850"/>
              <a:gd name="connsiteX721" fmla="*/ 7357174 w 10922000"/>
              <a:gd name="connsiteY721" fmla="*/ 0 h 577850"/>
              <a:gd name="connsiteX722" fmla="*/ 7357174 w 10922000"/>
              <a:gd name="connsiteY722" fmla="*/ 6350 h 577850"/>
              <a:gd name="connsiteX723" fmla="*/ 7407719 w 10922000"/>
              <a:gd name="connsiteY723" fmla="*/ 6350 h 577850"/>
              <a:gd name="connsiteX724" fmla="*/ 7407719 w 10922000"/>
              <a:gd name="connsiteY724" fmla="*/ 0 h 577850"/>
              <a:gd name="connsiteX725" fmla="*/ 7306628 w 10922000"/>
              <a:gd name="connsiteY725" fmla="*/ 0 h 577850"/>
              <a:gd name="connsiteX726" fmla="*/ 7256081 w 10922000"/>
              <a:gd name="connsiteY726" fmla="*/ 0 h 577850"/>
              <a:gd name="connsiteX727" fmla="*/ 7256081 w 10922000"/>
              <a:gd name="connsiteY727" fmla="*/ 6350 h 577850"/>
              <a:gd name="connsiteX728" fmla="*/ 7306628 w 10922000"/>
              <a:gd name="connsiteY728" fmla="*/ 6350 h 577850"/>
              <a:gd name="connsiteX729" fmla="*/ 7306628 w 10922000"/>
              <a:gd name="connsiteY729" fmla="*/ 0 h 577850"/>
              <a:gd name="connsiteX730" fmla="*/ 7205472 w 10922000"/>
              <a:gd name="connsiteY730" fmla="*/ 0 h 577850"/>
              <a:gd name="connsiteX731" fmla="*/ 7154926 w 10922000"/>
              <a:gd name="connsiteY731" fmla="*/ 0 h 577850"/>
              <a:gd name="connsiteX732" fmla="*/ 7154926 w 10922000"/>
              <a:gd name="connsiteY732" fmla="*/ 6350 h 577850"/>
              <a:gd name="connsiteX733" fmla="*/ 7205472 w 10922000"/>
              <a:gd name="connsiteY733" fmla="*/ 6350 h 577850"/>
              <a:gd name="connsiteX734" fmla="*/ 7205472 w 10922000"/>
              <a:gd name="connsiteY734" fmla="*/ 0 h 577850"/>
              <a:gd name="connsiteX735" fmla="*/ 7104381 w 10922000"/>
              <a:gd name="connsiteY735" fmla="*/ 0 h 577850"/>
              <a:gd name="connsiteX736" fmla="*/ 7053770 w 10922000"/>
              <a:gd name="connsiteY736" fmla="*/ 0 h 577850"/>
              <a:gd name="connsiteX737" fmla="*/ 7053770 w 10922000"/>
              <a:gd name="connsiteY737" fmla="*/ 6350 h 577850"/>
              <a:gd name="connsiteX738" fmla="*/ 7104381 w 10922000"/>
              <a:gd name="connsiteY738" fmla="*/ 6350 h 577850"/>
              <a:gd name="connsiteX739" fmla="*/ 7104381 w 10922000"/>
              <a:gd name="connsiteY739" fmla="*/ 0 h 577850"/>
              <a:gd name="connsiteX740" fmla="*/ 7003225 w 10922000"/>
              <a:gd name="connsiteY740" fmla="*/ 0 h 577850"/>
              <a:gd name="connsiteX741" fmla="*/ 6952679 w 10922000"/>
              <a:gd name="connsiteY741" fmla="*/ 0 h 577850"/>
              <a:gd name="connsiteX742" fmla="*/ 6952679 w 10922000"/>
              <a:gd name="connsiteY742" fmla="*/ 6350 h 577850"/>
              <a:gd name="connsiteX743" fmla="*/ 7003225 w 10922000"/>
              <a:gd name="connsiteY743" fmla="*/ 6350 h 577850"/>
              <a:gd name="connsiteX744" fmla="*/ 7003225 w 10922000"/>
              <a:gd name="connsiteY744" fmla="*/ 0 h 577850"/>
              <a:gd name="connsiteX745" fmla="*/ 6902069 w 10922000"/>
              <a:gd name="connsiteY745" fmla="*/ 0 h 577850"/>
              <a:gd name="connsiteX746" fmla="*/ 6851523 w 10922000"/>
              <a:gd name="connsiteY746" fmla="*/ 0 h 577850"/>
              <a:gd name="connsiteX747" fmla="*/ 6851523 w 10922000"/>
              <a:gd name="connsiteY747" fmla="*/ 6350 h 577850"/>
              <a:gd name="connsiteX748" fmla="*/ 6902069 w 10922000"/>
              <a:gd name="connsiteY748" fmla="*/ 6350 h 577850"/>
              <a:gd name="connsiteX749" fmla="*/ 6902069 w 10922000"/>
              <a:gd name="connsiteY749" fmla="*/ 0 h 577850"/>
              <a:gd name="connsiteX750" fmla="*/ 6800977 w 10922000"/>
              <a:gd name="connsiteY750" fmla="*/ 0 h 577850"/>
              <a:gd name="connsiteX751" fmla="*/ 6750432 w 10922000"/>
              <a:gd name="connsiteY751" fmla="*/ 0 h 577850"/>
              <a:gd name="connsiteX752" fmla="*/ 6750432 w 10922000"/>
              <a:gd name="connsiteY752" fmla="*/ 6350 h 577850"/>
              <a:gd name="connsiteX753" fmla="*/ 6800977 w 10922000"/>
              <a:gd name="connsiteY753" fmla="*/ 6350 h 577850"/>
              <a:gd name="connsiteX754" fmla="*/ 6800977 w 10922000"/>
              <a:gd name="connsiteY754" fmla="*/ 0 h 577850"/>
              <a:gd name="connsiteX755" fmla="*/ 6699822 w 10922000"/>
              <a:gd name="connsiteY755" fmla="*/ 0 h 577850"/>
              <a:gd name="connsiteX756" fmla="*/ 6649276 w 10922000"/>
              <a:gd name="connsiteY756" fmla="*/ 0 h 577850"/>
              <a:gd name="connsiteX757" fmla="*/ 6649276 w 10922000"/>
              <a:gd name="connsiteY757" fmla="*/ 6350 h 577850"/>
              <a:gd name="connsiteX758" fmla="*/ 6699822 w 10922000"/>
              <a:gd name="connsiteY758" fmla="*/ 6350 h 577850"/>
              <a:gd name="connsiteX759" fmla="*/ 6699822 w 10922000"/>
              <a:gd name="connsiteY759" fmla="*/ 0 h 577850"/>
              <a:gd name="connsiteX760" fmla="*/ 6598730 w 10922000"/>
              <a:gd name="connsiteY760" fmla="*/ 0 h 577850"/>
              <a:gd name="connsiteX761" fmla="*/ 6548120 w 10922000"/>
              <a:gd name="connsiteY761" fmla="*/ 0 h 577850"/>
              <a:gd name="connsiteX762" fmla="*/ 6548120 w 10922000"/>
              <a:gd name="connsiteY762" fmla="*/ 6350 h 577850"/>
              <a:gd name="connsiteX763" fmla="*/ 6598730 w 10922000"/>
              <a:gd name="connsiteY763" fmla="*/ 6350 h 577850"/>
              <a:gd name="connsiteX764" fmla="*/ 6598730 w 10922000"/>
              <a:gd name="connsiteY764" fmla="*/ 0 h 577850"/>
              <a:gd name="connsiteX765" fmla="*/ 6497574 w 10922000"/>
              <a:gd name="connsiteY765" fmla="*/ 0 h 577850"/>
              <a:gd name="connsiteX766" fmla="*/ 6447028 w 10922000"/>
              <a:gd name="connsiteY766" fmla="*/ 0 h 577850"/>
              <a:gd name="connsiteX767" fmla="*/ 6447028 w 10922000"/>
              <a:gd name="connsiteY767" fmla="*/ 6350 h 577850"/>
              <a:gd name="connsiteX768" fmla="*/ 6497574 w 10922000"/>
              <a:gd name="connsiteY768" fmla="*/ 6350 h 577850"/>
              <a:gd name="connsiteX769" fmla="*/ 6497574 w 10922000"/>
              <a:gd name="connsiteY769" fmla="*/ 0 h 577850"/>
              <a:gd name="connsiteX770" fmla="*/ 6396482 w 10922000"/>
              <a:gd name="connsiteY770" fmla="*/ 0 h 577850"/>
              <a:gd name="connsiteX771" fmla="*/ 6345873 w 10922000"/>
              <a:gd name="connsiteY771" fmla="*/ 0 h 577850"/>
              <a:gd name="connsiteX772" fmla="*/ 6345873 w 10922000"/>
              <a:gd name="connsiteY772" fmla="*/ 6350 h 577850"/>
              <a:gd name="connsiteX773" fmla="*/ 6396482 w 10922000"/>
              <a:gd name="connsiteY773" fmla="*/ 6350 h 577850"/>
              <a:gd name="connsiteX774" fmla="*/ 6396482 w 10922000"/>
              <a:gd name="connsiteY774" fmla="*/ 0 h 577850"/>
              <a:gd name="connsiteX775" fmla="*/ 6295327 w 10922000"/>
              <a:gd name="connsiteY775" fmla="*/ 0 h 577850"/>
              <a:gd name="connsiteX776" fmla="*/ 6244781 w 10922000"/>
              <a:gd name="connsiteY776" fmla="*/ 0 h 577850"/>
              <a:gd name="connsiteX777" fmla="*/ 6244781 w 10922000"/>
              <a:gd name="connsiteY777" fmla="*/ 6350 h 577850"/>
              <a:gd name="connsiteX778" fmla="*/ 6295327 w 10922000"/>
              <a:gd name="connsiteY778" fmla="*/ 6350 h 577850"/>
              <a:gd name="connsiteX779" fmla="*/ 6295327 w 10922000"/>
              <a:gd name="connsiteY779" fmla="*/ 0 h 577850"/>
              <a:gd name="connsiteX780" fmla="*/ 6194171 w 10922000"/>
              <a:gd name="connsiteY780" fmla="*/ 0 h 577850"/>
              <a:gd name="connsiteX781" fmla="*/ 6143625 w 10922000"/>
              <a:gd name="connsiteY781" fmla="*/ 0 h 577850"/>
              <a:gd name="connsiteX782" fmla="*/ 6143625 w 10922000"/>
              <a:gd name="connsiteY782" fmla="*/ 6350 h 577850"/>
              <a:gd name="connsiteX783" fmla="*/ 6194171 w 10922000"/>
              <a:gd name="connsiteY783" fmla="*/ 6350 h 577850"/>
              <a:gd name="connsiteX784" fmla="*/ 6194171 w 10922000"/>
              <a:gd name="connsiteY784" fmla="*/ 0 h 577850"/>
              <a:gd name="connsiteX785" fmla="*/ 6093079 w 10922000"/>
              <a:gd name="connsiteY785" fmla="*/ 0 h 577850"/>
              <a:gd name="connsiteX786" fmla="*/ 6042469 w 10922000"/>
              <a:gd name="connsiteY786" fmla="*/ 0 h 577850"/>
              <a:gd name="connsiteX787" fmla="*/ 6042469 w 10922000"/>
              <a:gd name="connsiteY787" fmla="*/ 6350 h 577850"/>
              <a:gd name="connsiteX788" fmla="*/ 6093079 w 10922000"/>
              <a:gd name="connsiteY788" fmla="*/ 6350 h 577850"/>
              <a:gd name="connsiteX789" fmla="*/ 6093079 w 10922000"/>
              <a:gd name="connsiteY789" fmla="*/ 0 h 577850"/>
              <a:gd name="connsiteX790" fmla="*/ 5991924 w 10922000"/>
              <a:gd name="connsiteY790" fmla="*/ 0 h 577850"/>
              <a:gd name="connsiteX791" fmla="*/ 5941378 w 10922000"/>
              <a:gd name="connsiteY791" fmla="*/ 0 h 577850"/>
              <a:gd name="connsiteX792" fmla="*/ 5941378 w 10922000"/>
              <a:gd name="connsiteY792" fmla="*/ 6350 h 577850"/>
              <a:gd name="connsiteX793" fmla="*/ 5991924 w 10922000"/>
              <a:gd name="connsiteY793" fmla="*/ 6350 h 577850"/>
              <a:gd name="connsiteX794" fmla="*/ 5991924 w 10922000"/>
              <a:gd name="connsiteY794" fmla="*/ 0 h 577850"/>
              <a:gd name="connsiteX795" fmla="*/ 5890831 w 10922000"/>
              <a:gd name="connsiteY795" fmla="*/ 0 h 577850"/>
              <a:gd name="connsiteX796" fmla="*/ 5840222 w 10922000"/>
              <a:gd name="connsiteY796" fmla="*/ 0 h 577850"/>
              <a:gd name="connsiteX797" fmla="*/ 5840222 w 10922000"/>
              <a:gd name="connsiteY797" fmla="*/ 6350 h 577850"/>
              <a:gd name="connsiteX798" fmla="*/ 5890831 w 10922000"/>
              <a:gd name="connsiteY798" fmla="*/ 6350 h 577850"/>
              <a:gd name="connsiteX799" fmla="*/ 5890831 w 10922000"/>
              <a:gd name="connsiteY799" fmla="*/ 0 h 577850"/>
              <a:gd name="connsiteX800" fmla="*/ 5789676 w 10922000"/>
              <a:gd name="connsiteY800" fmla="*/ 0 h 577850"/>
              <a:gd name="connsiteX801" fmla="*/ 5739130 w 10922000"/>
              <a:gd name="connsiteY801" fmla="*/ 0 h 577850"/>
              <a:gd name="connsiteX802" fmla="*/ 5739130 w 10922000"/>
              <a:gd name="connsiteY802" fmla="*/ 6350 h 577850"/>
              <a:gd name="connsiteX803" fmla="*/ 5789676 w 10922000"/>
              <a:gd name="connsiteY803" fmla="*/ 6350 h 577850"/>
              <a:gd name="connsiteX804" fmla="*/ 5789676 w 10922000"/>
              <a:gd name="connsiteY804" fmla="*/ 0 h 577850"/>
              <a:gd name="connsiteX805" fmla="*/ 5688546 w 10922000"/>
              <a:gd name="connsiteY805" fmla="*/ 0 h 577850"/>
              <a:gd name="connsiteX806" fmla="*/ 5637981 w 10922000"/>
              <a:gd name="connsiteY806" fmla="*/ 0 h 577850"/>
              <a:gd name="connsiteX807" fmla="*/ 5637981 w 10922000"/>
              <a:gd name="connsiteY807" fmla="*/ 6350 h 577850"/>
              <a:gd name="connsiteX808" fmla="*/ 5688546 w 10922000"/>
              <a:gd name="connsiteY808" fmla="*/ 6350 h 577850"/>
              <a:gd name="connsiteX809" fmla="*/ 5688546 w 10922000"/>
              <a:gd name="connsiteY809" fmla="*/ 0 h 577850"/>
              <a:gd name="connsiteX810" fmla="*/ 5587416 w 10922000"/>
              <a:gd name="connsiteY810" fmla="*/ 0 h 577850"/>
              <a:gd name="connsiteX811" fmla="*/ 5536851 w 10922000"/>
              <a:gd name="connsiteY811" fmla="*/ 0 h 577850"/>
              <a:gd name="connsiteX812" fmla="*/ 5536851 w 10922000"/>
              <a:gd name="connsiteY812" fmla="*/ 6350 h 577850"/>
              <a:gd name="connsiteX813" fmla="*/ 5587416 w 10922000"/>
              <a:gd name="connsiteY813" fmla="*/ 6350 h 577850"/>
              <a:gd name="connsiteX814" fmla="*/ 5587416 w 10922000"/>
              <a:gd name="connsiteY814" fmla="*/ 0 h 577850"/>
              <a:gd name="connsiteX815" fmla="*/ 5486286 w 10922000"/>
              <a:gd name="connsiteY815" fmla="*/ 0 h 577850"/>
              <a:gd name="connsiteX816" fmla="*/ 5435721 w 10922000"/>
              <a:gd name="connsiteY816" fmla="*/ 0 h 577850"/>
              <a:gd name="connsiteX817" fmla="*/ 5435721 w 10922000"/>
              <a:gd name="connsiteY817" fmla="*/ 6350 h 577850"/>
              <a:gd name="connsiteX818" fmla="*/ 5486286 w 10922000"/>
              <a:gd name="connsiteY818" fmla="*/ 6350 h 577850"/>
              <a:gd name="connsiteX819" fmla="*/ 5486286 w 10922000"/>
              <a:gd name="connsiteY819" fmla="*/ 0 h 577850"/>
              <a:gd name="connsiteX820" fmla="*/ 5385156 w 10922000"/>
              <a:gd name="connsiteY820" fmla="*/ 0 h 577850"/>
              <a:gd name="connsiteX821" fmla="*/ 5334591 w 10922000"/>
              <a:gd name="connsiteY821" fmla="*/ 0 h 577850"/>
              <a:gd name="connsiteX822" fmla="*/ 5334591 w 10922000"/>
              <a:gd name="connsiteY822" fmla="*/ 6350 h 577850"/>
              <a:gd name="connsiteX823" fmla="*/ 5385156 w 10922000"/>
              <a:gd name="connsiteY823" fmla="*/ 6350 h 577850"/>
              <a:gd name="connsiteX824" fmla="*/ 5385156 w 10922000"/>
              <a:gd name="connsiteY824" fmla="*/ 0 h 577850"/>
              <a:gd name="connsiteX825" fmla="*/ 5284026 w 10922000"/>
              <a:gd name="connsiteY825" fmla="*/ 0 h 577850"/>
              <a:gd name="connsiteX826" fmla="*/ 5233467 w 10922000"/>
              <a:gd name="connsiteY826" fmla="*/ 0 h 577850"/>
              <a:gd name="connsiteX827" fmla="*/ 5233467 w 10922000"/>
              <a:gd name="connsiteY827" fmla="*/ 6350 h 577850"/>
              <a:gd name="connsiteX828" fmla="*/ 5284026 w 10922000"/>
              <a:gd name="connsiteY828" fmla="*/ 6350 h 577850"/>
              <a:gd name="connsiteX829" fmla="*/ 5284026 w 10922000"/>
              <a:gd name="connsiteY829" fmla="*/ 0 h 577850"/>
              <a:gd name="connsiteX830" fmla="*/ 5182896 w 10922000"/>
              <a:gd name="connsiteY830" fmla="*/ 0 h 577850"/>
              <a:gd name="connsiteX831" fmla="*/ 5132337 w 10922000"/>
              <a:gd name="connsiteY831" fmla="*/ 0 h 577850"/>
              <a:gd name="connsiteX832" fmla="*/ 5132337 w 10922000"/>
              <a:gd name="connsiteY832" fmla="*/ 6350 h 577850"/>
              <a:gd name="connsiteX833" fmla="*/ 5182896 w 10922000"/>
              <a:gd name="connsiteY833" fmla="*/ 6350 h 577850"/>
              <a:gd name="connsiteX834" fmla="*/ 5182896 w 10922000"/>
              <a:gd name="connsiteY834" fmla="*/ 0 h 577850"/>
              <a:gd name="connsiteX835" fmla="*/ 5081772 w 10922000"/>
              <a:gd name="connsiteY835" fmla="*/ 0 h 577850"/>
              <a:gd name="connsiteX836" fmla="*/ 5031207 w 10922000"/>
              <a:gd name="connsiteY836" fmla="*/ 0 h 577850"/>
              <a:gd name="connsiteX837" fmla="*/ 5031207 w 10922000"/>
              <a:gd name="connsiteY837" fmla="*/ 6350 h 577850"/>
              <a:gd name="connsiteX838" fmla="*/ 5081772 w 10922000"/>
              <a:gd name="connsiteY838" fmla="*/ 6350 h 577850"/>
              <a:gd name="connsiteX839" fmla="*/ 5081772 w 10922000"/>
              <a:gd name="connsiteY839" fmla="*/ 0 h 577850"/>
              <a:gd name="connsiteX840" fmla="*/ 4980642 w 10922000"/>
              <a:gd name="connsiteY840" fmla="*/ 0 h 577850"/>
              <a:gd name="connsiteX841" fmla="*/ 4930077 w 10922000"/>
              <a:gd name="connsiteY841" fmla="*/ 0 h 577850"/>
              <a:gd name="connsiteX842" fmla="*/ 4930077 w 10922000"/>
              <a:gd name="connsiteY842" fmla="*/ 6350 h 577850"/>
              <a:gd name="connsiteX843" fmla="*/ 4980642 w 10922000"/>
              <a:gd name="connsiteY843" fmla="*/ 6350 h 577850"/>
              <a:gd name="connsiteX844" fmla="*/ 4980642 w 10922000"/>
              <a:gd name="connsiteY844" fmla="*/ 0 h 577850"/>
              <a:gd name="connsiteX845" fmla="*/ 4879512 w 10922000"/>
              <a:gd name="connsiteY845" fmla="*/ 0 h 577850"/>
              <a:gd name="connsiteX846" fmla="*/ 4828947 w 10922000"/>
              <a:gd name="connsiteY846" fmla="*/ 0 h 577850"/>
              <a:gd name="connsiteX847" fmla="*/ 4828947 w 10922000"/>
              <a:gd name="connsiteY847" fmla="*/ 6350 h 577850"/>
              <a:gd name="connsiteX848" fmla="*/ 4879512 w 10922000"/>
              <a:gd name="connsiteY848" fmla="*/ 6350 h 577850"/>
              <a:gd name="connsiteX849" fmla="*/ 4879512 w 10922000"/>
              <a:gd name="connsiteY849" fmla="*/ 0 h 577850"/>
              <a:gd name="connsiteX850" fmla="*/ 4778381 w 10922000"/>
              <a:gd name="connsiteY850" fmla="*/ 0 h 577850"/>
              <a:gd name="connsiteX851" fmla="*/ 4727817 w 10922000"/>
              <a:gd name="connsiteY851" fmla="*/ 0 h 577850"/>
              <a:gd name="connsiteX852" fmla="*/ 4727817 w 10922000"/>
              <a:gd name="connsiteY852" fmla="*/ 6350 h 577850"/>
              <a:gd name="connsiteX853" fmla="*/ 4778381 w 10922000"/>
              <a:gd name="connsiteY853" fmla="*/ 6350 h 577850"/>
              <a:gd name="connsiteX854" fmla="*/ 4778381 w 10922000"/>
              <a:gd name="connsiteY854" fmla="*/ 0 h 577850"/>
              <a:gd name="connsiteX855" fmla="*/ 4677252 w 10922000"/>
              <a:gd name="connsiteY855" fmla="*/ 0 h 577850"/>
              <a:gd name="connsiteX856" fmla="*/ 4626686 w 10922000"/>
              <a:gd name="connsiteY856" fmla="*/ 0 h 577850"/>
              <a:gd name="connsiteX857" fmla="*/ 4626686 w 10922000"/>
              <a:gd name="connsiteY857" fmla="*/ 6350 h 577850"/>
              <a:gd name="connsiteX858" fmla="*/ 4677252 w 10922000"/>
              <a:gd name="connsiteY858" fmla="*/ 6350 h 577850"/>
              <a:gd name="connsiteX859" fmla="*/ 4677252 w 10922000"/>
              <a:gd name="connsiteY859" fmla="*/ 0 h 577850"/>
              <a:gd name="connsiteX860" fmla="*/ 4576121 w 10922000"/>
              <a:gd name="connsiteY860" fmla="*/ 0 h 577850"/>
              <a:gd name="connsiteX861" fmla="*/ 4525556 w 10922000"/>
              <a:gd name="connsiteY861" fmla="*/ 0 h 577850"/>
              <a:gd name="connsiteX862" fmla="*/ 4525556 w 10922000"/>
              <a:gd name="connsiteY862" fmla="*/ 6350 h 577850"/>
              <a:gd name="connsiteX863" fmla="*/ 4576121 w 10922000"/>
              <a:gd name="connsiteY863" fmla="*/ 6350 h 577850"/>
              <a:gd name="connsiteX864" fmla="*/ 4576121 w 10922000"/>
              <a:gd name="connsiteY864" fmla="*/ 0 h 577850"/>
              <a:gd name="connsiteX865" fmla="*/ 4474991 w 10922000"/>
              <a:gd name="connsiteY865" fmla="*/ 0 h 577850"/>
              <a:gd name="connsiteX866" fmla="*/ 4424426 w 10922000"/>
              <a:gd name="connsiteY866" fmla="*/ 0 h 577850"/>
              <a:gd name="connsiteX867" fmla="*/ 4424426 w 10922000"/>
              <a:gd name="connsiteY867" fmla="*/ 6350 h 577850"/>
              <a:gd name="connsiteX868" fmla="*/ 4474991 w 10922000"/>
              <a:gd name="connsiteY868" fmla="*/ 6350 h 577850"/>
              <a:gd name="connsiteX869" fmla="*/ 4474991 w 10922000"/>
              <a:gd name="connsiteY869" fmla="*/ 0 h 577850"/>
              <a:gd name="connsiteX870" fmla="*/ 4373861 w 10922000"/>
              <a:gd name="connsiteY870" fmla="*/ 0 h 577850"/>
              <a:gd name="connsiteX871" fmla="*/ 4323296 w 10922000"/>
              <a:gd name="connsiteY871" fmla="*/ 0 h 577850"/>
              <a:gd name="connsiteX872" fmla="*/ 4323296 w 10922000"/>
              <a:gd name="connsiteY872" fmla="*/ 6350 h 577850"/>
              <a:gd name="connsiteX873" fmla="*/ 4373861 w 10922000"/>
              <a:gd name="connsiteY873" fmla="*/ 6350 h 577850"/>
              <a:gd name="connsiteX874" fmla="*/ 4373861 w 10922000"/>
              <a:gd name="connsiteY874" fmla="*/ 0 h 577850"/>
              <a:gd name="connsiteX875" fmla="*/ 4272731 w 10922000"/>
              <a:gd name="connsiteY875" fmla="*/ 0 h 577850"/>
              <a:gd name="connsiteX876" fmla="*/ 4222166 w 10922000"/>
              <a:gd name="connsiteY876" fmla="*/ 0 h 577850"/>
              <a:gd name="connsiteX877" fmla="*/ 4222166 w 10922000"/>
              <a:gd name="connsiteY877" fmla="*/ 6350 h 577850"/>
              <a:gd name="connsiteX878" fmla="*/ 4272731 w 10922000"/>
              <a:gd name="connsiteY878" fmla="*/ 6350 h 577850"/>
              <a:gd name="connsiteX879" fmla="*/ 4272731 w 10922000"/>
              <a:gd name="connsiteY879" fmla="*/ 0 h 577850"/>
              <a:gd name="connsiteX880" fmla="*/ 4171601 w 10922000"/>
              <a:gd name="connsiteY880" fmla="*/ 0 h 577850"/>
              <a:gd name="connsiteX881" fmla="*/ 4121036 w 10922000"/>
              <a:gd name="connsiteY881" fmla="*/ 0 h 577850"/>
              <a:gd name="connsiteX882" fmla="*/ 4121036 w 10922000"/>
              <a:gd name="connsiteY882" fmla="*/ 6350 h 577850"/>
              <a:gd name="connsiteX883" fmla="*/ 4171601 w 10922000"/>
              <a:gd name="connsiteY883" fmla="*/ 6350 h 577850"/>
              <a:gd name="connsiteX884" fmla="*/ 4171601 w 10922000"/>
              <a:gd name="connsiteY884" fmla="*/ 0 h 577850"/>
              <a:gd name="connsiteX885" fmla="*/ 4070471 w 10922000"/>
              <a:gd name="connsiteY885" fmla="*/ 0 h 577850"/>
              <a:gd name="connsiteX886" fmla="*/ 4019906 w 10922000"/>
              <a:gd name="connsiteY886" fmla="*/ 0 h 577850"/>
              <a:gd name="connsiteX887" fmla="*/ 4019906 w 10922000"/>
              <a:gd name="connsiteY887" fmla="*/ 6350 h 577850"/>
              <a:gd name="connsiteX888" fmla="*/ 4070471 w 10922000"/>
              <a:gd name="connsiteY888" fmla="*/ 6350 h 577850"/>
              <a:gd name="connsiteX889" fmla="*/ 4070471 w 10922000"/>
              <a:gd name="connsiteY889" fmla="*/ 0 h 577850"/>
              <a:gd name="connsiteX890" fmla="*/ 3969341 w 10922000"/>
              <a:gd name="connsiteY890" fmla="*/ 0 h 577850"/>
              <a:gd name="connsiteX891" fmla="*/ 3918776 w 10922000"/>
              <a:gd name="connsiteY891" fmla="*/ 0 h 577850"/>
              <a:gd name="connsiteX892" fmla="*/ 3918776 w 10922000"/>
              <a:gd name="connsiteY892" fmla="*/ 6350 h 577850"/>
              <a:gd name="connsiteX893" fmla="*/ 3969341 w 10922000"/>
              <a:gd name="connsiteY893" fmla="*/ 6350 h 577850"/>
              <a:gd name="connsiteX894" fmla="*/ 3969341 w 10922000"/>
              <a:gd name="connsiteY894" fmla="*/ 0 h 577850"/>
              <a:gd name="connsiteX895" fmla="*/ 3868211 w 10922000"/>
              <a:gd name="connsiteY895" fmla="*/ 0 h 577850"/>
              <a:gd name="connsiteX896" fmla="*/ 3817645 w 10922000"/>
              <a:gd name="connsiteY896" fmla="*/ 0 h 577850"/>
              <a:gd name="connsiteX897" fmla="*/ 3817645 w 10922000"/>
              <a:gd name="connsiteY897" fmla="*/ 6350 h 577850"/>
              <a:gd name="connsiteX898" fmla="*/ 3868211 w 10922000"/>
              <a:gd name="connsiteY898" fmla="*/ 6350 h 577850"/>
              <a:gd name="connsiteX899" fmla="*/ 3868211 w 10922000"/>
              <a:gd name="connsiteY899" fmla="*/ 0 h 577850"/>
              <a:gd name="connsiteX900" fmla="*/ 3767081 w 10922000"/>
              <a:gd name="connsiteY900" fmla="*/ 0 h 577850"/>
              <a:gd name="connsiteX901" fmla="*/ 3716516 w 10922000"/>
              <a:gd name="connsiteY901" fmla="*/ 0 h 577850"/>
              <a:gd name="connsiteX902" fmla="*/ 3716516 w 10922000"/>
              <a:gd name="connsiteY902" fmla="*/ 6350 h 577850"/>
              <a:gd name="connsiteX903" fmla="*/ 3767081 w 10922000"/>
              <a:gd name="connsiteY903" fmla="*/ 6350 h 577850"/>
              <a:gd name="connsiteX904" fmla="*/ 3767081 w 10922000"/>
              <a:gd name="connsiteY904" fmla="*/ 0 h 577850"/>
              <a:gd name="connsiteX905" fmla="*/ 3665950 w 10922000"/>
              <a:gd name="connsiteY905" fmla="*/ 0 h 577850"/>
              <a:gd name="connsiteX906" fmla="*/ 3615385 w 10922000"/>
              <a:gd name="connsiteY906" fmla="*/ 0 h 577850"/>
              <a:gd name="connsiteX907" fmla="*/ 3615385 w 10922000"/>
              <a:gd name="connsiteY907" fmla="*/ 6350 h 577850"/>
              <a:gd name="connsiteX908" fmla="*/ 3665950 w 10922000"/>
              <a:gd name="connsiteY908" fmla="*/ 6350 h 577850"/>
              <a:gd name="connsiteX909" fmla="*/ 3665950 w 10922000"/>
              <a:gd name="connsiteY909" fmla="*/ 0 h 577850"/>
              <a:gd name="connsiteX910" fmla="*/ 3564820 w 10922000"/>
              <a:gd name="connsiteY910" fmla="*/ 0 h 577850"/>
              <a:gd name="connsiteX911" fmla="*/ 3514255 w 10922000"/>
              <a:gd name="connsiteY911" fmla="*/ 0 h 577850"/>
              <a:gd name="connsiteX912" fmla="*/ 3514255 w 10922000"/>
              <a:gd name="connsiteY912" fmla="*/ 6350 h 577850"/>
              <a:gd name="connsiteX913" fmla="*/ 3564820 w 10922000"/>
              <a:gd name="connsiteY913" fmla="*/ 6350 h 577850"/>
              <a:gd name="connsiteX914" fmla="*/ 3564820 w 10922000"/>
              <a:gd name="connsiteY914" fmla="*/ 0 h 577850"/>
              <a:gd name="connsiteX915" fmla="*/ 3463690 w 10922000"/>
              <a:gd name="connsiteY915" fmla="*/ 0 h 577850"/>
              <a:gd name="connsiteX916" fmla="*/ 3413125 w 10922000"/>
              <a:gd name="connsiteY916" fmla="*/ 0 h 577850"/>
              <a:gd name="connsiteX917" fmla="*/ 3413125 w 10922000"/>
              <a:gd name="connsiteY917" fmla="*/ 6350 h 577850"/>
              <a:gd name="connsiteX918" fmla="*/ 3463690 w 10922000"/>
              <a:gd name="connsiteY918" fmla="*/ 6350 h 577850"/>
              <a:gd name="connsiteX919" fmla="*/ 3463690 w 10922000"/>
              <a:gd name="connsiteY919" fmla="*/ 0 h 577850"/>
              <a:gd name="connsiteX920" fmla="*/ 3362560 w 10922000"/>
              <a:gd name="connsiteY920" fmla="*/ 0 h 577850"/>
              <a:gd name="connsiteX921" fmla="*/ 3311995 w 10922000"/>
              <a:gd name="connsiteY921" fmla="*/ 0 h 577850"/>
              <a:gd name="connsiteX922" fmla="*/ 3311995 w 10922000"/>
              <a:gd name="connsiteY922" fmla="*/ 6350 h 577850"/>
              <a:gd name="connsiteX923" fmla="*/ 3362560 w 10922000"/>
              <a:gd name="connsiteY923" fmla="*/ 6350 h 577850"/>
              <a:gd name="connsiteX924" fmla="*/ 3362560 w 10922000"/>
              <a:gd name="connsiteY924" fmla="*/ 0 h 577850"/>
              <a:gd name="connsiteX925" fmla="*/ 3261430 w 10922000"/>
              <a:gd name="connsiteY925" fmla="*/ 0 h 577850"/>
              <a:gd name="connsiteX926" fmla="*/ 3210865 w 10922000"/>
              <a:gd name="connsiteY926" fmla="*/ 0 h 577850"/>
              <a:gd name="connsiteX927" fmla="*/ 3210865 w 10922000"/>
              <a:gd name="connsiteY927" fmla="*/ 6350 h 577850"/>
              <a:gd name="connsiteX928" fmla="*/ 3261430 w 10922000"/>
              <a:gd name="connsiteY928" fmla="*/ 6350 h 577850"/>
              <a:gd name="connsiteX929" fmla="*/ 3261430 w 10922000"/>
              <a:gd name="connsiteY929" fmla="*/ 0 h 577850"/>
              <a:gd name="connsiteX930" fmla="*/ 3160300 w 10922000"/>
              <a:gd name="connsiteY930" fmla="*/ 0 h 577850"/>
              <a:gd name="connsiteX931" fmla="*/ 3109735 w 10922000"/>
              <a:gd name="connsiteY931" fmla="*/ 0 h 577850"/>
              <a:gd name="connsiteX932" fmla="*/ 3109735 w 10922000"/>
              <a:gd name="connsiteY932" fmla="*/ 6350 h 577850"/>
              <a:gd name="connsiteX933" fmla="*/ 3160300 w 10922000"/>
              <a:gd name="connsiteY933" fmla="*/ 6350 h 577850"/>
              <a:gd name="connsiteX934" fmla="*/ 3160300 w 10922000"/>
              <a:gd name="connsiteY934" fmla="*/ 0 h 577850"/>
              <a:gd name="connsiteX935" fmla="*/ 3059170 w 10922000"/>
              <a:gd name="connsiteY935" fmla="*/ 0 h 577850"/>
              <a:gd name="connsiteX936" fmla="*/ 3008605 w 10922000"/>
              <a:gd name="connsiteY936" fmla="*/ 0 h 577850"/>
              <a:gd name="connsiteX937" fmla="*/ 3008605 w 10922000"/>
              <a:gd name="connsiteY937" fmla="*/ 6350 h 577850"/>
              <a:gd name="connsiteX938" fmla="*/ 3059170 w 10922000"/>
              <a:gd name="connsiteY938" fmla="*/ 6350 h 577850"/>
              <a:gd name="connsiteX939" fmla="*/ 3059170 w 10922000"/>
              <a:gd name="connsiteY939" fmla="*/ 0 h 577850"/>
              <a:gd name="connsiteX940" fmla="*/ 2958040 w 10922000"/>
              <a:gd name="connsiteY940" fmla="*/ 0 h 577850"/>
              <a:gd name="connsiteX941" fmla="*/ 2907475 w 10922000"/>
              <a:gd name="connsiteY941" fmla="*/ 0 h 577850"/>
              <a:gd name="connsiteX942" fmla="*/ 2907475 w 10922000"/>
              <a:gd name="connsiteY942" fmla="*/ 6350 h 577850"/>
              <a:gd name="connsiteX943" fmla="*/ 2958040 w 10922000"/>
              <a:gd name="connsiteY943" fmla="*/ 6350 h 577850"/>
              <a:gd name="connsiteX944" fmla="*/ 2958040 w 10922000"/>
              <a:gd name="connsiteY944" fmla="*/ 0 h 577850"/>
              <a:gd name="connsiteX945" fmla="*/ 2856909 w 10922000"/>
              <a:gd name="connsiteY945" fmla="*/ 0 h 577850"/>
              <a:gd name="connsiteX946" fmla="*/ 2806344 w 10922000"/>
              <a:gd name="connsiteY946" fmla="*/ 0 h 577850"/>
              <a:gd name="connsiteX947" fmla="*/ 2806344 w 10922000"/>
              <a:gd name="connsiteY947" fmla="*/ 6350 h 577850"/>
              <a:gd name="connsiteX948" fmla="*/ 2856909 w 10922000"/>
              <a:gd name="connsiteY948" fmla="*/ 6350 h 577850"/>
              <a:gd name="connsiteX949" fmla="*/ 2856909 w 10922000"/>
              <a:gd name="connsiteY949" fmla="*/ 0 h 577850"/>
              <a:gd name="connsiteX950" fmla="*/ 2755780 w 10922000"/>
              <a:gd name="connsiteY950" fmla="*/ 0 h 577850"/>
              <a:gd name="connsiteX951" fmla="*/ 2705214 w 10922000"/>
              <a:gd name="connsiteY951" fmla="*/ 0 h 577850"/>
              <a:gd name="connsiteX952" fmla="*/ 2705214 w 10922000"/>
              <a:gd name="connsiteY952" fmla="*/ 6350 h 577850"/>
              <a:gd name="connsiteX953" fmla="*/ 2755780 w 10922000"/>
              <a:gd name="connsiteY953" fmla="*/ 6350 h 577850"/>
              <a:gd name="connsiteX954" fmla="*/ 2755780 w 10922000"/>
              <a:gd name="connsiteY954" fmla="*/ 0 h 577850"/>
              <a:gd name="connsiteX955" fmla="*/ 2654649 w 10922000"/>
              <a:gd name="connsiteY955" fmla="*/ 0 h 577850"/>
              <a:gd name="connsiteX956" fmla="*/ 2604084 w 10922000"/>
              <a:gd name="connsiteY956" fmla="*/ 0 h 577850"/>
              <a:gd name="connsiteX957" fmla="*/ 2604084 w 10922000"/>
              <a:gd name="connsiteY957" fmla="*/ 6350 h 577850"/>
              <a:gd name="connsiteX958" fmla="*/ 2654649 w 10922000"/>
              <a:gd name="connsiteY958" fmla="*/ 6350 h 577850"/>
              <a:gd name="connsiteX959" fmla="*/ 2654649 w 10922000"/>
              <a:gd name="connsiteY959" fmla="*/ 0 h 577850"/>
              <a:gd name="connsiteX960" fmla="*/ 2553519 w 10922000"/>
              <a:gd name="connsiteY960" fmla="*/ 0 h 577850"/>
              <a:gd name="connsiteX961" fmla="*/ 2502954 w 10922000"/>
              <a:gd name="connsiteY961" fmla="*/ 0 h 577850"/>
              <a:gd name="connsiteX962" fmla="*/ 2502954 w 10922000"/>
              <a:gd name="connsiteY962" fmla="*/ 6350 h 577850"/>
              <a:gd name="connsiteX963" fmla="*/ 2553519 w 10922000"/>
              <a:gd name="connsiteY963" fmla="*/ 6350 h 577850"/>
              <a:gd name="connsiteX964" fmla="*/ 2553519 w 10922000"/>
              <a:gd name="connsiteY964" fmla="*/ 0 h 577850"/>
              <a:gd name="connsiteX965" fmla="*/ 2452389 w 10922000"/>
              <a:gd name="connsiteY965" fmla="*/ 0 h 577850"/>
              <a:gd name="connsiteX966" fmla="*/ 2401824 w 10922000"/>
              <a:gd name="connsiteY966" fmla="*/ 0 h 577850"/>
              <a:gd name="connsiteX967" fmla="*/ 2401824 w 10922000"/>
              <a:gd name="connsiteY967" fmla="*/ 6350 h 577850"/>
              <a:gd name="connsiteX968" fmla="*/ 2452389 w 10922000"/>
              <a:gd name="connsiteY968" fmla="*/ 6350 h 577850"/>
              <a:gd name="connsiteX969" fmla="*/ 2452389 w 10922000"/>
              <a:gd name="connsiteY969" fmla="*/ 0 h 577850"/>
              <a:gd name="connsiteX970" fmla="*/ 2351259 w 10922000"/>
              <a:gd name="connsiteY970" fmla="*/ 0 h 577850"/>
              <a:gd name="connsiteX971" fmla="*/ 2300694 w 10922000"/>
              <a:gd name="connsiteY971" fmla="*/ 0 h 577850"/>
              <a:gd name="connsiteX972" fmla="*/ 2300694 w 10922000"/>
              <a:gd name="connsiteY972" fmla="*/ 6350 h 577850"/>
              <a:gd name="connsiteX973" fmla="*/ 2351259 w 10922000"/>
              <a:gd name="connsiteY973" fmla="*/ 6350 h 577850"/>
              <a:gd name="connsiteX974" fmla="*/ 2351259 w 10922000"/>
              <a:gd name="connsiteY974" fmla="*/ 0 h 577850"/>
              <a:gd name="connsiteX975" fmla="*/ 2250129 w 10922000"/>
              <a:gd name="connsiteY975" fmla="*/ 0 h 577850"/>
              <a:gd name="connsiteX976" fmla="*/ 2199564 w 10922000"/>
              <a:gd name="connsiteY976" fmla="*/ 0 h 577850"/>
              <a:gd name="connsiteX977" fmla="*/ 2199564 w 10922000"/>
              <a:gd name="connsiteY977" fmla="*/ 6350 h 577850"/>
              <a:gd name="connsiteX978" fmla="*/ 2250129 w 10922000"/>
              <a:gd name="connsiteY978" fmla="*/ 6350 h 577850"/>
              <a:gd name="connsiteX979" fmla="*/ 2250129 w 10922000"/>
              <a:gd name="connsiteY979" fmla="*/ 0 h 577850"/>
              <a:gd name="connsiteX980" fmla="*/ 2148999 w 10922000"/>
              <a:gd name="connsiteY980" fmla="*/ 0 h 577850"/>
              <a:gd name="connsiteX981" fmla="*/ 2098434 w 10922000"/>
              <a:gd name="connsiteY981" fmla="*/ 0 h 577850"/>
              <a:gd name="connsiteX982" fmla="*/ 2098434 w 10922000"/>
              <a:gd name="connsiteY982" fmla="*/ 6350 h 577850"/>
              <a:gd name="connsiteX983" fmla="*/ 2148999 w 10922000"/>
              <a:gd name="connsiteY983" fmla="*/ 6350 h 577850"/>
              <a:gd name="connsiteX984" fmla="*/ 2148999 w 10922000"/>
              <a:gd name="connsiteY984" fmla="*/ 0 h 577850"/>
              <a:gd name="connsiteX985" fmla="*/ 2047869 w 10922000"/>
              <a:gd name="connsiteY985" fmla="*/ 0 h 577850"/>
              <a:gd name="connsiteX986" fmla="*/ 1997304 w 10922000"/>
              <a:gd name="connsiteY986" fmla="*/ 0 h 577850"/>
              <a:gd name="connsiteX987" fmla="*/ 1997304 w 10922000"/>
              <a:gd name="connsiteY987" fmla="*/ 6350 h 577850"/>
              <a:gd name="connsiteX988" fmla="*/ 2047869 w 10922000"/>
              <a:gd name="connsiteY988" fmla="*/ 6350 h 577850"/>
              <a:gd name="connsiteX989" fmla="*/ 2047869 w 10922000"/>
              <a:gd name="connsiteY989" fmla="*/ 0 h 577850"/>
              <a:gd name="connsiteX990" fmla="*/ 1946739 w 10922000"/>
              <a:gd name="connsiteY990" fmla="*/ 0 h 577850"/>
              <a:gd name="connsiteX991" fmla="*/ 1896173 w 10922000"/>
              <a:gd name="connsiteY991" fmla="*/ 0 h 577850"/>
              <a:gd name="connsiteX992" fmla="*/ 1896173 w 10922000"/>
              <a:gd name="connsiteY992" fmla="*/ 6350 h 577850"/>
              <a:gd name="connsiteX993" fmla="*/ 1946739 w 10922000"/>
              <a:gd name="connsiteY993" fmla="*/ 6350 h 577850"/>
              <a:gd name="connsiteX994" fmla="*/ 1946739 w 10922000"/>
              <a:gd name="connsiteY994" fmla="*/ 0 h 577850"/>
              <a:gd name="connsiteX995" fmla="*/ 1845609 w 10922000"/>
              <a:gd name="connsiteY995" fmla="*/ 0 h 577850"/>
              <a:gd name="connsiteX996" fmla="*/ 1795043 w 10922000"/>
              <a:gd name="connsiteY996" fmla="*/ 0 h 577850"/>
              <a:gd name="connsiteX997" fmla="*/ 1795043 w 10922000"/>
              <a:gd name="connsiteY997" fmla="*/ 6350 h 577850"/>
              <a:gd name="connsiteX998" fmla="*/ 1845609 w 10922000"/>
              <a:gd name="connsiteY998" fmla="*/ 6350 h 577850"/>
              <a:gd name="connsiteX999" fmla="*/ 1845609 w 10922000"/>
              <a:gd name="connsiteY999" fmla="*/ 0 h 577850"/>
              <a:gd name="connsiteX1000" fmla="*/ 1744478 w 10922000"/>
              <a:gd name="connsiteY1000" fmla="*/ 0 h 577850"/>
              <a:gd name="connsiteX1001" fmla="*/ 1693913 w 10922000"/>
              <a:gd name="connsiteY1001" fmla="*/ 0 h 577850"/>
              <a:gd name="connsiteX1002" fmla="*/ 1693913 w 10922000"/>
              <a:gd name="connsiteY1002" fmla="*/ 6350 h 577850"/>
              <a:gd name="connsiteX1003" fmla="*/ 1744478 w 10922000"/>
              <a:gd name="connsiteY1003" fmla="*/ 6350 h 577850"/>
              <a:gd name="connsiteX1004" fmla="*/ 1744478 w 10922000"/>
              <a:gd name="connsiteY1004" fmla="*/ 0 h 577850"/>
              <a:gd name="connsiteX1005" fmla="*/ 1643348 w 10922000"/>
              <a:gd name="connsiteY1005" fmla="*/ 0 h 577850"/>
              <a:gd name="connsiteX1006" fmla="*/ 1592783 w 10922000"/>
              <a:gd name="connsiteY1006" fmla="*/ 0 h 577850"/>
              <a:gd name="connsiteX1007" fmla="*/ 1592783 w 10922000"/>
              <a:gd name="connsiteY1007" fmla="*/ 6350 h 577850"/>
              <a:gd name="connsiteX1008" fmla="*/ 1643348 w 10922000"/>
              <a:gd name="connsiteY1008" fmla="*/ 6350 h 577850"/>
              <a:gd name="connsiteX1009" fmla="*/ 1643348 w 10922000"/>
              <a:gd name="connsiteY1009" fmla="*/ 0 h 577850"/>
              <a:gd name="connsiteX1010" fmla="*/ 1542218 w 10922000"/>
              <a:gd name="connsiteY1010" fmla="*/ 0 h 577850"/>
              <a:gd name="connsiteX1011" fmla="*/ 1491647 w 10922000"/>
              <a:gd name="connsiteY1011" fmla="*/ 0 h 577850"/>
              <a:gd name="connsiteX1012" fmla="*/ 1491647 w 10922000"/>
              <a:gd name="connsiteY1012" fmla="*/ 6350 h 577850"/>
              <a:gd name="connsiteX1013" fmla="*/ 1542218 w 10922000"/>
              <a:gd name="connsiteY1013" fmla="*/ 6350 h 577850"/>
              <a:gd name="connsiteX1014" fmla="*/ 1542218 w 10922000"/>
              <a:gd name="connsiteY1014" fmla="*/ 0 h 577850"/>
              <a:gd name="connsiteX1015" fmla="*/ 1441088 w 10922000"/>
              <a:gd name="connsiteY1015" fmla="*/ 0 h 577850"/>
              <a:gd name="connsiteX1016" fmla="*/ 1390523 w 10922000"/>
              <a:gd name="connsiteY1016" fmla="*/ 0 h 577850"/>
              <a:gd name="connsiteX1017" fmla="*/ 1390523 w 10922000"/>
              <a:gd name="connsiteY1017" fmla="*/ 6350 h 577850"/>
              <a:gd name="connsiteX1018" fmla="*/ 1441088 w 10922000"/>
              <a:gd name="connsiteY1018" fmla="*/ 6350 h 577850"/>
              <a:gd name="connsiteX1019" fmla="*/ 1441088 w 10922000"/>
              <a:gd name="connsiteY1019" fmla="*/ 0 h 577850"/>
              <a:gd name="connsiteX1020" fmla="*/ 1339952 w 10922000"/>
              <a:gd name="connsiteY1020" fmla="*/ 0 h 577850"/>
              <a:gd name="connsiteX1021" fmla="*/ 1289387 w 10922000"/>
              <a:gd name="connsiteY1021" fmla="*/ 0 h 577850"/>
              <a:gd name="connsiteX1022" fmla="*/ 1289387 w 10922000"/>
              <a:gd name="connsiteY1022" fmla="*/ 6350 h 577850"/>
              <a:gd name="connsiteX1023" fmla="*/ 1339952 w 10922000"/>
              <a:gd name="connsiteY1023" fmla="*/ 6350 h 577850"/>
              <a:gd name="connsiteX1024" fmla="*/ 1339952 w 10922000"/>
              <a:gd name="connsiteY1024" fmla="*/ 0 h 577850"/>
              <a:gd name="connsiteX1025" fmla="*/ 1238822 w 10922000"/>
              <a:gd name="connsiteY1025" fmla="*/ 0 h 577850"/>
              <a:gd name="connsiteX1026" fmla="*/ 1188257 w 10922000"/>
              <a:gd name="connsiteY1026" fmla="*/ 0 h 577850"/>
              <a:gd name="connsiteX1027" fmla="*/ 1188257 w 10922000"/>
              <a:gd name="connsiteY1027" fmla="*/ 6350 h 577850"/>
              <a:gd name="connsiteX1028" fmla="*/ 1238822 w 10922000"/>
              <a:gd name="connsiteY1028" fmla="*/ 6350 h 577850"/>
              <a:gd name="connsiteX1029" fmla="*/ 1238822 w 10922000"/>
              <a:gd name="connsiteY1029" fmla="*/ 0 h 577850"/>
              <a:gd name="connsiteX1030" fmla="*/ 1137691 w 10922000"/>
              <a:gd name="connsiteY1030" fmla="*/ 0 h 577850"/>
              <a:gd name="connsiteX1031" fmla="*/ 1087126 w 10922000"/>
              <a:gd name="connsiteY1031" fmla="*/ 0 h 577850"/>
              <a:gd name="connsiteX1032" fmla="*/ 1087126 w 10922000"/>
              <a:gd name="connsiteY1032" fmla="*/ 6350 h 577850"/>
              <a:gd name="connsiteX1033" fmla="*/ 1137691 w 10922000"/>
              <a:gd name="connsiteY1033" fmla="*/ 6350 h 577850"/>
              <a:gd name="connsiteX1034" fmla="*/ 1137691 w 10922000"/>
              <a:gd name="connsiteY1034" fmla="*/ 0 h 577850"/>
              <a:gd name="connsiteX1035" fmla="*/ 1036561 w 10922000"/>
              <a:gd name="connsiteY1035" fmla="*/ 0 h 577850"/>
              <a:gd name="connsiteX1036" fmla="*/ 985996 w 10922000"/>
              <a:gd name="connsiteY1036" fmla="*/ 0 h 577850"/>
              <a:gd name="connsiteX1037" fmla="*/ 985996 w 10922000"/>
              <a:gd name="connsiteY1037" fmla="*/ 6350 h 577850"/>
              <a:gd name="connsiteX1038" fmla="*/ 1036561 w 10922000"/>
              <a:gd name="connsiteY1038" fmla="*/ 6350 h 577850"/>
              <a:gd name="connsiteX1039" fmla="*/ 1036561 w 10922000"/>
              <a:gd name="connsiteY1039" fmla="*/ 0 h 577850"/>
              <a:gd name="connsiteX1040" fmla="*/ 935431 w 10922000"/>
              <a:gd name="connsiteY1040" fmla="*/ 0 h 577850"/>
              <a:gd name="connsiteX1041" fmla="*/ 884866 w 10922000"/>
              <a:gd name="connsiteY1041" fmla="*/ 0 h 577850"/>
              <a:gd name="connsiteX1042" fmla="*/ 884866 w 10922000"/>
              <a:gd name="connsiteY1042" fmla="*/ 6350 h 577850"/>
              <a:gd name="connsiteX1043" fmla="*/ 935431 w 10922000"/>
              <a:gd name="connsiteY1043" fmla="*/ 6350 h 577850"/>
              <a:gd name="connsiteX1044" fmla="*/ 935431 w 10922000"/>
              <a:gd name="connsiteY1044" fmla="*/ 0 h 577850"/>
              <a:gd name="connsiteX1045" fmla="*/ 834301 w 10922000"/>
              <a:gd name="connsiteY1045" fmla="*/ 0 h 577850"/>
              <a:gd name="connsiteX1046" fmla="*/ 783736 w 10922000"/>
              <a:gd name="connsiteY1046" fmla="*/ 0 h 577850"/>
              <a:gd name="connsiteX1047" fmla="*/ 783736 w 10922000"/>
              <a:gd name="connsiteY1047" fmla="*/ 6350 h 577850"/>
              <a:gd name="connsiteX1048" fmla="*/ 834301 w 10922000"/>
              <a:gd name="connsiteY1048" fmla="*/ 6350 h 577850"/>
              <a:gd name="connsiteX1049" fmla="*/ 834301 w 10922000"/>
              <a:gd name="connsiteY1049" fmla="*/ 0 h 577850"/>
              <a:gd name="connsiteX1050" fmla="*/ 733171 w 10922000"/>
              <a:gd name="connsiteY1050" fmla="*/ 0 h 577850"/>
              <a:gd name="connsiteX1051" fmla="*/ 682606 w 10922000"/>
              <a:gd name="connsiteY1051" fmla="*/ 0 h 577850"/>
              <a:gd name="connsiteX1052" fmla="*/ 682606 w 10922000"/>
              <a:gd name="connsiteY1052" fmla="*/ 6350 h 577850"/>
              <a:gd name="connsiteX1053" fmla="*/ 733171 w 10922000"/>
              <a:gd name="connsiteY1053" fmla="*/ 6350 h 577850"/>
              <a:gd name="connsiteX1054" fmla="*/ 733171 w 10922000"/>
              <a:gd name="connsiteY1054" fmla="*/ 0 h 577850"/>
              <a:gd name="connsiteX1055" fmla="*/ 632041 w 10922000"/>
              <a:gd name="connsiteY1055" fmla="*/ 0 h 577850"/>
              <a:gd name="connsiteX1056" fmla="*/ 581476 w 10922000"/>
              <a:gd name="connsiteY1056" fmla="*/ 0 h 577850"/>
              <a:gd name="connsiteX1057" fmla="*/ 581476 w 10922000"/>
              <a:gd name="connsiteY1057" fmla="*/ 6350 h 577850"/>
              <a:gd name="connsiteX1058" fmla="*/ 632041 w 10922000"/>
              <a:gd name="connsiteY1058" fmla="*/ 6350 h 577850"/>
              <a:gd name="connsiteX1059" fmla="*/ 632041 w 10922000"/>
              <a:gd name="connsiteY1059" fmla="*/ 0 h 577850"/>
              <a:gd name="connsiteX1060" fmla="*/ 530911 w 10922000"/>
              <a:gd name="connsiteY1060" fmla="*/ 0 h 577850"/>
              <a:gd name="connsiteX1061" fmla="*/ 480346 w 10922000"/>
              <a:gd name="connsiteY1061" fmla="*/ 0 h 577850"/>
              <a:gd name="connsiteX1062" fmla="*/ 480346 w 10922000"/>
              <a:gd name="connsiteY1062" fmla="*/ 6350 h 577850"/>
              <a:gd name="connsiteX1063" fmla="*/ 530911 w 10922000"/>
              <a:gd name="connsiteY1063" fmla="*/ 6350 h 577850"/>
              <a:gd name="connsiteX1064" fmla="*/ 530911 w 10922000"/>
              <a:gd name="connsiteY1064" fmla="*/ 0 h 577850"/>
              <a:gd name="connsiteX1065" fmla="*/ 429781 w 10922000"/>
              <a:gd name="connsiteY1065" fmla="*/ 0 h 577850"/>
              <a:gd name="connsiteX1066" fmla="*/ 379216 w 10922000"/>
              <a:gd name="connsiteY1066" fmla="*/ 0 h 577850"/>
              <a:gd name="connsiteX1067" fmla="*/ 379216 w 10922000"/>
              <a:gd name="connsiteY1067" fmla="*/ 6350 h 577850"/>
              <a:gd name="connsiteX1068" fmla="*/ 429781 w 10922000"/>
              <a:gd name="connsiteY1068" fmla="*/ 6350 h 577850"/>
              <a:gd name="connsiteX1069" fmla="*/ 429781 w 10922000"/>
              <a:gd name="connsiteY1069" fmla="*/ 0 h 577850"/>
              <a:gd name="connsiteX1070" fmla="*/ 328651 w 10922000"/>
              <a:gd name="connsiteY1070" fmla="*/ 0 h 577850"/>
              <a:gd name="connsiteX1071" fmla="*/ 278086 w 10922000"/>
              <a:gd name="connsiteY1071" fmla="*/ 0 h 577850"/>
              <a:gd name="connsiteX1072" fmla="*/ 278086 w 10922000"/>
              <a:gd name="connsiteY1072" fmla="*/ 6350 h 577850"/>
              <a:gd name="connsiteX1073" fmla="*/ 328651 w 10922000"/>
              <a:gd name="connsiteY1073" fmla="*/ 6350 h 577850"/>
              <a:gd name="connsiteX1074" fmla="*/ 328651 w 10922000"/>
              <a:gd name="connsiteY1074" fmla="*/ 0 h 577850"/>
              <a:gd name="connsiteX1075" fmla="*/ 227521 w 10922000"/>
              <a:gd name="connsiteY1075" fmla="*/ 0 h 577850"/>
              <a:gd name="connsiteX1076" fmla="*/ 176955 w 10922000"/>
              <a:gd name="connsiteY1076" fmla="*/ 0 h 577850"/>
              <a:gd name="connsiteX1077" fmla="*/ 176955 w 10922000"/>
              <a:gd name="connsiteY1077" fmla="*/ 6350 h 577850"/>
              <a:gd name="connsiteX1078" fmla="*/ 227521 w 10922000"/>
              <a:gd name="connsiteY1078" fmla="*/ 6350 h 577850"/>
              <a:gd name="connsiteX1079" fmla="*/ 227521 w 10922000"/>
              <a:gd name="connsiteY1079" fmla="*/ 0 h 577850"/>
              <a:gd name="connsiteX1080" fmla="*/ 126390 w 10922000"/>
              <a:gd name="connsiteY1080" fmla="*/ 0 h 577850"/>
              <a:gd name="connsiteX1081" fmla="*/ 75825 w 10922000"/>
              <a:gd name="connsiteY1081" fmla="*/ 0 h 577850"/>
              <a:gd name="connsiteX1082" fmla="*/ 75825 w 10922000"/>
              <a:gd name="connsiteY1082" fmla="*/ 6350 h 577850"/>
              <a:gd name="connsiteX1083" fmla="*/ 126390 w 10922000"/>
              <a:gd name="connsiteY1083" fmla="*/ 6350 h 577850"/>
              <a:gd name="connsiteX1084" fmla="*/ 126390 w 10922000"/>
              <a:gd name="connsiteY1084" fmla="*/ 0 h 577850"/>
              <a:gd name="connsiteX1085" fmla="*/ 25260 w 10922000"/>
              <a:gd name="connsiteY1085" fmla="*/ 0 h 577850"/>
              <a:gd name="connsiteX1086" fmla="*/ 0 w 10922000"/>
              <a:gd name="connsiteY1086" fmla="*/ 0 h 577850"/>
              <a:gd name="connsiteX1087" fmla="*/ 0 w 10922000"/>
              <a:gd name="connsiteY1087" fmla="*/ 6350 h 577850"/>
              <a:gd name="connsiteX1088" fmla="*/ 25260 w 10922000"/>
              <a:gd name="connsiteY1088" fmla="*/ 6350 h 577850"/>
              <a:gd name="connsiteX1089" fmla="*/ 25260 w 10922000"/>
              <a:gd name="connsiteY1089" fmla="*/ 0 h 5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577850">
                <a:moveTo>
                  <a:pt x="0" y="577850"/>
                </a:moveTo>
                <a:lnTo>
                  <a:pt x="25279" y="577850"/>
                </a:lnTo>
                <a:lnTo>
                  <a:pt x="25279" y="571500"/>
                </a:lnTo>
                <a:lnTo>
                  <a:pt x="0" y="571500"/>
                </a:lnTo>
                <a:lnTo>
                  <a:pt x="0" y="577850"/>
                </a:lnTo>
                <a:close/>
                <a:moveTo>
                  <a:pt x="75844" y="577850"/>
                </a:moveTo>
                <a:lnTo>
                  <a:pt x="126409" y="577850"/>
                </a:lnTo>
                <a:lnTo>
                  <a:pt x="126409" y="571500"/>
                </a:lnTo>
                <a:lnTo>
                  <a:pt x="75844" y="571500"/>
                </a:lnTo>
                <a:lnTo>
                  <a:pt x="75844" y="577850"/>
                </a:lnTo>
                <a:close/>
                <a:moveTo>
                  <a:pt x="176975" y="577850"/>
                </a:moveTo>
                <a:lnTo>
                  <a:pt x="227540" y="577850"/>
                </a:lnTo>
                <a:lnTo>
                  <a:pt x="227540" y="571500"/>
                </a:lnTo>
                <a:lnTo>
                  <a:pt x="176975" y="571500"/>
                </a:lnTo>
                <a:lnTo>
                  <a:pt x="176975" y="577850"/>
                </a:lnTo>
                <a:close/>
                <a:moveTo>
                  <a:pt x="278105" y="577850"/>
                </a:moveTo>
                <a:lnTo>
                  <a:pt x="328670" y="577850"/>
                </a:lnTo>
                <a:lnTo>
                  <a:pt x="328670" y="571500"/>
                </a:lnTo>
                <a:lnTo>
                  <a:pt x="278105" y="571500"/>
                </a:lnTo>
                <a:lnTo>
                  <a:pt x="278105" y="577850"/>
                </a:lnTo>
                <a:close/>
                <a:moveTo>
                  <a:pt x="379235" y="577850"/>
                </a:moveTo>
                <a:lnTo>
                  <a:pt x="429800" y="577850"/>
                </a:lnTo>
                <a:lnTo>
                  <a:pt x="429800" y="571500"/>
                </a:lnTo>
                <a:lnTo>
                  <a:pt x="379235" y="571500"/>
                </a:lnTo>
                <a:lnTo>
                  <a:pt x="379235" y="577850"/>
                </a:lnTo>
                <a:close/>
                <a:moveTo>
                  <a:pt x="480365" y="577850"/>
                </a:moveTo>
                <a:lnTo>
                  <a:pt x="530930" y="577850"/>
                </a:lnTo>
                <a:lnTo>
                  <a:pt x="530930" y="571500"/>
                </a:lnTo>
                <a:lnTo>
                  <a:pt x="480365" y="571500"/>
                </a:lnTo>
                <a:lnTo>
                  <a:pt x="480365" y="577850"/>
                </a:lnTo>
                <a:close/>
                <a:moveTo>
                  <a:pt x="581495" y="577850"/>
                </a:moveTo>
                <a:lnTo>
                  <a:pt x="632060" y="577850"/>
                </a:lnTo>
                <a:lnTo>
                  <a:pt x="632060" y="571500"/>
                </a:lnTo>
                <a:lnTo>
                  <a:pt x="581495" y="571500"/>
                </a:lnTo>
                <a:lnTo>
                  <a:pt x="581495" y="577850"/>
                </a:lnTo>
                <a:close/>
                <a:moveTo>
                  <a:pt x="682625" y="577850"/>
                </a:moveTo>
                <a:lnTo>
                  <a:pt x="733190" y="577850"/>
                </a:lnTo>
                <a:lnTo>
                  <a:pt x="733190" y="571500"/>
                </a:lnTo>
                <a:lnTo>
                  <a:pt x="682625" y="571500"/>
                </a:lnTo>
                <a:lnTo>
                  <a:pt x="682625" y="577850"/>
                </a:lnTo>
                <a:close/>
                <a:moveTo>
                  <a:pt x="783755" y="577850"/>
                </a:moveTo>
                <a:lnTo>
                  <a:pt x="834320" y="577850"/>
                </a:lnTo>
                <a:lnTo>
                  <a:pt x="834320" y="571500"/>
                </a:lnTo>
                <a:lnTo>
                  <a:pt x="783755" y="571500"/>
                </a:lnTo>
                <a:lnTo>
                  <a:pt x="783755" y="577850"/>
                </a:lnTo>
                <a:close/>
                <a:moveTo>
                  <a:pt x="884885" y="577850"/>
                </a:moveTo>
                <a:lnTo>
                  <a:pt x="935450" y="577850"/>
                </a:lnTo>
                <a:lnTo>
                  <a:pt x="935450" y="571500"/>
                </a:lnTo>
                <a:lnTo>
                  <a:pt x="884885" y="571500"/>
                </a:lnTo>
                <a:lnTo>
                  <a:pt x="884885" y="577850"/>
                </a:lnTo>
                <a:close/>
                <a:moveTo>
                  <a:pt x="986015" y="577850"/>
                </a:moveTo>
                <a:lnTo>
                  <a:pt x="1036580" y="577850"/>
                </a:lnTo>
                <a:lnTo>
                  <a:pt x="1036580" y="571500"/>
                </a:lnTo>
                <a:lnTo>
                  <a:pt x="986015" y="571500"/>
                </a:lnTo>
                <a:lnTo>
                  <a:pt x="986015" y="577850"/>
                </a:lnTo>
                <a:close/>
                <a:moveTo>
                  <a:pt x="1087146" y="577850"/>
                </a:moveTo>
                <a:lnTo>
                  <a:pt x="1137710" y="577850"/>
                </a:lnTo>
                <a:lnTo>
                  <a:pt x="1137710" y="571500"/>
                </a:lnTo>
                <a:lnTo>
                  <a:pt x="1087146" y="571500"/>
                </a:lnTo>
                <a:lnTo>
                  <a:pt x="1087146" y="577850"/>
                </a:lnTo>
                <a:close/>
                <a:moveTo>
                  <a:pt x="1188276" y="577850"/>
                </a:moveTo>
                <a:lnTo>
                  <a:pt x="1238841" y="577850"/>
                </a:lnTo>
                <a:lnTo>
                  <a:pt x="1238841" y="571500"/>
                </a:lnTo>
                <a:lnTo>
                  <a:pt x="1188276" y="571500"/>
                </a:lnTo>
                <a:lnTo>
                  <a:pt x="1188276" y="577850"/>
                </a:lnTo>
                <a:close/>
                <a:moveTo>
                  <a:pt x="1289406" y="577850"/>
                </a:moveTo>
                <a:lnTo>
                  <a:pt x="1339971" y="577850"/>
                </a:lnTo>
                <a:lnTo>
                  <a:pt x="1339971" y="571500"/>
                </a:lnTo>
                <a:lnTo>
                  <a:pt x="1289406" y="571500"/>
                </a:lnTo>
                <a:lnTo>
                  <a:pt x="1289406" y="577850"/>
                </a:lnTo>
                <a:close/>
                <a:moveTo>
                  <a:pt x="1390536" y="577850"/>
                </a:moveTo>
                <a:lnTo>
                  <a:pt x="1441101" y="577850"/>
                </a:lnTo>
                <a:lnTo>
                  <a:pt x="1441101" y="571500"/>
                </a:lnTo>
                <a:lnTo>
                  <a:pt x="1390536" y="571500"/>
                </a:lnTo>
                <a:lnTo>
                  <a:pt x="1390536" y="577850"/>
                </a:lnTo>
                <a:close/>
                <a:moveTo>
                  <a:pt x="1491660" y="577850"/>
                </a:moveTo>
                <a:lnTo>
                  <a:pt x="1542225" y="577850"/>
                </a:lnTo>
                <a:lnTo>
                  <a:pt x="1542225" y="571500"/>
                </a:lnTo>
                <a:lnTo>
                  <a:pt x="1491660" y="571500"/>
                </a:lnTo>
                <a:lnTo>
                  <a:pt x="1491660" y="577850"/>
                </a:lnTo>
                <a:close/>
                <a:moveTo>
                  <a:pt x="1592790" y="577850"/>
                </a:moveTo>
                <a:lnTo>
                  <a:pt x="1643355" y="577850"/>
                </a:lnTo>
                <a:lnTo>
                  <a:pt x="1643355" y="571500"/>
                </a:lnTo>
                <a:lnTo>
                  <a:pt x="1592790" y="571500"/>
                </a:lnTo>
                <a:lnTo>
                  <a:pt x="1592790" y="577850"/>
                </a:lnTo>
                <a:close/>
                <a:moveTo>
                  <a:pt x="1693920" y="577850"/>
                </a:moveTo>
                <a:lnTo>
                  <a:pt x="1744485" y="577850"/>
                </a:lnTo>
                <a:lnTo>
                  <a:pt x="1744485" y="571500"/>
                </a:lnTo>
                <a:lnTo>
                  <a:pt x="1693920" y="571500"/>
                </a:lnTo>
                <a:lnTo>
                  <a:pt x="1693920" y="577850"/>
                </a:lnTo>
                <a:close/>
                <a:moveTo>
                  <a:pt x="1795050" y="577850"/>
                </a:moveTo>
                <a:lnTo>
                  <a:pt x="1845615" y="577850"/>
                </a:lnTo>
                <a:lnTo>
                  <a:pt x="1845615" y="571500"/>
                </a:lnTo>
                <a:lnTo>
                  <a:pt x="1795050" y="571500"/>
                </a:lnTo>
                <a:lnTo>
                  <a:pt x="1795050" y="577850"/>
                </a:lnTo>
                <a:close/>
                <a:moveTo>
                  <a:pt x="1896180" y="577850"/>
                </a:moveTo>
                <a:lnTo>
                  <a:pt x="1946745" y="577850"/>
                </a:lnTo>
                <a:lnTo>
                  <a:pt x="1946745" y="571500"/>
                </a:lnTo>
                <a:lnTo>
                  <a:pt x="1896180" y="571500"/>
                </a:lnTo>
                <a:lnTo>
                  <a:pt x="1896180" y="577850"/>
                </a:lnTo>
                <a:close/>
                <a:moveTo>
                  <a:pt x="1997310" y="577850"/>
                </a:moveTo>
                <a:lnTo>
                  <a:pt x="2047875" y="577850"/>
                </a:lnTo>
                <a:lnTo>
                  <a:pt x="2047875" y="571500"/>
                </a:lnTo>
                <a:lnTo>
                  <a:pt x="1997310" y="571500"/>
                </a:lnTo>
                <a:lnTo>
                  <a:pt x="1997310" y="577850"/>
                </a:lnTo>
                <a:close/>
                <a:moveTo>
                  <a:pt x="2098440" y="577850"/>
                </a:moveTo>
                <a:lnTo>
                  <a:pt x="2149005" y="577850"/>
                </a:lnTo>
                <a:lnTo>
                  <a:pt x="2149005" y="571500"/>
                </a:lnTo>
                <a:lnTo>
                  <a:pt x="2098440" y="571500"/>
                </a:lnTo>
                <a:lnTo>
                  <a:pt x="2098440" y="577850"/>
                </a:lnTo>
                <a:close/>
                <a:moveTo>
                  <a:pt x="2199570" y="577850"/>
                </a:moveTo>
                <a:lnTo>
                  <a:pt x="2250135" y="577850"/>
                </a:lnTo>
                <a:lnTo>
                  <a:pt x="2250135" y="571500"/>
                </a:lnTo>
                <a:lnTo>
                  <a:pt x="2199570" y="571500"/>
                </a:lnTo>
                <a:lnTo>
                  <a:pt x="2199570" y="577850"/>
                </a:lnTo>
                <a:close/>
                <a:moveTo>
                  <a:pt x="2300700" y="577850"/>
                </a:moveTo>
                <a:lnTo>
                  <a:pt x="2351266" y="577850"/>
                </a:lnTo>
                <a:lnTo>
                  <a:pt x="2351266" y="571500"/>
                </a:lnTo>
                <a:lnTo>
                  <a:pt x="2300700" y="571500"/>
                </a:lnTo>
                <a:lnTo>
                  <a:pt x="2300700" y="577850"/>
                </a:lnTo>
                <a:close/>
                <a:moveTo>
                  <a:pt x="2401830" y="577850"/>
                </a:moveTo>
                <a:lnTo>
                  <a:pt x="2452396" y="577850"/>
                </a:lnTo>
                <a:lnTo>
                  <a:pt x="2452396" y="571500"/>
                </a:lnTo>
                <a:lnTo>
                  <a:pt x="2401830" y="571500"/>
                </a:lnTo>
                <a:lnTo>
                  <a:pt x="2401830" y="577850"/>
                </a:lnTo>
                <a:close/>
                <a:moveTo>
                  <a:pt x="2502961" y="577850"/>
                </a:moveTo>
                <a:lnTo>
                  <a:pt x="2553526" y="577850"/>
                </a:lnTo>
                <a:lnTo>
                  <a:pt x="2553526" y="571500"/>
                </a:lnTo>
                <a:lnTo>
                  <a:pt x="2502961" y="571500"/>
                </a:lnTo>
                <a:lnTo>
                  <a:pt x="2502961" y="577850"/>
                </a:lnTo>
                <a:close/>
                <a:moveTo>
                  <a:pt x="2604084" y="577850"/>
                </a:moveTo>
                <a:lnTo>
                  <a:pt x="2654649" y="577850"/>
                </a:lnTo>
                <a:lnTo>
                  <a:pt x="2654649" y="571500"/>
                </a:lnTo>
                <a:lnTo>
                  <a:pt x="2604084" y="571500"/>
                </a:lnTo>
                <a:lnTo>
                  <a:pt x="2604084" y="577850"/>
                </a:lnTo>
                <a:close/>
                <a:moveTo>
                  <a:pt x="2705214" y="577850"/>
                </a:moveTo>
                <a:lnTo>
                  <a:pt x="2755780" y="577850"/>
                </a:lnTo>
                <a:lnTo>
                  <a:pt x="2755780" y="571500"/>
                </a:lnTo>
                <a:lnTo>
                  <a:pt x="2705214" y="571500"/>
                </a:lnTo>
                <a:lnTo>
                  <a:pt x="2705214" y="577850"/>
                </a:lnTo>
                <a:close/>
                <a:moveTo>
                  <a:pt x="2806344" y="577850"/>
                </a:moveTo>
                <a:lnTo>
                  <a:pt x="2856909" y="577850"/>
                </a:lnTo>
                <a:lnTo>
                  <a:pt x="2856909" y="571500"/>
                </a:lnTo>
                <a:lnTo>
                  <a:pt x="2806344" y="571500"/>
                </a:lnTo>
                <a:lnTo>
                  <a:pt x="2806344" y="577850"/>
                </a:lnTo>
                <a:close/>
                <a:moveTo>
                  <a:pt x="2907475" y="577850"/>
                </a:moveTo>
                <a:lnTo>
                  <a:pt x="2958040" y="577850"/>
                </a:lnTo>
                <a:lnTo>
                  <a:pt x="2958040" y="571500"/>
                </a:lnTo>
                <a:lnTo>
                  <a:pt x="2907475" y="571500"/>
                </a:lnTo>
                <a:lnTo>
                  <a:pt x="2907475" y="577850"/>
                </a:lnTo>
                <a:close/>
                <a:moveTo>
                  <a:pt x="3008605" y="577850"/>
                </a:moveTo>
                <a:lnTo>
                  <a:pt x="3059170" y="577850"/>
                </a:lnTo>
                <a:lnTo>
                  <a:pt x="3059170" y="571500"/>
                </a:lnTo>
                <a:lnTo>
                  <a:pt x="3008605" y="571500"/>
                </a:lnTo>
                <a:lnTo>
                  <a:pt x="3008605" y="577850"/>
                </a:lnTo>
                <a:close/>
                <a:moveTo>
                  <a:pt x="3109735" y="577850"/>
                </a:moveTo>
                <a:lnTo>
                  <a:pt x="3160300" y="577850"/>
                </a:lnTo>
                <a:lnTo>
                  <a:pt x="3160300" y="571500"/>
                </a:lnTo>
                <a:lnTo>
                  <a:pt x="3109735" y="571500"/>
                </a:lnTo>
                <a:lnTo>
                  <a:pt x="3109735" y="577850"/>
                </a:lnTo>
                <a:close/>
                <a:moveTo>
                  <a:pt x="3210865" y="577850"/>
                </a:moveTo>
                <a:lnTo>
                  <a:pt x="3261430" y="577850"/>
                </a:lnTo>
                <a:lnTo>
                  <a:pt x="3261430" y="571500"/>
                </a:lnTo>
                <a:lnTo>
                  <a:pt x="3210865" y="571500"/>
                </a:lnTo>
                <a:lnTo>
                  <a:pt x="3210865" y="577850"/>
                </a:lnTo>
                <a:close/>
                <a:moveTo>
                  <a:pt x="3311995" y="577850"/>
                </a:moveTo>
                <a:lnTo>
                  <a:pt x="3362560" y="577850"/>
                </a:lnTo>
                <a:lnTo>
                  <a:pt x="3362560" y="571500"/>
                </a:lnTo>
                <a:lnTo>
                  <a:pt x="3311995" y="571500"/>
                </a:lnTo>
                <a:lnTo>
                  <a:pt x="3311995" y="577850"/>
                </a:lnTo>
                <a:close/>
                <a:moveTo>
                  <a:pt x="3413125" y="577850"/>
                </a:moveTo>
                <a:lnTo>
                  <a:pt x="3463690" y="577850"/>
                </a:lnTo>
                <a:lnTo>
                  <a:pt x="3463690" y="571500"/>
                </a:lnTo>
                <a:lnTo>
                  <a:pt x="3413125" y="571500"/>
                </a:lnTo>
                <a:lnTo>
                  <a:pt x="3413125" y="577850"/>
                </a:lnTo>
                <a:close/>
                <a:moveTo>
                  <a:pt x="3514255" y="577850"/>
                </a:moveTo>
                <a:lnTo>
                  <a:pt x="3564820" y="577850"/>
                </a:lnTo>
                <a:lnTo>
                  <a:pt x="3564820" y="571500"/>
                </a:lnTo>
                <a:lnTo>
                  <a:pt x="3514255" y="571500"/>
                </a:lnTo>
                <a:lnTo>
                  <a:pt x="3514255" y="577850"/>
                </a:lnTo>
                <a:close/>
                <a:moveTo>
                  <a:pt x="3615385" y="577850"/>
                </a:moveTo>
                <a:lnTo>
                  <a:pt x="3665944" y="577850"/>
                </a:lnTo>
                <a:lnTo>
                  <a:pt x="3665944" y="571500"/>
                </a:lnTo>
                <a:lnTo>
                  <a:pt x="3615385" y="571500"/>
                </a:lnTo>
                <a:lnTo>
                  <a:pt x="3615385" y="577850"/>
                </a:lnTo>
                <a:close/>
                <a:moveTo>
                  <a:pt x="3716509" y="577850"/>
                </a:moveTo>
                <a:lnTo>
                  <a:pt x="3767074" y="577850"/>
                </a:lnTo>
                <a:lnTo>
                  <a:pt x="3767074" y="571500"/>
                </a:lnTo>
                <a:lnTo>
                  <a:pt x="3716509" y="571500"/>
                </a:lnTo>
                <a:lnTo>
                  <a:pt x="3716509" y="577850"/>
                </a:lnTo>
                <a:close/>
                <a:moveTo>
                  <a:pt x="3817639" y="577850"/>
                </a:moveTo>
                <a:lnTo>
                  <a:pt x="3868204" y="577850"/>
                </a:lnTo>
                <a:lnTo>
                  <a:pt x="3868204" y="571500"/>
                </a:lnTo>
                <a:lnTo>
                  <a:pt x="3817639" y="571500"/>
                </a:lnTo>
                <a:lnTo>
                  <a:pt x="3817639" y="577850"/>
                </a:lnTo>
                <a:close/>
                <a:moveTo>
                  <a:pt x="3918769" y="577850"/>
                </a:moveTo>
                <a:lnTo>
                  <a:pt x="3969334" y="577850"/>
                </a:lnTo>
                <a:lnTo>
                  <a:pt x="3969334" y="571500"/>
                </a:lnTo>
                <a:lnTo>
                  <a:pt x="3918769" y="571500"/>
                </a:lnTo>
                <a:lnTo>
                  <a:pt x="3918769" y="577850"/>
                </a:lnTo>
                <a:close/>
                <a:moveTo>
                  <a:pt x="4019899" y="577850"/>
                </a:moveTo>
                <a:lnTo>
                  <a:pt x="4070464" y="577850"/>
                </a:lnTo>
                <a:lnTo>
                  <a:pt x="4070464" y="571500"/>
                </a:lnTo>
                <a:lnTo>
                  <a:pt x="4019899" y="571500"/>
                </a:lnTo>
                <a:lnTo>
                  <a:pt x="4019899" y="577850"/>
                </a:lnTo>
                <a:close/>
                <a:moveTo>
                  <a:pt x="4121030" y="577850"/>
                </a:moveTo>
                <a:lnTo>
                  <a:pt x="4171594" y="577850"/>
                </a:lnTo>
                <a:lnTo>
                  <a:pt x="4171594" y="571500"/>
                </a:lnTo>
                <a:lnTo>
                  <a:pt x="4121030" y="571500"/>
                </a:lnTo>
                <a:lnTo>
                  <a:pt x="4121030" y="577850"/>
                </a:lnTo>
                <a:close/>
                <a:moveTo>
                  <a:pt x="4222160" y="577850"/>
                </a:moveTo>
                <a:lnTo>
                  <a:pt x="4272725" y="577850"/>
                </a:lnTo>
                <a:lnTo>
                  <a:pt x="4272725" y="571500"/>
                </a:lnTo>
                <a:lnTo>
                  <a:pt x="4222160" y="571500"/>
                </a:lnTo>
                <a:lnTo>
                  <a:pt x="4222160" y="577850"/>
                </a:lnTo>
                <a:close/>
                <a:moveTo>
                  <a:pt x="4323290" y="577850"/>
                </a:moveTo>
                <a:lnTo>
                  <a:pt x="4373855" y="577850"/>
                </a:lnTo>
                <a:lnTo>
                  <a:pt x="4373855" y="571500"/>
                </a:lnTo>
                <a:lnTo>
                  <a:pt x="4323290" y="571500"/>
                </a:lnTo>
                <a:lnTo>
                  <a:pt x="4323290" y="577850"/>
                </a:lnTo>
                <a:close/>
                <a:moveTo>
                  <a:pt x="4424420" y="577850"/>
                </a:moveTo>
                <a:lnTo>
                  <a:pt x="4474985" y="577850"/>
                </a:lnTo>
                <a:lnTo>
                  <a:pt x="4474985" y="571500"/>
                </a:lnTo>
                <a:lnTo>
                  <a:pt x="4424420" y="571500"/>
                </a:lnTo>
                <a:lnTo>
                  <a:pt x="4424420" y="577850"/>
                </a:lnTo>
                <a:close/>
                <a:moveTo>
                  <a:pt x="4525550" y="577850"/>
                </a:moveTo>
                <a:lnTo>
                  <a:pt x="4576115" y="577850"/>
                </a:lnTo>
                <a:lnTo>
                  <a:pt x="4576115" y="571500"/>
                </a:lnTo>
                <a:lnTo>
                  <a:pt x="4525550" y="571500"/>
                </a:lnTo>
                <a:lnTo>
                  <a:pt x="4525550" y="577850"/>
                </a:lnTo>
                <a:close/>
                <a:moveTo>
                  <a:pt x="4626680" y="577850"/>
                </a:moveTo>
                <a:lnTo>
                  <a:pt x="4677239" y="577850"/>
                </a:lnTo>
                <a:lnTo>
                  <a:pt x="4677239" y="571500"/>
                </a:lnTo>
                <a:lnTo>
                  <a:pt x="4626680" y="571500"/>
                </a:lnTo>
                <a:lnTo>
                  <a:pt x="4626680" y="577850"/>
                </a:lnTo>
                <a:close/>
                <a:moveTo>
                  <a:pt x="4727804" y="577850"/>
                </a:moveTo>
                <a:lnTo>
                  <a:pt x="4778369" y="577850"/>
                </a:lnTo>
                <a:lnTo>
                  <a:pt x="4778369" y="571500"/>
                </a:lnTo>
                <a:lnTo>
                  <a:pt x="4727804" y="571500"/>
                </a:lnTo>
                <a:lnTo>
                  <a:pt x="4727804" y="577850"/>
                </a:lnTo>
                <a:close/>
                <a:moveTo>
                  <a:pt x="4828934" y="577850"/>
                </a:moveTo>
                <a:lnTo>
                  <a:pt x="4879499" y="577850"/>
                </a:lnTo>
                <a:lnTo>
                  <a:pt x="4879499" y="571500"/>
                </a:lnTo>
                <a:lnTo>
                  <a:pt x="4828934" y="571500"/>
                </a:lnTo>
                <a:lnTo>
                  <a:pt x="4828934" y="577850"/>
                </a:lnTo>
                <a:close/>
                <a:moveTo>
                  <a:pt x="4930064" y="577850"/>
                </a:moveTo>
                <a:lnTo>
                  <a:pt x="4980629" y="577850"/>
                </a:lnTo>
                <a:lnTo>
                  <a:pt x="4980629" y="571500"/>
                </a:lnTo>
                <a:lnTo>
                  <a:pt x="4930064" y="571500"/>
                </a:lnTo>
                <a:lnTo>
                  <a:pt x="4930064" y="577850"/>
                </a:lnTo>
                <a:close/>
                <a:moveTo>
                  <a:pt x="5031194" y="577850"/>
                </a:moveTo>
                <a:lnTo>
                  <a:pt x="5081759" y="577850"/>
                </a:lnTo>
                <a:lnTo>
                  <a:pt x="5081759" y="571500"/>
                </a:lnTo>
                <a:lnTo>
                  <a:pt x="5031194" y="571500"/>
                </a:lnTo>
                <a:lnTo>
                  <a:pt x="5031194" y="577850"/>
                </a:lnTo>
                <a:close/>
                <a:moveTo>
                  <a:pt x="5132324" y="577850"/>
                </a:moveTo>
                <a:lnTo>
                  <a:pt x="5182889" y="577850"/>
                </a:lnTo>
                <a:lnTo>
                  <a:pt x="5182889" y="571500"/>
                </a:lnTo>
                <a:lnTo>
                  <a:pt x="5132324" y="571500"/>
                </a:lnTo>
                <a:lnTo>
                  <a:pt x="5132324" y="577850"/>
                </a:lnTo>
                <a:close/>
                <a:moveTo>
                  <a:pt x="5233454" y="577850"/>
                </a:moveTo>
                <a:lnTo>
                  <a:pt x="5284020" y="577850"/>
                </a:lnTo>
                <a:lnTo>
                  <a:pt x="5284020" y="571500"/>
                </a:lnTo>
                <a:lnTo>
                  <a:pt x="5233454" y="571500"/>
                </a:lnTo>
                <a:lnTo>
                  <a:pt x="5233454" y="577850"/>
                </a:lnTo>
                <a:close/>
                <a:moveTo>
                  <a:pt x="5334584" y="577850"/>
                </a:moveTo>
                <a:lnTo>
                  <a:pt x="5385149" y="577850"/>
                </a:lnTo>
                <a:lnTo>
                  <a:pt x="5385149" y="571500"/>
                </a:lnTo>
                <a:lnTo>
                  <a:pt x="5334584" y="571500"/>
                </a:lnTo>
                <a:lnTo>
                  <a:pt x="5334584" y="577850"/>
                </a:lnTo>
                <a:close/>
                <a:moveTo>
                  <a:pt x="5435715" y="577850"/>
                </a:moveTo>
                <a:lnTo>
                  <a:pt x="5486280" y="577850"/>
                </a:lnTo>
                <a:lnTo>
                  <a:pt x="5486280" y="571500"/>
                </a:lnTo>
                <a:lnTo>
                  <a:pt x="5435715" y="571500"/>
                </a:lnTo>
                <a:lnTo>
                  <a:pt x="5435715" y="577850"/>
                </a:lnTo>
                <a:close/>
                <a:moveTo>
                  <a:pt x="5536844" y="577850"/>
                </a:moveTo>
                <a:lnTo>
                  <a:pt x="5587410" y="577850"/>
                </a:lnTo>
                <a:lnTo>
                  <a:pt x="5587410" y="571500"/>
                </a:lnTo>
                <a:lnTo>
                  <a:pt x="5536844" y="571500"/>
                </a:lnTo>
                <a:lnTo>
                  <a:pt x="5536844" y="577850"/>
                </a:lnTo>
                <a:close/>
                <a:moveTo>
                  <a:pt x="5637975" y="577850"/>
                </a:moveTo>
                <a:lnTo>
                  <a:pt x="5688533" y="577850"/>
                </a:lnTo>
                <a:lnTo>
                  <a:pt x="5688533" y="571500"/>
                </a:lnTo>
                <a:lnTo>
                  <a:pt x="5637975" y="571500"/>
                </a:lnTo>
                <a:lnTo>
                  <a:pt x="5637975" y="577850"/>
                </a:lnTo>
                <a:close/>
                <a:moveTo>
                  <a:pt x="5739130" y="577850"/>
                </a:moveTo>
                <a:lnTo>
                  <a:pt x="5789676" y="577850"/>
                </a:lnTo>
                <a:lnTo>
                  <a:pt x="5789676" y="571500"/>
                </a:lnTo>
                <a:lnTo>
                  <a:pt x="5739130" y="571500"/>
                </a:lnTo>
                <a:lnTo>
                  <a:pt x="5739130" y="577850"/>
                </a:lnTo>
                <a:close/>
                <a:moveTo>
                  <a:pt x="5840222" y="577850"/>
                </a:moveTo>
                <a:lnTo>
                  <a:pt x="5890769" y="577850"/>
                </a:lnTo>
                <a:lnTo>
                  <a:pt x="5890769" y="571500"/>
                </a:lnTo>
                <a:lnTo>
                  <a:pt x="5840222" y="571500"/>
                </a:lnTo>
                <a:lnTo>
                  <a:pt x="5840222" y="577850"/>
                </a:lnTo>
                <a:close/>
                <a:moveTo>
                  <a:pt x="5941378" y="577850"/>
                </a:moveTo>
                <a:lnTo>
                  <a:pt x="5991924" y="577850"/>
                </a:lnTo>
                <a:lnTo>
                  <a:pt x="5991924" y="571500"/>
                </a:lnTo>
                <a:lnTo>
                  <a:pt x="5941378" y="571500"/>
                </a:lnTo>
                <a:lnTo>
                  <a:pt x="5941378" y="577850"/>
                </a:lnTo>
                <a:close/>
                <a:moveTo>
                  <a:pt x="6042469" y="577850"/>
                </a:moveTo>
                <a:lnTo>
                  <a:pt x="6093079" y="577850"/>
                </a:lnTo>
                <a:lnTo>
                  <a:pt x="6093079" y="571500"/>
                </a:lnTo>
                <a:lnTo>
                  <a:pt x="6042469" y="571500"/>
                </a:lnTo>
                <a:lnTo>
                  <a:pt x="6042469" y="577850"/>
                </a:lnTo>
                <a:close/>
                <a:moveTo>
                  <a:pt x="6143625" y="577850"/>
                </a:moveTo>
                <a:lnTo>
                  <a:pt x="6194171" y="577850"/>
                </a:lnTo>
                <a:lnTo>
                  <a:pt x="6194171" y="571500"/>
                </a:lnTo>
                <a:lnTo>
                  <a:pt x="6143625" y="571500"/>
                </a:lnTo>
                <a:lnTo>
                  <a:pt x="6143625" y="577850"/>
                </a:lnTo>
                <a:close/>
                <a:moveTo>
                  <a:pt x="6244718" y="577850"/>
                </a:moveTo>
                <a:lnTo>
                  <a:pt x="6295327" y="577850"/>
                </a:lnTo>
                <a:lnTo>
                  <a:pt x="6295327" y="571500"/>
                </a:lnTo>
                <a:lnTo>
                  <a:pt x="6244718" y="571500"/>
                </a:lnTo>
                <a:lnTo>
                  <a:pt x="6244718" y="577850"/>
                </a:lnTo>
                <a:close/>
                <a:moveTo>
                  <a:pt x="6345873" y="577850"/>
                </a:moveTo>
                <a:lnTo>
                  <a:pt x="6396419" y="577850"/>
                </a:lnTo>
                <a:lnTo>
                  <a:pt x="6396419" y="571500"/>
                </a:lnTo>
                <a:lnTo>
                  <a:pt x="6345873" y="571500"/>
                </a:lnTo>
                <a:lnTo>
                  <a:pt x="6345873" y="577850"/>
                </a:lnTo>
                <a:close/>
                <a:moveTo>
                  <a:pt x="6447028" y="577850"/>
                </a:moveTo>
                <a:lnTo>
                  <a:pt x="6497574" y="577850"/>
                </a:lnTo>
                <a:lnTo>
                  <a:pt x="6497574" y="571500"/>
                </a:lnTo>
                <a:lnTo>
                  <a:pt x="6447028" y="571500"/>
                </a:lnTo>
                <a:lnTo>
                  <a:pt x="6447028" y="577850"/>
                </a:lnTo>
                <a:close/>
                <a:moveTo>
                  <a:pt x="6548120" y="577850"/>
                </a:moveTo>
                <a:lnTo>
                  <a:pt x="6598730" y="577850"/>
                </a:lnTo>
                <a:lnTo>
                  <a:pt x="6598730" y="571500"/>
                </a:lnTo>
                <a:lnTo>
                  <a:pt x="6548120" y="571500"/>
                </a:lnTo>
                <a:lnTo>
                  <a:pt x="6548120" y="577850"/>
                </a:lnTo>
                <a:close/>
                <a:moveTo>
                  <a:pt x="6649276" y="577850"/>
                </a:moveTo>
                <a:lnTo>
                  <a:pt x="6699822" y="577850"/>
                </a:lnTo>
                <a:lnTo>
                  <a:pt x="6699822" y="571500"/>
                </a:lnTo>
                <a:lnTo>
                  <a:pt x="6649276" y="571500"/>
                </a:lnTo>
                <a:lnTo>
                  <a:pt x="6649276" y="577850"/>
                </a:lnTo>
                <a:close/>
                <a:moveTo>
                  <a:pt x="6750368" y="577850"/>
                </a:moveTo>
                <a:lnTo>
                  <a:pt x="6800977" y="577850"/>
                </a:lnTo>
                <a:lnTo>
                  <a:pt x="6800977" y="571500"/>
                </a:lnTo>
                <a:lnTo>
                  <a:pt x="6750368" y="571500"/>
                </a:lnTo>
                <a:lnTo>
                  <a:pt x="6750368" y="577850"/>
                </a:lnTo>
                <a:close/>
                <a:moveTo>
                  <a:pt x="6851523" y="577850"/>
                </a:moveTo>
                <a:lnTo>
                  <a:pt x="6902069" y="577850"/>
                </a:lnTo>
                <a:lnTo>
                  <a:pt x="6902069" y="571500"/>
                </a:lnTo>
                <a:lnTo>
                  <a:pt x="6851523" y="571500"/>
                </a:lnTo>
                <a:lnTo>
                  <a:pt x="6851523" y="577850"/>
                </a:lnTo>
                <a:close/>
                <a:moveTo>
                  <a:pt x="6952679" y="577850"/>
                </a:moveTo>
                <a:lnTo>
                  <a:pt x="7003225" y="577850"/>
                </a:lnTo>
                <a:lnTo>
                  <a:pt x="7003225" y="571500"/>
                </a:lnTo>
                <a:lnTo>
                  <a:pt x="6952679" y="571500"/>
                </a:lnTo>
                <a:lnTo>
                  <a:pt x="6952679" y="577850"/>
                </a:lnTo>
                <a:close/>
                <a:moveTo>
                  <a:pt x="7053770" y="577850"/>
                </a:moveTo>
                <a:lnTo>
                  <a:pt x="7104381" y="577850"/>
                </a:lnTo>
                <a:lnTo>
                  <a:pt x="7104381" y="571500"/>
                </a:lnTo>
                <a:lnTo>
                  <a:pt x="7053770" y="571500"/>
                </a:lnTo>
                <a:lnTo>
                  <a:pt x="7053770" y="577850"/>
                </a:lnTo>
                <a:close/>
                <a:moveTo>
                  <a:pt x="7154926" y="577850"/>
                </a:moveTo>
                <a:lnTo>
                  <a:pt x="7205472" y="577850"/>
                </a:lnTo>
                <a:lnTo>
                  <a:pt x="7205472" y="571500"/>
                </a:lnTo>
                <a:lnTo>
                  <a:pt x="7154926" y="571500"/>
                </a:lnTo>
                <a:lnTo>
                  <a:pt x="7154926" y="577850"/>
                </a:lnTo>
                <a:close/>
                <a:moveTo>
                  <a:pt x="7256019" y="577850"/>
                </a:moveTo>
                <a:lnTo>
                  <a:pt x="7306628" y="577850"/>
                </a:lnTo>
                <a:lnTo>
                  <a:pt x="7306628" y="571500"/>
                </a:lnTo>
                <a:lnTo>
                  <a:pt x="7256019" y="571500"/>
                </a:lnTo>
                <a:lnTo>
                  <a:pt x="7256019" y="577850"/>
                </a:lnTo>
                <a:close/>
                <a:moveTo>
                  <a:pt x="7357174" y="577850"/>
                </a:moveTo>
                <a:lnTo>
                  <a:pt x="7407719" y="577850"/>
                </a:lnTo>
                <a:lnTo>
                  <a:pt x="7407719" y="571500"/>
                </a:lnTo>
                <a:lnTo>
                  <a:pt x="7357174" y="571500"/>
                </a:lnTo>
                <a:lnTo>
                  <a:pt x="7357174" y="577850"/>
                </a:lnTo>
                <a:close/>
                <a:moveTo>
                  <a:pt x="7458329" y="577850"/>
                </a:moveTo>
                <a:lnTo>
                  <a:pt x="7508875" y="577850"/>
                </a:lnTo>
                <a:lnTo>
                  <a:pt x="7508875" y="571500"/>
                </a:lnTo>
                <a:lnTo>
                  <a:pt x="7458329" y="571500"/>
                </a:lnTo>
                <a:lnTo>
                  <a:pt x="7458329" y="577850"/>
                </a:lnTo>
                <a:close/>
                <a:moveTo>
                  <a:pt x="7559421" y="577850"/>
                </a:moveTo>
                <a:lnTo>
                  <a:pt x="7610031" y="577850"/>
                </a:lnTo>
                <a:lnTo>
                  <a:pt x="7610031" y="571500"/>
                </a:lnTo>
                <a:lnTo>
                  <a:pt x="7559421" y="571500"/>
                </a:lnTo>
                <a:lnTo>
                  <a:pt x="7559421" y="577850"/>
                </a:lnTo>
                <a:close/>
                <a:moveTo>
                  <a:pt x="7660577" y="577850"/>
                </a:moveTo>
                <a:lnTo>
                  <a:pt x="7711123" y="577850"/>
                </a:lnTo>
                <a:lnTo>
                  <a:pt x="7711123" y="571500"/>
                </a:lnTo>
                <a:lnTo>
                  <a:pt x="7660577" y="571500"/>
                </a:lnTo>
                <a:lnTo>
                  <a:pt x="7660577" y="577850"/>
                </a:lnTo>
                <a:close/>
                <a:moveTo>
                  <a:pt x="7761732" y="577850"/>
                </a:moveTo>
                <a:lnTo>
                  <a:pt x="7812278" y="577850"/>
                </a:lnTo>
                <a:lnTo>
                  <a:pt x="7812278" y="571500"/>
                </a:lnTo>
                <a:lnTo>
                  <a:pt x="7761732" y="571500"/>
                </a:lnTo>
                <a:lnTo>
                  <a:pt x="7761732" y="577850"/>
                </a:lnTo>
                <a:close/>
                <a:moveTo>
                  <a:pt x="7862824" y="577850"/>
                </a:moveTo>
                <a:lnTo>
                  <a:pt x="7913370" y="577850"/>
                </a:lnTo>
                <a:lnTo>
                  <a:pt x="7913370" y="571500"/>
                </a:lnTo>
                <a:lnTo>
                  <a:pt x="7862824" y="571500"/>
                </a:lnTo>
                <a:lnTo>
                  <a:pt x="7862824" y="577850"/>
                </a:lnTo>
                <a:close/>
                <a:moveTo>
                  <a:pt x="7963980" y="577850"/>
                </a:moveTo>
                <a:lnTo>
                  <a:pt x="8014526" y="577850"/>
                </a:lnTo>
                <a:lnTo>
                  <a:pt x="8014526" y="571500"/>
                </a:lnTo>
                <a:lnTo>
                  <a:pt x="7963980" y="571500"/>
                </a:lnTo>
                <a:lnTo>
                  <a:pt x="7963980" y="577850"/>
                </a:lnTo>
                <a:close/>
                <a:moveTo>
                  <a:pt x="8065072" y="577850"/>
                </a:moveTo>
                <a:lnTo>
                  <a:pt x="8115682" y="577850"/>
                </a:lnTo>
                <a:lnTo>
                  <a:pt x="8115682" y="571500"/>
                </a:lnTo>
                <a:lnTo>
                  <a:pt x="8065072" y="571500"/>
                </a:lnTo>
                <a:lnTo>
                  <a:pt x="8065072" y="577850"/>
                </a:lnTo>
                <a:close/>
                <a:moveTo>
                  <a:pt x="8166227" y="577850"/>
                </a:moveTo>
                <a:lnTo>
                  <a:pt x="8216773" y="577850"/>
                </a:lnTo>
                <a:lnTo>
                  <a:pt x="8216773" y="571500"/>
                </a:lnTo>
                <a:lnTo>
                  <a:pt x="8166227" y="571500"/>
                </a:lnTo>
                <a:lnTo>
                  <a:pt x="8166227" y="577850"/>
                </a:lnTo>
                <a:close/>
                <a:moveTo>
                  <a:pt x="8267382" y="577850"/>
                </a:moveTo>
                <a:lnTo>
                  <a:pt x="8317929" y="577850"/>
                </a:lnTo>
                <a:lnTo>
                  <a:pt x="8317929" y="571500"/>
                </a:lnTo>
                <a:lnTo>
                  <a:pt x="8267382" y="571500"/>
                </a:lnTo>
                <a:lnTo>
                  <a:pt x="8267382" y="577850"/>
                </a:lnTo>
                <a:close/>
                <a:moveTo>
                  <a:pt x="8368475" y="577850"/>
                </a:moveTo>
                <a:lnTo>
                  <a:pt x="8419020" y="577850"/>
                </a:lnTo>
                <a:lnTo>
                  <a:pt x="8419020" y="571500"/>
                </a:lnTo>
                <a:lnTo>
                  <a:pt x="8368475" y="571500"/>
                </a:lnTo>
                <a:lnTo>
                  <a:pt x="8368475" y="577850"/>
                </a:lnTo>
                <a:close/>
                <a:moveTo>
                  <a:pt x="8469630" y="577850"/>
                </a:moveTo>
                <a:lnTo>
                  <a:pt x="8520176" y="577850"/>
                </a:lnTo>
                <a:lnTo>
                  <a:pt x="8520176" y="571500"/>
                </a:lnTo>
                <a:lnTo>
                  <a:pt x="8469630" y="571500"/>
                </a:lnTo>
                <a:lnTo>
                  <a:pt x="8469630" y="577850"/>
                </a:lnTo>
                <a:close/>
                <a:moveTo>
                  <a:pt x="8570722" y="577850"/>
                </a:moveTo>
                <a:lnTo>
                  <a:pt x="8621331" y="577850"/>
                </a:lnTo>
                <a:lnTo>
                  <a:pt x="8621331" y="571500"/>
                </a:lnTo>
                <a:lnTo>
                  <a:pt x="8570722" y="571500"/>
                </a:lnTo>
                <a:lnTo>
                  <a:pt x="8570722" y="577850"/>
                </a:lnTo>
                <a:close/>
                <a:moveTo>
                  <a:pt x="8671878" y="577850"/>
                </a:moveTo>
                <a:lnTo>
                  <a:pt x="8722423" y="577850"/>
                </a:lnTo>
                <a:lnTo>
                  <a:pt x="8722423" y="571500"/>
                </a:lnTo>
                <a:lnTo>
                  <a:pt x="8671878" y="571500"/>
                </a:lnTo>
                <a:lnTo>
                  <a:pt x="8671878" y="577850"/>
                </a:lnTo>
                <a:close/>
                <a:moveTo>
                  <a:pt x="8773033" y="577850"/>
                </a:moveTo>
                <a:lnTo>
                  <a:pt x="8823579" y="577850"/>
                </a:lnTo>
                <a:lnTo>
                  <a:pt x="8823579" y="571500"/>
                </a:lnTo>
                <a:lnTo>
                  <a:pt x="8773033" y="571500"/>
                </a:lnTo>
                <a:lnTo>
                  <a:pt x="8773033" y="577850"/>
                </a:lnTo>
                <a:close/>
                <a:moveTo>
                  <a:pt x="8874125" y="577850"/>
                </a:moveTo>
                <a:lnTo>
                  <a:pt x="8924671" y="577850"/>
                </a:lnTo>
                <a:lnTo>
                  <a:pt x="8924671" y="571500"/>
                </a:lnTo>
                <a:lnTo>
                  <a:pt x="8874125" y="571500"/>
                </a:lnTo>
                <a:lnTo>
                  <a:pt x="8874125" y="577850"/>
                </a:lnTo>
                <a:close/>
                <a:moveTo>
                  <a:pt x="8975281" y="577850"/>
                </a:moveTo>
                <a:lnTo>
                  <a:pt x="9025827" y="577850"/>
                </a:lnTo>
                <a:lnTo>
                  <a:pt x="9025827" y="571500"/>
                </a:lnTo>
                <a:lnTo>
                  <a:pt x="8975281" y="571500"/>
                </a:lnTo>
                <a:lnTo>
                  <a:pt x="8975281" y="577850"/>
                </a:lnTo>
                <a:close/>
                <a:moveTo>
                  <a:pt x="9076372" y="577850"/>
                </a:moveTo>
                <a:lnTo>
                  <a:pt x="9126982" y="577850"/>
                </a:lnTo>
                <a:lnTo>
                  <a:pt x="9126982" y="571500"/>
                </a:lnTo>
                <a:lnTo>
                  <a:pt x="9076372" y="571500"/>
                </a:lnTo>
                <a:lnTo>
                  <a:pt x="9076372" y="577850"/>
                </a:lnTo>
                <a:close/>
                <a:moveTo>
                  <a:pt x="9177528" y="577850"/>
                </a:moveTo>
                <a:lnTo>
                  <a:pt x="9228074" y="577850"/>
                </a:lnTo>
                <a:lnTo>
                  <a:pt x="9228074" y="571500"/>
                </a:lnTo>
                <a:lnTo>
                  <a:pt x="9177528" y="571500"/>
                </a:lnTo>
                <a:lnTo>
                  <a:pt x="9177528" y="577850"/>
                </a:lnTo>
                <a:close/>
                <a:moveTo>
                  <a:pt x="9278683" y="577850"/>
                </a:moveTo>
                <a:lnTo>
                  <a:pt x="9329230" y="577850"/>
                </a:lnTo>
                <a:lnTo>
                  <a:pt x="9329230" y="571500"/>
                </a:lnTo>
                <a:lnTo>
                  <a:pt x="9278683" y="571500"/>
                </a:lnTo>
                <a:lnTo>
                  <a:pt x="9278683" y="577850"/>
                </a:lnTo>
                <a:close/>
                <a:moveTo>
                  <a:pt x="9379776" y="577850"/>
                </a:moveTo>
                <a:lnTo>
                  <a:pt x="9430321" y="577850"/>
                </a:lnTo>
                <a:lnTo>
                  <a:pt x="9430321" y="571500"/>
                </a:lnTo>
                <a:lnTo>
                  <a:pt x="9379776" y="571500"/>
                </a:lnTo>
                <a:lnTo>
                  <a:pt x="9379776" y="577850"/>
                </a:lnTo>
                <a:close/>
                <a:moveTo>
                  <a:pt x="9480931" y="577850"/>
                </a:moveTo>
                <a:lnTo>
                  <a:pt x="9531477" y="577850"/>
                </a:lnTo>
                <a:lnTo>
                  <a:pt x="9531477" y="571500"/>
                </a:lnTo>
                <a:lnTo>
                  <a:pt x="9480931" y="571500"/>
                </a:lnTo>
                <a:lnTo>
                  <a:pt x="9480931" y="577850"/>
                </a:lnTo>
                <a:close/>
                <a:moveTo>
                  <a:pt x="9582023" y="577850"/>
                </a:moveTo>
                <a:lnTo>
                  <a:pt x="9632632" y="577850"/>
                </a:lnTo>
                <a:lnTo>
                  <a:pt x="9632632" y="571500"/>
                </a:lnTo>
                <a:lnTo>
                  <a:pt x="9582023" y="571500"/>
                </a:lnTo>
                <a:lnTo>
                  <a:pt x="9582023" y="577850"/>
                </a:lnTo>
                <a:close/>
                <a:moveTo>
                  <a:pt x="9683179" y="577850"/>
                </a:moveTo>
                <a:lnTo>
                  <a:pt x="9733724" y="577850"/>
                </a:lnTo>
                <a:lnTo>
                  <a:pt x="9733724" y="571500"/>
                </a:lnTo>
                <a:lnTo>
                  <a:pt x="9683179" y="571500"/>
                </a:lnTo>
                <a:lnTo>
                  <a:pt x="9683179" y="577850"/>
                </a:lnTo>
                <a:close/>
                <a:moveTo>
                  <a:pt x="9784334" y="577850"/>
                </a:moveTo>
                <a:lnTo>
                  <a:pt x="9834880" y="577850"/>
                </a:lnTo>
                <a:lnTo>
                  <a:pt x="9834880" y="571500"/>
                </a:lnTo>
                <a:lnTo>
                  <a:pt x="9784334" y="571500"/>
                </a:lnTo>
                <a:lnTo>
                  <a:pt x="9784334" y="577850"/>
                </a:lnTo>
                <a:close/>
                <a:moveTo>
                  <a:pt x="9885426" y="577850"/>
                </a:moveTo>
                <a:lnTo>
                  <a:pt x="9935972" y="577850"/>
                </a:lnTo>
                <a:lnTo>
                  <a:pt x="9935972" y="571500"/>
                </a:lnTo>
                <a:lnTo>
                  <a:pt x="9885426" y="571500"/>
                </a:lnTo>
                <a:lnTo>
                  <a:pt x="9885426" y="577850"/>
                </a:lnTo>
                <a:close/>
                <a:moveTo>
                  <a:pt x="9986581" y="577850"/>
                </a:moveTo>
                <a:lnTo>
                  <a:pt x="10037128" y="577850"/>
                </a:lnTo>
                <a:lnTo>
                  <a:pt x="10037128" y="571500"/>
                </a:lnTo>
                <a:lnTo>
                  <a:pt x="9986581" y="571500"/>
                </a:lnTo>
                <a:lnTo>
                  <a:pt x="9986581" y="577850"/>
                </a:lnTo>
                <a:close/>
                <a:moveTo>
                  <a:pt x="10087673" y="577850"/>
                </a:moveTo>
                <a:lnTo>
                  <a:pt x="10138283" y="577850"/>
                </a:lnTo>
                <a:lnTo>
                  <a:pt x="10138283" y="571500"/>
                </a:lnTo>
                <a:lnTo>
                  <a:pt x="10087673" y="571500"/>
                </a:lnTo>
                <a:lnTo>
                  <a:pt x="10087673" y="577850"/>
                </a:lnTo>
                <a:close/>
                <a:moveTo>
                  <a:pt x="10188829" y="577850"/>
                </a:moveTo>
                <a:lnTo>
                  <a:pt x="10239375" y="577850"/>
                </a:lnTo>
                <a:lnTo>
                  <a:pt x="10239375" y="571500"/>
                </a:lnTo>
                <a:lnTo>
                  <a:pt x="10188829" y="571500"/>
                </a:lnTo>
                <a:lnTo>
                  <a:pt x="10188829" y="577850"/>
                </a:lnTo>
                <a:close/>
                <a:moveTo>
                  <a:pt x="10289984" y="577850"/>
                </a:moveTo>
                <a:lnTo>
                  <a:pt x="10340531" y="577850"/>
                </a:lnTo>
                <a:lnTo>
                  <a:pt x="10340531" y="571500"/>
                </a:lnTo>
                <a:lnTo>
                  <a:pt x="10289984" y="571500"/>
                </a:lnTo>
                <a:lnTo>
                  <a:pt x="10289984" y="577850"/>
                </a:lnTo>
                <a:close/>
                <a:moveTo>
                  <a:pt x="10391077" y="577850"/>
                </a:moveTo>
                <a:lnTo>
                  <a:pt x="10441622" y="577850"/>
                </a:lnTo>
                <a:lnTo>
                  <a:pt x="10441622" y="571500"/>
                </a:lnTo>
                <a:lnTo>
                  <a:pt x="10391077" y="571500"/>
                </a:lnTo>
                <a:lnTo>
                  <a:pt x="10391077" y="577850"/>
                </a:lnTo>
                <a:close/>
                <a:moveTo>
                  <a:pt x="10492232" y="577850"/>
                </a:moveTo>
                <a:lnTo>
                  <a:pt x="10542778" y="577850"/>
                </a:lnTo>
                <a:lnTo>
                  <a:pt x="10542778" y="571500"/>
                </a:lnTo>
                <a:lnTo>
                  <a:pt x="10492232" y="571500"/>
                </a:lnTo>
                <a:lnTo>
                  <a:pt x="10492232" y="577850"/>
                </a:lnTo>
                <a:close/>
                <a:moveTo>
                  <a:pt x="10593324" y="577850"/>
                </a:moveTo>
                <a:lnTo>
                  <a:pt x="10643933" y="577850"/>
                </a:lnTo>
                <a:lnTo>
                  <a:pt x="10643933" y="571500"/>
                </a:lnTo>
                <a:lnTo>
                  <a:pt x="10593324" y="571500"/>
                </a:lnTo>
                <a:lnTo>
                  <a:pt x="10593324" y="577850"/>
                </a:lnTo>
                <a:close/>
                <a:moveTo>
                  <a:pt x="10694480" y="577850"/>
                </a:moveTo>
                <a:lnTo>
                  <a:pt x="10745026" y="577850"/>
                </a:lnTo>
                <a:lnTo>
                  <a:pt x="10745026" y="571500"/>
                </a:lnTo>
                <a:lnTo>
                  <a:pt x="10694480" y="571500"/>
                </a:lnTo>
                <a:lnTo>
                  <a:pt x="10694480" y="577850"/>
                </a:lnTo>
                <a:close/>
                <a:moveTo>
                  <a:pt x="10795635" y="577850"/>
                </a:moveTo>
                <a:lnTo>
                  <a:pt x="10846181" y="577850"/>
                </a:lnTo>
                <a:lnTo>
                  <a:pt x="10846181" y="571500"/>
                </a:lnTo>
                <a:lnTo>
                  <a:pt x="10795635" y="571500"/>
                </a:lnTo>
                <a:lnTo>
                  <a:pt x="10795635" y="577850"/>
                </a:lnTo>
                <a:close/>
                <a:moveTo>
                  <a:pt x="10896727" y="577850"/>
                </a:moveTo>
                <a:lnTo>
                  <a:pt x="10922000" y="577850"/>
                </a:lnTo>
                <a:lnTo>
                  <a:pt x="10922000" y="571500"/>
                </a:lnTo>
                <a:lnTo>
                  <a:pt x="10896727" y="571500"/>
                </a:lnTo>
                <a:lnTo>
                  <a:pt x="10896727" y="57785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58" name="任意多边形: 形状 157">
            <a:extLst>
              <a:ext uri="{FF2B5EF4-FFF2-40B4-BE49-F238E27FC236}">
                <a16:creationId xmlns:a16="http://schemas.microsoft.com/office/drawing/2014/main" id="{AD5606E5-3D0A-CE20-93E3-1CE83446CA85}"/>
              </a:ext>
            </a:extLst>
          </p:cNvPr>
          <p:cNvSpPr/>
          <p:nvPr/>
        </p:nvSpPr>
        <p:spPr>
          <a:xfrm>
            <a:off x="10439400" y="1289050"/>
            <a:ext cx="736600" cy="5099050"/>
          </a:xfrm>
          <a:custGeom>
            <a:avLst/>
            <a:gdLst>
              <a:gd name="connsiteX0" fmla="*/ 0 w 736600"/>
              <a:gd name="connsiteY0" fmla="*/ 0 h 5099050"/>
              <a:gd name="connsiteX1" fmla="*/ 736600 w 736600"/>
              <a:gd name="connsiteY1" fmla="*/ 0 h 5099050"/>
              <a:gd name="connsiteX2" fmla="*/ 736600 w 736600"/>
              <a:gd name="connsiteY2" fmla="*/ 5099050 h 5099050"/>
              <a:gd name="connsiteX3" fmla="*/ 0 w 736600"/>
              <a:gd name="connsiteY3" fmla="*/ 5099050 h 5099050"/>
              <a:gd name="connsiteX4" fmla="*/ 0 w 736600"/>
              <a:gd name="connsiteY4" fmla="*/ 0 h 509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600" h="5099050">
                <a:moveTo>
                  <a:pt x="0" y="0"/>
                </a:moveTo>
                <a:lnTo>
                  <a:pt x="736600" y="0"/>
                </a:lnTo>
                <a:lnTo>
                  <a:pt x="736600" y="5099050"/>
                </a:lnTo>
                <a:lnTo>
                  <a:pt x="0" y="50990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59" name="任意多边形: 形状 158">
            <a:extLst>
              <a:ext uri="{FF2B5EF4-FFF2-40B4-BE49-F238E27FC236}">
                <a16:creationId xmlns:a16="http://schemas.microsoft.com/office/drawing/2014/main" id="{EB630021-229C-E1D8-79DC-E4984C793E3C}"/>
              </a:ext>
            </a:extLst>
          </p:cNvPr>
          <p:cNvSpPr/>
          <p:nvPr/>
        </p:nvSpPr>
        <p:spPr>
          <a:xfrm>
            <a:off x="10436225" y="1289050"/>
            <a:ext cx="742950" cy="5099050"/>
          </a:xfrm>
          <a:custGeom>
            <a:avLst/>
            <a:gdLst>
              <a:gd name="connsiteX0" fmla="*/ 0 w 742950"/>
              <a:gd name="connsiteY0" fmla="*/ 0 h 5099050"/>
              <a:gd name="connsiteX1" fmla="*/ 0 w 742950"/>
              <a:gd name="connsiteY1" fmla="*/ 25495 h 5099050"/>
              <a:gd name="connsiteX2" fmla="*/ 6350 w 742950"/>
              <a:gd name="connsiteY2" fmla="*/ 25495 h 5099050"/>
              <a:gd name="connsiteX3" fmla="*/ 6350 w 742950"/>
              <a:gd name="connsiteY3" fmla="*/ 0 h 5099050"/>
              <a:gd name="connsiteX4" fmla="*/ 0 w 742950"/>
              <a:gd name="connsiteY4" fmla="*/ 0 h 5099050"/>
              <a:gd name="connsiteX5" fmla="*/ 0 w 742950"/>
              <a:gd name="connsiteY5" fmla="*/ 76486 h 5099050"/>
              <a:gd name="connsiteX6" fmla="*/ 0 w 742950"/>
              <a:gd name="connsiteY6" fmla="*/ 127476 h 5099050"/>
              <a:gd name="connsiteX7" fmla="*/ 6350 w 742950"/>
              <a:gd name="connsiteY7" fmla="*/ 127476 h 5099050"/>
              <a:gd name="connsiteX8" fmla="*/ 6350 w 742950"/>
              <a:gd name="connsiteY8" fmla="*/ 76486 h 5099050"/>
              <a:gd name="connsiteX9" fmla="*/ 0 w 742950"/>
              <a:gd name="connsiteY9" fmla="*/ 76486 h 5099050"/>
              <a:gd name="connsiteX10" fmla="*/ 0 w 742950"/>
              <a:gd name="connsiteY10" fmla="*/ 178467 h 5099050"/>
              <a:gd name="connsiteX11" fmla="*/ 0 w 742950"/>
              <a:gd name="connsiteY11" fmla="*/ 229457 h 5099050"/>
              <a:gd name="connsiteX12" fmla="*/ 6350 w 742950"/>
              <a:gd name="connsiteY12" fmla="*/ 229457 h 5099050"/>
              <a:gd name="connsiteX13" fmla="*/ 6350 w 742950"/>
              <a:gd name="connsiteY13" fmla="*/ 178467 h 5099050"/>
              <a:gd name="connsiteX14" fmla="*/ 0 w 742950"/>
              <a:gd name="connsiteY14" fmla="*/ 178467 h 5099050"/>
              <a:gd name="connsiteX15" fmla="*/ 0 w 742950"/>
              <a:gd name="connsiteY15" fmla="*/ 280448 h 5099050"/>
              <a:gd name="connsiteX16" fmla="*/ 0 w 742950"/>
              <a:gd name="connsiteY16" fmla="*/ 331438 h 5099050"/>
              <a:gd name="connsiteX17" fmla="*/ 6350 w 742950"/>
              <a:gd name="connsiteY17" fmla="*/ 331438 h 5099050"/>
              <a:gd name="connsiteX18" fmla="*/ 6350 w 742950"/>
              <a:gd name="connsiteY18" fmla="*/ 280448 h 5099050"/>
              <a:gd name="connsiteX19" fmla="*/ 0 w 742950"/>
              <a:gd name="connsiteY19" fmla="*/ 280448 h 5099050"/>
              <a:gd name="connsiteX20" fmla="*/ 0 w 742950"/>
              <a:gd name="connsiteY20" fmla="*/ 382429 h 5099050"/>
              <a:gd name="connsiteX21" fmla="*/ 0 w 742950"/>
              <a:gd name="connsiteY21" fmla="*/ 433419 h 5099050"/>
              <a:gd name="connsiteX22" fmla="*/ 6350 w 742950"/>
              <a:gd name="connsiteY22" fmla="*/ 433419 h 5099050"/>
              <a:gd name="connsiteX23" fmla="*/ 6350 w 742950"/>
              <a:gd name="connsiteY23" fmla="*/ 382429 h 5099050"/>
              <a:gd name="connsiteX24" fmla="*/ 0 w 742950"/>
              <a:gd name="connsiteY24" fmla="*/ 382429 h 5099050"/>
              <a:gd name="connsiteX25" fmla="*/ 0 w 742950"/>
              <a:gd name="connsiteY25" fmla="*/ 484410 h 5099050"/>
              <a:gd name="connsiteX26" fmla="*/ 0 w 742950"/>
              <a:gd name="connsiteY26" fmla="*/ 535400 h 5099050"/>
              <a:gd name="connsiteX27" fmla="*/ 6350 w 742950"/>
              <a:gd name="connsiteY27" fmla="*/ 535400 h 5099050"/>
              <a:gd name="connsiteX28" fmla="*/ 6350 w 742950"/>
              <a:gd name="connsiteY28" fmla="*/ 484410 h 5099050"/>
              <a:gd name="connsiteX29" fmla="*/ 0 w 742950"/>
              <a:gd name="connsiteY29" fmla="*/ 484410 h 5099050"/>
              <a:gd name="connsiteX30" fmla="*/ 0 w 742950"/>
              <a:gd name="connsiteY30" fmla="*/ 586391 h 5099050"/>
              <a:gd name="connsiteX31" fmla="*/ 0 w 742950"/>
              <a:gd name="connsiteY31" fmla="*/ 637381 h 5099050"/>
              <a:gd name="connsiteX32" fmla="*/ 6350 w 742950"/>
              <a:gd name="connsiteY32" fmla="*/ 637381 h 5099050"/>
              <a:gd name="connsiteX33" fmla="*/ 6350 w 742950"/>
              <a:gd name="connsiteY33" fmla="*/ 586391 h 5099050"/>
              <a:gd name="connsiteX34" fmla="*/ 0 w 742950"/>
              <a:gd name="connsiteY34" fmla="*/ 586391 h 5099050"/>
              <a:gd name="connsiteX35" fmla="*/ 0 w 742950"/>
              <a:gd name="connsiteY35" fmla="*/ 688372 h 5099050"/>
              <a:gd name="connsiteX36" fmla="*/ 0 w 742950"/>
              <a:gd name="connsiteY36" fmla="*/ 739362 h 5099050"/>
              <a:gd name="connsiteX37" fmla="*/ 6350 w 742950"/>
              <a:gd name="connsiteY37" fmla="*/ 739362 h 5099050"/>
              <a:gd name="connsiteX38" fmla="*/ 6350 w 742950"/>
              <a:gd name="connsiteY38" fmla="*/ 688372 h 5099050"/>
              <a:gd name="connsiteX39" fmla="*/ 0 w 742950"/>
              <a:gd name="connsiteY39" fmla="*/ 688372 h 5099050"/>
              <a:gd name="connsiteX40" fmla="*/ 0 w 742950"/>
              <a:gd name="connsiteY40" fmla="*/ 790353 h 5099050"/>
              <a:gd name="connsiteX41" fmla="*/ 0 w 742950"/>
              <a:gd name="connsiteY41" fmla="*/ 841343 h 5099050"/>
              <a:gd name="connsiteX42" fmla="*/ 6350 w 742950"/>
              <a:gd name="connsiteY42" fmla="*/ 841343 h 5099050"/>
              <a:gd name="connsiteX43" fmla="*/ 6350 w 742950"/>
              <a:gd name="connsiteY43" fmla="*/ 790353 h 5099050"/>
              <a:gd name="connsiteX44" fmla="*/ 0 w 742950"/>
              <a:gd name="connsiteY44" fmla="*/ 790353 h 5099050"/>
              <a:gd name="connsiteX45" fmla="*/ 0 w 742950"/>
              <a:gd name="connsiteY45" fmla="*/ 892334 h 5099050"/>
              <a:gd name="connsiteX46" fmla="*/ 0 w 742950"/>
              <a:gd name="connsiteY46" fmla="*/ 943324 h 5099050"/>
              <a:gd name="connsiteX47" fmla="*/ 6350 w 742950"/>
              <a:gd name="connsiteY47" fmla="*/ 943324 h 5099050"/>
              <a:gd name="connsiteX48" fmla="*/ 6350 w 742950"/>
              <a:gd name="connsiteY48" fmla="*/ 892334 h 5099050"/>
              <a:gd name="connsiteX49" fmla="*/ 0 w 742950"/>
              <a:gd name="connsiteY49" fmla="*/ 892334 h 5099050"/>
              <a:gd name="connsiteX50" fmla="*/ 0 w 742950"/>
              <a:gd name="connsiteY50" fmla="*/ 994315 h 5099050"/>
              <a:gd name="connsiteX51" fmla="*/ 0 w 742950"/>
              <a:gd name="connsiteY51" fmla="*/ 1045305 h 5099050"/>
              <a:gd name="connsiteX52" fmla="*/ 6350 w 742950"/>
              <a:gd name="connsiteY52" fmla="*/ 1045305 h 5099050"/>
              <a:gd name="connsiteX53" fmla="*/ 6350 w 742950"/>
              <a:gd name="connsiteY53" fmla="*/ 994315 h 5099050"/>
              <a:gd name="connsiteX54" fmla="*/ 0 w 742950"/>
              <a:gd name="connsiteY54" fmla="*/ 994315 h 5099050"/>
              <a:gd name="connsiteX55" fmla="*/ 0 w 742950"/>
              <a:gd name="connsiteY55" fmla="*/ 1096296 h 5099050"/>
              <a:gd name="connsiteX56" fmla="*/ 0 w 742950"/>
              <a:gd name="connsiteY56" fmla="*/ 1147286 h 5099050"/>
              <a:gd name="connsiteX57" fmla="*/ 6350 w 742950"/>
              <a:gd name="connsiteY57" fmla="*/ 1147286 h 5099050"/>
              <a:gd name="connsiteX58" fmla="*/ 6350 w 742950"/>
              <a:gd name="connsiteY58" fmla="*/ 1096296 h 5099050"/>
              <a:gd name="connsiteX59" fmla="*/ 0 w 742950"/>
              <a:gd name="connsiteY59" fmla="*/ 1096296 h 5099050"/>
              <a:gd name="connsiteX60" fmla="*/ 0 w 742950"/>
              <a:gd name="connsiteY60" fmla="*/ 1198277 h 5099050"/>
              <a:gd name="connsiteX61" fmla="*/ 0 w 742950"/>
              <a:gd name="connsiteY61" fmla="*/ 1249267 h 5099050"/>
              <a:gd name="connsiteX62" fmla="*/ 6350 w 742950"/>
              <a:gd name="connsiteY62" fmla="*/ 1249267 h 5099050"/>
              <a:gd name="connsiteX63" fmla="*/ 6350 w 742950"/>
              <a:gd name="connsiteY63" fmla="*/ 1198277 h 5099050"/>
              <a:gd name="connsiteX64" fmla="*/ 0 w 742950"/>
              <a:gd name="connsiteY64" fmla="*/ 1198277 h 5099050"/>
              <a:gd name="connsiteX65" fmla="*/ 0 w 742950"/>
              <a:gd name="connsiteY65" fmla="*/ 1300258 h 5099050"/>
              <a:gd name="connsiteX66" fmla="*/ 0 w 742950"/>
              <a:gd name="connsiteY66" fmla="*/ 1351248 h 5099050"/>
              <a:gd name="connsiteX67" fmla="*/ 6350 w 742950"/>
              <a:gd name="connsiteY67" fmla="*/ 1351248 h 5099050"/>
              <a:gd name="connsiteX68" fmla="*/ 6350 w 742950"/>
              <a:gd name="connsiteY68" fmla="*/ 1300258 h 5099050"/>
              <a:gd name="connsiteX69" fmla="*/ 0 w 742950"/>
              <a:gd name="connsiteY69" fmla="*/ 1300258 h 5099050"/>
              <a:gd name="connsiteX70" fmla="*/ 0 w 742950"/>
              <a:gd name="connsiteY70" fmla="*/ 1402239 h 5099050"/>
              <a:gd name="connsiteX71" fmla="*/ 0 w 742950"/>
              <a:gd name="connsiteY71" fmla="*/ 1453229 h 5099050"/>
              <a:gd name="connsiteX72" fmla="*/ 6350 w 742950"/>
              <a:gd name="connsiteY72" fmla="*/ 1453229 h 5099050"/>
              <a:gd name="connsiteX73" fmla="*/ 6350 w 742950"/>
              <a:gd name="connsiteY73" fmla="*/ 1402239 h 5099050"/>
              <a:gd name="connsiteX74" fmla="*/ 0 w 742950"/>
              <a:gd name="connsiteY74" fmla="*/ 1402239 h 5099050"/>
              <a:gd name="connsiteX75" fmla="*/ 0 w 742950"/>
              <a:gd name="connsiteY75" fmla="*/ 1504220 h 5099050"/>
              <a:gd name="connsiteX76" fmla="*/ 0 w 742950"/>
              <a:gd name="connsiteY76" fmla="*/ 1555210 h 5099050"/>
              <a:gd name="connsiteX77" fmla="*/ 6350 w 742950"/>
              <a:gd name="connsiteY77" fmla="*/ 1555210 h 5099050"/>
              <a:gd name="connsiteX78" fmla="*/ 6350 w 742950"/>
              <a:gd name="connsiteY78" fmla="*/ 1504220 h 5099050"/>
              <a:gd name="connsiteX79" fmla="*/ 0 w 742950"/>
              <a:gd name="connsiteY79" fmla="*/ 1504220 h 5099050"/>
              <a:gd name="connsiteX80" fmla="*/ 0 w 742950"/>
              <a:gd name="connsiteY80" fmla="*/ 1606201 h 5099050"/>
              <a:gd name="connsiteX81" fmla="*/ 0 w 742950"/>
              <a:gd name="connsiteY81" fmla="*/ 1657191 h 5099050"/>
              <a:gd name="connsiteX82" fmla="*/ 6350 w 742950"/>
              <a:gd name="connsiteY82" fmla="*/ 1657191 h 5099050"/>
              <a:gd name="connsiteX83" fmla="*/ 6350 w 742950"/>
              <a:gd name="connsiteY83" fmla="*/ 1606201 h 5099050"/>
              <a:gd name="connsiteX84" fmla="*/ 0 w 742950"/>
              <a:gd name="connsiteY84" fmla="*/ 1606201 h 5099050"/>
              <a:gd name="connsiteX85" fmla="*/ 0 w 742950"/>
              <a:gd name="connsiteY85" fmla="*/ 1708182 h 5099050"/>
              <a:gd name="connsiteX86" fmla="*/ 0 w 742950"/>
              <a:gd name="connsiteY86" fmla="*/ 1759172 h 5099050"/>
              <a:gd name="connsiteX87" fmla="*/ 6350 w 742950"/>
              <a:gd name="connsiteY87" fmla="*/ 1759172 h 5099050"/>
              <a:gd name="connsiteX88" fmla="*/ 6350 w 742950"/>
              <a:gd name="connsiteY88" fmla="*/ 1708182 h 5099050"/>
              <a:gd name="connsiteX89" fmla="*/ 0 w 742950"/>
              <a:gd name="connsiteY89" fmla="*/ 1708182 h 5099050"/>
              <a:gd name="connsiteX90" fmla="*/ 0 w 742950"/>
              <a:gd name="connsiteY90" fmla="*/ 1810163 h 5099050"/>
              <a:gd name="connsiteX91" fmla="*/ 0 w 742950"/>
              <a:gd name="connsiteY91" fmla="*/ 1861153 h 5099050"/>
              <a:gd name="connsiteX92" fmla="*/ 6350 w 742950"/>
              <a:gd name="connsiteY92" fmla="*/ 1861153 h 5099050"/>
              <a:gd name="connsiteX93" fmla="*/ 6350 w 742950"/>
              <a:gd name="connsiteY93" fmla="*/ 1810163 h 5099050"/>
              <a:gd name="connsiteX94" fmla="*/ 0 w 742950"/>
              <a:gd name="connsiteY94" fmla="*/ 1810163 h 5099050"/>
              <a:gd name="connsiteX95" fmla="*/ 0 w 742950"/>
              <a:gd name="connsiteY95" fmla="*/ 1912144 h 5099050"/>
              <a:gd name="connsiteX96" fmla="*/ 0 w 742950"/>
              <a:gd name="connsiteY96" fmla="*/ 1963134 h 5099050"/>
              <a:gd name="connsiteX97" fmla="*/ 6350 w 742950"/>
              <a:gd name="connsiteY97" fmla="*/ 1963134 h 5099050"/>
              <a:gd name="connsiteX98" fmla="*/ 6350 w 742950"/>
              <a:gd name="connsiteY98" fmla="*/ 1912144 h 5099050"/>
              <a:gd name="connsiteX99" fmla="*/ 0 w 742950"/>
              <a:gd name="connsiteY99" fmla="*/ 1912144 h 5099050"/>
              <a:gd name="connsiteX100" fmla="*/ 0 w 742950"/>
              <a:gd name="connsiteY100" fmla="*/ 2014125 h 5099050"/>
              <a:gd name="connsiteX101" fmla="*/ 0 w 742950"/>
              <a:gd name="connsiteY101" fmla="*/ 2065115 h 5099050"/>
              <a:gd name="connsiteX102" fmla="*/ 6350 w 742950"/>
              <a:gd name="connsiteY102" fmla="*/ 2065115 h 5099050"/>
              <a:gd name="connsiteX103" fmla="*/ 6350 w 742950"/>
              <a:gd name="connsiteY103" fmla="*/ 2014125 h 5099050"/>
              <a:gd name="connsiteX104" fmla="*/ 0 w 742950"/>
              <a:gd name="connsiteY104" fmla="*/ 2014125 h 5099050"/>
              <a:gd name="connsiteX105" fmla="*/ 0 w 742950"/>
              <a:gd name="connsiteY105" fmla="*/ 2116106 h 5099050"/>
              <a:gd name="connsiteX106" fmla="*/ 0 w 742950"/>
              <a:gd name="connsiteY106" fmla="*/ 2167097 h 5099050"/>
              <a:gd name="connsiteX107" fmla="*/ 6350 w 742950"/>
              <a:gd name="connsiteY107" fmla="*/ 2167097 h 5099050"/>
              <a:gd name="connsiteX108" fmla="*/ 6350 w 742950"/>
              <a:gd name="connsiteY108" fmla="*/ 2116106 h 5099050"/>
              <a:gd name="connsiteX109" fmla="*/ 0 w 742950"/>
              <a:gd name="connsiteY109" fmla="*/ 2116106 h 5099050"/>
              <a:gd name="connsiteX110" fmla="*/ 0 w 742950"/>
              <a:gd name="connsiteY110" fmla="*/ 2218087 h 5099050"/>
              <a:gd name="connsiteX111" fmla="*/ 0 w 742950"/>
              <a:gd name="connsiteY111" fmla="*/ 2269078 h 5099050"/>
              <a:gd name="connsiteX112" fmla="*/ 6350 w 742950"/>
              <a:gd name="connsiteY112" fmla="*/ 2269078 h 5099050"/>
              <a:gd name="connsiteX113" fmla="*/ 6350 w 742950"/>
              <a:gd name="connsiteY113" fmla="*/ 2218087 h 5099050"/>
              <a:gd name="connsiteX114" fmla="*/ 0 w 742950"/>
              <a:gd name="connsiteY114" fmla="*/ 2218087 h 5099050"/>
              <a:gd name="connsiteX115" fmla="*/ 0 w 742950"/>
              <a:gd name="connsiteY115" fmla="*/ 2320068 h 5099050"/>
              <a:gd name="connsiteX116" fmla="*/ 0 w 742950"/>
              <a:gd name="connsiteY116" fmla="*/ 2371058 h 5099050"/>
              <a:gd name="connsiteX117" fmla="*/ 6350 w 742950"/>
              <a:gd name="connsiteY117" fmla="*/ 2371058 h 5099050"/>
              <a:gd name="connsiteX118" fmla="*/ 6350 w 742950"/>
              <a:gd name="connsiteY118" fmla="*/ 2320068 h 5099050"/>
              <a:gd name="connsiteX119" fmla="*/ 0 w 742950"/>
              <a:gd name="connsiteY119" fmla="*/ 2320068 h 5099050"/>
              <a:gd name="connsiteX120" fmla="*/ 0 w 742950"/>
              <a:gd name="connsiteY120" fmla="*/ 2422049 h 5099050"/>
              <a:gd name="connsiteX121" fmla="*/ 0 w 742950"/>
              <a:gd name="connsiteY121" fmla="*/ 2473039 h 5099050"/>
              <a:gd name="connsiteX122" fmla="*/ 6350 w 742950"/>
              <a:gd name="connsiteY122" fmla="*/ 2473039 h 5099050"/>
              <a:gd name="connsiteX123" fmla="*/ 6350 w 742950"/>
              <a:gd name="connsiteY123" fmla="*/ 2422049 h 5099050"/>
              <a:gd name="connsiteX124" fmla="*/ 0 w 742950"/>
              <a:gd name="connsiteY124" fmla="*/ 2422049 h 5099050"/>
              <a:gd name="connsiteX125" fmla="*/ 0 w 742950"/>
              <a:gd name="connsiteY125" fmla="*/ 2524030 h 5099050"/>
              <a:gd name="connsiteX126" fmla="*/ 0 w 742950"/>
              <a:gd name="connsiteY126" fmla="*/ 2575020 h 5099050"/>
              <a:gd name="connsiteX127" fmla="*/ 6350 w 742950"/>
              <a:gd name="connsiteY127" fmla="*/ 2575020 h 5099050"/>
              <a:gd name="connsiteX128" fmla="*/ 6350 w 742950"/>
              <a:gd name="connsiteY128" fmla="*/ 2524030 h 5099050"/>
              <a:gd name="connsiteX129" fmla="*/ 0 w 742950"/>
              <a:gd name="connsiteY129" fmla="*/ 2524030 h 5099050"/>
              <a:gd name="connsiteX130" fmla="*/ 0 w 742950"/>
              <a:gd name="connsiteY130" fmla="*/ 2626011 h 5099050"/>
              <a:gd name="connsiteX131" fmla="*/ 0 w 742950"/>
              <a:gd name="connsiteY131" fmla="*/ 2677001 h 5099050"/>
              <a:gd name="connsiteX132" fmla="*/ 6350 w 742950"/>
              <a:gd name="connsiteY132" fmla="*/ 2677001 h 5099050"/>
              <a:gd name="connsiteX133" fmla="*/ 6350 w 742950"/>
              <a:gd name="connsiteY133" fmla="*/ 2626011 h 5099050"/>
              <a:gd name="connsiteX134" fmla="*/ 0 w 742950"/>
              <a:gd name="connsiteY134" fmla="*/ 2626011 h 5099050"/>
              <a:gd name="connsiteX135" fmla="*/ 0 w 742950"/>
              <a:gd name="connsiteY135" fmla="*/ 2727992 h 5099050"/>
              <a:gd name="connsiteX136" fmla="*/ 0 w 742950"/>
              <a:gd name="connsiteY136" fmla="*/ 2778982 h 5099050"/>
              <a:gd name="connsiteX137" fmla="*/ 6350 w 742950"/>
              <a:gd name="connsiteY137" fmla="*/ 2778982 h 5099050"/>
              <a:gd name="connsiteX138" fmla="*/ 6350 w 742950"/>
              <a:gd name="connsiteY138" fmla="*/ 2727992 h 5099050"/>
              <a:gd name="connsiteX139" fmla="*/ 0 w 742950"/>
              <a:gd name="connsiteY139" fmla="*/ 2727992 h 5099050"/>
              <a:gd name="connsiteX140" fmla="*/ 0 w 742950"/>
              <a:gd name="connsiteY140" fmla="*/ 2829973 h 5099050"/>
              <a:gd name="connsiteX141" fmla="*/ 0 w 742950"/>
              <a:gd name="connsiteY141" fmla="*/ 2880963 h 5099050"/>
              <a:gd name="connsiteX142" fmla="*/ 6350 w 742950"/>
              <a:gd name="connsiteY142" fmla="*/ 2880963 h 5099050"/>
              <a:gd name="connsiteX143" fmla="*/ 6350 w 742950"/>
              <a:gd name="connsiteY143" fmla="*/ 2829973 h 5099050"/>
              <a:gd name="connsiteX144" fmla="*/ 0 w 742950"/>
              <a:gd name="connsiteY144" fmla="*/ 2829973 h 5099050"/>
              <a:gd name="connsiteX145" fmla="*/ 0 w 742950"/>
              <a:gd name="connsiteY145" fmla="*/ 2931954 h 5099050"/>
              <a:gd name="connsiteX146" fmla="*/ 0 w 742950"/>
              <a:gd name="connsiteY146" fmla="*/ 2982944 h 5099050"/>
              <a:gd name="connsiteX147" fmla="*/ 6350 w 742950"/>
              <a:gd name="connsiteY147" fmla="*/ 2982944 h 5099050"/>
              <a:gd name="connsiteX148" fmla="*/ 6350 w 742950"/>
              <a:gd name="connsiteY148" fmla="*/ 2931954 h 5099050"/>
              <a:gd name="connsiteX149" fmla="*/ 0 w 742950"/>
              <a:gd name="connsiteY149" fmla="*/ 2931954 h 5099050"/>
              <a:gd name="connsiteX150" fmla="*/ 0 w 742950"/>
              <a:gd name="connsiteY150" fmla="*/ 3033935 h 5099050"/>
              <a:gd name="connsiteX151" fmla="*/ 0 w 742950"/>
              <a:gd name="connsiteY151" fmla="*/ 3084925 h 5099050"/>
              <a:gd name="connsiteX152" fmla="*/ 6350 w 742950"/>
              <a:gd name="connsiteY152" fmla="*/ 3084925 h 5099050"/>
              <a:gd name="connsiteX153" fmla="*/ 6350 w 742950"/>
              <a:gd name="connsiteY153" fmla="*/ 3033935 h 5099050"/>
              <a:gd name="connsiteX154" fmla="*/ 0 w 742950"/>
              <a:gd name="connsiteY154" fmla="*/ 3033935 h 5099050"/>
              <a:gd name="connsiteX155" fmla="*/ 0 w 742950"/>
              <a:gd name="connsiteY155" fmla="*/ 3135916 h 5099050"/>
              <a:gd name="connsiteX156" fmla="*/ 0 w 742950"/>
              <a:gd name="connsiteY156" fmla="*/ 3186906 h 5099050"/>
              <a:gd name="connsiteX157" fmla="*/ 6350 w 742950"/>
              <a:gd name="connsiteY157" fmla="*/ 3186906 h 5099050"/>
              <a:gd name="connsiteX158" fmla="*/ 6350 w 742950"/>
              <a:gd name="connsiteY158" fmla="*/ 3135916 h 5099050"/>
              <a:gd name="connsiteX159" fmla="*/ 0 w 742950"/>
              <a:gd name="connsiteY159" fmla="*/ 3135916 h 5099050"/>
              <a:gd name="connsiteX160" fmla="*/ 0 w 742950"/>
              <a:gd name="connsiteY160" fmla="*/ 3237897 h 5099050"/>
              <a:gd name="connsiteX161" fmla="*/ 0 w 742950"/>
              <a:gd name="connsiteY161" fmla="*/ 3288887 h 5099050"/>
              <a:gd name="connsiteX162" fmla="*/ 6350 w 742950"/>
              <a:gd name="connsiteY162" fmla="*/ 3288887 h 5099050"/>
              <a:gd name="connsiteX163" fmla="*/ 6350 w 742950"/>
              <a:gd name="connsiteY163" fmla="*/ 3237897 h 5099050"/>
              <a:gd name="connsiteX164" fmla="*/ 0 w 742950"/>
              <a:gd name="connsiteY164" fmla="*/ 3237897 h 5099050"/>
              <a:gd name="connsiteX165" fmla="*/ 0 w 742950"/>
              <a:gd name="connsiteY165" fmla="*/ 3339878 h 5099050"/>
              <a:gd name="connsiteX166" fmla="*/ 0 w 742950"/>
              <a:gd name="connsiteY166" fmla="*/ 3390868 h 5099050"/>
              <a:gd name="connsiteX167" fmla="*/ 6350 w 742950"/>
              <a:gd name="connsiteY167" fmla="*/ 3390868 h 5099050"/>
              <a:gd name="connsiteX168" fmla="*/ 6350 w 742950"/>
              <a:gd name="connsiteY168" fmla="*/ 3339878 h 5099050"/>
              <a:gd name="connsiteX169" fmla="*/ 0 w 742950"/>
              <a:gd name="connsiteY169" fmla="*/ 3339878 h 5099050"/>
              <a:gd name="connsiteX170" fmla="*/ 0 w 742950"/>
              <a:gd name="connsiteY170" fmla="*/ 3441859 h 5099050"/>
              <a:gd name="connsiteX171" fmla="*/ 0 w 742950"/>
              <a:gd name="connsiteY171" fmla="*/ 3492849 h 5099050"/>
              <a:gd name="connsiteX172" fmla="*/ 6350 w 742950"/>
              <a:gd name="connsiteY172" fmla="*/ 3492849 h 5099050"/>
              <a:gd name="connsiteX173" fmla="*/ 6350 w 742950"/>
              <a:gd name="connsiteY173" fmla="*/ 3441859 h 5099050"/>
              <a:gd name="connsiteX174" fmla="*/ 0 w 742950"/>
              <a:gd name="connsiteY174" fmla="*/ 3441859 h 5099050"/>
              <a:gd name="connsiteX175" fmla="*/ 0 w 742950"/>
              <a:gd name="connsiteY175" fmla="*/ 3543840 h 5099050"/>
              <a:gd name="connsiteX176" fmla="*/ 0 w 742950"/>
              <a:gd name="connsiteY176" fmla="*/ 3594830 h 5099050"/>
              <a:gd name="connsiteX177" fmla="*/ 6350 w 742950"/>
              <a:gd name="connsiteY177" fmla="*/ 3594830 h 5099050"/>
              <a:gd name="connsiteX178" fmla="*/ 6350 w 742950"/>
              <a:gd name="connsiteY178" fmla="*/ 3543840 h 5099050"/>
              <a:gd name="connsiteX179" fmla="*/ 0 w 742950"/>
              <a:gd name="connsiteY179" fmla="*/ 3543840 h 5099050"/>
              <a:gd name="connsiteX180" fmla="*/ 0 w 742950"/>
              <a:gd name="connsiteY180" fmla="*/ 3645821 h 5099050"/>
              <a:gd name="connsiteX181" fmla="*/ 0 w 742950"/>
              <a:gd name="connsiteY181" fmla="*/ 3696811 h 5099050"/>
              <a:gd name="connsiteX182" fmla="*/ 6350 w 742950"/>
              <a:gd name="connsiteY182" fmla="*/ 3696811 h 5099050"/>
              <a:gd name="connsiteX183" fmla="*/ 6350 w 742950"/>
              <a:gd name="connsiteY183" fmla="*/ 3645821 h 5099050"/>
              <a:gd name="connsiteX184" fmla="*/ 0 w 742950"/>
              <a:gd name="connsiteY184" fmla="*/ 3645821 h 5099050"/>
              <a:gd name="connsiteX185" fmla="*/ 0 w 742950"/>
              <a:gd name="connsiteY185" fmla="*/ 3747802 h 5099050"/>
              <a:gd name="connsiteX186" fmla="*/ 0 w 742950"/>
              <a:gd name="connsiteY186" fmla="*/ 3798792 h 5099050"/>
              <a:gd name="connsiteX187" fmla="*/ 6350 w 742950"/>
              <a:gd name="connsiteY187" fmla="*/ 3798792 h 5099050"/>
              <a:gd name="connsiteX188" fmla="*/ 6350 w 742950"/>
              <a:gd name="connsiteY188" fmla="*/ 3747802 h 5099050"/>
              <a:gd name="connsiteX189" fmla="*/ 0 w 742950"/>
              <a:gd name="connsiteY189" fmla="*/ 3747802 h 5099050"/>
              <a:gd name="connsiteX190" fmla="*/ 0 w 742950"/>
              <a:gd name="connsiteY190" fmla="*/ 3849783 h 5099050"/>
              <a:gd name="connsiteX191" fmla="*/ 0 w 742950"/>
              <a:gd name="connsiteY191" fmla="*/ 3900773 h 5099050"/>
              <a:gd name="connsiteX192" fmla="*/ 6350 w 742950"/>
              <a:gd name="connsiteY192" fmla="*/ 3900773 h 5099050"/>
              <a:gd name="connsiteX193" fmla="*/ 6350 w 742950"/>
              <a:gd name="connsiteY193" fmla="*/ 3849783 h 5099050"/>
              <a:gd name="connsiteX194" fmla="*/ 0 w 742950"/>
              <a:gd name="connsiteY194" fmla="*/ 3849783 h 5099050"/>
              <a:gd name="connsiteX195" fmla="*/ 0 w 742950"/>
              <a:gd name="connsiteY195" fmla="*/ 3951764 h 5099050"/>
              <a:gd name="connsiteX196" fmla="*/ 0 w 742950"/>
              <a:gd name="connsiteY196" fmla="*/ 4002754 h 5099050"/>
              <a:gd name="connsiteX197" fmla="*/ 6350 w 742950"/>
              <a:gd name="connsiteY197" fmla="*/ 4002754 h 5099050"/>
              <a:gd name="connsiteX198" fmla="*/ 6350 w 742950"/>
              <a:gd name="connsiteY198" fmla="*/ 3951764 h 5099050"/>
              <a:gd name="connsiteX199" fmla="*/ 0 w 742950"/>
              <a:gd name="connsiteY199" fmla="*/ 3951764 h 5099050"/>
              <a:gd name="connsiteX200" fmla="*/ 0 w 742950"/>
              <a:gd name="connsiteY200" fmla="*/ 4053745 h 5099050"/>
              <a:gd name="connsiteX201" fmla="*/ 0 w 742950"/>
              <a:gd name="connsiteY201" fmla="*/ 4104735 h 5099050"/>
              <a:gd name="connsiteX202" fmla="*/ 6350 w 742950"/>
              <a:gd name="connsiteY202" fmla="*/ 4104735 h 5099050"/>
              <a:gd name="connsiteX203" fmla="*/ 6350 w 742950"/>
              <a:gd name="connsiteY203" fmla="*/ 4053745 h 5099050"/>
              <a:gd name="connsiteX204" fmla="*/ 0 w 742950"/>
              <a:gd name="connsiteY204" fmla="*/ 4053745 h 5099050"/>
              <a:gd name="connsiteX205" fmla="*/ 0 w 742950"/>
              <a:gd name="connsiteY205" fmla="*/ 4155726 h 5099050"/>
              <a:gd name="connsiteX206" fmla="*/ 0 w 742950"/>
              <a:gd name="connsiteY206" fmla="*/ 4206716 h 5099050"/>
              <a:gd name="connsiteX207" fmla="*/ 6350 w 742950"/>
              <a:gd name="connsiteY207" fmla="*/ 4206716 h 5099050"/>
              <a:gd name="connsiteX208" fmla="*/ 6350 w 742950"/>
              <a:gd name="connsiteY208" fmla="*/ 4155726 h 5099050"/>
              <a:gd name="connsiteX209" fmla="*/ 0 w 742950"/>
              <a:gd name="connsiteY209" fmla="*/ 4155726 h 5099050"/>
              <a:gd name="connsiteX210" fmla="*/ 0 w 742950"/>
              <a:gd name="connsiteY210" fmla="*/ 4257707 h 5099050"/>
              <a:gd name="connsiteX211" fmla="*/ 0 w 742950"/>
              <a:gd name="connsiteY211" fmla="*/ 4308704 h 5099050"/>
              <a:gd name="connsiteX212" fmla="*/ 6350 w 742950"/>
              <a:gd name="connsiteY212" fmla="*/ 4308704 h 5099050"/>
              <a:gd name="connsiteX213" fmla="*/ 6350 w 742950"/>
              <a:gd name="connsiteY213" fmla="*/ 4257707 h 5099050"/>
              <a:gd name="connsiteX214" fmla="*/ 0 w 742950"/>
              <a:gd name="connsiteY214" fmla="*/ 4257707 h 5099050"/>
              <a:gd name="connsiteX215" fmla="*/ 0 w 742950"/>
              <a:gd name="connsiteY215" fmla="*/ 4359694 h 5099050"/>
              <a:gd name="connsiteX216" fmla="*/ 0 w 742950"/>
              <a:gd name="connsiteY216" fmla="*/ 4410685 h 5099050"/>
              <a:gd name="connsiteX217" fmla="*/ 6350 w 742950"/>
              <a:gd name="connsiteY217" fmla="*/ 4410685 h 5099050"/>
              <a:gd name="connsiteX218" fmla="*/ 6350 w 742950"/>
              <a:gd name="connsiteY218" fmla="*/ 4359694 h 5099050"/>
              <a:gd name="connsiteX219" fmla="*/ 0 w 742950"/>
              <a:gd name="connsiteY219" fmla="*/ 4359694 h 5099050"/>
              <a:gd name="connsiteX220" fmla="*/ 0 w 742950"/>
              <a:gd name="connsiteY220" fmla="*/ 4461675 h 5099050"/>
              <a:gd name="connsiteX221" fmla="*/ 0 w 742950"/>
              <a:gd name="connsiteY221" fmla="*/ 4512666 h 5099050"/>
              <a:gd name="connsiteX222" fmla="*/ 6350 w 742950"/>
              <a:gd name="connsiteY222" fmla="*/ 4512666 h 5099050"/>
              <a:gd name="connsiteX223" fmla="*/ 6350 w 742950"/>
              <a:gd name="connsiteY223" fmla="*/ 4461675 h 5099050"/>
              <a:gd name="connsiteX224" fmla="*/ 0 w 742950"/>
              <a:gd name="connsiteY224" fmla="*/ 4461675 h 5099050"/>
              <a:gd name="connsiteX225" fmla="*/ 0 w 742950"/>
              <a:gd name="connsiteY225" fmla="*/ 4563656 h 5099050"/>
              <a:gd name="connsiteX226" fmla="*/ 0 w 742950"/>
              <a:gd name="connsiteY226" fmla="*/ 4614647 h 5099050"/>
              <a:gd name="connsiteX227" fmla="*/ 6350 w 742950"/>
              <a:gd name="connsiteY227" fmla="*/ 4614647 h 5099050"/>
              <a:gd name="connsiteX228" fmla="*/ 6350 w 742950"/>
              <a:gd name="connsiteY228" fmla="*/ 4563656 h 5099050"/>
              <a:gd name="connsiteX229" fmla="*/ 0 w 742950"/>
              <a:gd name="connsiteY229" fmla="*/ 4563656 h 5099050"/>
              <a:gd name="connsiteX230" fmla="*/ 0 w 742950"/>
              <a:gd name="connsiteY230" fmla="*/ 4665637 h 5099050"/>
              <a:gd name="connsiteX231" fmla="*/ 0 w 742950"/>
              <a:gd name="connsiteY231" fmla="*/ 4716628 h 5099050"/>
              <a:gd name="connsiteX232" fmla="*/ 6350 w 742950"/>
              <a:gd name="connsiteY232" fmla="*/ 4716628 h 5099050"/>
              <a:gd name="connsiteX233" fmla="*/ 6350 w 742950"/>
              <a:gd name="connsiteY233" fmla="*/ 4665637 h 5099050"/>
              <a:gd name="connsiteX234" fmla="*/ 0 w 742950"/>
              <a:gd name="connsiteY234" fmla="*/ 4665637 h 5099050"/>
              <a:gd name="connsiteX235" fmla="*/ 0 w 742950"/>
              <a:gd name="connsiteY235" fmla="*/ 4767619 h 5099050"/>
              <a:gd name="connsiteX236" fmla="*/ 0 w 742950"/>
              <a:gd name="connsiteY236" fmla="*/ 4818609 h 5099050"/>
              <a:gd name="connsiteX237" fmla="*/ 6350 w 742950"/>
              <a:gd name="connsiteY237" fmla="*/ 4818609 h 5099050"/>
              <a:gd name="connsiteX238" fmla="*/ 6350 w 742950"/>
              <a:gd name="connsiteY238" fmla="*/ 4767619 h 5099050"/>
              <a:gd name="connsiteX239" fmla="*/ 0 w 742950"/>
              <a:gd name="connsiteY239" fmla="*/ 4767619 h 5099050"/>
              <a:gd name="connsiteX240" fmla="*/ 0 w 742950"/>
              <a:gd name="connsiteY240" fmla="*/ 4869600 h 5099050"/>
              <a:gd name="connsiteX241" fmla="*/ 0 w 742950"/>
              <a:gd name="connsiteY241" fmla="*/ 4920590 h 5099050"/>
              <a:gd name="connsiteX242" fmla="*/ 6350 w 742950"/>
              <a:gd name="connsiteY242" fmla="*/ 4920590 h 5099050"/>
              <a:gd name="connsiteX243" fmla="*/ 6350 w 742950"/>
              <a:gd name="connsiteY243" fmla="*/ 4869600 h 5099050"/>
              <a:gd name="connsiteX244" fmla="*/ 0 w 742950"/>
              <a:gd name="connsiteY244" fmla="*/ 4869600 h 5099050"/>
              <a:gd name="connsiteX245" fmla="*/ 0 w 742950"/>
              <a:gd name="connsiteY245" fmla="*/ 4971581 h 5099050"/>
              <a:gd name="connsiteX246" fmla="*/ 0 w 742950"/>
              <a:gd name="connsiteY246" fmla="*/ 5022571 h 5099050"/>
              <a:gd name="connsiteX247" fmla="*/ 6350 w 742950"/>
              <a:gd name="connsiteY247" fmla="*/ 5022571 h 5099050"/>
              <a:gd name="connsiteX248" fmla="*/ 6350 w 742950"/>
              <a:gd name="connsiteY248" fmla="*/ 4971581 h 5099050"/>
              <a:gd name="connsiteX249" fmla="*/ 0 w 742950"/>
              <a:gd name="connsiteY249" fmla="*/ 4971581 h 5099050"/>
              <a:gd name="connsiteX250" fmla="*/ 0 w 742950"/>
              <a:gd name="connsiteY250" fmla="*/ 5073587 h 5099050"/>
              <a:gd name="connsiteX251" fmla="*/ 0 w 742950"/>
              <a:gd name="connsiteY251" fmla="*/ 5099050 h 5099050"/>
              <a:gd name="connsiteX252" fmla="*/ 6350 w 742950"/>
              <a:gd name="connsiteY252" fmla="*/ 5099050 h 5099050"/>
              <a:gd name="connsiteX253" fmla="*/ 6350 w 742950"/>
              <a:gd name="connsiteY253" fmla="*/ 5073587 h 5099050"/>
              <a:gd name="connsiteX254" fmla="*/ 0 w 742950"/>
              <a:gd name="connsiteY254" fmla="*/ 5073587 h 5099050"/>
              <a:gd name="connsiteX255" fmla="*/ 742950 w 742950"/>
              <a:gd name="connsiteY255" fmla="*/ 5099050 h 5099050"/>
              <a:gd name="connsiteX256" fmla="*/ 742950 w 742950"/>
              <a:gd name="connsiteY256" fmla="*/ 5073523 h 5099050"/>
              <a:gd name="connsiteX257" fmla="*/ 736600 w 742950"/>
              <a:gd name="connsiteY257" fmla="*/ 5073523 h 5099050"/>
              <a:gd name="connsiteX258" fmla="*/ 736600 w 742950"/>
              <a:gd name="connsiteY258" fmla="*/ 5099050 h 5099050"/>
              <a:gd name="connsiteX259" fmla="*/ 742950 w 742950"/>
              <a:gd name="connsiteY259" fmla="*/ 5099050 h 5099050"/>
              <a:gd name="connsiteX260" fmla="*/ 742950 w 742950"/>
              <a:gd name="connsiteY260" fmla="*/ 5022565 h 5099050"/>
              <a:gd name="connsiteX261" fmla="*/ 742950 w 742950"/>
              <a:gd name="connsiteY261" fmla="*/ 4971574 h 5099050"/>
              <a:gd name="connsiteX262" fmla="*/ 736600 w 742950"/>
              <a:gd name="connsiteY262" fmla="*/ 4971574 h 5099050"/>
              <a:gd name="connsiteX263" fmla="*/ 736600 w 742950"/>
              <a:gd name="connsiteY263" fmla="*/ 5022565 h 5099050"/>
              <a:gd name="connsiteX264" fmla="*/ 742950 w 742950"/>
              <a:gd name="connsiteY264" fmla="*/ 5022565 h 5099050"/>
              <a:gd name="connsiteX265" fmla="*/ 742950 w 742950"/>
              <a:gd name="connsiteY265" fmla="*/ 4920584 h 5099050"/>
              <a:gd name="connsiteX266" fmla="*/ 742950 w 742950"/>
              <a:gd name="connsiteY266" fmla="*/ 4869593 h 5099050"/>
              <a:gd name="connsiteX267" fmla="*/ 736600 w 742950"/>
              <a:gd name="connsiteY267" fmla="*/ 4869593 h 5099050"/>
              <a:gd name="connsiteX268" fmla="*/ 736600 w 742950"/>
              <a:gd name="connsiteY268" fmla="*/ 4920584 h 5099050"/>
              <a:gd name="connsiteX269" fmla="*/ 742950 w 742950"/>
              <a:gd name="connsiteY269" fmla="*/ 4920584 h 5099050"/>
              <a:gd name="connsiteX270" fmla="*/ 742950 w 742950"/>
              <a:gd name="connsiteY270" fmla="*/ 4818603 h 5099050"/>
              <a:gd name="connsiteX271" fmla="*/ 742950 w 742950"/>
              <a:gd name="connsiteY271" fmla="*/ 4767612 h 5099050"/>
              <a:gd name="connsiteX272" fmla="*/ 736600 w 742950"/>
              <a:gd name="connsiteY272" fmla="*/ 4767612 h 5099050"/>
              <a:gd name="connsiteX273" fmla="*/ 736600 w 742950"/>
              <a:gd name="connsiteY273" fmla="*/ 4818603 h 5099050"/>
              <a:gd name="connsiteX274" fmla="*/ 742950 w 742950"/>
              <a:gd name="connsiteY274" fmla="*/ 4818603 h 5099050"/>
              <a:gd name="connsiteX275" fmla="*/ 742950 w 742950"/>
              <a:gd name="connsiteY275" fmla="*/ 4716622 h 5099050"/>
              <a:gd name="connsiteX276" fmla="*/ 742950 w 742950"/>
              <a:gd name="connsiteY276" fmla="*/ 4665631 h 5099050"/>
              <a:gd name="connsiteX277" fmla="*/ 736600 w 742950"/>
              <a:gd name="connsiteY277" fmla="*/ 4665631 h 5099050"/>
              <a:gd name="connsiteX278" fmla="*/ 736600 w 742950"/>
              <a:gd name="connsiteY278" fmla="*/ 4716622 h 5099050"/>
              <a:gd name="connsiteX279" fmla="*/ 742950 w 742950"/>
              <a:gd name="connsiteY279" fmla="*/ 4716622 h 5099050"/>
              <a:gd name="connsiteX280" fmla="*/ 742950 w 742950"/>
              <a:gd name="connsiteY280" fmla="*/ 4614641 h 5099050"/>
              <a:gd name="connsiteX281" fmla="*/ 742950 w 742950"/>
              <a:gd name="connsiteY281" fmla="*/ 4563650 h 5099050"/>
              <a:gd name="connsiteX282" fmla="*/ 736600 w 742950"/>
              <a:gd name="connsiteY282" fmla="*/ 4563650 h 5099050"/>
              <a:gd name="connsiteX283" fmla="*/ 736600 w 742950"/>
              <a:gd name="connsiteY283" fmla="*/ 4614641 h 5099050"/>
              <a:gd name="connsiteX284" fmla="*/ 742950 w 742950"/>
              <a:gd name="connsiteY284" fmla="*/ 4614641 h 5099050"/>
              <a:gd name="connsiteX285" fmla="*/ 742950 w 742950"/>
              <a:gd name="connsiteY285" fmla="*/ 4512660 h 5099050"/>
              <a:gd name="connsiteX286" fmla="*/ 742950 w 742950"/>
              <a:gd name="connsiteY286" fmla="*/ 4461669 h 5099050"/>
              <a:gd name="connsiteX287" fmla="*/ 736600 w 742950"/>
              <a:gd name="connsiteY287" fmla="*/ 4461669 h 5099050"/>
              <a:gd name="connsiteX288" fmla="*/ 736600 w 742950"/>
              <a:gd name="connsiteY288" fmla="*/ 4512660 h 5099050"/>
              <a:gd name="connsiteX289" fmla="*/ 742950 w 742950"/>
              <a:gd name="connsiteY289" fmla="*/ 4512660 h 5099050"/>
              <a:gd name="connsiteX290" fmla="*/ 742950 w 742950"/>
              <a:gd name="connsiteY290" fmla="*/ 4410678 h 5099050"/>
              <a:gd name="connsiteX291" fmla="*/ 742950 w 742950"/>
              <a:gd name="connsiteY291" fmla="*/ 4359688 h 5099050"/>
              <a:gd name="connsiteX292" fmla="*/ 736600 w 742950"/>
              <a:gd name="connsiteY292" fmla="*/ 4359688 h 5099050"/>
              <a:gd name="connsiteX293" fmla="*/ 736600 w 742950"/>
              <a:gd name="connsiteY293" fmla="*/ 4410678 h 5099050"/>
              <a:gd name="connsiteX294" fmla="*/ 742950 w 742950"/>
              <a:gd name="connsiteY294" fmla="*/ 4410678 h 5099050"/>
              <a:gd name="connsiteX295" fmla="*/ 742950 w 742950"/>
              <a:gd name="connsiteY295" fmla="*/ 4308697 h 5099050"/>
              <a:gd name="connsiteX296" fmla="*/ 742950 w 742950"/>
              <a:gd name="connsiteY296" fmla="*/ 4257707 h 5099050"/>
              <a:gd name="connsiteX297" fmla="*/ 736600 w 742950"/>
              <a:gd name="connsiteY297" fmla="*/ 4257707 h 5099050"/>
              <a:gd name="connsiteX298" fmla="*/ 736600 w 742950"/>
              <a:gd name="connsiteY298" fmla="*/ 4308697 h 5099050"/>
              <a:gd name="connsiteX299" fmla="*/ 742950 w 742950"/>
              <a:gd name="connsiteY299" fmla="*/ 4308697 h 5099050"/>
              <a:gd name="connsiteX300" fmla="*/ 742950 w 742950"/>
              <a:gd name="connsiteY300" fmla="*/ 4206716 h 5099050"/>
              <a:gd name="connsiteX301" fmla="*/ 742950 w 742950"/>
              <a:gd name="connsiteY301" fmla="*/ 4155726 h 5099050"/>
              <a:gd name="connsiteX302" fmla="*/ 736600 w 742950"/>
              <a:gd name="connsiteY302" fmla="*/ 4155726 h 5099050"/>
              <a:gd name="connsiteX303" fmla="*/ 736600 w 742950"/>
              <a:gd name="connsiteY303" fmla="*/ 4206716 h 5099050"/>
              <a:gd name="connsiteX304" fmla="*/ 742950 w 742950"/>
              <a:gd name="connsiteY304" fmla="*/ 4206716 h 5099050"/>
              <a:gd name="connsiteX305" fmla="*/ 742950 w 742950"/>
              <a:gd name="connsiteY305" fmla="*/ 4104735 h 5099050"/>
              <a:gd name="connsiteX306" fmla="*/ 742950 w 742950"/>
              <a:gd name="connsiteY306" fmla="*/ 4053745 h 5099050"/>
              <a:gd name="connsiteX307" fmla="*/ 736600 w 742950"/>
              <a:gd name="connsiteY307" fmla="*/ 4053745 h 5099050"/>
              <a:gd name="connsiteX308" fmla="*/ 736600 w 742950"/>
              <a:gd name="connsiteY308" fmla="*/ 4104735 h 5099050"/>
              <a:gd name="connsiteX309" fmla="*/ 742950 w 742950"/>
              <a:gd name="connsiteY309" fmla="*/ 4104735 h 5099050"/>
              <a:gd name="connsiteX310" fmla="*/ 742950 w 742950"/>
              <a:gd name="connsiteY310" fmla="*/ 4002754 h 5099050"/>
              <a:gd name="connsiteX311" fmla="*/ 742950 w 742950"/>
              <a:gd name="connsiteY311" fmla="*/ 3951764 h 5099050"/>
              <a:gd name="connsiteX312" fmla="*/ 736600 w 742950"/>
              <a:gd name="connsiteY312" fmla="*/ 3951764 h 5099050"/>
              <a:gd name="connsiteX313" fmla="*/ 736600 w 742950"/>
              <a:gd name="connsiteY313" fmla="*/ 4002754 h 5099050"/>
              <a:gd name="connsiteX314" fmla="*/ 742950 w 742950"/>
              <a:gd name="connsiteY314" fmla="*/ 4002754 h 5099050"/>
              <a:gd name="connsiteX315" fmla="*/ 742950 w 742950"/>
              <a:gd name="connsiteY315" fmla="*/ 3900773 h 5099050"/>
              <a:gd name="connsiteX316" fmla="*/ 742950 w 742950"/>
              <a:gd name="connsiteY316" fmla="*/ 3849783 h 5099050"/>
              <a:gd name="connsiteX317" fmla="*/ 736600 w 742950"/>
              <a:gd name="connsiteY317" fmla="*/ 3849783 h 5099050"/>
              <a:gd name="connsiteX318" fmla="*/ 736600 w 742950"/>
              <a:gd name="connsiteY318" fmla="*/ 3900773 h 5099050"/>
              <a:gd name="connsiteX319" fmla="*/ 742950 w 742950"/>
              <a:gd name="connsiteY319" fmla="*/ 3900773 h 5099050"/>
              <a:gd name="connsiteX320" fmla="*/ 742950 w 742950"/>
              <a:gd name="connsiteY320" fmla="*/ 3798792 h 5099050"/>
              <a:gd name="connsiteX321" fmla="*/ 742950 w 742950"/>
              <a:gd name="connsiteY321" fmla="*/ 3747802 h 5099050"/>
              <a:gd name="connsiteX322" fmla="*/ 736600 w 742950"/>
              <a:gd name="connsiteY322" fmla="*/ 3747802 h 5099050"/>
              <a:gd name="connsiteX323" fmla="*/ 736600 w 742950"/>
              <a:gd name="connsiteY323" fmla="*/ 3798792 h 5099050"/>
              <a:gd name="connsiteX324" fmla="*/ 742950 w 742950"/>
              <a:gd name="connsiteY324" fmla="*/ 3798792 h 5099050"/>
              <a:gd name="connsiteX325" fmla="*/ 742950 w 742950"/>
              <a:gd name="connsiteY325" fmla="*/ 3696811 h 5099050"/>
              <a:gd name="connsiteX326" fmla="*/ 742950 w 742950"/>
              <a:gd name="connsiteY326" fmla="*/ 3645821 h 5099050"/>
              <a:gd name="connsiteX327" fmla="*/ 736600 w 742950"/>
              <a:gd name="connsiteY327" fmla="*/ 3645821 h 5099050"/>
              <a:gd name="connsiteX328" fmla="*/ 736600 w 742950"/>
              <a:gd name="connsiteY328" fmla="*/ 3696811 h 5099050"/>
              <a:gd name="connsiteX329" fmla="*/ 742950 w 742950"/>
              <a:gd name="connsiteY329" fmla="*/ 3696811 h 5099050"/>
              <a:gd name="connsiteX330" fmla="*/ 742950 w 742950"/>
              <a:gd name="connsiteY330" fmla="*/ 3594830 h 5099050"/>
              <a:gd name="connsiteX331" fmla="*/ 742950 w 742950"/>
              <a:gd name="connsiteY331" fmla="*/ 3543840 h 5099050"/>
              <a:gd name="connsiteX332" fmla="*/ 736600 w 742950"/>
              <a:gd name="connsiteY332" fmla="*/ 3543840 h 5099050"/>
              <a:gd name="connsiteX333" fmla="*/ 736600 w 742950"/>
              <a:gd name="connsiteY333" fmla="*/ 3594830 h 5099050"/>
              <a:gd name="connsiteX334" fmla="*/ 742950 w 742950"/>
              <a:gd name="connsiteY334" fmla="*/ 3594830 h 5099050"/>
              <a:gd name="connsiteX335" fmla="*/ 742950 w 742950"/>
              <a:gd name="connsiteY335" fmla="*/ 3492849 h 5099050"/>
              <a:gd name="connsiteX336" fmla="*/ 742950 w 742950"/>
              <a:gd name="connsiteY336" fmla="*/ 3441859 h 5099050"/>
              <a:gd name="connsiteX337" fmla="*/ 736600 w 742950"/>
              <a:gd name="connsiteY337" fmla="*/ 3441859 h 5099050"/>
              <a:gd name="connsiteX338" fmla="*/ 736600 w 742950"/>
              <a:gd name="connsiteY338" fmla="*/ 3492849 h 5099050"/>
              <a:gd name="connsiteX339" fmla="*/ 742950 w 742950"/>
              <a:gd name="connsiteY339" fmla="*/ 3492849 h 5099050"/>
              <a:gd name="connsiteX340" fmla="*/ 742950 w 742950"/>
              <a:gd name="connsiteY340" fmla="*/ 3390868 h 5099050"/>
              <a:gd name="connsiteX341" fmla="*/ 742950 w 742950"/>
              <a:gd name="connsiteY341" fmla="*/ 3339878 h 5099050"/>
              <a:gd name="connsiteX342" fmla="*/ 736600 w 742950"/>
              <a:gd name="connsiteY342" fmla="*/ 3339878 h 5099050"/>
              <a:gd name="connsiteX343" fmla="*/ 736600 w 742950"/>
              <a:gd name="connsiteY343" fmla="*/ 3390868 h 5099050"/>
              <a:gd name="connsiteX344" fmla="*/ 742950 w 742950"/>
              <a:gd name="connsiteY344" fmla="*/ 3390868 h 5099050"/>
              <a:gd name="connsiteX345" fmla="*/ 742950 w 742950"/>
              <a:gd name="connsiteY345" fmla="*/ 3288887 h 5099050"/>
              <a:gd name="connsiteX346" fmla="*/ 742950 w 742950"/>
              <a:gd name="connsiteY346" fmla="*/ 3237897 h 5099050"/>
              <a:gd name="connsiteX347" fmla="*/ 736600 w 742950"/>
              <a:gd name="connsiteY347" fmla="*/ 3237897 h 5099050"/>
              <a:gd name="connsiteX348" fmla="*/ 736600 w 742950"/>
              <a:gd name="connsiteY348" fmla="*/ 3288887 h 5099050"/>
              <a:gd name="connsiteX349" fmla="*/ 742950 w 742950"/>
              <a:gd name="connsiteY349" fmla="*/ 3288887 h 5099050"/>
              <a:gd name="connsiteX350" fmla="*/ 742950 w 742950"/>
              <a:gd name="connsiteY350" fmla="*/ 3186906 h 5099050"/>
              <a:gd name="connsiteX351" fmla="*/ 742950 w 742950"/>
              <a:gd name="connsiteY351" fmla="*/ 3135916 h 5099050"/>
              <a:gd name="connsiteX352" fmla="*/ 736600 w 742950"/>
              <a:gd name="connsiteY352" fmla="*/ 3135916 h 5099050"/>
              <a:gd name="connsiteX353" fmla="*/ 736600 w 742950"/>
              <a:gd name="connsiteY353" fmla="*/ 3186906 h 5099050"/>
              <a:gd name="connsiteX354" fmla="*/ 742950 w 742950"/>
              <a:gd name="connsiteY354" fmla="*/ 3186906 h 5099050"/>
              <a:gd name="connsiteX355" fmla="*/ 742950 w 742950"/>
              <a:gd name="connsiteY355" fmla="*/ 3084925 h 5099050"/>
              <a:gd name="connsiteX356" fmla="*/ 742950 w 742950"/>
              <a:gd name="connsiteY356" fmla="*/ 3033935 h 5099050"/>
              <a:gd name="connsiteX357" fmla="*/ 736600 w 742950"/>
              <a:gd name="connsiteY357" fmla="*/ 3033935 h 5099050"/>
              <a:gd name="connsiteX358" fmla="*/ 736600 w 742950"/>
              <a:gd name="connsiteY358" fmla="*/ 3084925 h 5099050"/>
              <a:gd name="connsiteX359" fmla="*/ 742950 w 742950"/>
              <a:gd name="connsiteY359" fmla="*/ 3084925 h 5099050"/>
              <a:gd name="connsiteX360" fmla="*/ 742950 w 742950"/>
              <a:gd name="connsiteY360" fmla="*/ 2982944 h 5099050"/>
              <a:gd name="connsiteX361" fmla="*/ 742950 w 742950"/>
              <a:gd name="connsiteY361" fmla="*/ 2931954 h 5099050"/>
              <a:gd name="connsiteX362" fmla="*/ 736600 w 742950"/>
              <a:gd name="connsiteY362" fmla="*/ 2931954 h 5099050"/>
              <a:gd name="connsiteX363" fmla="*/ 736600 w 742950"/>
              <a:gd name="connsiteY363" fmla="*/ 2982944 h 5099050"/>
              <a:gd name="connsiteX364" fmla="*/ 742950 w 742950"/>
              <a:gd name="connsiteY364" fmla="*/ 2982944 h 5099050"/>
              <a:gd name="connsiteX365" fmla="*/ 742950 w 742950"/>
              <a:gd name="connsiteY365" fmla="*/ 2880963 h 5099050"/>
              <a:gd name="connsiteX366" fmla="*/ 742950 w 742950"/>
              <a:gd name="connsiteY366" fmla="*/ 2829973 h 5099050"/>
              <a:gd name="connsiteX367" fmla="*/ 736600 w 742950"/>
              <a:gd name="connsiteY367" fmla="*/ 2829973 h 5099050"/>
              <a:gd name="connsiteX368" fmla="*/ 736600 w 742950"/>
              <a:gd name="connsiteY368" fmla="*/ 2880963 h 5099050"/>
              <a:gd name="connsiteX369" fmla="*/ 742950 w 742950"/>
              <a:gd name="connsiteY369" fmla="*/ 2880963 h 5099050"/>
              <a:gd name="connsiteX370" fmla="*/ 742950 w 742950"/>
              <a:gd name="connsiteY370" fmla="*/ 2778982 h 5099050"/>
              <a:gd name="connsiteX371" fmla="*/ 742950 w 742950"/>
              <a:gd name="connsiteY371" fmla="*/ 2727992 h 5099050"/>
              <a:gd name="connsiteX372" fmla="*/ 736600 w 742950"/>
              <a:gd name="connsiteY372" fmla="*/ 2727992 h 5099050"/>
              <a:gd name="connsiteX373" fmla="*/ 736600 w 742950"/>
              <a:gd name="connsiteY373" fmla="*/ 2778982 h 5099050"/>
              <a:gd name="connsiteX374" fmla="*/ 742950 w 742950"/>
              <a:gd name="connsiteY374" fmla="*/ 2778982 h 5099050"/>
              <a:gd name="connsiteX375" fmla="*/ 742950 w 742950"/>
              <a:gd name="connsiteY375" fmla="*/ 2677001 h 5099050"/>
              <a:gd name="connsiteX376" fmla="*/ 742950 w 742950"/>
              <a:gd name="connsiteY376" fmla="*/ 2626011 h 5099050"/>
              <a:gd name="connsiteX377" fmla="*/ 736600 w 742950"/>
              <a:gd name="connsiteY377" fmla="*/ 2626011 h 5099050"/>
              <a:gd name="connsiteX378" fmla="*/ 736600 w 742950"/>
              <a:gd name="connsiteY378" fmla="*/ 2677001 h 5099050"/>
              <a:gd name="connsiteX379" fmla="*/ 742950 w 742950"/>
              <a:gd name="connsiteY379" fmla="*/ 2677001 h 5099050"/>
              <a:gd name="connsiteX380" fmla="*/ 742950 w 742950"/>
              <a:gd name="connsiteY380" fmla="*/ 2575020 h 5099050"/>
              <a:gd name="connsiteX381" fmla="*/ 742950 w 742950"/>
              <a:gd name="connsiteY381" fmla="*/ 2524030 h 5099050"/>
              <a:gd name="connsiteX382" fmla="*/ 736600 w 742950"/>
              <a:gd name="connsiteY382" fmla="*/ 2524030 h 5099050"/>
              <a:gd name="connsiteX383" fmla="*/ 736600 w 742950"/>
              <a:gd name="connsiteY383" fmla="*/ 2575020 h 5099050"/>
              <a:gd name="connsiteX384" fmla="*/ 742950 w 742950"/>
              <a:gd name="connsiteY384" fmla="*/ 2575020 h 5099050"/>
              <a:gd name="connsiteX385" fmla="*/ 742950 w 742950"/>
              <a:gd name="connsiteY385" fmla="*/ 2473039 h 5099050"/>
              <a:gd name="connsiteX386" fmla="*/ 742950 w 742950"/>
              <a:gd name="connsiteY386" fmla="*/ 2422049 h 5099050"/>
              <a:gd name="connsiteX387" fmla="*/ 736600 w 742950"/>
              <a:gd name="connsiteY387" fmla="*/ 2422049 h 5099050"/>
              <a:gd name="connsiteX388" fmla="*/ 736600 w 742950"/>
              <a:gd name="connsiteY388" fmla="*/ 2473039 h 5099050"/>
              <a:gd name="connsiteX389" fmla="*/ 742950 w 742950"/>
              <a:gd name="connsiteY389" fmla="*/ 2473039 h 5099050"/>
              <a:gd name="connsiteX390" fmla="*/ 742950 w 742950"/>
              <a:gd name="connsiteY390" fmla="*/ 2371058 h 5099050"/>
              <a:gd name="connsiteX391" fmla="*/ 742950 w 742950"/>
              <a:gd name="connsiteY391" fmla="*/ 2320068 h 5099050"/>
              <a:gd name="connsiteX392" fmla="*/ 736600 w 742950"/>
              <a:gd name="connsiteY392" fmla="*/ 2320068 h 5099050"/>
              <a:gd name="connsiteX393" fmla="*/ 736600 w 742950"/>
              <a:gd name="connsiteY393" fmla="*/ 2371058 h 5099050"/>
              <a:gd name="connsiteX394" fmla="*/ 742950 w 742950"/>
              <a:gd name="connsiteY394" fmla="*/ 2371058 h 5099050"/>
              <a:gd name="connsiteX395" fmla="*/ 742950 w 742950"/>
              <a:gd name="connsiteY395" fmla="*/ 2269078 h 5099050"/>
              <a:gd name="connsiteX396" fmla="*/ 742950 w 742950"/>
              <a:gd name="connsiteY396" fmla="*/ 2218087 h 5099050"/>
              <a:gd name="connsiteX397" fmla="*/ 736600 w 742950"/>
              <a:gd name="connsiteY397" fmla="*/ 2218087 h 5099050"/>
              <a:gd name="connsiteX398" fmla="*/ 736600 w 742950"/>
              <a:gd name="connsiteY398" fmla="*/ 2269078 h 5099050"/>
              <a:gd name="connsiteX399" fmla="*/ 742950 w 742950"/>
              <a:gd name="connsiteY399" fmla="*/ 2269078 h 5099050"/>
              <a:gd name="connsiteX400" fmla="*/ 742950 w 742950"/>
              <a:gd name="connsiteY400" fmla="*/ 2167097 h 5099050"/>
              <a:gd name="connsiteX401" fmla="*/ 742950 w 742950"/>
              <a:gd name="connsiteY401" fmla="*/ 2116106 h 5099050"/>
              <a:gd name="connsiteX402" fmla="*/ 736600 w 742950"/>
              <a:gd name="connsiteY402" fmla="*/ 2116106 h 5099050"/>
              <a:gd name="connsiteX403" fmla="*/ 736600 w 742950"/>
              <a:gd name="connsiteY403" fmla="*/ 2167097 h 5099050"/>
              <a:gd name="connsiteX404" fmla="*/ 742950 w 742950"/>
              <a:gd name="connsiteY404" fmla="*/ 2167097 h 5099050"/>
              <a:gd name="connsiteX405" fmla="*/ 742950 w 742950"/>
              <a:gd name="connsiteY405" fmla="*/ 2065115 h 5099050"/>
              <a:gd name="connsiteX406" fmla="*/ 742950 w 742950"/>
              <a:gd name="connsiteY406" fmla="*/ 2014125 h 5099050"/>
              <a:gd name="connsiteX407" fmla="*/ 736600 w 742950"/>
              <a:gd name="connsiteY407" fmla="*/ 2014125 h 5099050"/>
              <a:gd name="connsiteX408" fmla="*/ 736600 w 742950"/>
              <a:gd name="connsiteY408" fmla="*/ 2065115 h 5099050"/>
              <a:gd name="connsiteX409" fmla="*/ 742950 w 742950"/>
              <a:gd name="connsiteY409" fmla="*/ 2065115 h 5099050"/>
              <a:gd name="connsiteX410" fmla="*/ 742950 w 742950"/>
              <a:gd name="connsiteY410" fmla="*/ 1963134 h 5099050"/>
              <a:gd name="connsiteX411" fmla="*/ 742950 w 742950"/>
              <a:gd name="connsiteY411" fmla="*/ 1912144 h 5099050"/>
              <a:gd name="connsiteX412" fmla="*/ 736600 w 742950"/>
              <a:gd name="connsiteY412" fmla="*/ 1912144 h 5099050"/>
              <a:gd name="connsiteX413" fmla="*/ 736600 w 742950"/>
              <a:gd name="connsiteY413" fmla="*/ 1963134 h 5099050"/>
              <a:gd name="connsiteX414" fmla="*/ 742950 w 742950"/>
              <a:gd name="connsiteY414" fmla="*/ 1963134 h 5099050"/>
              <a:gd name="connsiteX415" fmla="*/ 742950 w 742950"/>
              <a:gd name="connsiteY415" fmla="*/ 1861153 h 5099050"/>
              <a:gd name="connsiteX416" fmla="*/ 742950 w 742950"/>
              <a:gd name="connsiteY416" fmla="*/ 1810163 h 5099050"/>
              <a:gd name="connsiteX417" fmla="*/ 736600 w 742950"/>
              <a:gd name="connsiteY417" fmla="*/ 1810163 h 5099050"/>
              <a:gd name="connsiteX418" fmla="*/ 736600 w 742950"/>
              <a:gd name="connsiteY418" fmla="*/ 1861153 h 5099050"/>
              <a:gd name="connsiteX419" fmla="*/ 742950 w 742950"/>
              <a:gd name="connsiteY419" fmla="*/ 1861153 h 5099050"/>
              <a:gd name="connsiteX420" fmla="*/ 742950 w 742950"/>
              <a:gd name="connsiteY420" fmla="*/ 1759172 h 5099050"/>
              <a:gd name="connsiteX421" fmla="*/ 742950 w 742950"/>
              <a:gd name="connsiteY421" fmla="*/ 1708182 h 5099050"/>
              <a:gd name="connsiteX422" fmla="*/ 736600 w 742950"/>
              <a:gd name="connsiteY422" fmla="*/ 1708182 h 5099050"/>
              <a:gd name="connsiteX423" fmla="*/ 736600 w 742950"/>
              <a:gd name="connsiteY423" fmla="*/ 1759172 h 5099050"/>
              <a:gd name="connsiteX424" fmla="*/ 742950 w 742950"/>
              <a:gd name="connsiteY424" fmla="*/ 1759172 h 5099050"/>
              <a:gd name="connsiteX425" fmla="*/ 742950 w 742950"/>
              <a:gd name="connsiteY425" fmla="*/ 1657191 h 5099050"/>
              <a:gd name="connsiteX426" fmla="*/ 742950 w 742950"/>
              <a:gd name="connsiteY426" fmla="*/ 1606201 h 5099050"/>
              <a:gd name="connsiteX427" fmla="*/ 736600 w 742950"/>
              <a:gd name="connsiteY427" fmla="*/ 1606201 h 5099050"/>
              <a:gd name="connsiteX428" fmla="*/ 736600 w 742950"/>
              <a:gd name="connsiteY428" fmla="*/ 1657191 h 5099050"/>
              <a:gd name="connsiteX429" fmla="*/ 742950 w 742950"/>
              <a:gd name="connsiteY429" fmla="*/ 1657191 h 5099050"/>
              <a:gd name="connsiteX430" fmla="*/ 742950 w 742950"/>
              <a:gd name="connsiteY430" fmla="*/ 1555210 h 5099050"/>
              <a:gd name="connsiteX431" fmla="*/ 742950 w 742950"/>
              <a:gd name="connsiteY431" fmla="*/ 1504220 h 5099050"/>
              <a:gd name="connsiteX432" fmla="*/ 736600 w 742950"/>
              <a:gd name="connsiteY432" fmla="*/ 1504220 h 5099050"/>
              <a:gd name="connsiteX433" fmla="*/ 736600 w 742950"/>
              <a:gd name="connsiteY433" fmla="*/ 1555210 h 5099050"/>
              <a:gd name="connsiteX434" fmla="*/ 742950 w 742950"/>
              <a:gd name="connsiteY434" fmla="*/ 1555210 h 5099050"/>
              <a:gd name="connsiteX435" fmla="*/ 742950 w 742950"/>
              <a:gd name="connsiteY435" fmla="*/ 1453229 h 5099050"/>
              <a:gd name="connsiteX436" fmla="*/ 742950 w 742950"/>
              <a:gd name="connsiteY436" fmla="*/ 1402239 h 5099050"/>
              <a:gd name="connsiteX437" fmla="*/ 736600 w 742950"/>
              <a:gd name="connsiteY437" fmla="*/ 1402239 h 5099050"/>
              <a:gd name="connsiteX438" fmla="*/ 736600 w 742950"/>
              <a:gd name="connsiteY438" fmla="*/ 1453229 h 5099050"/>
              <a:gd name="connsiteX439" fmla="*/ 742950 w 742950"/>
              <a:gd name="connsiteY439" fmla="*/ 1453229 h 5099050"/>
              <a:gd name="connsiteX440" fmla="*/ 742950 w 742950"/>
              <a:gd name="connsiteY440" fmla="*/ 1351248 h 5099050"/>
              <a:gd name="connsiteX441" fmla="*/ 742950 w 742950"/>
              <a:gd name="connsiteY441" fmla="*/ 1300258 h 5099050"/>
              <a:gd name="connsiteX442" fmla="*/ 736600 w 742950"/>
              <a:gd name="connsiteY442" fmla="*/ 1300258 h 5099050"/>
              <a:gd name="connsiteX443" fmla="*/ 736600 w 742950"/>
              <a:gd name="connsiteY443" fmla="*/ 1351248 h 5099050"/>
              <a:gd name="connsiteX444" fmla="*/ 742950 w 742950"/>
              <a:gd name="connsiteY444" fmla="*/ 1351248 h 5099050"/>
              <a:gd name="connsiteX445" fmla="*/ 742950 w 742950"/>
              <a:gd name="connsiteY445" fmla="*/ 1249267 h 5099050"/>
              <a:gd name="connsiteX446" fmla="*/ 742950 w 742950"/>
              <a:gd name="connsiteY446" fmla="*/ 1198277 h 5099050"/>
              <a:gd name="connsiteX447" fmla="*/ 736600 w 742950"/>
              <a:gd name="connsiteY447" fmla="*/ 1198277 h 5099050"/>
              <a:gd name="connsiteX448" fmla="*/ 736600 w 742950"/>
              <a:gd name="connsiteY448" fmla="*/ 1249267 h 5099050"/>
              <a:gd name="connsiteX449" fmla="*/ 742950 w 742950"/>
              <a:gd name="connsiteY449" fmla="*/ 1249267 h 5099050"/>
              <a:gd name="connsiteX450" fmla="*/ 742950 w 742950"/>
              <a:gd name="connsiteY450" fmla="*/ 1147286 h 5099050"/>
              <a:gd name="connsiteX451" fmla="*/ 742950 w 742950"/>
              <a:gd name="connsiteY451" fmla="*/ 1096296 h 5099050"/>
              <a:gd name="connsiteX452" fmla="*/ 736600 w 742950"/>
              <a:gd name="connsiteY452" fmla="*/ 1096296 h 5099050"/>
              <a:gd name="connsiteX453" fmla="*/ 736600 w 742950"/>
              <a:gd name="connsiteY453" fmla="*/ 1147286 h 5099050"/>
              <a:gd name="connsiteX454" fmla="*/ 742950 w 742950"/>
              <a:gd name="connsiteY454" fmla="*/ 1147286 h 5099050"/>
              <a:gd name="connsiteX455" fmla="*/ 742950 w 742950"/>
              <a:gd name="connsiteY455" fmla="*/ 1045305 h 5099050"/>
              <a:gd name="connsiteX456" fmla="*/ 742950 w 742950"/>
              <a:gd name="connsiteY456" fmla="*/ 994315 h 5099050"/>
              <a:gd name="connsiteX457" fmla="*/ 736600 w 742950"/>
              <a:gd name="connsiteY457" fmla="*/ 994315 h 5099050"/>
              <a:gd name="connsiteX458" fmla="*/ 736600 w 742950"/>
              <a:gd name="connsiteY458" fmla="*/ 1045305 h 5099050"/>
              <a:gd name="connsiteX459" fmla="*/ 742950 w 742950"/>
              <a:gd name="connsiteY459" fmla="*/ 1045305 h 5099050"/>
              <a:gd name="connsiteX460" fmla="*/ 742950 w 742950"/>
              <a:gd name="connsiteY460" fmla="*/ 943324 h 5099050"/>
              <a:gd name="connsiteX461" fmla="*/ 742950 w 742950"/>
              <a:gd name="connsiteY461" fmla="*/ 892334 h 5099050"/>
              <a:gd name="connsiteX462" fmla="*/ 736600 w 742950"/>
              <a:gd name="connsiteY462" fmla="*/ 892334 h 5099050"/>
              <a:gd name="connsiteX463" fmla="*/ 736600 w 742950"/>
              <a:gd name="connsiteY463" fmla="*/ 943324 h 5099050"/>
              <a:gd name="connsiteX464" fmla="*/ 742950 w 742950"/>
              <a:gd name="connsiteY464" fmla="*/ 943324 h 5099050"/>
              <a:gd name="connsiteX465" fmla="*/ 742950 w 742950"/>
              <a:gd name="connsiteY465" fmla="*/ 841337 h 5099050"/>
              <a:gd name="connsiteX466" fmla="*/ 742950 w 742950"/>
              <a:gd name="connsiteY466" fmla="*/ 790353 h 5099050"/>
              <a:gd name="connsiteX467" fmla="*/ 736600 w 742950"/>
              <a:gd name="connsiteY467" fmla="*/ 790353 h 5099050"/>
              <a:gd name="connsiteX468" fmla="*/ 736600 w 742950"/>
              <a:gd name="connsiteY468" fmla="*/ 841337 h 5099050"/>
              <a:gd name="connsiteX469" fmla="*/ 742950 w 742950"/>
              <a:gd name="connsiteY469" fmla="*/ 841337 h 5099050"/>
              <a:gd name="connsiteX470" fmla="*/ 742950 w 742950"/>
              <a:gd name="connsiteY470" fmla="*/ 739356 h 5099050"/>
              <a:gd name="connsiteX471" fmla="*/ 742950 w 742950"/>
              <a:gd name="connsiteY471" fmla="*/ 688365 h 5099050"/>
              <a:gd name="connsiteX472" fmla="*/ 736600 w 742950"/>
              <a:gd name="connsiteY472" fmla="*/ 688365 h 5099050"/>
              <a:gd name="connsiteX473" fmla="*/ 736600 w 742950"/>
              <a:gd name="connsiteY473" fmla="*/ 739356 h 5099050"/>
              <a:gd name="connsiteX474" fmla="*/ 742950 w 742950"/>
              <a:gd name="connsiteY474" fmla="*/ 739356 h 5099050"/>
              <a:gd name="connsiteX475" fmla="*/ 742950 w 742950"/>
              <a:gd name="connsiteY475" fmla="*/ 637375 h 5099050"/>
              <a:gd name="connsiteX476" fmla="*/ 742950 w 742950"/>
              <a:gd name="connsiteY476" fmla="*/ 586384 h 5099050"/>
              <a:gd name="connsiteX477" fmla="*/ 736600 w 742950"/>
              <a:gd name="connsiteY477" fmla="*/ 586384 h 5099050"/>
              <a:gd name="connsiteX478" fmla="*/ 736600 w 742950"/>
              <a:gd name="connsiteY478" fmla="*/ 637375 h 5099050"/>
              <a:gd name="connsiteX479" fmla="*/ 742950 w 742950"/>
              <a:gd name="connsiteY479" fmla="*/ 637375 h 5099050"/>
              <a:gd name="connsiteX480" fmla="*/ 742950 w 742950"/>
              <a:gd name="connsiteY480" fmla="*/ 535394 h 5099050"/>
              <a:gd name="connsiteX481" fmla="*/ 742950 w 742950"/>
              <a:gd name="connsiteY481" fmla="*/ 484403 h 5099050"/>
              <a:gd name="connsiteX482" fmla="*/ 736600 w 742950"/>
              <a:gd name="connsiteY482" fmla="*/ 484403 h 5099050"/>
              <a:gd name="connsiteX483" fmla="*/ 736600 w 742950"/>
              <a:gd name="connsiteY483" fmla="*/ 535394 h 5099050"/>
              <a:gd name="connsiteX484" fmla="*/ 742950 w 742950"/>
              <a:gd name="connsiteY484" fmla="*/ 535394 h 5099050"/>
              <a:gd name="connsiteX485" fmla="*/ 742950 w 742950"/>
              <a:gd name="connsiteY485" fmla="*/ 433413 h 5099050"/>
              <a:gd name="connsiteX486" fmla="*/ 742950 w 742950"/>
              <a:gd name="connsiteY486" fmla="*/ 382422 h 5099050"/>
              <a:gd name="connsiteX487" fmla="*/ 736600 w 742950"/>
              <a:gd name="connsiteY487" fmla="*/ 382422 h 5099050"/>
              <a:gd name="connsiteX488" fmla="*/ 736600 w 742950"/>
              <a:gd name="connsiteY488" fmla="*/ 433413 h 5099050"/>
              <a:gd name="connsiteX489" fmla="*/ 742950 w 742950"/>
              <a:gd name="connsiteY489" fmla="*/ 433413 h 5099050"/>
              <a:gd name="connsiteX490" fmla="*/ 742950 w 742950"/>
              <a:gd name="connsiteY490" fmla="*/ 331432 h 5099050"/>
              <a:gd name="connsiteX491" fmla="*/ 742950 w 742950"/>
              <a:gd name="connsiteY491" fmla="*/ 280441 h 5099050"/>
              <a:gd name="connsiteX492" fmla="*/ 736600 w 742950"/>
              <a:gd name="connsiteY492" fmla="*/ 280441 h 5099050"/>
              <a:gd name="connsiteX493" fmla="*/ 736600 w 742950"/>
              <a:gd name="connsiteY493" fmla="*/ 331432 h 5099050"/>
              <a:gd name="connsiteX494" fmla="*/ 742950 w 742950"/>
              <a:gd name="connsiteY494" fmla="*/ 331432 h 5099050"/>
              <a:gd name="connsiteX495" fmla="*/ 742950 w 742950"/>
              <a:gd name="connsiteY495" fmla="*/ 229451 h 5099050"/>
              <a:gd name="connsiteX496" fmla="*/ 742950 w 742950"/>
              <a:gd name="connsiteY496" fmla="*/ 178460 h 5099050"/>
              <a:gd name="connsiteX497" fmla="*/ 736600 w 742950"/>
              <a:gd name="connsiteY497" fmla="*/ 178460 h 5099050"/>
              <a:gd name="connsiteX498" fmla="*/ 736600 w 742950"/>
              <a:gd name="connsiteY498" fmla="*/ 229451 h 5099050"/>
              <a:gd name="connsiteX499" fmla="*/ 742950 w 742950"/>
              <a:gd name="connsiteY499" fmla="*/ 229451 h 5099050"/>
              <a:gd name="connsiteX500" fmla="*/ 742950 w 742950"/>
              <a:gd name="connsiteY500" fmla="*/ 127470 h 5099050"/>
              <a:gd name="connsiteX501" fmla="*/ 742950 w 742950"/>
              <a:gd name="connsiteY501" fmla="*/ 76479 h 5099050"/>
              <a:gd name="connsiteX502" fmla="*/ 736600 w 742950"/>
              <a:gd name="connsiteY502" fmla="*/ 76479 h 5099050"/>
              <a:gd name="connsiteX503" fmla="*/ 736600 w 742950"/>
              <a:gd name="connsiteY503" fmla="*/ 127470 h 5099050"/>
              <a:gd name="connsiteX504" fmla="*/ 742950 w 742950"/>
              <a:gd name="connsiteY504" fmla="*/ 127470 h 5099050"/>
              <a:gd name="connsiteX505" fmla="*/ 742950 w 742950"/>
              <a:gd name="connsiteY505" fmla="*/ 25489 h 5099050"/>
              <a:gd name="connsiteX506" fmla="*/ 742950 w 742950"/>
              <a:gd name="connsiteY506" fmla="*/ 0 h 5099050"/>
              <a:gd name="connsiteX507" fmla="*/ 736600 w 742950"/>
              <a:gd name="connsiteY507" fmla="*/ 0 h 5099050"/>
              <a:gd name="connsiteX508" fmla="*/ 736600 w 742950"/>
              <a:gd name="connsiteY508" fmla="*/ 25489 h 5099050"/>
              <a:gd name="connsiteX509" fmla="*/ 742950 w 742950"/>
              <a:gd name="connsiteY509" fmla="*/ 25489 h 50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742950" h="5099050">
                <a:moveTo>
                  <a:pt x="0" y="0"/>
                </a:moveTo>
                <a:lnTo>
                  <a:pt x="0" y="25495"/>
                </a:lnTo>
                <a:lnTo>
                  <a:pt x="6350" y="25495"/>
                </a:lnTo>
                <a:lnTo>
                  <a:pt x="6350" y="0"/>
                </a:lnTo>
                <a:lnTo>
                  <a:pt x="0" y="0"/>
                </a:lnTo>
                <a:close/>
                <a:moveTo>
                  <a:pt x="0" y="76486"/>
                </a:moveTo>
                <a:lnTo>
                  <a:pt x="0" y="127476"/>
                </a:lnTo>
                <a:lnTo>
                  <a:pt x="6350" y="127476"/>
                </a:lnTo>
                <a:lnTo>
                  <a:pt x="6350" y="76486"/>
                </a:lnTo>
                <a:lnTo>
                  <a:pt x="0" y="76486"/>
                </a:lnTo>
                <a:close/>
                <a:moveTo>
                  <a:pt x="0" y="178467"/>
                </a:moveTo>
                <a:lnTo>
                  <a:pt x="0" y="229457"/>
                </a:lnTo>
                <a:lnTo>
                  <a:pt x="6350" y="229457"/>
                </a:lnTo>
                <a:lnTo>
                  <a:pt x="6350" y="178467"/>
                </a:lnTo>
                <a:lnTo>
                  <a:pt x="0" y="178467"/>
                </a:lnTo>
                <a:close/>
                <a:moveTo>
                  <a:pt x="0" y="280448"/>
                </a:moveTo>
                <a:lnTo>
                  <a:pt x="0" y="331438"/>
                </a:lnTo>
                <a:lnTo>
                  <a:pt x="6350" y="331438"/>
                </a:lnTo>
                <a:lnTo>
                  <a:pt x="6350" y="280448"/>
                </a:lnTo>
                <a:lnTo>
                  <a:pt x="0" y="280448"/>
                </a:lnTo>
                <a:close/>
                <a:moveTo>
                  <a:pt x="0" y="382429"/>
                </a:moveTo>
                <a:lnTo>
                  <a:pt x="0" y="433419"/>
                </a:lnTo>
                <a:lnTo>
                  <a:pt x="6350" y="433419"/>
                </a:lnTo>
                <a:lnTo>
                  <a:pt x="6350" y="382429"/>
                </a:lnTo>
                <a:lnTo>
                  <a:pt x="0" y="382429"/>
                </a:lnTo>
                <a:close/>
                <a:moveTo>
                  <a:pt x="0" y="484410"/>
                </a:moveTo>
                <a:lnTo>
                  <a:pt x="0" y="535400"/>
                </a:lnTo>
                <a:lnTo>
                  <a:pt x="6350" y="535400"/>
                </a:lnTo>
                <a:lnTo>
                  <a:pt x="6350" y="484410"/>
                </a:lnTo>
                <a:lnTo>
                  <a:pt x="0" y="484410"/>
                </a:lnTo>
                <a:close/>
                <a:moveTo>
                  <a:pt x="0" y="586391"/>
                </a:moveTo>
                <a:lnTo>
                  <a:pt x="0" y="637381"/>
                </a:lnTo>
                <a:lnTo>
                  <a:pt x="6350" y="637381"/>
                </a:lnTo>
                <a:lnTo>
                  <a:pt x="6350" y="586391"/>
                </a:lnTo>
                <a:lnTo>
                  <a:pt x="0" y="586391"/>
                </a:lnTo>
                <a:close/>
                <a:moveTo>
                  <a:pt x="0" y="688372"/>
                </a:moveTo>
                <a:lnTo>
                  <a:pt x="0" y="739362"/>
                </a:lnTo>
                <a:lnTo>
                  <a:pt x="6350" y="739362"/>
                </a:lnTo>
                <a:lnTo>
                  <a:pt x="6350" y="688372"/>
                </a:lnTo>
                <a:lnTo>
                  <a:pt x="0" y="688372"/>
                </a:lnTo>
                <a:close/>
                <a:moveTo>
                  <a:pt x="0" y="790353"/>
                </a:moveTo>
                <a:lnTo>
                  <a:pt x="0" y="841343"/>
                </a:lnTo>
                <a:lnTo>
                  <a:pt x="6350" y="841343"/>
                </a:lnTo>
                <a:lnTo>
                  <a:pt x="6350" y="790353"/>
                </a:lnTo>
                <a:lnTo>
                  <a:pt x="0" y="790353"/>
                </a:lnTo>
                <a:close/>
                <a:moveTo>
                  <a:pt x="0" y="892334"/>
                </a:moveTo>
                <a:lnTo>
                  <a:pt x="0" y="943324"/>
                </a:lnTo>
                <a:lnTo>
                  <a:pt x="6350" y="943324"/>
                </a:lnTo>
                <a:lnTo>
                  <a:pt x="6350" y="892334"/>
                </a:lnTo>
                <a:lnTo>
                  <a:pt x="0" y="892334"/>
                </a:lnTo>
                <a:close/>
                <a:moveTo>
                  <a:pt x="0" y="994315"/>
                </a:moveTo>
                <a:lnTo>
                  <a:pt x="0" y="1045305"/>
                </a:lnTo>
                <a:lnTo>
                  <a:pt x="6350" y="1045305"/>
                </a:lnTo>
                <a:lnTo>
                  <a:pt x="6350" y="994315"/>
                </a:lnTo>
                <a:lnTo>
                  <a:pt x="0" y="994315"/>
                </a:lnTo>
                <a:close/>
                <a:moveTo>
                  <a:pt x="0" y="1096296"/>
                </a:moveTo>
                <a:lnTo>
                  <a:pt x="0" y="1147286"/>
                </a:lnTo>
                <a:lnTo>
                  <a:pt x="6350" y="1147286"/>
                </a:lnTo>
                <a:lnTo>
                  <a:pt x="6350" y="1096296"/>
                </a:lnTo>
                <a:lnTo>
                  <a:pt x="0" y="1096296"/>
                </a:lnTo>
                <a:close/>
                <a:moveTo>
                  <a:pt x="0" y="1198277"/>
                </a:moveTo>
                <a:lnTo>
                  <a:pt x="0" y="1249267"/>
                </a:lnTo>
                <a:lnTo>
                  <a:pt x="6350" y="1249267"/>
                </a:lnTo>
                <a:lnTo>
                  <a:pt x="6350" y="1198277"/>
                </a:lnTo>
                <a:lnTo>
                  <a:pt x="0" y="1198277"/>
                </a:lnTo>
                <a:close/>
                <a:moveTo>
                  <a:pt x="0" y="1300258"/>
                </a:moveTo>
                <a:lnTo>
                  <a:pt x="0" y="1351248"/>
                </a:lnTo>
                <a:lnTo>
                  <a:pt x="6350" y="1351248"/>
                </a:lnTo>
                <a:lnTo>
                  <a:pt x="6350" y="1300258"/>
                </a:lnTo>
                <a:lnTo>
                  <a:pt x="0" y="1300258"/>
                </a:lnTo>
                <a:close/>
                <a:moveTo>
                  <a:pt x="0" y="1402239"/>
                </a:moveTo>
                <a:lnTo>
                  <a:pt x="0" y="1453229"/>
                </a:lnTo>
                <a:lnTo>
                  <a:pt x="6350" y="1453229"/>
                </a:lnTo>
                <a:lnTo>
                  <a:pt x="6350" y="1402239"/>
                </a:lnTo>
                <a:lnTo>
                  <a:pt x="0" y="1402239"/>
                </a:lnTo>
                <a:close/>
                <a:moveTo>
                  <a:pt x="0" y="1504220"/>
                </a:moveTo>
                <a:lnTo>
                  <a:pt x="0" y="1555210"/>
                </a:lnTo>
                <a:lnTo>
                  <a:pt x="6350" y="1555210"/>
                </a:lnTo>
                <a:lnTo>
                  <a:pt x="6350" y="1504220"/>
                </a:lnTo>
                <a:lnTo>
                  <a:pt x="0" y="1504220"/>
                </a:lnTo>
                <a:close/>
                <a:moveTo>
                  <a:pt x="0" y="1606201"/>
                </a:moveTo>
                <a:lnTo>
                  <a:pt x="0" y="1657191"/>
                </a:lnTo>
                <a:lnTo>
                  <a:pt x="6350" y="1657191"/>
                </a:lnTo>
                <a:lnTo>
                  <a:pt x="6350" y="1606201"/>
                </a:lnTo>
                <a:lnTo>
                  <a:pt x="0" y="1606201"/>
                </a:lnTo>
                <a:close/>
                <a:moveTo>
                  <a:pt x="0" y="1708182"/>
                </a:moveTo>
                <a:lnTo>
                  <a:pt x="0" y="1759172"/>
                </a:lnTo>
                <a:lnTo>
                  <a:pt x="6350" y="1759172"/>
                </a:lnTo>
                <a:lnTo>
                  <a:pt x="6350" y="1708182"/>
                </a:lnTo>
                <a:lnTo>
                  <a:pt x="0" y="1708182"/>
                </a:lnTo>
                <a:close/>
                <a:moveTo>
                  <a:pt x="0" y="1810163"/>
                </a:moveTo>
                <a:lnTo>
                  <a:pt x="0" y="1861153"/>
                </a:lnTo>
                <a:lnTo>
                  <a:pt x="6350" y="1861153"/>
                </a:lnTo>
                <a:lnTo>
                  <a:pt x="6350" y="1810163"/>
                </a:lnTo>
                <a:lnTo>
                  <a:pt x="0" y="1810163"/>
                </a:lnTo>
                <a:close/>
                <a:moveTo>
                  <a:pt x="0" y="1912144"/>
                </a:moveTo>
                <a:lnTo>
                  <a:pt x="0" y="1963134"/>
                </a:lnTo>
                <a:lnTo>
                  <a:pt x="6350" y="1963134"/>
                </a:lnTo>
                <a:lnTo>
                  <a:pt x="6350" y="1912144"/>
                </a:lnTo>
                <a:lnTo>
                  <a:pt x="0" y="1912144"/>
                </a:lnTo>
                <a:close/>
                <a:moveTo>
                  <a:pt x="0" y="2014125"/>
                </a:moveTo>
                <a:lnTo>
                  <a:pt x="0" y="2065115"/>
                </a:lnTo>
                <a:lnTo>
                  <a:pt x="6350" y="2065115"/>
                </a:lnTo>
                <a:lnTo>
                  <a:pt x="6350" y="2014125"/>
                </a:lnTo>
                <a:lnTo>
                  <a:pt x="0" y="2014125"/>
                </a:lnTo>
                <a:close/>
                <a:moveTo>
                  <a:pt x="0" y="2116106"/>
                </a:moveTo>
                <a:lnTo>
                  <a:pt x="0" y="2167097"/>
                </a:lnTo>
                <a:lnTo>
                  <a:pt x="6350" y="2167097"/>
                </a:lnTo>
                <a:lnTo>
                  <a:pt x="6350" y="2116106"/>
                </a:lnTo>
                <a:lnTo>
                  <a:pt x="0" y="2116106"/>
                </a:lnTo>
                <a:close/>
                <a:moveTo>
                  <a:pt x="0" y="2218087"/>
                </a:moveTo>
                <a:lnTo>
                  <a:pt x="0" y="2269078"/>
                </a:lnTo>
                <a:lnTo>
                  <a:pt x="6350" y="2269078"/>
                </a:lnTo>
                <a:lnTo>
                  <a:pt x="6350" y="2218087"/>
                </a:lnTo>
                <a:lnTo>
                  <a:pt x="0" y="2218087"/>
                </a:lnTo>
                <a:close/>
                <a:moveTo>
                  <a:pt x="0" y="2320068"/>
                </a:moveTo>
                <a:lnTo>
                  <a:pt x="0" y="2371058"/>
                </a:lnTo>
                <a:lnTo>
                  <a:pt x="6350" y="2371058"/>
                </a:lnTo>
                <a:lnTo>
                  <a:pt x="6350" y="2320068"/>
                </a:lnTo>
                <a:lnTo>
                  <a:pt x="0" y="2320068"/>
                </a:lnTo>
                <a:close/>
                <a:moveTo>
                  <a:pt x="0" y="2422049"/>
                </a:moveTo>
                <a:lnTo>
                  <a:pt x="0" y="2473039"/>
                </a:lnTo>
                <a:lnTo>
                  <a:pt x="6350" y="2473039"/>
                </a:lnTo>
                <a:lnTo>
                  <a:pt x="6350" y="2422049"/>
                </a:lnTo>
                <a:lnTo>
                  <a:pt x="0" y="2422049"/>
                </a:lnTo>
                <a:close/>
                <a:moveTo>
                  <a:pt x="0" y="2524030"/>
                </a:moveTo>
                <a:lnTo>
                  <a:pt x="0" y="2575020"/>
                </a:lnTo>
                <a:lnTo>
                  <a:pt x="6350" y="2575020"/>
                </a:lnTo>
                <a:lnTo>
                  <a:pt x="6350" y="2524030"/>
                </a:lnTo>
                <a:lnTo>
                  <a:pt x="0" y="2524030"/>
                </a:lnTo>
                <a:close/>
                <a:moveTo>
                  <a:pt x="0" y="2626011"/>
                </a:moveTo>
                <a:lnTo>
                  <a:pt x="0" y="2677001"/>
                </a:lnTo>
                <a:lnTo>
                  <a:pt x="6350" y="2677001"/>
                </a:lnTo>
                <a:lnTo>
                  <a:pt x="6350" y="2626011"/>
                </a:lnTo>
                <a:lnTo>
                  <a:pt x="0" y="2626011"/>
                </a:lnTo>
                <a:close/>
                <a:moveTo>
                  <a:pt x="0" y="2727992"/>
                </a:moveTo>
                <a:lnTo>
                  <a:pt x="0" y="2778982"/>
                </a:lnTo>
                <a:lnTo>
                  <a:pt x="6350" y="2778982"/>
                </a:lnTo>
                <a:lnTo>
                  <a:pt x="6350" y="2727992"/>
                </a:lnTo>
                <a:lnTo>
                  <a:pt x="0" y="2727992"/>
                </a:lnTo>
                <a:close/>
                <a:moveTo>
                  <a:pt x="0" y="2829973"/>
                </a:moveTo>
                <a:lnTo>
                  <a:pt x="0" y="2880963"/>
                </a:lnTo>
                <a:lnTo>
                  <a:pt x="6350" y="2880963"/>
                </a:lnTo>
                <a:lnTo>
                  <a:pt x="6350" y="2829973"/>
                </a:lnTo>
                <a:lnTo>
                  <a:pt x="0" y="2829973"/>
                </a:lnTo>
                <a:close/>
                <a:moveTo>
                  <a:pt x="0" y="2931954"/>
                </a:moveTo>
                <a:lnTo>
                  <a:pt x="0" y="2982944"/>
                </a:lnTo>
                <a:lnTo>
                  <a:pt x="6350" y="2982944"/>
                </a:lnTo>
                <a:lnTo>
                  <a:pt x="6350" y="2931954"/>
                </a:lnTo>
                <a:lnTo>
                  <a:pt x="0" y="2931954"/>
                </a:lnTo>
                <a:close/>
                <a:moveTo>
                  <a:pt x="0" y="3033935"/>
                </a:moveTo>
                <a:lnTo>
                  <a:pt x="0" y="3084925"/>
                </a:lnTo>
                <a:lnTo>
                  <a:pt x="6350" y="3084925"/>
                </a:lnTo>
                <a:lnTo>
                  <a:pt x="6350" y="3033935"/>
                </a:lnTo>
                <a:lnTo>
                  <a:pt x="0" y="3033935"/>
                </a:lnTo>
                <a:close/>
                <a:moveTo>
                  <a:pt x="0" y="3135916"/>
                </a:moveTo>
                <a:lnTo>
                  <a:pt x="0" y="3186906"/>
                </a:lnTo>
                <a:lnTo>
                  <a:pt x="6350" y="3186906"/>
                </a:lnTo>
                <a:lnTo>
                  <a:pt x="6350" y="3135916"/>
                </a:lnTo>
                <a:lnTo>
                  <a:pt x="0" y="3135916"/>
                </a:lnTo>
                <a:close/>
                <a:moveTo>
                  <a:pt x="0" y="3237897"/>
                </a:moveTo>
                <a:lnTo>
                  <a:pt x="0" y="3288887"/>
                </a:lnTo>
                <a:lnTo>
                  <a:pt x="6350" y="3288887"/>
                </a:lnTo>
                <a:lnTo>
                  <a:pt x="6350" y="3237897"/>
                </a:lnTo>
                <a:lnTo>
                  <a:pt x="0" y="3237897"/>
                </a:lnTo>
                <a:close/>
                <a:moveTo>
                  <a:pt x="0" y="3339878"/>
                </a:moveTo>
                <a:lnTo>
                  <a:pt x="0" y="3390868"/>
                </a:lnTo>
                <a:lnTo>
                  <a:pt x="6350" y="3390868"/>
                </a:lnTo>
                <a:lnTo>
                  <a:pt x="6350" y="3339878"/>
                </a:lnTo>
                <a:lnTo>
                  <a:pt x="0" y="3339878"/>
                </a:lnTo>
                <a:close/>
                <a:moveTo>
                  <a:pt x="0" y="3441859"/>
                </a:moveTo>
                <a:lnTo>
                  <a:pt x="0" y="3492849"/>
                </a:lnTo>
                <a:lnTo>
                  <a:pt x="6350" y="3492849"/>
                </a:lnTo>
                <a:lnTo>
                  <a:pt x="6350" y="3441859"/>
                </a:lnTo>
                <a:lnTo>
                  <a:pt x="0" y="3441859"/>
                </a:lnTo>
                <a:close/>
                <a:moveTo>
                  <a:pt x="0" y="3543840"/>
                </a:moveTo>
                <a:lnTo>
                  <a:pt x="0" y="3594830"/>
                </a:lnTo>
                <a:lnTo>
                  <a:pt x="6350" y="3594830"/>
                </a:lnTo>
                <a:lnTo>
                  <a:pt x="6350" y="3543840"/>
                </a:lnTo>
                <a:lnTo>
                  <a:pt x="0" y="3543840"/>
                </a:lnTo>
                <a:close/>
                <a:moveTo>
                  <a:pt x="0" y="3645821"/>
                </a:moveTo>
                <a:lnTo>
                  <a:pt x="0" y="3696811"/>
                </a:lnTo>
                <a:lnTo>
                  <a:pt x="6350" y="3696811"/>
                </a:lnTo>
                <a:lnTo>
                  <a:pt x="6350" y="3645821"/>
                </a:lnTo>
                <a:lnTo>
                  <a:pt x="0" y="3645821"/>
                </a:lnTo>
                <a:close/>
                <a:moveTo>
                  <a:pt x="0" y="3747802"/>
                </a:moveTo>
                <a:lnTo>
                  <a:pt x="0" y="3798792"/>
                </a:lnTo>
                <a:lnTo>
                  <a:pt x="6350" y="3798792"/>
                </a:lnTo>
                <a:lnTo>
                  <a:pt x="6350" y="3747802"/>
                </a:lnTo>
                <a:lnTo>
                  <a:pt x="0" y="3747802"/>
                </a:lnTo>
                <a:close/>
                <a:moveTo>
                  <a:pt x="0" y="3849783"/>
                </a:moveTo>
                <a:lnTo>
                  <a:pt x="0" y="3900773"/>
                </a:lnTo>
                <a:lnTo>
                  <a:pt x="6350" y="3900773"/>
                </a:lnTo>
                <a:lnTo>
                  <a:pt x="6350" y="3849783"/>
                </a:lnTo>
                <a:lnTo>
                  <a:pt x="0" y="3849783"/>
                </a:lnTo>
                <a:close/>
                <a:moveTo>
                  <a:pt x="0" y="3951764"/>
                </a:moveTo>
                <a:lnTo>
                  <a:pt x="0" y="4002754"/>
                </a:lnTo>
                <a:lnTo>
                  <a:pt x="6350" y="4002754"/>
                </a:lnTo>
                <a:lnTo>
                  <a:pt x="6350" y="3951764"/>
                </a:lnTo>
                <a:lnTo>
                  <a:pt x="0" y="3951764"/>
                </a:lnTo>
                <a:close/>
                <a:moveTo>
                  <a:pt x="0" y="4053745"/>
                </a:moveTo>
                <a:lnTo>
                  <a:pt x="0" y="4104735"/>
                </a:lnTo>
                <a:lnTo>
                  <a:pt x="6350" y="4104735"/>
                </a:lnTo>
                <a:lnTo>
                  <a:pt x="6350" y="4053745"/>
                </a:lnTo>
                <a:lnTo>
                  <a:pt x="0" y="4053745"/>
                </a:lnTo>
                <a:close/>
                <a:moveTo>
                  <a:pt x="0" y="4155726"/>
                </a:moveTo>
                <a:lnTo>
                  <a:pt x="0" y="4206716"/>
                </a:lnTo>
                <a:lnTo>
                  <a:pt x="6350" y="4206716"/>
                </a:lnTo>
                <a:lnTo>
                  <a:pt x="6350" y="4155726"/>
                </a:lnTo>
                <a:lnTo>
                  <a:pt x="0" y="4155726"/>
                </a:lnTo>
                <a:close/>
                <a:moveTo>
                  <a:pt x="0" y="4257707"/>
                </a:moveTo>
                <a:lnTo>
                  <a:pt x="0" y="4308704"/>
                </a:lnTo>
                <a:lnTo>
                  <a:pt x="6350" y="4308704"/>
                </a:lnTo>
                <a:lnTo>
                  <a:pt x="6350" y="4257707"/>
                </a:lnTo>
                <a:lnTo>
                  <a:pt x="0" y="4257707"/>
                </a:lnTo>
                <a:close/>
                <a:moveTo>
                  <a:pt x="0" y="4359694"/>
                </a:moveTo>
                <a:lnTo>
                  <a:pt x="0" y="4410685"/>
                </a:lnTo>
                <a:lnTo>
                  <a:pt x="6350" y="4410685"/>
                </a:lnTo>
                <a:lnTo>
                  <a:pt x="6350" y="4359694"/>
                </a:lnTo>
                <a:lnTo>
                  <a:pt x="0" y="4359694"/>
                </a:lnTo>
                <a:close/>
                <a:moveTo>
                  <a:pt x="0" y="4461675"/>
                </a:moveTo>
                <a:lnTo>
                  <a:pt x="0" y="4512666"/>
                </a:lnTo>
                <a:lnTo>
                  <a:pt x="6350" y="4512666"/>
                </a:lnTo>
                <a:lnTo>
                  <a:pt x="6350" y="4461675"/>
                </a:lnTo>
                <a:lnTo>
                  <a:pt x="0" y="4461675"/>
                </a:lnTo>
                <a:close/>
                <a:moveTo>
                  <a:pt x="0" y="4563656"/>
                </a:moveTo>
                <a:lnTo>
                  <a:pt x="0" y="4614647"/>
                </a:lnTo>
                <a:lnTo>
                  <a:pt x="6350" y="4614647"/>
                </a:lnTo>
                <a:lnTo>
                  <a:pt x="6350" y="4563656"/>
                </a:lnTo>
                <a:lnTo>
                  <a:pt x="0" y="4563656"/>
                </a:lnTo>
                <a:close/>
                <a:moveTo>
                  <a:pt x="0" y="4665637"/>
                </a:moveTo>
                <a:lnTo>
                  <a:pt x="0" y="4716628"/>
                </a:lnTo>
                <a:lnTo>
                  <a:pt x="6350" y="4716628"/>
                </a:lnTo>
                <a:lnTo>
                  <a:pt x="6350" y="4665637"/>
                </a:lnTo>
                <a:lnTo>
                  <a:pt x="0" y="4665637"/>
                </a:lnTo>
                <a:close/>
                <a:moveTo>
                  <a:pt x="0" y="4767619"/>
                </a:moveTo>
                <a:lnTo>
                  <a:pt x="0" y="4818609"/>
                </a:lnTo>
                <a:lnTo>
                  <a:pt x="6350" y="4818609"/>
                </a:lnTo>
                <a:lnTo>
                  <a:pt x="6350" y="4767619"/>
                </a:lnTo>
                <a:lnTo>
                  <a:pt x="0" y="4767619"/>
                </a:lnTo>
                <a:close/>
                <a:moveTo>
                  <a:pt x="0" y="4869600"/>
                </a:moveTo>
                <a:lnTo>
                  <a:pt x="0" y="4920590"/>
                </a:lnTo>
                <a:lnTo>
                  <a:pt x="6350" y="4920590"/>
                </a:lnTo>
                <a:lnTo>
                  <a:pt x="6350" y="4869600"/>
                </a:lnTo>
                <a:lnTo>
                  <a:pt x="0" y="4869600"/>
                </a:lnTo>
                <a:close/>
                <a:moveTo>
                  <a:pt x="0" y="4971581"/>
                </a:moveTo>
                <a:lnTo>
                  <a:pt x="0" y="5022571"/>
                </a:lnTo>
                <a:lnTo>
                  <a:pt x="6350" y="5022571"/>
                </a:lnTo>
                <a:lnTo>
                  <a:pt x="6350" y="4971581"/>
                </a:lnTo>
                <a:lnTo>
                  <a:pt x="0" y="4971581"/>
                </a:lnTo>
                <a:close/>
                <a:moveTo>
                  <a:pt x="0" y="5073587"/>
                </a:moveTo>
                <a:lnTo>
                  <a:pt x="0" y="5099050"/>
                </a:lnTo>
                <a:lnTo>
                  <a:pt x="6350" y="5099050"/>
                </a:lnTo>
                <a:lnTo>
                  <a:pt x="6350" y="5073587"/>
                </a:lnTo>
                <a:lnTo>
                  <a:pt x="0" y="5073587"/>
                </a:lnTo>
                <a:close/>
                <a:moveTo>
                  <a:pt x="742950" y="5099050"/>
                </a:moveTo>
                <a:lnTo>
                  <a:pt x="742950" y="5073523"/>
                </a:lnTo>
                <a:lnTo>
                  <a:pt x="736600" y="5073523"/>
                </a:lnTo>
                <a:lnTo>
                  <a:pt x="736600" y="5099050"/>
                </a:lnTo>
                <a:lnTo>
                  <a:pt x="742950" y="5099050"/>
                </a:lnTo>
                <a:close/>
                <a:moveTo>
                  <a:pt x="742950" y="5022565"/>
                </a:moveTo>
                <a:lnTo>
                  <a:pt x="742950" y="4971574"/>
                </a:lnTo>
                <a:lnTo>
                  <a:pt x="736600" y="4971574"/>
                </a:lnTo>
                <a:lnTo>
                  <a:pt x="736600" y="5022565"/>
                </a:lnTo>
                <a:lnTo>
                  <a:pt x="742950" y="5022565"/>
                </a:lnTo>
                <a:close/>
                <a:moveTo>
                  <a:pt x="742950" y="4920584"/>
                </a:moveTo>
                <a:lnTo>
                  <a:pt x="742950" y="4869593"/>
                </a:lnTo>
                <a:lnTo>
                  <a:pt x="736600" y="4869593"/>
                </a:lnTo>
                <a:lnTo>
                  <a:pt x="736600" y="4920584"/>
                </a:lnTo>
                <a:lnTo>
                  <a:pt x="742950" y="4920584"/>
                </a:lnTo>
                <a:close/>
                <a:moveTo>
                  <a:pt x="742950" y="4818603"/>
                </a:moveTo>
                <a:lnTo>
                  <a:pt x="742950" y="4767612"/>
                </a:lnTo>
                <a:lnTo>
                  <a:pt x="736600" y="4767612"/>
                </a:lnTo>
                <a:lnTo>
                  <a:pt x="736600" y="4818603"/>
                </a:lnTo>
                <a:lnTo>
                  <a:pt x="742950" y="4818603"/>
                </a:lnTo>
                <a:close/>
                <a:moveTo>
                  <a:pt x="742950" y="4716622"/>
                </a:moveTo>
                <a:lnTo>
                  <a:pt x="742950" y="4665631"/>
                </a:lnTo>
                <a:lnTo>
                  <a:pt x="736600" y="4665631"/>
                </a:lnTo>
                <a:lnTo>
                  <a:pt x="736600" y="4716622"/>
                </a:lnTo>
                <a:lnTo>
                  <a:pt x="742950" y="4716622"/>
                </a:lnTo>
                <a:close/>
                <a:moveTo>
                  <a:pt x="742950" y="4614641"/>
                </a:moveTo>
                <a:lnTo>
                  <a:pt x="742950" y="4563650"/>
                </a:lnTo>
                <a:lnTo>
                  <a:pt x="736600" y="4563650"/>
                </a:lnTo>
                <a:lnTo>
                  <a:pt x="736600" y="4614641"/>
                </a:lnTo>
                <a:lnTo>
                  <a:pt x="742950" y="4614641"/>
                </a:lnTo>
                <a:close/>
                <a:moveTo>
                  <a:pt x="742950" y="4512660"/>
                </a:moveTo>
                <a:lnTo>
                  <a:pt x="742950" y="4461669"/>
                </a:lnTo>
                <a:lnTo>
                  <a:pt x="736600" y="4461669"/>
                </a:lnTo>
                <a:lnTo>
                  <a:pt x="736600" y="4512660"/>
                </a:lnTo>
                <a:lnTo>
                  <a:pt x="742950" y="4512660"/>
                </a:lnTo>
                <a:close/>
                <a:moveTo>
                  <a:pt x="742950" y="4410678"/>
                </a:moveTo>
                <a:lnTo>
                  <a:pt x="742950" y="4359688"/>
                </a:lnTo>
                <a:lnTo>
                  <a:pt x="736600" y="4359688"/>
                </a:lnTo>
                <a:lnTo>
                  <a:pt x="736600" y="4410678"/>
                </a:lnTo>
                <a:lnTo>
                  <a:pt x="742950" y="4410678"/>
                </a:lnTo>
                <a:close/>
                <a:moveTo>
                  <a:pt x="742950" y="4308697"/>
                </a:moveTo>
                <a:lnTo>
                  <a:pt x="742950" y="4257707"/>
                </a:lnTo>
                <a:lnTo>
                  <a:pt x="736600" y="4257707"/>
                </a:lnTo>
                <a:lnTo>
                  <a:pt x="736600" y="4308697"/>
                </a:lnTo>
                <a:lnTo>
                  <a:pt x="742950" y="4308697"/>
                </a:lnTo>
                <a:close/>
                <a:moveTo>
                  <a:pt x="742950" y="4206716"/>
                </a:moveTo>
                <a:lnTo>
                  <a:pt x="742950" y="4155726"/>
                </a:lnTo>
                <a:lnTo>
                  <a:pt x="736600" y="4155726"/>
                </a:lnTo>
                <a:lnTo>
                  <a:pt x="736600" y="4206716"/>
                </a:lnTo>
                <a:lnTo>
                  <a:pt x="742950" y="4206716"/>
                </a:lnTo>
                <a:close/>
                <a:moveTo>
                  <a:pt x="742950" y="4104735"/>
                </a:moveTo>
                <a:lnTo>
                  <a:pt x="742950" y="4053745"/>
                </a:lnTo>
                <a:lnTo>
                  <a:pt x="736600" y="4053745"/>
                </a:lnTo>
                <a:lnTo>
                  <a:pt x="736600" y="4104735"/>
                </a:lnTo>
                <a:lnTo>
                  <a:pt x="742950" y="4104735"/>
                </a:lnTo>
                <a:close/>
                <a:moveTo>
                  <a:pt x="742950" y="4002754"/>
                </a:moveTo>
                <a:lnTo>
                  <a:pt x="742950" y="3951764"/>
                </a:lnTo>
                <a:lnTo>
                  <a:pt x="736600" y="3951764"/>
                </a:lnTo>
                <a:lnTo>
                  <a:pt x="736600" y="4002754"/>
                </a:lnTo>
                <a:lnTo>
                  <a:pt x="742950" y="4002754"/>
                </a:lnTo>
                <a:close/>
                <a:moveTo>
                  <a:pt x="742950" y="3900773"/>
                </a:moveTo>
                <a:lnTo>
                  <a:pt x="742950" y="3849783"/>
                </a:lnTo>
                <a:lnTo>
                  <a:pt x="736600" y="3849783"/>
                </a:lnTo>
                <a:lnTo>
                  <a:pt x="736600" y="3900773"/>
                </a:lnTo>
                <a:lnTo>
                  <a:pt x="742950" y="3900773"/>
                </a:lnTo>
                <a:close/>
                <a:moveTo>
                  <a:pt x="742950" y="3798792"/>
                </a:moveTo>
                <a:lnTo>
                  <a:pt x="742950" y="3747802"/>
                </a:lnTo>
                <a:lnTo>
                  <a:pt x="736600" y="3747802"/>
                </a:lnTo>
                <a:lnTo>
                  <a:pt x="736600" y="3798792"/>
                </a:lnTo>
                <a:lnTo>
                  <a:pt x="742950" y="3798792"/>
                </a:lnTo>
                <a:close/>
                <a:moveTo>
                  <a:pt x="742950" y="3696811"/>
                </a:moveTo>
                <a:lnTo>
                  <a:pt x="742950" y="3645821"/>
                </a:lnTo>
                <a:lnTo>
                  <a:pt x="736600" y="3645821"/>
                </a:lnTo>
                <a:lnTo>
                  <a:pt x="736600" y="3696811"/>
                </a:lnTo>
                <a:lnTo>
                  <a:pt x="742950" y="3696811"/>
                </a:lnTo>
                <a:close/>
                <a:moveTo>
                  <a:pt x="742950" y="3594830"/>
                </a:moveTo>
                <a:lnTo>
                  <a:pt x="742950" y="3543840"/>
                </a:lnTo>
                <a:lnTo>
                  <a:pt x="736600" y="3543840"/>
                </a:lnTo>
                <a:lnTo>
                  <a:pt x="736600" y="3594830"/>
                </a:lnTo>
                <a:lnTo>
                  <a:pt x="742950" y="3594830"/>
                </a:lnTo>
                <a:close/>
                <a:moveTo>
                  <a:pt x="742950" y="3492849"/>
                </a:moveTo>
                <a:lnTo>
                  <a:pt x="742950" y="3441859"/>
                </a:lnTo>
                <a:lnTo>
                  <a:pt x="736600" y="3441859"/>
                </a:lnTo>
                <a:lnTo>
                  <a:pt x="736600" y="3492849"/>
                </a:lnTo>
                <a:lnTo>
                  <a:pt x="742950" y="3492849"/>
                </a:lnTo>
                <a:close/>
                <a:moveTo>
                  <a:pt x="742950" y="3390868"/>
                </a:moveTo>
                <a:lnTo>
                  <a:pt x="742950" y="3339878"/>
                </a:lnTo>
                <a:lnTo>
                  <a:pt x="736600" y="3339878"/>
                </a:lnTo>
                <a:lnTo>
                  <a:pt x="736600" y="3390868"/>
                </a:lnTo>
                <a:lnTo>
                  <a:pt x="742950" y="3390868"/>
                </a:lnTo>
                <a:close/>
                <a:moveTo>
                  <a:pt x="742950" y="3288887"/>
                </a:moveTo>
                <a:lnTo>
                  <a:pt x="742950" y="3237897"/>
                </a:lnTo>
                <a:lnTo>
                  <a:pt x="736600" y="3237897"/>
                </a:lnTo>
                <a:lnTo>
                  <a:pt x="736600" y="3288887"/>
                </a:lnTo>
                <a:lnTo>
                  <a:pt x="742950" y="3288887"/>
                </a:lnTo>
                <a:close/>
                <a:moveTo>
                  <a:pt x="742950" y="3186906"/>
                </a:moveTo>
                <a:lnTo>
                  <a:pt x="742950" y="3135916"/>
                </a:lnTo>
                <a:lnTo>
                  <a:pt x="736600" y="3135916"/>
                </a:lnTo>
                <a:lnTo>
                  <a:pt x="736600" y="3186906"/>
                </a:lnTo>
                <a:lnTo>
                  <a:pt x="742950" y="3186906"/>
                </a:lnTo>
                <a:close/>
                <a:moveTo>
                  <a:pt x="742950" y="3084925"/>
                </a:moveTo>
                <a:lnTo>
                  <a:pt x="742950" y="3033935"/>
                </a:lnTo>
                <a:lnTo>
                  <a:pt x="736600" y="3033935"/>
                </a:lnTo>
                <a:lnTo>
                  <a:pt x="736600" y="3084925"/>
                </a:lnTo>
                <a:lnTo>
                  <a:pt x="742950" y="3084925"/>
                </a:lnTo>
                <a:close/>
                <a:moveTo>
                  <a:pt x="742950" y="2982944"/>
                </a:moveTo>
                <a:lnTo>
                  <a:pt x="742950" y="2931954"/>
                </a:lnTo>
                <a:lnTo>
                  <a:pt x="736600" y="2931954"/>
                </a:lnTo>
                <a:lnTo>
                  <a:pt x="736600" y="2982944"/>
                </a:lnTo>
                <a:lnTo>
                  <a:pt x="742950" y="2982944"/>
                </a:lnTo>
                <a:close/>
                <a:moveTo>
                  <a:pt x="742950" y="2880963"/>
                </a:moveTo>
                <a:lnTo>
                  <a:pt x="742950" y="2829973"/>
                </a:lnTo>
                <a:lnTo>
                  <a:pt x="736600" y="2829973"/>
                </a:lnTo>
                <a:lnTo>
                  <a:pt x="736600" y="2880963"/>
                </a:lnTo>
                <a:lnTo>
                  <a:pt x="742950" y="2880963"/>
                </a:lnTo>
                <a:close/>
                <a:moveTo>
                  <a:pt x="742950" y="2778982"/>
                </a:moveTo>
                <a:lnTo>
                  <a:pt x="742950" y="2727992"/>
                </a:lnTo>
                <a:lnTo>
                  <a:pt x="736600" y="2727992"/>
                </a:lnTo>
                <a:lnTo>
                  <a:pt x="736600" y="2778982"/>
                </a:lnTo>
                <a:lnTo>
                  <a:pt x="742950" y="2778982"/>
                </a:lnTo>
                <a:close/>
                <a:moveTo>
                  <a:pt x="742950" y="2677001"/>
                </a:moveTo>
                <a:lnTo>
                  <a:pt x="742950" y="2626011"/>
                </a:lnTo>
                <a:lnTo>
                  <a:pt x="736600" y="2626011"/>
                </a:lnTo>
                <a:lnTo>
                  <a:pt x="736600" y="2677001"/>
                </a:lnTo>
                <a:lnTo>
                  <a:pt x="742950" y="2677001"/>
                </a:lnTo>
                <a:close/>
                <a:moveTo>
                  <a:pt x="742950" y="2575020"/>
                </a:moveTo>
                <a:lnTo>
                  <a:pt x="742950" y="2524030"/>
                </a:lnTo>
                <a:lnTo>
                  <a:pt x="736600" y="2524030"/>
                </a:lnTo>
                <a:lnTo>
                  <a:pt x="736600" y="2575020"/>
                </a:lnTo>
                <a:lnTo>
                  <a:pt x="742950" y="2575020"/>
                </a:lnTo>
                <a:close/>
                <a:moveTo>
                  <a:pt x="742950" y="2473039"/>
                </a:moveTo>
                <a:lnTo>
                  <a:pt x="742950" y="2422049"/>
                </a:lnTo>
                <a:lnTo>
                  <a:pt x="736600" y="2422049"/>
                </a:lnTo>
                <a:lnTo>
                  <a:pt x="736600" y="2473039"/>
                </a:lnTo>
                <a:lnTo>
                  <a:pt x="742950" y="2473039"/>
                </a:lnTo>
                <a:close/>
                <a:moveTo>
                  <a:pt x="742950" y="2371058"/>
                </a:moveTo>
                <a:lnTo>
                  <a:pt x="742950" y="2320068"/>
                </a:lnTo>
                <a:lnTo>
                  <a:pt x="736600" y="2320068"/>
                </a:lnTo>
                <a:lnTo>
                  <a:pt x="736600" y="2371058"/>
                </a:lnTo>
                <a:lnTo>
                  <a:pt x="742950" y="2371058"/>
                </a:lnTo>
                <a:close/>
                <a:moveTo>
                  <a:pt x="742950" y="2269078"/>
                </a:moveTo>
                <a:lnTo>
                  <a:pt x="742950" y="2218087"/>
                </a:lnTo>
                <a:lnTo>
                  <a:pt x="736600" y="2218087"/>
                </a:lnTo>
                <a:lnTo>
                  <a:pt x="736600" y="2269078"/>
                </a:lnTo>
                <a:lnTo>
                  <a:pt x="742950" y="2269078"/>
                </a:lnTo>
                <a:close/>
                <a:moveTo>
                  <a:pt x="742950" y="2167097"/>
                </a:moveTo>
                <a:lnTo>
                  <a:pt x="742950" y="2116106"/>
                </a:lnTo>
                <a:lnTo>
                  <a:pt x="736600" y="2116106"/>
                </a:lnTo>
                <a:lnTo>
                  <a:pt x="736600" y="2167097"/>
                </a:lnTo>
                <a:lnTo>
                  <a:pt x="742950" y="2167097"/>
                </a:lnTo>
                <a:close/>
                <a:moveTo>
                  <a:pt x="742950" y="2065115"/>
                </a:moveTo>
                <a:lnTo>
                  <a:pt x="742950" y="2014125"/>
                </a:lnTo>
                <a:lnTo>
                  <a:pt x="736600" y="2014125"/>
                </a:lnTo>
                <a:lnTo>
                  <a:pt x="736600" y="2065115"/>
                </a:lnTo>
                <a:lnTo>
                  <a:pt x="742950" y="2065115"/>
                </a:lnTo>
                <a:close/>
                <a:moveTo>
                  <a:pt x="742950" y="1963134"/>
                </a:moveTo>
                <a:lnTo>
                  <a:pt x="742950" y="1912144"/>
                </a:lnTo>
                <a:lnTo>
                  <a:pt x="736600" y="1912144"/>
                </a:lnTo>
                <a:lnTo>
                  <a:pt x="736600" y="1963134"/>
                </a:lnTo>
                <a:lnTo>
                  <a:pt x="742950" y="1963134"/>
                </a:lnTo>
                <a:close/>
                <a:moveTo>
                  <a:pt x="742950" y="1861153"/>
                </a:moveTo>
                <a:lnTo>
                  <a:pt x="742950" y="1810163"/>
                </a:lnTo>
                <a:lnTo>
                  <a:pt x="736600" y="1810163"/>
                </a:lnTo>
                <a:lnTo>
                  <a:pt x="736600" y="1861153"/>
                </a:lnTo>
                <a:lnTo>
                  <a:pt x="742950" y="1861153"/>
                </a:lnTo>
                <a:close/>
                <a:moveTo>
                  <a:pt x="742950" y="1759172"/>
                </a:moveTo>
                <a:lnTo>
                  <a:pt x="742950" y="1708182"/>
                </a:lnTo>
                <a:lnTo>
                  <a:pt x="736600" y="1708182"/>
                </a:lnTo>
                <a:lnTo>
                  <a:pt x="736600" y="1759172"/>
                </a:lnTo>
                <a:lnTo>
                  <a:pt x="742950" y="1759172"/>
                </a:lnTo>
                <a:close/>
                <a:moveTo>
                  <a:pt x="742950" y="1657191"/>
                </a:moveTo>
                <a:lnTo>
                  <a:pt x="742950" y="1606201"/>
                </a:lnTo>
                <a:lnTo>
                  <a:pt x="736600" y="1606201"/>
                </a:lnTo>
                <a:lnTo>
                  <a:pt x="736600" y="1657191"/>
                </a:lnTo>
                <a:lnTo>
                  <a:pt x="742950" y="1657191"/>
                </a:lnTo>
                <a:close/>
                <a:moveTo>
                  <a:pt x="742950" y="1555210"/>
                </a:moveTo>
                <a:lnTo>
                  <a:pt x="742950" y="1504220"/>
                </a:lnTo>
                <a:lnTo>
                  <a:pt x="736600" y="1504220"/>
                </a:lnTo>
                <a:lnTo>
                  <a:pt x="736600" y="1555210"/>
                </a:lnTo>
                <a:lnTo>
                  <a:pt x="742950" y="1555210"/>
                </a:lnTo>
                <a:close/>
                <a:moveTo>
                  <a:pt x="742950" y="1453229"/>
                </a:moveTo>
                <a:lnTo>
                  <a:pt x="742950" y="1402239"/>
                </a:lnTo>
                <a:lnTo>
                  <a:pt x="736600" y="1402239"/>
                </a:lnTo>
                <a:lnTo>
                  <a:pt x="736600" y="1453229"/>
                </a:lnTo>
                <a:lnTo>
                  <a:pt x="742950" y="1453229"/>
                </a:lnTo>
                <a:close/>
                <a:moveTo>
                  <a:pt x="742950" y="1351248"/>
                </a:moveTo>
                <a:lnTo>
                  <a:pt x="742950" y="1300258"/>
                </a:lnTo>
                <a:lnTo>
                  <a:pt x="736600" y="1300258"/>
                </a:lnTo>
                <a:lnTo>
                  <a:pt x="736600" y="1351248"/>
                </a:lnTo>
                <a:lnTo>
                  <a:pt x="742950" y="1351248"/>
                </a:lnTo>
                <a:close/>
                <a:moveTo>
                  <a:pt x="742950" y="1249267"/>
                </a:moveTo>
                <a:lnTo>
                  <a:pt x="742950" y="1198277"/>
                </a:lnTo>
                <a:lnTo>
                  <a:pt x="736600" y="1198277"/>
                </a:lnTo>
                <a:lnTo>
                  <a:pt x="736600" y="1249267"/>
                </a:lnTo>
                <a:lnTo>
                  <a:pt x="742950" y="1249267"/>
                </a:lnTo>
                <a:close/>
                <a:moveTo>
                  <a:pt x="742950" y="1147286"/>
                </a:moveTo>
                <a:lnTo>
                  <a:pt x="742950" y="1096296"/>
                </a:lnTo>
                <a:lnTo>
                  <a:pt x="736600" y="1096296"/>
                </a:lnTo>
                <a:lnTo>
                  <a:pt x="736600" y="1147286"/>
                </a:lnTo>
                <a:lnTo>
                  <a:pt x="742950" y="1147286"/>
                </a:lnTo>
                <a:close/>
                <a:moveTo>
                  <a:pt x="742950" y="1045305"/>
                </a:moveTo>
                <a:lnTo>
                  <a:pt x="742950" y="994315"/>
                </a:lnTo>
                <a:lnTo>
                  <a:pt x="736600" y="994315"/>
                </a:lnTo>
                <a:lnTo>
                  <a:pt x="736600" y="1045305"/>
                </a:lnTo>
                <a:lnTo>
                  <a:pt x="742950" y="1045305"/>
                </a:lnTo>
                <a:close/>
                <a:moveTo>
                  <a:pt x="742950" y="943324"/>
                </a:moveTo>
                <a:lnTo>
                  <a:pt x="742950" y="892334"/>
                </a:lnTo>
                <a:lnTo>
                  <a:pt x="736600" y="892334"/>
                </a:lnTo>
                <a:lnTo>
                  <a:pt x="736600" y="943324"/>
                </a:lnTo>
                <a:lnTo>
                  <a:pt x="742950" y="943324"/>
                </a:lnTo>
                <a:close/>
                <a:moveTo>
                  <a:pt x="742950" y="841337"/>
                </a:moveTo>
                <a:lnTo>
                  <a:pt x="742950" y="790353"/>
                </a:lnTo>
                <a:lnTo>
                  <a:pt x="736600" y="790353"/>
                </a:lnTo>
                <a:lnTo>
                  <a:pt x="736600" y="841337"/>
                </a:lnTo>
                <a:lnTo>
                  <a:pt x="742950" y="841337"/>
                </a:lnTo>
                <a:close/>
                <a:moveTo>
                  <a:pt x="742950" y="739356"/>
                </a:moveTo>
                <a:lnTo>
                  <a:pt x="742950" y="688365"/>
                </a:lnTo>
                <a:lnTo>
                  <a:pt x="736600" y="688365"/>
                </a:lnTo>
                <a:lnTo>
                  <a:pt x="736600" y="739356"/>
                </a:lnTo>
                <a:lnTo>
                  <a:pt x="742950" y="739356"/>
                </a:lnTo>
                <a:close/>
                <a:moveTo>
                  <a:pt x="742950" y="637375"/>
                </a:moveTo>
                <a:lnTo>
                  <a:pt x="742950" y="586384"/>
                </a:lnTo>
                <a:lnTo>
                  <a:pt x="736600" y="586384"/>
                </a:lnTo>
                <a:lnTo>
                  <a:pt x="736600" y="637375"/>
                </a:lnTo>
                <a:lnTo>
                  <a:pt x="742950" y="637375"/>
                </a:lnTo>
                <a:close/>
                <a:moveTo>
                  <a:pt x="742950" y="535394"/>
                </a:moveTo>
                <a:lnTo>
                  <a:pt x="742950" y="484403"/>
                </a:lnTo>
                <a:lnTo>
                  <a:pt x="736600" y="484403"/>
                </a:lnTo>
                <a:lnTo>
                  <a:pt x="736600" y="535394"/>
                </a:lnTo>
                <a:lnTo>
                  <a:pt x="742950" y="535394"/>
                </a:lnTo>
                <a:close/>
                <a:moveTo>
                  <a:pt x="742950" y="433413"/>
                </a:moveTo>
                <a:lnTo>
                  <a:pt x="742950" y="382422"/>
                </a:lnTo>
                <a:lnTo>
                  <a:pt x="736600" y="382422"/>
                </a:lnTo>
                <a:lnTo>
                  <a:pt x="736600" y="433413"/>
                </a:lnTo>
                <a:lnTo>
                  <a:pt x="742950" y="433413"/>
                </a:lnTo>
                <a:close/>
                <a:moveTo>
                  <a:pt x="742950" y="331432"/>
                </a:moveTo>
                <a:lnTo>
                  <a:pt x="742950" y="280441"/>
                </a:lnTo>
                <a:lnTo>
                  <a:pt x="736600" y="280441"/>
                </a:lnTo>
                <a:lnTo>
                  <a:pt x="736600" y="331432"/>
                </a:lnTo>
                <a:lnTo>
                  <a:pt x="742950" y="331432"/>
                </a:lnTo>
                <a:close/>
                <a:moveTo>
                  <a:pt x="742950" y="229451"/>
                </a:moveTo>
                <a:lnTo>
                  <a:pt x="742950" y="178460"/>
                </a:lnTo>
                <a:lnTo>
                  <a:pt x="736600" y="178460"/>
                </a:lnTo>
                <a:lnTo>
                  <a:pt x="736600" y="229451"/>
                </a:lnTo>
                <a:lnTo>
                  <a:pt x="742950" y="229451"/>
                </a:lnTo>
                <a:close/>
                <a:moveTo>
                  <a:pt x="742950" y="127470"/>
                </a:moveTo>
                <a:lnTo>
                  <a:pt x="742950" y="76479"/>
                </a:lnTo>
                <a:lnTo>
                  <a:pt x="736600" y="76479"/>
                </a:lnTo>
                <a:lnTo>
                  <a:pt x="736600" y="127470"/>
                </a:lnTo>
                <a:lnTo>
                  <a:pt x="742950" y="127470"/>
                </a:lnTo>
                <a:close/>
                <a:moveTo>
                  <a:pt x="742950" y="25489"/>
                </a:moveTo>
                <a:lnTo>
                  <a:pt x="742950" y="0"/>
                </a:lnTo>
                <a:lnTo>
                  <a:pt x="736600" y="0"/>
                </a:lnTo>
                <a:lnTo>
                  <a:pt x="736600" y="25489"/>
                </a:lnTo>
                <a:lnTo>
                  <a:pt x="742950" y="25489"/>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0" name="任意多边形: 形状 159">
            <a:extLst>
              <a:ext uri="{FF2B5EF4-FFF2-40B4-BE49-F238E27FC236}">
                <a16:creationId xmlns:a16="http://schemas.microsoft.com/office/drawing/2014/main" id="{F1E010C5-3AF9-8B95-F69D-57AE6365CB52}"/>
              </a:ext>
            </a:extLst>
          </p:cNvPr>
          <p:cNvSpPr/>
          <p:nvPr/>
        </p:nvSpPr>
        <p:spPr>
          <a:xfrm>
            <a:off x="984250" y="1289050"/>
            <a:ext cx="1701800" cy="5099050"/>
          </a:xfrm>
          <a:custGeom>
            <a:avLst/>
            <a:gdLst>
              <a:gd name="connsiteX0" fmla="*/ 0 w 1701800"/>
              <a:gd name="connsiteY0" fmla="*/ 0 h 5099050"/>
              <a:gd name="connsiteX1" fmla="*/ 1701800 w 1701800"/>
              <a:gd name="connsiteY1" fmla="*/ 0 h 5099050"/>
              <a:gd name="connsiteX2" fmla="*/ 1701800 w 1701800"/>
              <a:gd name="connsiteY2" fmla="*/ 5099050 h 5099050"/>
              <a:gd name="connsiteX3" fmla="*/ 0 w 1701800"/>
              <a:gd name="connsiteY3" fmla="*/ 5099050 h 5099050"/>
              <a:gd name="connsiteX4" fmla="*/ 0 w 1701800"/>
              <a:gd name="connsiteY4" fmla="*/ 0 h 509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800" h="5099050">
                <a:moveTo>
                  <a:pt x="0" y="0"/>
                </a:moveTo>
                <a:lnTo>
                  <a:pt x="1701800" y="0"/>
                </a:lnTo>
                <a:lnTo>
                  <a:pt x="1701800" y="5099050"/>
                </a:lnTo>
                <a:lnTo>
                  <a:pt x="0" y="50990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61" name="任意多边形: 形状 160">
            <a:extLst>
              <a:ext uri="{FF2B5EF4-FFF2-40B4-BE49-F238E27FC236}">
                <a16:creationId xmlns:a16="http://schemas.microsoft.com/office/drawing/2014/main" id="{7B98F8C1-1DC1-20E8-4D4F-2544B0348103}"/>
              </a:ext>
            </a:extLst>
          </p:cNvPr>
          <p:cNvSpPr/>
          <p:nvPr/>
        </p:nvSpPr>
        <p:spPr>
          <a:xfrm>
            <a:off x="981075" y="1289050"/>
            <a:ext cx="1708150" cy="5099050"/>
          </a:xfrm>
          <a:custGeom>
            <a:avLst/>
            <a:gdLst>
              <a:gd name="connsiteX0" fmla="*/ 0 w 1708150"/>
              <a:gd name="connsiteY0" fmla="*/ 0 h 5099050"/>
              <a:gd name="connsiteX1" fmla="*/ 0 w 1708150"/>
              <a:gd name="connsiteY1" fmla="*/ 25495 h 5099050"/>
              <a:gd name="connsiteX2" fmla="*/ 6350 w 1708150"/>
              <a:gd name="connsiteY2" fmla="*/ 25495 h 5099050"/>
              <a:gd name="connsiteX3" fmla="*/ 6350 w 1708150"/>
              <a:gd name="connsiteY3" fmla="*/ 0 h 5099050"/>
              <a:gd name="connsiteX4" fmla="*/ 0 w 1708150"/>
              <a:gd name="connsiteY4" fmla="*/ 0 h 5099050"/>
              <a:gd name="connsiteX5" fmla="*/ 0 w 1708150"/>
              <a:gd name="connsiteY5" fmla="*/ 76486 h 5099050"/>
              <a:gd name="connsiteX6" fmla="*/ 0 w 1708150"/>
              <a:gd name="connsiteY6" fmla="*/ 127476 h 5099050"/>
              <a:gd name="connsiteX7" fmla="*/ 6350 w 1708150"/>
              <a:gd name="connsiteY7" fmla="*/ 127476 h 5099050"/>
              <a:gd name="connsiteX8" fmla="*/ 6350 w 1708150"/>
              <a:gd name="connsiteY8" fmla="*/ 76486 h 5099050"/>
              <a:gd name="connsiteX9" fmla="*/ 0 w 1708150"/>
              <a:gd name="connsiteY9" fmla="*/ 76486 h 5099050"/>
              <a:gd name="connsiteX10" fmla="*/ 0 w 1708150"/>
              <a:gd name="connsiteY10" fmla="*/ 178467 h 5099050"/>
              <a:gd name="connsiteX11" fmla="*/ 0 w 1708150"/>
              <a:gd name="connsiteY11" fmla="*/ 229457 h 5099050"/>
              <a:gd name="connsiteX12" fmla="*/ 6350 w 1708150"/>
              <a:gd name="connsiteY12" fmla="*/ 229457 h 5099050"/>
              <a:gd name="connsiteX13" fmla="*/ 6350 w 1708150"/>
              <a:gd name="connsiteY13" fmla="*/ 178467 h 5099050"/>
              <a:gd name="connsiteX14" fmla="*/ 0 w 1708150"/>
              <a:gd name="connsiteY14" fmla="*/ 178467 h 5099050"/>
              <a:gd name="connsiteX15" fmla="*/ 0 w 1708150"/>
              <a:gd name="connsiteY15" fmla="*/ 280448 h 5099050"/>
              <a:gd name="connsiteX16" fmla="*/ 0 w 1708150"/>
              <a:gd name="connsiteY16" fmla="*/ 331438 h 5099050"/>
              <a:gd name="connsiteX17" fmla="*/ 6350 w 1708150"/>
              <a:gd name="connsiteY17" fmla="*/ 331438 h 5099050"/>
              <a:gd name="connsiteX18" fmla="*/ 6350 w 1708150"/>
              <a:gd name="connsiteY18" fmla="*/ 280448 h 5099050"/>
              <a:gd name="connsiteX19" fmla="*/ 0 w 1708150"/>
              <a:gd name="connsiteY19" fmla="*/ 280448 h 5099050"/>
              <a:gd name="connsiteX20" fmla="*/ 0 w 1708150"/>
              <a:gd name="connsiteY20" fmla="*/ 382429 h 5099050"/>
              <a:gd name="connsiteX21" fmla="*/ 0 w 1708150"/>
              <a:gd name="connsiteY21" fmla="*/ 433419 h 5099050"/>
              <a:gd name="connsiteX22" fmla="*/ 6350 w 1708150"/>
              <a:gd name="connsiteY22" fmla="*/ 433419 h 5099050"/>
              <a:gd name="connsiteX23" fmla="*/ 6350 w 1708150"/>
              <a:gd name="connsiteY23" fmla="*/ 382429 h 5099050"/>
              <a:gd name="connsiteX24" fmla="*/ 0 w 1708150"/>
              <a:gd name="connsiteY24" fmla="*/ 382429 h 5099050"/>
              <a:gd name="connsiteX25" fmla="*/ 0 w 1708150"/>
              <a:gd name="connsiteY25" fmla="*/ 484410 h 5099050"/>
              <a:gd name="connsiteX26" fmla="*/ 0 w 1708150"/>
              <a:gd name="connsiteY26" fmla="*/ 535400 h 5099050"/>
              <a:gd name="connsiteX27" fmla="*/ 6350 w 1708150"/>
              <a:gd name="connsiteY27" fmla="*/ 535400 h 5099050"/>
              <a:gd name="connsiteX28" fmla="*/ 6350 w 1708150"/>
              <a:gd name="connsiteY28" fmla="*/ 484410 h 5099050"/>
              <a:gd name="connsiteX29" fmla="*/ 0 w 1708150"/>
              <a:gd name="connsiteY29" fmla="*/ 484410 h 5099050"/>
              <a:gd name="connsiteX30" fmla="*/ 0 w 1708150"/>
              <a:gd name="connsiteY30" fmla="*/ 586391 h 5099050"/>
              <a:gd name="connsiteX31" fmla="*/ 0 w 1708150"/>
              <a:gd name="connsiteY31" fmla="*/ 637381 h 5099050"/>
              <a:gd name="connsiteX32" fmla="*/ 6350 w 1708150"/>
              <a:gd name="connsiteY32" fmla="*/ 637381 h 5099050"/>
              <a:gd name="connsiteX33" fmla="*/ 6350 w 1708150"/>
              <a:gd name="connsiteY33" fmla="*/ 586391 h 5099050"/>
              <a:gd name="connsiteX34" fmla="*/ 0 w 1708150"/>
              <a:gd name="connsiteY34" fmla="*/ 586391 h 5099050"/>
              <a:gd name="connsiteX35" fmla="*/ 0 w 1708150"/>
              <a:gd name="connsiteY35" fmla="*/ 688372 h 5099050"/>
              <a:gd name="connsiteX36" fmla="*/ 0 w 1708150"/>
              <a:gd name="connsiteY36" fmla="*/ 739362 h 5099050"/>
              <a:gd name="connsiteX37" fmla="*/ 6350 w 1708150"/>
              <a:gd name="connsiteY37" fmla="*/ 739362 h 5099050"/>
              <a:gd name="connsiteX38" fmla="*/ 6350 w 1708150"/>
              <a:gd name="connsiteY38" fmla="*/ 688372 h 5099050"/>
              <a:gd name="connsiteX39" fmla="*/ 0 w 1708150"/>
              <a:gd name="connsiteY39" fmla="*/ 688372 h 5099050"/>
              <a:gd name="connsiteX40" fmla="*/ 0 w 1708150"/>
              <a:gd name="connsiteY40" fmla="*/ 790353 h 5099050"/>
              <a:gd name="connsiteX41" fmla="*/ 0 w 1708150"/>
              <a:gd name="connsiteY41" fmla="*/ 841343 h 5099050"/>
              <a:gd name="connsiteX42" fmla="*/ 6350 w 1708150"/>
              <a:gd name="connsiteY42" fmla="*/ 841343 h 5099050"/>
              <a:gd name="connsiteX43" fmla="*/ 6350 w 1708150"/>
              <a:gd name="connsiteY43" fmla="*/ 790353 h 5099050"/>
              <a:gd name="connsiteX44" fmla="*/ 0 w 1708150"/>
              <a:gd name="connsiteY44" fmla="*/ 790353 h 5099050"/>
              <a:gd name="connsiteX45" fmla="*/ 0 w 1708150"/>
              <a:gd name="connsiteY45" fmla="*/ 892334 h 5099050"/>
              <a:gd name="connsiteX46" fmla="*/ 0 w 1708150"/>
              <a:gd name="connsiteY46" fmla="*/ 943324 h 5099050"/>
              <a:gd name="connsiteX47" fmla="*/ 6350 w 1708150"/>
              <a:gd name="connsiteY47" fmla="*/ 943324 h 5099050"/>
              <a:gd name="connsiteX48" fmla="*/ 6350 w 1708150"/>
              <a:gd name="connsiteY48" fmla="*/ 892334 h 5099050"/>
              <a:gd name="connsiteX49" fmla="*/ 0 w 1708150"/>
              <a:gd name="connsiteY49" fmla="*/ 892334 h 5099050"/>
              <a:gd name="connsiteX50" fmla="*/ 0 w 1708150"/>
              <a:gd name="connsiteY50" fmla="*/ 994315 h 5099050"/>
              <a:gd name="connsiteX51" fmla="*/ 0 w 1708150"/>
              <a:gd name="connsiteY51" fmla="*/ 1045305 h 5099050"/>
              <a:gd name="connsiteX52" fmla="*/ 6350 w 1708150"/>
              <a:gd name="connsiteY52" fmla="*/ 1045305 h 5099050"/>
              <a:gd name="connsiteX53" fmla="*/ 6350 w 1708150"/>
              <a:gd name="connsiteY53" fmla="*/ 994315 h 5099050"/>
              <a:gd name="connsiteX54" fmla="*/ 0 w 1708150"/>
              <a:gd name="connsiteY54" fmla="*/ 994315 h 5099050"/>
              <a:gd name="connsiteX55" fmla="*/ 0 w 1708150"/>
              <a:gd name="connsiteY55" fmla="*/ 1096296 h 5099050"/>
              <a:gd name="connsiteX56" fmla="*/ 0 w 1708150"/>
              <a:gd name="connsiteY56" fmla="*/ 1147286 h 5099050"/>
              <a:gd name="connsiteX57" fmla="*/ 6350 w 1708150"/>
              <a:gd name="connsiteY57" fmla="*/ 1147286 h 5099050"/>
              <a:gd name="connsiteX58" fmla="*/ 6350 w 1708150"/>
              <a:gd name="connsiteY58" fmla="*/ 1096296 h 5099050"/>
              <a:gd name="connsiteX59" fmla="*/ 0 w 1708150"/>
              <a:gd name="connsiteY59" fmla="*/ 1096296 h 5099050"/>
              <a:gd name="connsiteX60" fmla="*/ 0 w 1708150"/>
              <a:gd name="connsiteY60" fmla="*/ 1198277 h 5099050"/>
              <a:gd name="connsiteX61" fmla="*/ 0 w 1708150"/>
              <a:gd name="connsiteY61" fmla="*/ 1249267 h 5099050"/>
              <a:gd name="connsiteX62" fmla="*/ 6350 w 1708150"/>
              <a:gd name="connsiteY62" fmla="*/ 1249267 h 5099050"/>
              <a:gd name="connsiteX63" fmla="*/ 6350 w 1708150"/>
              <a:gd name="connsiteY63" fmla="*/ 1198277 h 5099050"/>
              <a:gd name="connsiteX64" fmla="*/ 0 w 1708150"/>
              <a:gd name="connsiteY64" fmla="*/ 1198277 h 5099050"/>
              <a:gd name="connsiteX65" fmla="*/ 0 w 1708150"/>
              <a:gd name="connsiteY65" fmla="*/ 1300258 h 5099050"/>
              <a:gd name="connsiteX66" fmla="*/ 0 w 1708150"/>
              <a:gd name="connsiteY66" fmla="*/ 1351248 h 5099050"/>
              <a:gd name="connsiteX67" fmla="*/ 6350 w 1708150"/>
              <a:gd name="connsiteY67" fmla="*/ 1351248 h 5099050"/>
              <a:gd name="connsiteX68" fmla="*/ 6350 w 1708150"/>
              <a:gd name="connsiteY68" fmla="*/ 1300258 h 5099050"/>
              <a:gd name="connsiteX69" fmla="*/ 0 w 1708150"/>
              <a:gd name="connsiteY69" fmla="*/ 1300258 h 5099050"/>
              <a:gd name="connsiteX70" fmla="*/ 0 w 1708150"/>
              <a:gd name="connsiteY70" fmla="*/ 1402239 h 5099050"/>
              <a:gd name="connsiteX71" fmla="*/ 0 w 1708150"/>
              <a:gd name="connsiteY71" fmla="*/ 1453229 h 5099050"/>
              <a:gd name="connsiteX72" fmla="*/ 6350 w 1708150"/>
              <a:gd name="connsiteY72" fmla="*/ 1453229 h 5099050"/>
              <a:gd name="connsiteX73" fmla="*/ 6350 w 1708150"/>
              <a:gd name="connsiteY73" fmla="*/ 1402239 h 5099050"/>
              <a:gd name="connsiteX74" fmla="*/ 0 w 1708150"/>
              <a:gd name="connsiteY74" fmla="*/ 1402239 h 5099050"/>
              <a:gd name="connsiteX75" fmla="*/ 0 w 1708150"/>
              <a:gd name="connsiteY75" fmla="*/ 1504220 h 5099050"/>
              <a:gd name="connsiteX76" fmla="*/ 0 w 1708150"/>
              <a:gd name="connsiteY76" fmla="*/ 1555210 h 5099050"/>
              <a:gd name="connsiteX77" fmla="*/ 6350 w 1708150"/>
              <a:gd name="connsiteY77" fmla="*/ 1555210 h 5099050"/>
              <a:gd name="connsiteX78" fmla="*/ 6350 w 1708150"/>
              <a:gd name="connsiteY78" fmla="*/ 1504220 h 5099050"/>
              <a:gd name="connsiteX79" fmla="*/ 0 w 1708150"/>
              <a:gd name="connsiteY79" fmla="*/ 1504220 h 5099050"/>
              <a:gd name="connsiteX80" fmla="*/ 0 w 1708150"/>
              <a:gd name="connsiteY80" fmla="*/ 1606201 h 5099050"/>
              <a:gd name="connsiteX81" fmla="*/ 0 w 1708150"/>
              <a:gd name="connsiteY81" fmla="*/ 1657191 h 5099050"/>
              <a:gd name="connsiteX82" fmla="*/ 6350 w 1708150"/>
              <a:gd name="connsiteY82" fmla="*/ 1657191 h 5099050"/>
              <a:gd name="connsiteX83" fmla="*/ 6350 w 1708150"/>
              <a:gd name="connsiteY83" fmla="*/ 1606201 h 5099050"/>
              <a:gd name="connsiteX84" fmla="*/ 0 w 1708150"/>
              <a:gd name="connsiteY84" fmla="*/ 1606201 h 5099050"/>
              <a:gd name="connsiteX85" fmla="*/ 0 w 1708150"/>
              <a:gd name="connsiteY85" fmla="*/ 1708182 h 5099050"/>
              <a:gd name="connsiteX86" fmla="*/ 0 w 1708150"/>
              <a:gd name="connsiteY86" fmla="*/ 1759172 h 5099050"/>
              <a:gd name="connsiteX87" fmla="*/ 6350 w 1708150"/>
              <a:gd name="connsiteY87" fmla="*/ 1759172 h 5099050"/>
              <a:gd name="connsiteX88" fmla="*/ 6350 w 1708150"/>
              <a:gd name="connsiteY88" fmla="*/ 1708182 h 5099050"/>
              <a:gd name="connsiteX89" fmla="*/ 0 w 1708150"/>
              <a:gd name="connsiteY89" fmla="*/ 1708182 h 5099050"/>
              <a:gd name="connsiteX90" fmla="*/ 0 w 1708150"/>
              <a:gd name="connsiteY90" fmla="*/ 1810163 h 5099050"/>
              <a:gd name="connsiteX91" fmla="*/ 0 w 1708150"/>
              <a:gd name="connsiteY91" fmla="*/ 1861153 h 5099050"/>
              <a:gd name="connsiteX92" fmla="*/ 6350 w 1708150"/>
              <a:gd name="connsiteY92" fmla="*/ 1861153 h 5099050"/>
              <a:gd name="connsiteX93" fmla="*/ 6350 w 1708150"/>
              <a:gd name="connsiteY93" fmla="*/ 1810163 h 5099050"/>
              <a:gd name="connsiteX94" fmla="*/ 0 w 1708150"/>
              <a:gd name="connsiteY94" fmla="*/ 1810163 h 5099050"/>
              <a:gd name="connsiteX95" fmla="*/ 0 w 1708150"/>
              <a:gd name="connsiteY95" fmla="*/ 1912144 h 5099050"/>
              <a:gd name="connsiteX96" fmla="*/ 0 w 1708150"/>
              <a:gd name="connsiteY96" fmla="*/ 1963134 h 5099050"/>
              <a:gd name="connsiteX97" fmla="*/ 6350 w 1708150"/>
              <a:gd name="connsiteY97" fmla="*/ 1963134 h 5099050"/>
              <a:gd name="connsiteX98" fmla="*/ 6350 w 1708150"/>
              <a:gd name="connsiteY98" fmla="*/ 1912144 h 5099050"/>
              <a:gd name="connsiteX99" fmla="*/ 0 w 1708150"/>
              <a:gd name="connsiteY99" fmla="*/ 1912144 h 5099050"/>
              <a:gd name="connsiteX100" fmla="*/ 0 w 1708150"/>
              <a:gd name="connsiteY100" fmla="*/ 2014125 h 5099050"/>
              <a:gd name="connsiteX101" fmla="*/ 0 w 1708150"/>
              <a:gd name="connsiteY101" fmla="*/ 2065115 h 5099050"/>
              <a:gd name="connsiteX102" fmla="*/ 6350 w 1708150"/>
              <a:gd name="connsiteY102" fmla="*/ 2065115 h 5099050"/>
              <a:gd name="connsiteX103" fmla="*/ 6350 w 1708150"/>
              <a:gd name="connsiteY103" fmla="*/ 2014125 h 5099050"/>
              <a:gd name="connsiteX104" fmla="*/ 0 w 1708150"/>
              <a:gd name="connsiteY104" fmla="*/ 2014125 h 5099050"/>
              <a:gd name="connsiteX105" fmla="*/ 0 w 1708150"/>
              <a:gd name="connsiteY105" fmla="*/ 2116106 h 5099050"/>
              <a:gd name="connsiteX106" fmla="*/ 0 w 1708150"/>
              <a:gd name="connsiteY106" fmla="*/ 2167097 h 5099050"/>
              <a:gd name="connsiteX107" fmla="*/ 6350 w 1708150"/>
              <a:gd name="connsiteY107" fmla="*/ 2167097 h 5099050"/>
              <a:gd name="connsiteX108" fmla="*/ 6350 w 1708150"/>
              <a:gd name="connsiteY108" fmla="*/ 2116106 h 5099050"/>
              <a:gd name="connsiteX109" fmla="*/ 0 w 1708150"/>
              <a:gd name="connsiteY109" fmla="*/ 2116106 h 5099050"/>
              <a:gd name="connsiteX110" fmla="*/ 0 w 1708150"/>
              <a:gd name="connsiteY110" fmla="*/ 2218087 h 5099050"/>
              <a:gd name="connsiteX111" fmla="*/ 0 w 1708150"/>
              <a:gd name="connsiteY111" fmla="*/ 2269078 h 5099050"/>
              <a:gd name="connsiteX112" fmla="*/ 6350 w 1708150"/>
              <a:gd name="connsiteY112" fmla="*/ 2269078 h 5099050"/>
              <a:gd name="connsiteX113" fmla="*/ 6350 w 1708150"/>
              <a:gd name="connsiteY113" fmla="*/ 2218087 h 5099050"/>
              <a:gd name="connsiteX114" fmla="*/ 0 w 1708150"/>
              <a:gd name="connsiteY114" fmla="*/ 2218087 h 5099050"/>
              <a:gd name="connsiteX115" fmla="*/ 0 w 1708150"/>
              <a:gd name="connsiteY115" fmla="*/ 2320068 h 5099050"/>
              <a:gd name="connsiteX116" fmla="*/ 0 w 1708150"/>
              <a:gd name="connsiteY116" fmla="*/ 2371058 h 5099050"/>
              <a:gd name="connsiteX117" fmla="*/ 6350 w 1708150"/>
              <a:gd name="connsiteY117" fmla="*/ 2371058 h 5099050"/>
              <a:gd name="connsiteX118" fmla="*/ 6350 w 1708150"/>
              <a:gd name="connsiteY118" fmla="*/ 2320068 h 5099050"/>
              <a:gd name="connsiteX119" fmla="*/ 0 w 1708150"/>
              <a:gd name="connsiteY119" fmla="*/ 2320068 h 5099050"/>
              <a:gd name="connsiteX120" fmla="*/ 0 w 1708150"/>
              <a:gd name="connsiteY120" fmla="*/ 2422049 h 5099050"/>
              <a:gd name="connsiteX121" fmla="*/ 0 w 1708150"/>
              <a:gd name="connsiteY121" fmla="*/ 2473039 h 5099050"/>
              <a:gd name="connsiteX122" fmla="*/ 6350 w 1708150"/>
              <a:gd name="connsiteY122" fmla="*/ 2473039 h 5099050"/>
              <a:gd name="connsiteX123" fmla="*/ 6350 w 1708150"/>
              <a:gd name="connsiteY123" fmla="*/ 2422049 h 5099050"/>
              <a:gd name="connsiteX124" fmla="*/ 0 w 1708150"/>
              <a:gd name="connsiteY124" fmla="*/ 2422049 h 5099050"/>
              <a:gd name="connsiteX125" fmla="*/ 0 w 1708150"/>
              <a:gd name="connsiteY125" fmla="*/ 2524030 h 5099050"/>
              <a:gd name="connsiteX126" fmla="*/ 0 w 1708150"/>
              <a:gd name="connsiteY126" fmla="*/ 2575020 h 5099050"/>
              <a:gd name="connsiteX127" fmla="*/ 6350 w 1708150"/>
              <a:gd name="connsiteY127" fmla="*/ 2575020 h 5099050"/>
              <a:gd name="connsiteX128" fmla="*/ 6350 w 1708150"/>
              <a:gd name="connsiteY128" fmla="*/ 2524030 h 5099050"/>
              <a:gd name="connsiteX129" fmla="*/ 0 w 1708150"/>
              <a:gd name="connsiteY129" fmla="*/ 2524030 h 5099050"/>
              <a:gd name="connsiteX130" fmla="*/ 0 w 1708150"/>
              <a:gd name="connsiteY130" fmla="*/ 2626011 h 5099050"/>
              <a:gd name="connsiteX131" fmla="*/ 0 w 1708150"/>
              <a:gd name="connsiteY131" fmla="*/ 2677001 h 5099050"/>
              <a:gd name="connsiteX132" fmla="*/ 6350 w 1708150"/>
              <a:gd name="connsiteY132" fmla="*/ 2677001 h 5099050"/>
              <a:gd name="connsiteX133" fmla="*/ 6350 w 1708150"/>
              <a:gd name="connsiteY133" fmla="*/ 2626011 h 5099050"/>
              <a:gd name="connsiteX134" fmla="*/ 0 w 1708150"/>
              <a:gd name="connsiteY134" fmla="*/ 2626011 h 5099050"/>
              <a:gd name="connsiteX135" fmla="*/ 0 w 1708150"/>
              <a:gd name="connsiteY135" fmla="*/ 2727992 h 5099050"/>
              <a:gd name="connsiteX136" fmla="*/ 0 w 1708150"/>
              <a:gd name="connsiteY136" fmla="*/ 2778982 h 5099050"/>
              <a:gd name="connsiteX137" fmla="*/ 6350 w 1708150"/>
              <a:gd name="connsiteY137" fmla="*/ 2778982 h 5099050"/>
              <a:gd name="connsiteX138" fmla="*/ 6350 w 1708150"/>
              <a:gd name="connsiteY138" fmla="*/ 2727992 h 5099050"/>
              <a:gd name="connsiteX139" fmla="*/ 0 w 1708150"/>
              <a:gd name="connsiteY139" fmla="*/ 2727992 h 5099050"/>
              <a:gd name="connsiteX140" fmla="*/ 0 w 1708150"/>
              <a:gd name="connsiteY140" fmla="*/ 2829973 h 5099050"/>
              <a:gd name="connsiteX141" fmla="*/ 0 w 1708150"/>
              <a:gd name="connsiteY141" fmla="*/ 2880963 h 5099050"/>
              <a:gd name="connsiteX142" fmla="*/ 6350 w 1708150"/>
              <a:gd name="connsiteY142" fmla="*/ 2880963 h 5099050"/>
              <a:gd name="connsiteX143" fmla="*/ 6350 w 1708150"/>
              <a:gd name="connsiteY143" fmla="*/ 2829973 h 5099050"/>
              <a:gd name="connsiteX144" fmla="*/ 0 w 1708150"/>
              <a:gd name="connsiteY144" fmla="*/ 2829973 h 5099050"/>
              <a:gd name="connsiteX145" fmla="*/ 0 w 1708150"/>
              <a:gd name="connsiteY145" fmla="*/ 2931954 h 5099050"/>
              <a:gd name="connsiteX146" fmla="*/ 0 w 1708150"/>
              <a:gd name="connsiteY146" fmla="*/ 2982944 h 5099050"/>
              <a:gd name="connsiteX147" fmla="*/ 6350 w 1708150"/>
              <a:gd name="connsiteY147" fmla="*/ 2982944 h 5099050"/>
              <a:gd name="connsiteX148" fmla="*/ 6350 w 1708150"/>
              <a:gd name="connsiteY148" fmla="*/ 2931954 h 5099050"/>
              <a:gd name="connsiteX149" fmla="*/ 0 w 1708150"/>
              <a:gd name="connsiteY149" fmla="*/ 2931954 h 5099050"/>
              <a:gd name="connsiteX150" fmla="*/ 0 w 1708150"/>
              <a:gd name="connsiteY150" fmla="*/ 3033935 h 5099050"/>
              <a:gd name="connsiteX151" fmla="*/ 0 w 1708150"/>
              <a:gd name="connsiteY151" fmla="*/ 3084925 h 5099050"/>
              <a:gd name="connsiteX152" fmla="*/ 6350 w 1708150"/>
              <a:gd name="connsiteY152" fmla="*/ 3084925 h 5099050"/>
              <a:gd name="connsiteX153" fmla="*/ 6350 w 1708150"/>
              <a:gd name="connsiteY153" fmla="*/ 3033935 h 5099050"/>
              <a:gd name="connsiteX154" fmla="*/ 0 w 1708150"/>
              <a:gd name="connsiteY154" fmla="*/ 3033935 h 5099050"/>
              <a:gd name="connsiteX155" fmla="*/ 0 w 1708150"/>
              <a:gd name="connsiteY155" fmla="*/ 3135916 h 5099050"/>
              <a:gd name="connsiteX156" fmla="*/ 0 w 1708150"/>
              <a:gd name="connsiteY156" fmla="*/ 3186906 h 5099050"/>
              <a:gd name="connsiteX157" fmla="*/ 6350 w 1708150"/>
              <a:gd name="connsiteY157" fmla="*/ 3186906 h 5099050"/>
              <a:gd name="connsiteX158" fmla="*/ 6350 w 1708150"/>
              <a:gd name="connsiteY158" fmla="*/ 3135916 h 5099050"/>
              <a:gd name="connsiteX159" fmla="*/ 0 w 1708150"/>
              <a:gd name="connsiteY159" fmla="*/ 3135916 h 5099050"/>
              <a:gd name="connsiteX160" fmla="*/ 0 w 1708150"/>
              <a:gd name="connsiteY160" fmla="*/ 3237897 h 5099050"/>
              <a:gd name="connsiteX161" fmla="*/ 0 w 1708150"/>
              <a:gd name="connsiteY161" fmla="*/ 3288887 h 5099050"/>
              <a:gd name="connsiteX162" fmla="*/ 6350 w 1708150"/>
              <a:gd name="connsiteY162" fmla="*/ 3288887 h 5099050"/>
              <a:gd name="connsiteX163" fmla="*/ 6350 w 1708150"/>
              <a:gd name="connsiteY163" fmla="*/ 3237897 h 5099050"/>
              <a:gd name="connsiteX164" fmla="*/ 0 w 1708150"/>
              <a:gd name="connsiteY164" fmla="*/ 3237897 h 5099050"/>
              <a:gd name="connsiteX165" fmla="*/ 0 w 1708150"/>
              <a:gd name="connsiteY165" fmla="*/ 3339878 h 5099050"/>
              <a:gd name="connsiteX166" fmla="*/ 0 w 1708150"/>
              <a:gd name="connsiteY166" fmla="*/ 3390868 h 5099050"/>
              <a:gd name="connsiteX167" fmla="*/ 6350 w 1708150"/>
              <a:gd name="connsiteY167" fmla="*/ 3390868 h 5099050"/>
              <a:gd name="connsiteX168" fmla="*/ 6350 w 1708150"/>
              <a:gd name="connsiteY168" fmla="*/ 3339878 h 5099050"/>
              <a:gd name="connsiteX169" fmla="*/ 0 w 1708150"/>
              <a:gd name="connsiteY169" fmla="*/ 3339878 h 5099050"/>
              <a:gd name="connsiteX170" fmla="*/ 0 w 1708150"/>
              <a:gd name="connsiteY170" fmla="*/ 3441859 h 5099050"/>
              <a:gd name="connsiteX171" fmla="*/ 0 w 1708150"/>
              <a:gd name="connsiteY171" fmla="*/ 3492849 h 5099050"/>
              <a:gd name="connsiteX172" fmla="*/ 6350 w 1708150"/>
              <a:gd name="connsiteY172" fmla="*/ 3492849 h 5099050"/>
              <a:gd name="connsiteX173" fmla="*/ 6350 w 1708150"/>
              <a:gd name="connsiteY173" fmla="*/ 3441859 h 5099050"/>
              <a:gd name="connsiteX174" fmla="*/ 0 w 1708150"/>
              <a:gd name="connsiteY174" fmla="*/ 3441859 h 5099050"/>
              <a:gd name="connsiteX175" fmla="*/ 0 w 1708150"/>
              <a:gd name="connsiteY175" fmla="*/ 3543840 h 5099050"/>
              <a:gd name="connsiteX176" fmla="*/ 0 w 1708150"/>
              <a:gd name="connsiteY176" fmla="*/ 3594830 h 5099050"/>
              <a:gd name="connsiteX177" fmla="*/ 6350 w 1708150"/>
              <a:gd name="connsiteY177" fmla="*/ 3594830 h 5099050"/>
              <a:gd name="connsiteX178" fmla="*/ 6350 w 1708150"/>
              <a:gd name="connsiteY178" fmla="*/ 3543840 h 5099050"/>
              <a:gd name="connsiteX179" fmla="*/ 0 w 1708150"/>
              <a:gd name="connsiteY179" fmla="*/ 3543840 h 5099050"/>
              <a:gd name="connsiteX180" fmla="*/ 0 w 1708150"/>
              <a:gd name="connsiteY180" fmla="*/ 3645821 h 5099050"/>
              <a:gd name="connsiteX181" fmla="*/ 0 w 1708150"/>
              <a:gd name="connsiteY181" fmla="*/ 3696811 h 5099050"/>
              <a:gd name="connsiteX182" fmla="*/ 6350 w 1708150"/>
              <a:gd name="connsiteY182" fmla="*/ 3696811 h 5099050"/>
              <a:gd name="connsiteX183" fmla="*/ 6350 w 1708150"/>
              <a:gd name="connsiteY183" fmla="*/ 3645821 h 5099050"/>
              <a:gd name="connsiteX184" fmla="*/ 0 w 1708150"/>
              <a:gd name="connsiteY184" fmla="*/ 3645821 h 5099050"/>
              <a:gd name="connsiteX185" fmla="*/ 0 w 1708150"/>
              <a:gd name="connsiteY185" fmla="*/ 3747802 h 5099050"/>
              <a:gd name="connsiteX186" fmla="*/ 0 w 1708150"/>
              <a:gd name="connsiteY186" fmla="*/ 3798792 h 5099050"/>
              <a:gd name="connsiteX187" fmla="*/ 6350 w 1708150"/>
              <a:gd name="connsiteY187" fmla="*/ 3798792 h 5099050"/>
              <a:gd name="connsiteX188" fmla="*/ 6350 w 1708150"/>
              <a:gd name="connsiteY188" fmla="*/ 3747802 h 5099050"/>
              <a:gd name="connsiteX189" fmla="*/ 0 w 1708150"/>
              <a:gd name="connsiteY189" fmla="*/ 3747802 h 5099050"/>
              <a:gd name="connsiteX190" fmla="*/ 0 w 1708150"/>
              <a:gd name="connsiteY190" fmla="*/ 3849783 h 5099050"/>
              <a:gd name="connsiteX191" fmla="*/ 0 w 1708150"/>
              <a:gd name="connsiteY191" fmla="*/ 3900773 h 5099050"/>
              <a:gd name="connsiteX192" fmla="*/ 6350 w 1708150"/>
              <a:gd name="connsiteY192" fmla="*/ 3900773 h 5099050"/>
              <a:gd name="connsiteX193" fmla="*/ 6350 w 1708150"/>
              <a:gd name="connsiteY193" fmla="*/ 3849783 h 5099050"/>
              <a:gd name="connsiteX194" fmla="*/ 0 w 1708150"/>
              <a:gd name="connsiteY194" fmla="*/ 3849783 h 5099050"/>
              <a:gd name="connsiteX195" fmla="*/ 0 w 1708150"/>
              <a:gd name="connsiteY195" fmla="*/ 3951764 h 5099050"/>
              <a:gd name="connsiteX196" fmla="*/ 0 w 1708150"/>
              <a:gd name="connsiteY196" fmla="*/ 4002754 h 5099050"/>
              <a:gd name="connsiteX197" fmla="*/ 6350 w 1708150"/>
              <a:gd name="connsiteY197" fmla="*/ 4002754 h 5099050"/>
              <a:gd name="connsiteX198" fmla="*/ 6350 w 1708150"/>
              <a:gd name="connsiteY198" fmla="*/ 3951764 h 5099050"/>
              <a:gd name="connsiteX199" fmla="*/ 0 w 1708150"/>
              <a:gd name="connsiteY199" fmla="*/ 3951764 h 5099050"/>
              <a:gd name="connsiteX200" fmla="*/ 0 w 1708150"/>
              <a:gd name="connsiteY200" fmla="*/ 4053745 h 5099050"/>
              <a:gd name="connsiteX201" fmla="*/ 0 w 1708150"/>
              <a:gd name="connsiteY201" fmla="*/ 4104735 h 5099050"/>
              <a:gd name="connsiteX202" fmla="*/ 6350 w 1708150"/>
              <a:gd name="connsiteY202" fmla="*/ 4104735 h 5099050"/>
              <a:gd name="connsiteX203" fmla="*/ 6350 w 1708150"/>
              <a:gd name="connsiteY203" fmla="*/ 4053745 h 5099050"/>
              <a:gd name="connsiteX204" fmla="*/ 0 w 1708150"/>
              <a:gd name="connsiteY204" fmla="*/ 4053745 h 5099050"/>
              <a:gd name="connsiteX205" fmla="*/ 0 w 1708150"/>
              <a:gd name="connsiteY205" fmla="*/ 4155726 h 5099050"/>
              <a:gd name="connsiteX206" fmla="*/ 0 w 1708150"/>
              <a:gd name="connsiteY206" fmla="*/ 4206716 h 5099050"/>
              <a:gd name="connsiteX207" fmla="*/ 6350 w 1708150"/>
              <a:gd name="connsiteY207" fmla="*/ 4206716 h 5099050"/>
              <a:gd name="connsiteX208" fmla="*/ 6350 w 1708150"/>
              <a:gd name="connsiteY208" fmla="*/ 4155726 h 5099050"/>
              <a:gd name="connsiteX209" fmla="*/ 0 w 1708150"/>
              <a:gd name="connsiteY209" fmla="*/ 4155726 h 5099050"/>
              <a:gd name="connsiteX210" fmla="*/ 0 w 1708150"/>
              <a:gd name="connsiteY210" fmla="*/ 4257707 h 5099050"/>
              <a:gd name="connsiteX211" fmla="*/ 0 w 1708150"/>
              <a:gd name="connsiteY211" fmla="*/ 4308704 h 5099050"/>
              <a:gd name="connsiteX212" fmla="*/ 6350 w 1708150"/>
              <a:gd name="connsiteY212" fmla="*/ 4308704 h 5099050"/>
              <a:gd name="connsiteX213" fmla="*/ 6350 w 1708150"/>
              <a:gd name="connsiteY213" fmla="*/ 4257707 h 5099050"/>
              <a:gd name="connsiteX214" fmla="*/ 0 w 1708150"/>
              <a:gd name="connsiteY214" fmla="*/ 4257707 h 5099050"/>
              <a:gd name="connsiteX215" fmla="*/ 0 w 1708150"/>
              <a:gd name="connsiteY215" fmla="*/ 4359694 h 5099050"/>
              <a:gd name="connsiteX216" fmla="*/ 0 w 1708150"/>
              <a:gd name="connsiteY216" fmla="*/ 4410685 h 5099050"/>
              <a:gd name="connsiteX217" fmla="*/ 6350 w 1708150"/>
              <a:gd name="connsiteY217" fmla="*/ 4410685 h 5099050"/>
              <a:gd name="connsiteX218" fmla="*/ 6350 w 1708150"/>
              <a:gd name="connsiteY218" fmla="*/ 4359694 h 5099050"/>
              <a:gd name="connsiteX219" fmla="*/ 0 w 1708150"/>
              <a:gd name="connsiteY219" fmla="*/ 4359694 h 5099050"/>
              <a:gd name="connsiteX220" fmla="*/ 0 w 1708150"/>
              <a:gd name="connsiteY220" fmla="*/ 4461675 h 5099050"/>
              <a:gd name="connsiteX221" fmla="*/ 0 w 1708150"/>
              <a:gd name="connsiteY221" fmla="*/ 4512666 h 5099050"/>
              <a:gd name="connsiteX222" fmla="*/ 6350 w 1708150"/>
              <a:gd name="connsiteY222" fmla="*/ 4512666 h 5099050"/>
              <a:gd name="connsiteX223" fmla="*/ 6350 w 1708150"/>
              <a:gd name="connsiteY223" fmla="*/ 4461675 h 5099050"/>
              <a:gd name="connsiteX224" fmla="*/ 0 w 1708150"/>
              <a:gd name="connsiteY224" fmla="*/ 4461675 h 5099050"/>
              <a:gd name="connsiteX225" fmla="*/ 0 w 1708150"/>
              <a:gd name="connsiteY225" fmla="*/ 4563656 h 5099050"/>
              <a:gd name="connsiteX226" fmla="*/ 0 w 1708150"/>
              <a:gd name="connsiteY226" fmla="*/ 4614647 h 5099050"/>
              <a:gd name="connsiteX227" fmla="*/ 6350 w 1708150"/>
              <a:gd name="connsiteY227" fmla="*/ 4614647 h 5099050"/>
              <a:gd name="connsiteX228" fmla="*/ 6350 w 1708150"/>
              <a:gd name="connsiteY228" fmla="*/ 4563656 h 5099050"/>
              <a:gd name="connsiteX229" fmla="*/ 0 w 1708150"/>
              <a:gd name="connsiteY229" fmla="*/ 4563656 h 5099050"/>
              <a:gd name="connsiteX230" fmla="*/ 0 w 1708150"/>
              <a:gd name="connsiteY230" fmla="*/ 4665637 h 5099050"/>
              <a:gd name="connsiteX231" fmla="*/ 0 w 1708150"/>
              <a:gd name="connsiteY231" fmla="*/ 4716628 h 5099050"/>
              <a:gd name="connsiteX232" fmla="*/ 6350 w 1708150"/>
              <a:gd name="connsiteY232" fmla="*/ 4716628 h 5099050"/>
              <a:gd name="connsiteX233" fmla="*/ 6350 w 1708150"/>
              <a:gd name="connsiteY233" fmla="*/ 4665637 h 5099050"/>
              <a:gd name="connsiteX234" fmla="*/ 0 w 1708150"/>
              <a:gd name="connsiteY234" fmla="*/ 4665637 h 5099050"/>
              <a:gd name="connsiteX235" fmla="*/ 0 w 1708150"/>
              <a:gd name="connsiteY235" fmla="*/ 4767619 h 5099050"/>
              <a:gd name="connsiteX236" fmla="*/ 0 w 1708150"/>
              <a:gd name="connsiteY236" fmla="*/ 4818609 h 5099050"/>
              <a:gd name="connsiteX237" fmla="*/ 6350 w 1708150"/>
              <a:gd name="connsiteY237" fmla="*/ 4818609 h 5099050"/>
              <a:gd name="connsiteX238" fmla="*/ 6350 w 1708150"/>
              <a:gd name="connsiteY238" fmla="*/ 4767619 h 5099050"/>
              <a:gd name="connsiteX239" fmla="*/ 0 w 1708150"/>
              <a:gd name="connsiteY239" fmla="*/ 4767619 h 5099050"/>
              <a:gd name="connsiteX240" fmla="*/ 0 w 1708150"/>
              <a:gd name="connsiteY240" fmla="*/ 4869600 h 5099050"/>
              <a:gd name="connsiteX241" fmla="*/ 0 w 1708150"/>
              <a:gd name="connsiteY241" fmla="*/ 4920590 h 5099050"/>
              <a:gd name="connsiteX242" fmla="*/ 6350 w 1708150"/>
              <a:gd name="connsiteY242" fmla="*/ 4920590 h 5099050"/>
              <a:gd name="connsiteX243" fmla="*/ 6350 w 1708150"/>
              <a:gd name="connsiteY243" fmla="*/ 4869600 h 5099050"/>
              <a:gd name="connsiteX244" fmla="*/ 0 w 1708150"/>
              <a:gd name="connsiteY244" fmla="*/ 4869600 h 5099050"/>
              <a:gd name="connsiteX245" fmla="*/ 0 w 1708150"/>
              <a:gd name="connsiteY245" fmla="*/ 4971581 h 5099050"/>
              <a:gd name="connsiteX246" fmla="*/ 0 w 1708150"/>
              <a:gd name="connsiteY246" fmla="*/ 5022571 h 5099050"/>
              <a:gd name="connsiteX247" fmla="*/ 6350 w 1708150"/>
              <a:gd name="connsiteY247" fmla="*/ 5022571 h 5099050"/>
              <a:gd name="connsiteX248" fmla="*/ 6350 w 1708150"/>
              <a:gd name="connsiteY248" fmla="*/ 4971581 h 5099050"/>
              <a:gd name="connsiteX249" fmla="*/ 0 w 1708150"/>
              <a:gd name="connsiteY249" fmla="*/ 4971581 h 5099050"/>
              <a:gd name="connsiteX250" fmla="*/ 0 w 1708150"/>
              <a:gd name="connsiteY250" fmla="*/ 5073587 h 5099050"/>
              <a:gd name="connsiteX251" fmla="*/ 0 w 1708150"/>
              <a:gd name="connsiteY251" fmla="*/ 5099050 h 5099050"/>
              <a:gd name="connsiteX252" fmla="*/ 6350 w 1708150"/>
              <a:gd name="connsiteY252" fmla="*/ 5099050 h 5099050"/>
              <a:gd name="connsiteX253" fmla="*/ 6350 w 1708150"/>
              <a:gd name="connsiteY253" fmla="*/ 5073587 h 5099050"/>
              <a:gd name="connsiteX254" fmla="*/ 0 w 1708150"/>
              <a:gd name="connsiteY254" fmla="*/ 5073587 h 5099050"/>
              <a:gd name="connsiteX255" fmla="*/ 1708150 w 1708150"/>
              <a:gd name="connsiteY255" fmla="*/ 5099050 h 5099050"/>
              <a:gd name="connsiteX256" fmla="*/ 1708150 w 1708150"/>
              <a:gd name="connsiteY256" fmla="*/ 5073523 h 5099050"/>
              <a:gd name="connsiteX257" fmla="*/ 1701800 w 1708150"/>
              <a:gd name="connsiteY257" fmla="*/ 5073523 h 5099050"/>
              <a:gd name="connsiteX258" fmla="*/ 1701800 w 1708150"/>
              <a:gd name="connsiteY258" fmla="*/ 5099050 h 5099050"/>
              <a:gd name="connsiteX259" fmla="*/ 1708150 w 1708150"/>
              <a:gd name="connsiteY259" fmla="*/ 5099050 h 5099050"/>
              <a:gd name="connsiteX260" fmla="*/ 1708150 w 1708150"/>
              <a:gd name="connsiteY260" fmla="*/ 5022565 h 5099050"/>
              <a:gd name="connsiteX261" fmla="*/ 1708150 w 1708150"/>
              <a:gd name="connsiteY261" fmla="*/ 4971574 h 5099050"/>
              <a:gd name="connsiteX262" fmla="*/ 1701800 w 1708150"/>
              <a:gd name="connsiteY262" fmla="*/ 4971574 h 5099050"/>
              <a:gd name="connsiteX263" fmla="*/ 1701800 w 1708150"/>
              <a:gd name="connsiteY263" fmla="*/ 5022565 h 5099050"/>
              <a:gd name="connsiteX264" fmla="*/ 1708150 w 1708150"/>
              <a:gd name="connsiteY264" fmla="*/ 5022565 h 5099050"/>
              <a:gd name="connsiteX265" fmla="*/ 1708150 w 1708150"/>
              <a:gd name="connsiteY265" fmla="*/ 4920584 h 5099050"/>
              <a:gd name="connsiteX266" fmla="*/ 1708150 w 1708150"/>
              <a:gd name="connsiteY266" fmla="*/ 4869593 h 5099050"/>
              <a:gd name="connsiteX267" fmla="*/ 1701800 w 1708150"/>
              <a:gd name="connsiteY267" fmla="*/ 4869593 h 5099050"/>
              <a:gd name="connsiteX268" fmla="*/ 1701800 w 1708150"/>
              <a:gd name="connsiteY268" fmla="*/ 4920584 h 5099050"/>
              <a:gd name="connsiteX269" fmla="*/ 1708150 w 1708150"/>
              <a:gd name="connsiteY269" fmla="*/ 4920584 h 5099050"/>
              <a:gd name="connsiteX270" fmla="*/ 1708150 w 1708150"/>
              <a:gd name="connsiteY270" fmla="*/ 4818603 h 5099050"/>
              <a:gd name="connsiteX271" fmla="*/ 1708150 w 1708150"/>
              <a:gd name="connsiteY271" fmla="*/ 4767612 h 5099050"/>
              <a:gd name="connsiteX272" fmla="*/ 1701800 w 1708150"/>
              <a:gd name="connsiteY272" fmla="*/ 4767612 h 5099050"/>
              <a:gd name="connsiteX273" fmla="*/ 1701800 w 1708150"/>
              <a:gd name="connsiteY273" fmla="*/ 4818603 h 5099050"/>
              <a:gd name="connsiteX274" fmla="*/ 1708150 w 1708150"/>
              <a:gd name="connsiteY274" fmla="*/ 4818603 h 5099050"/>
              <a:gd name="connsiteX275" fmla="*/ 1708150 w 1708150"/>
              <a:gd name="connsiteY275" fmla="*/ 4716622 h 5099050"/>
              <a:gd name="connsiteX276" fmla="*/ 1708150 w 1708150"/>
              <a:gd name="connsiteY276" fmla="*/ 4665631 h 5099050"/>
              <a:gd name="connsiteX277" fmla="*/ 1701800 w 1708150"/>
              <a:gd name="connsiteY277" fmla="*/ 4665631 h 5099050"/>
              <a:gd name="connsiteX278" fmla="*/ 1701800 w 1708150"/>
              <a:gd name="connsiteY278" fmla="*/ 4716622 h 5099050"/>
              <a:gd name="connsiteX279" fmla="*/ 1708150 w 1708150"/>
              <a:gd name="connsiteY279" fmla="*/ 4716622 h 5099050"/>
              <a:gd name="connsiteX280" fmla="*/ 1708150 w 1708150"/>
              <a:gd name="connsiteY280" fmla="*/ 4614641 h 5099050"/>
              <a:gd name="connsiteX281" fmla="*/ 1708150 w 1708150"/>
              <a:gd name="connsiteY281" fmla="*/ 4563650 h 5099050"/>
              <a:gd name="connsiteX282" fmla="*/ 1701800 w 1708150"/>
              <a:gd name="connsiteY282" fmla="*/ 4563650 h 5099050"/>
              <a:gd name="connsiteX283" fmla="*/ 1701800 w 1708150"/>
              <a:gd name="connsiteY283" fmla="*/ 4614641 h 5099050"/>
              <a:gd name="connsiteX284" fmla="*/ 1708150 w 1708150"/>
              <a:gd name="connsiteY284" fmla="*/ 4614641 h 5099050"/>
              <a:gd name="connsiteX285" fmla="*/ 1708150 w 1708150"/>
              <a:gd name="connsiteY285" fmla="*/ 4512660 h 5099050"/>
              <a:gd name="connsiteX286" fmla="*/ 1708150 w 1708150"/>
              <a:gd name="connsiteY286" fmla="*/ 4461669 h 5099050"/>
              <a:gd name="connsiteX287" fmla="*/ 1701800 w 1708150"/>
              <a:gd name="connsiteY287" fmla="*/ 4461669 h 5099050"/>
              <a:gd name="connsiteX288" fmla="*/ 1701800 w 1708150"/>
              <a:gd name="connsiteY288" fmla="*/ 4512660 h 5099050"/>
              <a:gd name="connsiteX289" fmla="*/ 1708150 w 1708150"/>
              <a:gd name="connsiteY289" fmla="*/ 4512660 h 5099050"/>
              <a:gd name="connsiteX290" fmla="*/ 1708150 w 1708150"/>
              <a:gd name="connsiteY290" fmla="*/ 4410678 h 5099050"/>
              <a:gd name="connsiteX291" fmla="*/ 1708150 w 1708150"/>
              <a:gd name="connsiteY291" fmla="*/ 4359688 h 5099050"/>
              <a:gd name="connsiteX292" fmla="*/ 1701800 w 1708150"/>
              <a:gd name="connsiteY292" fmla="*/ 4359688 h 5099050"/>
              <a:gd name="connsiteX293" fmla="*/ 1701800 w 1708150"/>
              <a:gd name="connsiteY293" fmla="*/ 4410678 h 5099050"/>
              <a:gd name="connsiteX294" fmla="*/ 1708150 w 1708150"/>
              <a:gd name="connsiteY294" fmla="*/ 4410678 h 5099050"/>
              <a:gd name="connsiteX295" fmla="*/ 1708150 w 1708150"/>
              <a:gd name="connsiteY295" fmla="*/ 4308697 h 5099050"/>
              <a:gd name="connsiteX296" fmla="*/ 1708150 w 1708150"/>
              <a:gd name="connsiteY296" fmla="*/ 4257707 h 5099050"/>
              <a:gd name="connsiteX297" fmla="*/ 1701800 w 1708150"/>
              <a:gd name="connsiteY297" fmla="*/ 4257707 h 5099050"/>
              <a:gd name="connsiteX298" fmla="*/ 1701800 w 1708150"/>
              <a:gd name="connsiteY298" fmla="*/ 4308697 h 5099050"/>
              <a:gd name="connsiteX299" fmla="*/ 1708150 w 1708150"/>
              <a:gd name="connsiteY299" fmla="*/ 4308697 h 5099050"/>
              <a:gd name="connsiteX300" fmla="*/ 1708150 w 1708150"/>
              <a:gd name="connsiteY300" fmla="*/ 4206716 h 5099050"/>
              <a:gd name="connsiteX301" fmla="*/ 1708150 w 1708150"/>
              <a:gd name="connsiteY301" fmla="*/ 4155726 h 5099050"/>
              <a:gd name="connsiteX302" fmla="*/ 1701800 w 1708150"/>
              <a:gd name="connsiteY302" fmla="*/ 4155726 h 5099050"/>
              <a:gd name="connsiteX303" fmla="*/ 1701800 w 1708150"/>
              <a:gd name="connsiteY303" fmla="*/ 4206716 h 5099050"/>
              <a:gd name="connsiteX304" fmla="*/ 1708150 w 1708150"/>
              <a:gd name="connsiteY304" fmla="*/ 4206716 h 5099050"/>
              <a:gd name="connsiteX305" fmla="*/ 1708150 w 1708150"/>
              <a:gd name="connsiteY305" fmla="*/ 4104735 h 5099050"/>
              <a:gd name="connsiteX306" fmla="*/ 1708150 w 1708150"/>
              <a:gd name="connsiteY306" fmla="*/ 4053745 h 5099050"/>
              <a:gd name="connsiteX307" fmla="*/ 1701800 w 1708150"/>
              <a:gd name="connsiteY307" fmla="*/ 4053745 h 5099050"/>
              <a:gd name="connsiteX308" fmla="*/ 1701800 w 1708150"/>
              <a:gd name="connsiteY308" fmla="*/ 4104735 h 5099050"/>
              <a:gd name="connsiteX309" fmla="*/ 1708150 w 1708150"/>
              <a:gd name="connsiteY309" fmla="*/ 4104735 h 5099050"/>
              <a:gd name="connsiteX310" fmla="*/ 1708150 w 1708150"/>
              <a:gd name="connsiteY310" fmla="*/ 4002754 h 5099050"/>
              <a:gd name="connsiteX311" fmla="*/ 1708150 w 1708150"/>
              <a:gd name="connsiteY311" fmla="*/ 3951764 h 5099050"/>
              <a:gd name="connsiteX312" fmla="*/ 1701800 w 1708150"/>
              <a:gd name="connsiteY312" fmla="*/ 3951764 h 5099050"/>
              <a:gd name="connsiteX313" fmla="*/ 1701800 w 1708150"/>
              <a:gd name="connsiteY313" fmla="*/ 4002754 h 5099050"/>
              <a:gd name="connsiteX314" fmla="*/ 1708150 w 1708150"/>
              <a:gd name="connsiteY314" fmla="*/ 4002754 h 5099050"/>
              <a:gd name="connsiteX315" fmla="*/ 1708150 w 1708150"/>
              <a:gd name="connsiteY315" fmla="*/ 3900773 h 5099050"/>
              <a:gd name="connsiteX316" fmla="*/ 1708150 w 1708150"/>
              <a:gd name="connsiteY316" fmla="*/ 3849783 h 5099050"/>
              <a:gd name="connsiteX317" fmla="*/ 1701800 w 1708150"/>
              <a:gd name="connsiteY317" fmla="*/ 3849783 h 5099050"/>
              <a:gd name="connsiteX318" fmla="*/ 1701800 w 1708150"/>
              <a:gd name="connsiteY318" fmla="*/ 3900773 h 5099050"/>
              <a:gd name="connsiteX319" fmla="*/ 1708150 w 1708150"/>
              <a:gd name="connsiteY319" fmla="*/ 3900773 h 5099050"/>
              <a:gd name="connsiteX320" fmla="*/ 1708150 w 1708150"/>
              <a:gd name="connsiteY320" fmla="*/ 3798792 h 5099050"/>
              <a:gd name="connsiteX321" fmla="*/ 1708150 w 1708150"/>
              <a:gd name="connsiteY321" fmla="*/ 3747802 h 5099050"/>
              <a:gd name="connsiteX322" fmla="*/ 1701800 w 1708150"/>
              <a:gd name="connsiteY322" fmla="*/ 3747802 h 5099050"/>
              <a:gd name="connsiteX323" fmla="*/ 1701800 w 1708150"/>
              <a:gd name="connsiteY323" fmla="*/ 3798792 h 5099050"/>
              <a:gd name="connsiteX324" fmla="*/ 1708150 w 1708150"/>
              <a:gd name="connsiteY324" fmla="*/ 3798792 h 5099050"/>
              <a:gd name="connsiteX325" fmla="*/ 1708150 w 1708150"/>
              <a:gd name="connsiteY325" fmla="*/ 3696811 h 5099050"/>
              <a:gd name="connsiteX326" fmla="*/ 1708150 w 1708150"/>
              <a:gd name="connsiteY326" fmla="*/ 3645821 h 5099050"/>
              <a:gd name="connsiteX327" fmla="*/ 1701800 w 1708150"/>
              <a:gd name="connsiteY327" fmla="*/ 3645821 h 5099050"/>
              <a:gd name="connsiteX328" fmla="*/ 1701800 w 1708150"/>
              <a:gd name="connsiteY328" fmla="*/ 3696811 h 5099050"/>
              <a:gd name="connsiteX329" fmla="*/ 1708150 w 1708150"/>
              <a:gd name="connsiteY329" fmla="*/ 3696811 h 5099050"/>
              <a:gd name="connsiteX330" fmla="*/ 1708150 w 1708150"/>
              <a:gd name="connsiteY330" fmla="*/ 3594830 h 5099050"/>
              <a:gd name="connsiteX331" fmla="*/ 1708150 w 1708150"/>
              <a:gd name="connsiteY331" fmla="*/ 3543840 h 5099050"/>
              <a:gd name="connsiteX332" fmla="*/ 1701800 w 1708150"/>
              <a:gd name="connsiteY332" fmla="*/ 3543840 h 5099050"/>
              <a:gd name="connsiteX333" fmla="*/ 1701800 w 1708150"/>
              <a:gd name="connsiteY333" fmla="*/ 3594830 h 5099050"/>
              <a:gd name="connsiteX334" fmla="*/ 1708150 w 1708150"/>
              <a:gd name="connsiteY334" fmla="*/ 3594830 h 5099050"/>
              <a:gd name="connsiteX335" fmla="*/ 1708150 w 1708150"/>
              <a:gd name="connsiteY335" fmla="*/ 3492849 h 5099050"/>
              <a:gd name="connsiteX336" fmla="*/ 1708150 w 1708150"/>
              <a:gd name="connsiteY336" fmla="*/ 3441859 h 5099050"/>
              <a:gd name="connsiteX337" fmla="*/ 1701800 w 1708150"/>
              <a:gd name="connsiteY337" fmla="*/ 3441859 h 5099050"/>
              <a:gd name="connsiteX338" fmla="*/ 1701800 w 1708150"/>
              <a:gd name="connsiteY338" fmla="*/ 3492849 h 5099050"/>
              <a:gd name="connsiteX339" fmla="*/ 1708150 w 1708150"/>
              <a:gd name="connsiteY339" fmla="*/ 3492849 h 5099050"/>
              <a:gd name="connsiteX340" fmla="*/ 1708150 w 1708150"/>
              <a:gd name="connsiteY340" fmla="*/ 3390868 h 5099050"/>
              <a:gd name="connsiteX341" fmla="*/ 1708150 w 1708150"/>
              <a:gd name="connsiteY341" fmla="*/ 3339878 h 5099050"/>
              <a:gd name="connsiteX342" fmla="*/ 1701800 w 1708150"/>
              <a:gd name="connsiteY342" fmla="*/ 3339878 h 5099050"/>
              <a:gd name="connsiteX343" fmla="*/ 1701800 w 1708150"/>
              <a:gd name="connsiteY343" fmla="*/ 3390868 h 5099050"/>
              <a:gd name="connsiteX344" fmla="*/ 1708150 w 1708150"/>
              <a:gd name="connsiteY344" fmla="*/ 3390868 h 5099050"/>
              <a:gd name="connsiteX345" fmla="*/ 1708150 w 1708150"/>
              <a:gd name="connsiteY345" fmla="*/ 3288887 h 5099050"/>
              <a:gd name="connsiteX346" fmla="*/ 1708150 w 1708150"/>
              <a:gd name="connsiteY346" fmla="*/ 3237897 h 5099050"/>
              <a:gd name="connsiteX347" fmla="*/ 1701800 w 1708150"/>
              <a:gd name="connsiteY347" fmla="*/ 3237897 h 5099050"/>
              <a:gd name="connsiteX348" fmla="*/ 1701800 w 1708150"/>
              <a:gd name="connsiteY348" fmla="*/ 3288887 h 5099050"/>
              <a:gd name="connsiteX349" fmla="*/ 1708150 w 1708150"/>
              <a:gd name="connsiteY349" fmla="*/ 3288887 h 5099050"/>
              <a:gd name="connsiteX350" fmla="*/ 1708150 w 1708150"/>
              <a:gd name="connsiteY350" fmla="*/ 3186906 h 5099050"/>
              <a:gd name="connsiteX351" fmla="*/ 1708150 w 1708150"/>
              <a:gd name="connsiteY351" fmla="*/ 3135916 h 5099050"/>
              <a:gd name="connsiteX352" fmla="*/ 1701800 w 1708150"/>
              <a:gd name="connsiteY352" fmla="*/ 3135916 h 5099050"/>
              <a:gd name="connsiteX353" fmla="*/ 1701800 w 1708150"/>
              <a:gd name="connsiteY353" fmla="*/ 3186906 h 5099050"/>
              <a:gd name="connsiteX354" fmla="*/ 1708150 w 1708150"/>
              <a:gd name="connsiteY354" fmla="*/ 3186906 h 5099050"/>
              <a:gd name="connsiteX355" fmla="*/ 1708150 w 1708150"/>
              <a:gd name="connsiteY355" fmla="*/ 3084925 h 5099050"/>
              <a:gd name="connsiteX356" fmla="*/ 1708150 w 1708150"/>
              <a:gd name="connsiteY356" fmla="*/ 3033935 h 5099050"/>
              <a:gd name="connsiteX357" fmla="*/ 1701800 w 1708150"/>
              <a:gd name="connsiteY357" fmla="*/ 3033935 h 5099050"/>
              <a:gd name="connsiteX358" fmla="*/ 1701800 w 1708150"/>
              <a:gd name="connsiteY358" fmla="*/ 3084925 h 5099050"/>
              <a:gd name="connsiteX359" fmla="*/ 1708150 w 1708150"/>
              <a:gd name="connsiteY359" fmla="*/ 3084925 h 5099050"/>
              <a:gd name="connsiteX360" fmla="*/ 1708150 w 1708150"/>
              <a:gd name="connsiteY360" fmla="*/ 2982944 h 5099050"/>
              <a:gd name="connsiteX361" fmla="*/ 1708150 w 1708150"/>
              <a:gd name="connsiteY361" fmla="*/ 2931954 h 5099050"/>
              <a:gd name="connsiteX362" fmla="*/ 1701800 w 1708150"/>
              <a:gd name="connsiteY362" fmla="*/ 2931954 h 5099050"/>
              <a:gd name="connsiteX363" fmla="*/ 1701800 w 1708150"/>
              <a:gd name="connsiteY363" fmla="*/ 2982944 h 5099050"/>
              <a:gd name="connsiteX364" fmla="*/ 1708150 w 1708150"/>
              <a:gd name="connsiteY364" fmla="*/ 2982944 h 5099050"/>
              <a:gd name="connsiteX365" fmla="*/ 1708150 w 1708150"/>
              <a:gd name="connsiteY365" fmla="*/ 2880963 h 5099050"/>
              <a:gd name="connsiteX366" fmla="*/ 1708150 w 1708150"/>
              <a:gd name="connsiteY366" fmla="*/ 2829973 h 5099050"/>
              <a:gd name="connsiteX367" fmla="*/ 1701800 w 1708150"/>
              <a:gd name="connsiteY367" fmla="*/ 2829973 h 5099050"/>
              <a:gd name="connsiteX368" fmla="*/ 1701800 w 1708150"/>
              <a:gd name="connsiteY368" fmla="*/ 2880963 h 5099050"/>
              <a:gd name="connsiteX369" fmla="*/ 1708150 w 1708150"/>
              <a:gd name="connsiteY369" fmla="*/ 2880963 h 5099050"/>
              <a:gd name="connsiteX370" fmla="*/ 1708150 w 1708150"/>
              <a:gd name="connsiteY370" fmla="*/ 2778982 h 5099050"/>
              <a:gd name="connsiteX371" fmla="*/ 1708150 w 1708150"/>
              <a:gd name="connsiteY371" fmla="*/ 2727992 h 5099050"/>
              <a:gd name="connsiteX372" fmla="*/ 1701800 w 1708150"/>
              <a:gd name="connsiteY372" fmla="*/ 2727992 h 5099050"/>
              <a:gd name="connsiteX373" fmla="*/ 1701800 w 1708150"/>
              <a:gd name="connsiteY373" fmla="*/ 2778982 h 5099050"/>
              <a:gd name="connsiteX374" fmla="*/ 1708150 w 1708150"/>
              <a:gd name="connsiteY374" fmla="*/ 2778982 h 5099050"/>
              <a:gd name="connsiteX375" fmla="*/ 1708150 w 1708150"/>
              <a:gd name="connsiteY375" fmla="*/ 2677001 h 5099050"/>
              <a:gd name="connsiteX376" fmla="*/ 1708150 w 1708150"/>
              <a:gd name="connsiteY376" fmla="*/ 2626011 h 5099050"/>
              <a:gd name="connsiteX377" fmla="*/ 1701800 w 1708150"/>
              <a:gd name="connsiteY377" fmla="*/ 2626011 h 5099050"/>
              <a:gd name="connsiteX378" fmla="*/ 1701800 w 1708150"/>
              <a:gd name="connsiteY378" fmla="*/ 2677001 h 5099050"/>
              <a:gd name="connsiteX379" fmla="*/ 1708150 w 1708150"/>
              <a:gd name="connsiteY379" fmla="*/ 2677001 h 5099050"/>
              <a:gd name="connsiteX380" fmla="*/ 1708150 w 1708150"/>
              <a:gd name="connsiteY380" fmla="*/ 2575020 h 5099050"/>
              <a:gd name="connsiteX381" fmla="*/ 1708150 w 1708150"/>
              <a:gd name="connsiteY381" fmla="*/ 2524030 h 5099050"/>
              <a:gd name="connsiteX382" fmla="*/ 1701800 w 1708150"/>
              <a:gd name="connsiteY382" fmla="*/ 2524030 h 5099050"/>
              <a:gd name="connsiteX383" fmla="*/ 1701800 w 1708150"/>
              <a:gd name="connsiteY383" fmla="*/ 2575020 h 5099050"/>
              <a:gd name="connsiteX384" fmla="*/ 1708150 w 1708150"/>
              <a:gd name="connsiteY384" fmla="*/ 2575020 h 5099050"/>
              <a:gd name="connsiteX385" fmla="*/ 1708150 w 1708150"/>
              <a:gd name="connsiteY385" fmla="*/ 2473039 h 5099050"/>
              <a:gd name="connsiteX386" fmla="*/ 1708150 w 1708150"/>
              <a:gd name="connsiteY386" fmla="*/ 2422049 h 5099050"/>
              <a:gd name="connsiteX387" fmla="*/ 1701800 w 1708150"/>
              <a:gd name="connsiteY387" fmla="*/ 2422049 h 5099050"/>
              <a:gd name="connsiteX388" fmla="*/ 1701800 w 1708150"/>
              <a:gd name="connsiteY388" fmla="*/ 2473039 h 5099050"/>
              <a:gd name="connsiteX389" fmla="*/ 1708150 w 1708150"/>
              <a:gd name="connsiteY389" fmla="*/ 2473039 h 5099050"/>
              <a:gd name="connsiteX390" fmla="*/ 1708150 w 1708150"/>
              <a:gd name="connsiteY390" fmla="*/ 2371058 h 5099050"/>
              <a:gd name="connsiteX391" fmla="*/ 1708150 w 1708150"/>
              <a:gd name="connsiteY391" fmla="*/ 2320068 h 5099050"/>
              <a:gd name="connsiteX392" fmla="*/ 1701800 w 1708150"/>
              <a:gd name="connsiteY392" fmla="*/ 2320068 h 5099050"/>
              <a:gd name="connsiteX393" fmla="*/ 1701800 w 1708150"/>
              <a:gd name="connsiteY393" fmla="*/ 2371058 h 5099050"/>
              <a:gd name="connsiteX394" fmla="*/ 1708150 w 1708150"/>
              <a:gd name="connsiteY394" fmla="*/ 2371058 h 5099050"/>
              <a:gd name="connsiteX395" fmla="*/ 1708150 w 1708150"/>
              <a:gd name="connsiteY395" fmla="*/ 2269078 h 5099050"/>
              <a:gd name="connsiteX396" fmla="*/ 1708150 w 1708150"/>
              <a:gd name="connsiteY396" fmla="*/ 2218087 h 5099050"/>
              <a:gd name="connsiteX397" fmla="*/ 1701800 w 1708150"/>
              <a:gd name="connsiteY397" fmla="*/ 2218087 h 5099050"/>
              <a:gd name="connsiteX398" fmla="*/ 1701800 w 1708150"/>
              <a:gd name="connsiteY398" fmla="*/ 2269078 h 5099050"/>
              <a:gd name="connsiteX399" fmla="*/ 1708150 w 1708150"/>
              <a:gd name="connsiteY399" fmla="*/ 2269078 h 5099050"/>
              <a:gd name="connsiteX400" fmla="*/ 1708150 w 1708150"/>
              <a:gd name="connsiteY400" fmla="*/ 2167097 h 5099050"/>
              <a:gd name="connsiteX401" fmla="*/ 1708150 w 1708150"/>
              <a:gd name="connsiteY401" fmla="*/ 2116106 h 5099050"/>
              <a:gd name="connsiteX402" fmla="*/ 1701800 w 1708150"/>
              <a:gd name="connsiteY402" fmla="*/ 2116106 h 5099050"/>
              <a:gd name="connsiteX403" fmla="*/ 1701800 w 1708150"/>
              <a:gd name="connsiteY403" fmla="*/ 2167097 h 5099050"/>
              <a:gd name="connsiteX404" fmla="*/ 1708150 w 1708150"/>
              <a:gd name="connsiteY404" fmla="*/ 2167097 h 5099050"/>
              <a:gd name="connsiteX405" fmla="*/ 1708150 w 1708150"/>
              <a:gd name="connsiteY405" fmla="*/ 2065115 h 5099050"/>
              <a:gd name="connsiteX406" fmla="*/ 1708150 w 1708150"/>
              <a:gd name="connsiteY406" fmla="*/ 2014125 h 5099050"/>
              <a:gd name="connsiteX407" fmla="*/ 1701800 w 1708150"/>
              <a:gd name="connsiteY407" fmla="*/ 2014125 h 5099050"/>
              <a:gd name="connsiteX408" fmla="*/ 1701800 w 1708150"/>
              <a:gd name="connsiteY408" fmla="*/ 2065115 h 5099050"/>
              <a:gd name="connsiteX409" fmla="*/ 1708150 w 1708150"/>
              <a:gd name="connsiteY409" fmla="*/ 2065115 h 5099050"/>
              <a:gd name="connsiteX410" fmla="*/ 1708150 w 1708150"/>
              <a:gd name="connsiteY410" fmla="*/ 1963134 h 5099050"/>
              <a:gd name="connsiteX411" fmla="*/ 1708150 w 1708150"/>
              <a:gd name="connsiteY411" fmla="*/ 1912144 h 5099050"/>
              <a:gd name="connsiteX412" fmla="*/ 1701800 w 1708150"/>
              <a:gd name="connsiteY412" fmla="*/ 1912144 h 5099050"/>
              <a:gd name="connsiteX413" fmla="*/ 1701800 w 1708150"/>
              <a:gd name="connsiteY413" fmla="*/ 1963134 h 5099050"/>
              <a:gd name="connsiteX414" fmla="*/ 1708150 w 1708150"/>
              <a:gd name="connsiteY414" fmla="*/ 1963134 h 5099050"/>
              <a:gd name="connsiteX415" fmla="*/ 1708150 w 1708150"/>
              <a:gd name="connsiteY415" fmla="*/ 1861153 h 5099050"/>
              <a:gd name="connsiteX416" fmla="*/ 1708150 w 1708150"/>
              <a:gd name="connsiteY416" fmla="*/ 1810163 h 5099050"/>
              <a:gd name="connsiteX417" fmla="*/ 1701800 w 1708150"/>
              <a:gd name="connsiteY417" fmla="*/ 1810163 h 5099050"/>
              <a:gd name="connsiteX418" fmla="*/ 1701800 w 1708150"/>
              <a:gd name="connsiteY418" fmla="*/ 1861153 h 5099050"/>
              <a:gd name="connsiteX419" fmla="*/ 1708150 w 1708150"/>
              <a:gd name="connsiteY419" fmla="*/ 1861153 h 5099050"/>
              <a:gd name="connsiteX420" fmla="*/ 1708150 w 1708150"/>
              <a:gd name="connsiteY420" fmla="*/ 1759172 h 5099050"/>
              <a:gd name="connsiteX421" fmla="*/ 1708150 w 1708150"/>
              <a:gd name="connsiteY421" fmla="*/ 1708182 h 5099050"/>
              <a:gd name="connsiteX422" fmla="*/ 1701800 w 1708150"/>
              <a:gd name="connsiteY422" fmla="*/ 1708182 h 5099050"/>
              <a:gd name="connsiteX423" fmla="*/ 1701800 w 1708150"/>
              <a:gd name="connsiteY423" fmla="*/ 1759172 h 5099050"/>
              <a:gd name="connsiteX424" fmla="*/ 1708150 w 1708150"/>
              <a:gd name="connsiteY424" fmla="*/ 1759172 h 5099050"/>
              <a:gd name="connsiteX425" fmla="*/ 1708150 w 1708150"/>
              <a:gd name="connsiteY425" fmla="*/ 1657191 h 5099050"/>
              <a:gd name="connsiteX426" fmla="*/ 1708150 w 1708150"/>
              <a:gd name="connsiteY426" fmla="*/ 1606201 h 5099050"/>
              <a:gd name="connsiteX427" fmla="*/ 1701800 w 1708150"/>
              <a:gd name="connsiteY427" fmla="*/ 1606201 h 5099050"/>
              <a:gd name="connsiteX428" fmla="*/ 1701800 w 1708150"/>
              <a:gd name="connsiteY428" fmla="*/ 1657191 h 5099050"/>
              <a:gd name="connsiteX429" fmla="*/ 1708150 w 1708150"/>
              <a:gd name="connsiteY429" fmla="*/ 1657191 h 5099050"/>
              <a:gd name="connsiteX430" fmla="*/ 1708150 w 1708150"/>
              <a:gd name="connsiteY430" fmla="*/ 1555210 h 5099050"/>
              <a:gd name="connsiteX431" fmla="*/ 1708150 w 1708150"/>
              <a:gd name="connsiteY431" fmla="*/ 1504220 h 5099050"/>
              <a:gd name="connsiteX432" fmla="*/ 1701800 w 1708150"/>
              <a:gd name="connsiteY432" fmla="*/ 1504220 h 5099050"/>
              <a:gd name="connsiteX433" fmla="*/ 1701800 w 1708150"/>
              <a:gd name="connsiteY433" fmla="*/ 1555210 h 5099050"/>
              <a:gd name="connsiteX434" fmla="*/ 1708150 w 1708150"/>
              <a:gd name="connsiteY434" fmla="*/ 1555210 h 5099050"/>
              <a:gd name="connsiteX435" fmla="*/ 1708150 w 1708150"/>
              <a:gd name="connsiteY435" fmla="*/ 1453229 h 5099050"/>
              <a:gd name="connsiteX436" fmla="*/ 1708150 w 1708150"/>
              <a:gd name="connsiteY436" fmla="*/ 1402239 h 5099050"/>
              <a:gd name="connsiteX437" fmla="*/ 1701800 w 1708150"/>
              <a:gd name="connsiteY437" fmla="*/ 1402239 h 5099050"/>
              <a:gd name="connsiteX438" fmla="*/ 1701800 w 1708150"/>
              <a:gd name="connsiteY438" fmla="*/ 1453229 h 5099050"/>
              <a:gd name="connsiteX439" fmla="*/ 1708150 w 1708150"/>
              <a:gd name="connsiteY439" fmla="*/ 1453229 h 5099050"/>
              <a:gd name="connsiteX440" fmla="*/ 1708150 w 1708150"/>
              <a:gd name="connsiteY440" fmla="*/ 1351248 h 5099050"/>
              <a:gd name="connsiteX441" fmla="*/ 1708150 w 1708150"/>
              <a:gd name="connsiteY441" fmla="*/ 1300258 h 5099050"/>
              <a:gd name="connsiteX442" fmla="*/ 1701800 w 1708150"/>
              <a:gd name="connsiteY442" fmla="*/ 1300258 h 5099050"/>
              <a:gd name="connsiteX443" fmla="*/ 1701800 w 1708150"/>
              <a:gd name="connsiteY443" fmla="*/ 1351248 h 5099050"/>
              <a:gd name="connsiteX444" fmla="*/ 1708150 w 1708150"/>
              <a:gd name="connsiteY444" fmla="*/ 1351248 h 5099050"/>
              <a:gd name="connsiteX445" fmla="*/ 1708150 w 1708150"/>
              <a:gd name="connsiteY445" fmla="*/ 1249267 h 5099050"/>
              <a:gd name="connsiteX446" fmla="*/ 1708150 w 1708150"/>
              <a:gd name="connsiteY446" fmla="*/ 1198277 h 5099050"/>
              <a:gd name="connsiteX447" fmla="*/ 1701800 w 1708150"/>
              <a:gd name="connsiteY447" fmla="*/ 1198277 h 5099050"/>
              <a:gd name="connsiteX448" fmla="*/ 1701800 w 1708150"/>
              <a:gd name="connsiteY448" fmla="*/ 1249267 h 5099050"/>
              <a:gd name="connsiteX449" fmla="*/ 1708150 w 1708150"/>
              <a:gd name="connsiteY449" fmla="*/ 1249267 h 5099050"/>
              <a:gd name="connsiteX450" fmla="*/ 1708150 w 1708150"/>
              <a:gd name="connsiteY450" fmla="*/ 1147286 h 5099050"/>
              <a:gd name="connsiteX451" fmla="*/ 1708150 w 1708150"/>
              <a:gd name="connsiteY451" fmla="*/ 1096296 h 5099050"/>
              <a:gd name="connsiteX452" fmla="*/ 1701800 w 1708150"/>
              <a:gd name="connsiteY452" fmla="*/ 1096296 h 5099050"/>
              <a:gd name="connsiteX453" fmla="*/ 1701800 w 1708150"/>
              <a:gd name="connsiteY453" fmla="*/ 1147286 h 5099050"/>
              <a:gd name="connsiteX454" fmla="*/ 1708150 w 1708150"/>
              <a:gd name="connsiteY454" fmla="*/ 1147286 h 5099050"/>
              <a:gd name="connsiteX455" fmla="*/ 1708150 w 1708150"/>
              <a:gd name="connsiteY455" fmla="*/ 1045305 h 5099050"/>
              <a:gd name="connsiteX456" fmla="*/ 1708150 w 1708150"/>
              <a:gd name="connsiteY456" fmla="*/ 994315 h 5099050"/>
              <a:gd name="connsiteX457" fmla="*/ 1701800 w 1708150"/>
              <a:gd name="connsiteY457" fmla="*/ 994315 h 5099050"/>
              <a:gd name="connsiteX458" fmla="*/ 1701800 w 1708150"/>
              <a:gd name="connsiteY458" fmla="*/ 1045305 h 5099050"/>
              <a:gd name="connsiteX459" fmla="*/ 1708150 w 1708150"/>
              <a:gd name="connsiteY459" fmla="*/ 1045305 h 5099050"/>
              <a:gd name="connsiteX460" fmla="*/ 1708150 w 1708150"/>
              <a:gd name="connsiteY460" fmla="*/ 943324 h 5099050"/>
              <a:gd name="connsiteX461" fmla="*/ 1708150 w 1708150"/>
              <a:gd name="connsiteY461" fmla="*/ 892334 h 5099050"/>
              <a:gd name="connsiteX462" fmla="*/ 1701800 w 1708150"/>
              <a:gd name="connsiteY462" fmla="*/ 892334 h 5099050"/>
              <a:gd name="connsiteX463" fmla="*/ 1701800 w 1708150"/>
              <a:gd name="connsiteY463" fmla="*/ 943324 h 5099050"/>
              <a:gd name="connsiteX464" fmla="*/ 1708150 w 1708150"/>
              <a:gd name="connsiteY464" fmla="*/ 943324 h 5099050"/>
              <a:gd name="connsiteX465" fmla="*/ 1708150 w 1708150"/>
              <a:gd name="connsiteY465" fmla="*/ 841337 h 5099050"/>
              <a:gd name="connsiteX466" fmla="*/ 1708150 w 1708150"/>
              <a:gd name="connsiteY466" fmla="*/ 790353 h 5099050"/>
              <a:gd name="connsiteX467" fmla="*/ 1701800 w 1708150"/>
              <a:gd name="connsiteY467" fmla="*/ 790353 h 5099050"/>
              <a:gd name="connsiteX468" fmla="*/ 1701800 w 1708150"/>
              <a:gd name="connsiteY468" fmla="*/ 841337 h 5099050"/>
              <a:gd name="connsiteX469" fmla="*/ 1708150 w 1708150"/>
              <a:gd name="connsiteY469" fmla="*/ 841337 h 5099050"/>
              <a:gd name="connsiteX470" fmla="*/ 1708150 w 1708150"/>
              <a:gd name="connsiteY470" fmla="*/ 739356 h 5099050"/>
              <a:gd name="connsiteX471" fmla="*/ 1708150 w 1708150"/>
              <a:gd name="connsiteY471" fmla="*/ 688365 h 5099050"/>
              <a:gd name="connsiteX472" fmla="*/ 1701800 w 1708150"/>
              <a:gd name="connsiteY472" fmla="*/ 688365 h 5099050"/>
              <a:gd name="connsiteX473" fmla="*/ 1701800 w 1708150"/>
              <a:gd name="connsiteY473" fmla="*/ 739356 h 5099050"/>
              <a:gd name="connsiteX474" fmla="*/ 1708150 w 1708150"/>
              <a:gd name="connsiteY474" fmla="*/ 739356 h 5099050"/>
              <a:gd name="connsiteX475" fmla="*/ 1708150 w 1708150"/>
              <a:gd name="connsiteY475" fmla="*/ 637375 h 5099050"/>
              <a:gd name="connsiteX476" fmla="*/ 1708150 w 1708150"/>
              <a:gd name="connsiteY476" fmla="*/ 586384 h 5099050"/>
              <a:gd name="connsiteX477" fmla="*/ 1701800 w 1708150"/>
              <a:gd name="connsiteY477" fmla="*/ 586384 h 5099050"/>
              <a:gd name="connsiteX478" fmla="*/ 1701800 w 1708150"/>
              <a:gd name="connsiteY478" fmla="*/ 637375 h 5099050"/>
              <a:gd name="connsiteX479" fmla="*/ 1708150 w 1708150"/>
              <a:gd name="connsiteY479" fmla="*/ 637375 h 5099050"/>
              <a:gd name="connsiteX480" fmla="*/ 1708150 w 1708150"/>
              <a:gd name="connsiteY480" fmla="*/ 535394 h 5099050"/>
              <a:gd name="connsiteX481" fmla="*/ 1708150 w 1708150"/>
              <a:gd name="connsiteY481" fmla="*/ 484403 h 5099050"/>
              <a:gd name="connsiteX482" fmla="*/ 1701800 w 1708150"/>
              <a:gd name="connsiteY482" fmla="*/ 484403 h 5099050"/>
              <a:gd name="connsiteX483" fmla="*/ 1701800 w 1708150"/>
              <a:gd name="connsiteY483" fmla="*/ 535394 h 5099050"/>
              <a:gd name="connsiteX484" fmla="*/ 1708150 w 1708150"/>
              <a:gd name="connsiteY484" fmla="*/ 535394 h 5099050"/>
              <a:gd name="connsiteX485" fmla="*/ 1708150 w 1708150"/>
              <a:gd name="connsiteY485" fmla="*/ 433413 h 5099050"/>
              <a:gd name="connsiteX486" fmla="*/ 1708150 w 1708150"/>
              <a:gd name="connsiteY486" fmla="*/ 382422 h 5099050"/>
              <a:gd name="connsiteX487" fmla="*/ 1701800 w 1708150"/>
              <a:gd name="connsiteY487" fmla="*/ 382422 h 5099050"/>
              <a:gd name="connsiteX488" fmla="*/ 1701800 w 1708150"/>
              <a:gd name="connsiteY488" fmla="*/ 433413 h 5099050"/>
              <a:gd name="connsiteX489" fmla="*/ 1708150 w 1708150"/>
              <a:gd name="connsiteY489" fmla="*/ 433413 h 5099050"/>
              <a:gd name="connsiteX490" fmla="*/ 1708150 w 1708150"/>
              <a:gd name="connsiteY490" fmla="*/ 331432 h 5099050"/>
              <a:gd name="connsiteX491" fmla="*/ 1708150 w 1708150"/>
              <a:gd name="connsiteY491" fmla="*/ 280441 h 5099050"/>
              <a:gd name="connsiteX492" fmla="*/ 1701800 w 1708150"/>
              <a:gd name="connsiteY492" fmla="*/ 280441 h 5099050"/>
              <a:gd name="connsiteX493" fmla="*/ 1701800 w 1708150"/>
              <a:gd name="connsiteY493" fmla="*/ 331432 h 5099050"/>
              <a:gd name="connsiteX494" fmla="*/ 1708150 w 1708150"/>
              <a:gd name="connsiteY494" fmla="*/ 331432 h 5099050"/>
              <a:gd name="connsiteX495" fmla="*/ 1708150 w 1708150"/>
              <a:gd name="connsiteY495" fmla="*/ 229451 h 5099050"/>
              <a:gd name="connsiteX496" fmla="*/ 1708150 w 1708150"/>
              <a:gd name="connsiteY496" fmla="*/ 178460 h 5099050"/>
              <a:gd name="connsiteX497" fmla="*/ 1701800 w 1708150"/>
              <a:gd name="connsiteY497" fmla="*/ 178460 h 5099050"/>
              <a:gd name="connsiteX498" fmla="*/ 1701800 w 1708150"/>
              <a:gd name="connsiteY498" fmla="*/ 229451 h 5099050"/>
              <a:gd name="connsiteX499" fmla="*/ 1708150 w 1708150"/>
              <a:gd name="connsiteY499" fmla="*/ 229451 h 5099050"/>
              <a:gd name="connsiteX500" fmla="*/ 1708150 w 1708150"/>
              <a:gd name="connsiteY500" fmla="*/ 127470 h 5099050"/>
              <a:gd name="connsiteX501" fmla="*/ 1708150 w 1708150"/>
              <a:gd name="connsiteY501" fmla="*/ 76479 h 5099050"/>
              <a:gd name="connsiteX502" fmla="*/ 1701800 w 1708150"/>
              <a:gd name="connsiteY502" fmla="*/ 76479 h 5099050"/>
              <a:gd name="connsiteX503" fmla="*/ 1701800 w 1708150"/>
              <a:gd name="connsiteY503" fmla="*/ 127470 h 5099050"/>
              <a:gd name="connsiteX504" fmla="*/ 1708150 w 1708150"/>
              <a:gd name="connsiteY504" fmla="*/ 127470 h 5099050"/>
              <a:gd name="connsiteX505" fmla="*/ 1708150 w 1708150"/>
              <a:gd name="connsiteY505" fmla="*/ 25489 h 5099050"/>
              <a:gd name="connsiteX506" fmla="*/ 1708150 w 1708150"/>
              <a:gd name="connsiteY506" fmla="*/ 0 h 5099050"/>
              <a:gd name="connsiteX507" fmla="*/ 1701800 w 1708150"/>
              <a:gd name="connsiteY507" fmla="*/ 0 h 5099050"/>
              <a:gd name="connsiteX508" fmla="*/ 1701800 w 1708150"/>
              <a:gd name="connsiteY508" fmla="*/ 25489 h 5099050"/>
              <a:gd name="connsiteX509" fmla="*/ 1708150 w 1708150"/>
              <a:gd name="connsiteY509" fmla="*/ 25489 h 50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Lst>
            <a:rect l="l" t="t" r="r" b="b"/>
            <a:pathLst>
              <a:path w="1708150" h="5099050">
                <a:moveTo>
                  <a:pt x="0" y="0"/>
                </a:moveTo>
                <a:lnTo>
                  <a:pt x="0" y="25495"/>
                </a:lnTo>
                <a:lnTo>
                  <a:pt x="6350" y="25495"/>
                </a:lnTo>
                <a:lnTo>
                  <a:pt x="6350" y="0"/>
                </a:lnTo>
                <a:lnTo>
                  <a:pt x="0" y="0"/>
                </a:lnTo>
                <a:close/>
                <a:moveTo>
                  <a:pt x="0" y="76486"/>
                </a:moveTo>
                <a:lnTo>
                  <a:pt x="0" y="127476"/>
                </a:lnTo>
                <a:lnTo>
                  <a:pt x="6350" y="127476"/>
                </a:lnTo>
                <a:lnTo>
                  <a:pt x="6350" y="76486"/>
                </a:lnTo>
                <a:lnTo>
                  <a:pt x="0" y="76486"/>
                </a:lnTo>
                <a:close/>
                <a:moveTo>
                  <a:pt x="0" y="178467"/>
                </a:moveTo>
                <a:lnTo>
                  <a:pt x="0" y="229457"/>
                </a:lnTo>
                <a:lnTo>
                  <a:pt x="6350" y="229457"/>
                </a:lnTo>
                <a:lnTo>
                  <a:pt x="6350" y="178467"/>
                </a:lnTo>
                <a:lnTo>
                  <a:pt x="0" y="178467"/>
                </a:lnTo>
                <a:close/>
                <a:moveTo>
                  <a:pt x="0" y="280448"/>
                </a:moveTo>
                <a:lnTo>
                  <a:pt x="0" y="331438"/>
                </a:lnTo>
                <a:lnTo>
                  <a:pt x="6350" y="331438"/>
                </a:lnTo>
                <a:lnTo>
                  <a:pt x="6350" y="280448"/>
                </a:lnTo>
                <a:lnTo>
                  <a:pt x="0" y="280448"/>
                </a:lnTo>
                <a:close/>
                <a:moveTo>
                  <a:pt x="0" y="382429"/>
                </a:moveTo>
                <a:lnTo>
                  <a:pt x="0" y="433419"/>
                </a:lnTo>
                <a:lnTo>
                  <a:pt x="6350" y="433419"/>
                </a:lnTo>
                <a:lnTo>
                  <a:pt x="6350" y="382429"/>
                </a:lnTo>
                <a:lnTo>
                  <a:pt x="0" y="382429"/>
                </a:lnTo>
                <a:close/>
                <a:moveTo>
                  <a:pt x="0" y="484410"/>
                </a:moveTo>
                <a:lnTo>
                  <a:pt x="0" y="535400"/>
                </a:lnTo>
                <a:lnTo>
                  <a:pt x="6350" y="535400"/>
                </a:lnTo>
                <a:lnTo>
                  <a:pt x="6350" y="484410"/>
                </a:lnTo>
                <a:lnTo>
                  <a:pt x="0" y="484410"/>
                </a:lnTo>
                <a:close/>
                <a:moveTo>
                  <a:pt x="0" y="586391"/>
                </a:moveTo>
                <a:lnTo>
                  <a:pt x="0" y="637381"/>
                </a:lnTo>
                <a:lnTo>
                  <a:pt x="6350" y="637381"/>
                </a:lnTo>
                <a:lnTo>
                  <a:pt x="6350" y="586391"/>
                </a:lnTo>
                <a:lnTo>
                  <a:pt x="0" y="586391"/>
                </a:lnTo>
                <a:close/>
                <a:moveTo>
                  <a:pt x="0" y="688372"/>
                </a:moveTo>
                <a:lnTo>
                  <a:pt x="0" y="739362"/>
                </a:lnTo>
                <a:lnTo>
                  <a:pt x="6350" y="739362"/>
                </a:lnTo>
                <a:lnTo>
                  <a:pt x="6350" y="688372"/>
                </a:lnTo>
                <a:lnTo>
                  <a:pt x="0" y="688372"/>
                </a:lnTo>
                <a:close/>
                <a:moveTo>
                  <a:pt x="0" y="790353"/>
                </a:moveTo>
                <a:lnTo>
                  <a:pt x="0" y="841343"/>
                </a:lnTo>
                <a:lnTo>
                  <a:pt x="6350" y="841343"/>
                </a:lnTo>
                <a:lnTo>
                  <a:pt x="6350" y="790353"/>
                </a:lnTo>
                <a:lnTo>
                  <a:pt x="0" y="790353"/>
                </a:lnTo>
                <a:close/>
                <a:moveTo>
                  <a:pt x="0" y="892334"/>
                </a:moveTo>
                <a:lnTo>
                  <a:pt x="0" y="943324"/>
                </a:lnTo>
                <a:lnTo>
                  <a:pt x="6350" y="943324"/>
                </a:lnTo>
                <a:lnTo>
                  <a:pt x="6350" y="892334"/>
                </a:lnTo>
                <a:lnTo>
                  <a:pt x="0" y="892334"/>
                </a:lnTo>
                <a:close/>
                <a:moveTo>
                  <a:pt x="0" y="994315"/>
                </a:moveTo>
                <a:lnTo>
                  <a:pt x="0" y="1045305"/>
                </a:lnTo>
                <a:lnTo>
                  <a:pt x="6350" y="1045305"/>
                </a:lnTo>
                <a:lnTo>
                  <a:pt x="6350" y="994315"/>
                </a:lnTo>
                <a:lnTo>
                  <a:pt x="0" y="994315"/>
                </a:lnTo>
                <a:close/>
                <a:moveTo>
                  <a:pt x="0" y="1096296"/>
                </a:moveTo>
                <a:lnTo>
                  <a:pt x="0" y="1147286"/>
                </a:lnTo>
                <a:lnTo>
                  <a:pt x="6350" y="1147286"/>
                </a:lnTo>
                <a:lnTo>
                  <a:pt x="6350" y="1096296"/>
                </a:lnTo>
                <a:lnTo>
                  <a:pt x="0" y="1096296"/>
                </a:lnTo>
                <a:close/>
                <a:moveTo>
                  <a:pt x="0" y="1198277"/>
                </a:moveTo>
                <a:lnTo>
                  <a:pt x="0" y="1249267"/>
                </a:lnTo>
                <a:lnTo>
                  <a:pt x="6350" y="1249267"/>
                </a:lnTo>
                <a:lnTo>
                  <a:pt x="6350" y="1198277"/>
                </a:lnTo>
                <a:lnTo>
                  <a:pt x="0" y="1198277"/>
                </a:lnTo>
                <a:close/>
                <a:moveTo>
                  <a:pt x="0" y="1300258"/>
                </a:moveTo>
                <a:lnTo>
                  <a:pt x="0" y="1351248"/>
                </a:lnTo>
                <a:lnTo>
                  <a:pt x="6350" y="1351248"/>
                </a:lnTo>
                <a:lnTo>
                  <a:pt x="6350" y="1300258"/>
                </a:lnTo>
                <a:lnTo>
                  <a:pt x="0" y="1300258"/>
                </a:lnTo>
                <a:close/>
                <a:moveTo>
                  <a:pt x="0" y="1402239"/>
                </a:moveTo>
                <a:lnTo>
                  <a:pt x="0" y="1453229"/>
                </a:lnTo>
                <a:lnTo>
                  <a:pt x="6350" y="1453229"/>
                </a:lnTo>
                <a:lnTo>
                  <a:pt x="6350" y="1402239"/>
                </a:lnTo>
                <a:lnTo>
                  <a:pt x="0" y="1402239"/>
                </a:lnTo>
                <a:close/>
                <a:moveTo>
                  <a:pt x="0" y="1504220"/>
                </a:moveTo>
                <a:lnTo>
                  <a:pt x="0" y="1555210"/>
                </a:lnTo>
                <a:lnTo>
                  <a:pt x="6350" y="1555210"/>
                </a:lnTo>
                <a:lnTo>
                  <a:pt x="6350" y="1504220"/>
                </a:lnTo>
                <a:lnTo>
                  <a:pt x="0" y="1504220"/>
                </a:lnTo>
                <a:close/>
                <a:moveTo>
                  <a:pt x="0" y="1606201"/>
                </a:moveTo>
                <a:lnTo>
                  <a:pt x="0" y="1657191"/>
                </a:lnTo>
                <a:lnTo>
                  <a:pt x="6350" y="1657191"/>
                </a:lnTo>
                <a:lnTo>
                  <a:pt x="6350" y="1606201"/>
                </a:lnTo>
                <a:lnTo>
                  <a:pt x="0" y="1606201"/>
                </a:lnTo>
                <a:close/>
                <a:moveTo>
                  <a:pt x="0" y="1708182"/>
                </a:moveTo>
                <a:lnTo>
                  <a:pt x="0" y="1759172"/>
                </a:lnTo>
                <a:lnTo>
                  <a:pt x="6350" y="1759172"/>
                </a:lnTo>
                <a:lnTo>
                  <a:pt x="6350" y="1708182"/>
                </a:lnTo>
                <a:lnTo>
                  <a:pt x="0" y="1708182"/>
                </a:lnTo>
                <a:close/>
                <a:moveTo>
                  <a:pt x="0" y="1810163"/>
                </a:moveTo>
                <a:lnTo>
                  <a:pt x="0" y="1861153"/>
                </a:lnTo>
                <a:lnTo>
                  <a:pt x="6350" y="1861153"/>
                </a:lnTo>
                <a:lnTo>
                  <a:pt x="6350" y="1810163"/>
                </a:lnTo>
                <a:lnTo>
                  <a:pt x="0" y="1810163"/>
                </a:lnTo>
                <a:close/>
                <a:moveTo>
                  <a:pt x="0" y="1912144"/>
                </a:moveTo>
                <a:lnTo>
                  <a:pt x="0" y="1963134"/>
                </a:lnTo>
                <a:lnTo>
                  <a:pt x="6350" y="1963134"/>
                </a:lnTo>
                <a:lnTo>
                  <a:pt x="6350" y="1912144"/>
                </a:lnTo>
                <a:lnTo>
                  <a:pt x="0" y="1912144"/>
                </a:lnTo>
                <a:close/>
                <a:moveTo>
                  <a:pt x="0" y="2014125"/>
                </a:moveTo>
                <a:lnTo>
                  <a:pt x="0" y="2065115"/>
                </a:lnTo>
                <a:lnTo>
                  <a:pt x="6350" y="2065115"/>
                </a:lnTo>
                <a:lnTo>
                  <a:pt x="6350" y="2014125"/>
                </a:lnTo>
                <a:lnTo>
                  <a:pt x="0" y="2014125"/>
                </a:lnTo>
                <a:close/>
                <a:moveTo>
                  <a:pt x="0" y="2116106"/>
                </a:moveTo>
                <a:lnTo>
                  <a:pt x="0" y="2167097"/>
                </a:lnTo>
                <a:lnTo>
                  <a:pt x="6350" y="2167097"/>
                </a:lnTo>
                <a:lnTo>
                  <a:pt x="6350" y="2116106"/>
                </a:lnTo>
                <a:lnTo>
                  <a:pt x="0" y="2116106"/>
                </a:lnTo>
                <a:close/>
                <a:moveTo>
                  <a:pt x="0" y="2218087"/>
                </a:moveTo>
                <a:lnTo>
                  <a:pt x="0" y="2269078"/>
                </a:lnTo>
                <a:lnTo>
                  <a:pt x="6350" y="2269078"/>
                </a:lnTo>
                <a:lnTo>
                  <a:pt x="6350" y="2218087"/>
                </a:lnTo>
                <a:lnTo>
                  <a:pt x="0" y="2218087"/>
                </a:lnTo>
                <a:close/>
                <a:moveTo>
                  <a:pt x="0" y="2320068"/>
                </a:moveTo>
                <a:lnTo>
                  <a:pt x="0" y="2371058"/>
                </a:lnTo>
                <a:lnTo>
                  <a:pt x="6350" y="2371058"/>
                </a:lnTo>
                <a:lnTo>
                  <a:pt x="6350" y="2320068"/>
                </a:lnTo>
                <a:lnTo>
                  <a:pt x="0" y="2320068"/>
                </a:lnTo>
                <a:close/>
                <a:moveTo>
                  <a:pt x="0" y="2422049"/>
                </a:moveTo>
                <a:lnTo>
                  <a:pt x="0" y="2473039"/>
                </a:lnTo>
                <a:lnTo>
                  <a:pt x="6350" y="2473039"/>
                </a:lnTo>
                <a:lnTo>
                  <a:pt x="6350" y="2422049"/>
                </a:lnTo>
                <a:lnTo>
                  <a:pt x="0" y="2422049"/>
                </a:lnTo>
                <a:close/>
                <a:moveTo>
                  <a:pt x="0" y="2524030"/>
                </a:moveTo>
                <a:lnTo>
                  <a:pt x="0" y="2575020"/>
                </a:lnTo>
                <a:lnTo>
                  <a:pt x="6350" y="2575020"/>
                </a:lnTo>
                <a:lnTo>
                  <a:pt x="6350" y="2524030"/>
                </a:lnTo>
                <a:lnTo>
                  <a:pt x="0" y="2524030"/>
                </a:lnTo>
                <a:close/>
                <a:moveTo>
                  <a:pt x="0" y="2626011"/>
                </a:moveTo>
                <a:lnTo>
                  <a:pt x="0" y="2677001"/>
                </a:lnTo>
                <a:lnTo>
                  <a:pt x="6350" y="2677001"/>
                </a:lnTo>
                <a:lnTo>
                  <a:pt x="6350" y="2626011"/>
                </a:lnTo>
                <a:lnTo>
                  <a:pt x="0" y="2626011"/>
                </a:lnTo>
                <a:close/>
                <a:moveTo>
                  <a:pt x="0" y="2727992"/>
                </a:moveTo>
                <a:lnTo>
                  <a:pt x="0" y="2778982"/>
                </a:lnTo>
                <a:lnTo>
                  <a:pt x="6350" y="2778982"/>
                </a:lnTo>
                <a:lnTo>
                  <a:pt x="6350" y="2727992"/>
                </a:lnTo>
                <a:lnTo>
                  <a:pt x="0" y="2727992"/>
                </a:lnTo>
                <a:close/>
                <a:moveTo>
                  <a:pt x="0" y="2829973"/>
                </a:moveTo>
                <a:lnTo>
                  <a:pt x="0" y="2880963"/>
                </a:lnTo>
                <a:lnTo>
                  <a:pt x="6350" y="2880963"/>
                </a:lnTo>
                <a:lnTo>
                  <a:pt x="6350" y="2829973"/>
                </a:lnTo>
                <a:lnTo>
                  <a:pt x="0" y="2829973"/>
                </a:lnTo>
                <a:close/>
                <a:moveTo>
                  <a:pt x="0" y="2931954"/>
                </a:moveTo>
                <a:lnTo>
                  <a:pt x="0" y="2982944"/>
                </a:lnTo>
                <a:lnTo>
                  <a:pt x="6350" y="2982944"/>
                </a:lnTo>
                <a:lnTo>
                  <a:pt x="6350" y="2931954"/>
                </a:lnTo>
                <a:lnTo>
                  <a:pt x="0" y="2931954"/>
                </a:lnTo>
                <a:close/>
                <a:moveTo>
                  <a:pt x="0" y="3033935"/>
                </a:moveTo>
                <a:lnTo>
                  <a:pt x="0" y="3084925"/>
                </a:lnTo>
                <a:lnTo>
                  <a:pt x="6350" y="3084925"/>
                </a:lnTo>
                <a:lnTo>
                  <a:pt x="6350" y="3033935"/>
                </a:lnTo>
                <a:lnTo>
                  <a:pt x="0" y="3033935"/>
                </a:lnTo>
                <a:close/>
                <a:moveTo>
                  <a:pt x="0" y="3135916"/>
                </a:moveTo>
                <a:lnTo>
                  <a:pt x="0" y="3186906"/>
                </a:lnTo>
                <a:lnTo>
                  <a:pt x="6350" y="3186906"/>
                </a:lnTo>
                <a:lnTo>
                  <a:pt x="6350" y="3135916"/>
                </a:lnTo>
                <a:lnTo>
                  <a:pt x="0" y="3135916"/>
                </a:lnTo>
                <a:close/>
                <a:moveTo>
                  <a:pt x="0" y="3237897"/>
                </a:moveTo>
                <a:lnTo>
                  <a:pt x="0" y="3288887"/>
                </a:lnTo>
                <a:lnTo>
                  <a:pt x="6350" y="3288887"/>
                </a:lnTo>
                <a:lnTo>
                  <a:pt x="6350" y="3237897"/>
                </a:lnTo>
                <a:lnTo>
                  <a:pt x="0" y="3237897"/>
                </a:lnTo>
                <a:close/>
                <a:moveTo>
                  <a:pt x="0" y="3339878"/>
                </a:moveTo>
                <a:lnTo>
                  <a:pt x="0" y="3390868"/>
                </a:lnTo>
                <a:lnTo>
                  <a:pt x="6350" y="3390868"/>
                </a:lnTo>
                <a:lnTo>
                  <a:pt x="6350" y="3339878"/>
                </a:lnTo>
                <a:lnTo>
                  <a:pt x="0" y="3339878"/>
                </a:lnTo>
                <a:close/>
                <a:moveTo>
                  <a:pt x="0" y="3441859"/>
                </a:moveTo>
                <a:lnTo>
                  <a:pt x="0" y="3492849"/>
                </a:lnTo>
                <a:lnTo>
                  <a:pt x="6350" y="3492849"/>
                </a:lnTo>
                <a:lnTo>
                  <a:pt x="6350" y="3441859"/>
                </a:lnTo>
                <a:lnTo>
                  <a:pt x="0" y="3441859"/>
                </a:lnTo>
                <a:close/>
                <a:moveTo>
                  <a:pt x="0" y="3543840"/>
                </a:moveTo>
                <a:lnTo>
                  <a:pt x="0" y="3594830"/>
                </a:lnTo>
                <a:lnTo>
                  <a:pt x="6350" y="3594830"/>
                </a:lnTo>
                <a:lnTo>
                  <a:pt x="6350" y="3543840"/>
                </a:lnTo>
                <a:lnTo>
                  <a:pt x="0" y="3543840"/>
                </a:lnTo>
                <a:close/>
                <a:moveTo>
                  <a:pt x="0" y="3645821"/>
                </a:moveTo>
                <a:lnTo>
                  <a:pt x="0" y="3696811"/>
                </a:lnTo>
                <a:lnTo>
                  <a:pt x="6350" y="3696811"/>
                </a:lnTo>
                <a:lnTo>
                  <a:pt x="6350" y="3645821"/>
                </a:lnTo>
                <a:lnTo>
                  <a:pt x="0" y="3645821"/>
                </a:lnTo>
                <a:close/>
                <a:moveTo>
                  <a:pt x="0" y="3747802"/>
                </a:moveTo>
                <a:lnTo>
                  <a:pt x="0" y="3798792"/>
                </a:lnTo>
                <a:lnTo>
                  <a:pt x="6350" y="3798792"/>
                </a:lnTo>
                <a:lnTo>
                  <a:pt x="6350" y="3747802"/>
                </a:lnTo>
                <a:lnTo>
                  <a:pt x="0" y="3747802"/>
                </a:lnTo>
                <a:close/>
                <a:moveTo>
                  <a:pt x="0" y="3849783"/>
                </a:moveTo>
                <a:lnTo>
                  <a:pt x="0" y="3900773"/>
                </a:lnTo>
                <a:lnTo>
                  <a:pt x="6350" y="3900773"/>
                </a:lnTo>
                <a:lnTo>
                  <a:pt x="6350" y="3849783"/>
                </a:lnTo>
                <a:lnTo>
                  <a:pt x="0" y="3849783"/>
                </a:lnTo>
                <a:close/>
                <a:moveTo>
                  <a:pt x="0" y="3951764"/>
                </a:moveTo>
                <a:lnTo>
                  <a:pt x="0" y="4002754"/>
                </a:lnTo>
                <a:lnTo>
                  <a:pt x="6350" y="4002754"/>
                </a:lnTo>
                <a:lnTo>
                  <a:pt x="6350" y="3951764"/>
                </a:lnTo>
                <a:lnTo>
                  <a:pt x="0" y="3951764"/>
                </a:lnTo>
                <a:close/>
                <a:moveTo>
                  <a:pt x="0" y="4053745"/>
                </a:moveTo>
                <a:lnTo>
                  <a:pt x="0" y="4104735"/>
                </a:lnTo>
                <a:lnTo>
                  <a:pt x="6350" y="4104735"/>
                </a:lnTo>
                <a:lnTo>
                  <a:pt x="6350" y="4053745"/>
                </a:lnTo>
                <a:lnTo>
                  <a:pt x="0" y="4053745"/>
                </a:lnTo>
                <a:close/>
                <a:moveTo>
                  <a:pt x="0" y="4155726"/>
                </a:moveTo>
                <a:lnTo>
                  <a:pt x="0" y="4206716"/>
                </a:lnTo>
                <a:lnTo>
                  <a:pt x="6350" y="4206716"/>
                </a:lnTo>
                <a:lnTo>
                  <a:pt x="6350" y="4155726"/>
                </a:lnTo>
                <a:lnTo>
                  <a:pt x="0" y="4155726"/>
                </a:lnTo>
                <a:close/>
                <a:moveTo>
                  <a:pt x="0" y="4257707"/>
                </a:moveTo>
                <a:lnTo>
                  <a:pt x="0" y="4308704"/>
                </a:lnTo>
                <a:lnTo>
                  <a:pt x="6350" y="4308704"/>
                </a:lnTo>
                <a:lnTo>
                  <a:pt x="6350" y="4257707"/>
                </a:lnTo>
                <a:lnTo>
                  <a:pt x="0" y="4257707"/>
                </a:lnTo>
                <a:close/>
                <a:moveTo>
                  <a:pt x="0" y="4359694"/>
                </a:moveTo>
                <a:lnTo>
                  <a:pt x="0" y="4410685"/>
                </a:lnTo>
                <a:lnTo>
                  <a:pt x="6350" y="4410685"/>
                </a:lnTo>
                <a:lnTo>
                  <a:pt x="6350" y="4359694"/>
                </a:lnTo>
                <a:lnTo>
                  <a:pt x="0" y="4359694"/>
                </a:lnTo>
                <a:close/>
                <a:moveTo>
                  <a:pt x="0" y="4461675"/>
                </a:moveTo>
                <a:lnTo>
                  <a:pt x="0" y="4512666"/>
                </a:lnTo>
                <a:lnTo>
                  <a:pt x="6350" y="4512666"/>
                </a:lnTo>
                <a:lnTo>
                  <a:pt x="6350" y="4461675"/>
                </a:lnTo>
                <a:lnTo>
                  <a:pt x="0" y="4461675"/>
                </a:lnTo>
                <a:close/>
                <a:moveTo>
                  <a:pt x="0" y="4563656"/>
                </a:moveTo>
                <a:lnTo>
                  <a:pt x="0" y="4614647"/>
                </a:lnTo>
                <a:lnTo>
                  <a:pt x="6350" y="4614647"/>
                </a:lnTo>
                <a:lnTo>
                  <a:pt x="6350" y="4563656"/>
                </a:lnTo>
                <a:lnTo>
                  <a:pt x="0" y="4563656"/>
                </a:lnTo>
                <a:close/>
                <a:moveTo>
                  <a:pt x="0" y="4665637"/>
                </a:moveTo>
                <a:lnTo>
                  <a:pt x="0" y="4716628"/>
                </a:lnTo>
                <a:lnTo>
                  <a:pt x="6350" y="4716628"/>
                </a:lnTo>
                <a:lnTo>
                  <a:pt x="6350" y="4665637"/>
                </a:lnTo>
                <a:lnTo>
                  <a:pt x="0" y="4665637"/>
                </a:lnTo>
                <a:close/>
                <a:moveTo>
                  <a:pt x="0" y="4767619"/>
                </a:moveTo>
                <a:lnTo>
                  <a:pt x="0" y="4818609"/>
                </a:lnTo>
                <a:lnTo>
                  <a:pt x="6350" y="4818609"/>
                </a:lnTo>
                <a:lnTo>
                  <a:pt x="6350" y="4767619"/>
                </a:lnTo>
                <a:lnTo>
                  <a:pt x="0" y="4767619"/>
                </a:lnTo>
                <a:close/>
                <a:moveTo>
                  <a:pt x="0" y="4869600"/>
                </a:moveTo>
                <a:lnTo>
                  <a:pt x="0" y="4920590"/>
                </a:lnTo>
                <a:lnTo>
                  <a:pt x="6350" y="4920590"/>
                </a:lnTo>
                <a:lnTo>
                  <a:pt x="6350" y="4869600"/>
                </a:lnTo>
                <a:lnTo>
                  <a:pt x="0" y="4869600"/>
                </a:lnTo>
                <a:close/>
                <a:moveTo>
                  <a:pt x="0" y="4971581"/>
                </a:moveTo>
                <a:lnTo>
                  <a:pt x="0" y="5022571"/>
                </a:lnTo>
                <a:lnTo>
                  <a:pt x="6350" y="5022571"/>
                </a:lnTo>
                <a:lnTo>
                  <a:pt x="6350" y="4971581"/>
                </a:lnTo>
                <a:lnTo>
                  <a:pt x="0" y="4971581"/>
                </a:lnTo>
                <a:close/>
                <a:moveTo>
                  <a:pt x="0" y="5073587"/>
                </a:moveTo>
                <a:lnTo>
                  <a:pt x="0" y="5099050"/>
                </a:lnTo>
                <a:lnTo>
                  <a:pt x="6350" y="5099050"/>
                </a:lnTo>
                <a:lnTo>
                  <a:pt x="6350" y="5073587"/>
                </a:lnTo>
                <a:lnTo>
                  <a:pt x="0" y="5073587"/>
                </a:lnTo>
                <a:close/>
                <a:moveTo>
                  <a:pt x="1708150" y="5099050"/>
                </a:moveTo>
                <a:lnTo>
                  <a:pt x="1708150" y="5073523"/>
                </a:lnTo>
                <a:lnTo>
                  <a:pt x="1701800" y="5073523"/>
                </a:lnTo>
                <a:lnTo>
                  <a:pt x="1701800" y="5099050"/>
                </a:lnTo>
                <a:lnTo>
                  <a:pt x="1708150" y="5099050"/>
                </a:lnTo>
                <a:close/>
                <a:moveTo>
                  <a:pt x="1708150" y="5022565"/>
                </a:moveTo>
                <a:lnTo>
                  <a:pt x="1708150" y="4971574"/>
                </a:lnTo>
                <a:lnTo>
                  <a:pt x="1701800" y="4971574"/>
                </a:lnTo>
                <a:lnTo>
                  <a:pt x="1701800" y="5022565"/>
                </a:lnTo>
                <a:lnTo>
                  <a:pt x="1708150" y="5022565"/>
                </a:lnTo>
                <a:close/>
                <a:moveTo>
                  <a:pt x="1708150" y="4920584"/>
                </a:moveTo>
                <a:lnTo>
                  <a:pt x="1708150" y="4869593"/>
                </a:lnTo>
                <a:lnTo>
                  <a:pt x="1701800" y="4869593"/>
                </a:lnTo>
                <a:lnTo>
                  <a:pt x="1701800" y="4920584"/>
                </a:lnTo>
                <a:lnTo>
                  <a:pt x="1708150" y="4920584"/>
                </a:lnTo>
                <a:close/>
                <a:moveTo>
                  <a:pt x="1708150" y="4818603"/>
                </a:moveTo>
                <a:lnTo>
                  <a:pt x="1708150" y="4767612"/>
                </a:lnTo>
                <a:lnTo>
                  <a:pt x="1701800" y="4767612"/>
                </a:lnTo>
                <a:lnTo>
                  <a:pt x="1701800" y="4818603"/>
                </a:lnTo>
                <a:lnTo>
                  <a:pt x="1708150" y="4818603"/>
                </a:lnTo>
                <a:close/>
                <a:moveTo>
                  <a:pt x="1708150" y="4716622"/>
                </a:moveTo>
                <a:lnTo>
                  <a:pt x="1708150" y="4665631"/>
                </a:lnTo>
                <a:lnTo>
                  <a:pt x="1701800" y="4665631"/>
                </a:lnTo>
                <a:lnTo>
                  <a:pt x="1701800" y="4716622"/>
                </a:lnTo>
                <a:lnTo>
                  <a:pt x="1708150" y="4716622"/>
                </a:lnTo>
                <a:close/>
                <a:moveTo>
                  <a:pt x="1708150" y="4614641"/>
                </a:moveTo>
                <a:lnTo>
                  <a:pt x="1708150" y="4563650"/>
                </a:lnTo>
                <a:lnTo>
                  <a:pt x="1701800" y="4563650"/>
                </a:lnTo>
                <a:lnTo>
                  <a:pt x="1701800" y="4614641"/>
                </a:lnTo>
                <a:lnTo>
                  <a:pt x="1708150" y="4614641"/>
                </a:lnTo>
                <a:close/>
                <a:moveTo>
                  <a:pt x="1708150" y="4512660"/>
                </a:moveTo>
                <a:lnTo>
                  <a:pt x="1708150" y="4461669"/>
                </a:lnTo>
                <a:lnTo>
                  <a:pt x="1701800" y="4461669"/>
                </a:lnTo>
                <a:lnTo>
                  <a:pt x="1701800" y="4512660"/>
                </a:lnTo>
                <a:lnTo>
                  <a:pt x="1708150" y="4512660"/>
                </a:lnTo>
                <a:close/>
                <a:moveTo>
                  <a:pt x="1708150" y="4410678"/>
                </a:moveTo>
                <a:lnTo>
                  <a:pt x="1708150" y="4359688"/>
                </a:lnTo>
                <a:lnTo>
                  <a:pt x="1701800" y="4359688"/>
                </a:lnTo>
                <a:lnTo>
                  <a:pt x="1701800" y="4410678"/>
                </a:lnTo>
                <a:lnTo>
                  <a:pt x="1708150" y="4410678"/>
                </a:lnTo>
                <a:close/>
                <a:moveTo>
                  <a:pt x="1708150" y="4308697"/>
                </a:moveTo>
                <a:lnTo>
                  <a:pt x="1708150" y="4257707"/>
                </a:lnTo>
                <a:lnTo>
                  <a:pt x="1701800" y="4257707"/>
                </a:lnTo>
                <a:lnTo>
                  <a:pt x="1701800" y="4308697"/>
                </a:lnTo>
                <a:lnTo>
                  <a:pt x="1708150" y="4308697"/>
                </a:lnTo>
                <a:close/>
                <a:moveTo>
                  <a:pt x="1708150" y="4206716"/>
                </a:moveTo>
                <a:lnTo>
                  <a:pt x="1708150" y="4155726"/>
                </a:lnTo>
                <a:lnTo>
                  <a:pt x="1701800" y="4155726"/>
                </a:lnTo>
                <a:lnTo>
                  <a:pt x="1701800" y="4206716"/>
                </a:lnTo>
                <a:lnTo>
                  <a:pt x="1708150" y="4206716"/>
                </a:lnTo>
                <a:close/>
                <a:moveTo>
                  <a:pt x="1708150" y="4104735"/>
                </a:moveTo>
                <a:lnTo>
                  <a:pt x="1708150" y="4053745"/>
                </a:lnTo>
                <a:lnTo>
                  <a:pt x="1701800" y="4053745"/>
                </a:lnTo>
                <a:lnTo>
                  <a:pt x="1701800" y="4104735"/>
                </a:lnTo>
                <a:lnTo>
                  <a:pt x="1708150" y="4104735"/>
                </a:lnTo>
                <a:close/>
                <a:moveTo>
                  <a:pt x="1708150" y="4002754"/>
                </a:moveTo>
                <a:lnTo>
                  <a:pt x="1708150" y="3951764"/>
                </a:lnTo>
                <a:lnTo>
                  <a:pt x="1701800" y="3951764"/>
                </a:lnTo>
                <a:lnTo>
                  <a:pt x="1701800" y="4002754"/>
                </a:lnTo>
                <a:lnTo>
                  <a:pt x="1708150" y="4002754"/>
                </a:lnTo>
                <a:close/>
                <a:moveTo>
                  <a:pt x="1708150" y="3900773"/>
                </a:moveTo>
                <a:lnTo>
                  <a:pt x="1708150" y="3849783"/>
                </a:lnTo>
                <a:lnTo>
                  <a:pt x="1701800" y="3849783"/>
                </a:lnTo>
                <a:lnTo>
                  <a:pt x="1701800" y="3900773"/>
                </a:lnTo>
                <a:lnTo>
                  <a:pt x="1708150" y="3900773"/>
                </a:lnTo>
                <a:close/>
                <a:moveTo>
                  <a:pt x="1708150" y="3798792"/>
                </a:moveTo>
                <a:lnTo>
                  <a:pt x="1708150" y="3747802"/>
                </a:lnTo>
                <a:lnTo>
                  <a:pt x="1701800" y="3747802"/>
                </a:lnTo>
                <a:lnTo>
                  <a:pt x="1701800" y="3798792"/>
                </a:lnTo>
                <a:lnTo>
                  <a:pt x="1708150" y="3798792"/>
                </a:lnTo>
                <a:close/>
                <a:moveTo>
                  <a:pt x="1708150" y="3696811"/>
                </a:moveTo>
                <a:lnTo>
                  <a:pt x="1708150" y="3645821"/>
                </a:lnTo>
                <a:lnTo>
                  <a:pt x="1701800" y="3645821"/>
                </a:lnTo>
                <a:lnTo>
                  <a:pt x="1701800" y="3696811"/>
                </a:lnTo>
                <a:lnTo>
                  <a:pt x="1708150" y="3696811"/>
                </a:lnTo>
                <a:close/>
                <a:moveTo>
                  <a:pt x="1708150" y="3594830"/>
                </a:moveTo>
                <a:lnTo>
                  <a:pt x="1708150" y="3543840"/>
                </a:lnTo>
                <a:lnTo>
                  <a:pt x="1701800" y="3543840"/>
                </a:lnTo>
                <a:lnTo>
                  <a:pt x="1701800" y="3594830"/>
                </a:lnTo>
                <a:lnTo>
                  <a:pt x="1708150" y="3594830"/>
                </a:lnTo>
                <a:close/>
                <a:moveTo>
                  <a:pt x="1708150" y="3492849"/>
                </a:moveTo>
                <a:lnTo>
                  <a:pt x="1708150" y="3441859"/>
                </a:lnTo>
                <a:lnTo>
                  <a:pt x="1701800" y="3441859"/>
                </a:lnTo>
                <a:lnTo>
                  <a:pt x="1701800" y="3492849"/>
                </a:lnTo>
                <a:lnTo>
                  <a:pt x="1708150" y="3492849"/>
                </a:lnTo>
                <a:close/>
                <a:moveTo>
                  <a:pt x="1708150" y="3390868"/>
                </a:moveTo>
                <a:lnTo>
                  <a:pt x="1708150" y="3339878"/>
                </a:lnTo>
                <a:lnTo>
                  <a:pt x="1701800" y="3339878"/>
                </a:lnTo>
                <a:lnTo>
                  <a:pt x="1701800" y="3390868"/>
                </a:lnTo>
                <a:lnTo>
                  <a:pt x="1708150" y="3390868"/>
                </a:lnTo>
                <a:close/>
                <a:moveTo>
                  <a:pt x="1708150" y="3288887"/>
                </a:moveTo>
                <a:lnTo>
                  <a:pt x="1708150" y="3237897"/>
                </a:lnTo>
                <a:lnTo>
                  <a:pt x="1701800" y="3237897"/>
                </a:lnTo>
                <a:lnTo>
                  <a:pt x="1701800" y="3288887"/>
                </a:lnTo>
                <a:lnTo>
                  <a:pt x="1708150" y="3288887"/>
                </a:lnTo>
                <a:close/>
                <a:moveTo>
                  <a:pt x="1708150" y="3186906"/>
                </a:moveTo>
                <a:lnTo>
                  <a:pt x="1708150" y="3135916"/>
                </a:lnTo>
                <a:lnTo>
                  <a:pt x="1701800" y="3135916"/>
                </a:lnTo>
                <a:lnTo>
                  <a:pt x="1701800" y="3186906"/>
                </a:lnTo>
                <a:lnTo>
                  <a:pt x="1708150" y="3186906"/>
                </a:lnTo>
                <a:close/>
                <a:moveTo>
                  <a:pt x="1708150" y="3084925"/>
                </a:moveTo>
                <a:lnTo>
                  <a:pt x="1708150" y="3033935"/>
                </a:lnTo>
                <a:lnTo>
                  <a:pt x="1701800" y="3033935"/>
                </a:lnTo>
                <a:lnTo>
                  <a:pt x="1701800" y="3084925"/>
                </a:lnTo>
                <a:lnTo>
                  <a:pt x="1708150" y="3084925"/>
                </a:lnTo>
                <a:close/>
                <a:moveTo>
                  <a:pt x="1708150" y="2982944"/>
                </a:moveTo>
                <a:lnTo>
                  <a:pt x="1708150" y="2931954"/>
                </a:lnTo>
                <a:lnTo>
                  <a:pt x="1701800" y="2931954"/>
                </a:lnTo>
                <a:lnTo>
                  <a:pt x="1701800" y="2982944"/>
                </a:lnTo>
                <a:lnTo>
                  <a:pt x="1708150" y="2982944"/>
                </a:lnTo>
                <a:close/>
                <a:moveTo>
                  <a:pt x="1708150" y="2880963"/>
                </a:moveTo>
                <a:lnTo>
                  <a:pt x="1708150" y="2829973"/>
                </a:lnTo>
                <a:lnTo>
                  <a:pt x="1701800" y="2829973"/>
                </a:lnTo>
                <a:lnTo>
                  <a:pt x="1701800" y="2880963"/>
                </a:lnTo>
                <a:lnTo>
                  <a:pt x="1708150" y="2880963"/>
                </a:lnTo>
                <a:close/>
                <a:moveTo>
                  <a:pt x="1708150" y="2778982"/>
                </a:moveTo>
                <a:lnTo>
                  <a:pt x="1708150" y="2727992"/>
                </a:lnTo>
                <a:lnTo>
                  <a:pt x="1701800" y="2727992"/>
                </a:lnTo>
                <a:lnTo>
                  <a:pt x="1701800" y="2778982"/>
                </a:lnTo>
                <a:lnTo>
                  <a:pt x="1708150" y="2778982"/>
                </a:lnTo>
                <a:close/>
                <a:moveTo>
                  <a:pt x="1708150" y="2677001"/>
                </a:moveTo>
                <a:lnTo>
                  <a:pt x="1708150" y="2626011"/>
                </a:lnTo>
                <a:lnTo>
                  <a:pt x="1701800" y="2626011"/>
                </a:lnTo>
                <a:lnTo>
                  <a:pt x="1701800" y="2677001"/>
                </a:lnTo>
                <a:lnTo>
                  <a:pt x="1708150" y="2677001"/>
                </a:lnTo>
                <a:close/>
                <a:moveTo>
                  <a:pt x="1708150" y="2575020"/>
                </a:moveTo>
                <a:lnTo>
                  <a:pt x="1708150" y="2524030"/>
                </a:lnTo>
                <a:lnTo>
                  <a:pt x="1701800" y="2524030"/>
                </a:lnTo>
                <a:lnTo>
                  <a:pt x="1701800" y="2575020"/>
                </a:lnTo>
                <a:lnTo>
                  <a:pt x="1708150" y="2575020"/>
                </a:lnTo>
                <a:close/>
                <a:moveTo>
                  <a:pt x="1708150" y="2473039"/>
                </a:moveTo>
                <a:lnTo>
                  <a:pt x="1708150" y="2422049"/>
                </a:lnTo>
                <a:lnTo>
                  <a:pt x="1701800" y="2422049"/>
                </a:lnTo>
                <a:lnTo>
                  <a:pt x="1701800" y="2473039"/>
                </a:lnTo>
                <a:lnTo>
                  <a:pt x="1708150" y="2473039"/>
                </a:lnTo>
                <a:close/>
                <a:moveTo>
                  <a:pt x="1708150" y="2371058"/>
                </a:moveTo>
                <a:lnTo>
                  <a:pt x="1708150" y="2320068"/>
                </a:lnTo>
                <a:lnTo>
                  <a:pt x="1701800" y="2320068"/>
                </a:lnTo>
                <a:lnTo>
                  <a:pt x="1701800" y="2371058"/>
                </a:lnTo>
                <a:lnTo>
                  <a:pt x="1708150" y="2371058"/>
                </a:lnTo>
                <a:close/>
                <a:moveTo>
                  <a:pt x="1708150" y="2269078"/>
                </a:moveTo>
                <a:lnTo>
                  <a:pt x="1708150" y="2218087"/>
                </a:lnTo>
                <a:lnTo>
                  <a:pt x="1701800" y="2218087"/>
                </a:lnTo>
                <a:lnTo>
                  <a:pt x="1701800" y="2269078"/>
                </a:lnTo>
                <a:lnTo>
                  <a:pt x="1708150" y="2269078"/>
                </a:lnTo>
                <a:close/>
                <a:moveTo>
                  <a:pt x="1708150" y="2167097"/>
                </a:moveTo>
                <a:lnTo>
                  <a:pt x="1708150" y="2116106"/>
                </a:lnTo>
                <a:lnTo>
                  <a:pt x="1701800" y="2116106"/>
                </a:lnTo>
                <a:lnTo>
                  <a:pt x="1701800" y="2167097"/>
                </a:lnTo>
                <a:lnTo>
                  <a:pt x="1708150" y="2167097"/>
                </a:lnTo>
                <a:close/>
                <a:moveTo>
                  <a:pt x="1708150" y="2065115"/>
                </a:moveTo>
                <a:lnTo>
                  <a:pt x="1708150" y="2014125"/>
                </a:lnTo>
                <a:lnTo>
                  <a:pt x="1701800" y="2014125"/>
                </a:lnTo>
                <a:lnTo>
                  <a:pt x="1701800" y="2065115"/>
                </a:lnTo>
                <a:lnTo>
                  <a:pt x="1708150" y="2065115"/>
                </a:lnTo>
                <a:close/>
                <a:moveTo>
                  <a:pt x="1708150" y="1963134"/>
                </a:moveTo>
                <a:lnTo>
                  <a:pt x="1708150" y="1912144"/>
                </a:lnTo>
                <a:lnTo>
                  <a:pt x="1701800" y="1912144"/>
                </a:lnTo>
                <a:lnTo>
                  <a:pt x="1701800" y="1963134"/>
                </a:lnTo>
                <a:lnTo>
                  <a:pt x="1708150" y="1963134"/>
                </a:lnTo>
                <a:close/>
                <a:moveTo>
                  <a:pt x="1708150" y="1861153"/>
                </a:moveTo>
                <a:lnTo>
                  <a:pt x="1708150" y="1810163"/>
                </a:lnTo>
                <a:lnTo>
                  <a:pt x="1701800" y="1810163"/>
                </a:lnTo>
                <a:lnTo>
                  <a:pt x="1701800" y="1861153"/>
                </a:lnTo>
                <a:lnTo>
                  <a:pt x="1708150" y="1861153"/>
                </a:lnTo>
                <a:close/>
                <a:moveTo>
                  <a:pt x="1708150" y="1759172"/>
                </a:moveTo>
                <a:lnTo>
                  <a:pt x="1708150" y="1708182"/>
                </a:lnTo>
                <a:lnTo>
                  <a:pt x="1701800" y="1708182"/>
                </a:lnTo>
                <a:lnTo>
                  <a:pt x="1701800" y="1759172"/>
                </a:lnTo>
                <a:lnTo>
                  <a:pt x="1708150" y="1759172"/>
                </a:lnTo>
                <a:close/>
                <a:moveTo>
                  <a:pt x="1708150" y="1657191"/>
                </a:moveTo>
                <a:lnTo>
                  <a:pt x="1708150" y="1606201"/>
                </a:lnTo>
                <a:lnTo>
                  <a:pt x="1701800" y="1606201"/>
                </a:lnTo>
                <a:lnTo>
                  <a:pt x="1701800" y="1657191"/>
                </a:lnTo>
                <a:lnTo>
                  <a:pt x="1708150" y="1657191"/>
                </a:lnTo>
                <a:close/>
                <a:moveTo>
                  <a:pt x="1708150" y="1555210"/>
                </a:moveTo>
                <a:lnTo>
                  <a:pt x="1708150" y="1504220"/>
                </a:lnTo>
                <a:lnTo>
                  <a:pt x="1701800" y="1504220"/>
                </a:lnTo>
                <a:lnTo>
                  <a:pt x="1701800" y="1555210"/>
                </a:lnTo>
                <a:lnTo>
                  <a:pt x="1708150" y="1555210"/>
                </a:lnTo>
                <a:close/>
                <a:moveTo>
                  <a:pt x="1708150" y="1453229"/>
                </a:moveTo>
                <a:lnTo>
                  <a:pt x="1708150" y="1402239"/>
                </a:lnTo>
                <a:lnTo>
                  <a:pt x="1701800" y="1402239"/>
                </a:lnTo>
                <a:lnTo>
                  <a:pt x="1701800" y="1453229"/>
                </a:lnTo>
                <a:lnTo>
                  <a:pt x="1708150" y="1453229"/>
                </a:lnTo>
                <a:close/>
                <a:moveTo>
                  <a:pt x="1708150" y="1351248"/>
                </a:moveTo>
                <a:lnTo>
                  <a:pt x="1708150" y="1300258"/>
                </a:lnTo>
                <a:lnTo>
                  <a:pt x="1701800" y="1300258"/>
                </a:lnTo>
                <a:lnTo>
                  <a:pt x="1701800" y="1351248"/>
                </a:lnTo>
                <a:lnTo>
                  <a:pt x="1708150" y="1351248"/>
                </a:lnTo>
                <a:close/>
                <a:moveTo>
                  <a:pt x="1708150" y="1249267"/>
                </a:moveTo>
                <a:lnTo>
                  <a:pt x="1708150" y="1198277"/>
                </a:lnTo>
                <a:lnTo>
                  <a:pt x="1701800" y="1198277"/>
                </a:lnTo>
                <a:lnTo>
                  <a:pt x="1701800" y="1249267"/>
                </a:lnTo>
                <a:lnTo>
                  <a:pt x="1708150" y="1249267"/>
                </a:lnTo>
                <a:close/>
                <a:moveTo>
                  <a:pt x="1708150" y="1147286"/>
                </a:moveTo>
                <a:lnTo>
                  <a:pt x="1708150" y="1096296"/>
                </a:lnTo>
                <a:lnTo>
                  <a:pt x="1701800" y="1096296"/>
                </a:lnTo>
                <a:lnTo>
                  <a:pt x="1701800" y="1147286"/>
                </a:lnTo>
                <a:lnTo>
                  <a:pt x="1708150" y="1147286"/>
                </a:lnTo>
                <a:close/>
                <a:moveTo>
                  <a:pt x="1708150" y="1045305"/>
                </a:moveTo>
                <a:lnTo>
                  <a:pt x="1708150" y="994315"/>
                </a:lnTo>
                <a:lnTo>
                  <a:pt x="1701800" y="994315"/>
                </a:lnTo>
                <a:lnTo>
                  <a:pt x="1701800" y="1045305"/>
                </a:lnTo>
                <a:lnTo>
                  <a:pt x="1708150" y="1045305"/>
                </a:lnTo>
                <a:close/>
                <a:moveTo>
                  <a:pt x="1708150" y="943324"/>
                </a:moveTo>
                <a:lnTo>
                  <a:pt x="1708150" y="892334"/>
                </a:lnTo>
                <a:lnTo>
                  <a:pt x="1701800" y="892334"/>
                </a:lnTo>
                <a:lnTo>
                  <a:pt x="1701800" y="943324"/>
                </a:lnTo>
                <a:lnTo>
                  <a:pt x="1708150" y="943324"/>
                </a:lnTo>
                <a:close/>
                <a:moveTo>
                  <a:pt x="1708150" y="841337"/>
                </a:moveTo>
                <a:lnTo>
                  <a:pt x="1708150" y="790353"/>
                </a:lnTo>
                <a:lnTo>
                  <a:pt x="1701800" y="790353"/>
                </a:lnTo>
                <a:lnTo>
                  <a:pt x="1701800" y="841337"/>
                </a:lnTo>
                <a:lnTo>
                  <a:pt x="1708150" y="841337"/>
                </a:lnTo>
                <a:close/>
                <a:moveTo>
                  <a:pt x="1708150" y="739356"/>
                </a:moveTo>
                <a:lnTo>
                  <a:pt x="1708150" y="688365"/>
                </a:lnTo>
                <a:lnTo>
                  <a:pt x="1701800" y="688365"/>
                </a:lnTo>
                <a:lnTo>
                  <a:pt x="1701800" y="739356"/>
                </a:lnTo>
                <a:lnTo>
                  <a:pt x="1708150" y="739356"/>
                </a:lnTo>
                <a:close/>
                <a:moveTo>
                  <a:pt x="1708150" y="637375"/>
                </a:moveTo>
                <a:lnTo>
                  <a:pt x="1708150" y="586384"/>
                </a:lnTo>
                <a:lnTo>
                  <a:pt x="1701800" y="586384"/>
                </a:lnTo>
                <a:lnTo>
                  <a:pt x="1701800" y="637375"/>
                </a:lnTo>
                <a:lnTo>
                  <a:pt x="1708150" y="637375"/>
                </a:lnTo>
                <a:close/>
                <a:moveTo>
                  <a:pt x="1708150" y="535394"/>
                </a:moveTo>
                <a:lnTo>
                  <a:pt x="1708150" y="484403"/>
                </a:lnTo>
                <a:lnTo>
                  <a:pt x="1701800" y="484403"/>
                </a:lnTo>
                <a:lnTo>
                  <a:pt x="1701800" y="535394"/>
                </a:lnTo>
                <a:lnTo>
                  <a:pt x="1708150" y="535394"/>
                </a:lnTo>
                <a:close/>
                <a:moveTo>
                  <a:pt x="1708150" y="433413"/>
                </a:moveTo>
                <a:lnTo>
                  <a:pt x="1708150" y="382422"/>
                </a:lnTo>
                <a:lnTo>
                  <a:pt x="1701800" y="382422"/>
                </a:lnTo>
                <a:lnTo>
                  <a:pt x="1701800" y="433413"/>
                </a:lnTo>
                <a:lnTo>
                  <a:pt x="1708150" y="433413"/>
                </a:lnTo>
                <a:close/>
                <a:moveTo>
                  <a:pt x="1708150" y="331432"/>
                </a:moveTo>
                <a:lnTo>
                  <a:pt x="1708150" y="280441"/>
                </a:lnTo>
                <a:lnTo>
                  <a:pt x="1701800" y="280441"/>
                </a:lnTo>
                <a:lnTo>
                  <a:pt x="1701800" y="331432"/>
                </a:lnTo>
                <a:lnTo>
                  <a:pt x="1708150" y="331432"/>
                </a:lnTo>
                <a:close/>
                <a:moveTo>
                  <a:pt x="1708150" y="229451"/>
                </a:moveTo>
                <a:lnTo>
                  <a:pt x="1708150" y="178460"/>
                </a:lnTo>
                <a:lnTo>
                  <a:pt x="1701800" y="178460"/>
                </a:lnTo>
                <a:lnTo>
                  <a:pt x="1701800" y="229451"/>
                </a:lnTo>
                <a:lnTo>
                  <a:pt x="1708150" y="229451"/>
                </a:lnTo>
                <a:close/>
                <a:moveTo>
                  <a:pt x="1708150" y="127470"/>
                </a:moveTo>
                <a:lnTo>
                  <a:pt x="1708150" y="76479"/>
                </a:lnTo>
                <a:lnTo>
                  <a:pt x="1701800" y="76479"/>
                </a:lnTo>
                <a:lnTo>
                  <a:pt x="1701800" y="127470"/>
                </a:lnTo>
                <a:lnTo>
                  <a:pt x="1708150" y="127470"/>
                </a:lnTo>
                <a:close/>
                <a:moveTo>
                  <a:pt x="1708150" y="25489"/>
                </a:moveTo>
                <a:lnTo>
                  <a:pt x="1708150" y="0"/>
                </a:lnTo>
                <a:lnTo>
                  <a:pt x="1701800" y="0"/>
                </a:lnTo>
                <a:lnTo>
                  <a:pt x="1701800" y="25489"/>
                </a:lnTo>
                <a:lnTo>
                  <a:pt x="1708150" y="25489"/>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2" name="任意多边形: 形状 161">
            <a:extLst>
              <a:ext uri="{FF2B5EF4-FFF2-40B4-BE49-F238E27FC236}">
                <a16:creationId xmlns:a16="http://schemas.microsoft.com/office/drawing/2014/main" id="{ACA1F865-523B-8732-D5C9-1F44BC8A133B}"/>
              </a:ext>
            </a:extLst>
          </p:cNvPr>
          <p:cNvSpPr/>
          <p:nvPr/>
        </p:nvSpPr>
        <p:spPr>
          <a:xfrm>
            <a:off x="635000" y="4908550"/>
            <a:ext cx="10922000" cy="730250"/>
          </a:xfrm>
          <a:custGeom>
            <a:avLst/>
            <a:gdLst>
              <a:gd name="connsiteX0" fmla="*/ 0 w 10922000"/>
              <a:gd name="connsiteY0" fmla="*/ 0 h 730250"/>
              <a:gd name="connsiteX1" fmla="*/ 10922000 w 10922000"/>
              <a:gd name="connsiteY1" fmla="*/ 0 h 730250"/>
              <a:gd name="connsiteX2" fmla="*/ 10922000 w 10922000"/>
              <a:gd name="connsiteY2" fmla="*/ 730250 h 730250"/>
              <a:gd name="connsiteX3" fmla="*/ 0 w 10922000"/>
              <a:gd name="connsiteY3" fmla="*/ 730250 h 730250"/>
              <a:gd name="connsiteX4" fmla="*/ 0 w 10922000"/>
              <a:gd name="connsiteY4" fmla="*/ 0 h 730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730250">
                <a:moveTo>
                  <a:pt x="0" y="0"/>
                </a:moveTo>
                <a:lnTo>
                  <a:pt x="10922000" y="0"/>
                </a:lnTo>
                <a:lnTo>
                  <a:pt x="10922000" y="730250"/>
                </a:lnTo>
                <a:lnTo>
                  <a:pt x="0" y="7302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63" name="任意多边形: 形状 162">
            <a:extLst>
              <a:ext uri="{FF2B5EF4-FFF2-40B4-BE49-F238E27FC236}">
                <a16:creationId xmlns:a16="http://schemas.microsoft.com/office/drawing/2014/main" id="{340798A9-A95A-3C5F-BE8D-EE1113431BDB}"/>
              </a:ext>
            </a:extLst>
          </p:cNvPr>
          <p:cNvSpPr/>
          <p:nvPr/>
        </p:nvSpPr>
        <p:spPr>
          <a:xfrm>
            <a:off x="635000" y="4905375"/>
            <a:ext cx="10922000" cy="736600"/>
          </a:xfrm>
          <a:custGeom>
            <a:avLst/>
            <a:gdLst>
              <a:gd name="connsiteX0" fmla="*/ 0 w 10922000"/>
              <a:gd name="connsiteY0" fmla="*/ 736600 h 736600"/>
              <a:gd name="connsiteX1" fmla="*/ 25279 w 10922000"/>
              <a:gd name="connsiteY1" fmla="*/ 736600 h 736600"/>
              <a:gd name="connsiteX2" fmla="*/ 25279 w 10922000"/>
              <a:gd name="connsiteY2" fmla="*/ 730250 h 736600"/>
              <a:gd name="connsiteX3" fmla="*/ 0 w 10922000"/>
              <a:gd name="connsiteY3" fmla="*/ 730250 h 736600"/>
              <a:gd name="connsiteX4" fmla="*/ 0 w 10922000"/>
              <a:gd name="connsiteY4" fmla="*/ 736600 h 736600"/>
              <a:gd name="connsiteX5" fmla="*/ 75844 w 10922000"/>
              <a:gd name="connsiteY5" fmla="*/ 736600 h 736600"/>
              <a:gd name="connsiteX6" fmla="*/ 126409 w 10922000"/>
              <a:gd name="connsiteY6" fmla="*/ 736600 h 736600"/>
              <a:gd name="connsiteX7" fmla="*/ 126409 w 10922000"/>
              <a:gd name="connsiteY7" fmla="*/ 730250 h 736600"/>
              <a:gd name="connsiteX8" fmla="*/ 75844 w 10922000"/>
              <a:gd name="connsiteY8" fmla="*/ 730250 h 736600"/>
              <a:gd name="connsiteX9" fmla="*/ 75844 w 10922000"/>
              <a:gd name="connsiteY9" fmla="*/ 736600 h 736600"/>
              <a:gd name="connsiteX10" fmla="*/ 176975 w 10922000"/>
              <a:gd name="connsiteY10" fmla="*/ 736600 h 736600"/>
              <a:gd name="connsiteX11" fmla="*/ 227540 w 10922000"/>
              <a:gd name="connsiteY11" fmla="*/ 736600 h 736600"/>
              <a:gd name="connsiteX12" fmla="*/ 227540 w 10922000"/>
              <a:gd name="connsiteY12" fmla="*/ 730250 h 736600"/>
              <a:gd name="connsiteX13" fmla="*/ 176975 w 10922000"/>
              <a:gd name="connsiteY13" fmla="*/ 730250 h 736600"/>
              <a:gd name="connsiteX14" fmla="*/ 176975 w 10922000"/>
              <a:gd name="connsiteY14" fmla="*/ 736600 h 736600"/>
              <a:gd name="connsiteX15" fmla="*/ 278105 w 10922000"/>
              <a:gd name="connsiteY15" fmla="*/ 736600 h 736600"/>
              <a:gd name="connsiteX16" fmla="*/ 328670 w 10922000"/>
              <a:gd name="connsiteY16" fmla="*/ 736600 h 736600"/>
              <a:gd name="connsiteX17" fmla="*/ 328670 w 10922000"/>
              <a:gd name="connsiteY17" fmla="*/ 730250 h 736600"/>
              <a:gd name="connsiteX18" fmla="*/ 278105 w 10922000"/>
              <a:gd name="connsiteY18" fmla="*/ 730250 h 736600"/>
              <a:gd name="connsiteX19" fmla="*/ 278105 w 10922000"/>
              <a:gd name="connsiteY19" fmla="*/ 736600 h 736600"/>
              <a:gd name="connsiteX20" fmla="*/ 379235 w 10922000"/>
              <a:gd name="connsiteY20" fmla="*/ 736600 h 736600"/>
              <a:gd name="connsiteX21" fmla="*/ 429800 w 10922000"/>
              <a:gd name="connsiteY21" fmla="*/ 736600 h 736600"/>
              <a:gd name="connsiteX22" fmla="*/ 429800 w 10922000"/>
              <a:gd name="connsiteY22" fmla="*/ 730250 h 736600"/>
              <a:gd name="connsiteX23" fmla="*/ 379235 w 10922000"/>
              <a:gd name="connsiteY23" fmla="*/ 730250 h 736600"/>
              <a:gd name="connsiteX24" fmla="*/ 379235 w 10922000"/>
              <a:gd name="connsiteY24" fmla="*/ 736600 h 736600"/>
              <a:gd name="connsiteX25" fmla="*/ 480365 w 10922000"/>
              <a:gd name="connsiteY25" fmla="*/ 736600 h 736600"/>
              <a:gd name="connsiteX26" fmla="*/ 530930 w 10922000"/>
              <a:gd name="connsiteY26" fmla="*/ 736600 h 736600"/>
              <a:gd name="connsiteX27" fmla="*/ 530930 w 10922000"/>
              <a:gd name="connsiteY27" fmla="*/ 730250 h 736600"/>
              <a:gd name="connsiteX28" fmla="*/ 480365 w 10922000"/>
              <a:gd name="connsiteY28" fmla="*/ 730250 h 736600"/>
              <a:gd name="connsiteX29" fmla="*/ 480365 w 10922000"/>
              <a:gd name="connsiteY29" fmla="*/ 736600 h 736600"/>
              <a:gd name="connsiteX30" fmla="*/ 581495 w 10922000"/>
              <a:gd name="connsiteY30" fmla="*/ 736600 h 736600"/>
              <a:gd name="connsiteX31" fmla="*/ 632060 w 10922000"/>
              <a:gd name="connsiteY31" fmla="*/ 736600 h 736600"/>
              <a:gd name="connsiteX32" fmla="*/ 632060 w 10922000"/>
              <a:gd name="connsiteY32" fmla="*/ 730250 h 736600"/>
              <a:gd name="connsiteX33" fmla="*/ 581495 w 10922000"/>
              <a:gd name="connsiteY33" fmla="*/ 730250 h 736600"/>
              <a:gd name="connsiteX34" fmla="*/ 581495 w 10922000"/>
              <a:gd name="connsiteY34" fmla="*/ 736600 h 736600"/>
              <a:gd name="connsiteX35" fmla="*/ 682625 w 10922000"/>
              <a:gd name="connsiteY35" fmla="*/ 736600 h 736600"/>
              <a:gd name="connsiteX36" fmla="*/ 733190 w 10922000"/>
              <a:gd name="connsiteY36" fmla="*/ 736600 h 736600"/>
              <a:gd name="connsiteX37" fmla="*/ 733190 w 10922000"/>
              <a:gd name="connsiteY37" fmla="*/ 730250 h 736600"/>
              <a:gd name="connsiteX38" fmla="*/ 682625 w 10922000"/>
              <a:gd name="connsiteY38" fmla="*/ 730250 h 736600"/>
              <a:gd name="connsiteX39" fmla="*/ 682625 w 10922000"/>
              <a:gd name="connsiteY39" fmla="*/ 736600 h 736600"/>
              <a:gd name="connsiteX40" fmla="*/ 783755 w 10922000"/>
              <a:gd name="connsiteY40" fmla="*/ 736600 h 736600"/>
              <a:gd name="connsiteX41" fmla="*/ 834320 w 10922000"/>
              <a:gd name="connsiteY41" fmla="*/ 736600 h 736600"/>
              <a:gd name="connsiteX42" fmla="*/ 834320 w 10922000"/>
              <a:gd name="connsiteY42" fmla="*/ 730250 h 736600"/>
              <a:gd name="connsiteX43" fmla="*/ 783755 w 10922000"/>
              <a:gd name="connsiteY43" fmla="*/ 730250 h 736600"/>
              <a:gd name="connsiteX44" fmla="*/ 783755 w 10922000"/>
              <a:gd name="connsiteY44" fmla="*/ 736600 h 736600"/>
              <a:gd name="connsiteX45" fmla="*/ 884885 w 10922000"/>
              <a:gd name="connsiteY45" fmla="*/ 736600 h 736600"/>
              <a:gd name="connsiteX46" fmla="*/ 935450 w 10922000"/>
              <a:gd name="connsiteY46" fmla="*/ 736600 h 736600"/>
              <a:gd name="connsiteX47" fmla="*/ 935450 w 10922000"/>
              <a:gd name="connsiteY47" fmla="*/ 730250 h 736600"/>
              <a:gd name="connsiteX48" fmla="*/ 884885 w 10922000"/>
              <a:gd name="connsiteY48" fmla="*/ 730250 h 736600"/>
              <a:gd name="connsiteX49" fmla="*/ 884885 w 10922000"/>
              <a:gd name="connsiteY49" fmla="*/ 736600 h 736600"/>
              <a:gd name="connsiteX50" fmla="*/ 986015 w 10922000"/>
              <a:gd name="connsiteY50" fmla="*/ 736600 h 736600"/>
              <a:gd name="connsiteX51" fmla="*/ 1036580 w 10922000"/>
              <a:gd name="connsiteY51" fmla="*/ 736600 h 736600"/>
              <a:gd name="connsiteX52" fmla="*/ 1036580 w 10922000"/>
              <a:gd name="connsiteY52" fmla="*/ 730250 h 736600"/>
              <a:gd name="connsiteX53" fmla="*/ 986015 w 10922000"/>
              <a:gd name="connsiteY53" fmla="*/ 730250 h 736600"/>
              <a:gd name="connsiteX54" fmla="*/ 986015 w 10922000"/>
              <a:gd name="connsiteY54" fmla="*/ 736600 h 736600"/>
              <a:gd name="connsiteX55" fmla="*/ 1087146 w 10922000"/>
              <a:gd name="connsiteY55" fmla="*/ 736600 h 736600"/>
              <a:gd name="connsiteX56" fmla="*/ 1137710 w 10922000"/>
              <a:gd name="connsiteY56" fmla="*/ 736600 h 736600"/>
              <a:gd name="connsiteX57" fmla="*/ 1137710 w 10922000"/>
              <a:gd name="connsiteY57" fmla="*/ 730250 h 736600"/>
              <a:gd name="connsiteX58" fmla="*/ 1087146 w 10922000"/>
              <a:gd name="connsiteY58" fmla="*/ 730250 h 736600"/>
              <a:gd name="connsiteX59" fmla="*/ 1087146 w 10922000"/>
              <a:gd name="connsiteY59" fmla="*/ 736600 h 736600"/>
              <a:gd name="connsiteX60" fmla="*/ 1188276 w 10922000"/>
              <a:gd name="connsiteY60" fmla="*/ 736600 h 736600"/>
              <a:gd name="connsiteX61" fmla="*/ 1238841 w 10922000"/>
              <a:gd name="connsiteY61" fmla="*/ 736600 h 736600"/>
              <a:gd name="connsiteX62" fmla="*/ 1238841 w 10922000"/>
              <a:gd name="connsiteY62" fmla="*/ 730250 h 736600"/>
              <a:gd name="connsiteX63" fmla="*/ 1188276 w 10922000"/>
              <a:gd name="connsiteY63" fmla="*/ 730250 h 736600"/>
              <a:gd name="connsiteX64" fmla="*/ 1188276 w 10922000"/>
              <a:gd name="connsiteY64" fmla="*/ 736600 h 736600"/>
              <a:gd name="connsiteX65" fmla="*/ 1289406 w 10922000"/>
              <a:gd name="connsiteY65" fmla="*/ 736600 h 736600"/>
              <a:gd name="connsiteX66" fmla="*/ 1339971 w 10922000"/>
              <a:gd name="connsiteY66" fmla="*/ 736600 h 736600"/>
              <a:gd name="connsiteX67" fmla="*/ 1339971 w 10922000"/>
              <a:gd name="connsiteY67" fmla="*/ 730250 h 736600"/>
              <a:gd name="connsiteX68" fmla="*/ 1289406 w 10922000"/>
              <a:gd name="connsiteY68" fmla="*/ 730250 h 736600"/>
              <a:gd name="connsiteX69" fmla="*/ 1289406 w 10922000"/>
              <a:gd name="connsiteY69" fmla="*/ 736600 h 736600"/>
              <a:gd name="connsiteX70" fmla="*/ 1390536 w 10922000"/>
              <a:gd name="connsiteY70" fmla="*/ 736600 h 736600"/>
              <a:gd name="connsiteX71" fmla="*/ 1441101 w 10922000"/>
              <a:gd name="connsiteY71" fmla="*/ 736600 h 736600"/>
              <a:gd name="connsiteX72" fmla="*/ 1441101 w 10922000"/>
              <a:gd name="connsiteY72" fmla="*/ 730250 h 736600"/>
              <a:gd name="connsiteX73" fmla="*/ 1390536 w 10922000"/>
              <a:gd name="connsiteY73" fmla="*/ 730250 h 736600"/>
              <a:gd name="connsiteX74" fmla="*/ 1390536 w 10922000"/>
              <a:gd name="connsiteY74" fmla="*/ 736600 h 736600"/>
              <a:gd name="connsiteX75" fmla="*/ 1491660 w 10922000"/>
              <a:gd name="connsiteY75" fmla="*/ 736600 h 736600"/>
              <a:gd name="connsiteX76" fmla="*/ 1542225 w 10922000"/>
              <a:gd name="connsiteY76" fmla="*/ 736600 h 736600"/>
              <a:gd name="connsiteX77" fmla="*/ 1542225 w 10922000"/>
              <a:gd name="connsiteY77" fmla="*/ 730250 h 736600"/>
              <a:gd name="connsiteX78" fmla="*/ 1491660 w 10922000"/>
              <a:gd name="connsiteY78" fmla="*/ 730250 h 736600"/>
              <a:gd name="connsiteX79" fmla="*/ 1491660 w 10922000"/>
              <a:gd name="connsiteY79" fmla="*/ 736600 h 736600"/>
              <a:gd name="connsiteX80" fmla="*/ 1592790 w 10922000"/>
              <a:gd name="connsiteY80" fmla="*/ 736600 h 736600"/>
              <a:gd name="connsiteX81" fmla="*/ 1643355 w 10922000"/>
              <a:gd name="connsiteY81" fmla="*/ 736600 h 736600"/>
              <a:gd name="connsiteX82" fmla="*/ 1643355 w 10922000"/>
              <a:gd name="connsiteY82" fmla="*/ 730250 h 736600"/>
              <a:gd name="connsiteX83" fmla="*/ 1592790 w 10922000"/>
              <a:gd name="connsiteY83" fmla="*/ 730250 h 736600"/>
              <a:gd name="connsiteX84" fmla="*/ 1592790 w 10922000"/>
              <a:gd name="connsiteY84" fmla="*/ 736600 h 736600"/>
              <a:gd name="connsiteX85" fmla="*/ 1693920 w 10922000"/>
              <a:gd name="connsiteY85" fmla="*/ 736600 h 736600"/>
              <a:gd name="connsiteX86" fmla="*/ 1744485 w 10922000"/>
              <a:gd name="connsiteY86" fmla="*/ 736600 h 736600"/>
              <a:gd name="connsiteX87" fmla="*/ 1744485 w 10922000"/>
              <a:gd name="connsiteY87" fmla="*/ 730250 h 736600"/>
              <a:gd name="connsiteX88" fmla="*/ 1693920 w 10922000"/>
              <a:gd name="connsiteY88" fmla="*/ 730250 h 736600"/>
              <a:gd name="connsiteX89" fmla="*/ 1693920 w 10922000"/>
              <a:gd name="connsiteY89" fmla="*/ 736600 h 736600"/>
              <a:gd name="connsiteX90" fmla="*/ 1795050 w 10922000"/>
              <a:gd name="connsiteY90" fmla="*/ 736600 h 736600"/>
              <a:gd name="connsiteX91" fmla="*/ 1845615 w 10922000"/>
              <a:gd name="connsiteY91" fmla="*/ 736600 h 736600"/>
              <a:gd name="connsiteX92" fmla="*/ 1845615 w 10922000"/>
              <a:gd name="connsiteY92" fmla="*/ 730250 h 736600"/>
              <a:gd name="connsiteX93" fmla="*/ 1795050 w 10922000"/>
              <a:gd name="connsiteY93" fmla="*/ 730250 h 736600"/>
              <a:gd name="connsiteX94" fmla="*/ 1795050 w 10922000"/>
              <a:gd name="connsiteY94" fmla="*/ 736600 h 736600"/>
              <a:gd name="connsiteX95" fmla="*/ 1896180 w 10922000"/>
              <a:gd name="connsiteY95" fmla="*/ 736600 h 736600"/>
              <a:gd name="connsiteX96" fmla="*/ 1946745 w 10922000"/>
              <a:gd name="connsiteY96" fmla="*/ 736600 h 736600"/>
              <a:gd name="connsiteX97" fmla="*/ 1946745 w 10922000"/>
              <a:gd name="connsiteY97" fmla="*/ 730250 h 736600"/>
              <a:gd name="connsiteX98" fmla="*/ 1896180 w 10922000"/>
              <a:gd name="connsiteY98" fmla="*/ 730250 h 736600"/>
              <a:gd name="connsiteX99" fmla="*/ 1896180 w 10922000"/>
              <a:gd name="connsiteY99" fmla="*/ 736600 h 736600"/>
              <a:gd name="connsiteX100" fmla="*/ 1997310 w 10922000"/>
              <a:gd name="connsiteY100" fmla="*/ 736600 h 736600"/>
              <a:gd name="connsiteX101" fmla="*/ 2047875 w 10922000"/>
              <a:gd name="connsiteY101" fmla="*/ 736600 h 736600"/>
              <a:gd name="connsiteX102" fmla="*/ 2047875 w 10922000"/>
              <a:gd name="connsiteY102" fmla="*/ 730250 h 736600"/>
              <a:gd name="connsiteX103" fmla="*/ 1997310 w 10922000"/>
              <a:gd name="connsiteY103" fmla="*/ 730250 h 736600"/>
              <a:gd name="connsiteX104" fmla="*/ 1997310 w 10922000"/>
              <a:gd name="connsiteY104" fmla="*/ 736600 h 736600"/>
              <a:gd name="connsiteX105" fmla="*/ 2098440 w 10922000"/>
              <a:gd name="connsiteY105" fmla="*/ 736600 h 736600"/>
              <a:gd name="connsiteX106" fmla="*/ 2149005 w 10922000"/>
              <a:gd name="connsiteY106" fmla="*/ 736600 h 736600"/>
              <a:gd name="connsiteX107" fmla="*/ 2149005 w 10922000"/>
              <a:gd name="connsiteY107" fmla="*/ 730250 h 736600"/>
              <a:gd name="connsiteX108" fmla="*/ 2098440 w 10922000"/>
              <a:gd name="connsiteY108" fmla="*/ 730250 h 736600"/>
              <a:gd name="connsiteX109" fmla="*/ 2098440 w 10922000"/>
              <a:gd name="connsiteY109" fmla="*/ 736600 h 736600"/>
              <a:gd name="connsiteX110" fmla="*/ 2199570 w 10922000"/>
              <a:gd name="connsiteY110" fmla="*/ 736600 h 736600"/>
              <a:gd name="connsiteX111" fmla="*/ 2250135 w 10922000"/>
              <a:gd name="connsiteY111" fmla="*/ 736600 h 736600"/>
              <a:gd name="connsiteX112" fmla="*/ 2250135 w 10922000"/>
              <a:gd name="connsiteY112" fmla="*/ 730250 h 736600"/>
              <a:gd name="connsiteX113" fmla="*/ 2199570 w 10922000"/>
              <a:gd name="connsiteY113" fmla="*/ 730250 h 736600"/>
              <a:gd name="connsiteX114" fmla="*/ 2199570 w 10922000"/>
              <a:gd name="connsiteY114" fmla="*/ 736600 h 736600"/>
              <a:gd name="connsiteX115" fmla="*/ 2300700 w 10922000"/>
              <a:gd name="connsiteY115" fmla="*/ 736600 h 736600"/>
              <a:gd name="connsiteX116" fmla="*/ 2351266 w 10922000"/>
              <a:gd name="connsiteY116" fmla="*/ 736600 h 736600"/>
              <a:gd name="connsiteX117" fmla="*/ 2351266 w 10922000"/>
              <a:gd name="connsiteY117" fmla="*/ 730250 h 736600"/>
              <a:gd name="connsiteX118" fmla="*/ 2300700 w 10922000"/>
              <a:gd name="connsiteY118" fmla="*/ 730250 h 736600"/>
              <a:gd name="connsiteX119" fmla="*/ 2300700 w 10922000"/>
              <a:gd name="connsiteY119" fmla="*/ 736600 h 736600"/>
              <a:gd name="connsiteX120" fmla="*/ 2401830 w 10922000"/>
              <a:gd name="connsiteY120" fmla="*/ 736600 h 736600"/>
              <a:gd name="connsiteX121" fmla="*/ 2452396 w 10922000"/>
              <a:gd name="connsiteY121" fmla="*/ 736600 h 736600"/>
              <a:gd name="connsiteX122" fmla="*/ 2452396 w 10922000"/>
              <a:gd name="connsiteY122" fmla="*/ 730250 h 736600"/>
              <a:gd name="connsiteX123" fmla="*/ 2401830 w 10922000"/>
              <a:gd name="connsiteY123" fmla="*/ 730250 h 736600"/>
              <a:gd name="connsiteX124" fmla="*/ 2401830 w 10922000"/>
              <a:gd name="connsiteY124" fmla="*/ 736600 h 736600"/>
              <a:gd name="connsiteX125" fmla="*/ 2502961 w 10922000"/>
              <a:gd name="connsiteY125" fmla="*/ 736600 h 736600"/>
              <a:gd name="connsiteX126" fmla="*/ 2553526 w 10922000"/>
              <a:gd name="connsiteY126" fmla="*/ 736600 h 736600"/>
              <a:gd name="connsiteX127" fmla="*/ 2553526 w 10922000"/>
              <a:gd name="connsiteY127" fmla="*/ 730250 h 736600"/>
              <a:gd name="connsiteX128" fmla="*/ 2502961 w 10922000"/>
              <a:gd name="connsiteY128" fmla="*/ 730250 h 736600"/>
              <a:gd name="connsiteX129" fmla="*/ 2502961 w 10922000"/>
              <a:gd name="connsiteY129" fmla="*/ 736600 h 736600"/>
              <a:gd name="connsiteX130" fmla="*/ 2604084 w 10922000"/>
              <a:gd name="connsiteY130" fmla="*/ 736600 h 736600"/>
              <a:gd name="connsiteX131" fmla="*/ 2654649 w 10922000"/>
              <a:gd name="connsiteY131" fmla="*/ 736600 h 736600"/>
              <a:gd name="connsiteX132" fmla="*/ 2654649 w 10922000"/>
              <a:gd name="connsiteY132" fmla="*/ 730250 h 736600"/>
              <a:gd name="connsiteX133" fmla="*/ 2604084 w 10922000"/>
              <a:gd name="connsiteY133" fmla="*/ 730250 h 736600"/>
              <a:gd name="connsiteX134" fmla="*/ 2604084 w 10922000"/>
              <a:gd name="connsiteY134" fmla="*/ 736600 h 736600"/>
              <a:gd name="connsiteX135" fmla="*/ 2705214 w 10922000"/>
              <a:gd name="connsiteY135" fmla="*/ 736600 h 736600"/>
              <a:gd name="connsiteX136" fmla="*/ 2755780 w 10922000"/>
              <a:gd name="connsiteY136" fmla="*/ 736600 h 736600"/>
              <a:gd name="connsiteX137" fmla="*/ 2755780 w 10922000"/>
              <a:gd name="connsiteY137" fmla="*/ 730250 h 736600"/>
              <a:gd name="connsiteX138" fmla="*/ 2705214 w 10922000"/>
              <a:gd name="connsiteY138" fmla="*/ 730250 h 736600"/>
              <a:gd name="connsiteX139" fmla="*/ 2705214 w 10922000"/>
              <a:gd name="connsiteY139" fmla="*/ 736600 h 736600"/>
              <a:gd name="connsiteX140" fmla="*/ 2806344 w 10922000"/>
              <a:gd name="connsiteY140" fmla="*/ 736600 h 736600"/>
              <a:gd name="connsiteX141" fmla="*/ 2856909 w 10922000"/>
              <a:gd name="connsiteY141" fmla="*/ 736600 h 736600"/>
              <a:gd name="connsiteX142" fmla="*/ 2856909 w 10922000"/>
              <a:gd name="connsiteY142" fmla="*/ 730250 h 736600"/>
              <a:gd name="connsiteX143" fmla="*/ 2806344 w 10922000"/>
              <a:gd name="connsiteY143" fmla="*/ 730250 h 736600"/>
              <a:gd name="connsiteX144" fmla="*/ 2806344 w 10922000"/>
              <a:gd name="connsiteY144" fmla="*/ 736600 h 736600"/>
              <a:gd name="connsiteX145" fmla="*/ 2907475 w 10922000"/>
              <a:gd name="connsiteY145" fmla="*/ 736600 h 736600"/>
              <a:gd name="connsiteX146" fmla="*/ 2958040 w 10922000"/>
              <a:gd name="connsiteY146" fmla="*/ 736600 h 736600"/>
              <a:gd name="connsiteX147" fmla="*/ 2958040 w 10922000"/>
              <a:gd name="connsiteY147" fmla="*/ 730250 h 736600"/>
              <a:gd name="connsiteX148" fmla="*/ 2907475 w 10922000"/>
              <a:gd name="connsiteY148" fmla="*/ 730250 h 736600"/>
              <a:gd name="connsiteX149" fmla="*/ 2907475 w 10922000"/>
              <a:gd name="connsiteY149" fmla="*/ 736600 h 736600"/>
              <a:gd name="connsiteX150" fmla="*/ 3008605 w 10922000"/>
              <a:gd name="connsiteY150" fmla="*/ 736600 h 736600"/>
              <a:gd name="connsiteX151" fmla="*/ 3059170 w 10922000"/>
              <a:gd name="connsiteY151" fmla="*/ 736600 h 736600"/>
              <a:gd name="connsiteX152" fmla="*/ 3059170 w 10922000"/>
              <a:gd name="connsiteY152" fmla="*/ 730250 h 736600"/>
              <a:gd name="connsiteX153" fmla="*/ 3008605 w 10922000"/>
              <a:gd name="connsiteY153" fmla="*/ 730250 h 736600"/>
              <a:gd name="connsiteX154" fmla="*/ 3008605 w 10922000"/>
              <a:gd name="connsiteY154" fmla="*/ 736600 h 736600"/>
              <a:gd name="connsiteX155" fmla="*/ 3109735 w 10922000"/>
              <a:gd name="connsiteY155" fmla="*/ 736600 h 736600"/>
              <a:gd name="connsiteX156" fmla="*/ 3160300 w 10922000"/>
              <a:gd name="connsiteY156" fmla="*/ 736600 h 736600"/>
              <a:gd name="connsiteX157" fmla="*/ 3160300 w 10922000"/>
              <a:gd name="connsiteY157" fmla="*/ 730250 h 736600"/>
              <a:gd name="connsiteX158" fmla="*/ 3109735 w 10922000"/>
              <a:gd name="connsiteY158" fmla="*/ 730250 h 736600"/>
              <a:gd name="connsiteX159" fmla="*/ 3109735 w 10922000"/>
              <a:gd name="connsiteY159" fmla="*/ 736600 h 736600"/>
              <a:gd name="connsiteX160" fmla="*/ 3210865 w 10922000"/>
              <a:gd name="connsiteY160" fmla="*/ 736600 h 736600"/>
              <a:gd name="connsiteX161" fmla="*/ 3261430 w 10922000"/>
              <a:gd name="connsiteY161" fmla="*/ 736600 h 736600"/>
              <a:gd name="connsiteX162" fmla="*/ 3261430 w 10922000"/>
              <a:gd name="connsiteY162" fmla="*/ 730250 h 736600"/>
              <a:gd name="connsiteX163" fmla="*/ 3210865 w 10922000"/>
              <a:gd name="connsiteY163" fmla="*/ 730250 h 736600"/>
              <a:gd name="connsiteX164" fmla="*/ 3210865 w 10922000"/>
              <a:gd name="connsiteY164" fmla="*/ 736600 h 736600"/>
              <a:gd name="connsiteX165" fmla="*/ 3311995 w 10922000"/>
              <a:gd name="connsiteY165" fmla="*/ 736600 h 736600"/>
              <a:gd name="connsiteX166" fmla="*/ 3362560 w 10922000"/>
              <a:gd name="connsiteY166" fmla="*/ 736600 h 736600"/>
              <a:gd name="connsiteX167" fmla="*/ 3362560 w 10922000"/>
              <a:gd name="connsiteY167" fmla="*/ 730250 h 736600"/>
              <a:gd name="connsiteX168" fmla="*/ 3311995 w 10922000"/>
              <a:gd name="connsiteY168" fmla="*/ 730250 h 736600"/>
              <a:gd name="connsiteX169" fmla="*/ 3311995 w 10922000"/>
              <a:gd name="connsiteY169" fmla="*/ 736600 h 736600"/>
              <a:gd name="connsiteX170" fmla="*/ 3413125 w 10922000"/>
              <a:gd name="connsiteY170" fmla="*/ 736600 h 736600"/>
              <a:gd name="connsiteX171" fmla="*/ 3463690 w 10922000"/>
              <a:gd name="connsiteY171" fmla="*/ 736600 h 736600"/>
              <a:gd name="connsiteX172" fmla="*/ 3463690 w 10922000"/>
              <a:gd name="connsiteY172" fmla="*/ 730250 h 736600"/>
              <a:gd name="connsiteX173" fmla="*/ 3413125 w 10922000"/>
              <a:gd name="connsiteY173" fmla="*/ 730250 h 736600"/>
              <a:gd name="connsiteX174" fmla="*/ 3413125 w 10922000"/>
              <a:gd name="connsiteY174" fmla="*/ 736600 h 736600"/>
              <a:gd name="connsiteX175" fmla="*/ 3514255 w 10922000"/>
              <a:gd name="connsiteY175" fmla="*/ 736600 h 736600"/>
              <a:gd name="connsiteX176" fmla="*/ 3564820 w 10922000"/>
              <a:gd name="connsiteY176" fmla="*/ 736600 h 736600"/>
              <a:gd name="connsiteX177" fmla="*/ 3564820 w 10922000"/>
              <a:gd name="connsiteY177" fmla="*/ 730250 h 736600"/>
              <a:gd name="connsiteX178" fmla="*/ 3514255 w 10922000"/>
              <a:gd name="connsiteY178" fmla="*/ 730250 h 736600"/>
              <a:gd name="connsiteX179" fmla="*/ 3514255 w 10922000"/>
              <a:gd name="connsiteY179" fmla="*/ 736600 h 736600"/>
              <a:gd name="connsiteX180" fmla="*/ 3615385 w 10922000"/>
              <a:gd name="connsiteY180" fmla="*/ 736600 h 736600"/>
              <a:gd name="connsiteX181" fmla="*/ 3665944 w 10922000"/>
              <a:gd name="connsiteY181" fmla="*/ 736600 h 736600"/>
              <a:gd name="connsiteX182" fmla="*/ 3665944 w 10922000"/>
              <a:gd name="connsiteY182" fmla="*/ 730250 h 736600"/>
              <a:gd name="connsiteX183" fmla="*/ 3615385 w 10922000"/>
              <a:gd name="connsiteY183" fmla="*/ 730250 h 736600"/>
              <a:gd name="connsiteX184" fmla="*/ 3615385 w 10922000"/>
              <a:gd name="connsiteY184" fmla="*/ 736600 h 736600"/>
              <a:gd name="connsiteX185" fmla="*/ 3716509 w 10922000"/>
              <a:gd name="connsiteY185" fmla="*/ 736600 h 736600"/>
              <a:gd name="connsiteX186" fmla="*/ 3767074 w 10922000"/>
              <a:gd name="connsiteY186" fmla="*/ 736600 h 736600"/>
              <a:gd name="connsiteX187" fmla="*/ 3767074 w 10922000"/>
              <a:gd name="connsiteY187" fmla="*/ 730250 h 736600"/>
              <a:gd name="connsiteX188" fmla="*/ 3716509 w 10922000"/>
              <a:gd name="connsiteY188" fmla="*/ 730250 h 736600"/>
              <a:gd name="connsiteX189" fmla="*/ 3716509 w 10922000"/>
              <a:gd name="connsiteY189" fmla="*/ 736600 h 736600"/>
              <a:gd name="connsiteX190" fmla="*/ 3817639 w 10922000"/>
              <a:gd name="connsiteY190" fmla="*/ 736600 h 736600"/>
              <a:gd name="connsiteX191" fmla="*/ 3868204 w 10922000"/>
              <a:gd name="connsiteY191" fmla="*/ 736600 h 736600"/>
              <a:gd name="connsiteX192" fmla="*/ 3868204 w 10922000"/>
              <a:gd name="connsiteY192" fmla="*/ 730250 h 736600"/>
              <a:gd name="connsiteX193" fmla="*/ 3817639 w 10922000"/>
              <a:gd name="connsiteY193" fmla="*/ 730250 h 736600"/>
              <a:gd name="connsiteX194" fmla="*/ 3817639 w 10922000"/>
              <a:gd name="connsiteY194" fmla="*/ 736600 h 736600"/>
              <a:gd name="connsiteX195" fmla="*/ 3918769 w 10922000"/>
              <a:gd name="connsiteY195" fmla="*/ 736600 h 736600"/>
              <a:gd name="connsiteX196" fmla="*/ 3969334 w 10922000"/>
              <a:gd name="connsiteY196" fmla="*/ 736600 h 736600"/>
              <a:gd name="connsiteX197" fmla="*/ 3969334 w 10922000"/>
              <a:gd name="connsiteY197" fmla="*/ 730250 h 736600"/>
              <a:gd name="connsiteX198" fmla="*/ 3918769 w 10922000"/>
              <a:gd name="connsiteY198" fmla="*/ 730250 h 736600"/>
              <a:gd name="connsiteX199" fmla="*/ 3918769 w 10922000"/>
              <a:gd name="connsiteY199" fmla="*/ 736600 h 736600"/>
              <a:gd name="connsiteX200" fmla="*/ 4019899 w 10922000"/>
              <a:gd name="connsiteY200" fmla="*/ 736600 h 736600"/>
              <a:gd name="connsiteX201" fmla="*/ 4070464 w 10922000"/>
              <a:gd name="connsiteY201" fmla="*/ 736600 h 736600"/>
              <a:gd name="connsiteX202" fmla="*/ 4070464 w 10922000"/>
              <a:gd name="connsiteY202" fmla="*/ 730250 h 736600"/>
              <a:gd name="connsiteX203" fmla="*/ 4019899 w 10922000"/>
              <a:gd name="connsiteY203" fmla="*/ 730250 h 736600"/>
              <a:gd name="connsiteX204" fmla="*/ 4019899 w 10922000"/>
              <a:gd name="connsiteY204" fmla="*/ 736600 h 736600"/>
              <a:gd name="connsiteX205" fmla="*/ 4121030 w 10922000"/>
              <a:gd name="connsiteY205" fmla="*/ 736600 h 736600"/>
              <a:gd name="connsiteX206" fmla="*/ 4171594 w 10922000"/>
              <a:gd name="connsiteY206" fmla="*/ 736600 h 736600"/>
              <a:gd name="connsiteX207" fmla="*/ 4171594 w 10922000"/>
              <a:gd name="connsiteY207" fmla="*/ 730250 h 736600"/>
              <a:gd name="connsiteX208" fmla="*/ 4121030 w 10922000"/>
              <a:gd name="connsiteY208" fmla="*/ 730250 h 736600"/>
              <a:gd name="connsiteX209" fmla="*/ 4121030 w 10922000"/>
              <a:gd name="connsiteY209" fmla="*/ 736600 h 736600"/>
              <a:gd name="connsiteX210" fmla="*/ 4222160 w 10922000"/>
              <a:gd name="connsiteY210" fmla="*/ 736600 h 736600"/>
              <a:gd name="connsiteX211" fmla="*/ 4272725 w 10922000"/>
              <a:gd name="connsiteY211" fmla="*/ 736600 h 736600"/>
              <a:gd name="connsiteX212" fmla="*/ 4272725 w 10922000"/>
              <a:gd name="connsiteY212" fmla="*/ 730250 h 736600"/>
              <a:gd name="connsiteX213" fmla="*/ 4222160 w 10922000"/>
              <a:gd name="connsiteY213" fmla="*/ 730250 h 736600"/>
              <a:gd name="connsiteX214" fmla="*/ 4222160 w 10922000"/>
              <a:gd name="connsiteY214" fmla="*/ 736600 h 736600"/>
              <a:gd name="connsiteX215" fmla="*/ 4323290 w 10922000"/>
              <a:gd name="connsiteY215" fmla="*/ 736600 h 736600"/>
              <a:gd name="connsiteX216" fmla="*/ 4373855 w 10922000"/>
              <a:gd name="connsiteY216" fmla="*/ 736600 h 736600"/>
              <a:gd name="connsiteX217" fmla="*/ 4373855 w 10922000"/>
              <a:gd name="connsiteY217" fmla="*/ 730250 h 736600"/>
              <a:gd name="connsiteX218" fmla="*/ 4323290 w 10922000"/>
              <a:gd name="connsiteY218" fmla="*/ 730250 h 736600"/>
              <a:gd name="connsiteX219" fmla="*/ 4323290 w 10922000"/>
              <a:gd name="connsiteY219" fmla="*/ 736600 h 736600"/>
              <a:gd name="connsiteX220" fmla="*/ 4424420 w 10922000"/>
              <a:gd name="connsiteY220" fmla="*/ 736600 h 736600"/>
              <a:gd name="connsiteX221" fmla="*/ 4474985 w 10922000"/>
              <a:gd name="connsiteY221" fmla="*/ 736600 h 736600"/>
              <a:gd name="connsiteX222" fmla="*/ 4474985 w 10922000"/>
              <a:gd name="connsiteY222" fmla="*/ 730250 h 736600"/>
              <a:gd name="connsiteX223" fmla="*/ 4424420 w 10922000"/>
              <a:gd name="connsiteY223" fmla="*/ 730250 h 736600"/>
              <a:gd name="connsiteX224" fmla="*/ 4424420 w 10922000"/>
              <a:gd name="connsiteY224" fmla="*/ 736600 h 736600"/>
              <a:gd name="connsiteX225" fmla="*/ 4525550 w 10922000"/>
              <a:gd name="connsiteY225" fmla="*/ 736600 h 736600"/>
              <a:gd name="connsiteX226" fmla="*/ 4576115 w 10922000"/>
              <a:gd name="connsiteY226" fmla="*/ 736600 h 736600"/>
              <a:gd name="connsiteX227" fmla="*/ 4576115 w 10922000"/>
              <a:gd name="connsiteY227" fmla="*/ 730250 h 736600"/>
              <a:gd name="connsiteX228" fmla="*/ 4525550 w 10922000"/>
              <a:gd name="connsiteY228" fmla="*/ 730250 h 736600"/>
              <a:gd name="connsiteX229" fmla="*/ 4525550 w 10922000"/>
              <a:gd name="connsiteY229" fmla="*/ 736600 h 736600"/>
              <a:gd name="connsiteX230" fmla="*/ 4626680 w 10922000"/>
              <a:gd name="connsiteY230" fmla="*/ 736600 h 736600"/>
              <a:gd name="connsiteX231" fmla="*/ 4677239 w 10922000"/>
              <a:gd name="connsiteY231" fmla="*/ 736600 h 736600"/>
              <a:gd name="connsiteX232" fmla="*/ 4677239 w 10922000"/>
              <a:gd name="connsiteY232" fmla="*/ 730250 h 736600"/>
              <a:gd name="connsiteX233" fmla="*/ 4626680 w 10922000"/>
              <a:gd name="connsiteY233" fmla="*/ 730250 h 736600"/>
              <a:gd name="connsiteX234" fmla="*/ 4626680 w 10922000"/>
              <a:gd name="connsiteY234" fmla="*/ 736600 h 736600"/>
              <a:gd name="connsiteX235" fmla="*/ 4727804 w 10922000"/>
              <a:gd name="connsiteY235" fmla="*/ 736600 h 736600"/>
              <a:gd name="connsiteX236" fmla="*/ 4778369 w 10922000"/>
              <a:gd name="connsiteY236" fmla="*/ 736600 h 736600"/>
              <a:gd name="connsiteX237" fmla="*/ 4778369 w 10922000"/>
              <a:gd name="connsiteY237" fmla="*/ 730250 h 736600"/>
              <a:gd name="connsiteX238" fmla="*/ 4727804 w 10922000"/>
              <a:gd name="connsiteY238" fmla="*/ 730250 h 736600"/>
              <a:gd name="connsiteX239" fmla="*/ 4727804 w 10922000"/>
              <a:gd name="connsiteY239" fmla="*/ 736600 h 736600"/>
              <a:gd name="connsiteX240" fmla="*/ 4828934 w 10922000"/>
              <a:gd name="connsiteY240" fmla="*/ 736600 h 736600"/>
              <a:gd name="connsiteX241" fmla="*/ 4879499 w 10922000"/>
              <a:gd name="connsiteY241" fmla="*/ 736600 h 736600"/>
              <a:gd name="connsiteX242" fmla="*/ 4879499 w 10922000"/>
              <a:gd name="connsiteY242" fmla="*/ 730250 h 736600"/>
              <a:gd name="connsiteX243" fmla="*/ 4828934 w 10922000"/>
              <a:gd name="connsiteY243" fmla="*/ 730250 h 736600"/>
              <a:gd name="connsiteX244" fmla="*/ 4828934 w 10922000"/>
              <a:gd name="connsiteY244" fmla="*/ 736600 h 736600"/>
              <a:gd name="connsiteX245" fmla="*/ 4930064 w 10922000"/>
              <a:gd name="connsiteY245" fmla="*/ 736600 h 736600"/>
              <a:gd name="connsiteX246" fmla="*/ 4980629 w 10922000"/>
              <a:gd name="connsiteY246" fmla="*/ 736600 h 736600"/>
              <a:gd name="connsiteX247" fmla="*/ 4980629 w 10922000"/>
              <a:gd name="connsiteY247" fmla="*/ 730250 h 736600"/>
              <a:gd name="connsiteX248" fmla="*/ 4930064 w 10922000"/>
              <a:gd name="connsiteY248" fmla="*/ 730250 h 736600"/>
              <a:gd name="connsiteX249" fmla="*/ 4930064 w 10922000"/>
              <a:gd name="connsiteY249" fmla="*/ 736600 h 736600"/>
              <a:gd name="connsiteX250" fmla="*/ 5031194 w 10922000"/>
              <a:gd name="connsiteY250" fmla="*/ 736600 h 736600"/>
              <a:gd name="connsiteX251" fmla="*/ 5081759 w 10922000"/>
              <a:gd name="connsiteY251" fmla="*/ 736600 h 736600"/>
              <a:gd name="connsiteX252" fmla="*/ 5081759 w 10922000"/>
              <a:gd name="connsiteY252" fmla="*/ 730250 h 736600"/>
              <a:gd name="connsiteX253" fmla="*/ 5031194 w 10922000"/>
              <a:gd name="connsiteY253" fmla="*/ 730250 h 736600"/>
              <a:gd name="connsiteX254" fmla="*/ 5031194 w 10922000"/>
              <a:gd name="connsiteY254" fmla="*/ 736600 h 736600"/>
              <a:gd name="connsiteX255" fmla="*/ 5132324 w 10922000"/>
              <a:gd name="connsiteY255" fmla="*/ 736600 h 736600"/>
              <a:gd name="connsiteX256" fmla="*/ 5182889 w 10922000"/>
              <a:gd name="connsiteY256" fmla="*/ 736600 h 736600"/>
              <a:gd name="connsiteX257" fmla="*/ 5182889 w 10922000"/>
              <a:gd name="connsiteY257" fmla="*/ 730250 h 736600"/>
              <a:gd name="connsiteX258" fmla="*/ 5132324 w 10922000"/>
              <a:gd name="connsiteY258" fmla="*/ 730250 h 736600"/>
              <a:gd name="connsiteX259" fmla="*/ 5132324 w 10922000"/>
              <a:gd name="connsiteY259" fmla="*/ 736600 h 736600"/>
              <a:gd name="connsiteX260" fmla="*/ 5233454 w 10922000"/>
              <a:gd name="connsiteY260" fmla="*/ 736600 h 736600"/>
              <a:gd name="connsiteX261" fmla="*/ 5284020 w 10922000"/>
              <a:gd name="connsiteY261" fmla="*/ 736600 h 736600"/>
              <a:gd name="connsiteX262" fmla="*/ 5284020 w 10922000"/>
              <a:gd name="connsiteY262" fmla="*/ 730250 h 736600"/>
              <a:gd name="connsiteX263" fmla="*/ 5233454 w 10922000"/>
              <a:gd name="connsiteY263" fmla="*/ 730250 h 736600"/>
              <a:gd name="connsiteX264" fmla="*/ 5233454 w 10922000"/>
              <a:gd name="connsiteY264" fmla="*/ 736600 h 736600"/>
              <a:gd name="connsiteX265" fmla="*/ 5334584 w 10922000"/>
              <a:gd name="connsiteY265" fmla="*/ 736600 h 736600"/>
              <a:gd name="connsiteX266" fmla="*/ 5385149 w 10922000"/>
              <a:gd name="connsiteY266" fmla="*/ 736600 h 736600"/>
              <a:gd name="connsiteX267" fmla="*/ 5385149 w 10922000"/>
              <a:gd name="connsiteY267" fmla="*/ 730250 h 736600"/>
              <a:gd name="connsiteX268" fmla="*/ 5334584 w 10922000"/>
              <a:gd name="connsiteY268" fmla="*/ 730250 h 736600"/>
              <a:gd name="connsiteX269" fmla="*/ 5334584 w 10922000"/>
              <a:gd name="connsiteY269" fmla="*/ 736600 h 736600"/>
              <a:gd name="connsiteX270" fmla="*/ 5435715 w 10922000"/>
              <a:gd name="connsiteY270" fmla="*/ 736600 h 736600"/>
              <a:gd name="connsiteX271" fmla="*/ 5486280 w 10922000"/>
              <a:gd name="connsiteY271" fmla="*/ 736600 h 736600"/>
              <a:gd name="connsiteX272" fmla="*/ 5486280 w 10922000"/>
              <a:gd name="connsiteY272" fmla="*/ 730250 h 736600"/>
              <a:gd name="connsiteX273" fmla="*/ 5435715 w 10922000"/>
              <a:gd name="connsiteY273" fmla="*/ 730250 h 736600"/>
              <a:gd name="connsiteX274" fmla="*/ 5435715 w 10922000"/>
              <a:gd name="connsiteY274" fmla="*/ 736600 h 736600"/>
              <a:gd name="connsiteX275" fmla="*/ 5536844 w 10922000"/>
              <a:gd name="connsiteY275" fmla="*/ 736600 h 736600"/>
              <a:gd name="connsiteX276" fmla="*/ 5587410 w 10922000"/>
              <a:gd name="connsiteY276" fmla="*/ 736600 h 736600"/>
              <a:gd name="connsiteX277" fmla="*/ 5587410 w 10922000"/>
              <a:gd name="connsiteY277" fmla="*/ 730250 h 736600"/>
              <a:gd name="connsiteX278" fmla="*/ 5536844 w 10922000"/>
              <a:gd name="connsiteY278" fmla="*/ 730250 h 736600"/>
              <a:gd name="connsiteX279" fmla="*/ 5536844 w 10922000"/>
              <a:gd name="connsiteY279" fmla="*/ 736600 h 736600"/>
              <a:gd name="connsiteX280" fmla="*/ 5637975 w 10922000"/>
              <a:gd name="connsiteY280" fmla="*/ 736600 h 736600"/>
              <a:gd name="connsiteX281" fmla="*/ 5688533 w 10922000"/>
              <a:gd name="connsiteY281" fmla="*/ 736600 h 736600"/>
              <a:gd name="connsiteX282" fmla="*/ 5688533 w 10922000"/>
              <a:gd name="connsiteY282" fmla="*/ 730250 h 736600"/>
              <a:gd name="connsiteX283" fmla="*/ 5637975 w 10922000"/>
              <a:gd name="connsiteY283" fmla="*/ 730250 h 736600"/>
              <a:gd name="connsiteX284" fmla="*/ 5637975 w 10922000"/>
              <a:gd name="connsiteY284" fmla="*/ 736600 h 736600"/>
              <a:gd name="connsiteX285" fmla="*/ 5739130 w 10922000"/>
              <a:gd name="connsiteY285" fmla="*/ 736600 h 736600"/>
              <a:gd name="connsiteX286" fmla="*/ 5789676 w 10922000"/>
              <a:gd name="connsiteY286" fmla="*/ 736600 h 736600"/>
              <a:gd name="connsiteX287" fmla="*/ 5789676 w 10922000"/>
              <a:gd name="connsiteY287" fmla="*/ 730250 h 736600"/>
              <a:gd name="connsiteX288" fmla="*/ 5739130 w 10922000"/>
              <a:gd name="connsiteY288" fmla="*/ 730250 h 736600"/>
              <a:gd name="connsiteX289" fmla="*/ 5739130 w 10922000"/>
              <a:gd name="connsiteY289" fmla="*/ 736600 h 736600"/>
              <a:gd name="connsiteX290" fmla="*/ 5840222 w 10922000"/>
              <a:gd name="connsiteY290" fmla="*/ 736600 h 736600"/>
              <a:gd name="connsiteX291" fmla="*/ 5890769 w 10922000"/>
              <a:gd name="connsiteY291" fmla="*/ 736600 h 736600"/>
              <a:gd name="connsiteX292" fmla="*/ 5890769 w 10922000"/>
              <a:gd name="connsiteY292" fmla="*/ 730250 h 736600"/>
              <a:gd name="connsiteX293" fmla="*/ 5840222 w 10922000"/>
              <a:gd name="connsiteY293" fmla="*/ 730250 h 736600"/>
              <a:gd name="connsiteX294" fmla="*/ 5840222 w 10922000"/>
              <a:gd name="connsiteY294" fmla="*/ 736600 h 736600"/>
              <a:gd name="connsiteX295" fmla="*/ 5941378 w 10922000"/>
              <a:gd name="connsiteY295" fmla="*/ 736600 h 736600"/>
              <a:gd name="connsiteX296" fmla="*/ 5991924 w 10922000"/>
              <a:gd name="connsiteY296" fmla="*/ 736600 h 736600"/>
              <a:gd name="connsiteX297" fmla="*/ 5991924 w 10922000"/>
              <a:gd name="connsiteY297" fmla="*/ 730250 h 736600"/>
              <a:gd name="connsiteX298" fmla="*/ 5941378 w 10922000"/>
              <a:gd name="connsiteY298" fmla="*/ 730250 h 736600"/>
              <a:gd name="connsiteX299" fmla="*/ 5941378 w 10922000"/>
              <a:gd name="connsiteY299" fmla="*/ 736600 h 736600"/>
              <a:gd name="connsiteX300" fmla="*/ 6042469 w 10922000"/>
              <a:gd name="connsiteY300" fmla="*/ 736600 h 736600"/>
              <a:gd name="connsiteX301" fmla="*/ 6093079 w 10922000"/>
              <a:gd name="connsiteY301" fmla="*/ 736600 h 736600"/>
              <a:gd name="connsiteX302" fmla="*/ 6093079 w 10922000"/>
              <a:gd name="connsiteY302" fmla="*/ 730250 h 736600"/>
              <a:gd name="connsiteX303" fmla="*/ 6042469 w 10922000"/>
              <a:gd name="connsiteY303" fmla="*/ 730250 h 736600"/>
              <a:gd name="connsiteX304" fmla="*/ 6042469 w 10922000"/>
              <a:gd name="connsiteY304" fmla="*/ 736600 h 736600"/>
              <a:gd name="connsiteX305" fmla="*/ 6143625 w 10922000"/>
              <a:gd name="connsiteY305" fmla="*/ 736600 h 736600"/>
              <a:gd name="connsiteX306" fmla="*/ 6194171 w 10922000"/>
              <a:gd name="connsiteY306" fmla="*/ 736600 h 736600"/>
              <a:gd name="connsiteX307" fmla="*/ 6194171 w 10922000"/>
              <a:gd name="connsiteY307" fmla="*/ 730250 h 736600"/>
              <a:gd name="connsiteX308" fmla="*/ 6143625 w 10922000"/>
              <a:gd name="connsiteY308" fmla="*/ 730250 h 736600"/>
              <a:gd name="connsiteX309" fmla="*/ 6143625 w 10922000"/>
              <a:gd name="connsiteY309" fmla="*/ 736600 h 736600"/>
              <a:gd name="connsiteX310" fmla="*/ 6244718 w 10922000"/>
              <a:gd name="connsiteY310" fmla="*/ 736600 h 736600"/>
              <a:gd name="connsiteX311" fmla="*/ 6295327 w 10922000"/>
              <a:gd name="connsiteY311" fmla="*/ 736600 h 736600"/>
              <a:gd name="connsiteX312" fmla="*/ 6295327 w 10922000"/>
              <a:gd name="connsiteY312" fmla="*/ 730250 h 736600"/>
              <a:gd name="connsiteX313" fmla="*/ 6244718 w 10922000"/>
              <a:gd name="connsiteY313" fmla="*/ 730250 h 736600"/>
              <a:gd name="connsiteX314" fmla="*/ 6244718 w 10922000"/>
              <a:gd name="connsiteY314" fmla="*/ 736600 h 736600"/>
              <a:gd name="connsiteX315" fmla="*/ 6345873 w 10922000"/>
              <a:gd name="connsiteY315" fmla="*/ 736600 h 736600"/>
              <a:gd name="connsiteX316" fmla="*/ 6396419 w 10922000"/>
              <a:gd name="connsiteY316" fmla="*/ 736600 h 736600"/>
              <a:gd name="connsiteX317" fmla="*/ 6396419 w 10922000"/>
              <a:gd name="connsiteY317" fmla="*/ 730250 h 736600"/>
              <a:gd name="connsiteX318" fmla="*/ 6345873 w 10922000"/>
              <a:gd name="connsiteY318" fmla="*/ 730250 h 736600"/>
              <a:gd name="connsiteX319" fmla="*/ 6345873 w 10922000"/>
              <a:gd name="connsiteY319" fmla="*/ 736600 h 736600"/>
              <a:gd name="connsiteX320" fmla="*/ 6447028 w 10922000"/>
              <a:gd name="connsiteY320" fmla="*/ 736600 h 736600"/>
              <a:gd name="connsiteX321" fmla="*/ 6497574 w 10922000"/>
              <a:gd name="connsiteY321" fmla="*/ 736600 h 736600"/>
              <a:gd name="connsiteX322" fmla="*/ 6497574 w 10922000"/>
              <a:gd name="connsiteY322" fmla="*/ 730250 h 736600"/>
              <a:gd name="connsiteX323" fmla="*/ 6447028 w 10922000"/>
              <a:gd name="connsiteY323" fmla="*/ 730250 h 736600"/>
              <a:gd name="connsiteX324" fmla="*/ 6447028 w 10922000"/>
              <a:gd name="connsiteY324" fmla="*/ 736600 h 736600"/>
              <a:gd name="connsiteX325" fmla="*/ 6548120 w 10922000"/>
              <a:gd name="connsiteY325" fmla="*/ 736600 h 736600"/>
              <a:gd name="connsiteX326" fmla="*/ 6598730 w 10922000"/>
              <a:gd name="connsiteY326" fmla="*/ 736600 h 736600"/>
              <a:gd name="connsiteX327" fmla="*/ 6598730 w 10922000"/>
              <a:gd name="connsiteY327" fmla="*/ 730250 h 736600"/>
              <a:gd name="connsiteX328" fmla="*/ 6548120 w 10922000"/>
              <a:gd name="connsiteY328" fmla="*/ 730250 h 736600"/>
              <a:gd name="connsiteX329" fmla="*/ 6548120 w 10922000"/>
              <a:gd name="connsiteY329" fmla="*/ 736600 h 736600"/>
              <a:gd name="connsiteX330" fmla="*/ 6649276 w 10922000"/>
              <a:gd name="connsiteY330" fmla="*/ 736600 h 736600"/>
              <a:gd name="connsiteX331" fmla="*/ 6699822 w 10922000"/>
              <a:gd name="connsiteY331" fmla="*/ 736600 h 736600"/>
              <a:gd name="connsiteX332" fmla="*/ 6699822 w 10922000"/>
              <a:gd name="connsiteY332" fmla="*/ 730250 h 736600"/>
              <a:gd name="connsiteX333" fmla="*/ 6649276 w 10922000"/>
              <a:gd name="connsiteY333" fmla="*/ 730250 h 736600"/>
              <a:gd name="connsiteX334" fmla="*/ 6649276 w 10922000"/>
              <a:gd name="connsiteY334" fmla="*/ 736600 h 736600"/>
              <a:gd name="connsiteX335" fmla="*/ 6750368 w 10922000"/>
              <a:gd name="connsiteY335" fmla="*/ 736600 h 736600"/>
              <a:gd name="connsiteX336" fmla="*/ 6800977 w 10922000"/>
              <a:gd name="connsiteY336" fmla="*/ 736600 h 736600"/>
              <a:gd name="connsiteX337" fmla="*/ 6800977 w 10922000"/>
              <a:gd name="connsiteY337" fmla="*/ 730250 h 736600"/>
              <a:gd name="connsiteX338" fmla="*/ 6750368 w 10922000"/>
              <a:gd name="connsiteY338" fmla="*/ 730250 h 736600"/>
              <a:gd name="connsiteX339" fmla="*/ 6750368 w 10922000"/>
              <a:gd name="connsiteY339" fmla="*/ 736600 h 736600"/>
              <a:gd name="connsiteX340" fmla="*/ 6851523 w 10922000"/>
              <a:gd name="connsiteY340" fmla="*/ 736600 h 736600"/>
              <a:gd name="connsiteX341" fmla="*/ 6902069 w 10922000"/>
              <a:gd name="connsiteY341" fmla="*/ 736600 h 736600"/>
              <a:gd name="connsiteX342" fmla="*/ 6902069 w 10922000"/>
              <a:gd name="connsiteY342" fmla="*/ 730250 h 736600"/>
              <a:gd name="connsiteX343" fmla="*/ 6851523 w 10922000"/>
              <a:gd name="connsiteY343" fmla="*/ 730250 h 736600"/>
              <a:gd name="connsiteX344" fmla="*/ 6851523 w 10922000"/>
              <a:gd name="connsiteY344" fmla="*/ 736600 h 736600"/>
              <a:gd name="connsiteX345" fmla="*/ 6952679 w 10922000"/>
              <a:gd name="connsiteY345" fmla="*/ 736600 h 736600"/>
              <a:gd name="connsiteX346" fmla="*/ 7003225 w 10922000"/>
              <a:gd name="connsiteY346" fmla="*/ 736600 h 736600"/>
              <a:gd name="connsiteX347" fmla="*/ 7003225 w 10922000"/>
              <a:gd name="connsiteY347" fmla="*/ 730250 h 736600"/>
              <a:gd name="connsiteX348" fmla="*/ 6952679 w 10922000"/>
              <a:gd name="connsiteY348" fmla="*/ 730250 h 736600"/>
              <a:gd name="connsiteX349" fmla="*/ 6952679 w 10922000"/>
              <a:gd name="connsiteY349" fmla="*/ 736600 h 736600"/>
              <a:gd name="connsiteX350" fmla="*/ 7053770 w 10922000"/>
              <a:gd name="connsiteY350" fmla="*/ 736600 h 736600"/>
              <a:gd name="connsiteX351" fmla="*/ 7104381 w 10922000"/>
              <a:gd name="connsiteY351" fmla="*/ 736600 h 736600"/>
              <a:gd name="connsiteX352" fmla="*/ 7104381 w 10922000"/>
              <a:gd name="connsiteY352" fmla="*/ 730250 h 736600"/>
              <a:gd name="connsiteX353" fmla="*/ 7053770 w 10922000"/>
              <a:gd name="connsiteY353" fmla="*/ 730250 h 736600"/>
              <a:gd name="connsiteX354" fmla="*/ 7053770 w 10922000"/>
              <a:gd name="connsiteY354" fmla="*/ 736600 h 736600"/>
              <a:gd name="connsiteX355" fmla="*/ 7154926 w 10922000"/>
              <a:gd name="connsiteY355" fmla="*/ 736600 h 736600"/>
              <a:gd name="connsiteX356" fmla="*/ 7205472 w 10922000"/>
              <a:gd name="connsiteY356" fmla="*/ 736600 h 736600"/>
              <a:gd name="connsiteX357" fmla="*/ 7205472 w 10922000"/>
              <a:gd name="connsiteY357" fmla="*/ 730250 h 736600"/>
              <a:gd name="connsiteX358" fmla="*/ 7154926 w 10922000"/>
              <a:gd name="connsiteY358" fmla="*/ 730250 h 736600"/>
              <a:gd name="connsiteX359" fmla="*/ 7154926 w 10922000"/>
              <a:gd name="connsiteY359" fmla="*/ 736600 h 736600"/>
              <a:gd name="connsiteX360" fmla="*/ 7256019 w 10922000"/>
              <a:gd name="connsiteY360" fmla="*/ 736600 h 736600"/>
              <a:gd name="connsiteX361" fmla="*/ 7306628 w 10922000"/>
              <a:gd name="connsiteY361" fmla="*/ 736600 h 736600"/>
              <a:gd name="connsiteX362" fmla="*/ 7306628 w 10922000"/>
              <a:gd name="connsiteY362" fmla="*/ 730250 h 736600"/>
              <a:gd name="connsiteX363" fmla="*/ 7256019 w 10922000"/>
              <a:gd name="connsiteY363" fmla="*/ 730250 h 736600"/>
              <a:gd name="connsiteX364" fmla="*/ 7256019 w 10922000"/>
              <a:gd name="connsiteY364" fmla="*/ 736600 h 736600"/>
              <a:gd name="connsiteX365" fmla="*/ 7357174 w 10922000"/>
              <a:gd name="connsiteY365" fmla="*/ 736600 h 736600"/>
              <a:gd name="connsiteX366" fmla="*/ 7407719 w 10922000"/>
              <a:gd name="connsiteY366" fmla="*/ 736600 h 736600"/>
              <a:gd name="connsiteX367" fmla="*/ 7407719 w 10922000"/>
              <a:gd name="connsiteY367" fmla="*/ 730250 h 736600"/>
              <a:gd name="connsiteX368" fmla="*/ 7357174 w 10922000"/>
              <a:gd name="connsiteY368" fmla="*/ 730250 h 736600"/>
              <a:gd name="connsiteX369" fmla="*/ 7357174 w 10922000"/>
              <a:gd name="connsiteY369" fmla="*/ 736600 h 736600"/>
              <a:gd name="connsiteX370" fmla="*/ 7458329 w 10922000"/>
              <a:gd name="connsiteY370" fmla="*/ 736600 h 736600"/>
              <a:gd name="connsiteX371" fmla="*/ 7508875 w 10922000"/>
              <a:gd name="connsiteY371" fmla="*/ 736600 h 736600"/>
              <a:gd name="connsiteX372" fmla="*/ 7508875 w 10922000"/>
              <a:gd name="connsiteY372" fmla="*/ 730250 h 736600"/>
              <a:gd name="connsiteX373" fmla="*/ 7458329 w 10922000"/>
              <a:gd name="connsiteY373" fmla="*/ 730250 h 736600"/>
              <a:gd name="connsiteX374" fmla="*/ 7458329 w 10922000"/>
              <a:gd name="connsiteY374" fmla="*/ 736600 h 736600"/>
              <a:gd name="connsiteX375" fmla="*/ 7559421 w 10922000"/>
              <a:gd name="connsiteY375" fmla="*/ 736600 h 736600"/>
              <a:gd name="connsiteX376" fmla="*/ 7610031 w 10922000"/>
              <a:gd name="connsiteY376" fmla="*/ 736600 h 736600"/>
              <a:gd name="connsiteX377" fmla="*/ 7610031 w 10922000"/>
              <a:gd name="connsiteY377" fmla="*/ 730250 h 736600"/>
              <a:gd name="connsiteX378" fmla="*/ 7559421 w 10922000"/>
              <a:gd name="connsiteY378" fmla="*/ 730250 h 736600"/>
              <a:gd name="connsiteX379" fmla="*/ 7559421 w 10922000"/>
              <a:gd name="connsiteY379" fmla="*/ 736600 h 736600"/>
              <a:gd name="connsiteX380" fmla="*/ 7660577 w 10922000"/>
              <a:gd name="connsiteY380" fmla="*/ 736600 h 736600"/>
              <a:gd name="connsiteX381" fmla="*/ 7711123 w 10922000"/>
              <a:gd name="connsiteY381" fmla="*/ 736600 h 736600"/>
              <a:gd name="connsiteX382" fmla="*/ 7711123 w 10922000"/>
              <a:gd name="connsiteY382" fmla="*/ 730250 h 736600"/>
              <a:gd name="connsiteX383" fmla="*/ 7660577 w 10922000"/>
              <a:gd name="connsiteY383" fmla="*/ 730250 h 736600"/>
              <a:gd name="connsiteX384" fmla="*/ 7660577 w 10922000"/>
              <a:gd name="connsiteY384" fmla="*/ 736600 h 736600"/>
              <a:gd name="connsiteX385" fmla="*/ 7761732 w 10922000"/>
              <a:gd name="connsiteY385" fmla="*/ 736600 h 736600"/>
              <a:gd name="connsiteX386" fmla="*/ 7812278 w 10922000"/>
              <a:gd name="connsiteY386" fmla="*/ 736600 h 736600"/>
              <a:gd name="connsiteX387" fmla="*/ 7812278 w 10922000"/>
              <a:gd name="connsiteY387" fmla="*/ 730250 h 736600"/>
              <a:gd name="connsiteX388" fmla="*/ 7761732 w 10922000"/>
              <a:gd name="connsiteY388" fmla="*/ 730250 h 736600"/>
              <a:gd name="connsiteX389" fmla="*/ 7761732 w 10922000"/>
              <a:gd name="connsiteY389" fmla="*/ 736600 h 736600"/>
              <a:gd name="connsiteX390" fmla="*/ 7862824 w 10922000"/>
              <a:gd name="connsiteY390" fmla="*/ 736600 h 736600"/>
              <a:gd name="connsiteX391" fmla="*/ 7913370 w 10922000"/>
              <a:gd name="connsiteY391" fmla="*/ 736600 h 736600"/>
              <a:gd name="connsiteX392" fmla="*/ 7913370 w 10922000"/>
              <a:gd name="connsiteY392" fmla="*/ 730250 h 736600"/>
              <a:gd name="connsiteX393" fmla="*/ 7862824 w 10922000"/>
              <a:gd name="connsiteY393" fmla="*/ 730250 h 736600"/>
              <a:gd name="connsiteX394" fmla="*/ 7862824 w 10922000"/>
              <a:gd name="connsiteY394" fmla="*/ 736600 h 736600"/>
              <a:gd name="connsiteX395" fmla="*/ 7963980 w 10922000"/>
              <a:gd name="connsiteY395" fmla="*/ 736600 h 736600"/>
              <a:gd name="connsiteX396" fmla="*/ 8014526 w 10922000"/>
              <a:gd name="connsiteY396" fmla="*/ 736600 h 736600"/>
              <a:gd name="connsiteX397" fmla="*/ 8014526 w 10922000"/>
              <a:gd name="connsiteY397" fmla="*/ 730250 h 736600"/>
              <a:gd name="connsiteX398" fmla="*/ 7963980 w 10922000"/>
              <a:gd name="connsiteY398" fmla="*/ 730250 h 736600"/>
              <a:gd name="connsiteX399" fmla="*/ 7963980 w 10922000"/>
              <a:gd name="connsiteY399" fmla="*/ 736600 h 736600"/>
              <a:gd name="connsiteX400" fmla="*/ 8065072 w 10922000"/>
              <a:gd name="connsiteY400" fmla="*/ 736600 h 736600"/>
              <a:gd name="connsiteX401" fmla="*/ 8115682 w 10922000"/>
              <a:gd name="connsiteY401" fmla="*/ 736600 h 736600"/>
              <a:gd name="connsiteX402" fmla="*/ 8115682 w 10922000"/>
              <a:gd name="connsiteY402" fmla="*/ 730250 h 736600"/>
              <a:gd name="connsiteX403" fmla="*/ 8065072 w 10922000"/>
              <a:gd name="connsiteY403" fmla="*/ 730250 h 736600"/>
              <a:gd name="connsiteX404" fmla="*/ 8065072 w 10922000"/>
              <a:gd name="connsiteY404" fmla="*/ 736600 h 736600"/>
              <a:gd name="connsiteX405" fmla="*/ 8166227 w 10922000"/>
              <a:gd name="connsiteY405" fmla="*/ 736600 h 736600"/>
              <a:gd name="connsiteX406" fmla="*/ 8216773 w 10922000"/>
              <a:gd name="connsiteY406" fmla="*/ 736600 h 736600"/>
              <a:gd name="connsiteX407" fmla="*/ 8216773 w 10922000"/>
              <a:gd name="connsiteY407" fmla="*/ 730250 h 736600"/>
              <a:gd name="connsiteX408" fmla="*/ 8166227 w 10922000"/>
              <a:gd name="connsiteY408" fmla="*/ 730250 h 736600"/>
              <a:gd name="connsiteX409" fmla="*/ 8166227 w 10922000"/>
              <a:gd name="connsiteY409" fmla="*/ 736600 h 736600"/>
              <a:gd name="connsiteX410" fmla="*/ 8267382 w 10922000"/>
              <a:gd name="connsiteY410" fmla="*/ 736600 h 736600"/>
              <a:gd name="connsiteX411" fmla="*/ 8317929 w 10922000"/>
              <a:gd name="connsiteY411" fmla="*/ 736600 h 736600"/>
              <a:gd name="connsiteX412" fmla="*/ 8317929 w 10922000"/>
              <a:gd name="connsiteY412" fmla="*/ 730250 h 736600"/>
              <a:gd name="connsiteX413" fmla="*/ 8267382 w 10922000"/>
              <a:gd name="connsiteY413" fmla="*/ 730250 h 736600"/>
              <a:gd name="connsiteX414" fmla="*/ 8267382 w 10922000"/>
              <a:gd name="connsiteY414" fmla="*/ 736600 h 736600"/>
              <a:gd name="connsiteX415" fmla="*/ 8368475 w 10922000"/>
              <a:gd name="connsiteY415" fmla="*/ 736600 h 736600"/>
              <a:gd name="connsiteX416" fmla="*/ 8419020 w 10922000"/>
              <a:gd name="connsiteY416" fmla="*/ 736600 h 736600"/>
              <a:gd name="connsiteX417" fmla="*/ 8419020 w 10922000"/>
              <a:gd name="connsiteY417" fmla="*/ 730250 h 736600"/>
              <a:gd name="connsiteX418" fmla="*/ 8368475 w 10922000"/>
              <a:gd name="connsiteY418" fmla="*/ 730250 h 736600"/>
              <a:gd name="connsiteX419" fmla="*/ 8368475 w 10922000"/>
              <a:gd name="connsiteY419" fmla="*/ 736600 h 736600"/>
              <a:gd name="connsiteX420" fmla="*/ 8469630 w 10922000"/>
              <a:gd name="connsiteY420" fmla="*/ 736600 h 736600"/>
              <a:gd name="connsiteX421" fmla="*/ 8520176 w 10922000"/>
              <a:gd name="connsiteY421" fmla="*/ 736600 h 736600"/>
              <a:gd name="connsiteX422" fmla="*/ 8520176 w 10922000"/>
              <a:gd name="connsiteY422" fmla="*/ 730250 h 736600"/>
              <a:gd name="connsiteX423" fmla="*/ 8469630 w 10922000"/>
              <a:gd name="connsiteY423" fmla="*/ 730250 h 736600"/>
              <a:gd name="connsiteX424" fmla="*/ 8469630 w 10922000"/>
              <a:gd name="connsiteY424" fmla="*/ 736600 h 736600"/>
              <a:gd name="connsiteX425" fmla="*/ 8570722 w 10922000"/>
              <a:gd name="connsiteY425" fmla="*/ 736600 h 736600"/>
              <a:gd name="connsiteX426" fmla="*/ 8621331 w 10922000"/>
              <a:gd name="connsiteY426" fmla="*/ 736600 h 736600"/>
              <a:gd name="connsiteX427" fmla="*/ 8621331 w 10922000"/>
              <a:gd name="connsiteY427" fmla="*/ 730250 h 736600"/>
              <a:gd name="connsiteX428" fmla="*/ 8570722 w 10922000"/>
              <a:gd name="connsiteY428" fmla="*/ 730250 h 736600"/>
              <a:gd name="connsiteX429" fmla="*/ 8570722 w 10922000"/>
              <a:gd name="connsiteY429" fmla="*/ 736600 h 736600"/>
              <a:gd name="connsiteX430" fmla="*/ 8671878 w 10922000"/>
              <a:gd name="connsiteY430" fmla="*/ 736600 h 736600"/>
              <a:gd name="connsiteX431" fmla="*/ 8722423 w 10922000"/>
              <a:gd name="connsiteY431" fmla="*/ 736600 h 736600"/>
              <a:gd name="connsiteX432" fmla="*/ 8722423 w 10922000"/>
              <a:gd name="connsiteY432" fmla="*/ 730250 h 736600"/>
              <a:gd name="connsiteX433" fmla="*/ 8671878 w 10922000"/>
              <a:gd name="connsiteY433" fmla="*/ 730250 h 736600"/>
              <a:gd name="connsiteX434" fmla="*/ 8671878 w 10922000"/>
              <a:gd name="connsiteY434" fmla="*/ 736600 h 736600"/>
              <a:gd name="connsiteX435" fmla="*/ 8773033 w 10922000"/>
              <a:gd name="connsiteY435" fmla="*/ 736600 h 736600"/>
              <a:gd name="connsiteX436" fmla="*/ 8823579 w 10922000"/>
              <a:gd name="connsiteY436" fmla="*/ 736600 h 736600"/>
              <a:gd name="connsiteX437" fmla="*/ 8823579 w 10922000"/>
              <a:gd name="connsiteY437" fmla="*/ 730250 h 736600"/>
              <a:gd name="connsiteX438" fmla="*/ 8773033 w 10922000"/>
              <a:gd name="connsiteY438" fmla="*/ 730250 h 736600"/>
              <a:gd name="connsiteX439" fmla="*/ 8773033 w 10922000"/>
              <a:gd name="connsiteY439" fmla="*/ 736600 h 736600"/>
              <a:gd name="connsiteX440" fmla="*/ 8874125 w 10922000"/>
              <a:gd name="connsiteY440" fmla="*/ 736600 h 736600"/>
              <a:gd name="connsiteX441" fmla="*/ 8924671 w 10922000"/>
              <a:gd name="connsiteY441" fmla="*/ 736600 h 736600"/>
              <a:gd name="connsiteX442" fmla="*/ 8924671 w 10922000"/>
              <a:gd name="connsiteY442" fmla="*/ 730250 h 736600"/>
              <a:gd name="connsiteX443" fmla="*/ 8874125 w 10922000"/>
              <a:gd name="connsiteY443" fmla="*/ 730250 h 736600"/>
              <a:gd name="connsiteX444" fmla="*/ 8874125 w 10922000"/>
              <a:gd name="connsiteY444" fmla="*/ 736600 h 736600"/>
              <a:gd name="connsiteX445" fmla="*/ 8975281 w 10922000"/>
              <a:gd name="connsiteY445" fmla="*/ 736600 h 736600"/>
              <a:gd name="connsiteX446" fmla="*/ 9025827 w 10922000"/>
              <a:gd name="connsiteY446" fmla="*/ 736600 h 736600"/>
              <a:gd name="connsiteX447" fmla="*/ 9025827 w 10922000"/>
              <a:gd name="connsiteY447" fmla="*/ 730250 h 736600"/>
              <a:gd name="connsiteX448" fmla="*/ 8975281 w 10922000"/>
              <a:gd name="connsiteY448" fmla="*/ 730250 h 736600"/>
              <a:gd name="connsiteX449" fmla="*/ 8975281 w 10922000"/>
              <a:gd name="connsiteY449" fmla="*/ 736600 h 736600"/>
              <a:gd name="connsiteX450" fmla="*/ 9076372 w 10922000"/>
              <a:gd name="connsiteY450" fmla="*/ 736600 h 736600"/>
              <a:gd name="connsiteX451" fmla="*/ 9126982 w 10922000"/>
              <a:gd name="connsiteY451" fmla="*/ 736600 h 736600"/>
              <a:gd name="connsiteX452" fmla="*/ 9126982 w 10922000"/>
              <a:gd name="connsiteY452" fmla="*/ 730250 h 736600"/>
              <a:gd name="connsiteX453" fmla="*/ 9076372 w 10922000"/>
              <a:gd name="connsiteY453" fmla="*/ 730250 h 736600"/>
              <a:gd name="connsiteX454" fmla="*/ 9076372 w 10922000"/>
              <a:gd name="connsiteY454" fmla="*/ 736600 h 736600"/>
              <a:gd name="connsiteX455" fmla="*/ 9177528 w 10922000"/>
              <a:gd name="connsiteY455" fmla="*/ 736600 h 736600"/>
              <a:gd name="connsiteX456" fmla="*/ 9228074 w 10922000"/>
              <a:gd name="connsiteY456" fmla="*/ 736600 h 736600"/>
              <a:gd name="connsiteX457" fmla="*/ 9228074 w 10922000"/>
              <a:gd name="connsiteY457" fmla="*/ 730250 h 736600"/>
              <a:gd name="connsiteX458" fmla="*/ 9177528 w 10922000"/>
              <a:gd name="connsiteY458" fmla="*/ 730250 h 736600"/>
              <a:gd name="connsiteX459" fmla="*/ 9177528 w 10922000"/>
              <a:gd name="connsiteY459" fmla="*/ 736600 h 736600"/>
              <a:gd name="connsiteX460" fmla="*/ 9278683 w 10922000"/>
              <a:gd name="connsiteY460" fmla="*/ 736600 h 736600"/>
              <a:gd name="connsiteX461" fmla="*/ 9329230 w 10922000"/>
              <a:gd name="connsiteY461" fmla="*/ 736600 h 736600"/>
              <a:gd name="connsiteX462" fmla="*/ 9329230 w 10922000"/>
              <a:gd name="connsiteY462" fmla="*/ 730250 h 736600"/>
              <a:gd name="connsiteX463" fmla="*/ 9278683 w 10922000"/>
              <a:gd name="connsiteY463" fmla="*/ 730250 h 736600"/>
              <a:gd name="connsiteX464" fmla="*/ 9278683 w 10922000"/>
              <a:gd name="connsiteY464" fmla="*/ 736600 h 736600"/>
              <a:gd name="connsiteX465" fmla="*/ 9379776 w 10922000"/>
              <a:gd name="connsiteY465" fmla="*/ 736600 h 736600"/>
              <a:gd name="connsiteX466" fmla="*/ 9430321 w 10922000"/>
              <a:gd name="connsiteY466" fmla="*/ 736600 h 736600"/>
              <a:gd name="connsiteX467" fmla="*/ 9430321 w 10922000"/>
              <a:gd name="connsiteY467" fmla="*/ 730250 h 736600"/>
              <a:gd name="connsiteX468" fmla="*/ 9379776 w 10922000"/>
              <a:gd name="connsiteY468" fmla="*/ 730250 h 736600"/>
              <a:gd name="connsiteX469" fmla="*/ 9379776 w 10922000"/>
              <a:gd name="connsiteY469" fmla="*/ 736600 h 736600"/>
              <a:gd name="connsiteX470" fmla="*/ 9480931 w 10922000"/>
              <a:gd name="connsiteY470" fmla="*/ 736600 h 736600"/>
              <a:gd name="connsiteX471" fmla="*/ 9531477 w 10922000"/>
              <a:gd name="connsiteY471" fmla="*/ 736600 h 736600"/>
              <a:gd name="connsiteX472" fmla="*/ 9531477 w 10922000"/>
              <a:gd name="connsiteY472" fmla="*/ 730250 h 736600"/>
              <a:gd name="connsiteX473" fmla="*/ 9480931 w 10922000"/>
              <a:gd name="connsiteY473" fmla="*/ 730250 h 736600"/>
              <a:gd name="connsiteX474" fmla="*/ 9480931 w 10922000"/>
              <a:gd name="connsiteY474" fmla="*/ 736600 h 736600"/>
              <a:gd name="connsiteX475" fmla="*/ 9582023 w 10922000"/>
              <a:gd name="connsiteY475" fmla="*/ 736600 h 736600"/>
              <a:gd name="connsiteX476" fmla="*/ 9632632 w 10922000"/>
              <a:gd name="connsiteY476" fmla="*/ 736600 h 736600"/>
              <a:gd name="connsiteX477" fmla="*/ 9632632 w 10922000"/>
              <a:gd name="connsiteY477" fmla="*/ 730250 h 736600"/>
              <a:gd name="connsiteX478" fmla="*/ 9582023 w 10922000"/>
              <a:gd name="connsiteY478" fmla="*/ 730250 h 736600"/>
              <a:gd name="connsiteX479" fmla="*/ 9582023 w 10922000"/>
              <a:gd name="connsiteY479" fmla="*/ 736600 h 736600"/>
              <a:gd name="connsiteX480" fmla="*/ 9683179 w 10922000"/>
              <a:gd name="connsiteY480" fmla="*/ 736600 h 736600"/>
              <a:gd name="connsiteX481" fmla="*/ 9733724 w 10922000"/>
              <a:gd name="connsiteY481" fmla="*/ 736600 h 736600"/>
              <a:gd name="connsiteX482" fmla="*/ 9733724 w 10922000"/>
              <a:gd name="connsiteY482" fmla="*/ 730250 h 736600"/>
              <a:gd name="connsiteX483" fmla="*/ 9683179 w 10922000"/>
              <a:gd name="connsiteY483" fmla="*/ 730250 h 736600"/>
              <a:gd name="connsiteX484" fmla="*/ 9683179 w 10922000"/>
              <a:gd name="connsiteY484" fmla="*/ 736600 h 736600"/>
              <a:gd name="connsiteX485" fmla="*/ 9784334 w 10922000"/>
              <a:gd name="connsiteY485" fmla="*/ 736600 h 736600"/>
              <a:gd name="connsiteX486" fmla="*/ 9834880 w 10922000"/>
              <a:gd name="connsiteY486" fmla="*/ 736600 h 736600"/>
              <a:gd name="connsiteX487" fmla="*/ 9834880 w 10922000"/>
              <a:gd name="connsiteY487" fmla="*/ 730250 h 736600"/>
              <a:gd name="connsiteX488" fmla="*/ 9784334 w 10922000"/>
              <a:gd name="connsiteY488" fmla="*/ 730250 h 736600"/>
              <a:gd name="connsiteX489" fmla="*/ 9784334 w 10922000"/>
              <a:gd name="connsiteY489" fmla="*/ 736600 h 736600"/>
              <a:gd name="connsiteX490" fmla="*/ 9885426 w 10922000"/>
              <a:gd name="connsiteY490" fmla="*/ 736600 h 736600"/>
              <a:gd name="connsiteX491" fmla="*/ 9935972 w 10922000"/>
              <a:gd name="connsiteY491" fmla="*/ 736600 h 736600"/>
              <a:gd name="connsiteX492" fmla="*/ 9935972 w 10922000"/>
              <a:gd name="connsiteY492" fmla="*/ 730250 h 736600"/>
              <a:gd name="connsiteX493" fmla="*/ 9885426 w 10922000"/>
              <a:gd name="connsiteY493" fmla="*/ 730250 h 736600"/>
              <a:gd name="connsiteX494" fmla="*/ 9885426 w 10922000"/>
              <a:gd name="connsiteY494" fmla="*/ 736600 h 736600"/>
              <a:gd name="connsiteX495" fmla="*/ 9986581 w 10922000"/>
              <a:gd name="connsiteY495" fmla="*/ 736600 h 736600"/>
              <a:gd name="connsiteX496" fmla="*/ 10037128 w 10922000"/>
              <a:gd name="connsiteY496" fmla="*/ 736600 h 736600"/>
              <a:gd name="connsiteX497" fmla="*/ 10037128 w 10922000"/>
              <a:gd name="connsiteY497" fmla="*/ 730250 h 736600"/>
              <a:gd name="connsiteX498" fmla="*/ 9986581 w 10922000"/>
              <a:gd name="connsiteY498" fmla="*/ 730250 h 736600"/>
              <a:gd name="connsiteX499" fmla="*/ 9986581 w 10922000"/>
              <a:gd name="connsiteY499" fmla="*/ 736600 h 736600"/>
              <a:gd name="connsiteX500" fmla="*/ 10087673 w 10922000"/>
              <a:gd name="connsiteY500" fmla="*/ 736600 h 736600"/>
              <a:gd name="connsiteX501" fmla="*/ 10138283 w 10922000"/>
              <a:gd name="connsiteY501" fmla="*/ 736600 h 736600"/>
              <a:gd name="connsiteX502" fmla="*/ 10138283 w 10922000"/>
              <a:gd name="connsiteY502" fmla="*/ 730250 h 736600"/>
              <a:gd name="connsiteX503" fmla="*/ 10087673 w 10922000"/>
              <a:gd name="connsiteY503" fmla="*/ 730250 h 736600"/>
              <a:gd name="connsiteX504" fmla="*/ 10087673 w 10922000"/>
              <a:gd name="connsiteY504" fmla="*/ 736600 h 736600"/>
              <a:gd name="connsiteX505" fmla="*/ 10188829 w 10922000"/>
              <a:gd name="connsiteY505" fmla="*/ 736600 h 736600"/>
              <a:gd name="connsiteX506" fmla="*/ 10239375 w 10922000"/>
              <a:gd name="connsiteY506" fmla="*/ 736600 h 736600"/>
              <a:gd name="connsiteX507" fmla="*/ 10239375 w 10922000"/>
              <a:gd name="connsiteY507" fmla="*/ 730250 h 736600"/>
              <a:gd name="connsiteX508" fmla="*/ 10188829 w 10922000"/>
              <a:gd name="connsiteY508" fmla="*/ 730250 h 736600"/>
              <a:gd name="connsiteX509" fmla="*/ 10188829 w 10922000"/>
              <a:gd name="connsiteY509" fmla="*/ 736600 h 736600"/>
              <a:gd name="connsiteX510" fmla="*/ 10289984 w 10922000"/>
              <a:gd name="connsiteY510" fmla="*/ 736600 h 736600"/>
              <a:gd name="connsiteX511" fmla="*/ 10340531 w 10922000"/>
              <a:gd name="connsiteY511" fmla="*/ 736600 h 736600"/>
              <a:gd name="connsiteX512" fmla="*/ 10340531 w 10922000"/>
              <a:gd name="connsiteY512" fmla="*/ 730250 h 736600"/>
              <a:gd name="connsiteX513" fmla="*/ 10289984 w 10922000"/>
              <a:gd name="connsiteY513" fmla="*/ 730250 h 736600"/>
              <a:gd name="connsiteX514" fmla="*/ 10289984 w 10922000"/>
              <a:gd name="connsiteY514" fmla="*/ 736600 h 736600"/>
              <a:gd name="connsiteX515" fmla="*/ 10391077 w 10922000"/>
              <a:gd name="connsiteY515" fmla="*/ 736600 h 736600"/>
              <a:gd name="connsiteX516" fmla="*/ 10441622 w 10922000"/>
              <a:gd name="connsiteY516" fmla="*/ 736600 h 736600"/>
              <a:gd name="connsiteX517" fmla="*/ 10441622 w 10922000"/>
              <a:gd name="connsiteY517" fmla="*/ 730250 h 736600"/>
              <a:gd name="connsiteX518" fmla="*/ 10391077 w 10922000"/>
              <a:gd name="connsiteY518" fmla="*/ 730250 h 736600"/>
              <a:gd name="connsiteX519" fmla="*/ 10391077 w 10922000"/>
              <a:gd name="connsiteY519" fmla="*/ 736600 h 736600"/>
              <a:gd name="connsiteX520" fmla="*/ 10492232 w 10922000"/>
              <a:gd name="connsiteY520" fmla="*/ 736600 h 736600"/>
              <a:gd name="connsiteX521" fmla="*/ 10542778 w 10922000"/>
              <a:gd name="connsiteY521" fmla="*/ 736600 h 736600"/>
              <a:gd name="connsiteX522" fmla="*/ 10542778 w 10922000"/>
              <a:gd name="connsiteY522" fmla="*/ 730250 h 736600"/>
              <a:gd name="connsiteX523" fmla="*/ 10492232 w 10922000"/>
              <a:gd name="connsiteY523" fmla="*/ 730250 h 736600"/>
              <a:gd name="connsiteX524" fmla="*/ 10492232 w 10922000"/>
              <a:gd name="connsiteY524" fmla="*/ 736600 h 736600"/>
              <a:gd name="connsiteX525" fmla="*/ 10593324 w 10922000"/>
              <a:gd name="connsiteY525" fmla="*/ 736600 h 736600"/>
              <a:gd name="connsiteX526" fmla="*/ 10643933 w 10922000"/>
              <a:gd name="connsiteY526" fmla="*/ 736600 h 736600"/>
              <a:gd name="connsiteX527" fmla="*/ 10643933 w 10922000"/>
              <a:gd name="connsiteY527" fmla="*/ 730250 h 736600"/>
              <a:gd name="connsiteX528" fmla="*/ 10593324 w 10922000"/>
              <a:gd name="connsiteY528" fmla="*/ 730250 h 736600"/>
              <a:gd name="connsiteX529" fmla="*/ 10593324 w 10922000"/>
              <a:gd name="connsiteY529" fmla="*/ 736600 h 736600"/>
              <a:gd name="connsiteX530" fmla="*/ 10694480 w 10922000"/>
              <a:gd name="connsiteY530" fmla="*/ 736600 h 736600"/>
              <a:gd name="connsiteX531" fmla="*/ 10745026 w 10922000"/>
              <a:gd name="connsiteY531" fmla="*/ 736600 h 736600"/>
              <a:gd name="connsiteX532" fmla="*/ 10745026 w 10922000"/>
              <a:gd name="connsiteY532" fmla="*/ 730250 h 736600"/>
              <a:gd name="connsiteX533" fmla="*/ 10694480 w 10922000"/>
              <a:gd name="connsiteY533" fmla="*/ 730250 h 736600"/>
              <a:gd name="connsiteX534" fmla="*/ 10694480 w 10922000"/>
              <a:gd name="connsiteY534" fmla="*/ 736600 h 736600"/>
              <a:gd name="connsiteX535" fmla="*/ 10795635 w 10922000"/>
              <a:gd name="connsiteY535" fmla="*/ 736600 h 736600"/>
              <a:gd name="connsiteX536" fmla="*/ 10846181 w 10922000"/>
              <a:gd name="connsiteY536" fmla="*/ 736600 h 736600"/>
              <a:gd name="connsiteX537" fmla="*/ 10846181 w 10922000"/>
              <a:gd name="connsiteY537" fmla="*/ 730250 h 736600"/>
              <a:gd name="connsiteX538" fmla="*/ 10795635 w 10922000"/>
              <a:gd name="connsiteY538" fmla="*/ 730250 h 736600"/>
              <a:gd name="connsiteX539" fmla="*/ 10795635 w 10922000"/>
              <a:gd name="connsiteY539" fmla="*/ 736600 h 736600"/>
              <a:gd name="connsiteX540" fmla="*/ 10896727 w 10922000"/>
              <a:gd name="connsiteY540" fmla="*/ 736600 h 736600"/>
              <a:gd name="connsiteX541" fmla="*/ 10922000 w 10922000"/>
              <a:gd name="connsiteY541" fmla="*/ 736600 h 736600"/>
              <a:gd name="connsiteX542" fmla="*/ 10922000 w 10922000"/>
              <a:gd name="connsiteY542" fmla="*/ 730250 h 736600"/>
              <a:gd name="connsiteX543" fmla="*/ 10896727 w 10922000"/>
              <a:gd name="connsiteY543" fmla="*/ 730250 h 736600"/>
              <a:gd name="connsiteX544" fmla="*/ 10896727 w 10922000"/>
              <a:gd name="connsiteY544" fmla="*/ 736600 h 736600"/>
              <a:gd name="connsiteX545" fmla="*/ 10922000 w 10922000"/>
              <a:gd name="connsiteY545" fmla="*/ 0 h 736600"/>
              <a:gd name="connsiteX546" fmla="*/ 10896727 w 10922000"/>
              <a:gd name="connsiteY546" fmla="*/ 0 h 736600"/>
              <a:gd name="connsiteX547" fmla="*/ 10896727 w 10922000"/>
              <a:gd name="connsiteY547" fmla="*/ 6350 h 736600"/>
              <a:gd name="connsiteX548" fmla="*/ 10922000 w 10922000"/>
              <a:gd name="connsiteY548" fmla="*/ 6350 h 736600"/>
              <a:gd name="connsiteX549" fmla="*/ 10922000 w 10922000"/>
              <a:gd name="connsiteY549" fmla="*/ 0 h 736600"/>
              <a:gd name="connsiteX550" fmla="*/ 10846181 w 10922000"/>
              <a:gd name="connsiteY550" fmla="*/ 0 h 736600"/>
              <a:gd name="connsiteX551" fmla="*/ 10795571 w 10922000"/>
              <a:gd name="connsiteY551" fmla="*/ 0 h 736600"/>
              <a:gd name="connsiteX552" fmla="*/ 10795571 w 10922000"/>
              <a:gd name="connsiteY552" fmla="*/ 6350 h 736600"/>
              <a:gd name="connsiteX553" fmla="*/ 10846181 w 10922000"/>
              <a:gd name="connsiteY553" fmla="*/ 6350 h 736600"/>
              <a:gd name="connsiteX554" fmla="*/ 10846181 w 10922000"/>
              <a:gd name="connsiteY554" fmla="*/ 0 h 736600"/>
              <a:gd name="connsiteX555" fmla="*/ 10745026 w 10922000"/>
              <a:gd name="connsiteY555" fmla="*/ 0 h 736600"/>
              <a:gd name="connsiteX556" fmla="*/ 10694480 w 10922000"/>
              <a:gd name="connsiteY556" fmla="*/ 0 h 736600"/>
              <a:gd name="connsiteX557" fmla="*/ 10694480 w 10922000"/>
              <a:gd name="connsiteY557" fmla="*/ 6350 h 736600"/>
              <a:gd name="connsiteX558" fmla="*/ 10745026 w 10922000"/>
              <a:gd name="connsiteY558" fmla="*/ 6350 h 736600"/>
              <a:gd name="connsiteX559" fmla="*/ 10745026 w 10922000"/>
              <a:gd name="connsiteY559" fmla="*/ 0 h 736600"/>
              <a:gd name="connsiteX560" fmla="*/ 10643870 w 10922000"/>
              <a:gd name="connsiteY560" fmla="*/ 0 h 736600"/>
              <a:gd name="connsiteX561" fmla="*/ 10593324 w 10922000"/>
              <a:gd name="connsiteY561" fmla="*/ 0 h 736600"/>
              <a:gd name="connsiteX562" fmla="*/ 10593324 w 10922000"/>
              <a:gd name="connsiteY562" fmla="*/ 6350 h 736600"/>
              <a:gd name="connsiteX563" fmla="*/ 10643870 w 10922000"/>
              <a:gd name="connsiteY563" fmla="*/ 6350 h 736600"/>
              <a:gd name="connsiteX564" fmla="*/ 10643870 w 10922000"/>
              <a:gd name="connsiteY564" fmla="*/ 0 h 736600"/>
              <a:gd name="connsiteX565" fmla="*/ 10542778 w 10922000"/>
              <a:gd name="connsiteY565" fmla="*/ 0 h 736600"/>
              <a:gd name="connsiteX566" fmla="*/ 10492169 w 10922000"/>
              <a:gd name="connsiteY566" fmla="*/ 0 h 736600"/>
              <a:gd name="connsiteX567" fmla="*/ 10492169 w 10922000"/>
              <a:gd name="connsiteY567" fmla="*/ 6350 h 736600"/>
              <a:gd name="connsiteX568" fmla="*/ 10542778 w 10922000"/>
              <a:gd name="connsiteY568" fmla="*/ 6350 h 736600"/>
              <a:gd name="connsiteX569" fmla="*/ 10542778 w 10922000"/>
              <a:gd name="connsiteY569" fmla="*/ 0 h 736600"/>
              <a:gd name="connsiteX570" fmla="*/ 10441622 w 10922000"/>
              <a:gd name="connsiteY570" fmla="*/ 0 h 736600"/>
              <a:gd name="connsiteX571" fmla="*/ 10391077 w 10922000"/>
              <a:gd name="connsiteY571" fmla="*/ 0 h 736600"/>
              <a:gd name="connsiteX572" fmla="*/ 10391077 w 10922000"/>
              <a:gd name="connsiteY572" fmla="*/ 6350 h 736600"/>
              <a:gd name="connsiteX573" fmla="*/ 10441622 w 10922000"/>
              <a:gd name="connsiteY573" fmla="*/ 6350 h 736600"/>
              <a:gd name="connsiteX574" fmla="*/ 10441622 w 10922000"/>
              <a:gd name="connsiteY574" fmla="*/ 0 h 736600"/>
              <a:gd name="connsiteX575" fmla="*/ 10340531 w 10922000"/>
              <a:gd name="connsiteY575" fmla="*/ 0 h 736600"/>
              <a:gd name="connsiteX576" fmla="*/ 10289921 w 10922000"/>
              <a:gd name="connsiteY576" fmla="*/ 0 h 736600"/>
              <a:gd name="connsiteX577" fmla="*/ 10289921 w 10922000"/>
              <a:gd name="connsiteY577" fmla="*/ 6350 h 736600"/>
              <a:gd name="connsiteX578" fmla="*/ 10340531 w 10922000"/>
              <a:gd name="connsiteY578" fmla="*/ 6350 h 736600"/>
              <a:gd name="connsiteX579" fmla="*/ 10340531 w 10922000"/>
              <a:gd name="connsiteY579" fmla="*/ 0 h 736600"/>
              <a:gd name="connsiteX580" fmla="*/ 10239375 w 10922000"/>
              <a:gd name="connsiteY580" fmla="*/ 0 h 736600"/>
              <a:gd name="connsiteX581" fmla="*/ 10188829 w 10922000"/>
              <a:gd name="connsiteY581" fmla="*/ 0 h 736600"/>
              <a:gd name="connsiteX582" fmla="*/ 10188829 w 10922000"/>
              <a:gd name="connsiteY582" fmla="*/ 6350 h 736600"/>
              <a:gd name="connsiteX583" fmla="*/ 10239375 w 10922000"/>
              <a:gd name="connsiteY583" fmla="*/ 6350 h 736600"/>
              <a:gd name="connsiteX584" fmla="*/ 10239375 w 10922000"/>
              <a:gd name="connsiteY584" fmla="*/ 0 h 736600"/>
              <a:gd name="connsiteX585" fmla="*/ 10138219 w 10922000"/>
              <a:gd name="connsiteY585" fmla="*/ 0 h 736600"/>
              <a:gd name="connsiteX586" fmla="*/ 10087673 w 10922000"/>
              <a:gd name="connsiteY586" fmla="*/ 0 h 736600"/>
              <a:gd name="connsiteX587" fmla="*/ 10087673 w 10922000"/>
              <a:gd name="connsiteY587" fmla="*/ 6350 h 736600"/>
              <a:gd name="connsiteX588" fmla="*/ 10138219 w 10922000"/>
              <a:gd name="connsiteY588" fmla="*/ 6350 h 736600"/>
              <a:gd name="connsiteX589" fmla="*/ 10138219 w 10922000"/>
              <a:gd name="connsiteY589" fmla="*/ 0 h 736600"/>
              <a:gd name="connsiteX590" fmla="*/ 10037128 w 10922000"/>
              <a:gd name="connsiteY590" fmla="*/ 0 h 736600"/>
              <a:gd name="connsiteX591" fmla="*/ 9986581 w 10922000"/>
              <a:gd name="connsiteY591" fmla="*/ 0 h 736600"/>
              <a:gd name="connsiteX592" fmla="*/ 9986581 w 10922000"/>
              <a:gd name="connsiteY592" fmla="*/ 6350 h 736600"/>
              <a:gd name="connsiteX593" fmla="*/ 10037128 w 10922000"/>
              <a:gd name="connsiteY593" fmla="*/ 6350 h 736600"/>
              <a:gd name="connsiteX594" fmla="*/ 10037128 w 10922000"/>
              <a:gd name="connsiteY594" fmla="*/ 0 h 736600"/>
              <a:gd name="connsiteX595" fmla="*/ 9935972 w 10922000"/>
              <a:gd name="connsiteY595" fmla="*/ 0 h 736600"/>
              <a:gd name="connsiteX596" fmla="*/ 9885426 w 10922000"/>
              <a:gd name="connsiteY596" fmla="*/ 0 h 736600"/>
              <a:gd name="connsiteX597" fmla="*/ 9885426 w 10922000"/>
              <a:gd name="connsiteY597" fmla="*/ 6350 h 736600"/>
              <a:gd name="connsiteX598" fmla="*/ 9935972 w 10922000"/>
              <a:gd name="connsiteY598" fmla="*/ 6350 h 736600"/>
              <a:gd name="connsiteX599" fmla="*/ 9935972 w 10922000"/>
              <a:gd name="connsiteY599" fmla="*/ 0 h 736600"/>
              <a:gd name="connsiteX600" fmla="*/ 9834880 w 10922000"/>
              <a:gd name="connsiteY600" fmla="*/ 0 h 736600"/>
              <a:gd name="connsiteX601" fmla="*/ 9784270 w 10922000"/>
              <a:gd name="connsiteY601" fmla="*/ 0 h 736600"/>
              <a:gd name="connsiteX602" fmla="*/ 9784270 w 10922000"/>
              <a:gd name="connsiteY602" fmla="*/ 6350 h 736600"/>
              <a:gd name="connsiteX603" fmla="*/ 9834880 w 10922000"/>
              <a:gd name="connsiteY603" fmla="*/ 6350 h 736600"/>
              <a:gd name="connsiteX604" fmla="*/ 9834880 w 10922000"/>
              <a:gd name="connsiteY604" fmla="*/ 0 h 736600"/>
              <a:gd name="connsiteX605" fmla="*/ 9733724 w 10922000"/>
              <a:gd name="connsiteY605" fmla="*/ 0 h 736600"/>
              <a:gd name="connsiteX606" fmla="*/ 9683179 w 10922000"/>
              <a:gd name="connsiteY606" fmla="*/ 0 h 736600"/>
              <a:gd name="connsiteX607" fmla="*/ 9683179 w 10922000"/>
              <a:gd name="connsiteY607" fmla="*/ 6350 h 736600"/>
              <a:gd name="connsiteX608" fmla="*/ 9733724 w 10922000"/>
              <a:gd name="connsiteY608" fmla="*/ 6350 h 736600"/>
              <a:gd name="connsiteX609" fmla="*/ 9733724 w 10922000"/>
              <a:gd name="connsiteY609" fmla="*/ 0 h 736600"/>
              <a:gd name="connsiteX610" fmla="*/ 9632569 w 10922000"/>
              <a:gd name="connsiteY610" fmla="*/ 0 h 736600"/>
              <a:gd name="connsiteX611" fmla="*/ 9582023 w 10922000"/>
              <a:gd name="connsiteY611" fmla="*/ 0 h 736600"/>
              <a:gd name="connsiteX612" fmla="*/ 9582023 w 10922000"/>
              <a:gd name="connsiteY612" fmla="*/ 6350 h 736600"/>
              <a:gd name="connsiteX613" fmla="*/ 9632569 w 10922000"/>
              <a:gd name="connsiteY613" fmla="*/ 6350 h 736600"/>
              <a:gd name="connsiteX614" fmla="*/ 9632569 w 10922000"/>
              <a:gd name="connsiteY614" fmla="*/ 0 h 736600"/>
              <a:gd name="connsiteX615" fmla="*/ 9531477 w 10922000"/>
              <a:gd name="connsiteY615" fmla="*/ 0 h 736600"/>
              <a:gd name="connsiteX616" fmla="*/ 9480931 w 10922000"/>
              <a:gd name="connsiteY616" fmla="*/ 0 h 736600"/>
              <a:gd name="connsiteX617" fmla="*/ 9480931 w 10922000"/>
              <a:gd name="connsiteY617" fmla="*/ 6350 h 736600"/>
              <a:gd name="connsiteX618" fmla="*/ 9531477 w 10922000"/>
              <a:gd name="connsiteY618" fmla="*/ 6350 h 736600"/>
              <a:gd name="connsiteX619" fmla="*/ 9531477 w 10922000"/>
              <a:gd name="connsiteY619" fmla="*/ 0 h 736600"/>
              <a:gd name="connsiteX620" fmla="*/ 9430321 w 10922000"/>
              <a:gd name="connsiteY620" fmla="*/ 0 h 736600"/>
              <a:gd name="connsiteX621" fmla="*/ 9379776 w 10922000"/>
              <a:gd name="connsiteY621" fmla="*/ 0 h 736600"/>
              <a:gd name="connsiteX622" fmla="*/ 9379776 w 10922000"/>
              <a:gd name="connsiteY622" fmla="*/ 6350 h 736600"/>
              <a:gd name="connsiteX623" fmla="*/ 9430321 w 10922000"/>
              <a:gd name="connsiteY623" fmla="*/ 6350 h 736600"/>
              <a:gd name="connsiteX624" fmla="*/ 9430321 w 10922000"/>
              <a:gd name="connsiteY624" fmla="*/ 0 h 736600"/>
              <a:gd name="connsiteX625" fmla="*/ 9329230 w 10922000"/>
              <a:gd name="connsiteY625" fmla="*/ 0 h 736600"/>
              <a:gd name="connsiteX626" fmla="*/ 9278620 w 10922000"/>
              <a:gd name="connsiteY626" fmla="*/ 0 h 736600"/>
              <a:gd name="connsiteX627" fmla="*/ 9278620 w 10922000"/>
              <a:gd name="connsiteY627" fmla="*/ 6350 h 736600"/>
              <a:gd name="connsiteX628" fmla="*/ 9329230 w 10922000"/>
              <a:gd name="connsiteY628" fmla="*/ 6350 h 736600"/>
              <a:gd name="connsiteX629" fmla="*/ 9329230 w 10922000"/>
              <a:gd name="connsiteY629" fmla="*/ 0 h 736600"/>
              <a:gd name="connsiteX630" fmla="*/ 9228074 w 10922000"/>
              <a:gd name="connsiteY630" fmla="*/ 0 h 736600"/>
              <a:gd name="connsiteX631" fmla="*/ 9177528 w 10922000"/>
              <a:gd name="connsiteY631" fmla="*/ 0 h 736600"/>
              <a:gd name="connsiteX632" fmla="*/ 9177528 w 10922000"/>
              <a:gd name="connsiteY632" fmla="*/ 6350 h 736600"/>
              <a:gd name="connsiteX633" fmla="*/ 9228074 w 10922000"/>
              <a:gd name="connsiteY633" fmla="*/ 6350 h 736600"/>
              <a:gd name="connsiteX634" fmla="*/ 9228074 w 10922000"/>
              <a:gd name="connsiteY634" fmla="*/ 0 h 736600"/>
              <a:gd name="connsiteX635" fmla="*/ 9126919 w 10922000"/>
              <a:gd name="connsiteY635" fmla="*/ 0 h 736600"/>
              <a:gd name="connsiteX636" fmla="*/ 9076372 w 10922000"/>
              <a:gd name="connsiteY636" fmla="*/ 0 h 736600"/>
              <a:gd name="connsiteX637" fmla="*/ 9076372 w 10922000"/>
              <a:gd name="connsiteY637" fmla="*/ 6350 h 736600"/>
              <a:gd name="connsiteX638" fmla="*/ 9126919 w 10922000"/>
              <a:gd name="connsiteY638" fmla="*/ 6350 h 736600"/>
              <a:gd name="connsiteX639" fmla="*/ 9126919 w 10922000"/>
              <a:gd name="connsiteY639" fmla="*/ 0 h 736600"/>
              <a:gd name="connsiteX640" fmla="*/ 9025827 w 10922000"/>
              <a:gd name="connsiteY640" fmla="*/ 0 h 736600"/>
              <a:gd name="connsiteX641" fmla="*/ 8975281 w 10922000"/>
              <a:gd name="connsiteY641" fmla="*/ 0 h 736600"/>
              <a:gd name="connsiteX642" fmla="*/ 8975281 w 10922000"/>
              <a:gd name="connsiteY642" fmla="*/ 6350 h 736600"/>
              <a:gd name="connsiteX643" fmla="*/ 9025827 w 10922000"/>
              <a:gd name="connsiteY643" fmla="*/ 6350 h 736600"/>
              <a:gd name="connsiteX644" fmla="*/ 9025827 w 10922000"/>
              <a:gd name="connsiteY644" fmla="*/ 0 h 736600"/>
              <a:gd name="connsiteX645" fmla="*/ 8924671 w 10922000"/>
              <a:gd name="connsiteY645" fmla="*/ 0 h 736600"/>
              <a:gd name="connsiteX646" fmla="*/ 8874125 w 10922000"/>
              <a:gd name="connsiteY646" fmla="*/ 0 h 736600"/>
              <a:gd name="connsiteX647" fmla="*/ 8874125 w 10922000"/>
              <a:gd name="connsiteY647" fmla="*/ 6350 h 736600"/>
              <a:gd name="connsiteX648" fmla="*/ 8924671 w 10922000"/>
              <a:gd name="connsiteY648" fmla="*/ 6350 h 736600"/>
              <a:gd name="connsiteX649" fmla="*/ 8924671 w 10922000"/>
              <a:gd name="connsiteY649" fmla="*/ 0 h 736600"/>
              <a:gd name="connsiteX650" fmla="*/ 8823579 w 10922000"/>
              <a:gd name="connsiteY650" fmla="*/ 0 h 736600"/>
              <a:gd name="connsiteX651" fmla="*/ 8772969 w 10922000"/>
              <a:gd name="connsiteY651" fmla="*/ 0 h 736600"/>
              <a:gd name="connsiteX652" fmla="*/ 8772969 w 10922000"/>
              <a:gd name="connsiteY652" fmla="*/ 6350 h 736600"/>
              <a:gd name="connsiteX653" fmla="*/ 8823579 w 10922000"/>
              <a:gd name="connsiteY653" fmla="*/ 6350 h 736600"/>
              <a:gd name="connsiteX654" fmla="*/ 8823579 w 10922000"/>
              <a:gd name="connsiteY654" fmla="*/ 0 h 736600"/>
              <a:gd name="connsiteX655" fmla="*/ 8722423 w 10922000"/>
              <a:gd name="connsiteY655" fmla="*/ 0 h 736600"/>
              <a:gd name="connsiteX656" fmla="*/ 8671878 w 10922000"/>
              <a:gd name="connsiteY656" fmla="*/ 0 h 736600"/>
              <a:gd name="connsiteX657" fmla="*/ 8671878 w 10922000"/>
              <a:gd name="connsiteY657" fmla="*/ 6350 h 736600"/>
              <a:gd name="connsiteX658" fmla="*/ 8722423 w 10922000"/>
              <a:gd name="connsiteY658" fmla="*/ 6350 h 736600"/>
              <a:gd name="connsiteX659" fmla="*/ 8722423 w 10922000"/>
              <a:gd name="connsiteY659" fmla="*/ 0 h 736600"/>
              <a:gd name="connsiteX660" fmla="*/ 8621331 w 10922000"/>
              <a:gd name="connsiteY660" fmla="*/ 0 h 736600"/>
              <a:gd name="connsiteX661" fmla="*/ 8570722 w 10922000"/>
              <a:gd name="connsiteY661" fmla="*/ 0 h 736600"/>
              <a:gd name="connsiteX662" fmla="*/ 8570722 w 10922000"/>
              <a:gd name="connsiteY662" fmla="*/ 6350 h 736600"/>
              <a:gd name="connsiteX663" fmla="*/ 8621331 w 10922000"/>
              <a:gd name="connsiteY663" fmla="*/ 6350 h 736600"/>
              <a:gd name="connsiteX664" fmla="*/ 8621331 w 10922000"/>
              <a:gd name="connsiteY664" fmla="*/ 0 h 736600"/>
              <a:gd name="connsiteX665" fmla="*/ 8520176 w 10922000"/>
              <a:gd name="connsiteY665" fmla="*/ 0 h 736600"/>
              <a:gd name="connsiteX666" fmla="*/ 8469630 w 10922000"/>
              <a:gd name="connsiteY666" fmla="*/ 0 h 736600"/>
              <a:gd name="connsiteX667" fmla="*/ 8469630 w 10922000"/>
              <a:gd name="connsiteY667" fmla="*/ 6350 h 736600"/>
              <a:gd name="connsiteX668" fmla="*/ 8520176 w 10922000"/>
              <a:gd name="connsiteY668" fmla="*/ 6350 h 736600"/>
              <a:gd name="connsiteX669" fmla="*/ 8520176 w 10922000"/>
              <a:gd name="connsiteY669" fmla="*/ 0 h 736600"/>
              <a:gd name="connsiteX670" fmla="*/ 8419020 w 10922000"/>
              <a:gd name="connsiteY670" fmla="*/ 0 h 736600"/>
              <a:gd name="connsiteX671" fmla="*/ 8368475 w 10922000"/>
              <a:gd name="connsiteY671" fmla="*/ 0 h 736600"/>
              <a:gd name="connsiteX672" fmla="*/ 8368475 w 10922000"/>
              <a:gd name="connsiteY672" fmla="*/ 6350 h 736600"/>
              <a:gd name="connsiteX673" fmla="*/ 8419020 w 10922000"/>
              <a:gd name="connsiteY673" fmla="*/ 6350 h 736600"/>
              <a:gd name="connsiteX674" fmla="*/ 8419020 w 10922000"/>
              <a:gd name="connsiteY674" fmla="*/ 0 h 736600"/>
              <a:gd name="connsiteX675" fmla="*/ 8317929 w 10922000"/>
              <a:gd name="connsiteY675" fmla="*/ 0 h 736600"/>
              <a:gd name="connsiteX676" fmla="*/ 8267319 w 10922000"/>
              <a:gd name="connsiteY676" fmla="*/ 0 h 736600"/>
              <a:gd name="connsiteX677" fmla="*/ 8267319 w 10922000"/>
              <a:gd name="connsiteY677" fmla="*/ 6350 h 736600"/>
              <a:gd name="connsiteX678" fmla="*/ 8317929 w 10922000"/>
              <a:gd name="connsiteY678" fmla="*/ 6350 h 736600"/>
              <a:gd name="connsiteX679" fmla="*/ 8317929 w 10922000"/>
              <a:gd name="connsiteY679" fmla="*/ 0 h 736600"/>
              <a:gd name="connsiteX680" fmla="*/ 8216773 w 10922000"/>
              <a:gd name="connsiteY680" fmla="*/ 0 h 736600"/>
              <a:gd name="connsiteX681" fmla="*/ 8166227 w 10922000"/>
              <a:gd name="connsiteY681" fmla="*/ 0 h 736600"/>
              <a:gd name="connsiteX682" fmla="*/ 8166227 w 10922000"/>
              <a:gd name="connsiteY682" fmla="*/ 6350 h 736600"/>
              <a:gd name="connsiteX683" fmla="*/ 8216773 w 10922000"/>
              <a:gd name="connsiteY683" fmla="*/ 6350 h 736600"/>
              <a:gd name="connsiteX684" fmla="*/ 8216773 w 10922000"/>
              <a:gd name="connsiteY684" fmla="*/ 0 h 736600"/>
              <a:gd name="connsiteX685" fmla="*/ 8115682 w 10922000"/>
              <a:gd name="connsiteY685" fmla="*/ 0 h 736600"/>
              <a:gd name="connsiteX686" fmla="*/ 8065072 w 10922000"/>
              <a:gd name="connsiteY686" fmla="*/ 0 h 736600"/>
              <a:gd name="connsiteX687" fmla="*/ 8065072 w 10922000"/>
              <a:gd name="connsiteY687" fmla="*/ 6350 h 736600"/>
              <a:gd name="connsiteX688" fmla="*/ 8115682 w 10922000"/>
              <a:gd name="connsiteY688" fmla="*/ 6350 h 736600"/>
              <a:gd name="connsiteX689" fmla="*/ 8115682 w 10922000"/>
              <a:gd name="connsiteY689" fmla="*/ 0 h 736600"/>
              <a:gd name="connsiteX690" fmla="*/ 8014526 w 10922000"/>
              <a:gd name="connsiteY690" fmla="*/ 0 h 736600"/>
              <a:gd name="connsiteX691" fmla="*/ 7963980 w 10922000"/>
              <a:gd name="connsiteY691" fmla="*/ 0 h 736600"/>
              <a:gd name="connsiteX692" fmla="*/ 7963980 w 10922000"/>
              <a:gd name="connsiteY692" fmla="*/ 6350 h 736600"/>
              <a:gd name="connsiteX693" fmla="*/ 8014526 w 10922000"/>
              <a:gd name="connsiteY693" fmla="*/ 6350 h 736600"/>
              <a:gd name="connsiteX694" fmla="*/ 8014526 w 10922000"/>
              <a:gd name="connsiteY694" fmla="*/ 0 h 736600"/>
              <a:gd name="connsiteX695" fmla="*/ 7913370 w 10922000"/>
              <a:gd name="connsiteY695" fmla="*/ 0 h 736600"/>
              <a:gd name="connsiteX696" fmla="*/ 7862824 w 10922000"/>
              <a:gd name="connsiteY696" fmla="*/ 0 h 736600"/>
              <a:gd name="connsiteX697" fmla="*/ 7862824 w 10922000"/>
              <a:gd name="connsiteY697" fmla="*/ 6350 h 736600"/>
              <a:gd name="connsiteX698" fmla="*/ 7913370 w 10922000"/>
              <a:gd name="connsiteY698" fmla="*/ 6350 h 736600"/>
              <a:gd name="connsiteX699" fmla="*/ 7913370 w 10922000"/>
              <a:gd name="connsiteY699" fmla="*/ 0 h 736600"/>
              <a:gd name="connsiteX700" fmla="*/ 7812278 w 10922000"/>
              <a:gd name="connsiteY700" fmla="*/ 0 h 736600"/>
              <a:gd name="connsiteX701" fmla="*/ 7761732 w 10922000"/>
              <a:gd name="connsiteY701" fmla="*/ 0 h 736600"/>
              <a:gd name="connsiteX702" fmla="*/ 7761732 w 10922000"/>
              <a:gd name="connsiteY702" fmla="*/ 6350 h 736600"/>
              <a:gd name="connsiteX703" fmla="*/ 7812278 w 10922000"/>
              <a:gd name="connsiteY703" fmla="*/ 6350 h 736600"/>
              <a:gd name="connsiteX704" fmla="*/ 7812278 w 10922000"/>
              <a:gd name="connsiteY704" fmla="*/ 0 h 736600"/>
              <a:gd name="connsiteX705" fmla="*/ 7711123 w 10922000"/>
              <a:gd name="connsiteY705" fmla="*/ 0 h 736600"/>
              <a:gd name="connsiteX706" fmla="*/ 7660577 w 10922000"/>
              <a:gd name="connsiteY706" fmla="*/ 0 h 736600"/>
              <a:gd name="connsiteX707" fmla="*/ 7660577 w 10922000"/>
              <a:gd name="connsiteY707" fmla="*/ 6350 h 736600"/>
              <a:gd name="connsiteX708" fmla="*/ 7711123 w 10922000"/>
              <a:gd name="connsiteY708" fmla="*/ 6350 h 736600"/>
              <a:gd name="connsiteX709" fmla="*/ 7711123 w 10922000"/>
              <a:gd name="connsiteY709" fmla="*/ 0 h 736600"/>
              <a:gd name="connsiteX710" fmla="*/ 7610031 w 10922000"/>
              <a:gd name="connsiteY710" fmla="*/ 0 h 736600"/>
              <a:gd name="connsiteX711" fmla="*/ 7559421 w 10922000"/>
              <a:gd name="connsiteY711" fmla="*/ 0 h 736600"/>
              <a:gd name="connsiteX712" fmla="*/ 7559421 w 10922000"/>
              <a:gd name="connsiteY712" fmla="*/ 6350 h 736600"/>
              <a:gd name="connsiteX713" fmla="*/ 7610031 w 10922000"/>
              <a:gd name="connsiteY713" fmla="*/ 6350 h 736600"/>
              <a:gd name="connsiteX714" fmla="*/ 7610031 w 10922000"/>
              <a:gd name="connsiteY714" fmla="*/ 0 h 736600"/>
              <a:gd name="connsiteX715" fmla="*/ 7508875 w 10922000"/>
              <a:gd name="connsiteY715" fmla="*/ 0 h 736600"/>
              <a:gd name="connsiteX716" fmla="*/ 7458329 w 10922000"/>
              <a:gd name="connsiteY716" fmla="*/ 0 h 736600"/>
              <a:gd name="connsiteX717" fmla="*/ 7458329 w 10922000"/>
              <a:gd name="connsiteY717" fmla="*/ 6350 h 736600"/>
              <a:gd name="connsiteX718" fmla="*/ 7508875 w 10922000"/>
              <a:gd name="connsiteY718" fmla="*/ 6350 h 736600"/>
              <a:gd name="connsiteX719" fmla="*/ 7508875 w 10922000"/>
              <a:gd name="connsiteY719" fmla="*/ 0 h 736600"/>
              <a:gd name="connsiteX720" fmla="*/ 7407719 w 10922000"/>
              <a:gd name="connsiteY720" fmla="*/ 0 h 736600"/>
              <a:gd name="connsiteX721" fmla="*/ 7357174 w 10922000"/>
              <a:gd name="connsiteY721" fmla="*/ 0 h 736600"/>
              <a:gd name="connsiteX722" fmla="*/ 7357174 w 10922000"/>
              <a:gd name="connsiteY722" fmla="*/ 6350 h 736600"/>
              <a:gd name="connsiteX723" fmla="*/ 7407719 w 10922000"/>
              <a:gd name="connsiteY723" fmla="*/ 6350 h 736600"/>
              <a:gd name="connsiteX724" fmla="*/ 7407719 w 10922000"/>
              <a:gd name="connsiteY724" fmla="*/ 0 h 736600"/>
              <a:gd name="connsiteX725" fmla="*/ 7306628 w 10922000"/>
              <a:gd name="connsiteY725" fmla="*/ 0 h 736600"/>
              <a:gd name="connsiteX726" fmla="*/ 7256081 w 10922000"/>
              <a:gd name="connsiteY726" fmla="*/ 0 h 736600"/>
              <a:gd name="connsiteX727" fmla="*/ 7256081 w 10922000"/>
              <a:gd name="connsiteY727" fmla="*/ 6350 h 736600"/>
              <a:gd name="connsiteX728" fmla="*/ 7306628 w 10922000"/>
              <a:gd name="connsiteY728" fmla="*/ 6350 h 736600"/>
              <a:gd name="connsiteX729" fmla="*/ 7306628 w 10922000"/>
              <a:gd name="connsiteY729" fmla="*/ 0 h 736600"/>
              <a:gd name="connsiteX730" fmla="*/ 7205472 w 10922000"/>
              <a:gd name="connsiteY730" fmla="*/ 0 h 736600"/>
              <a:gd name="connsiteX731" fmla="*/ 7154926 w 10922000"/>
              <a:gd name="connsiteY731" fmla="*/ 0 h 736600"/>
              <a:gd name="connsiteX732" fmla="*/ 7154926 w 10922000"/>
              <a:gd name="connsiteY732" fmla="*/ 6350 h 736600"/>
              <a:gd name="connsiteX733" fmla="*/ 7205472 w 10922000"/>
              <a:gd name="connsiteY733" fmla="*/ 6350 h 736600"/>
              <a:gd name="connsiteX734" fmla="*/ 7205472 w 10922000"/>
              <a:gd name="connsiteY734" fmla="*/ 0 h 736600"/>
              <a:gd name="connsiteX735" fmla="*/ 7104381 w 10922000"/>
              <a:gd name="connsiteY735" fmla="*/ 0 h 736600"/>
              <a:gd name="connsiteX736" fmla="*/ 7053770 w 10922000"/>
              <a:gd name="connsiteY736" fmla="*/ 0 h 736600"/>
              <a:gd name="connsiteX737" fmla="*/ 7053770 w 10922000"/>
              <a:gd name="connsiteY737" fmla="*/ 6350 h 736600"/>
              <a:gd name="connsiteX738" fmla="*/ 7104381 w 10922000"/>
              <a:gd name="connsiteY738" fmla="*/ 6350 h 736600"/>
              <a:gd name="connsiteX739" fmla="*/ 7104381 w 10922000"/>
              <a:gd name="connsiteY739" fmla="*/ 0 h 736600"/>
              <a:gd name="connsiteX740" fmla="*/ 7003225 w 10922000"/>
              <a:gd name="connsiteY740" fmla="*/ 0 h 736600"/>
              <a:gd name="connsiteX741" fmla="*/ 6952679 w 10922000"/>
              <a:gd name="connsiteY741" fmla="*/ 0 h 736600"/>
              <a:gd name="connsiteX742" fmla="*/ 6952679 w 10922000"/>
              <a:gd name="connsiteY742" fmla="*/ 6350 h 736600"/>
              <a:gd name="connsiteX743" fmla="*/ 7003225 w 10922000"/>
              <a:gd name="connsiteY743" fmla="*/ 6350 h 736600"/>
              <a:gd name="connsiteX744" fmla="*/ 7003225 w 10922000"/>
              <a:gd name="connsiteY744" fmla="*/ 0 h 736600"/>
              <a:gd name="connsiteX745" fmla="*/ 6902069 w 10922000"/>
              <a:gd name="connsiteY745" fmla="*/ 0 h 736600"/>
              <a:gd name="connsiteX746" fmla="*/ 6851523 w 10922000"/>
              <a:gd name="connsiteY746" fmla="*/ 0 h 736600"/>
              <a:gd name="connsiteX747" fmla="*/ 6851523 w 10922000"/>
              <a:gd name="connsiteY747" fmla="*/ 6350 h 736600"/>
              <a:gd name="connsiteX748" fmla="*/ 6902069 w 10922000"/>
              <a:gd name="connsiteY748" fmla="*/ 6350 h 736600"/>
              <a:gd name="connsiteX749" fmla="*/ 6902069 w 10922000"/>
              <a:gd name="connsiteY749" fmla="*/ 0 h 736600"/>
              <a:gd name="connsiteX750" fmla="*/ 6800977 w 10922000"/>
              <a:gd name="connsiteY750" fmla="*/ 0 h 736600"/>
              <a:gd name="connsiteX751" fmla="*/ 6750432 w 10922000"/>
              <a:gd name="connsiteY751" fmla="*/ 0 h 736600"/>
              <a:gd name="connsiteX752" fmla="*/ 6750432 w 10922000"/>
              <a:gd name="connsiteY752" fmla="*/ 6350 h 736600"/>
              <a:gd name="connsiteX753" fmla="*/ 6800977 w 10922000"/>
              <a:gd name="connsiteY753" fmla="*/ 6350 h 736600"/>
              <a:gd name="connsiteX754" fmla="*/ 6800977 w 10922000"/>
              <a:gd name="connsiteY754" fmla="*/ 0 h 736600"/>
              <a:gd name="connsiteX755" fmla="*/ 6699822 w 10922000"/>
              <a:gd name="connsiteY755" fmla="*/ 0 h 736600"/>
              <a:gd name="connsiteX756" fmla="*/ 6649276 w 10922000"/>
              <a:gd name="connsiteY756" fmla="*/ 0 h 736600"/>
              <a:gd name="connsiteX757" fmla="*/ 6649276 w 10922000"/>
              <a:gd name="connsiteY757" fmla="*/ 6350 h 736600"/>
              <a:gd name="connsiteX758" fmla="*/ 6699822 w 10922000"/>
              <a:gd name="connsiteY758" fmla="*/ 6350 h 736600"/>
              <a:gd name="connsiteX759" fmla="*/ 6699822 w 10922000"/>
              <a:gd name="connsiteY759" fmla="*/ 0 h 736600"/>
              <a:gd name="connsiteX760" fmla="*/ 6598730 w 10922000"/>
              <a:gd name="connsiteY760" fmla="*/ 0 h 736600"/>
              <a:gd name="connsiteX761" fmla="*/ 6548120 w 10922000"/>
              <a:gd name="connsiteY761" fmla="*/ 0 h 736600"/>
              <a:gd name="connsiteX762" fmla="*/ 6548120 w 10922000"/>
              <a:gd name="connsiteY762" fmla="*/ 6350 h 736600"/>
              <a:gd name="connsiteX763" fmla="*/ 6598730 w 10922000"/>
              <a:gd name="connsiteY763" fmla="*/ 6350 h 736600"/>
              <a:gd name="connsiteX764" fmla="*/ 6598730 w 10922000"/>
              <a:gd name="connsiteY764" fmla="*/ 0 h 736600"/>
              <a:gd name="connsiteX765" fmla="*/ 6497574 w 10922000"/>
              <a:gd name="connsiteY765" fmla="*/ 0 h 736600"/>
              <a:gd name="connsiteX766" fmla="*/ 6447028 w 10922000"/>
              <a:gd name="connsiteY766" fmla="*/ 0 h 736600"/>
              <a:gd name="connsiteX767" fmla="*/ 6447028 w 10922000"/>
              <a:gd name="connsiteY767" fmla="*/ 6350 h 736600"/>
              <a:gd name="connsiteX768" fmla="*/ 6497574 w 10922000"/>
              <a:gd name="connsiteY768" fmla="*/ 6350 h 736600"/>
              <a:gd name="connsiteX769" fmla="*/ 6497574 w 10922000"/>
              <a:gd name="connsiteY769" fmla="*/ 0 h 736600"/>
              <a:gd name="connsiteX770" fmla="*/ 6396482 w 10922000"/>
              <a:gd name="connsiteY770" fmla="*/ 0 h 736600"/>
              <a:gd name="connsiteX771" fmla="*/ 6345873 w 10922000"/>
              <a:gd name="connsiteY771" fmla="*/ 0 h 736600"/>
              <a:gd name="connsiteX772" fmla="*/ 6345873 w 10922000"/>
              <a:gd name="connsiteY772" fmla="*/ 6350 h 736600"/>
              <a:gd name="connsiteX773" fmla="*/ 6396482 w 10922000"/>
              <a:gd name="connsiteY773" fmla="*/ 6350 h 736600"/>
              <a:gd name="connsiteX774" fmla="*/ 6396482 w 10922000"/>
              <a:gd name="connsiteY774" fmla="*/ 0 h 736600"/>
              <a:gd name="connsiteX775" fmla="*/ 6295327 w 10922000"/>
              <a:gd name="connsiteY775" fmla="*/ 0 h 736600"/>
              <a:gd name="connsiteX776" fmla="*/ 6244781 w 10922000"/>
              <a:gd name="connsiteY776" fmla="*/ 0 h 736600"/>
              <a:gd name="connsiteX777" fmla="*/ 6244781 w 10922000"/>
              <a:gd name="connsiteY777" fmla="*/ 6350 h 736600"/>
              <a:gd name="connsiteX778" fmla="*/ 6295327 w 10922000"/>
              <a:gd name="connsiteY778" fmla="*/ 6350 h 736600"/>
              <a:gd name="connsiteX779" fmla="*/ 6295327 w 10922000"/>
              <a:gd name="connsiteY779" fmla="*/ 0 h 736600"/>
              <a:gd name="connsiteX780" fmla="*/ 6194171 w 10922000"/>
              <a:gd name="connsiteY780" fmla="*/ 0 h 736600"/>
              <a:gd name="connsiteX781" fmla="*/ 6143625 w 10922000"/>
              <a:gd name="connsiteY781" fmla="*/ 0 h 736600"/>
              <a:gd name="connsiteX782" fmla="*/ 6143625 w 10922000"/>
              <a:gd name="connsiteY782" fmla="*/ 6350 h 736600"/>
              <a:gd name="connsiteX783" fmla="*/ 6194171 w 10922000"/>
              <a:gd name="connsiteY783" fmla="*/ 6350 h 736600"/>
              <a:gd name="connsiteX784" fmla="*/ 6194171 w 10922000"/>
              <a:gd name="connsiteY784" fmla="*/ 0 h 736600"/>
              <a:gd name="connsiteX785" fmla="*/ 6093079 w 10922000"/>
              <a:gd name="connsiteY785" fmla="*/ 0 h 736600"/>
              <a:gd name="connsiteX786" fmla="*/ 6042469 w 10922000"/>
              <a:gd name="connsiteY786" fmla="*/ 0 h 736600"/>
              <a:gd name="connsiteX787" fmla="*/ 6042469 w 10922000"/>
              <a:gd name="connsiteY787" fmla="*/ 6350 h 736600"/>
              <a:gd name="connsiteX788" fmla="*/ 6093079 w 10922000"/>
              <a:gd name="connsiteY788" fmla="*/ 6350 h 736600"/>
              <a:gd name="connsiteX789" fmla="*/ 6093079 w 10922000"/>
              <a:gd name="connsiteY789" fmla="*/ 0 h 736600"/>
              <a:gd name="connsiteX790" fmla="*/ 5991924 w 10922000"/>
              <a:gd name="connsiteY790" fmla="*/ 0 h 736600"/>
              <a:gd name="connsiteX791" fmla="*/ 5941378 w 10922000"/>
              <a:gd name="connsiteY791" fmla="*/ 0 h 736600"/>
              <a:gd name="connsiteX792" fmla="*/ 5941378 w 10922000"/>
              <a:gd name="connsiteY792" fmla="*/ 6350 h 736600"/>
              <a:gd name="connsiteX793" fmla="*/ 5991924 w 10922000"/>
              <a:gd name="connsiteY793" fmla="*/ 6350 h 736600"/>
              <a:gd name="connsiteX794" fmla="*/ 5991924 w 10922000"/>
              <a:gd name="connsiteY794" fmla="*/ 0 h 736600"/>
              <a:gd name="connsiteX795" fmla="*/ 5890831 w 10922000"/>
              <a:gd name="connsiteY795" fmla="*/ 0 h 736600"/>
              <a:gd name="connsiteX796" fmla="*/ 5840222 w 10922000"/>
              <a:gd name="connsiteY796" fmla="*/ 0 h 736600"/>
              <a:gd name="connsiteX797" fmla="*/ 5840222 w 10922000"/>
              <a:gd name="connsiteY797" fmla="*/ 6350 h 736600"/>
              <a:gd name="connsiteX798" fmla="*/ 5890831 w 10922000"/>
              <a:gd name="connsiteY798" fmla="*/ 6350 h 736600"/>
              <a:gd name="connsiteX799" fmla="*/ 5890831 w 10922000"/>
              <a:gd name="connsiteY799" fmla="*/ 0 h 736600"/>
              <a:gd name="connsiteX800" fmla="*/ 5789676 w 10922000"/>
              <a:gd name="connsiteY800" fmla="*/ 0 h 736600"/>
              <a:gd name="connsiteX801" fmla="*/ 5739130 w 10922000"/>
              <a:gd name="connsiteY801" fmla="*/ 0 h 736600"/>
              <a:gd name="connsiteX802" fmla="*/ 5739130 w 10922000"/>
              <a:gd name="connsiteY802" fmla="*/ 6350 h 736600"/>
              <a:gd name="connsiteX803" fmla="*/ 5789676 w 10922000"/>
              <a:gd name="connsiteY803" fmla="*/ 6350 h 736600"/>
              <a:gd name="connsiteX804" fmla="*/ 5789676 w 10922000"/>
              <a:gd name="connsiteY804" fmla="*/ 0 h 736600"/>
              <a:gd name="connsiteX805" fmla="*/ 5688546 w 10922000"/>
              <a:gd name="connsiteY805" fmla="*/ 0 h 736600"/>
              <a:gd name="connsiteX806" fmla="*/ 5637981 w 10922000"/>
              <a:gd name="connsiteY806" fmla="*/ 0 h 736600"/>
              <a:gd name="connsiteX807" fmla="*/ 5637981 w 10922000"/>
              <a:gd name="connsiteY807" fmla="*/ 6350 h 736600"/>
              <a:gd name="connsiteX808" fmla="*/ 5688546 w 10922000"/>
              <a:gd name="connsiteY808" fmla="*/ 6350 h 736600"/>
              <a:gd name="connsiteX809" fmla="*/ 5688546 w 10922000"/>
              <a:gd name="connsiteY809" fmla="*/ 0 h 736600"/>
              <a:gd name="connsiteX810" fmla="*/ 5587416 w 10922000"/>
              <a:gd name="connsiteY810" fmla="*/ 0 h 736600"/>
              <a:gd name="connsiteX811" fmla="*/ 5536851 w 10922000"/>
              <a:gd name="connsiteY811" fmla="*/ 0 h 736600"/>
              <a:gd name="connsiteX812" fmla="*/ 5536851 w 10922000"/>
              <a:gd name="connsiteY812" fmla="*/ 6350 h 736600"/>
              <a:gd name="connsiteX813" fmla="*/ 5587416 w 10922000"/>
              <a:gd name="connsiteY813" fmla="*/ 6350 h 736600"/>
              <a:gd name="connsiteX814" fmla="*/ 5587416 w 10922000"/>
              <a:gd name="connsiteY814" fmla="*/ 0 h 736600"/>
              <a:gd name="connsiteX815" fmla="*/ 5486286 w 10922000"/>
              <a:gd name="connsiteY815" fmla="*/ 0 h 736600"/>
              <a:gd name="connsiteX816" fmla="*/ 5435721 w 10922000"/>
              <a:gd name="connsiteY816" fmla="*/ 0 h 736600"/>
              <a:gd name="connsiteX817" fmla="*/ 5435721 w 10922000"/>
              <a:gd name="connsiteY817" fmla="*/ 6350 h 736600"/>
              <a:gd name="connsiteX818" fmla="*/ 5486286 w 10922000"/>
              <a:gd name="connsiteY818" fmla="*/ 6350 h 736600"/>
              <a:gd name="connsiteX819" fmla="*/ 5486286 w 10922000"/>
              <a:gd name="connsiteY819" fmla="*/ 0 h 736600"/>
              <a:gd name="connsiteX820" fmla="*/ 5385156 w 10922000"/>
              <a:gd name="connsiteY820" fmla="*/ 0 h 736600"/>
              <a:gd name="connsiteX821" fmla="*/ 5334591 w 10922000"/>
              <a:gd name="connsiteY821" fmla="*/ 0 h 736600"/>
              <a:gd name="connsiteX822" fmla="*/ 5334591 w 10922000"/>
              <a:gd name="connsiteY822" fmla="*/ 6350 h 736600"/>
              <a:gd name="connsiteX823" fmla="*/ 5385156 w 10922000"/>
              <a:gd name="connsiteY823" fmla="*/ 6350 h 736600"/>
              <a:gd name="connsiteX824" fmla="*/ 5385156 w 10922000"/>
              <a:gd name="connsiteY824" fmla="*/ 0 h 736600"/>
              <a:gd name="connsiteX825" fmla="*/ 5284026 w 10922000"/>
              <a:gd name="connsiteY825" fmla="*/ 0 h 736600"/>
              <a:gd name="connsiteX826" fmla="*/ 5233467 w 10922000"/>
              <a:gd name="connsiteY826" fmla="*/ 0 h 736600"/>
              <a:gd name="connsiteX827" fmla="*/ 5233467 w 10922000"/>
              <a:gd name="connsiteY827" fmla="*/ 6350 h 736600"/>
              <a:gd name="connsiteX828" fmla="*/ 5284026 w 10922000"/>
              <a:gd name="connsiteY828" fmla="*/ 6350 h 736600"/>
              <a:gd name="connsiteX829" fmla="*/ 5284026 w 10922000"/>
              <a:gd name="connsiteY829" fmla="*/ 0 h 736600"/>
              <a:gd name="connsiteX830" fmla="*/ 5182896 w 10922000"/>
              <a:gd name="connsiteY830" fmla="*/ 0 h 736600"/>
              <a:gd name="connsiteX831" fmla="*/ 5132337 w 10922000"/>
              <a:gd name="connsiteY831" fmla="*/ 0 h 736600"/>
              <a:gd name="connsiteX832" fmla="*/ 5132337 w 10922000"/>
              <a:gd name="connsiteY832" fmla="*/ 6350 h 736600"/>
              <a:gd name="connsiteX833" fmla="*/ 5182896 w 10922000"/>
              <a:gd name="connsiteY833" fmla="*/ 6350 h 736600"/>
              <a:gd name="connsiteX834" fmla="*/ 5182896 w 10922000"/>
              <a:gd name="connsiteY834" fmla="*/ 0 h 736600"/>
              <a:gd name="connsiteX835" fmla="*/ 5081772 w 10922000"/>
              <a:gd name="connsiteY835" fmla="*/ 0 h 736600"/>
              <a:gd name="connsiteX836" fmla="*/ 5031207 w 10922000"/>
              <a:gd name="connsiteY836" fmla="*/ 0 h 736600"/>
              <a:gd name="connsiteX837" fmla="*/ 5031207 w 10922000"/>
              <a:gd name="connsiteY837" fmla="*/ 6350 h 736600"/>
              <a:gd name="connsiteX838" fmla="*/ 5081772 w 10922000"/>
              <a:gd name="connsiteY838" fmla="*/ 6350 h 736600"/>
              <a:gd name="connsiteX839" fmla="*/ 5081772 w 10922000"/>
              <a:gd name="connsiteY839" fmla="*/ 0 h 736600"/>
              <a:gd name="connsiteX840" fmla="*/ 4980642 w 10922000"/>
              <a:gd name="connsiteY840" fmla="*/ 0 h 736600"/>
              <a:gd name="connsiteX841" fmla="*/ 4930077 w 10922000"/>
              <a:gd name="connsiteY841" fmla="*/ 0 h 736600"/>
              <a:gd name="connsiteX842" fmla="*/ 4930077 w 10922000"/>
              <a:gd name="connsiteY842" fmla="*/ 6350 h 736600"/>
              <a:gd name="connsiteX843" fmla="*/ 4980642 w 10922000"/>
              <a:gd name="connsiteY843" fmla="*/ 6350 h 736600"/>
              <a:gd name="connsiteX844" fmla="*/ 4980642 w 10922000"/>
              <a:gd name="connsiteY844" fmla="*/ 0 h 736600"/>
              <a:gd name="connsiteX845" fmla="*/ 4879512 w 10922000"/>
              <a:gd name="connsiteY845" fmla="*/ 0 h 736600"/>
              <a:gd name="connsiteX846" fmla="*/ 4828947 w 10922000"/>
              <a:gd name="connsiteY846" fmla="*/ 0 h 736600"/>
              <a:gd name="connsiteX847" fmla="*/ 4828947 w 10922000"/>
              <a:gd name="connsiteY847" fmla="*/ 6350 h 736600"/>
              <a:gd name="connsiteX848" fmla="*/ 4879512 w 10922000"/>
              <a:gd name="connsiteY848" fmla="*/ 6350 h 736600"/>
              <a:gd name="connsiteX849" fmla="*/ 4879512 w 10922000"/>
              <a:gd name="connsiteY849" fmla="*/ 0 h 736600"/>
              <a:gd name="connsiteX850" fmla="*/ 4778381 w 10922000"/>
              <a:gd name="connsiteY850" fmla="*/ 0 h 736600"/>
              <a:gd name="connsiteX851" fmla="*/ 4727817 w 10922000"/>
              <a:gd name="connsiteY851" fmla="*/ 0 h 736600"/>
              <a:gd name="connsiteX852" fmla="*/ 4727817 w 10922000"/>
              <a:gd name="connsiteY852" fmla="*/ 6350 h 736600"/>
              <a:gd name="connsiteX853" fmla="*/ 4778381 w 10922000"/>
              <a:gd name="connsiteY853" fmla="*/ 6350 h 736600"/>
              <a:gd name="connsiteX854" fmla="*/ 4778381 w 10922000"/>
              <a:gd name="connsiteY854" fmla="*/ 0 h 736600"/>
              <a:gd name="connsiteX855" fmla="*/ 4677252 w 10922000"/>
              <a:gd name="connsiteY855" fmla="*/ 0 h 736600"/>
              <a:gd name="connsiteX856" fmla="*/ 4626686 w 10922000"/>
              <a:gd name="connsiteY856" fmla="*/ 0 h 736600"/>
              <a:gd name="connsiteX857" fmla="*/ 4626686 w 10922000"/>
              <a:gd name="connsiteY857" fmla="*/ 6350 h 736600"/>
              <a:gd name="connsiteX858" fmla="*/ 4677252 w 10922000"/>
              <a:gd name="connsiteY858" fmla="*/ 6350 h 736600"/>
              <a:gd name="connsiteX859" fmla="*/ 4677252 w 10922000"/>
              <a:gd name="connsiteY859" fmla="*/ 0 h 736600"/>
              <a:gd name="connsiteX860" fmla="*/ 4576121 w 10922000"/>
              <a:gd name="connsiteY860" fmla="*/ 0 h 736600"/>
              <a:gd name="connsiteX861" fmla="*/ 4525556 w 10922000"/>
              <a:gd name="connsiteY861" fmla="*/ 0 h 736600"/>
              <a:gd name="connsiteX862" fmla="*/ 4525556 w 10922000"/>
              <a:gd name="connsiteY862" fmla="*/ 6350 h 736600"/>
              <a:gd name="connsiteX863" fmla="*/ 4576121 w 10922000"/>
              <a:gd name="connsiteY863" fmla="*/ 6350 h 736600"/>
              <a:gd name="connsiteX864" fmla="*/ 4576121 w 10922000"/>
              <a:gd name="connsiteY864" fmla="*/ 0 h 736600"/>
              <a:gd name="connsiteX865" fmla="*/ 4474991 w 10922000"/>
              <a:gd name="connsiteY865" fmla="*/ 0 h 736600"/>
              <a:gd name="connsiteX866" fmla="*/ 4424426 w 10922000"/>
              <a:gd name="connsiteY866" fmla="*/ 0 h 736600"/>
              <a:gd name="connsiteX867" fmla="*/ 4424426 w 10922000"/>
              <a:gd name="connsiteY867" fmla="*/ 6350 h 736600"/>
              <a:gd name="connsiteX868" fmla="*/ 4474991 w 10922000"/>
              <a:gd name="connsiteY868" fmla="*/ 6350 h 736600"/>
              <a:gd name="connsiteX869" fmla="*/ 4474991 w 10922000"/>
              <a:gd name="connsiteY869" fmla="*/ 0 h 736600"/>
              <a:gd name="connsiteX870" fmla="*/ 4373861 w 10922000"/>
              <a:gd name="connsiteY870" fmla="*/ 0 h 736600"/>
              <a:gd name="connsiteX871" fmla="*/ 4323296 w 10922000"/>
              <a:gd name="connsiteY871" fmla="*/ 0 h 736600"/>
              <a:gd name="connsiteX872" fmla="*/ 4323296 w 10922000"/>
              <a:gd name="connsiteY872" fmla="*/ 6350 h 736600"/>
              <a:gd name="connsiteX873" fmla="*/ 4373861 w 10922000"/>
              <a:gd name="connsiteY873" fmla="*/ 6350 h 736600"/>
              <a:gd name="connsiteX874" fmla="*/ 4373861 w 10922000"/>
              <a:gd name="connsiteY874" fmla="*/ 0 h 736600"/>
              <a:gd name="connsiteX875" fmla="*/ 4272731 w 10922000"/>
              <a:gd name="connsiteY875" fmla="*/ 0 h 736600"/>
              <a:gd name="connsiteX876" fmla="*/ 4222166 w 10922000"/>
              <a:gd name="connsiteY876" fmla="*/ 0 h 736600"/>
              <a:gd name="connsiteX877" fmla="*/ 4222166 w 10922000"/>
              <a:gd name="connsiteY877" fmla="*/ 6350 h 736600"/>
              <a:gd name="connsiteX878" fmla="*/ 4272731 w 10922000"/>
              <a:gd name="connsiteY878" fmla="*/ 6350 h 736600"/>
              <a:gd name="connsiteX879" fmla="*/ 4272731 w 10922000"/>
              <a:gd name="connsiteY879" fmla="*/ 0 h 736600"/>
              <a:gd name="connsiteX880" fmla="*/ 4171601 w 10922000"/>
              <a:gd name="connsiteY880" fmla="*/ 0 h 736600"/>
              <a:gd name="connsiteX881" fmla="*/ 4121036 w 10922000"/>
              <a:gd name="connsiteY881" fmla="*/ 0 h 736600"/>
              <a:gd name="connsiteX882" fmla="*/ 4121036 w 10922000"/>
              <a:gd name="connsiteY882" fmla="*/ 6350 h 736600"/>
              <a:gd name="connsiteX883" fmla="*/ 4171601 w 10922000"/>
              <a:gd name="connsiteY883" fmla="*/ 6350 h 736600"/>
              <a:gd name="connsiteX884" fmla="*/ 4171601 w 10922000"/>
              <a:gd name="connsiteY884" fmla="*/ 0 h 736600"/>
              <a:gd name="connsiteX885" fmla="*/ 4070471 w 10922000"/>
              <a:gd name="connsiteY885" fmla="*/ 0 h 736600"/>
              <a:gd name="connsiteX886" fmla="*/ 4019906 w 10922000"/>
              <a:gd name="connsiteY886" fmla="*/ 0 h 736600"/>
              <a:gd name="connsiteX887" fmla="*/ 4019906 w 10922000"/>
              <a:gd name="connsiteY887" fmla="*/ 6350 h 736600"/>
              <a:gd name="connsiteX888" fmla="*/ 4070471 w 10922000"/>
              <a:gd name="connsiteY888" fmla="*/ 6350 h 736600"/>
              <a:gd name="connsiteX889" fmla="*/ 4070471 w 10922000"/>
              <a:gd name="connsiteY889" fmla="*/ 0 h 736600"/>
              <a:gd name="connsiteX890" fmla="*/ 3969341 w 10922000"/>
              <a:gd name="connsiteY890" fmla="*/ 0 h 736600"/>
              <a:gd name="connsiteX891" fmla="*/ 3918776 w 10922000"/>
              <a:gd name="connsiteY891" fmla="*/ 0 h 736600"/>
              <a:gd name="connsiteX892" fmla="*/ 3918776 w 10922000"/>
              <a:gd name="connsiteY892" fmla="*/ 6350 h 736600"/>
              <a:gd name="connsiteX893" fmla="*/ 3969341 w 10922000"/>
              <a:gd name="connsiteY893" fmla="*/ 6350 h 736600"/>
              <a:gd name="connsiteX894" fmla="*/ 3969341 w 10922000"/>
              <a:gd name="connsiteY894" fmla="*/ 0 h 736600"/>
              <a:gd name="connsiteX895" fmla="*/ 3868211 w 10922000"/>
              <a:gd name="connsiteY895" fmla="*/ 0 h 736600"/>
              <a:gd name="connsiteX896" fmla="*/ 3817645 w 10922000"/>
              <a:gd name="connsiteY896" fmla="*/ 0 h 736600"/>
              <a:gd name="connsiteX897" fmla="*/ 3817645 w 10922000"/>
              <a:gd name="connsiteY897" fmla="*/ 6350 h 736600"/>
              <a:gd name="connsiteX898" fmla="*/ 3868211 w 10922000"/>
              <a:gd name="connsiteY898" fmla="*/ 6350 h 736600"/>
              <a:gd name="connsiteX899" fmla="*/ 3868211 w 10922000"/>
              <a:gd name="connsiteY899" fmla="*/ 0 h 736600"/>
              <a:gd name="connsiteX900" fmla="*/ 3767081 w 10922000"/>
              <a:gd name="connsiteY900" fmla="*/ 0 h 736600"/>
              <a:gd name="connsiteX901" fmla="*/ 3716516 w 10922000"/>
              <a:gd name="connsiteY901" fmla="*/ 0 h 736600"/>
              <a:gd name="connsiteX902" fmla="*/ 3716516 w 10922000"/>
              <a:gd name="connsiteY902" fmla="*/ 6350 h 736600"/>
              <a:gd name="connsiteX903" fmla="*/ 3767081 w 10922000"/>
              <a:gd name="connsiteY903" fmla="*/ 6350 h 736600"/>
              <a:gd name="connsiteX904" fmla="*/ 3767081 w 10922000"/>
              <a:gd name="connsiteY904" fmla="*/ 0 h 736600"/>
              <a:gd name="connsiteX905" fmla="*/ 3665950 w 10922000"/>
              <a:gd name="connsiteY905" fmla="*/ 0 h 736600"/>
              <a:gd name="connsiteX906" fmla="*/ 3615385 w 10922000"/>
              <a:gd name="connsiteY906" fmla="*/ 0 h 736600"/>
              <a:gd name="connsiteX907" fmla="*/ 3615385 w 10922000"/>
              <a:gd name="connsiteY907" fmla="*/ 6350 h 736600"/>
              <a:gd name="connsiteX908" fmla="*/ 3665950 w 10922000"/>
              <a:gd name="connsiteY908" fmla="*/ 6350 h 736600"/>
              <a:gd name="connsiteX909" fmla="*/ 3665950 w 10922000"/>
              <a:gd name="connsiteY909" fmla="*/ 0 h 736600"/>
              <a:gd name="connsiteX910" fmla="*/ 3564820 w 10922000"/>
              <a:gd name="connsiteY910" fmla="*/ 0 h 736600"/>
              <a:gd name="connsiteX911" fmla="*/ 3514255 w 10922000"/>
              <a:gd name="connsiteY911" fmla="*/ 0 h 736600"/>
              <a:gd name="connsiteX912" fmla="*/ 3514255 w 10922000"/>
              <a:gd name="connsiteY912" fmla="*/ 6350 h 736600"/>
              <a:gd name="connsiteX913" fmla="*/ 3564820 w 10922000"/>
              <a:gd name="connsiteY913" fmla="*/ 6350 h 736600"/>
              <a:gd name="connsiteX914" fmla="*/ 3564820 w 10922000"/>
              <a:gd name="connsiteY914" fmla="*/ 0 h 736600"/>
              <a:gd name="connsiteX915" fmla="*/ 3463690 w 10922000"/>
              <a:gd name="connsiteY915" fmla="*/ 0 h 736600"/>
              <a:gd name="connsiteX916" fmla="*/ 3413125 w 10922000"/>
              <a:gd name="connsiteY916" fmla="*/ 0 h 736600"/>
              <a:gd name="connsiteX917" fmla="*/ 3413125 w 10922000"/>
              <a:gd name="connsiteY917" fmla="*/ 6350 h 736600"/>
              <a:gd name="connsiteX918" fmla="*/ 3463690 w 10922000"/>
              <a:gd name="connsiteY918" fmla="*/ 6350 h 736600"/>
              <a:gd name="connsiteX919" fmla="*/ 3463690 w 10922000"/>
              <a:gd name="connsiteY919" fmla="*/ 0 h 736600"/>
              <a:gd name="connsiteX920" fmla="*/ 3362560 w 10922000"/>
              <a:gd name="connsiteY920" fmla="*/ 0 h 736600"/>
              <a:gd name="connsiteX921" fmla="*/ 3311995 w 10922000"/>
              <a:gd name="connsiteY921" fmla="*/ 0 h 736600"/>
              <a:gd name="connsiteX922" fmla="*/ 3311995 w 10922000"/>
              <a:gd name="connsiteY922" fmla="*/ 6350 h 736600"/>
              <a:gd name="connsiteX923" fmla="*/ 3362560 w 10922000"/>
              <a:gd name="connsiteY923" fmla="*/ 6350 h 736600"/>
              <a:gd name="connsiteX924" fmla="*/ 3362560 w 10922000"/>
              <a:gd name="connsiteY924" fmla="*/ 0 h 736600"/>
              <a:gd name="connsiteX925" fmla="*/ 3261430 w 10922000"/>
              <a:gd name="connsiteY925" fmla="*/ 0 h 736600"/>
              <a:gd name="connsiteX926" fmla="*/ 3210865 w 10922000"/>
              <a:gd name="connsiteY926" fmla="*/ 0 h 736600"/>
              <a:gd name="connsiteX927" fmla="*/ 3210865 w 10922000"/>
              <a:gd name="connsiteY927" fmla="*/ 6350 h 736600"/>
              <a:gd name="connsiteX928" fmla="*/ 3261430 w 10922000"/>
              <a:gd name="connsiteY928" fmla="*/ 6350 h 736600"/>
              <a:gd name="connsiteX929" fmla="*/ 3261430 w 10922000"/>
              <a:gd name="connsiteY929" fmla="*/ 0 h 736600"/>
              <a:gd name="connsiteX930" fmla="*/ 3160300 w 10922000"/>
              <a:gd name="connsiteY930" fmla="*/ 0 h 736600"/>
              <a:gd name="connsiteX931" fmla="*/ 3109735 w 10922000"/>
              <a:gd name="connsiteY931" fmla="*/ 0 h 736600"/>
              <a:gd name="connsiteX932" fmla="*/ 3109735 w 10922000"/>
              <a:gd name="connsiteY932" fmla="*/ 6350 h 736600"/>
              <a:gd name="connsiteX933" fmla="*/ 3160300 w 10922000"/>
              <a:gd name="connsiteY933" fmla="*/ 6350 h 736600"/>
              <a:gd name="connsiteX934" fmla="*/ 3160300 w 10922000"/>
              <a:gd name="connsiteY934" fmla="*/ 0 h 736600"/>
              <a:gd name="connsiteX935" fmla="*/ 3059170 w 10922000"/>
              <a:gd name="connsiteY935" fmla="*/ 0 h 736600"/>
              <a:gd name="connsiteX936" fmla="*/ 3008605 w 10922000"/>
              <a:gd name="connsiteY936" fmla="*/ 0 h 736600"/>
              <a:gd name="connsiteX937" fmla="*/ 3008605 w 10922000"/>
              <a:gd name="connsiteY937" fmla="*/ 6350 h 736600"/>
              <a:gd name="connsiteX938" fmla="*/ 3059170 w 10922000"/>
              <a:gd name="connsiteY938" fmla="*/ 6350 h 736600"/>
              <a:gd name="connsiteX939" fmla="*/ 3059170 w 10922000"/>
              <a:gd name="connsiteY939" fmla="*/ 0 h 736600"/>
              <a:gd name="connsiteX940" fmla="*/ 2958040 w 10922000"/>
              <a:gd name="connsiteY940" fmla="*/ 0 h 736600"/>
              <a:gd name="connsiteX941" fmla="*/ 2907475 w 10922000"/>
              <a:gd name="connsiteY941" fmla="*/ 0 h 736600"/>
              <a:gd name="connsiteX942" fmla="*/ 2907475 w 10922000"/>
              <a:gd name="connsiteY942" fmla="*/ 6350 h 736600"/>
              <a:gd name="connsiteX943" fmla="*/ 2958040 w 10922000"/>
              <a:gd name="connsiteY943" fmla="*/ 6350 h 736600"/>
              <a:gd name="connsiteX944" fmla="*/ 2958040 w 10922000"/>
              <a:gd name="connsiteY944" fmla="*/ 0 h 736600"/>
              <a:gd name="connsiteX945" fmla="*/ 2856909 w 10922000"/>
              <a:gd name="connsiteY945" fmla="*/ 0 h 736600"/>
              <a:gd name="connsiteX946" fmla="*/ 2806344 w 10922000"/>
              <a:gd name="connsiteY946" fmla="*/ 0 h 736600"/>
              <a:gd name="connsiteX947" fmla="*/ 2806344 w 10922000"/>
              <a:gd name="connsiteY947" fmla="*/ 6350 h 736600"/>
              <a:gd name="connsiteX948" fmla="*/ 2856909 w 10922000"/>
              <a:gd name="connsiteY948" fmla="*/ 6350 h 736600"/>
              <a:gd name="connsiteX949" fmla="*/ 2856909 w 10922000"/>
              <a:gd name="connsiteY949" fmla="*/ 0 h 736600"/>
              <a:gd name="connsiteX950" fmla="*/ 2755780 w 10922000"/>
              <a:gd name="connsiteY950" fmla="*/ 0 h 736600"/>
              <a:gd name="connsiteX951" fmla="*/ 2705214 w 10922000"/>
              <a:gd name="connsiteY951" fmla="*/ 0 h 736600"/>
              <a:gd name="connsiteX952" fmla="*/ 2705214 w 10922000"/>
              <a:gd name="connsiteY952" fmla="*/ 6350 h 736600"/>
              <a:gd name="connsiteX953" fmla="*/ 2755780 w 10922000"/>
              <a:gd name="connsiteY953" fmla="*/ 6350 h 736600"/>
              <a:gd name="connsiteX954" fmla="*/ 2755780 w 10922000"/>
              <a:gd name="connsiteY954" fmla="*/ 0 h 736600"/>
              <a:gd name="connsiteX955" fmla="*/ 2654649 w 10922000"/>
              <a:gd name="connsiteY955" fmla="*/ 0 h 736600"/>
              <a:gd name="connsiteX956" fmla="*/ 2604084 w 10922000"/>
              <a:gd name="connsiteY956" fmla="*/ 0 h 736600"/>
              <a:gd name="connsiteX957" fmla="*/ 2604084 w 10922000"/>
              <a:gd name="connsiteY957" fmla="*/ 6350 h 736600"/>
              <a:gd name="connsiteX958" fmla="*/ 2654649 w 10922000"/>
              <a:gd name="connsiteY958" fmla="*/ 6350 h 736600"/>
              <a:gd name="connsiteX959" fmla="*/ 2654649 w 10922000"/>
              <a:gd name="connsiteY959" fmla="*/ 0 h 736600"/>
              <a:gd name="connsiteX960" fmla="*/ 2553519 w 10922000"/>
              <a:gd name="connsiteY960" fmla="*/ 0 h 736600"/>
              <a:gd name="connsiteX961" fmla="*/ 2502954 w 10922000"/>
              <a:gd name="connsiteY961" fmla="*/ 0 h 736600"/>
              <a:gd name="connsiteX962" fmla="*/ 2502954 w 10922000"/>
              <a:gd name="connsiteY962" fmla="*/ 6350 h 736600"/>
              <a:gd name="connsiteX963" fmla="*/ 2553519 w 10922000"/>
              <a:gd name="connsiteY963" fmla="*/ 6350 h 736600"/>
              <a:gd name="connsiteX964" fmla="*/ 2553519 w 10922000"/>
              <a:gd name="connsiteY964" fmla="*/ 0 h 736600"/>
              <a:gd name="connsiteX965" fmla="*/ 2452389 w 10922000"/>
              <a:gd name="connsiteY965" fmla="*/ 0 h 736600"/>
              <a:gd name="connsiteX966" fmla="*/ 2401824 w 10922000"/>
              <a:gd name="connsiteY966" fmla="*/ 0 h 736600"/>
              <a:gd name="connsiteX967" fmla="*/ 2401824 w 10922000"/>
              <a:gd name="connsiteY967" fmla="*/ 6350 h 736600"/>
              <a:gd name="connsiteX968" fmla="*/ 2452389 w 10922000"/>
              <a:gd name="connsiteY968" fmla="*/ 6350 h 736600"/>
              <a:gd name="connsiteX969" fmla="*/ 2452389 w 10922000"/>
              <a:gd name="connsiteY969" fmla="*/ 0 h 736600"/>
              <a:gd name="connsiteX970" fmla="*/ 2351259 w 10922000"/>
              <a:gd name="connsiteY970" fmla="*/ 0 h 736600"/>
              <a:gd name="connsiteX971" fmla="*/ 2300694 w 10922000"/>
              <a:gd name="connsiteY971" fmla="*/ 0 h 736600"/>
              <a:gd name="connsiteX972" fmla="*/ 2300694 w 10922000"/>
              <a:gd name="connsiteY972" fmla="*/ 6350 h 736600"/>
              <a:gd name="connsiteX973" fmla="*/ 2351259 w 10922000"/>
              <a:gd name="connsiteY973" fmla="*/ 6350 h 736600"/>
              <a:gd name="connsiteX974" fmla="*/ 2351259 w 10922000"/>
              <a:gd name="connsiteY974" fmla="*/ 0 h 736600"/>
              <a:gd name="connsiteX975" fmla="*/ 2250129 w 10922000"/>
              <a:gd name="connsiteY975" fmla="*/ 0 h 736600"/>
              <a:gd name="connsiteX976" fmla="*/ 2199564 w 10922000"/>
              <a:gd name="connsiteY976" fmla="*/ 0 h 736600"/>
              <a:gd name="connsiteX977" fmla="*/ 2199564 w 10922000"/>
              <a:gd name="connsiteY977" fmla="*/ 6350 h 736600"/>
              <a:gd name="connsiteX978" fmla="*/ 2250129 w 10922000"/>
              <a:gd name="connsiteY978" fmla="*/ 6350 h 736600"/>
              <a:gd name="connsiteX979" fmla="*/ 2250129 w 10922000"/>
              <a:gd name="connsiteY979" fmla="*/ 0 h 736600"/>
              <a:gd name="connsiteX980" fmla="*/ 2148999 w 10922000"/>
              <a:gd name="connsiteY980" fmla="*/ 0 h 736600"/>
              <a:gd name="connsiteX981" fmla="*/ 2098434 w 10922000"/>
              <a:gd name="connsiteY981" fmla="*/ 0 h 736600"/>
              <a:gd name="connsiteX982" fmla="*/ 2098434 w 10922000"/>
              <a:gd name="connsiteY982" fmla="*/ 6350 h 736600"/>
              <a:gd name="connsiteX983" fmla="*/ 2148999 w 10922000"/>
              <a:gd name="connsiteY983" fmla="*/ 6350 h 736600"/>
              <a:gd name="connsiteX984" fmla="*/ 2148999 w 10922000"/>
              <a:gd name="connsiteY984" fmla="*/ 0 h 736600"/>
              <a:gd name="connsiteX985" fmla="*/ 2047869 w 10922000"/>
              <a:gd name="connsiteY985" fmla="*/ 0 h 736600"/>
              <a:gd name="connsiteX986" fmla="*/ 1997304 w 10922000"/>
              <a:gd name="connsiteY986" fmla="*/ 0 h 736600"/>
              <a:gd name="connsiteX987" fmla="*/ 1997304 w 10922000"/>
              <a:gd name="connsiteY987" fmla="*/ 6350 h 736600"/>
              <a:gd name="connsiteX988" fmla="*/ 2047869 w 10922000"/>
              <a:gd name="connsiteY988" fmla="*/ 6350 h 736600"/>
              <a:gd name="connsiteX989" fmla="*/ 2047869 w 10922000"/>
              <a:gd name="connsiteY989" fmla="*/ 0 h 736600"/>
              <a:gd name="connsiteX990" fmla="*/ 1946739 w 10922000"/>
              <a:gd name="connsiteY990" fmla="*/ 0 h 736600"/>
              <a:gd name="connsiteX991" fmla="*/ 1896173 w 10922000"/>
              <a:gd name="connsiteY991" fmla="*/ 0 h 736600"/>
              <a:gd name="connsiteX992" fmla="*/ 1896173 w 10922000"/>
              <a:gd name="connsiteY992" fmla="*/ 6350 h 736600"/>
              <a:gd name="connsiteX993" fmla="*/ 1946739 w 10922000"/>
              <a:gd name="connsiteY993" fmla="*/ 6350 h 736600"/>
              <a:gd name="connsiteX994" fmla="*/ 1946739 w 10922000"/>
              <a:gd name="connsiteY994" fmla="*/ 0 h 736600"/>
              <a:gd name="connsiteX995" fmla="*/ 1845609 w 10922000"/>
              <a:gd name="connsiteY995" fmla="*/ 0 h 736600"/>
              <a:gd name="connsiteX996" fmla="*/ 1795043 w 10922000"/>
              <a:gd name="connsiteY996" fmla="*/ 0 h 736600"/>
              <a:gd name="connsiteX997" fmla="*/ 1795043 w 10922000"/>
              <a:gd name="connsiteY997" fmla="*/ 6350 h 736600"/>
              <a:gd name="connsiteX998" fmla="*/ 1845609 w 10922000"/>
              <a:gd name="connsiteY998" fmla="*/ 6350 h 736600"/>
              <a:gd name="connsiteX999" fmla="*/ 1845609 w 10922000"/>
              <a:gd name="connsiteY999" fmla="*/ 0 h 736600"/>
              <a:gd name="connsiteX1000" fmla="*/ 1744478 w 10922000"/>
              <a:gd name="connsiteY1000" fmla="*/ 0 h 736600"/>
              <a:gd name="connsiteX1001" fmla="*/ 1693913 w 10922000"/>
              <a:gd name="connsiteY1001" fmla="*/ 0 h 736600"/>
              <a:gd name="connsiteX1002" fmla="*/ 1693913 w 10922000"/>
              <a:gd name="connsiteY1002" fmla="*/ 6350 h 736600"/>
              <a:gd name="connsiteX1003" fmla="*/ 1744478 w 10922000"/>
              <a:gd name="connsiteY1003" fmla="*/ 6350 h 736600"/>
              <a:gd name="connsiteX1004" fmla="*/ 1744478 w 10922000"/>
              <a:gd name="connsiteY1004" fmla="*/ 0 h 736600"/>
              <a:gd name="connsiteX1005" fmla="*/ 1643348 w 10922000"/>
              <a:gd name="connsiteY1005" fmla="*/ 0 h 736600"/>
              <a:gd name="connsiteX1006" fmla="*/ 1592783 w 10922000"/>
              <a:gd name="connsiteY1006" fmla="*/ 0 h 736600"/>
              <a:gd name="connsiteX1007" fmla="*/ 1592783 w 10922000"/>
              <a:gd name="connsiteY1007" fmla="*/ 6350 h 736600"/>
              <a:gd name="connsiteX1008" fmla="*/ 1643348 w 10922000"/>
              <a:gd name="connsiteY1008" fmla="*/ 6350 h 736600"/>
              <a:gd name="connsiteX1009" fmla="*/ 1643348 w 10922000"/>
              <a:gd name="connsiteY1009" fmla="*/ 0 h 736600"/>
              <a:gd name="connsiteX1010" fmla="*/ 1542218 w 10922000"/>
              <a:gd name="connsiteY1010" fmla="*/ 0 h 736600"/>
              <a:gd name="connsiteX1011" fmla="*/ 1491647 w 10922000"/>
              <a:gd name="connsiteY1011" fmla="*/ 0 h 736600"/>
              <a:gd name="connsiteX1012" fmla="*/ 1491647 w 10922000"/>
              <a:gd name="connsiteY1012" fmla="*/ 6350 h 736600"/>
              <a:gd name="connsiteX1013" fmla="*/ 1542218 w 10922000"/>
              <a:gd name="connsiteY1013" fmla="*/ 6350 h 736600"/>
              <a:gd name="connsiteX1014" fmla="*/ 1542218 w 10922000"/>
              <a:gd name="connsiteY1014" fmla="*/ 0 h 736600"/>
              <a:gd name="connsiteX1015" fmla="*/ 1441088 w 10922000"/>
              <a:gd name="connsiteY1015" fmla="*/ 0 h 736600"/>
              <a:gd name="connsiteX1016" fmla="*/ 1390523 w 10922000"/>
              <a:gd name="connsiteY1016" fmla="*/ 0 h 736600"/>
              <a:gd name="connsiteX1017" fmla="*/ 1390523 w 10922000"/>
              <a:gd name="connsiteY1017" fmla="*/ 6350 h 736600"/>
              <a:gd name="connsiteX1018" fmla="*/ 1441088 w 10922000"/>
              <a:gd name="connsiteY1018" fmla="*/ 6350 h 736600"/>
              <a:gd name="connsiteX1019" fmla="*/ 1441088 w 10922000"/>
              <a:gd name="connsiteY1019" fmla="*/ 0 h 736600"/>
              <a:gd name="connsiteX1020" fmla="*/ 1339952 w 10922000"/>
              <a:gd name="connsiteY1020" fmla="*/ 0 h 736600"/>
              <a:gd name="connsiteX1021" fmla="*/ 1289387 w 10922000"/>
              <a:gd name="connsiteY1021" fmla="*/ 0 h 736600"/>
              <a:gd name="connsiteX1022" fmla="*/ 1289387 w 10922000"/>
              <a:gd name="connsiteY1022" fmla="*/ 6350 h 736600"/>
              <a:gd name="connsiteX1023" fmla="*/ 1339952 w 10922000"/>
              <a:gd name="connsiteY1023" fmla="*/ 6350 h 736600"/>
              <a:gd name="connsiteX1024" fmla="*/ 1339952 w 10922000"/>
              <a:gd name="connsiteY1024" fmla="*/ 0 h 736600"/>
              <a:gd name="connsiteX1025" fmla="*/ 1238822 w 10922000"/>
              <a:gd name="connsiteY1025" fmla="*/ 0 h 736600"/>
              <a:gd name="connsiteX1026" fmla="*/ 1188257 w 10922000"/>
              <a:gd name="connsiteY1026" fmla="*/ 0 h 736600"/>
              <a:gd name="connsiteX1027" fmla="*/ 1188257 w 10922000"/>
              <a:gd name="connsiteY1027" fmla="*/ 6350 h 736600"/>
              <a:gd name="connsiteX1028" fmla="*/ 1238822 w 10922000"/>
              <a:gd name="connsiteY1028" fmla="*/ 6350 h 736600"/>
              <a:gd name="connsiteX1029" fmla="*/ 1238822 w 10922000"/>
              <a:gd name="connsiteY1029" fmla="*/ 0 h 736600"/>
              <a:gd name="connsiteX1030" fmla="*/ 1137691 w 10922000"/>
              <a:gd name="connsiteY1030" fmla="*/ 0 h 736600"/>
              <a:gd name="connsiteX1031" fmla="*/ 1087126 w 10922000"/>
              <a:gd name="connsiteY1031" fmla="*/ 0 h 736600"/>
              <a:gd name="connsiteX1032" fmla="*/ 1087126 w 10922000"/>
              <a:gd name="connsiteY1032" fmla="*/ 6350 h 736600"/>
              <a:gd name="connsiteX1033" fmla="*/ 1137691 w 10922000"/>
              <a:gd name="connsiteY1033" fmla="*/ 6350 h 736600"/>
              <a:gd name="connsiteX1034" fmla="*/ 1137691 w 10922000"/>
              <a:gd name="connsiteY1034" fmla="*/ 0 h 736600"/>
              <a:gd name="connsiteX1035" fmla="*/ 1036561 w 10922000"/>
              <a:gd name="connsiteY1035" fmla="*/ 0 h 736600"/>
              <a:gd name="connsiteX1036" fmla="*/ 985996 w 10922000"/>
              <a:gd name="connsiteY1036" fmla="*/ 0 h 736600"/>
              <a:gd name="connsiteX1037" fmla="*/ 985996 w 10922000"/>
              <a:gd name="connsiteY1037" fmla="*/ 6350 h 736600"/>
              <a:gd name="connsiteX1038" fmla="*/ 1036561 w 10922000"/>
              <a:gd name="connsiteY1038" fmla="*/ 6350 h 736600"/>
              <a:gd name="connsiteX1039" fmla="*/ 1036561 w 10922000"/>
              <a:gd name="connsiteY1039" fmla="*/ 0 h 736600"/>
              <a:gd name="connsiteX1040" fmla="*/ 935431 w 10922000"/>
              <a:gd name="connsiteY1040" fmla="*/ 0 h 736600"/>
              <a:gd name="connsiteX1041" fmla="*/ 884866 w 10922000"/>
              <a:gd name="connsiteY1041" fmla="*/ 0 h 736600"/>
              <a:gd name="connsiteX1042" fmla="*/ 884866 w 10922000"/>
              <a:gd name="connsiteY1042" fmla="*/ 6350 h 736600"/>
              <a:gd name="connsiteX1043" fmla="*/ 935431 w 10922000"/>
              <a:gd name="connsiteY1043" fmla="*/ 6350 h 736600"/>
              <a:gd name="connsiteX1044" fmla="*/ 935431 w 10922000"/>
              <a:gd name="connsiteY1044" fmla="*/ 0 h 736600"/>
              <a:gd name="connsiteX1045" fmla="*/ 834301 w 10922000"/>
              <a:gd name="connsiteY1045" fmla="*/ 0 h 736600"/>
              <a:gd name="connsiteX1046" fmla="*/ 783736 w 10922000"/>
              <a:gd name="connsiteY1046" fmla="*/ 0 h 736600"/>
              <a:gd name="connsiteX1047" fmla="*/ 783736 w 10922000"/>
              <a:gd name="connsiteY1047" fmla="*/ 6350 h 736600"/>
              <a:gd name="connsiteX1048" fmla="*/ 834301 w 10922000"/>
              <a:gd name="connsiteY1048" fmla="*/ 6350 h 736600"/>
              <a:gd name="connsiteX1049" fmla="*/ 834301 w 10922000"/>
              <a:gd name="connsiteY1049" fmla="*/ 0 h 736600"/>
              <a:gd name="connsiteX1050" fmla="*/ 733171 w 10922000"/>
              <a:gd name="connsiteY1050" fmla="*/ 0 h 736600"/>
              <a:gd name="connsiteX1051" fmla="*/ 682606 w 10922000"/>
              <a:gd name="connsiteY1051" fmla="*/ 0 h 736600"/>
              <a:gd name="connsiteX1052" fmla="*/ 682606 w 10922000"/>
              <a:gd name="connsiteY1052" fmla="*/ 6350 h 736600"/>
              <a:gd name="connsiteX1053" fmla="*/ 733171 w 10922000"/>
              <a:gd name="connsiteY1053" fmla="*/ 6350 h 736600"/>
              <a:gd name="connsiteX1054" fmla="*/ 733171 w 10922000"/>
              <a:gd name="connsiteY1054" fmla="*/ 0 h 736600"/>
              <a:gd name="connsiteX1055" fmla="*/ 632041 w 10922000"/>
              <a:gd name="connsiteY1055" fmla="*/ 0 h 736600"/>
              <a:gd name="connsiteX1056" fmla="*/ 581476 w 10922000"/>
              <a:gd name="connsiteY1056" fmla="*/ 0 h 736600"/>
              <a:gd name="connsiteX1057" fmla="*/ 581476 w 10922000"/>
              <a:gd name="connsiteY1057" fmla="*/ 6350 h 736600"/>
              <a:gd name="connsiteX1058" fmla="*/ 632041 w 10922000"/>
              <a:gd name="connsiteY1058" fmla="*/ 6350 h 736600"/>
              <a:gd name="connsiteX1059" fmla="*/ 632041 w 10922000"/>
              <a:gd name="connsiteY1059" fmla="*/ 0 h 736600"/>
              <a:gd name="connsiteX1060" fmla="*/ 530911 w 10922000"/>
              <a:gd name="connsiteY1060" fmla="*/ 0 h 736600"/>
              <a:gd name="connsiteX1061" fmla="*/ 480346 w 10922000"/>
              <a:gd name="connsiteY1061" fmla="*/ 0 h 736600"/>
              <a:gd name="connsiteX1062" fmla="*/ 480346 w 10922000"/>
              <a:gd name="connsiteY1062" fmla="*/ 6350 h 736600"/>
              <a:gd name="connsiteX1063" fmla="*/ 530911 w 10922000"/>
              <a:gd name="connsiteY1063" fmla="*/ 6350 h 736600"/>
              <a:gd name="connsiteX1064" fmla="*/ 530911 w 10922000"/>
              <a:gd name="connsiteY1064" fmla="*/ 0 h 736600"/>
              <a:gd name="connsiteX1065" fmla="*/ 429781 w 10922000"/>
              <a:gd name="connsiteY1065" fmla="*/ 0 h 736600"/>
              <a:gd name="connsiteX1066" fmla="*/ 379216 w 10922000"/>
              <a:gd name="connsiteY1066" fmla="*/ 0 h 736600"/>
              <a:gd name="connsiteX1067" fmla="*/ 379216 w 10922000"/>
              <a:gd name="connsiteY1067" fmla="*/ 6350 h 736600"/>
              <a:gd name="connsiteX1068" fmla="*/ 429781 w 10922000"/>
              <a:gd name="connsiteY1068" fmla="*/ 6350 h 736600"/>
              <a:gd name="connsiteX1069" fmla="*/ 429781 w 10922000"/>
              <a:gd name="connsiteY1069" fmla="*/ 0 h 736600"/>
              <a:gd name="connsiteX1070" fmla="*/ 328651 w 10922000"/>
              <a:gd name="connsiteY1070" fmla="*/ 0 h 736600"/>
              <a:gd name="connsiteX1071" fmla="*/ 278086 w 10922000"/>
              <a:gd name="connsiteY1071" fmla="*/ 0 h 736600"/>
              <a:gd name="connsiteX1072" fmla="*/ 278086 w 10922000"/>
              <a:gd name="connsiteY1072" fmla="*/ 6350 h 736600"/>
              <a:gd name="connsiteX1073" fmla="*/ 328651 w 10922000"/>
              <a:gd name="connsiteY1073" fmla="*/ 6350 h 736600"/>
              <a:gd name="connsiteX1074" fmla="*/ 328651 w 10922000"/>
              <a:gd name="connsiteY1074" fmla="*/ 0 h 736600"/>
              <a:gd name="connsiteX1075" fmla="*/ 227521 w 10922000"/>
              <a:gd name="connsiteY1075" fmla="*/ 0 h 736600"/>
              <a:gd name="connsiteX1076" fmla="*/ 176955 w 10922000"/>
              <a:gd name="connsiteY1076" fmla="*/ 0 h 736600"/>
              <a:gd name="connsiteX1077" fmla="*/ 176955 w 10922000"/>
              <a:gd name="connsiteY1077" fmla="*/ 6350 h 736600"/>
              <a:gd name="connsiteX1078" fmla="*/ 227521 w 10922000"/>
              <a:gd name="connsiteY1078" fmla="*/ 6350 h 736600"/>
              <a:gd name="connsiteX1079" fmla="*/ 227521 w 10922000"/>
              <a:gd name="connsiteY1079" fmla="*/ 0 h 736600"/>
              <a:gd name="connsiteX1080" fmla="*/ 126390 w 10922000"/>
              <a:gd name="connsiteY1080" fmla="*/ 0 h 736600"/>
              <a:gd name="connsiteX1081" fmla="*/ 75825 w 10922000"/>
              <a:gd name="connsiteY1081" fmla="*/ 0 h 736600"/>
              <a:gd name="connsiteX1082" fmla="*/ 75825 w 10922000"/>
              <a:gd name="connsiteY1082" fmla="*/ 6350 h 736600"/>
              <a:gd name="connsiteX1083" fmla="*/ 126390 w 10922000"/>
              <a:gd name="connsiteY1083" fmla="*/ 6350 h 736600"/>
              <a:gd name="connsiteX1084" fmla="*/ 126390 w 10922000"/>
              <a:gd name="connsiteY1084" fmla="*/ 0 h 736600"/>
              <a:gd name="connsiteX1085" fmla="*/ 25260 w 10922000"/>
              <a:gd name="connsiteY1085" fmla="*/ 0 h 736600"/>
              <a:gd name="connsiteX1086" fmla="*/ 0 w 10922000"/>
              <a:gd name="connsiteY1086" fmla="*/ 0 h 736600"/>
              <a:gd name="connsiteX1087" fmla="*/ 0 w 10922000"/>
              <a:gd name="connsiteY1087" fmla="*/ 6350 h 736600"/>
              <a:gd name="connsiteX1088" fmla="*/ 25260 w 10922000"/>
              <a:gd name="connsiteY1088" fmla="*/ 6350 h 736600"/>
              <a:gd name="connsiteX1089" fmla="*/ 25260 w 10922000"/>
              <a:gd name="connsiteY1089" fmla="*/ 0 h 7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736600">
                <a:moveTo>
                  <a:pt x="0" y="736600"/>
                </a:moveTo>
                <a:lnTo>
                  <a:pt x="25279" y="736600"/>
                </a:lnTo>
                <a:lnTo>
                  <a:pt x="25279" y="730250"/>
                </a:lnTo>
                <a:lnTo>
                  <a:pt x="0" y="730250"/>
                </a:lnTo>
                <a:lnTo>
                  <a:pt x="0" y="736600"/>
                </a:lnTo>
                <a:close/>
                <a:moveTo>
                  <a:pt x="75844" y="736600"/>
                </a:moveTo>
                <a:lnTo>
                  <a:pt x="126409" y="736600"/>
                </a:lnTo>
                <a:lnTo>
                  <a:pt x="126409" y="730250"/>
                </a:lnTo>
                <a:lnTo>
                  <a:pt x="75844" y="730250"/>
                </a:lnTo>
                <a:lnTo>
                  <a:pt x="75844" y="736600"/>
                </a:lnTo>
                <a:close/>
                <a:moveTo>
                  <a:pt x="176975" y="736600"/>
                </a:moveTo>
                <a:lnTo>
                  <a:pt x="227540" y="736600"/>
                </a:lnTo>
                <a:lnTo>
                  <a:pt x="227540" y="730250"/>
                </a:lnTo>
                <a:lnTo>
                  <a:pt x="176975" y="730250"/>
                </a:lnTo>
                <a:lnTo>
                  <a:pt x="176975" y="736600"/>
                </a:lnTo>
                <a:close/>
                <a:moveTo>
                  <a:pt x="278105" y="736600"/>
                </a:moveTo>
                <a:lnTo>
                  <a:pt x="328670" y="736600"/>
                </a:lnTo>
                <a:lnTo>
                  <a:pt x="328670" y="730250"/>
                </a:lnTo>
                <a:lnTo>
                  <a:pt x="278105" y="730250"/>
                </a:lnTo>
                <a:lnTo>
                  <a:pt x="278105" y="736600"/>
                </a:lnTo>
                <a:close/>
                <a:moveTo>
                  <a:pt x="379235" y="736600"/>
                </a:moveTo>
                <a:lnTo>
                  <a:pt x="429800" y="736600"/>
                </a:lnTo>
                <a:lnTo>
                  <a:pt x="429800" y="730250"/>
                </a:lnTo>
                <a:lnTo>
                  <a:pt x="379235" y="730250"/>
                </a:lnTo>
                <a:lnTo>
                  <a:pt x="379235" y="736600"/>
                </a:lnTo>
                <a:close/>
                <a:moveTo>
                  <a:pt x="480365" y="736600"/>
                </a:moveTo>
                <a:lnTo>
                  <a:pt x="530930" y="736600"/>
                </a:lnTo>
                <a:lnTo>
                  <a:pt x="530930" y="730250"/>
                </a:lnTo>
                <a:lnTo>
                  <a:pt x="480365" y="730250"/>
                </a:lnTo>
                <a:lnTo>
                  <a:pt x="480365" y="736600"/>
                </a:lnTo>
                <a:close/>
                <a:moveTo>
                  <a:pt x="581495" y="736600"/>
                </a:moveTo>
                <a:lnTo>
                  <a:pt x="632060" y="736600"/>
                </a:lnTo>
                <a:lnTo>
                  <a:pt x="632060" y="730250"/>
                </a:lnTo>
                <a:lnTo>
                  <a:pt x="581495" y="730250"/>
                </a:lnTo>
                <a:lnTo>
                  <a:pt x="581495" y="736600"/>
                </a:lnTo>
                <a:close/>
                <a:moveTo>
                  <a:pt x="682625" y="736600"/>
                </a:moveTo>
                <a:lnTo>
                  <a:pt x="733190" y="736600"/>
                </a:lnTo>
                <a:lnTo>
                  <a:pt x="733190" y="730250"/>
                </a:lnTo>
                <a:lnTo>
                  <a:pt x="682625" y="730250"/>
                </a:lnTo>
                <a:lnTo>
                  <a:pt x="682625" y="736600"/>
                </a:lnTo>
                <a:close/>
                <a:moveTo>
                  <a:pt x="783755" y="736600"/>
                </a:moveTo>
                <a:lnTo>
                  <a:pt x="834320" y="736600"/>
                </a:lnTo>
                <a:lnTo>
                  <a:pt x="834320" y="730250"/>
                </a:lnTo>
                <a:lnTo>
                  <a:pt x="783755" y="730250"/>
                </a:lnTo>
                <a:lnTo>
                  <a:pt x="783755" y="736600"/>
                </a:lnTo>
                <a:close/>
                <a:moveTo>
                  <a:pt x="884885" y="736600"/>
                </a:moveTo>
                <a:lnTo>
                  <a:pt x="935450" y="736600"/>
                </a:lnTo>
                <a:lnTo>
                  <a:pt x="935450" y="730250"/>
                </a:lnTo>
                <a:lnTo>
                  <a:pt x="884885" y="730250"/>
                </a:lnTo>
                <a:lnTo>
                  <a:pt x="884885" y="736600"/>
                </a:lnTo>
                <a:close/>
                <a:moveTo>
                  <a:pt x="986015" y="736600"/>
                </a:moveTo>
                <a:lnTo>
                  <a:pt x="1036580" y="736600"/>
                </a:lnTo>
                <a:lnTo>
                  <a:pt x="1036580" y="730250"/>
                </a:lnTo>
                <a:lnTo>
                  <a:pt x="986015" y="730250"/>
                </a:lnTo>
                <a:lnTo>
                  <a:pt x="986015" y="736600"/>
                </a:lnTo>
                <a:close/>
                <a:moveTo>
                  <a:pt x="1087146" y="736600"/>
                </a:moveTo>
                <a:lnTo>
                  <a:pt x="1137710" y="736600"/>
                </a:lnTo>
                <a:lnTo>
                  <a:pt x="1137710" y="730250"/>
                </a:lnTo>
                <a:lnTo>
                  <a:pt x="1087146" y="730250"/>
                </a:lnTo>
                <a:lnTo>
                  <a:pt x="1087146" y="736600"/>
                </a:lnTo>
                <a:close/>
                <a:moveTo>
                  <a:pt x="1188276" y="736600"/>
                </a:moveTo>
                <a:lnTo>
                  <a:pt x="1238841" y="736600"/>
                </a:lnTo>
                <a:lnTo>
                  <a:pt x="1238841" y="730250"/>
                </a:lnTo>
                <a:lnTo>
                  <a:pt x="1188276" y="730250"/>
                </a:lnTo>
                <a:lnTo>
                  <a:pt x="1188276" y="736600"/>
                </a:lnTo>
                <a:close/>
                <a:moveTo>
                  <a:pt x="1289406" y="736600"/>
                </a:moveTo>
                <a:lnTo>
                  <a:pt x="1339971" y="736600"/>
                </a:lnTo>
                <a:lnTo>
                  <a:pt x="1339971" y="730250"/>
                </a:lnTo>
                <a:lnTo>
                  <a:pt x="1289406" y="730250"/>
                </a:lnTo>
                <a:lnTo>
                  <a:pt x="1289406" y="736600"/>
                </a:lnTo>
                <a:close/>
                <a:moveTo>
                  <a:pt x="1390536" y="736600"/>
                </a:moveTo>
                <a:lnTo>
                  <a:pt x="1441101" y="736600"/>
                </a:lnTo>
                <a:lnTo>
                  <a:pt x="1441101" y="730250"/>
                </a:lnTo>
                <a:lnTo>
                  <a:pt x="1390536" y="730250"/>
                </a:lnTo>
                <a:lnTo>
                  <a:pt x="1390536" y="736600"/>
                </a:lnTo>
                <a:close/>
                <a:moveTo>
                  <a:pt x="1491660" y="736600"/>
                </a:moveTo>
                <a:lnTo>
                  <a:pt x="1542225" y="736600"/>
                </a:lnTo>
                <a:lnTo>
                  <a:pt x="1542225" y="730250"/>
                </a:lnTo>
                <a:lnTo>
                  <a:pt x="1491660" y="730250"/>
                </a:lnTo>
                <a:lnTo>
                  <a:pt x="1491660" y="736600"/>
                </a:lnTo>
                <a:close/>
                <a:moveTo>
                  <a:pt x="1592790" y="736600"/>
                </a:moveTo>
                <a:lnTo>
                  <a:pt x="1643355" y="736600"/>
                </a:lnTo>
                <a:lnTo>
                  <a:pt x="1643355" y="730250"/>
                </a:lnTo>
                <a:lnTo>
                  <a:pt x="1592790" y="730250"/>
                </a:lnTo>
                <a:lnTo>
                  <a:pt x="1592790" y="736600"/>
                </a:lnTo>
                <a:close/>
                <a:moveTo>
                  <a:pt x="1693920" y="736600"/>
                </a:moveTo>
                <a:lnTo>
                  <a:pt x="1744485" y="736600"/>
                </a:lnTo>
                <a:lnTo>
                  <a:pt x="1744485" y="730250"/>
                </a:lnTo>
                <a:lnTo>
                  <a:pt x="1693920" y="730250"/>
                </a:lnTo>
                <a:lnTo>
                  <a:pt x="1693920" y="736600"/>
                </a:lnTo>
                <a:close/>
                <a:moveTo>
                  <a:pt x="1795050" y="736600"/>
                </a:moveTo>
                <a:lnTo>
                  <a:pt x="1845615" y="736600"/>
                </a:lnTo>
                <a:lnTo>
                  <a:pt x="1845615" y="730250"/>
                </a:lnTo>
                <a:lnTo>
                  <a:pt x="1795050" y="730250"/>
                </a:lnTo>
                <a:lnTo>
                  <a:pt x="1795050" y="736600"/>
                </a:lnTo>
                <a:close/>
                <a:moveTo>
                  <a:pt x="1896180" y="736600"/>
                </a:moveTo>
                <a:lnTo>
                  <a:pt x="1946745" y="736600"/>
                </a:lnTo>
                <a:lnTo>
                  <a:pt x="1946745" y="730250"/>
                </a:lnTo>
                <a:lnTo>
                  <a:pt x="1896180" y="730250"/>
                </a:lnTo>
                <a:lnTo>
                  <a:pt x="1896180" y="736600"/>
                </a:lnTo>
                <a:close/>
                <a:moveTo>
                  <a:pt x="1997310" y="736600"/>
                </a:moveTo>
                <a:lnTo>
                  <a:pt x="2047875" y="736600"/>
                </a:lnTo>
                <a:lnTo>
                  <a:pt x="2047875" y="730250"/>
                </a:lnTo>
                <a:lnTo>
                  <a:pt x="1997310" y="730250"/>
                </a:lnTo>
                <a:lnTo>
                  <a:pt x="1997310" y="736600"/>
                </a:lnTo>
                <a:close/>
                <a:moveTo>
                  <a:pt x="2098440" y="736600"/>
                </a:moveTo>
                <a:lnTo>
                  <a:pt x="2149005" y="736600"/>
                </a:lnTo>
                <a:lnTo>
                  <a:pt x="2149005" y="730250"/>
                </a:lnTo>
                <a:lnTo>
                  <a:pt x="2098440" y="730250"/>
                </a:lnTo>
                <a:lnTo>
                  <a:pt x="2098440" y="736600"/>
                </a:lnTo>
                <a:close/>
                <a:moveTo>
                  <a:pt x="2199570" y="736600"/>
                </a:moveTo>
                <a:lnTo>
                  <a:pt x="2250135" y="736600"/>
                </a:lnTo>
                <a:lnTo>
                  <a:pt x="2250135" y="730250"/>
                </a:lnTo>
                <a:lnTo>
                  <a:pt x="2199570" y="730250"/>
                </a:lnTo>
                <a:lnTo>
                  <a:pt x="2199570" y="736600"/>
                </a:lnTo>
                <a:close/>
                <a:moveTo>
                  <a:pt x="2300700" y="736600"/>
                </a:moveTo>
                <a:lnTo>
                  <a:pt x="2351266" y="736600"/>
                </a:lnTo>
                <a:lnTo>
                  <a:pt x="2351266" y="730250"/>
                </a:lnTo>
                <a:lnTo>
                  <a:pt x="2300700" y="730250"/>
                </a:lnTo>
                <a:lnTo>
                  <a:pt x="2300700" y="736600"/>
                </a:lnTo>
                <a:close/>
                <a:moveTo>
                  <a:pt x="2401830" y="736600"/>
                </a:moveTo>
                <a:lnTo>
                  <a:pt x="2452396" y="736600"/>
                </a:lnTo>
                <a:lnTo>
                  <a:pt x="2452396" y="730250"/>
                </a:lnTo>
                <a:lnTo>
                  <a:pt x="2401830" y="730250"/>
                </a:lnTo>
                <a:lnTo>
                  <a:pt x="2401830" y="736600"/>
                </a:lnTo>
                <a:close/>
                <a:moveTo>
                  <a:pt x="2502961" y="736600"/>
                </a:moveTo>
                <a:lnTo>
                  <a:pt x="2553526" y="736600"/>
                </a:lnTo>
                <a:lnTo>
                  <a:pt x="2553526" y="730250"/>
                </a:lnTo>
                <a:lnTo>
                  <a:pt x="2502961" y="730250"/>
                </a:lnTo>
                <a:lnTo>
                  <a:pt x="2502961" y="736600"/>
                </a:lnTo>
                <a:close/>
                <a:moveTo>
                  <a:pt x="2604084" y="736600"/>
                </a:moveTo>
                <a:lnTo>
                  <a:pt x="2654649" y="736600"/>
                </a:lnTo>
                <a:lnTo>
                  <a:pt x="2654649" y="730250"/>
                </a:lnTo>
                <a:lnTo>
                  <a:pt x="2604084" y="730250"/>
                </a:lnTo>
                <a:lnTo>
                  <a:pt x="2604084" y="736600"/>
                </a:lnTo>
                <a:close/>
                <a:moveTo>
                  <a:pt x="2705214" y="736600"/>
                </a:moveTo>
                <a:lnTo>
                  <a:pt x="2755780" y="736600"/>
                </a:lnTo>
                <a:lnTo>
                  <a:pt x="2755780" y="730250"/>
                </a:lnTo>
                <a:lnTo>
                  <a:pt x="2705214" y="730250"/>
                </a:lnTo>
                <a:lnTo>
                  <a:pt x="2705214" y="736600"/>
                </a:lnTo>
                <a:close/>
                <a:moveTo>
                  <a:pt x="2806344" y="736600"/>
                </a:moveTo>
                <a:lnTo>
                  <a:pt x="2856909" y="736600"/>
                </a:lnTo>
                <a:lnTo>
                  <a:pt x="2856909" y="730250"/>
                </a:lnTo>
                <a:lnTo>
                  <a:pt x="2806344" y="730250"/>
                </a:lnTo>
                <a:lnTo>
                  <a:pt x="2806344" y="736600"/>
                </a:lnTo>
                <a:close/>
                <a:moveTo>
                  <a:pt x="2907475" y="736600"/>
                </a:moveTo>
                <a:lnTo>
                  <a:pt x="2958040" y="736600"/>
                </a:lnTo>
                <a:lnTo>
                  <a:pt x="2958040" y="730250"/>
                </a:lnTo>
                <a:lnTo>
                  <a:pt x="2907475" y="730250"/>
                </a:lnTo>
                <a:lnTo>
                  <a:pt x="2907475" y="736600"/>
                </a:lnTo>
                <a:close/>
                <a:moveTo>
                  <a:pt x="3008605" y="736600"/>
                </a:moveTo>
                <a:lnTo>
                  <a:pt x="3059170" y="736600"/>
                </a:lnTo>
                <a:lnTo>
                  <a:pt x="3059170" y="730250"/>
                </a:lnTo>
                <a:lnTo>
                  <a:pt x="3008605" y="730250"/>
                </a:lnTo>
                <a:lnTo>
                  <a:pt x="3008605" y="736600"/>
                </a:lnTo>
                <a:close/>
                <a:moveTo>
                  <a:pt x="3109735" y="736600"/>
                </a:moveTo>
                <a:lnTo>
                  <a:pt x="3160300" y="736600"/>
                </a:lnTo>
                <a:lnTo>
                  <a:pt x="3160300" y="730250"/>
                </a:lnTo>
                <a:lnTo>
                  <a:pt x="3109735" y="730250"/>
                </a:lnTo>
                <a:lnTo>
                  <a:pt x="3109735" y="736600"/>
                </a:lnTo>
                <a:close/>
                <a:moveTo>
                  <a:pt x="3210865" y="736600"/>
                </a:moveTo>
                <a:lnTo>
                  <a:pt x="3261430" y="736600"/>
                </a:lnTo>
                <a:lnTo>
                  <a:pt x="3261430" y="730250"/>
                </a:lnTo>
                <a:lnTo>
                  <a:pt x="3210865" y="730250"/>
                </a:lnTo>
                <a:lnTo>
                  <a:pt x="3210865" y="736600"/>
                </a:lnTo>
                <a:close/>
                <a:moveTo>
                  <a:pt x="3311995" y="736600"/>
                </a:moveTo>
                <a:lnTo>
                  <a:pt x="3362560" y="736600"/>
                </a:lnTo>
                <a:lnTo>
                  <a:pt x="3362560" y="730250"/>
                </a:lnTo>
                <a:lnTo>
                  <a:pt x="3311995" y="730250"/>
                </a:lnTo>
                <a:lnTo>
                  <a:pt x="3311995" y="736600"/>
                </a:lnTo>
                <a:close/>
                <a:moveTo>
                  <a:pt x="3413125" y="736600"/>
                </a:moveTo>
                <a:lnTo>
                  <a:pt x="3463690" y="736600"/>
                </a:lnTo>
                <a:lnTo>
                  <a:pt x="3463690" y="730250"/>
                </a:lnTo>
                <a:lnTo>
                  <a:pt x="3413125" y="730250"/>
                </a:lnTo>
                <a:lnTo>
                  <a:pt x="3413125" y="736600"/>
                </a:lnTo>
                <a:close/>
                <a:moveTo>
                  <a:pt x="3514255" y="736600"/>
                </a:moveTo>
                <a:lnTo>
                  <a:pt x="3564820" y="736600"/>
                </a:lnTo>
                <a:lnTo>
                  <a:pt x="3564820" y="730250"/>
                </a:lnTo>
                <a:lnTo>
                  <a:pt x="3514255" y="730250"/>
                </a:lnTo>
                <a:lnTo>
                  <a:pt x="3514255" y="736600"/>
                </a:lnTo>
                <a:close/>
                <a:moveTo>
                  <a:pt x="3615385" y="736600"/>
                </a:moveTo>
                <a:lnTo>
                  <a:pt x="3665944" y="736600"/>
                </a:lnTo>
                <a:lnTo>
                  <a:pt x="3665944" y="730250"/>
                </a:lnTo>
                <a:lnTo>
                  <a:pt x="3615385" y="730250"/>
                </a:lnTo>
                <a:lnTo>
                  <a:pt x="3615385" y="736600"/>
                </a:lnTo>
                <a:close/>
                <a:moveTo>
                  <a:pt x="3716509" y="736600"/>
                </a:moveTo>
                <a:lnTo>
                  <a:pt x="3767074" y="736600"/>
                </a:lnTo>
                <a:lnTo>
                  <a:pt x="3767074" y="730250"/>
                </a:lnTo>
                <a:lnTo>
                  <a:pt x="3716509" y="730250"/>
                </a:lnTo>
                <a:lnTo>
                  <a:pt x="3716509" y="736600"/>
                </a:lnTo>
                <a:close/>
                <a:moveTo>
                  <a:pt x="3817639" y="736600"/>
                </a:moveTo>
                <a:lnTo>
                  <a:pt x="3868204" y="736600"/>
                </a:lnTo>
                <a:lnTo>
                  <a:pt x="3868204" y="730250"/>
                </a:lnTo>
                <a:lnTo>
                  <a:pt x="3817639" y="730250"/>
                </a:lnTo>
                <a:lnTo>
                  <a:pt x="3817639" y="736600"/>
                </a:lnTo>
                <a:close/>
                <a:moveTo>
                  <a:pt x="3918769" y="736600"/>
                </a:moveTo>
                <a:lnTo>
                  <a:pt x="3969334" y="736600"/>
                </a:lnTo>
                <a:lnTo>
                  <a:pt x="3969334" y="730250"/>
                </a:lnTo>
                <a:lnTo>
                  <a:pt x="3918769" y="730250"/>
                </a:lnTo>
                <a:lnTo>
                  <a:pt x="3918769" y="736600"/>
                </a:lnTo>
                <a:close/>
                <a:moveTo>
                  <a:pt x="4019899" y="736600"/>
                </a:moveTo>
                <a:lnTo>
                  <a:pt x="4070464" y="736600"/>
                </a:lnTo>
                <a:lnTo>
                  <a:pt x="4070464" y="730250"/>
                </a:lnTo>
                <a:lnTo>
                  <a:pt x="4019899" y="730250"/>
                </a:lnTo>
                <a:lnTo>
                  <a:pt x="4019899" y="736600"/>
                </a:lnTo>
                <a:close/>
                <a:moveTo>
                  <a:pt x="4121030" y="736600"/>
                </a:moveTo>
                <a:lnTo>
                  <a:pt x="4171594" y="736600"/>
                </a:lnTo>
                <a:lnTo>
                  <a:pt x="4171594" y="730250"/>
                </a:lnTo>
                <a:lnTo>
                  <a:pt x="4121030" y="730250"/>
                </a:lnTo>
                <a:lnTo>
                  <a:pt x="4121030" y="736600"/>
                </a:lnTo>
                <a:close/>
                <a:moveTo>
                  <a:pt x="4222160" y="736600"/>
                </a:moveTo>
                <a:lnTo>
                  <a:pt x="4272725" y="736600"/>
                </a:lnTo>
                <a:lnTo>
                  <a:pt x="4272725" y="730250"/>
                </a:lnTo>
                <a:lnTo>
                  <a:pt x="4222160" y="730250"/>
                </a:lnTo>
                <a:lnTo>
                  <a:pt x="4222160" y="736600"/>
                </a:lnTo>
                <a:close/>
                <a:moveTo>
                  <a:pt x="4323290" y="736600"/>
                </a:moveTo>
                <a:lnTo>
                  <a:pt x="4373855" y="736600"/>
                </a:lnTo>
                <a:lnTo>
                  <a:pt x="4373855" y="730250"/>
                </a:lnTo>
                <a:lnTo>
                  <a:pt x="4323290" y="730250"/>
                </a:lnTo>
                <a:lnTo>
                  <a:pt x="4323290" y="736600"/>
                </a:lnTo>
                <a:close/>
                <a:moveTo>
                  <a:pt x="4424420" y="736600"/>
                </a:moveTo>
                <a:lnTo>
                  <a:pt x="4474985" y="736600"/>
                </a:lnTo>
                <a:lnTo>
                  <a:pt x="4474985" y="730250"/>
                </a:lnTo>
                <a:lnTo>
                  <a:pt x="4424420" y="730250"/>
                </a:lnTo>
                <a:lnTo>
                  <a:pt x="4424420" y="736600"/>
                </a:lnTo>
                <a:close/>
                <a:moveTo>
                  <a:pt x="4525550" y="736600"/>
                </a:moveTo>
                <a:lnTo>
                  <a:pt x="4576115" y="736600"/>
                </a:lnTo>
                <a:lnTo>
                  <a:pt x="4576115" y="730250"/>
                </a:lnTo>
                <a:lnTo>
                  <a:pt x="4525550" y="730250"/>
                </a:lnTo>
                <a:lnTo>
                  <a:pt x="4525550" y="736600"/>
                </a:lnTo>
                <a:close/>
                <a:moveTo>
                  <a:pt x="4626680" y="736600"/>
                </a:moveTo>
                <a:lnTo>
                  <a:pt x="4677239" y="736600"/>
                </a:lnTo>
                <a:lnTo>
                  <a:pt x="4677239" y="730250"/>
                </a:lnTo>
                <a:lnTo>
                  <a:pt x="4626680" y="730250"/>
                </a:lnTo>
                <a:lnTo>
                  <a:pt x="4626680" y="736600"/>
                </a:lnTo>
                <a:close/>
                <a:moveTo>
                  <a:pt x="4727804" y="736600"/>
                </a:moveTo>
                <a:lnTo>
                  <a:pt x="4778369" y="736600"/>
                </a:lnTo>
                <a:lnTo>
                  <a:pt x="4778369" y="730250"/>
                </a:lnTo>
                <a:lnTo>
                  <a:pt x="4727804" y="730250"/>
                </a:lnTo>
                <a:lnTo>
                  <a:pt x="4727804" y="736600"/>
                </a:lnTo>
                <a:close/>
                <a:moveTo>
                  <a:pt x="4828934" y="736600"/>
                </a:moveTo>
                <a:lnTo>
                  <a:pt x="4879499" y="736600"/>
                </a:lnTo>
                <a:lnTo>
                  <a:pt x="4879499" y="730250"/>
                </a:lnTo>
                <a:lnTo>
                  <a:pt x="4828934" y="730250"/>
                </a:lnTo>
                <a:lnTo>
                  <a:pt x="4828934" y="736600"/>
                </a:lnTo>
                <a:close/>
                <a:moveTo>
                  <a:pt x="4930064" y="736600"/>
                </a:moveTo>
                <a:lnTo>
                  <a:pt x="4980629" y="736600"/>
                </a:lnTo>
                <a:lnTo>
                  <a:pt x="4980629" y="730250"/>
                </a:lnTo>
                <a:lnTo>
                  <a:pt x="4930064" y="730250"/>
                </a:lnTo>
                <a:lnTo>
                  <a:pt x="4930064" y="736600"/>
                </a:lnTo>
                <a:close/>
                <a:moveTo>
                  <a:pt x="5031194" y="736600"/>
                </a:moveTo>
                <a:lnTo>
                  <a:pt x="5081759" y="736600"/>
                </a:lnTo>
                <a:lnTo>
                  <a:pt x="5081759" y="730250"/>
                </a:lnTo>
                <a:lnTo>
                  <a:pt x="5031194" y="730250"/>
                </a:lnTo>
                <a:lnTo>
                  <a:pt x="5031194" y="736600"/>
                </a:lnTo>
                <a:close/>
                <a:moveTo>
                  <a:pt x="5132324" y="736600"/>
                </a:moveTo>
                <a:lnTo>
                  <a:pt x="5182889" y="736600"/>
                </a:lnTo>
                <a:lnTo>
                  <a:pt x="5182889" y="730250"/>
                </a:lnTo>
                <a:lnTo>
                  <a:pt x="5132324" y="730250"/>
                </a:lnTo>
                <a:lnTo>
                  <a:pt x="5132324" y="736600"/>
                </a:lnTo>
                <a:close/>
                <a:moveTo>
                  <a:pt x="5233454" y="736600"/>
                </a:moveTo>
                <a:lnTo>
                  <a:pt x="5284020" y="736600"/>
                </a:lnTo>
                <a:lnTo>
                  <a:pt x="5284020" y="730250"/>
                </a:lnTo>
                <a:lnTo>
                  <a:pt x="5233454" y="730250"/>
                </a:lnTo>
                <a:lnTo>
                  <a:pt x="5233454" y="736600"/>
                </a:lnTo>
                <a:close/>
                <a:moveTo>
                  <a:pt x="5334584" y="736600"/>
                </a:moveTo>
                <a:lnTo>
                  <a:pt x="5385149" y="736600"/>
                </a:lnTo>
                <a:lnTo>
                  <a:pt x="5385149" y="730250"/>
                </a:lnTo>
                <a:lnTo>
                  <a:pt x="5334584" y="730250"/>
                </a:lnTo>
                <a:lnTo>
                  <a:pt x="5334584" y="736600"/>
                </a:lnTo>
                <a:close/>
                <a:moveTo>
                  <a:pt x="5435715" y="736600"/>
                </a:moveTo>
                <a:lnTo>
                  <a:pt x="5486280" y="736600"/>
                </a:lnTo>
                <a:lnTo>
                  <a:pt x="5486280" y="730250"/>
                </a:lnTo>
                <a:lnTo>
                  <a:pt x="5435715" y="730250"/>
                </a:lnTo>
                <a:lnTo>
                  <a:pt x="5435715" y="736600"/>
                </a:lnTo>
                <a:close/>
                <a:moveTo>
                  <a:pt x="5536844" y="736600"/>
                </a:moveTo>
                <a:lnTo>
                  <a:pt x="5587410" y="736600"/>
                </a:lnTo>
                <a:lnTo>
                  <a:pt x="5587410" y="730250"/>
                </a:lnTo>
                <a:lnTo>
                  <a:pt x="5536844" y="730250"/>
                </a:lnTo>
                <a:lnTo>
                  <a:pt x="5536844" y="736600"/>
                </a:lnTo>
                <a:close/>
                <a:moveTo>
                  <a:pt x="5637975" y="736600"/>
                </a:moveTo>
                <a:lnTo>
                  <a:pt x="5688533" y="736600"/>
                </a:lnTo>
                <a:lnTo>
                  <a:pt x="5688533" y="730250"/>
                </a:lnTo>
                <a:lnTo>
                  <a:pt x="5637975" y="730250"/>
                </a:lnTo>
                <a:lnTo>
                  <a:pt x="5637975" y="736600"/>
                </a:lnTo>
                <a:close/>
                <a:moveTo>
                  <a:pt x="5739130" y="736600"/>
                </a:moveTo>
                <a:lnTo>
                  <a:pt x="5789676" y="736600"/>
                </a:lnTo>
                <a:lnTo>
                  <a:pt x="5789676" y="730250"/>
                </a:lnTo>
                <a:lnTo>
                  <a:pt x="5739130" y="730250"/>
                </a:lnTo>
                <a:lnTo>
                  <a:pt x="5739130" y="736600"/>
                </a:lnTo>
                <a:close/>
                <a:moveTo>
                  <a:pt x="5840222" y="736600"/>
                </a:moveTo>
                <a:lnTo>
                  <a:pt x="5890769" y="736600"/>
                </a:lnTo>
                <a:lnTo>
                  <a:pt x="5890769" y="730250"/>
                </a:lnTo>
                <a:lnTo>
                  <a:pt x="5840222" y="730250"/>
                </a:lnTo>
                <a:lnTo>
                  <a:pt x="5840222" y="736600"/>
                </a:lnTo>
                <a:close/>
                <a:moveTo>
                  <a:pt x="5941378" y="736600"/>
                </a:moveTo>
                <a:lnTo>
                  <a:pt x="5991924" y="736600"/>
                </a:lnTo>
                <a:lnTo>
                  <a:pt x="5991924" y="730250"/>
                </a:lnTo>
                <a:lnTo>
                  <a:pt x="5941378" y="730250"/>
                </a:lnTo>
                <a:lnTo>
                  <a:pt x="5941378" y="736600"/>
                </a:lnTo>
                <a:close/>
                <a:moveTo>
                  <a:pt x="6042469" y="736600"/>
                </a:moveTo>
                <a:lnTo>
                  <a:pt x="6093079" y="736600"/>
                </a:lnTo>
                <a:lnTo>
                  <a:pt x="6093079" y="730250"/>
                </a:lnTo>
                <a:lnTo>
                  <a:pt x="6042469" y="730250"/>
                </a:lnTo>
                <a:lnTo>
                  <a:pt x="6042469" y="736600"/>
                </a:lnTo>
                <a:close/>
                <a:moveTo>
                  <a:pt x="6143625" y="736600"/>
                </a:moveTo>
                <a:lnTo>
                  <a:pt x="6194171" y="736600"/>
                </a:lnTo>
                <a:lnTo>
                  <a:pt x="6194171" y="730250"/>
                </a:lnTo>
                <a:lnTo>
                  <a:pt x="6143625" y="730250"/>
                </a:lnTo>
                <a:lnTo>
                  <a:pt x="6143625" y="736600"/>
                </a:lnTo>
                <a:close/>
                <a:moveTo>
                  <a:pt x="6244718" y="736600"/>
                </a:moveTo>
                <a:lnTo>
                  <a:pt x="6295327" y="736600"/>
                </a:lnTo>
                <a:lnTo>
                  <a:pt x="6295327" y="730250"/>
                </a:lnTo>
                <a:lnTo>
                  <a:pt x="6244718" y="730250"/>
                </a:lnTo>
                <a:lnTo>
                  <a:pt x="6244718" y="736600"/>
                </a:lnTo>
                <a:close/>
                <a:moveTo>
                  <a:pt x="6345873" y="736600"/>
                </a:moveTo>
                <a:lnTo>
                  <a:pt x="6396419" y="736600"/>
                </a:lnTo>
                <a:lnTo>
                  <a:pt x="6396419" y="730250"/>
                </a:lnTo>
                <a:lnTo>
                  <a:pt x="6345873" y="730250"/>
                </a:lnTo>
                <a:lnTo>
                  <a:pt x="6345873" y="736600"/>
                </a:lnTo>
                <a:close/>
                <a:moveTo>
                  <a:pt x="6447028" y="736600"/>
                </a:moveTo>
                <a:lnTo>
                  <a:pt x="6497574" y="736600"/>
                </a:lnTo>
                <a:lnTo>
                  <a:pt x="6497574" y="730250"/>
                </a:lnTo>
                <a:lnTo>
                  <a:pt x="6447028" y="730250"/>
                </a:lnTo>
                <a:lnTo>
                  <a:pt x="6447028" y="736600"/>
                </a:lnTo>
                <a:close/>
                <a:moveTo>
                  <a:pt x="6548120" y="736600"/>
                </a:moveTo>
                <a:lnTo>
                  <a:pt x="6598730" y="736600"/>
                </a:lnTo>
                <a:lnTo>
                  <a:pt x="6598730" y="730250"/>
                </a:lnTo>
                <a:lnTo>
                  <a:pt x="6548120" y="730250"/>
                </a:lnTo>
                <a:lnTo>
                  <a:pt x="6548120" y="736600"/>
                </a:lnTo>
                <a:close/>
                <a:moveTo>
                  <a:pt x="6649276" y="736600"/>
                </a:moveTo>
                <a:lnTo>
                  <a:pt x="6699822" y="736600"/>
                </a:lnTo>
                <a:lnTo>
                  <a:pt x="6699822" y="730250"/>
                </a:lnTo>
                <a:lnTo>
                  <a:pt x="6649276" y="730250"/>
                </a:lnTo>
                <a:lnTo>
                  <a:pt x="6649276" y="736600"/>
                </a:lnTo>
                <a:close/>
                <a:moveTo>
                  <a:pt x="6750368" y="736600"/>
                </a:moveTo>
                <a:lnTo>
                  <a:pt x="6800977" y="736600"/>
                </a:lnTo>
                <a:lnTo>
                  <a:pt x="6800977" y="730250"/>
                </a:lnTo>
                <a:lnTo>
                  <a:pt x="6750368" y="730250"/>
                </a:lnTo>
                <a:lnTo>
                  <a:pt x="6750368" y="736600"/>
                </a:lnTo>
                <a:close/>
                <a:moveTo>
                  <a:pt x="6851523" y="736600"/>
                </a:moveTo>
                <a:lnTo>
                  <a:pt x="6902069" y="736600"/>
                </a:lnTo>
                <a:lnTo>
                  <a:pt x="6902069" y="730250"/>
                </a:lnTo>
                <a:lnTo>
                  <a:pt x="6851523" y="730250"/>
                </a:lnTo>
                <a:lnTo>
                  <a:pt x="6851523" y="736600"/>
                </a:lnTo>
                <a:close/>
                <a:moveTo>
                  <a:pt x="6952679" y="736600"/>
                </a:moveTo>
                <a:lnTo>
                  <a:pt x="7003225" y="736600"/>
                </a:lnTo>
                <a:lnTo>
                  <a:pt x="7003225" y="730250"/>
                </a:lnTo>
                <a:lnTo>
                  <a:pt x="6952679" y="730250"/>
                </a:lnTo>
                <a:lnTo>
                  <a:pt x="6952679" y="736600"/>
                </a:lnTo>
                <a:close/>
                <a:moveTo>
                  <a:pt x="7053770" y="736600"/>
                </a:moveTo>
                <a:lnTo>
                  <a:pt x="7104381" y="736600"/>
                </a:lnTo>
                <a:lnTo>
                  <a:pt x="7104381" y="730250"/>
                </a:lnTo>
                <a:lnTo>
                  <a:pt x="7053770" y="730250"/>
                </a:lnTo>
                <a:lnTo>
                  <a:pt x="7053770" y="736600"/>
                </a:lnTo>
                <a:close/>
                <a:moveTo>
                  <a:pt x="7154926" y="736600"/>
                </a:moveTo>
                <a:lnTo>
                  <a:pt x="7205472" y="736600"/>
                </a:lnTo>
                <a:lnTo>
                  <a:pt x="7205472" y="730250"/>
                </a:lnTo>
                <a:lnTo>
                  <a:pt x="7154926" y="730250"/>
                </a:lnTo>
                <a:lnTo>
                  <a:pt x="7154926" y="736600"/>
                </a:lnTo>
                <a:close/>
                <a:moveTo>
                  <a:pt x="7256019" y="736600"/>
                </a:moveTo>
                <a:lnTo>
                  <a:pt x="7306628" y="736600"/>
                </a:lnTo>
                <a:lnTo>
                  <a:pt x="7306628" y="730250"/>
                </a:lnTo>
                <a:lnTo>
                  <a:pt x="7256019" y="730250"/>
                </a:lnTo>
                <a:lnTo>
                  <a:pt x="7256019" y="736600"/>
                </a:lnTo>
                <a:close/>
                <a:moveTo>
                  <a:pt x="7357174" y="736600"/>
                </a:moveTo>
                <a:lnTo>
                  <a:pt x="7407719" y="736600"/>
                </a:lnTo>
                <a:lnTo>
                  <a:pt x="7407719" y="730250"/>
                </a:lnTo>
                <a:lnTo>
                  <a:pt x="7357174" y="730250"/>
                </a:lnTo>
                <a:lnTo>
                  <a:pt x="7357174" y="736600"/>
                </a:lnTo>
                <a:close/>
                <a:moveTo>
                  <a:pt x="7458329" y="736600"/>
                </a:moveTo>
                <a:lnTo>
                  <a:pt x="7508875" y="736600"/>
                </a:lnTo>
                <a:lnTo>
                  <a:pt x="7508875" y="730250"/>
                </a:lnTo>
                <a:lnTo>
                  <a:pt x="7458329" y="730250"/>
                </a:lnTo>
                <a:lnTo>
                  <a:pt x="7458329" y="736600"/>
                </a:lnTo>
                <a:close/>
                <a:moveTo>
                  <a:pt x="7559421" y="736600"/>
                </a:moveTo>
                <a:lnTo>
                  <a:pt x="7610031" y="736600"/>
                </a:lnTo>
                <a:lnTo>
                  <a:pt x="7610031" y="730250"/>
                </a:lnTo>
                <a:lnTo>
                  <a:pt x="7559421" y="730250"/>
                </a:lnTo>
                <a:lnTo>
                  <a:pt x="7559421" y="736600"/>
                </a:lnTo>
                <a:close/>
                <a:moveTo>
                  <a:pt x="7660577" y="736600"/>
                </a:moveTo>
                <a:lnTo>
                  <a:pt x="7711123" y="736600"/>
                </a:lnTo>
                <a:lnTo>
                  <a:pt x="7711123" y="730250"/>
                </a:lnTo>
                <a:lnTo>
                  <a:pt x="7660577" y="730250"/>
                </a:lnTo>
                <a:lnTo>
                  <a:pt x="7660577" y="736600"/>
                </a:lnTo>
                <a:close/>
                <a:moveTo>
                  <a:pt x="7761732" y="736600"/>
                </a:moveTo>
                <a:lnTo>
                  <a:pt x="7812278" y="736600"/>
                </a:lnTo>
                <a:lnTo>
                  <a:pt x="7812278" y="730250"/>
                </a:lnTo>
                <a:lnTo>
                  <a:pt x="7761732" y="730250"/>
                </a:lnTo>
                <a:lnTo>
                  <a:pt x="7761732" y="736600"/>
                </a:lnTo>
                <a:close/>
                <a:moveTo>
                  <a:pt x="7862824" y="736600"/>
                </a:moveTo>
                <a:lnTo>
                  <a:pt x="7913370" y="736600"/>
                </a:lnTo>
                <a:lnTo>
                  <a:pt x="7913370" y="730250"/>
                </a:lnTo>
                <a:lnTo>
                  <a:pt x="7862824" y="730250"/>
                </a:lnTo>
                <a:lnTo>
                  <a:pt x="7862824" y="736600"/>
                </a:lnTo>
                <a:close/>
                <a:moveTo>
                  <a:pt x="7963980" y="736600"/>
                </a:moveTo>
                <a:lnTo>
                  <a:pt x="8014526" y="736600"/>
                </a:lnTo>
                <a:lnTo>
                  <a:pt x="8014526" y="730250"/>
                </a:lnTo>
                <a:lnTo>
                  <a:pt x="7963980" y="730250"/>
                </a:lnTo>
                <a:lnTo>
                  <a:pt x="7963980" y="736600"/>
                </a:lnTo>
                <a:close/>
                <a:moveTo>
                  <a:pt x="8065072" y="736600"/>
                </a:moveTo>
                <a:lnTo>
                  <a:pt x="8115682" y="736600"/>
                </a:lnTo>
                <a:lnTo>
                  <a:pt x="8115682" y="730250"/>
                </a:lnTo>
                <a:lnTo>
                  <a:pt x="8065072" y="730250"/>
                </a:lnTo>
                <a:lnTo>
                  <a:pt x="8065072" y="736600"/>
                </a:lnTo>
                <a:close/>
                <a:moveTo>
                  <a:pt x="8166227" y="736600"/>
                </a:moveTo>
                <a:lnTo>
                  <a:pt x="8216773" y="736600"/>
                </a:lnTo>
                <a:lnTo>
                  <a:pt x="8216773" y="730250"/>
                </a:lnTo>
                <a:lnTo>
                  <a:pt x="8166227" y="730250"/>
                </a:lnTo>
                <a:lnTo>
                  <a:pt x="8166227" y="736600"/>
                </a:lnTo>
                <a:close/>
                <a:moveTo>
                  <a:pt x="8267382" y="736600"/>
                </a:moveTo>
                <a:lnTo>
                  <a:pt x="8317929" y="736600"/>
                </a:lnTo>
                <a:lnTo>
                  <a:pt x="8317929" y="730250"/>
                </a:lnTo>
                <a:lnTo>
                  <a:pt x="8267382" y="730250"/>
                </a:lnTo>
                <a:lnTo>
                  <a:pt x="8267382" y="736600"/>
                </a:lnTo>
                <a:close/>
                <a:moveTo>
                  <a:pt x="8368475" y="736600"/>
                </a:moveTo>
                <a:lnTo>
                  <a:pt x="8419020" y="736600"/>
                </a:lnTo>
                <a:lnTo>
                  <a:pt x="8419020" y="730250"/>
                </a:lnTo>
                <a:lnTo>
                  <a:pt x="8368475" y="730250"/>
                </a:lnTo>
                <a:lnTo>
                  <a:pt x="8368475" y="736600"/>
                </a:lnTo>
                <a:close/>
                <a:moveTo>
                  <a:pt x="8469630" y="736600"/>
                </a:moveTo>
                <a:lnTo>
                  <a:pt x="8520176" y="736600"/>
                </a:lnTo>
                <a:lnTo>
                  <a:pt x="8520176" y="730250"/>
                </a:lnTo>
                <a:lnTo>
                  <a:pt x="8469630" y="730250"/>
                </a:lnTo>
                <a:lnTo>
                  <a:pt x="8469630" y="736600"/>
                </a:lnTo>
                <a:close/>
                <a:moveTo>
                  <a:pt x="8570722" y="736600"/>
                </a:moveTo>
                <a:lnTo>
                  <a:pt x="8621331" y="736600"/>
                </a:lnTo>
                <a:lnTo>
                  <a:pt x="8621331" y="730250"/>
                </a:lnTo>
                <a:lnTo>
                  <a:pt x="8570722" y="730250"/>
                </a:lnTo>
                <a:lnTo>
                  <a:pt x="8570722" y="736600"/>
                </a:lnTo>
                <a:close/>
                <a:moveTo>
                  <a:pt x="8671878" y="736600"/>
                </a:moveTo>
                <a:lnTo>
                  <a:pt x="8722423" y="736600"/>
                </a:lnTo>
                <a:lnTo>
                  <a:pt x="8722423" y="730250"/>
                </a:lnTo>
                <a:lnTo>
                  <a:pt x="8671878" y="730250"/>
                </a:lnTo>
                <a:lnTo>
                  <a:pt x="8671878" y="736600"/>
                </a:lnTo>
                <a:close/>
                <a:moveTo>
                  <a:pt x="8773033" y="736600"/>
                </a:moveTo>
                <a:lnTo>
                  <a:pt x="8823579" y="736600"/>
                </a:lnTo>
                <a:lnTo>
                  <a:pt x="8823579" y="730250"/>
                </a:lnTo>
                <a:lnTo>
                  <a:pt x="8773033" y="730250"/>
                </a:lnTo>
                <a:lnTo>
                  <a:pt x="8773033" y="736600"/>
                </a:lnTo>
                <a:close/>
                <a:moveTo>
                  <a:pt x="8874125" y="736600"/>
                </a:moveTo>
                <a:lnTo>
                  <a:pt x="8924671" y="736600"/>
                </a:lnTo>
                <a:lnTo>
                  <a:pt x="8924671" y="730250"/>
                </a:lnTo>
                <a:lnTo>
                  <a:pt x="8874125" y="730250"/>
                </a:lnTo>
                <a:lnTo>
                  <a:pt x="8874125" y="736600"/>
                </a:lnTo>
                <a:close/>
                <a:moveTo>
                  <a:pt x="8975281" y="736600"/>
                </a:moveTo>
                <a:lnTo>
                  <a:pt x="9025827" y="736600"/>
                </a:lnTo>
                <a:lnTo>
                  <a:pt x="9025827" y="730250"/>
                </a:lnTo>
                <a:lnTo>
                  <a:pt x="8975281" y="730250"/>
                </a:lnTo>
                <a:lnTo>
                  <a:pt x="8975281" y="736600"/>
                </a:lnTo>
                <a:close/>
                <a:moveTo>
                  <a:pt x="9076372" y="736600"/>
                </a:moveTo>
                <a:lnTo>
                  <a:pt x="9126982" y="736600"/>
                </a:lnTo>
                <a:lnTo>
                  <a:pt x="9126982" y="730250"/>
                </a:lnTo>
                <a:lnTo>
                  <a:pt x="9076372" y="730250"/>
                </a:lnTo>
                <a:lnTo>
                  <a:pt x="9076372" y="736600"/>
                </a:lnTo>
                <a:close/>
                <a:moveTo>
                  <a:pt x="9177528" y="736600"/>
                </a:moveTo>
                <a:lnTo>
                  <a:pt x="9228074" y="736600"/>
                </a:lnTo>
                <a:lnTo>
                  <a:pt x="9228074" y="730250"/>
                </a:lnTo>
                <a:lnTo>
                  <a:pt x="9177528" y="730250"/>
                </a:lnTo>
                <a:lnTo>
                  <a:pt x="9177528" y="736600"/>
                </a:lnTo>
                <a:close/>
                <a:moveTo>
                  <a:pt x="9278683" y="736600"/>
                </a:moveTo>
                <a:lnTo>
                  <a:pt x="9329230" y="736600"/>
                </a:lnTo>
                <a:lnTo>
                  <a:pt x="9329230" y="730250"/>
                </a:lnTo>
                <a:lnTo>
                  <a:pt x="9278683" y="730250"/>
                </a:lnTo>
                <a:lnTo>
                  <a:pt x="9278683" y="736600"/>
                </a:lnTo>
                <a:close/>
                <a:moveTo>
                  <a:pt x="9379776" y="736600"/>
                </a:moveTo>
                <a:lnTo>
                  <a:pt x="9430321" y="736600"/>
                </a:lnTo>
                <a:lnTo>
                  <a:pt x="9430321" y="730250"/>
                </a:lnTo>
                <a:lnTo>
                  <a:pt x="9379776" y="730250"/>
                </a:lnTo>
                <a:lnTo>
                  <a:pt x="9379776" y="736600"/>
                </a:lnTo>
                <a:close/>
                <a:moveTo>
                  <a:pt x="9480931" y="736600"/>
                </a:moveTo>
                <a:lnTo>
                  <a:pt x="9531477" y="736600"/>
                </a:lnTo>
                <a:lnTo>
                  <a:pt x="9531477" y="730250"/>
                </a:lnTo>
                <a:lnTo>
                  <a:pt x="9480931" y="730250"/>
                </a:lnTo>
                <a:lnTo>
                  <a:pt x="9480931" y="736600"/>
                </a:lnTo>
                <a:close/>
                <a:moveTo>
                  <a:pt x="9582023" y="736600"/>
                </a:moveTo>
                <a:lnTo>
                  <a:pt x="9632632" y="736600"/>
                </a:lnTo>
                <a:lnTo>
                  <a:pt x="9632632" y="730250"/>
                </a:lnTo>
                <a:lnTo>
                  <a:pt x="9582023" y="730250"/>
                </a:lnTo>
                <a:lnTo>
                  <a:pt x="9582023" y="736600"/>
                </a:lnTo>
                <a:close/>
                <a:moveTo>
                  <a:pt x="9683179" y="736600"/>
                </a:moveTo>
                <a:lnTo>
                  <a:pt x="9733724" y="736600"/>
                </a:lnTo>
                <a:lnTo>
                  <a:pt x="9733724" y="730250"/>
                </a:lnTo>
                <a:lnTo>
                  <a:pt x="9683179" y="730250"/>
                </a:lnTo>
                <a:lnTo>
                  <a:pt x="9683179" y="736600"/>
                </a:lnTo>
                <a:close/>
                <a:moveTo>
                  <a:pt x="9784334" y="736600"/>
                </a:moveTo>
                <a:lnTo>
                  <a:pt x="9834880" y="736600"/>
                </a:lnTo>
                <a:lnTo>
                  <a:pt x="9834880" y="730250"/>
                </a:lnTo>
                <a:lnTo>
                  <a:pt x="9784334" y="730250"/>
                </a:lnTo>
                <a:lnTo>
                  <a:pt x="9784334" y="736600"/>
                </a:lnTo>
                <a:close/>
                <a:moveTo>
                  <a:pt x="9885426" y="736600"/>
                </a:moveTo>
                <a:lnTo>
                  <a:pt x="9935972" y="736600"/>
                </a:lnTo>
                <a:lnTo>
                  <a:pt x="9935972" y="730250"/>
                </a:lnTo>
                <a:lnTo>
                  <a:pt x="9885426" y="730250"/>
                </a:lnTo>
                <a:lnTo>
                  <a:pt x="9885426" y="736600"/>
                </a:lnTo>
                <a:close/>
                <a:moveTo>
                  <a:pt x="9986581" y="736600"/>
                </a:moveTo>
                <a:lnTo>
                  <a:pt x="10037128" y="736600"/>
                </a:lnTo>
                <a:lnTo>
                  <a:pt x="10037128" y="730250"/>
                </a:lnTo>
                <a:lnTo>
                  <a:pt x="9986581" y="730250"/>
                </a:lnTo>
                <a:lnTo>
                  <a:pt x="9986581" y="736600"/>
                </a:lnTo>
                <a:close/>
                <a:moveTo>
                  <a:pt x="10087673" y="736600"/>
                </a:moveTo>
                <a:lnTo>
                  <a:pt x="10138283" y="736600"/>
                </a:lnTo>
                <a:lnTo>
                  <a:pt x="10138283" y="730250"/>
                </a:lnTo>
                <a:lnTo>
                  <a:pt x="10087673" y="730250"/>
                </a:lnTo>
                <a:lnTo>
                  <a:pt x="10087673" y="736600"/>
                </a:lnTo>
                <a:close/>
                <a:moveTo>
                  <a:pt x="10188829" y="736600"/>
                </a:moveTo>
                <a:lnTo>
                  <a:pt x="10239375" y="736600"/>
                </a:lnTo>
                <a:lnTo>
                  <a:pt x="10239375" y="730250"/>
                </a:lnTo>
                <a:lnTo>
                  <a:pt x="10188829" y="730250"/>
                </a:lnTo>
                <a:lnTo>
                  <a:pt x="10188829" y="736600"/>
                </a:lnTo>
                <a:close/>
                <a:moveTo>
                  <a:pt x="10289984" y="736600"/>
                </a:moveTo>
                <a:lnTo>
                  <a:pt x="10340531" y="736600"/>
                </a:lnTo>
                <a:lnTo>
                  <a:pt x="10340531" y="730250"/>
                </a:lnTo>
                <a:lnTo>
                  <a:pt x="10289984" y="730250"/>
                </a:lnTo>
                <a:lnTo>
                  <a:pt x="10289984" y="736600"/>
                </a:lnTo>
                <a:close/>
                <a:moveTo>
                  <a:pt x="10391077" y="736600"/>
                </a:moveTo>
                <a:lnTo>
                  <a:pt x="10441622" y="736600"/>
                </a:lnTo>
                <a:lnTo>
                  <a:pt x="10441622" y="730250"/>
                </a:lnTo>
                <a:lnTo>
                  <a:pt x="10391077" y="730250"/>
                </a:lnTo>
                <a:lnTo>
                  <a:pt x="10391077" y="736600"/>
                </a:lnTo>
                <a:close/>
                <a:moveTo>
                  <a:pt x="10492232" y="736600"/>
                </a:moveTo>
                <a:lnTo>
                  <a:pt x="10542778" y="736600"/>
                </a:lnTo>
                <a:lnTo>
                  <a:pt x="10542778" y="730250"/>
                </a:lnTo>
                <a:lnTo>
                  <a:pt x="10492232" y="730250"/>
                </a:lnTo>
                <a:lnTo>
                  <a:pt x="10492232" y="736600"/>
                </a:lnTo>
                <a:close/>
                <a:moveTo>
                  <a:pt x="10593324" y="736600"/>
                </a:moveTo>
                <a:lnTo>
                  <a:pt x="10643933" y="736600"/>
                </a:lnTo>
                <a:lnTo>
                  <a:pt x="10643933" y="730250"/>
                </a:lnTo>
                <a:lnTo>
                  <a:pt x="10593324" y="730250"/>
                </a:lnTo>
                <a:lnTo>
                  <a:pt x="10593324" y="736600"/>
                </a:lnTo>
                <a:close/>
                <a:moveTo>
                  <a:pt x="10694480" y="736600"/>
                </a:moveTo>
                <a:lnTo>
                  <a:pt x="10745026" y="736600"/>
                </a:lnTo>
                <a:lnTo>
                  <a:pt x="10745026" y="730250"/>
                </a:lnTo>
                <a:lnTo>
                  <a:pt x="10694480" y="730250"/>
                </a:lnTo>
                <a:lnTo>
                  <a:pt x="10694480" y="736600"/>
                </a:lnTo>
                <a:close/>
                <a:moveTo>
                  <a:pt x="10795635" y="736600"/>
                </a:moveTo>
                <a:lnTo>
                  <a:pt x="10846181" y="736600"/>
                </a:lnTo>
                <a:lnTo>
                  <a:pt x="10846181" y="730250"/>
                </a:lnTo>
                <a:lnTo>
                  <a:pt x="10795635" y="730250"/>
                </a:lnTo>
                <a:lnTo>
                  <a:pt x="10795635" y="736600"/>
                </a:lnTo>
                <a:close/>
                <a:moveTo>
                  <a:pt x="10896727" y="736600"/>
                </a:moveTo>
                <a:lnTo>
                  <a:pt x="10922000" y="736600"/>
                </a:lnTo>
                <a:lnTo>
                  <a:pt x="10922000" y="730250"/>
                </a:lnTo>
                <a:lnTo>
                  <a:pt x="10896727" y="730250"/>
                </a:lnTo>
                <a:lnTo>
                  <a:pt x="10896727" y="7366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4" name="任意多边形: 形状 163">
            <a:extLst>
              <a:ext uri="{FF2B5EF4-FFF2-40B4-BE49-F238E27FC236}">
                <a16:creationId xmlns:a16="http://schemas.microsoft.com/office/drawing/2014/main" id="{D7499472-6239-5015-C256-A47519C436E2}"/>
              </a:ext>
            </a:extLst>
          </p:cNvPr>
          <p:cNvSpPr/>
          <p:nvPr/>
        </p:nvSpPr>
        <p:spPr>
          <a:xfrm>
            <a:off x="635000" y="5746750"/>
            <a:ext cx="10922000" cy="450850"/>
          </a:xfrm>
          <a:custGeom>
            <a:avLst/>
            <a:gdLst>
              <a:gd name="connsiteX0" fmla="*/ 0 w 10922000"/>
              <a:gd name="connsiteY0" fmla="*/ 0 h 450850"/>
              <a:gd name="connsiteX1" fmla="*/ 10922000 w 10922000"/>
              <a:gd name="connsiteY1" fmla="*/ 0 h 450850"/>
              <a:gd name="connsiteX2" fmla="*/ 10922000 w 10922000"/>
              <a:gd name="connsiteY2" fmla="*/ 450850 h 450850"/>
              <a:gd name="connsiteX3" fmla="*/ 0 w 10922000"/>
              <a:gd name="connsiteY3" fmla="*/ 450850 h 450850"/>
              <a:gd name="connsiteX4" fmla="*/ 0 w 10922000"/>
              <a:gd name="connsiteY4" fmla="*/ 0 h 45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000" h="450850">
                <a:moveTo>
                  <a:pt x="0" y="0"/>
                </a:moveTo>
                <a:lnTo>
                  <a:pt x="10922000" y="0"/>
                </a:lnTo>
                <a:lnTo>
                  <a:pt x="10922000" y="450850"/>
                </a:lnTo>
                <a:lnTo>
                  <a:pt x="0" y="450850"/>
                </a:lnTo>
                <a:lnTo>
                  <a:pt x="0" y="0"/>
                </a:lnTo>
                <a:close/>
              </a:path>
            </a:pathLst>
          </a:custGeom>
          <a:solidFill>
            <a:srgbClr val="F7F7F7">
              <a:alpha val="20000"/>
            </a:srgbClr>
          </a:solidFill>
          <a:ln w="6350" cap="flat">
            <a:noFill/>
            <a:prstDash val="solid"/>
            <a:miter/>
          </a:ln>
        </p:spPr>
        <p:txBody>
          <a:bodyPr rtlCol="0" anchor="ctr"/>
          <a:lstStyle/>
          <a:p>
            <a:endParaRPr lang="zh-CN" altLang="en-US"/>
          </a:p>
        </p:txBody>
      </p:sp>
      <p:sp>
        <p:nvSpPr>
          <p:cNvPr id="165" name="任意多边形: 形状 164">
            <a:extLst>
              <a:ext uri="{FF2B5EF4-FFF2-40B4-BE49-F238E27FC236}">
                <a16:creationId xmlns:a16="http://schemas.microsoft.com/office/drawing/2014/main" id="{CAC99DCD-3972-9325-6C12-D5A263F0CEEF}"/>
              </a:ext>
            </a:extLst>
          </p:cNvPr>
          <p:cNvSpPr/>
          <p:nvPr/>
        </p:nvSpPr>
        <p:spPr>
          <a:xfrm>
            <a:off x="635000" y="5743575"/>
            <a:ext cx="10922000" cy="457200"/>
          </a:xfrm>
          <a:custGeom>
            <a:avLst/>
            <a:gdLst>
              <a:gd name="connsiteX0" fmla="*/ 0 w 10922000"/>
              <a:gd name="connsiteY0" fmla="*/ 457200 h 457200"/>
              <a:gd name="connsiteX1" fmla="*/ 25279 w 10922000"/>
              <a:gd name="connsiteY1" fmla="*/ 457200 h 457200"/>
              <a:gd name="connsiteX2" fmla="*/ 25279 w 10922000"/>
              <a:gd name="connsiteY2" fmla="*/ 450850 h 457200"/>
              <a:gd name="connsiteX3" fmla="*/ 0 w 10922000"/>
              <a:gd name="connsiteY3" fmla="*/ 450850 h 457200"/>
              <a:gd name="connsiteX4" fmla="*/ 0 w 10922000"/>
              <a:gd name="connsiteY4" fmla="*/ 457200 h 457200"/>
              <a:gd name="connsiteX5" fmla="*/ 75844 w 10922000"/>
              <a:gd name="connsiteY5" fmla="*/ 457200 h 457200"/>
              <a:gd name="connsiteX6" fmla="*/ 126409 w 10922000"/>
              <a:gd name="connsiteY6" fmla="*/ 457200 h 457200"/>
              <a:gd name="connsiteX7" fmla="*/ 126409 w 10922000"/>
              <a:gd name="connsiteY7" fmla="*/ 450850 h 457200"/>
              <a:gd name="connsiteX8" fmla="*/ 75844 w 10922000"/>
              <a:gd name="connsiteY8" fmla="*/ 450850 h 457200"/>
              <a:gd name="connsiteX9" fmla="*/ 75844 w 10922000"/>
              <a:gd name="connsiteY9" fmla="*/ 457200 h 457200"/>
              <a:gd name="connsiteX10" fmla="*/ 176975 w 10922000"/>
              <a:gd name="connsiteY10" fmla="*/ 457200 h 457200"/>
              <a:gd name="connsiteX11" fmla="*/ 227540 w 10922000"/>
              <a:gd name="connsiteY11" fmla="*/ 457200 h 457200"/>
              <a:gd name="connsiteX12" fmla="*/ 227540 w 10922000"/>
              <a:gd name="connsiteY12" fmla="*/ 450850 h 457200"/>
              <a:gd name="connsiteX13" fmla="*/ 176975 w 10922000"/>
              <a:gd name="connsiteY13" fmla="*/ 450850 h 457200"/>
              <a:gd name="connsiteX14" fmla="*/ 176975 w 10922000"/>
              <a:gd name="connsiteY14" fmla="*/ 457200 h 457200"/>
              <a:gd name="connsiteX15" fmla="*/ 278105 w 10922000"/>
              <a:gd name="connsiteY15" fmla="*/ 457200 h 457200"/>
              <a:gd name="connsiteX16" fmla="*/ 328670 w 10922000"/>
              <a:gd name="connsiteY16" fmla="*/ 457200 h 457200"/>
              <a:gd name="connsiteX17" fmla="*/ 328670 w 10922000"/>
              <a:gd name="connsiteY17" fmla="*/ 450850 h 457200"/>
              <a:gd name="connsiteX18" fmla="*/ 278105 w 10922000"/>
              <a:gd name="connsiteY18" fmla="*/ 450850 h 457200"/>
              <a:gd name="connsiteX19" fmla="*/ 278105 w 10922000"/>
              <a:gd name="connsiteY19" fmla="*/ 457200 h 457200"/>
              <a:gd name="connsiteX20" fmla="*/ 379235 w 10922000"/>
              <a:gd name="connsiteY20" fmla="*/ 457200 h 457200"/>
              <a:gd name="connsiteX21" fmla="*/ 429800 w 10922000"/>
              <a:gd name="connsiteY21" fmla="*/ 457200 h 457200"/>
              <a:gd name="connsiteX22" fmla="*/ 429800 w 10922000"/>
              <a:gd name="connsiteY22" fmla="*/ 450850 h 457200"/>
              <a:gd name="connsiteX23" fmla="*/ 379235 w 10922000"/>
              <a:gd name="connsiteY23" fmla="*/ 450850 h 457200"/>
              <a:gd name="connsiteX24" fmla="*/ 379235 w 10922000"/>
              <a:gd name="connsiteY24" fmla="*/ 457200 h 457200"/>
              <a:gd name="connsiteX25" fmla="*/ 480365 w 10922000"/>
              <a:gd name="connsiteY25" fmla="*/ 457200 h 457200"/>
              <a:gd name="connsiteX26" fmla="*/ 530930 w 10922000"/>
              <a:gd name="connsiteY26" fmla="*/ 457200 h 457200"/>
              <a:gd name="connsiteX27" fmla="*/ 530930 w 10922000"/>
              <a:gd name="connsiteY27" fmla="*/ 450850 h 457200"/>
              <a:gd name="connsiteX28" fmla="*/ 480365 w 10922000"/>
              <a:gd name="connsiteY28" fmla="*/ 450850 h 457200"/>
              <a:gd name="connsiteX29" fmla="*/ 480365 w 10922000"/>
              <a:gd name="connsiteY29" fmla="*/ 457200 h 457200"/>
              <a:gd name="connsiteX30" fmla="*/ 581495 w 10922000"/>
              <a:gd name="connsiteY30" fmla="*/ 457200 h 457200"/>
              <a:gd name="connsiteX31" fmla="*/ 632060 w 10922000"/>
              <a:gd name="connsiteY31" fmla="*/ 457200 h 457200"/>
              <a:gd name="connsiteX32" fmla="*/ 632060 w 10922000"/>
              <a:gd name="connsiteY32" fmla="*/ 450850 h 457200"/>
              <a:gd name="connsiteX33" fmla="*/ 581495 w 10922000"/>
              <a:gd name="connsiteY33" fmla="*/ 450850 h 457200"/>
              <a:gd name="connsiteX34" fmla="*/ 581495 w 10922000"/>
              <a:gd name="connsiteY34" fmla="*/ 457200 h 457200"/>
              <a:gd name="connsiteX35" fmla="*/ 682625 w 10922000"/>
              <a:gd name="connsiteY35" fmla="*/ 457200 h 457200"/>
              <a:gd name="connsiteX36" fmla="*/ 733190 w 10922000"/>
              <a:gd name="connsiteY36" fmla="*/ 457200 h 457200"/>
              <a:gd name="connsiteX37" fmla="*/ 733190 w 10922000"/>
              <a:gd name="connsiteY37" fmla="*/ 450850 h 457200"/>
              <a:gd name="connsiteX38" fmla="*/ 682625 w 10922000"/>
              <a:gd name="connsiteY38" fmla="*/ 450850 h 457200"/>
              <a:gd name="connsiteX39" fmla="*/ 682625 w 10922000"/>
              <a:gd name="connsiteY39" fmla="*/ 457200 h 457200"/>
              <a:gd name="connsiteX40" fmla="*/ 783755 w 10922000"/>
              <a:gd name="connsiteY40" fmla="*/ 457200 h 457200"/>
              <a:gd name="connsiteX41" fmla="*/ 834320 w 10922000"/>
              <a:gd name="connsiteY41" fmla="*/ 457200 h 457200"/>
              <a:gd name="connsiteX42" fmla="*/ 834320 w 10922000"/>
              <a:gd name="connsiteY42" fmla="*/ 450850 h 457200"/>
              <a:gd name="connsiteX43" fmla="*/ 783755 w 10922000"/>
              <a:gd name="connsiteY43" fmla="*/ 450850 h 457200"/>
              <a:gd name="connsiteX44" fmla="*/ 783755 w 10922000"/>
              <a:gd name="connsiteY44" fmla="*/ 457200 h 457200"/>
              <a:gd name="connsiteX45" fmla="*/ 884885 w 10922000"/>
              <a:gd name="connsiteY45" fmla="*/ 457200 h 457200"/>
              <a:gd name="connsiteX46" fmla="*/ 935450 w 10922000"/>
              <a:gd name="connsiteY46" fmla="*/ 457200 h 457200"/>
              <a:gd name="connsiteX47" fmla="*/ 935450 w 10922000"/>
              <a:gd name="connsiteY47" fmla="*/ 450850 h 457200"/>
              <a:gd name="connsiteX48" fmla="*/ 884885 w 10922000"/>
              <a:gd name="connsiteY48" fmla="*/ 450850 h 457200"/>
              <a:gd name="connsiteX49" fmla="*/ 884885 w 10922000"/>
              <a:gd name="connsiteY49" fmla="*/ 457200 h 457200"/>
              <a:gd name="connsiteX50" fmla="*/ 986015 w 10922000"/>
              <a:gd name="connsiteY50" fmla="*/ 457200 h 457200"/>
              <a:gd name="connsiteX51" fmla="*/ 1036580 w 10922000"/>
              <a:gd name="connsiteY51" fmla="*/ 457200 h 457200"/>
              <a:gd name="connsiteX52" fmla="*/ 1036580 w 10922000"/>
              <a:gd name="connsiteY52" fmla="*/ 450850 h 457200"/>
              <a:gd name="connsiteX53" fmla="*/ 986015 w 10922000"/>
              <a:gd name="connsiteY53" fmla="*/ 450850 h 457200"/>
              <a:gd name="connsiteX54" fmla="*/ 986015 w 10922000"/>
              <a:gd name="connsiteY54" fmla="*/ 457200 h 457200"/>
              <a:gd name="connsiteX55" fmla="*/ 1087146 w 10922000"/>
              <a:gd name="connsiteY55" fmla="*/ 457200 h 457200"/>
              <a:gd name="connsiteX56" fmla="*/ 1137710 w 10922000"/>
              <a:gd name="connsiteY56" fmla="*/ 457200 h 457200"/>
              <a:gd name="connsiteX57" fmla="*/ 1137710 w 10922000"/>
              <a:gd name="connsiteY57" fmla="*/ 450850 h 457200"/>
              <a:gd name="connsiteX58" fmla="*/ 1087146 w 10922000"/>
              <a:gd name="connsiteY58" fmla="*/ 450850 h 457200"/>
              <a:gd name="connsiteX59" fmla="*/ 1087146 w 10922000"/>
              <a:gd name="connsiteY59" fmla="*/ 457200 h 457200"/>
              <a:gd name="connsiteX60" fmla="*/ 1188276 w 10922000"/>
              <a:gd name="connsiteY60" fmla="*/ 457200 h 457200"/>
              <a:gd name="connsiteX61" fmla="*/ 1238841 w 10922000"/>
              <a:gd name="connsiteY61" fmla="*/ 457200 h 457200"/>
              <a:gd name="connsiteX62" fmla="*/ 1238841 w 10922000"/>
              <a:gd name="connsiteY62" fmla="*/ 450850 h 457200"/>
              <a:gd name="connsiteX63" fmla="*/ 1188276 w 10922000"/>
              <a:gd name="connsiteY63" fmla="*/ 450850 h 457200"/>
              <a:gd name="connsiteX64" fmla="*/ 1188276 w 10922000"/>
              <a:gd name="connsiteY64" fmla="*/ 457200 h 457200"/>
              <a:gd name="connsiteX65" fmla="*/ 1289406 w 10922000"/>
              <a:gd name="connsiteY65" fmla="*/ 457200 h 457200"/>
              <a:gd name="connsiteX66" fmla="*/ 1339971 w 10922000"/>
              <a:gd name="connsiteY66" fmla="*/ 457200 h 457200"/>
              <a:gd name="connsiteX67" fmla="*/ 1339971 w 10922000"/>
              <a:gd name="connsiteY67" fmla="*/ 450850 h 457200"/>
              <a:gd name="connsiteX68" fmla="*/ 1289406 w 10922000"/>
              <a:gd name="connsiteY68" fmla="*/ 450850 h 457200"/>
              <a:gd name="connsiteX69" fmla="*/ 1289406 w 10922000"/>
              <a:gd name="connsiteY69" fmla="*/ 457200 h 457200"/>
              <a:gd name="connsiteX70" fmla="*/ 1390536 w 10922000"/>
              <a:gd name="connsiteY70" fmla="*/ 457200 h 457200"/>
              <a:gd name="connsiteX71" fmla="*/ 1441101 w 10922000"/>
              <a:gd name="connsiteY71" fmla="*/ 457200 h 457200"/>
              <a:gd name="connsiteX72" fmla="*/ 1441101 w 10922000"/>
              <a:gd name="connsiteY72" fmla="*/ 450850 h 457200"/>
              <a:gd name="connsiteX73" fmla="*/ 1390536 w 10922000"/>
              <a:gd name="connsiteY73" fmla="*/ 450850 h 457200"/>
              <a:gd name="connsiteX74" fmla="*/ 1390536 w 10922000"/>
              <a:gd name="connsiteY74" fmla="*/ 457200 h 457200"/>
              <a:gd name="connsiteX75" fmla="*/ 1491660 w 10922000"/>
              <a:gd name="connsiteY75" fmla="*/ 457200 h 457200"/>
              <a:gd name="connsiteX76" fmla="*/ 1542225 w 10922000"/>
              <a:gd name="connsiteY76" fmla="*/ 457200 h 457200"/>
              <a:gd name="connsiteX77" fmla="*/ 1542225 w 10922000"/>
              <a:gd name="connsiteY77" fmla="*/ 450850 h 457200"/>
              <a:gd name="connsiteX78" fmla="*/ 1491660 w 10922000"/>
              <a:gd name="connsiteY78" fmla="*/ 450850 h 457200"/>
              <a:gd name="connsiteX79" fmla="*/ 1491660 w 10922000"/>
              <a:gd name="connsiteY79" fmla="*/ 457200 h 457200"/>
              <a:gd name="connsiteX80" fmla="*/ 1592790 w 10922000"/>
              <a:gd name="connsiteY80" fmla="*/ 457200 h 457200"/>
              <a:gd name="connsiteX81" fmla="*/ 1643355 w 10922000"/>
              <a:gd name="connsiteY81" fmla="*/ 457200 h 457200"/>
              <a:gd name="connsiteX82" fmla="*/ 1643355 w 10922000"/>
              <a:gd name="connsiteY82" fmla="*/ 450850 h 457200"/>
              <a:gd name="connsiteX83" fmla="*/ 1592790 w 10922000"/>
              <a:gd name="connsiteY83" fmla="*/ 450850 h 457200"/>
              <a:gd name="connsiteX84" fmla="*/ 1592790 w 10922000"/>
              <a:gd name="connsiteY84" fmla="*/ 457200 h 457200"/>
              <a:gd name="connsiteX85" fmla="*/ 1693920 w 10922000"/>
              <a:gd name="connsiteY85" fmla="*/ 457200 h 457200"/>
              <a:gd name="connsiteX86" fmla="*/ 1744485 w 10922000"/>
              <a:gd name="connsiteY86" fmla="*/ 457200 h 457200"/>
              <a:gd name="connsiteX87" fmla="*/ 1744485 w 10922000"/>
              <a:gd name="connsiteY87" fmla="*/ 450850 h 457200"/>
              <a:gd name="connsiteX88" fmla="*/ 1693920 w 10922000"/>
              <a:gd name="connsiteY88" fmla="*/ 450850 h 457200"/>
              <a:gd name="connsiteX89" fmla="*/ 1693920 w 10922000"/>
              <a:gd name="connsiteY89" fmla="*/ 457200 h 457200"/>
              <a:gd name="connsiteX90" fmla="*/ 1795050 w 10922000"/>
              <a:gd name="connsiteY90" fmla="*/ 457200 h 457200"/>
              <a:gd name="connsiteX91" fmla="*/ 1845615 w 10922000"/>
              <a:gd name="connsiteY91" fmla="*/ 457200 h 457200"/>
              <a:gd name="connsiteX92" fmla="*/ 1845615 w 10922000"/>
              <a:gd name="connsiteY92" fmla="*/ 450850 h 457200"/>
              <a:gd name="connsiteX93" fmla="*/ 1795050 w 10922000"/>
              <a:gd name="connsiteY93" fmla="*/ 450850 h 457200"/>
              <a:gd name="connsiteX94" fmla="*/ 1795050 w 10922000"/>
              <a:gd name="connsiteY94" fmla="*/ 457200 h 457200"/>
              <a:gd name="connsiteX95" fmla="*/ 1896180 w 10922000"/>
              <a:gd name="connsiteY95" fmla="*/ 457200 h 457200"/>
              <a:gd name="connsiteX96" fmla="*/ 1946745 w 10922000"/>
              <a:gd name="connsiteY96" fmla="*/ 457200 h 457200"/>
              <a:gd name="connsiteX97" fmla="*/ 1946745 w 10922000"/>
              <a:gd name="connsiteY97" fmla="*/ 450850 h 457200"/>
              <a:gd name="connsiteX98" fmla="*/ 1896180 w 10922000"/>
              <a:gd name="connsiteY98" fmla="*/ 450850 h 457200"/>
              <a:gd name="connsiteX99" fmla="*/ 1896180 w 10922000"/>
              <a:gd name="connsiteY99" fmla="*/ 457200 h 457200"/>
              <a:gd name="connsiteX100" fmla="*/ 1997310 w 10922000"/>
              <a:gd name="connsiteY100" fmla="*/ 457200 h 457200"/>
              <a:gd name="connsiteX101" fmla="*/ 2047875 w 10922000"/>
              <a:gd name="connsiteY101" fmla="*/ 457200 h 457200"/>
              <a:gd name="connsiteX102" fmla="*/ 2047875 w 10922000"/>
              <a:gd name="connsiteY102" fmla="*/ 450850 h 457200"/>
              <a:gd name="connsiteX103" fmla="*/ 1997310 w 10922000"/>
              <a:gd name="connsiteY103" fmla="*/ 450850 h 457200"/>
              <a:gd name="connsiteX104" fmla="*/ 1997310 w 10922000"/>
              <a:gd name="connsiteY104" fmla="*/ 457200 h 457200"/>
              <a:gd name="connsiteX105" fmla="*/ 2098440 w 10922000"/>
              <a:gd name="connsiteY105" fmla="*/ 457200 h 457200"/>
              <a:gd name="connsiteX106" fmla="*/ 2149005 w 10922000"/>
              <a:gd name="connsiteY106" fmla="*/ 457200 h 457200"/>
              <a:gd name="connsiteX107" fmla="*/ 2149005 w 10922000"/>
              <a:gd name="connsiteY107" fmla="*/ 450850 h 457200"/>
              <a:gd name="connsiteX108" fmla="*/ 2098440 w 10922000"/>
              <a:gd name="connsiteY108" fmla="*/ 450850 h 457200"/>
              <a:gd name="connsiteX109" fmla="*/ 2098440 w 10922000"/>
              <a:gd name="connsiteY109" fmla="*/ 457200 h 457200"/>
              <a:gd name="connsiteX110" fmla="*/ 2199570 w 10922000"/>
              <a:gd name="connsiteY110" fmla="*/ 457200 h 457200"/>
              <a:gd name="connsiteX111" fmla="*/ 2250135 w 10922000"/>
              <a:gd name="connsiteY111" fmla="*/ 457200 h 457200"/>
              <a:gd name="connsiteX112" fmla="*/ 2250135 w 10922000"/>
              <a:gd name="connsiteY112" fmla="*/ 450850 h 457200"/>
              <a:gd name="connsiteX113" fmla="*/ 2199570 w 10922000"/>
              <a:gd name="connsiteY113" fmla="*/ 450850 h 457200"/>
              <a:gd name="connsiteX114" fmla="*/ 2199570 w 10922000"/>
              <a:gd name="connsiteY114" fmla="*/ 457200 h 457200"/>
              <a:gd name="connsiteX115" fmla="*/ 2300700 w 10922000"/>
              <a:gd name="connsiteY115" fmla="*/ 457200 h 457200"/>
              <a:gd name="connsiteX116" fmla="*/ 2351266 w 10922000"/>
              <a:gd name="connsiteY116" fmla="*/ 457200 h 457200"/>
              <a:gd name="connsiteX117" fmla="*/ 2351266 w 10922000"/>
              <a:gd name="connsiteY117" fmla="*/ 450850 h 457200"/>
              <a:gd name="connsiteX118" fmla="*/ 2300700 w 10922000"/>
              <a:gd name="connsiteY118" fmla="*/ 450850 h 457200"/>
              <a:gd name="connsiteX119" fmla="*/ 2300700 w 10922000"/>
              <a:gd name="connsiteY119" fmla="*/ 457200 h 457200"/>
              <a:gd name="connsiteX120" fmla="*/ 2401830 w 10922000"/>
              <a:gd name="connsiteY120" fmla="*/ 457200 h 457200"/>
              <a:gd name="connsiteX121" fmla="*/ 2452396 w 10922000"/>
              <a:gd name="connsiteY121" fmla="*/ 457200 h 457200"/>
              <a:gd name="connsiteX122" fmla="*/ 2452396 w 10922000"/>
              <a:gd name="connsiteY122" fmla="*/ 450850 h 457200"/>
              <a:gd name="connsiteX123" fmla="*/ 2401830 w 10922000"/>
              <a:gd name="connsiteY123" fmla="*/ 450850 h 457200"/>
              <a:gd name="connsiteX124" fmla="*/ 2401830 w 10922000"/>
              <a:gd name="connsiteY124" fmla="*/ 457200 h 457200"/>
              <a:gd name="connsiteX125" fmla="*/ 2502961 w 10922000"/>
              <a:gd name="connsiteY125" fmla="*/ 457200 h 457200"/>
              <a:gd name="connsiteX126" fmla="*/ 2553526 w 10922000"/>
              <a:gd name="connsiteY126" fmla="*/ 457200 h 457200"/>
              <a:gd name="connsiteX127" fmla="*/ 2553526 w 10922000"/>
              <a:gd name="connsiteY127" fmla="*/ 450850 h 457200"/>
              <a:gd name="connsiteX128" fmla="*/ 2502961 w 10922000"/>
              <a:gd name="connsiteY128" fmla="*/ 450850 h 457200"/>
              <a:gd name="connsiteX129" fmla="*/ 2502961 w 10922000"/>
              <a:gd name="connsiteY129" fmla="*/ 457200 h 457200"/>
              <a:gd name="connsiteX130" fmla="*/ 2604084 w 10922000"/>
              <a:gd name="connsiteY130" fmla="*/ 457200 h 457200"/>
              <a:gd name="connsiteX131" fmla="*/ 2654649 w 10922000"/>
              <a:gd name="connsiteY131" fmla="*/ 457200 h 457200"/>
              <a:gd name="connsiteX132" fmla="*/ 2654649 w 10922000"/>
              <a:gd name="connsiteY132" fmla="*/ 450850 h 457200"/>
              <a:gd name="connsiteX133" fmla="*/ 2604084 w 10922000"/>
              <a:gd name="connsiteY133" fmla="*/ 450850 h 457200"/>
              <a:gd name="connsiteX134" fmla="*/ 2604084 w 10922000"/>
              <a:gd name="connsiteY134" fmla="*/ 457200 h 457200"/>
              <a:gd name="connsiteX135" fmla="*/ 2705214 w 10922000"/>
              <a:gd name="connsiteY135" fmla="*/ 457200 h 457200"/>
              <a:gd name="connsiteX136" fmla="*/ 2755780 w 10922000"/>
              <a:gd name="connsiteY136" fmla="*/ 457200 h 457200"/>
              <a:gd name="connsiteX137" fmla="*/ 2755780 w 10922000"/>
              <a:gd name="connsiteY137" fmla="*/ 450850 h 457200"/>
              <a:gd name="connsiteX138" fmla="*/ 2705214 w 10922000"/>
              <a:gd name="connsiteY138" fmla="*/ 450850 h 457200"/>
              <a:gd name="connsiteX139" fmla="*/ 2705214 w 10922000"/>
              <a:gd name="connsiteY139" fmla="*/ 457200 h 457200"/>
              <a:gd name="connsiteX140" fmla="*/ 2806344 w 10922000"/>
              <a:gd name="connsiteY140" fmla="*/ 457200 h 457200"/>
              <a:gd name="connsiteX141" fmla="*/ 2856909 w 10922000"/>
              <a:gd name="connsiteY141" fmla="*/ 457200 h 457200"/>
              <a:gd name="connsiteX142" fmla="*/ 2856909 w 10922000"/>
              <a:gd name="connsiteY142" fmla="*/ 450850 h 457200"/>
              <a:gd name="connsiteX143" fmla="*/ 2806344 w 10922000"/>
              <a:gd name="connsiteY143" fmla="*/ 450850 h 457200"/>
              <a:gd name="connsiteX144" fmla="*/ 2806344 w 10922000"/>
              <a:gd name="connsiteY144" fmla="*/ 457200 h 457200"/>
              <a:gd name="connsiteX145" fmla="*/ 2907475 w 10922000"/>
              <a:gd name="connsiteY145" fmla="*/ 457200 h 457200"/>
              <a:gd name="connsiteX146" fmla="*/ 2958040 w 10922000"/>
              <a:gd name="connsiteY146" fmla="*/ 457200 h 457200"/>
              <a:gd name="connsiteX147" fmla="*/ 2958040 w 10922000"/>
              <a:gd name="connsiteY147" fmla="*/ 450850 h 457200"/>
              <a:gd name="connsiteX148" fmla="*/ 2907475 w 10922000"/>
              <a:gd name="connsiteY148" fmla="*/ 450850 h 457200"/>
              <a:gd name="connsiteX149" fmla="*/ 2907475 w 10922000"/>
              <a:gd name="connsiteY149" fmla="*/ 457200 h 457200"/>
              <a:gd name="connsiteX150" fmla="*/ 3008605 w 10922000"/>
              <a:gd name="connsiteY150" fmla="*/ 457200 h 457200"/>
              <a:gd name="connsiteX151" fmla="*/ 3059170 w 10922000"/>
              <a:gd name="connsiteY151" fmla="*/ 457200 h 457200"/>
              <a:gd name="connsiteX152" fmla="*/ 3059170 w 10922000"/>
              <a:gd name="connsiteY152" fmla="*/ 450850 h 457200"/>
              <a:gd name="connsiteX153" fmla="*/ 3008605 w 10922000"/>
              <a:gd name="connsiteY153" fmla="*/ 450850 h 457200"/>
              <a:gd name="connsiteX154" fmla="*/ 3008605 w 10922000"/>
              <a:gd name="connsiteY154" fmla="*/ 457200 h 457200"/>
              <a:gd name="connsiteX155" fmla="*/ 3109735 w 10922000"/>
              <a:gd name="connsiteY155" fmla="*/ 457200 h 457200"/>
              <a:gd name="connsiteX156" fmla="*/ 3160300 w 10922000"/>
              <a:gd name="connsiteY156" fmla="*/ 457200 h 457200"/>
              <a:gd name="connsiteX157" fmla="*/ 3160300 w 10922000"/>
              <a:gd name="connsiteY157" fmla="*/ 450850 h 457200"/>
              <a:gd name="connsiteX158" fmla="*/ 3109735 w 10922000"/>
              <a:gd name="connsiteY158" fmla="*/ 450850 h 457200"/>
              <a:gd name="connsiteX159" fmla="*/ 3109735 w 10922000"/>
              <a:gd name="connsiteY159" fmla="*/ 457200 h 457200"/>
              <a:gd name="connsiteX160" fmla="*/ 3210865 w 10922000"/>
              <a:gd name="connsiteY160" fmla="*/ 457200 h 457200"/>
              <a:gd name="connsiteX161" fmla="*/ 3261430 w 10922000"/>
              <a:gd name="connsiteY161" fmla="*/ 457200 h 457200"/>
              <a:gd name="connsiteX162" fmla="*/ 3261430 w 10922000"/>
              <a:gd name="connsiteY162" fmla="*/ 450850 h 457200"/>
              <a:gd name="connsiteX163" fmla="*/ 3210865 w 10922000"/>
              <a:gd name="connsiteY163" fmla="*/ 450850 h 457200"/>
              <a:gd name="connsiteX164" fmla="*/ 3210865 w 10922000"/>
              <a:gd name="connsiteY164" fmla="*/ 457200 h 457200"/>
              <a:gd name="connsiteX165" fmla="*/ 3311995 w 10922000"/>
              <a:gd name="connsiteY165" fmla="*/ 457200 h 457200"/>
              <a:gd name="connsiteX166" fmla="*/ 3362560 w 10922000"/>
              <a:gd name="connsiteY166" fmla="*/ 457200 h 457200"/>
              <a:gd name="connsiteX167" fmla="*/ 3362560 w 10922000"/>
              <a:gd name="connsiteY167" fmla="*/ 450850 h 457200"/>
              <a:gd name="connsiteX168" fmla="*/ 3311995 w 10922000"/>
              <a:gd name="connsiteY168" fmla="*/ 450850 h 457200"/>
              <a:gd name="connsiteX169" fmla="*/ 3311995 w 10922000"/>
              <a:gd name="connsiteY169" fmla="*/ 457200 h 457200"/>
              <a:gd name="connsiteX170" fmla="*/ 3413125 w 10922000"/>
              <a:gd name="connsiteY170" fmla="*/ 457200 h 457200"/>
              <a:gd name="connsiteX171" fmla="*/ 3463690 w 10922000"/>
              <a:gd name="connsiteY171" fmla="*/ 457200 h 457200"/>
              <a:gd name="connsiteX172" fmla="*/ 3463690 w 10922000"/>
              <a:gd name="connsiteY172" fmla="*/ 450850 h 457200"/>
              <a:gd name="connsiteX173" fmla="*/ 3413125 w 10922000"/>
              <a:gd name="connsiteY173" fmla="*/ 450850 h 457200"/>
              <a:gd name="connsiteX174" fmla="*/ 3413125 w 10922000"/>
              <a:gd name="connsiteY174" fmla="*/ 457200 h 457200"/>
              <a:gd name="connsiteX175" fmla="*/ 3514255 w 10922000"/>
              <a:gd name="connsiteY175" fmla="*/ 457200 h 457200"/>
              <a:gd name="connsiteX176" fmla="*/ 3564820 w 10922000"/>
              <a:gd name="connsiteY176" fmla="*/ 457200 h 457200"/>
              <a:gd name="connsiteX177" fmla="*/ 3564820 w 10922000"/>
              <a:gd name="connsiteY177" fmla="*/ 450850 h 457200"/>
              <a:gd name="connsiteX178" fmla="*/ 3514255 w 10922000"/>
              <a:gd name="connsiteY178" fmla="*/ 450850 h 457200"/>
              <a:gd name="connsiteX179" fmla="*/ 3514255 w 10922000"/>
              <a:gd name="connsiteY179" fmla="*/ 457200 h 457200"/>
              <a:gd name="connsiteX180" fmla="*/ 3615385 w 10922000"/>
              <a:gd name="connsiteY180" fmla="*/ 457200 h 457200"/>
              <a:gd name="connsiteX181" fmla="*/ 3665944 w 10922000"/>
              <a:gd name="connsiteY181" fmla="*/ 457200 h 457200"/>
              <a:gd name="connsiteX182" fmla="*/ 3665944 w 10922000"/>
              <a:gd name="connsiteY182" fmla="*/ 450850 h 457200"/>
              <a:gd name="connsiteX183" fmla="*/ 3615385 w 10922000"/>
              <a:gd name="connsiteY183" fmla="*/ 450850 h 457200"/>
              <a:gd name="connsiteX184" fmla="*/ 3615385 w 10922000"/>
              <a:gd name="connsiteY184" fmla="*/ 457200 h 457200"/>
              <a:gd name="connsiteX185" fmla="*/ 3716509 w 10922000"/>
              <a:gd name="connsiteY185" fmla="*/ 457200 h 457200"/>
              <a:gd name="connsiteX186" fmla="*/ 3767074 w 10922000"/>
              <a:gd name="connsiteY186" fmla="*/ 457200 h 457200"/>
              <a:gd name="connsiteX187" fmla="*/ 3767074 w 10922000"/>
              <a:gd name="connsiteY187" fmla="*/ 450850 h 457200"/>
              <a:gd name="connsiteX188" fmla="*/ 3716509 w 10922000"/>
              <a:gd name="connsiteY188" fmla="*/ 450850 h 457200"/>
              <a:gd name="connsiteX189" fmla="*/ 3716509 w 10922000"/>
              <a:gd name="connsiteY189" fmla="*/ 457200 h 457200"/>
              <a:gd name="connsiteX190" fmla="*/ 3817639 w 10922000"/>
              <a:gd name="connsiteY190" fmla="*/ 457200 h 457200"/>
              <a:gd name="connsiteX191" fmla="*/ 3868204 w 10922000"/>
              <a:gd name="connsiteY191" fmla="*/ 457200 h 457200"/>
              <a:gd name="connsiteX192" fmla="*/ 3868204 w 10922000"/>
              <a:gd name="connsiteY192" fmla="*/ 450850 h 457200"/>
              <a:gd name="connsiteX193" fmla="*/ 3817639 w 10922000"/>
              <a:gd name="connsiteY193" fmla="*/ 450850 h 457200"/>
              <a:gd name="connsiteX194" fmla="*/ 3817639 w 10922000"/>
              <a:gd name="connsiteY194" fmla="*/ 457200 h 457200"/>
              <a:gd name="connsiteX195" fmla="*/ 3918769 w 10922000"/>
              <a:gd name="connsiteY195" fmla="*/ 457200 h 457200"/>
              <a:gd name="connsiteX196" fmla="*/ 3969334 w 10922000"/>
              <a:gd name="connsiteY196" fmla="*/ 457200 h 457200"/>
              <a:gd name="connsiteX197" fmla="*/ 3969334 w 10922000"/>
              <a:gd name="connsiteY197" fmla="*/ 450850 h 457200"/>
              <a:gd name="connsiteX198" fmla="*/ 3918769 w 10922000"/>
              <a:gd name="connsiteY198" fmla="*/ 450850 h 457200"/>
              <a:gd name="connsiteX199" fmla="*/ 3918769 w 10922000"/>
              <a:gd name="connsiteY199" fmla="*/ 457200 h 457200"/>
              <a:gd name="connsiteX200" fmla="*/ 4019899 w 10922000"/>
              <a:gd name="connsiteY200" fmla="*/ 457200 h 457200"/>
              <a:gd name="connsiteX201" fmla="*/ 4070464 w 10922000"/>
              <a:gd name="connsiteY201" fmla="*/ 457200 h 457200"/>
              <a:gd name="connsiteX202" fmla="*/ 4070464 w 10922000"/>
              <a:gd name="connsiteY202" fmla="*/ 450850 h 457200"/>
              <a:gd name="connsiteX203" fmla="*/ 4019899 w 10922000"/>
              <a:gd name="connsiteY203" fmla="*/ 450850 h 457200"/>
              <a:gd name="connsiteX204" fmla="*/ 4019899 w 10922000"/>
              <a:gd name="connsiteY204" fmla="*/ 457200 h 457200"/>
              <a:gd name="connsiteX205" fmla="*/ 4121030 w 10922000"/>
              <a:gd name="connsiteY205" fmla="*/ 457200 h 457200"/>
              <a:gd name="connsiteX206" fmla="*/ 4171594 w 10922000"/>
              <a:gd name="connsiteY206" fmla="*/ 457200 h 457200"/>
              <a:gd name="connsiteX207" fmla="*/ 4171594 w 10922000"/>
              <a:gd name="connsiteY207" fmla="*/ 450850 h 457200"/>
              <a:gd name="connsiteX208" fmla="*/ 4121030 w 10922000"/>
              <a:gd name="connsiteY208" fmla="*/ 450850 h 457200"/>
              <a:gd name="connsiteX209" fmla="*/ 4121030 w 10922000"/>
              <a:gd name="connsiteY209" fmla="*/ 457200 h 457200"/>
              <a:gd name="connsiteX210" fmla="*/ 4222160 w 10922000"/>
              <a:gd name="connsiteY210" fmla="*/ 457200 h 457200"/>
              <a:gd name="connsiteX211" fmla="*/ 4272725 w 10922000"/>
              <a:gd name="connsiteY211" fmla="*/ 457200 h 457200"/>
              <a:gd name="connsiteX212" fmla="*/ 4272725 w 10922000"/>
              <a:gd name="connsiteY212" fmla="*/ 450850 h 457200"/>
              <a:gd name="connsiteX213" fmla="*/ 4222160 w 10922000"/>
              <a:gd name="connsiteY213" fmla="*/ 450850 h 457200"/>
              <a:gd name="connsiteX214" fmla="*/ 4222160 w 10922000"/>
              <a:gd name="connsiteY214" fmla="*/ 457200 h 457200"/>
              <a:gd name="connsiteX215" fmla="*/ 4323290 w 10922000"/>
              <a:gd name="connsiteY215" fmla="*/ 457200 h 457200"/>
              <a:gd name="connsiteX216" fmla="*/ 4373855 w 10922000"/>
              <a:gd name="connsiteY216" fmla="*/ 457200 h 457200"/>
              <a:gd name="connsiteX217" fmla="*/ 4373855 w 10922000"/>
              <a:gd name="connsiteY217" fmla="*/ 450850 h 457200"/>
              <a:gd name="connsiteX218" fmla="*/ 4323290 w 10922000"/>
              <a:gd name="connsiteY218" fmla="*/ 450850 h 457200"/>
              <a:gd name="connsiteX219" fmla="*/ 4323290 w 10922000"/>
              <a:gd name="connsiteY219" fmla="*/ 457200 h 457200"/>
              <a:gd name="connsiteX220" fmla="*/ 4424420 w 10922000"/>
              <a:gd name="connsiteY220" fmla="*/ 457200 h 457200"/>
              <a:gd name="connsiteX221" fmla="*/ 4474985 w 10922000"/>
              <a:gd name="connsiteY221" fmla="*/ 457200 h 457200"/>
              <a:gd name="connsiteX222" fmla="*/ 4474985 w 10922000"/>
              <a:gd name="connsiteY222" fmla="*/ 450850 h 457200"/>
              <a:gd name="connsiteX223" fmla="*/ 4424420 w 10922000"/>
              <a:gd name="connsiteY223" fmla="*/ 450850 h 457200"/>
              <a:gd name="connsiteX224" fmla="*/ 4424420 w 10922000"/>
              <a:gd name="connsiteY224" fmla="*/ 457200 h 457200"/>
              <a:gd name="connsiteX225" fmla="*/ 4525550 w 10922000"/>
              <a:gd name="connsiteY225" fmla="*/ 457200 h 457200"/>
              <a:gd name="connsiteX226" fmla="*/ 4576115 w 10922000"/>
              <a:gd name="connsiteY226" fmla="*/ 457200 h 457200"/>
              <a:gd name="connsiteX227" fmla="*/ 4576115 w 10922000"/>
              <a:gd name="connsiteY227" fmla="*/ 450850 h 457200"/>
              <a:gd name="connsiteX228" fmla="*/ 4525550 w 10922000"/>
              <a:gd name="connsiteY228" fmla="*/ 450850 h 457200"/>
              <a:gd name="connsiteX229" fmla="*/ 4525550 w 10922000"/>
              <a:gd name="connsiteY229" fmla="*/ 457200 h 457200"/>
              <a:gd name="connsiteX230" fmla="*/ 4626680 w 10922000"/>
              <a:gd name="connsiteY230" fmla="*/ 457200 h 457200"/>
              <a:gd name="connsiteX231" fmla="*/ 4677239 w 10922000"/>
              <a:gd name="connsiteY231" fmla="*/ 457200 h 457200"/>
              <a:gd name="connsiteX232" fmla="*/ 4677239 w 10922000"/>
              <a:gd name="connsiteY232" fmla="*/ 450850 h 457200"/>
              <a:gd name="connsiteX233" fmla="*/ 4626680 w 10922000"/>
              <a:gd name="connsiteY233" fmla="*/ 450850 h 457200"/>
              <a:gd name="connsiteX234" fmla="*/ 4626680 w 10922000"/>
              <a:gd name="connsiteY234" fmla="*/ 457200 h 457200"/>
              <a:gd name="connsiteX235" fmla="*/ 4727804 w 10922000"/>
              <a:gd name="connsiteY235" fmla="*/ 457200 h 457200"/>
              <a:gd name="connsiteX236" fmla="*/ 4778369 w 10922000"/>
              <a:gd name="connsiteY236" fmla="*/ 457200 h 457200"/>
              <a:gd name="connsiteX237" fmla="*/ 4778369 w 10922000"/>
              <a:gd name="connsiteY237" fmla="*/ 450850 h 457200"/>
              <a:gd name="connsiteX238" fmla="*/ 4727804 w 10922000"/>
              <a:gd name="connsiteY238" fmla="*/ 450850 h 457200"/>
              <a:gd name="connsiteX239" fmla="*/ 4727804 w 10922000"/>
              <a:gd name="connsiteY239" fmla="*/ 457200 h 457200"/>
              <a:gd name="connsiteX240" fmla="*/ 4828934 w 10922000"/>
              <a:gd name="connsiteY240" fmla="*/ 457200 h 457200"/>
              <a:gd name="connsiteX241" fmla="*/ 4879499 w 10922000"/>
              <a:gd name="connsiteY241" fmla="*/ 457200 h 457200"/>
              <a:gd name="connsiteX242" fmla="*/ 4879499 w 10922000"/>
              <a:gd name="connsiteY242" fmla="*/ 450850 h 457200"/>
              <a:gd name="connsiteX243" fmla="*/ 4828934 w 10922000"/>
              <a:gd name="connsiteY243" fmla="*/ 450850 h 457200"/>
              <a:gd name="connsiteX244" fmla="*/ 4828934 w 10922000"/>
              <a:gd name="connsiteY244" fmla="*/ 457200 h 457200"/>
              <a:gd name="connsiteX245" fmla="*/ 4930064 w 10922000"/>
              <a:gd name="connsiteY245" fmla="*/ 457200 h 457200"/>
              <a:gd name="connsiteX246" fmla="*/ 4980629 w 10922000"/>
              <a:gd name="connsiteY246" fmla="*/ 457200 h 457200"/>
              <a:gd name="connsiteX247" fmla="*/ 4980629 w 10922000"/>
              <a:gd name="connsiteY247" fmla="*/ 450850 h 457200"/>
              <a:gd name="connsiteX248" fmla="*/ 4930064 w 10922000"/>
              <a:gd name="connsiteY248" fmla="*/ 450850 h 457200"/>
              <a:gd name="connsiteX249" fmla="*/ 4930064 w 10922000"/>
              <a:gd name="connsiteY249" fmla="*/ 457200 h 457200"/>
              <a:gd name="connsiteX250" fmla="*/ 5031194 w 10922000"/>
              <a:gd name="connsiteY250" fmla="*/ 457200 h 457200"/>
              <a:gd name="connsiteX251" fmla="*/ 5081759 w 10922000"/>
              <a:gd name="connsiteY251" fmla="*/ 457200 h 457200"/>
              <a:gd name="connsiteX252" fmla="*/ 5081759 w 10922000"/>
              <a:gd name="connsiteY252" fmla="*/ 450850 h 457200"/>
              <a:gd name="connsiteX253" fmla="*/ 5031194 w 10922000"/>
              <a:gd name="connsiteY253" fmla="*/ 450850 h 457200"/>
              <a:gd name="connsiteX254" fmla="*/ 5031194 w 10922000"/>
              <a:gd name="connsiteY254" fmla="*/ 457200 h 457200"/>
              <a:gd name="connsiteX255" fmla="*/ 5132324 w 10922000"/>
              <a:gd name="connsiteY255" fmla="*/ 457200 h 457200"/>
              <a:gd name="connsiteX256" fmla="*/ 5182889 w 10922000"/>
              <a:gd name="connsiteY256" fmla="*/ 457200 h 457200"/>
              <a:gd name="connsiteX257" fmla="*/ 5182889 w 10922000"/>
              <a:gd name="connsiteY257" fmla="*/ 450850 h 457200"/>
              <a:gd name="connsiteX258" fmla="*/ 5132324 w 10922000"/>
              <a:gd name="connsiteY258" fmla="*/ 450850 h 457200"/>
              <a:gd name="connsiteX259" fmla="*/ 5132324 w 10922000"/>
              <a:gd name="connsiteY259" fmla="*/ 457200 h 457200"/>
              <a:gd name="connsiteX260" fmla="*/ 5233454 w 10922000"/>
              <a:gd name="connsiteY260" fmla="*/ 457200 h 457200"/>
              <a:gd name="connsiteX261" fmla="*/ 5284020 w 10922000"/>
              <a:gd name="connsiteY261" fmla="*/ 457200 h 457200"/>
              <a:gd name="connsiteX262" fmla="*/ 5284020 w 10922000"/>
              <a:gd name="connsiteY262" fmla="*/ 450850 h 457200"/>
              <a:gd name="connsiteX263" fmla="*/ 5233454 w 10922000"/>
              <a:gd name="connsiteY263" fmla="*/ 450850 h 457200"/>
              <a:gd name="connsiteX264" fmla="*/ 5233454 w 10922000"/>
              <a:gd name="connsiteY264" fmla="*/ 457200 h 457200"/>
              <a:gd name="connsiteX265" fmla="*/ 5334584 w 10922000"/>
              <a:gd name="connsiteY265" fmla="*/ 457200 h 457200"/>
              <a:gd name="connsiteX266" fmla="*/ 5385149 w 10922000"/>
              <a:gd name="connsiteY266" fmla="*/ 457200 h 457200"/>
              <a:gd name="connsiteX267" fmla="*/ 5385149 w 10922000"/>
              <a:gd name="connsiteY267" fmla="*/ 450850 h 457200"/>
              <a:gd name="connsiteX268" fmla="*/ 5334584 w 10922000"/>
              <a:gd name="connsiteY268" fmla="*/ 450850 h 457200"/>
              <a:gd name="connsiteX269" fmla="*/ 5334584 w 10922000"/>
              <a:gd name="connsiteY269" fmla="*/ 457200 h 457200"/>
              <a:gd name="connsiteX270" fmla="*/ 5435715 w 10922000"/>
              <a:gd name="connsiteY270" fmla="*/ 457200 h 457200"/>
              <a:gd name="connsiteX271" fmla="*/ 5486280 w 10922000"/>
              <a:gd name="connsiteY271" fmla="*/ 457200 h 457200"/>
              <a:gd name="connsiteX272" fmla="*/ 5486280 w 10922000"/>
              <a:gd name="connsiteY272" fmla="*/ 450850 h 457200"/>
              <a:gd name="connsiteX273" fmla="*/ 5435715 w 10922000"/>
              <a:gd name="connsiteY273" fmla="*/ 450850 h 457200"/>
              <a:gd name="connsiteX274" fmla="*/ 5435715 w 10922000"/>
              <a:gd name="connsiteY274" fmla="*/ 457200 h 457200"/>
              <a:gd name="connsiteX275" fmla="*/ 5536844 w 10922000"/>
              <a:gd name="connsiteY275" fmla="*/ 457200 h 457200"/>
              <a:gd name="connsiteX276" fmla="*/ 5587410 w 10922000"/>
              <a:gd name="connsiteY276" fmla="*/ 457200 h 457200"/>
              <a:gd name="connsiteX277" fmla="*/ 5587410 w 10922000"/>
              <a:gd name="connsiteY277" fmla="*/ 450850 h 457200"/>
              <a:gd name="connsiteX278" fmla="*/ 5536844 w 10922000"/>
              <a:gd name="connsiteY278" fmla="*/ 450850 h 457200"/>
              <a:gd name="connsiteX279" fmla="*/ 5536844 w 10922000"/>
              <a:gd name="connsiteY279" fmla="*/ 457200 h 457200"/>
              <a:gd name="connsiteX280" fmla="*/ 5637975 w 10922000"/>
              <a:gd name="connsiteY280" fmla="*/ 457200 h 457200"/>
              <a:gd name="connsiteX281" fmla="*/ 5688533 w 10922000"/>
              <a:gd name="connsiteY281" fmla="*/ 457200 h 457200"/>
              <a:gd name="connsiteX282" fmla="*/ 5688533 w 10922000"/>
              <a:gd name="connsiteY282" fmla="*/ 450850 h 457200"/>
              <a:gd name="connsiteX283" fmla="*/ 5637975 w 10922000"/>
              <a:gd name="connsiteY283" fmla="*/ 450850 h 457200"/>
              <a:gd name="connsiteX284" fmla="*/ 5637975 w 10922000"/>
              <a:gd name="connsiteY284" fmla="*/ 457200 h 457200"/>
              <a:gd name="connsiteX285" fmla="*/ 5739130 w 10922000"/>
              <a:gd name="connsiteY285" fmla="*/ 457200 h 457200"/>
              <a:gd name="connsiteX286" fmla="*/ 5789676 w 10922000"/>
              <a:gd name="connsiteY286" fmla="*/ 457200 h 457200"/>
              <a:gd name="connsiteX287" fmla="*/ 5789676 w 10922000"/>
              <a:gd name="connsiteY287" fmla="*/ 450850 h 457200"/>
              <a:gd name="connsiteX288" fmla="*/ 5739130 w 10922000"/>
              <a:gd name="connsiteY288" fmla="*/ 450850 h 457200"/>
              <a:gd name="connsiteX289" fmla="*/ 5739130 w 10922000"/>
              <a:gd name="connsiteY289" fmla="*/ 457200 h 457200"/>
              <a:gd name="connsiteX290" fmla="*/ 5840222 w 10922000"/>
              <a:gd name="connsiteY290" fmla="*/ 457200 h 457200"/>
              <a:gd name="connsiteX291" fmla="*/ 5890769 w 10922000"/>
              <a:gd name="connsiteY291" fmla="*/ 457200 h 457200"/>
              <a:gd name="connsiteX292" fmla="*/ 5890769 w 10922000"/>
              <a:gd name="connsiteY292" fmla="*/ 450850 h 457200"/>
              <a:gd name="connsiteX293" fmla="*/ 5840222 w 10922000"/>
              <a:gd name="connsiteY293" fmla="*/ 450850 h 457200"/>
              <a:gd name="connsiteX294" fmla="*/ 5840222 w 10922000"/>
              <a:gd name="connsiteY294" fmla="*/ 457200 h 457200"/>
              <a:gd name="connsiteX295" fmla="*/ 5941378 w 10922000"/>
              <a:gd name="connsiteY295" fmla="*/ 457200 h 457200"/>
              <a:gd name="connsiteX296" fmla="*/ 5991924 w 10922000"/>
              <a:gd name="connsiteY296" fmla="*/ 457200 h 457200"/>
              <a:gd name="connsiteX297" fmla="*/ 5991924 w 10922000"/>
              <a:gd name="connsiteY297" fmla="*/ 450850 h 457200"/>
              <a:gd name="connsiteX298" fmla="*/ 5941378 w 10922000"/>
              <a:gd name="connsiteY298" fmla="*/ 450850 h 457200"/>
              <a:gd name="connsiteX299" fmla="*/ 5941378 w 10922000"/>
              <a:gd name="connsiteY299" fmla="*/ 457200 h 457200"/>
              <a:gd name="connsiteX300" fmla="*/ 6042469 w 10922000"/>
              <a:gd name="connsiteY300" fmla="*/ 457200 h 457200"/>
              <a:gd name="connsiteX301" fmla="*/ 6093079 w 10922000"/>
              <a:gd name="connsiteY301" fmla="*/ 457200 h 457200"/>
              <a:gd name="connsiteX302" fmla="*/ 6093079 w 10922000"/>
              <a:gd name="connsiteY302" fmla="*/ 450850 h 457200"/>
              <a:gd name="connsiteX303" fmla="*/ 6042469 w 10922000"/>
              <a:gd name="connsiteY303" fmla="*/ 450850 h 457200"/>
              <a:gd name="connsiteX304" fmla="*/ 6042469 w 10922000"/>
              <a:gd name="connsiteY304" fmla="*/ 457200 h 457200"/>
              <a:gd name="connsiteX305" fmla="*/ 6143625 w 10922000"/>
              <a:gd name="connsiteY305" fmla="*/ 457200 h 457200"/>
              <a:gd name="connsiteX306" fmla="*/ 6194171 w 10922000"/>
              <a:gd name="connsiteY306" fmla="*/ 457200 h 457200"/>
              <a:gd name="connsiteX307" fmla="*/ 6194171 w 10922000"/>
              <a:gd name="connsiteY307" fmla="*/ 450850 h 457200"/>
              <a:gd name="connsiteX308" fmla="*/ 6143625 w 10922000"/>
              <a:gd name="connsiteY308" fmla="*/ 450850 h 457200"/>
              <a:gd name="connsiteX309" fmla="*/ 6143625 w 10922000"/>
              <a:gd name="connsiteY309" fmla="*/ 457200 h 457200"/>
              <a:gd name="connsiteX310" fmla="*/ 6244718 w 10922000"/>
              <a:gd name="connsiteY310" fmla="*/ 457200 h 457200"/>
              <a:gd name="connsiteX311" fmla="*/ 6295327 w 10922000"/>
              <a:gd name="connsiteY311" fmla="*/ 457200 h 457200"/>
              <a:gd name="connsiteX312" fmla="*/ 6295327 w 10922000"/>
              <a:gd name="connsiteY312" fmla="*/ 450850 h 457200"/>
              <a:gd name="connsiteX313" fmla="*/ 6244718 w 10922000"/>
              <a:gd name="connsiteY313" fmla="*/ 450850 h 457200"/>
              <a:gd name="connsiteX314" fmla="*/ 6244718 w 10922000"/>
              <a:gd name="connsiteY314" fmla="*/ 457200 h 457200"/>
              <a:gd name="connsiteX315" fmla="*/ 6345873 w 10922000"/>
              <a:gd name="connsiteY315" fmla="*/ 457200 h 457200"/>
              <a:gd name="connsiteX316" fmla="*/ 6396419 w 10922000"/>
              <a:gd name="connsiteY316" fmla="*/ 457200 h 457200"/>
              <a:gd name="connsiteX317" fmla="*/ 6396419 w 10922000"/>
              <a:gd name="connsiteY317" fmla="*/ 450850 h 457200"/>
              <a:gd name="connsiteX318" fmla="*/ 6345873 w 10922000"/>
              <a:gd name="connsiteY318" fmla="*/ 450850 h 457200"/>
              <a:gd name="connsiteX319" fmla="*/ 6345873 w 10922000"/>
              <a:gd name="connsiteY319" fmla="*/ 457200 h 457200"/>
              <a:gd name="connsiteX320" fmla="*/ 6447028 w 10922000"/>
              <a:gd name="connsiteY320" fmla="*/ 457200 h 457200"/>
              <a:gd name="connsiteX321" fmla="*/ 6497574 w 10922000"/>
              <a:gd name="connsiteY321" fmla="*/ 457200 h 457200"/>
              <a:gd name="connsiteX322" fmla="*/ 6497574 w 10922000"/>
              <a:gd name="connsiteY322" fmla="*/ 450850 h 457200"/>
              <a:gd name="connsiteX323" fmla="*/ 6447028 w 10922000"/>
              <a:gd name="connsiteY323" fmla="*/ 450850 h 457200"/>
              <a:gd name="connsiteX324" fmla="*/ 6447028 w 10922000"/>
              <a:gd name="connsiteY324" fmla="*/ 457200 h 457200"/>
              <a:gd name="connsiteX325" fmla="*/ 6548120 w 10922000"/>
              <a:gd name="connsiteY325" fmla="*/ 457200 h 457200"/>
              <a:gd name="connsiteX326" fmla="*/ 6598730 w 10922000"/>
              <a:gd name="connsiteY326" fmla="*/ 457200 h 457200"/>
              <a:gd name="connsiteX327" fmla="*/ 6598730 w 10922000"/>
              <a:gd name="connsiteY327" fmla="*/ 450850 h 457200"/>
              <a:gd name="connsiteX328" fmla="*/ 6548120 w 10922000"/>
              <a:gd name="connsiteY328" fmla="*/ 450850 h 457200"/>
              <a:gd name="connsiteX329" fmla="*/ 6548120 w 10922000"/>
              <a:gd name="connsiteY329" fmla="*/ 457200 h 457200"/>
              <a:gd name="connsiteX330" fmla="*/ 6649276 w 10922000"/>
              <a:gd name="connsiteY330" fmla="*/ 457200 h 457200"/>
              <a:gd name="connsiteX331" fmla="*/ 6699822 w 10922000"/>
              <a:gd name="connsiteY331" fmla="*/ 457200 h 457200"/>
              <a:gd name="connsiteX332" fmla="*/ 6699822 w 10922000"/>
              <a:gd name="connsiteY332" fmla="*/ 450850 h 457200"/>
              <a:gd name="connsiteX333" fmla="*/ 6649276 w 10922000"/>
              <a:gd name="connsiteY333" fmla="*/ 450850 h 457200"/>
              <a:gd name="connsiteX334" fmla="*/ 6649276 w 10922000"/>
              <a:gd name="connsiteY334" fmla="*/ 457200 h 457200"/>
              <a:gd name="connsiteX335" fmla="*/ 6750368 w 10922000"/>
              <a:gd name="connsiteY335" fmla="*/ 457200 h 457200"/>
              <a:gd name="connsiteX336" fmla="*/ 6800977 w 10922000"/>
              <a:gd name="connsiteY336" fmla="*/ 457200 h 457200"/>
              <a:gd name="connsiteX337" fmla="*/ 6800977 w 10922000"/>
              <a:gd name="connsiteY337" fmla="*/ 450850 h 457200"/>
              <a:gd name="connsiteX338" fmla="*/ 6750368 w 10922000"/>
              <a:gd name="connsiteY338" fmla="*/ 450850 h 457200"/>
              <a:gd name="connsiteX339" fmla="*/ 6750368 w 10922000"/>
              <a:gd name="connsiteY339" fmla="*/ 457200 h 457200"/>
              <a:gd name="connsiteX340" fmla="*/ 6851523 w 10922000"/>
              <a:gd name="connsiteY340" fmla="*/ 457200 h 457200"/>
              <a:gd name="connsiteX341" fmla="*/ 6902069 w 10922000"/>
              <a:gd name="connsiteY341" fmla="*/ 457200 h 457200"/>
              <a:gd name="connsiteX342" fmla="*/ 6902069 w 10922000"/>
              <a:gd name="connsiteY342" fmla="*/ 450850 h 457200"/>
              <a:gd name="connsiteX343" fmla="*/ 6851523 w 10922000"/>
              <a:gd name="connsiteY343" fmla="*/ 450850 h 457200"/>
              <a:gd name="connsiteX344" fmla="*/ 6851523 w 10922000"/>
              <a:gd name="connsiteY344" fmla="*/ 457200 h 457200"/>
              <a:gd name="connsiteX345" fmla="*/ 6952679 w 10922000"/>
              <a:gd name="connsiteY345" fmla="*/ 457200 h 457200"/>
              <a:gd name="connsiteX346" fmla="*/ 7003225 w 10922000"/>
              <a:gd name="connsiteY346" fmla="*/ 457200 h 457200"/>
              <a:gd name="connsiteX347" fmla="*/ 7003225 w 10922000"/>
              <a:gd name="connsiteY347" fmla="*/ 450850 h 457200"/>
              <a:gd name="connsiteX348" fmla="*/ 6952679 w 10922000"/>
              <a:gd name="connsiteY348" fmla="*/ 450850 h 457200"/>
              <a:gd name="connsiteX349" fmla="*/ 6952679 w 10922000"/>
              <a:gd name="connsiteY349" fmla="*/ 457200 h 457200"/>
              <a:gd name="connsiteX350" fmla="*/ 7053770 w 10922000"/>
              <a:gd name="connsiteY350" fmla="*/ 457200 h 457200"/>
              <a:gd name="connsiteX351" fmla="*/ 7104381 w 10922000"/>
              <a:gd name="connsiteY351" fmla="*/ 457200 h 457200"/>
              <a:gd name="connsiteX352" fmla="*/ 7104381 w 10922000"/>
              <a:gd name="connsiteY352" fmla="*/ 450850 h 457200"/>
              <a:gd name="connsiteX353" fmla="*/ 7053770 w 10922000"/>
              <a:gd name="connsiteY353" fmla="*/ 450850 h 457200"/>
              <a:gd name="connsiteX354" fmla="*/ 7053770 w 10922000"/>
              <a:gd name="connsiteY354" fmla="*/ 457200 h 457200"/>
              <a:gd name="connsiteX355" fmla="*/ 7154926 w 10922000"/>
              <a:gd name="connsiteY355" fmla="*/ 457200 h 457200"/>
              <a:gd name="connsiteX356" fmla="*/ 7205472 w 10922000"/>
              <a:gd name="connsiteY356" fmla="*/ 457200 h 457200"/>
              <a:gd name="connsiteX357" fmla="*/ 7205472 w 10922000"/>
              <a:gd name="connsiteY357" fmla="*/ 450850 h 457200"/>
              <a:gd name="connsiteX358" fmla="*/ 7154926 w 10922000"/>
              <a:gd name="connsiteY358" fmla="*/ 450850 h 457200"/>
              <a:gd name="connsiteX359" fmla="*/ 7154926 w 10922000"/>
              <a:gd name="connsiteY359" fmla="*/ 457200 h 457200"/>
              <a:gd name="connsiteX360" fmla="*/ 7256019 w 10922000"/>
              <a:gd name="connsiteY360" fmla="*/ 457200 h 457200"/>
              <a:gd name="connsiteX361" fmla="*/ 7306628 w 10922000"/>
              <a:gd name="connsiteY361" fmla="*/ 457200 h 457200"/>
              <a:gd name="connsiteX362" fmla="*/ 7306628 w 10922000"/>
              <a:gd name="connsiteY362" fmla="*/ 450850 h 457200"/>
              <a:gd name="connsiteX363" fmla="*/ 7256019 w 10922000"/>
              <a:gd name="connsiteY363" fmla="*/ 450850 h 457200"/>
              <a:gd name="connsiteX364" fmla="*/ 7256019 w 10922000"/>
              <a:gd name="connsiteY364" fmla="*/ 457200 h 457200"/>
              <a:gd name="connsiteX365" fmla="*/ 7357174 w 10922000"/>
              <a:gd name="connsiteY365" fmla="*/ 457200 h 457200"/>
              <a:gd name="connsiteX366" fmla="*/ 7407719 w 10922000"/>
              <a:gd name="connsiteY366" fmla="*/ 457200 h 457200"/>
              <a:gd name="connsiteX367" fmla="*/ 7407719 w 10922000"/>
              <a:gd name="connsiteY367" fmla="*/ 450850 h 457200"/>
              <a:gd name="connsiteX368" fmla="*/ 7357174 w 10922000"/>
              <a:gd name="connsiteY368" fmla="*/ 450850 h 457200"/>
              <a:gd name="connsiteX369" fmla="*/ 7357174 w 10922000"/>
              <a:gd name="connsiteY369" fmla="*/ 457200 h 457200"/>
              <a:gd name="connsiteX370" fmla="*/ 7458329 w 10922000"/>
              <a:gd name="connsiteY370" fmla="*/ 457200 h 457200"/>
              <a:gd name="connsiteX371" fmla="*/ 7508875 w 10922000"/>
              <a:gd name="connsiteY371" fmla="*/ 457200 h 457200"/>
              <a:gd name="connsiteX372" fmla="*/ 7508875 w 10922000"/>
              <a:gd name="connsiteY372" fmla="*/ 450850 h 457200"/>
              <a:gd name="connsiteX373" fmla="*/ 7458329 w 10922000"/>
              <a:gd name="connsiteY373" fmla="*/ 450850 h 457200"/>
              <a:gd name="connsiteX374" fmla="*/ 7458329 w 10922000"/>
              <a:gd name="connsiteY374" fmla="*/ 457200 h 457200"/>
              <a:gd name="connsiteX375" fmla="*/ 7559421 w 10922000"/>
              <a:gd name="connsiteY375" fmla="*/ 457200 h 457200"/>
              <a:gd name="connsiteX376" fmla="*/ 7610031 w 10922000"/>
              <a:gd name="connsiteY376" fmla="*/ 457200 h 457200"/>
              <a:gd name="connsiteX377" fmla="*/ 7610031 w 10922000"/>
              <a:gd name="connsiteY377" fmla="*/ 450850 h 457200"/>
              <a:gd name="connsiteX378" fmla="*/ 7559421 w 10922000"/>
              <a:gd name="connsiteY378" fmla="*/ 450850 h 457200"/>
              <a:gd name="connsiteX379" fmla="*/ 7559421 w 10922000"/>
              <a:gd name="connsiteY379" fmla="*/ 457200 h 457200"/>
              <a:gd name="connsiteX380" fmla="*/ 7660577 w 10922000"/>
              <a:gd name="connsiteY380" fmla="*/ 457200 h 457200"/>
              <a:gd name="connsiteX381" fmla="*/ 7711123 w 10922000"/>
              <a:gd name="connsiteY381" fmla="*/ 457200 h 457200"/>
              <a:gd name="connsiteX382" fmla="*/ 7711123 w 10922000"/>
              <a:gd name="connsiteY382" fmla="*/ 450850 h 457200"/>
              <a:gd name="connsiteX383" fmla="*/ 7660577 w 10922000"/>
              <a:gd name="connsiteY383" fmla="*/ 450850 h 457200"/>
              <a:gd name="connsiteX384" fmla="*/ 7660577 w 10922000"/>
              <a:gd name="connsiteY384" fmla="*/ 457200 h 457200"/>
              <a:gd name="connsiteX385" fmla="*/ 7761732 w 10922000"/>
              <a:gd name="connsiteY385" fmla="*/ 457200 h 457200"/>
              <a:gd name="connsiteX386" fmla="*/ 7812278 w 10922000"/>
              <a:gd name="connsiteY386" fmla="*/ 457200 h 457200"/>
              <a:gd name="connsiteX387" fmla="*/ 7812278 w 10922000"/>
              <a:gd name="connsiteY387" fmla="*/ 450850 h 457200"/>
              <a:gd name="connsiteX388" fmla="*/ 7761732 w 10922000"/>
              <a:gd name="connsiteY388" fmla="*/ 450850 h 457200"/>
              <a:gd name="connsiteX389" fmla="*/ 7761732 w 10922000"/>
              <a:gd name="connsiteY389" fmla="*/ 457200 h 457200"/>
              <a:gd name="connsiteX390" fmla="*/ 7862824 w 10922000"/>
              <a:gd name="connsiteY390" fmla="*/ 457200 h 457200"/>
              <a:gd name="connsiteX391" fmla="*/ 7913370 w 10922000"/>
              <a:gd name="connsiteY391" fmla="*/ 457200 h 457200"/>
              <a:gd name="connsiteX392" fmla="*/ 7913370 w 10922000"/>
              <a:gd name="connsiteY392" fmla="*/ 450850 h 457200"/>
              <a:gd name="connsiteX393" fmla="*/ 7862824 w 10922000"/>
              <a:gd name="connsiteY393" fmla="*/ 450850 h 457200"/>
              <a:gd name="connsiteX394" fmla="*/ 7862824 w 10922000"/>
              <a:gd name="connsiteY394" fmla="*/ 457200 h 457200"/>
              <a:gd name="connsiteX395" fmla="*/ 7963980 w 10922000"/>
              <a:gd name="connsiteY395" fmla="*/ 457200 h 457200"/>
              <a:gd name="connsiteX396" fmla="*/ 8014526 w 10922000"/>
              <a:gd name="connsiteY396" fmla="*/ 457200 h 457200"/>
              <a:gd name="connsiteX397" fmla="*/ 8014526 w 10922000"/>
              <a:gd name="connsiteY397" fmla="*/ 450850 h 457200"/>
              <a:gd name="connsiteX398" fmla="*/ 7963980 w 10922000"/>
              <a:gd name="connsiteY398" fmla="*/ 450850 h 457200"/>
              <a:gd name="connsiteX399" fmla="*/ 7963980 w 10922000"/>
              <a:gd name="connsiteY399" fmla="*/ 457200 h 457200"/>
              <a:gd name="connsiteX400" fmla="*/ 8065072 w 10922000"/>
              <a:gd name="connsiteY400" fmla="*/ 457200 h 457200"/>
              <a:gd name="connsiteX401" fmla="*/ 8115682 w 10922000"/>
              <a:gd name="connsiteY401" fmla="*/ 457200 h 457200"/>
              <a:gd name="connsiteX402" fmla="*/ 8115682 w 10922000"/>
              <a:gd name="connsiteY402" fmla="*/ 450850 h 457200"/>
              <a:gd name="connsiteX403" fmla="*/ 8065072 w 10922000"/>
              <a:gd name="connsiteY403" fmla="*/ 450850 h 457200"/>
              <a:gd name="connsiteX404" fmla="*/ 8065072 w 10922000"/>
              <a:gd name="connsiteY404" fmla="*/ 457200 h 457200"/>
              <a:gd name="connsiteX405" fmla="*/ 8166227 w 10922000"/>
              <a:gd name="connsiteY405" fmla="*/ 457200 h 457200"/>
              <a:gd name="connsiteX406" fmla="*/ 8216773 w 10922000"/>
              <a:gd name="connsiteY406" fmla="*/ 457200 h 457200"/>
              <a:gd name="connsiteX407" fmla="*/ 8216773 w 10922000"/>
              <a:gd name="connsiteY407" fmla="*/ 450850 h 457200"/>
              <a:gd name="connsiteX408" fmla="*/ 8166227 w 10922000"/>
              <a:gd name="connsiteY408" fmla="*/ 450850 h 457200"/>
              <a:gd name="connsiteX409" fmla="*/ 8166227 w 10922000"/>
              <a:gd name="connsiteY409" fmla="*/ 457200 h 457200"/>
              <a:gd name="connsiteX410" fmla="*/ 8267382 w 10922000"/>
              <a:gd name="connsiteY410" fmla="*/ 457200 h 457200"/>
              <a:gd name="connsiteX411" fmla="*/ 8317929 w 10922000"/>
              <a:gd name="connsiteY411" fmla="*/ 457200 h 457200"/>
              <a:gd name="connsiteX412" fmla="*/ 8317929 w 10922000"/>
              <a:gd name="connsiteY412" fmla="*/ 450850 h 457200"/>
              <a:gd name="connsiteX413" fmla="*/ 8267382 w 10922000"/>
              <a:gd name="connsiteY413" fmla="*/ 450850 h 457200"/>
              <a:gd name="connsiteX414" fmla="*/ 8267382 w 10922000"/>
              <a:gd name="connsiteY414" fmla="*/ 457200 h 457200"/>
              <a:gd name="connsiteX415" fmla="*/ 8368475 w 10922000"/>
              <a:gd name="connsiteY415" fmla="*/ 457200 h 457200"/>
              <a:gd name="connsiteX416" fmla="*/ 8419020 w 10922000"/>
              <a:gd name="connsiteY416" fmla="*/ 457200 h 457200"/>
              <a:gd name="connsiteX417" fmla="*/ 8419020 w 10922000"/>
              <a:gd name="connsiteY417" fmla="*/ 450850 h 457200"/>
              <a:gd name="connsiteX418" fmla="*/ 8368475 w 10922000"/>
              <a:gd name="connsiteY418" fmla="*/ 450850 h 457200"/>
              <a:gd name="connsiteX419" fmla="*/ 8368475 w 10922000"/>
              <a:gd name="connsiteY419" fmla="*/ 457200 h 457200"/>
              <a:gd name="connsiteX420" fmla="*/ 8469630 w 10922000"/>
              <a:gd name="connsiteY420" fmla="*/ 457200 h 457200"/>
              <a:gd name="connsiteX421" fmla="*/ 8520176 w 10922000"/>
              <a:gd name="connsiteY421" fmla="*/ 457200 h 457200"/>
              <a:gd name="connsiteX422" fmla="*/ 8520176 w 10922000"/>
              <a:gd name="connsiteY422" fmla="*/ 450850 h 457200"/>
              <a:gd name="connsiteX423" fmla="*/ 8469630 w 10922000"/>
              <a:gd name="connsiteY423" fmla="*/ 450850 h 457200"/>
              <a:gd name="connsiteX424" fmla="*/ 8469630 w 10922000"/>
              <a:gd name="connsiteY424" fmla="*/ 457200 h 457200"/>
              <a:gd name="connsiteX425" fmla="*/ 8570722 w 10922000"/>
              <a:gd name="connsiteY425" fmla="*/ 457200 h 457200"/>
              <a:gd name="connsiteX426" fmla="*/ 8621331 w 10922000"/>
              <a:gd name="connsiteY426" fmla="*/ 457200 h 457200"/>
              <a:gd name="connsiteX427" fmla="*/ 8621331 w 10922000"/>
              <a:gd name="connsiteY427" fmla="*/ 450850 h 457200"/>
              <a:gd name="connsiteX428" fmla="*/ 8570722 w 10922000"/>
              <a:gd name="connsiteY428" fmla="*/ 450850 h 457200"/>
              <a:gd name="connsiteX429" fmla="*/ 8570722 w 10922000"/>
              <a:gd name="connsiteY429" fmla="*/ 457200 h 457200"/>
              <a:gd name="connsiteX430" fmla="*/ 8671878 w 10922000"/>
              <a:gd name="connsiteY430" fmla="*/ 457200 h 457200"/>
              <a:gd name="connsiteX431" fmla="*/ 8722423 w 10922000"/>
              <a:gd name="connsiteY431" fmla="*/ 457200 h 457200"/>
              <a:gd name="connsiteX432" fmla="*/ 8722423 w 10922000"/>
              <a:gd name="connsiteY432" fmla="*/ 450850 h 457200"/>
              <a:gd name="connsiteX433" fmla="*/ 8671878 w 10922000"/>
              <a:gd name="connsiteY433" fmla="*/ 450850 h 457200"/>
              <a:gd name="connsiteX434" fmla="*/ 8671878 w 10922000"/>
              <a:gd name="connsiteY434" fmla="*/ 457200 h 457200"/>
              <a:gd name="connsiteX435" fmla="*/ 8773033 w 10922000"/>
              <a:gd name="connsiteY435" fmla="*/ 457200 h 457200"/>
              <a:gd name="connsiteX436" fmla="*/ 8823579 w 10922000"/>
              <a:gd name="connsiteY436" fmla="*/ 457200 h 457200"/>
              <a:gd name="connsiteX437" fmla="*/ 8823579 w 10922000"/>
              <a:gd name="connsiteY437" fmla="*/ 450850 h 457200"/>
              <a:gd name="connsiteX438" fmla="*/ 8773033 w 10922000"/>
              <a:gd name="connsiteY438" fmla="*/ 450850 h 457200"/>
              <a:gd name="connsiteX439" fmla="*/ 8773033 w 10922000"/>
              <a:gd name="connsiteY439" fmla="*/ 457200 h 457200"/>
              <a:gd name="connsiteX440" fmla="*/ 8874125 w 10922000"/>
              <a:gd name="connsiteY440" fmla="*/ 457200 h 457200"/>
              <a:gd name="connsiteX441" fmla="*/ 8924671 w 10922000"/>
              <a:gd name="connsiteY441" fmla="*/ 457200 h 457200"/>
              <a:gd name="connsiteX442" fmla="*/ 8924671 w 10922000"/>
              <a:gd name="connsiteY442" fmla="*/ 450850 h 457200"/>
              <a:gd name="connsiteX443" fmla="*/ 8874125 w 10922000"/>
              <a:gd name="connsiteY443" fmla="*/ 450850 h 457200"/>
              <a:gd name="connsiteX444" fmla="*/ 8874125 w 10922000"/>
              <a:gd name="connsiteY444" fmla="*/ 457200 h 457200"/>
              <a:gd name="connsiteX445" fmla="*/ 8975281 w 10922000"/>
              <a:gd name="connsiteY445" fmla="*/ 457200 h 457200"/>
              <a:gd name="connsiteX446" fmla="*/ 9025827 w 10922000"/>
              <a:gd name="connsiteY446" fmla="*/ 457200 h 457200"/>
              <a:gd name="connsiteX447" fmla="*/ 9025827 w 10922000"/>
              <a:gd name="connsiteY447" fmla="*/ 450850 h 457200"/>
              <a:gd name="connsiteX448" fmla="*/ 8975281 w 10922000"/>
              <a:gd name="connsiteY448" fmla="*/ 450850 h 457200"/>
              <a:gd name="connsiteX449" fmla="*/ 8975281 w 10922000"/>
              <a:gd name="connsiteY449" fmla="*/ 457200 h 457200"/>
              <a:gd name="connsiteX450" fmla="*/ 9076372 w 10922000"/>
              <a:gd name="connsiteY450" fmla="*/ 457200 h 457200"/>
              <a:gd name="connsiteX451" fmla="*/ 9126982 w 10922000"/>
              <a:gd name="connsiteY451" fmla="*/ 457200 h 457200"/>
              <a:gd name="connsiteX452" fmla="*/ 9126982 w 10922000"/>
              <a:gd name="connsiteY452" fmla="*/ 450850 h 457200"/>
              <a:gd name="connsiteX453" fmla="*/ 9076372 w 10922000"/>
              <a:gd name="connsiteY453" fmla="*/ 450850 h 457200"/>
              <a:gd name="connsiteX454" fmla="*/ 9076372 w 10922000"/>
              <a:gd name="connsiteY454" fmla="*/ 457200 h 457200"/>
              <a:gd name="connsiteX455" fmla="*/ 9177528 w 10922000"/>
              <a:gd name="connsiteY455" fmla="*/ 457200 h 457200"/>
              <a:gd name="connsiteX456" fmla="*/ 9228074 w 10922000"/>
              <a:gd name="connsiteY456" fmla="*/ 457200 h 457200"/>
              <a:gd name="connsiteX457" fmla="*/ 9228074 w 10922000"/>
              <a:gd name="connsiteY457" fmla="*/ 450850 h 457200"/>
              <a:gd name="connsiteX458" fmla="*/ 9177528 w 10922000"/>
              <a:gd name="connsiteY458" fmla="*/ 450850 h 457200"/>
              <a:gd name="connsiteX459" fmla="*/ 9177528 w 10922000"/>
              <a:gd name="connsiteY459" fmla="*/ 457200 h 457200"/>
              <a:gd name="connsiteX460" fmla="*/ 9278683 w 10922000"/>
              <a:gd name="connsiteY460" fmla="*/ 457200 h 457200"/>
              <a:gd name="connsiteX461" fmla="*/ 9329230 w 10922000"/>
              <a:gd name="connsiteY461" fmla="*/ 457200 h 457200"/>
              <a:gd name="connsiteX462" fmla="*/ 9329230 w 10922000"/>
              <a:gd name="connsiteY462" fmla="*/ 450850 h 457200"/>
              <a:gd name="connsiteX463" fmla="*/ 9278683 w 10922000"/>
              <a:gd name="connsiteY463" fmla="*/ 450850 h 457200"/>
              <a:gd name="connsiteX464" fmla="*/ 9278683 w 10922000"/>
              <a:gd name="connsiteY464" fmla="*/ 457200 h 457200"/>
              <a:gd name="connsiteX465" fmla="*/ 9379776 w 10922000"/>
              <a:gd name="connsiteY465" fmla="*/ 457200 h 457200"/>
              <a:gd name="connsiteX466" fmla="*/ 9430321 w 10922000"/>
              <a:gd name="connsiteY466" fmla="*/ 457200 h 457200"/>
              <a:gd name="connsiteX467" fmla="*/ 9430321 w 10922000"/>
              <a:gd name="connsiteY467" fmla="*/ 450850 h 457200"/>
              <a:gd name="connsiteX468" fmla="*/ 9379776 w 10922000"/>
              <a:gd name="connsiteY468" fmla="*/ 450850 h 457200"/>
              <a:gd name="connsiteX469" fmla="*/ 9379776 w 10922000"/>
              <a:gd name="connsiteY469" fmla="*/ 457200 h 457200"/>
              <a:gd name="connsiteX470" fmla="*/ 9480931 w 10922000"/>
              <a:gd name="connsiteY470" fmla="*/ 457200 h 457200"/>
              <a:gd name="connsiteX471" fmla="*/ 9531477 w 10922000"/>
              <a:gd name="connsiteY471" fmla="*/ 457200 h 457200"/>
              <a:gd name="connsiteX472" fmla="*/ 9531477 w 10922000"/>
              <a:gd name="connsiteY472" fmla="*/ 450850 h 457200"/>
              <a:gd name="connsiteX473" fmla="*/ 9480931 w 10922000"/>
              <a:gd name="connsiteY473" fmla="*/ 450850 h 457200"/>
              <a:gd name="connsiteX474" fmla="*/ 9480931 w 10922000"/>
              <a:gd name="connsiteY474" fmla="*/ 457200 h 457200"/>
              <a:gd name="connsiteX475" fmla="*/ 9582023 w 10922000"/>
              <a:gd name="connsiteY475" fmla="*/ 457200 h 457200"/>
              <a:gd name="connsiteX476" fmla="*/ 9632632 w 10922000"/>
              <a:gd name="connsiteY476" fmla="*/ 457200 h 457200"/>
              <a:gd name="connsiteX477" fmla="*/ 9632632 w 10922000"/>
              <a:gd name="connsiteY477" fmla="*/ 450850 h 457200"/>
              <a:gd name="connsiteX478" fmla="*/ 9582023 w 10922000"/>
              <a:gd name="connsiteY478" fmla="*/ 450850 h 457200"/>
              <a:gd name="connsiteX479" fmla="*/ 9582023 w 10922000"/>
              <a:gd name="connsiteY479" fmla="*/ 457200 h 457200"/>
              <a:gd name="connsiteX480" fmla="*/ 9683179 w 10922000"/>
              <a:gd name="connsiteY480" fmla="*/ 457200 h 457200"/>
              <a:gd name="connsiteX481" fmla="*/ 9733724 w 10922000"/>
              <a:gd name="connsiteY481" fmla="*/ 457200 h 457200"/>
              <a:gd name="connsiteX482" fmla="*/ 9733724 w 10922000"/>
              <a:gd name="connsiteY482" fmla="*/ 450850 h 457200"/>
              <a:gd name="connsiteX483" fmla="*/ 9683179 w 10922000"/>
              <a:gd name="connsiteY483" fmla="*/ 450850 h 457200"/>
              <a:gd name="connsiteX484" fmla="*/ 9683179 w 10922000"/>
              <a:gd name="connsiteY484" fmla="*/ 457200 h 457200"/>
              <a:gd name="connsiteX485" fmla="*/ 9784334 w 10922000"/>
              <a:gd name="connsiteY485" fmla="*/ 457200 h 457200"/>
              <a:gd name="connsiteX486" fmla="*/ 9834880 w 10922000"/>
              <a:gd name="connsiteY486" fmla="*/ 457200 h 457200"/>
              <a:gd name="connsiteX487" fmla="*/ 9834880 w 10922000"/>
              <a:gd name="connsiteY487" fmla="*/ 450850 h 457200"/>
              <a:gd name="connsiteX488" fmla="*/ 9784334 w 10922000"/>
              <a:gd name="connsiteY488" fmla="*/ 450850 h 457200"/>
              <a:gd name="connsiteX489" fmla="*/ 9784334 w 10922000"/>
              <a:gd name="connsiteY489" fmla="*/ 457200 h 457200"/>
              <a:gd name="connsiteX490" fmla="*/ 9885426 w 10922000"/>
              <a:gd name="connsiteY490" fmla="*/ 457200 h 457200"/>
              <a:gd name="connsiteX491" fmla="*/ 9935972 w 10922000"/>
              <a:gd name="connsiteY491" fmla="*/ 457200 h 457200"/>
              <a:gd name="connsiteX492" fmla="*/ 9935972 w 10922000"/>
              <a:gd name="connsiteY492" fmla="*/ 450850 h 457200"/>
              <a:gd name="connsiteX493" fmla="*/ 9885426 w 10922000"/>
              <a:gd name="connsiteY493" fmla="*/ 450850 h 457200"/>
              <a:gd name="connsiteX494" fmla="*/ 9885426 w 10922000"/>
              <a:gd name="connsiteY494" fmla="*/ 457200 h 457200"/>
              <a:gd name="connsiteX495" fmla="*/ 9986581 w 10922000"/>
              <a:gd name="connsiteY495" fmla="*/ 457200 h 457200"/>
              <a:gd name="connsiteX496" fmla="*/ 10037128 w 10922000"/>
              <a:gd name="connsiteY496" fmla="*/ 457200 h 457200"/>
              <a:gd name="connsiteX497" fmla="*/ 10037128 w 10922000"/>
              <a:gd name="connsiteY497" fmla="*/ 450850 h 457200"/>
              <a:gd name="connsiteX498" fmla="*/ 9986581 w 10922000"/>
              <a:gd name="connsiteY498" fmla="*/ 450850 h 457200"/>
              <a:gd name="connsiteX499" fmla="*/ 9986581 w 10922000"/>
              <a:gd name="connsiteY499" fmla="*/ 457200 h 457200"/>
              <a:gd name="connsiteX500" fmla="*/ 10087673 w 10922000"/>
              <a:gd name="connsiteY500" fmla="*/ 457200 h 457200"/>
              <a:gd name="connsiteX501" fmla="*/ 10138283 w 10922000"/>
              <a:gd name="connsiteY501" fmla="*/ 457200 h 457200"/>
              <a:gd name="connsiteX502" fmla="*/ 10138283 w 10922000"/>
              <a:gd name="connsiteY502" fmla="*/ 450850 h 457200"/>
              <a:gd name="connsiteX503" fmla="*/ 10087673 w 10922000"/>
              <a:gd name="connsiteY503" fmla="*/ 450850 h 457200"/>
              <a:gd name="connsiteX504" fmla="*/ 10087673 w 10922000"/>
              <a:gd name="connsiteY504" fmla="*/ 457200 h 457200"/>
              <a:gd name="connsiteX505" fmla="*/ 10188829 w 10922000"/>
              <a:gd name="connsiteY505" fmla="*/ 457200 h 457200"/>
              <a:gd name="connsiteX506" fmla="*/ 10239375 w 10922000"/>
              <a:gd name="connsiteY506" fmla="*/ 457200 h 457200"/>
              <a:gd name="connsiteX507" fmla="*/ 10239375 w 10922000"/>
              <a:gd name="connsiteY507" fmla="*/ 450850 h 457200"/>
              <a:gd name="connsiteX508" fmla="*/ 10188829 w 10922000"/>
              <a:gd name="connsiteY508" fmla="*/ 450850 h 457200"/>
              <a:gd name="connsiteX509" fmla="*/ 10188829 w 10922000"/>
              <a:gd name="connsiteY509" fmla="*/ 457200 h 457200"/>
              <a:gd name="connsiteX510" fmla="*/ 10289984 w 10922000"/>
              <a:gd name="connsiteY510" fmla="*/ 457200 h 457200"/>
              <a:gd name="connsiteX511" fmla="*/ 10340531 w 10922000"/>
              <a:gd name="connsiteY511" fmla="*/ 457200 h 457200"/>
              <a:gd name="connsiteX512" fmla="*/ 10340531 w 10922000"/>
              <a:gd name="connsiteY512" fmla="*/ 450850 h 457200"/>
              <a:gd name="connsiteX513" fmla="*/ 10289984 w 10922000"/>
              <a:gd name="connsiteY513" fmla="*/ 450850 h 457200"/>
              <a:gd name="connsiteX514" fmla="*/ 10289984 w 10922000"/>
              <a:gd name="connsiteY514" fmla="*/ 457200 h 457200"/>
              <a:gd name="connsiteX515" fmla="*/ 10391077 w 10922000"/>
              <a:gd name="connsiteY515" fmla="*/ 457200 h 457200"/>
              <a:gd name="connsiteX516" fmla="*/ 10441622 w 10922000"/>
              <a:gd name="connsiteY516" fmla="*/ 457200 h 457200"/>
              <a:gd name="connsiteX517" fmla="*/ 10441622 w 10922000"/>
              <a:gd name="connsiteY517" fmla="*/ 450850 h 457200"/>
              <a:gd name="connsiteX518" fmla="*/ 10391077 w 10922000"/>
              <a:gd name="connsiteY518" fmla="*/ 450850 h 457200"/>
              <a:gd name="connsiteX519" fmla="*/ 10391077 w 10922000"/>
              <a:gd name="connsiteY519" fmla="*/ 457200 h 457200"/>
              <a:gd name="connsiteX520" fmla="*/ 10492232 w 10922000"/>
              <a:gd name="connsiteY520" fmla="*/ 457200 h 457200"/>
              <a:gd name="connsiteX521" fmla="*/ 10542778 w 10922000"/>
              <a:gd name="connsiteY521" fmla="*/ 457200 h 457200"/>
              <a:gd name="connsiteX522" fmla="*/ 10542778 w 10922000"/>
              <a:gd name="connsiteY522" fmla="*/ 450850 h 457200"/>
              <a:gd name="connsiteX523" fmla="*/ 10492232 w 10922000"/>
              <a:gd name="connsiteY523" fmla="*/ 450850 h 457200"/>
              <a:gd name="connsiteX524" fmla="*/ 10492232 w 10922000"/>
              <a:gd name="connsiteY524" fmla="*/ 457200 h 457200"/>
              <a:gd name="connsiteX525" fmla="*/ 10593324 w 10922000"/>
              <a:gd name="connsiteY525" fmla="*/ 457200 h 457200"/>
              <a:gd name="connsiteX526" fmla="*/ 10643933 w 10922000"/>
              <a:gd name="connsiteY526" fmla="*/ 457200 h 457200"/>
              <a:gd name="connsiteX527" fmla="*/ 10643933 w 10922000"/>
              <a:gd name="connsiteY527" fmla="*/ 450850 h 457200"/>
              <a:gd name="connsiteX528" fmla="*/ 10593324 w 10922000"/>
              <a:gd name="connsiteY528" fmla="*/ 450850 h 457200"/>
              <a:gd name="connsiteX529" fmla="*/ 10593324 w 10922000"/>
              <a:gd name="connsiteY529" fmla="*/ 457200 h 457200"/>
              <a:gd name="connsiteX530" fmla="*/ 10694480 w 10922000"/>
              <a:gd name="connsiteY530" fmla="*/ 457200 h 457200"/>
              <a:gd name="connsiteX531" fmla="*/ 10745026 w 10922000"/>
              <a:gd name="connsiteY531" fmla="*/ 457200 h 457200"/>
              <a:gd name="connsiteX532" fmla="*/ 10745026 w 10922000"/>
              <a:gd name="connsiteY532" fmla="*/ 450850 h 457200"/>
              <a:gd name="connsiteX533" fmla="*/ 10694480 w 10922000"/>
              <a:gd name="connsiteY533" fmla="*/ 450850 h 457200"/>
              <a:gd name="connsiteX534" fmla="*/ 10694480 w 10922000"/>
              <a:gd name="connsiteY534" fmla="*/ 457200 h 457200"/>
              <a:gd name="connsiteX535" fmla="*/ 10795635 w 10922000"/>
              <a:gd name="connsiteY535" fmla="*/ 457200 h 457200"/>
              <a:gd name="connsiteX536" fmla="*/ 10846181 w 10922000"/>
              <a:gd name="connsiteY536" fmla="*/ 457200 h 457200"/>
              <a:gd name="connsiteX537" fmla="*/ 10846181 w 10922000"/>
              <a:gd name="connsiteY537" fmla="*/ 450850 h 457200"/>
              <a:gd name="connsiteX538" fmla="*/ 10795635 w 10922000"/>
              <a:gd name="connsiteY538" fmla="*/ 450850 h 457200"/>
              <a:gd name="connsiteX539" fmla="*/ 10795635 w 10922000"/>
              <a:gd name="connsiteY539" fmla="*/ 457200 h 457200"/>
              <a:gd name="connsiteX540" fmla="*/ 10896727 w 10922000"/>
              <a:gd name="connsiteY540" fmla="*/ 457200 h 457200"/>
              <a:gd name="connsiteX541" fmla="*/ 10922000 w 10922000"/>
              <a:gd name="connsiteY541" fmla="*/ 457200 h 457200"/>
              <a:gd name="connsiteX542" fmla="*/ 10922000 w 10922000"/>
              <a:gd name="connsiteY542" fmla="*/ 450850 h 457200"/>
              <a:gd name="connsiteX543" fmla="*/ 10896727 w 10922000"/>
              <a:gd name="connsiteY543" fmla="*/ 450850 h 457200"/>
              <a:gd name="connsiteX544" fmla="*/ 10896727 w 10922000"/>
              <a:gd name="connsiteY544" fmla="*/ 457200 h 457200"/>
              <a:gd name="connsiteX545" fmla="*/ 10922000 w 10922000"/>
              <a:gd name="connsiteY545" fmla="*/ 0 h 457200"/>
              <a:gd name="connsiteX546" fmla="*/ 10896727 w 10922000"/>
              <a:gd name="connsiteY546" fmla="*/ 0 h 457200"/>
              <a:gd name="connsiteX547" fmla="*/ 10896727 w 10922000"/>
              <a:gd name="connsiteY547" fmla="*/ 6350 h 457200"/>
              <a:gd name="connsiteX548" fmla="*/ 10922000 w 10922000"/>
              <a:gd name="connsiteY548" fmla="*/ 6350 h 457200"/>
              <a:gd name="connsiteX549" fmla="*/ 10922000 w 10922000"/>
              <a:gd name="connsiteY549" fmla="*/ 0 h 457200"/>
              <a:gd name="connsiteX550" fmla="*/ 10846181 w 10922000"/>
              <a:gd name="connsiteY550" fmla="*/ 0 h 457200"/>
              <a:gd name="connsiteX551" fmla="*/ 10795571 w 10922000"/>
              <a:gd name="connsiteY551" fmla="*/ 0 h 457200"/>
              <a:gd name="connsiteX552" fmla="*/ 10795571 w 10922000"/>
              <a:gd name="connsiteY552" fmla="*/ 6350 h 457200"/>
              <a:gd name="connsiteX553" fmla="*/ 10846181 w 10922000"/>
              <a:gd name="connsiteY553" fmla="*/ 6350 h 457200"/>
              <a:gd name="connsiteX554" fmla="*/ 10846181 w 10922000"/>
              <a:gd name="connsiteY554" fmla="*/ 0 h 457200"/>
              <a:gd name="connsiteX555" fmla="*/ 10745026 w 10922000"/>
              <a:gd name="connsiteY555" fmla="*/ 0 h 457200"/>
              <a:gd name="connsiteX556" fmla="*/ 10694480 w 10922000"/>
              <a:gd name="connsiteY556" fmla="*/ 0 h 457200"/>
              <a:gd name="connsiteX557" fmla="*/ 10694480 w 10922000"/>
              <a:gd name="connsiteY557" fmla="*/ 6350 h 457200"/>
              <a:gd name="connsiteX558" fmla="*/ 10745026 w 10922000"/>
              <a:gd name="connsiteY558" fmla="*/ 6350 h 457200"/>
              <a:gd name="connsiteX559" fmla="*/ 10745026 w 10922000"/>
              <a:gd name="connsiteY559" fmla="*/ 0 h 457200"/>
              <a:gd name="connsiteX560" fmla="*/ 10643870 w 10922000"/>
              <a:gd name="connsiteY560" fmla="*/ 0 h 457200"/>
              <a:gd name="connsiteX561" fmla="*/ 10593324 w 10922000"/>
              <a:gd name="connsiteY561" fmla="*/ 0 h 457200"/>
              <a:gd name="connsiteX562" fmla="*/ 10593324 w 10922000"/>
              <a:gd name="connsiteY562" fmla="*/ 6350 h 457200"/>
              <a:gd name="connsiteX563" fmla="*/ 10643870 w 10922000"/>
              <a:gd name="connsiteY563" fmla="*/ 6350 h 457200"/>
              <a:gd name="connsiteX564" fmla="*/ 10643870 w 10922000"/>
              <a:gd name="connsiteY564" fmla="*/ 0 h 457200"/>
              <a:gd name="connsiteX565" fmla="*/ 10542778 w 10922000"/>
              <a:gd name="connsiteY565" fmla="*/ 0 h 457200"/>
              <a:gd name="connsiteX566" fmla="*/ 10492169 w 10922000"/>
              <a:gd name="connsiteY566" fmla="*/ 0 h 457200"/>
              <a:gd name="connsiteX567" fmla="*/ 10492169 w 10922000"/>
              <a:gd name="connsiteY567" fmla="*/ 6350 h 457200"/>
              <a:gd name="connsiteX568" fmla="*/ 10542778 w 10922000"/>
              <a:gd name="connsiteY568" fmla="*/ 6350 h 457200"/>
              <a:gd name="connsiteX569" fmla="*/ 10542778 w 10922000"/>
              <a:gd name="connsiteY569" fmla="*/ 0 h 457200"/>
              <a:gd name="connsiteX570" fmla="*/ 10441622 w 10922000"/>
              <a:gd name="connsiteY570" fmla="*/ 0 h 457200"/>
              <a:gd name="connsiteX571" fmla="*/ 10391077 w 10922000"/>
              <a:gd name="connsiteY571" fmla="*/ 0 h 457200"/>
              <a:gd name="connsiteX572" fmla="*/ 10391077 w 10922000"/>
              <a:gd name="connsiteY572" fmla="*/ 6350 h 457200"/>
              <a:gd name="connsiteX573" fmla="*/ 10441622 w 10922000"/>
              <a:gd name="connsiteY573" fmla="*/ 6350 h 457200"/>
              <a:gd name="connsiteX574" fmla="*/ 10441622 w 10922000"/>
              <a:gd name="connsiteY574" fmla="*/ 0 h 457200"/>
              <a:gd name="connsiteX575" fmla="*/ 10340531 w 10922000"/>
              <a:gd name="connsiteY575" fmla="*/ 0 h 457200"/>
              <a:gd name="connsiteX576" fmla="*/ 10289921 w 10922000"/>
              <a:gd name="connsiteY576" fmla="*/ 0 h 457200"/>
              <a:gd name="connsiteX577" fmla="*/ 10289921 w 10922000"/>
              <a:gd name="connsiteY577" fmla="*/ 6350 h 457200"/>
              <a:gd name="connsiteX578" fmla="*/ 10340531 w 10922000"/>
              <a:gd name="connsiteY578" fmla="*/ 6350 h 457200"/>
              <a:gd name="connsiteX579" fmla="*/ 10340531 w 10922000"/>
              <a:gd name="connsiteY579" fmla="*/ 0 h 457200"/>
              <a:gd name="connsiteX580" fmla="*/ 10239375 w 10922000"/>
              <a:gd name="connsiteY580" fmla="*/ 0 h 457200"/>
              <a:gd name="connsiteX581" fmla="*/ 10188829 w 10922000"/>
              <a:gd name="connsiteY581" fmla="*/ 0 h 457200"/>
              <a:gd name="connsiteX582" fmla="*/ 10188829 w 10922000"/>
              <a:gd name="connsiteY582" fmla="*/ 6350 h 457200"/>
              <a:gd name="connsiteX583" fmla="*/ 10239375 w 10922000"/>
              <a:gd name="connsiteY583" fmla="*/ 6350 h 457200"/>
              <a:gd name="connsiteX584" fmla="*/ 10239375 w 10922000"/>
              <a:gd name="connsiteY584" fmla="*/ 0 h 457200"/>
              <a:gd name="connsiteX585" fmla="*/ 10138219 w 10922000"/>
              <a:gd name="connsiteY585" fmla="*/ 0 h 457200"/>
              <a:gd name="connsiteX586" fmla="*/ 10087673 w 10922000"/>
              <a:gd name="connsiteY586" fmla="*/ 0 h 457200"/>
              <a:gd name="connsiteX587" fmla="*/ 10087673 w 10922000"/>
              <a:gd name="connsiteY587" fmla="*/ 6350 h 457200"/>
              <a:gd name="connsiteX588" fmla="*/ 10138219 w 10922000"/>
              <a:gd name="connsiteY588" fmla="*/ 6350 h 457200"/>
              <a:gd name="connsiteX589" fmla="*/ 10138219 w 10922000"/>
              <a:gd name="connsiteY589" fmla="*/ 0 h 457200"/>
              <a:gd name="connsiteX590" fmla="*/ 10037128 w 10922000"/>
              <a:gd name="connsiteY590" fmla="*/ 0 h 457200"/>
              <a:gd name="connsiteX591" fmla="*/ 9986581 w 10922000"/>
              <a:gd name="connsiteY591" fmla="*/ 0 h 457200"/>
              <a:gd name="connsiteX592" fmla="*/ 9986581 w 10922000"/>
              <a:gd name="connsiteY592" fmla="*/ 6350 h 457200"/>
              <a:gd name="connsiteX593" fmla="*/ 10037128 w 10922000"/>
              <a:gd name="connsiteY593" fmla="*/ 6350 h 457200"/>
              <a:gd name="connsiteX594" fmla="*/ 10037128 w 10922000"/>
              <a:gd name="connsiteY594" fmla="*/ 0 h 457200"/>
              <a:gd name="connsiteX595" fmla="*/ 9935972 w 10922000"/>
              <a:gd name="connsiteY595" fmla="*/ 0 h 457200"/>
              <a:gd name="connsiteX596" fmla="*/ 9885426 w 10922000"/>
              <a:gd name="connsiteY596" fmla="*/ 0 h 457200"/>
              <a:gd name="connsiteX597" fmla="*/ 9885426 w 10922000"/>
              <a:gd name="connsiteY597" fmla="*/ 6350 h 457200"/>
              <a:gd name="connsiteX598" fmla="*/ 9935972 w 10922000"/>
              <a:gd name="connsiteY598" fmla="*/ 6350 h 457200"/>
              <a:gd name="connsiteX599" fmla="*/ 9935972 w 10922000"/>
              <a:gd name="connsiteY599" fmla="*/ 0 h 457200"/>
              <a:gd name="connsiteX600" fmla="*/ 9834880 w 10922000"/>
              <a:gd name="connsiteY600" fmla="*/ 0 h 457200"/>
              <a:gd name="connsiteX601" fmla="*/ 9784270 w 10922000"/>
              <a:gd name="connsiteY601" fmla="*/ 0 h 457200"/>
              <a:gd name="connsiteX602" fmla="*/ 9784270 w 10922000"/>
              <a:gd name="connsiteY602" fmla="*/ 6350 h 457200"/>
              <a:gd name="connsiteX603" fmla="*/ 9834880 w 10922000"/>
              <a:gd name="connsiteY603" fmla="*/ 6350 h 457200"/>
              <a:gd name="connsiteX604" fmla="*/ 9834880 w 10922000"/>
              <a:gd name="connsiteY604" fmla="*/ 0 h 457200"/>
              <a:gd name="connsiteX605" fmla="*/ 9733724 w 10922000"/>
              <a:gd name="connsiteY605" fmla="*/ 0 h 457200"/>
              <a:gd name="connsiteX606" fmla="*/ 9683179 w 10922000"/>
              <a:gd name="connsiteY606" fmla="*/ 0 h 457200"/>
              <a:gd name="connsiteX607" fmla="*/ 9683179 w 10922000"/>
              <a:gd name="connsiteY607" fmla="*/ 6350 h 457200"/>
              <a:gd name="connsiteX608" fmla="*/ 9733724 w 10922000"/>
              <a:gd name="connsiteY608" fmla="*/ 6350 h 457200"/>
              <a:gd name="connsiteX609" fmla="*/ 9733724 w 10922000"/>
              <a:gd name="connsiteY609" fmla="*/ 0 h 457200"/>
              <a:gd name="connsiteX610" fmla="*/ 9632569 w 10922000"/>
              <a:gd name="connsiteY610" fmla="*/ 0 h 457200"/>
              <a:gd name="connsiteX611" fmla="*/ 9582023 w 10922000"/>
              <a:gd name="connsiteY611" fmla="*/ 0 h 457200"/>
              <a:gd name="connsiteX612" fmla="*/ 9582023 w 10922000"/>
              <a:gd name="connsiteY612" fmla="*/ 6350 h 457200"/>
              <a:gd name="connsiteX613" fmla="*/ 9632569 w 10922000"/>
              <a:gd name="connsiteY613" fmla="*/ 6350 h 457200"/>
              <a:gd name="connsiteX614" fmla="*/ 9632569 w 10922000"/>
              <a:gd name="connsiteY614" fmla="*/ 0 h 457200"/>
              <a:gd name="connsiteX615" fmla="*/ 9531477 w 10922000"/>
              <a:gd name="connsiteY615" fmla="*/ 0 h 457200"/>
              <a:gd name="connsiteX616" fmla="*/ 9480931 w 10922000"/>
              <a:gd name="connsiteY616" fmla="*/ 0 h 457200"/>
              <a:gd name="connsiteX617" fmla="*/ 9480931 w 10922000"/>
              <a:gd name="connsiteY617" fmla="*/ 6350 h 457200"/>
              <a:gd name="connsiteX618" fmla="*/ 9531477 w 10922000"/>
              <a:gd name="connsiteY618" fmla="*/ 6350 h 457200"/>
              <a:gd name="connsiteX619" fmla="*/ 9531477 w 10922000"/>
              <a:gd name="connsiteY619" fmla="*/ 0 h 457200"/>
              <a:gd name="connsiteX620" fmla="*/ 9430321 w 10922000"/>
              <a:gd name="connsiteY620" fmla="*/ 0 h 457200"/>
              <a:gd name="connsiteX621" fmla="*/ 9379776 w 10922000"/>
              <a:gd name="connsiteY621" fmla="*/ 0 h 457200"/>
              <a:gd name="connsiteX622" fmla="*/ 9379776 w 10922000"/>
              <a:gd name="connsiteY622" fmla="*/ 6350 h 457200"/>
              <a:gd name="connsiteX623" fmla="*/ 9430321 w 10922000"/>
              <a:gd name="connsiteY623" fmla="*/ 6350 h 457200"/>
              <a:gd name="connsiteX624" fmla="*/ 9430321 w 10922000"/>
              <a:gd name="connsiteY624" fmla="*/ 0 h 457200"/>
              <a:gd name="connsiteX625" fmla="*/ 9329230 w 10922000"/>
              <a:gd name="connsiteY625" fmla="*/ 0 h 457200"/>
              <a:gd name="connsiteX626" fmla="*/ 9278620 w 10922000"/>
              <a:gd name="connsiteY626" fmla="*/ 0 h 457200"/>
              <a:gd name="connsiteX627" fmla="*/ 9278620 w 10922000"/>
              <a:gd name="connsiteY627" fmla="*/ 6350 h 457200"/>
              <a:gd name="connsiteX628" fmla="*/ 9329230 w 10922000"/>
              <a:gd name="connsiteY628" fmla="*/ 6350 h 457200"/>
              <a:gd name="connsiteX629" fmla="*/ 9329230 w 10922000"/>
              <a:gd name="connsiteY629" fmla="*/ 0 h 457200"/>
              <a:gd name="connsiteX630" fmla="*/ 9228074 w 10922000"/>
              <a:gd name="connsiteY630" fmla="*/ 0 h 457200"/>
              <a:gd name="connsiteX631" fmla="*/ 9177528 w 10922000"/>
              <a:gd name="connsiteY631" fmla="*/ 0 h 457200"/>
              <a:gd name="connsiteX632" fmla="*/ 9177528 w 10922000"/>
              <a:gd name="connsiteY632" fmla="*/ 6350 h 457200"/>
              <a:gd name="connsiteX633" fmla="*/ 9228074 w 10922000"/>
              <a:gd name="connsiteY633" fmla="*/ 6350 h 457200"/>
              <a:gd name="connsiteX634" fmla="*/ 9228074 w 10922000"/>
              <a:gd name="connsiteY634" fmla="*/ 0 h 457200"/>
              <a:gd name="connsiteX635" fmla="*/ 9126919 w 10922000"/>
              <a:gd name="connsiteY635" fmla="*/ 0 h 457200"/>
              <a:gd name="connsiteX636" fmla="*/ 9076372 w 10922000"/>
              <a:gd name="connsiteY636" fmla="*/ 0 h 457200"/>
              <a:gd name="connsiteX637" fmla="*/ 9076372 w 10922000"/>
              <a:gd name="connsiteY637" fmla="*/ 6350 h 457200"/>
              <a:gd name="connsiteX638" fmla="*/ 9126919 w 10922000"/>
              <a:gd name="connsiteY638" fmla="*/ 6350 h 457200"/>
              <a:gd name="connsiteX639" fmla="*/ 9126919 w 10922000"/>
              <a:gd name="connsiteY639" fmla="*/ 0 h 457200"/>
              <a:gd name="connsiteX640" fmla="*/ 9025827 w 10922000"/>
              <a:gd name="connsiteY640" fmla="*/ 0 h 457200"/>
              <a:gd name="connsiteX641" fmla="*/ 8975281 w 10922000"/>
              <a:gd name="connsiteY641" fmla="*/ 0 h 457200"/>
              <a:gd name="connsiteX642" fmla="*/ 8975281 w 10922000"/>
              <a:gd name="connsiteY642" fmla="*/ 6350 h 457200"/>
              <a:gd name="connsiteX643" fmla="*/ 9025827 w 10922000"/>
              <a:gd name="connsiteY643" fmla="*/ 6350 h 457200"/>
              <a:gd name="connsiteX644" fmla="*/ 9025827 w 10922000"/>
              <a:gd name="connsiteY644" fmla="*/ 0 h 457200"/>
              <a:gd name="connsiteX645" fmla="*/ 8924671 w 10922000"/>
              <a:gd name="connsiteY645" fmla="*/ 0 h 457200"/>
              <a:gd name="connsiteX646" fmla="*/ 8874125 w 10922000"/>
              <a:gd name="connsiteY646" fmla="*/ 0 h 457200"/>
              <a:gd name="connsiteX647" fmla="*/ 8874125 w 10922000"/>
              <a:gd name="connsiteY647" fmla="*/ 6350 h 457200"/>
              <a:gd name="connsiteX648" fmla="*/ 8924671 w 10922000"/>
              <a:gd name="connsiteY648" fmla="*/ 6350 h 457200"/>
              <a:gd name="connsiteX649" fmla="*/ 8924671 w 10922000"/>
              <a:gd name="connsiteY649" fmla="*/ 0 h 457200"/>
              <a:gd name="connsiteX650" fmla="*/ 8823579 w 10922000"/>
              <a:gd name="connsiteY650" fmla="*/ 0 h 457200"/>
              <a:gd name="connsiteX651" fmla="*/ 8772969 w 10922000"/>
              <a:gd name="connsiteY651" fmla="*/ 0 h 457200"/>
              <a:gd name="connsiteX652" fmla="*/ 8772969 w 10922000"/>
              <a:gd name="connsiteY652" fmla="*/ 6350 h 457200"/>
              <a:gd name="connsiteX653" fmla="*/ 8823579 w 10922000"/>
              <a:gd name="connsiteY653" fmla="*/ 6350 h 457200"/>
              <a:gd name="connsiteX654" fmla="*/ 8823579 w 10922000"/>
              <a:gd name="connsiteY654" fmla="*/ 0 h 457200"/>
              <a:gd name="connsiteX655" fmla="*/ 8722423 w 10922000"/>
              <a:gd name="connsiteY655" fmla="*/ 0 h 457200"/>
              <a:gd name="connsiteX656" fmla="*/ 8671878 w 10922000"/>
              <a:gd name="connsiteY656" fmla="*/ 0 h 457200"/>
              <a:gd name="connsiteX657" fmla="*/ 8671878 w 10922000"/>
              <a:gd name="connsiteY657" fmla="*/ 6350 h 457200"/>
              <a:gd name="connsiteX658" fmla="*/ 8722423 w 10922000"/>
              <a:gd name="connsiteY658" fmla="*/ 6350 h 457200"/>
              <a:gd name="connsiteX659" fmla="*/ 8722423 w 10922000"/>
              <a:gd name="connsiteY659" fmla="*/ 0 h 457200"/>
              <a:gd name="connsiteX660" fmla="*/ 8621331 w 10922000"/>
              <a:gd name="connsiteY660" fmla="*/ 0 h 457200"/>
              <a:gd name="connsiteX661" fmla="*/ 8570722 w 10922000"/>
              <a:gd name="connsiteY661" fmla="*/ 0 h 457200"/>
              <a:gd name="connsiteX662" fmla="*/ 8570722 w 10922000"/>
              <a:gd name="connsiteY662" fmla="*/ 6350 h 457200"/>
              <a:gd name="connsiteX663" fmla="*/ 8621331 w 10922000"/>
              <a:gd name="connsiteY663" fmla="*/ 6350 h 457200"/>
              <a:gd name="connsiteX664" fmla="*/ 8621331 w 10922000"/>
              <a:gd name="connsiteY664" fmla="*/ 0 h 457200"/>
              <a:gd name="connsiteX665" fmla="*/ 8520176 w 10922000"/>
              <a:gd name="connsiteY665" fmla="*/ 0 h 457200"/>
              <a:gd name="connsiteX666" fmla="*/ 8469630 w 10922000"/>
              <a:gd name="connsiteY666" fmla="*/ 0 h 457200"/>
              <a:gd name="connsiteX667" fmla="*/ 8469630 w 10922000"/>
              <a:gd name="connsiteY667" fmla="*/ 6350 h 457200"/>
              <a:gd name="connsiteX668" fmla="*/ 8520176 w 10922000"/>
              <a:gd name="connsiteY668" fmla="*/ 6350 h 457200"/>
              <a:gd name="connsiteX669" fmla="*/ 8520176 w 10922000"/>
              <a:gd name="connsiteY669" fmla="*/ 0 h 457200"/>
              <a:gd name="connsiteX670" fmla="*/ 8419020 w 10922000"/>
              <a:gd name="connsiteY670" fmla="*/ 0 h 457200"/>
              <a:gd name="connsiteX671" fmla="*/ 8368475 w 10922000"/>
              <a:gd name="connsiteY671" fmla="*/ 0 h 457200"/>
              <a:gd name="connsiteX672" fmla="*/ 8368475 w 10922000"/>
              <a:gd name="connsiteY672" fmla="*/ 6350 h 457200"/>
              <a:gd name="connsiteX673" fmla="*/ 8419020 w 10922000"/>
              <a:gd name="connsiteY673" fmla="*/ 6350 h 457200"/>
              <a:gd name="connsiteX674" fmla="*/ 8419020 w 10922000"/>
              <a:gd name="connsiteY674" fmla="*/ 0 h 457200"/>
              <a:gd name="connsiteX675" fmla="*/ 8317929 w 10922000"/>
              <a:gd name="connsiteY675" fmla="*/ 0 h 457200"/>
              <a:gd name="connsiteX676" fmla="*/ 8267319 w 10922000"/>
              <a:gd name="connsiteY676" fmla="*/ 0 h 457200"/>
              <a:gd name="connsiteX677" fmla="*/ 8267319 w 10922000"/>
              <a:gd name="connsiteY677" fmla="*/ 6350 h 457200"/>
              <a:gd name="connsiteX678" fmla="*/ 8317929 w 10922000"/>
              <a:gd name="connsiteY678" fmla="*/ 6350 h 457200"/>
              <a:gd name="connsiteX679" fmla="*/ 8317929 w 10922000"/>
              <a:gd name="connsiteY679" fmla="*/ 0 h 457200"/>
              <a:gd name="connsiteX680" fmla="*/ 8216773 w 10922000"/>
              <a:gd name="connsiteY680" fmla="*/ 0 h 457200"/>
              <a:gd name="connsiteX681" fmla="*/ 8166227 w 10922000"/>
              <a:gd name="connsiteY681" fmla="*/ 0 h 457200"/>
              <a:gd name="connsiteX682" fmla="*/ 8166227 w 10922000"/>
              <a:gd name="connsiteY682" fmla="*/ 6350 h 457200"/>
              <a:gd name="connsiteX683" fmla="*/ 8216773 w 10922000"/>
              <a:gd name="connsiteY683" fmla="*/ 6350 h 457200"/>
              <a:gd name="connsiteX684" fmla="*/ 8216773 w 10922000"/>
              <a:gd name="connsiteY684" fmla="*/ 0 h 457200"/>
              <a:gd name="connsiteX685" fmla="*/ 8115682 w 10922000"/>
              <a:gd name="connsiteY685" fmla="*/ 0 h 457200"/>
              <a:gd name="connsiteX686" fmla="*/ 8065072 w 10922000"/>
              <a:gd name="connsiteY686" fmla="*/ 0 h 457200"/>
              <a:gd name="connsiteX687" fmla="*/ 8065072 w 10922000"/>
              <a:gd name="connsiteY687" fmla="*/ 6350 h 457200"/>
              <a:gd name="connsiteX688" fmla="*/ 8115682 w 10922000"/>
              <a:gd name="connsiteY688" fmla="*/ 6350 h 457200"/>
              <a:gd name="connsiteX689" fmla="*/ 8115682 w 10922000"/>
              <a:gd name="connsiteY689" fmla="*/ 0 h 457200"/>
              <a:gd name="connsiteX690" fmla="*/ 8014526 w 10922000"/>
              <a:gd name="connsiteY690" fmla="*/ 0 h 457200"/>
              <a:gd name="connsiteX691" fmla="*/ 7963980 w 10922000"/>
              <a:gd name="connsiteY691" fmla="*/ 0 h 457200"/>
              <a:gd name="connsiteX692" fmla="*/ 7963980 w 10922000"/>
              <a:gd name="connsiteY692" fmla="*/ 6350 h 457200"/>
              <a:gd name="connsiteX693" fmla="*/ 8014526 w 10922000"/>
              <a:gd name="connsiteY693" fmla="*/ 6350 h 457200"/>
              <a:gd name="connsiteX694" fmla="*/ 8014526 w 10922000"/>
              <a:gd name="connsiteY694" fmla="*/ 0 h 457200"/>
              <a:gd name="connsiteX695" fmla="*/ 7913370 w 10922000"/>
              <a:gd name="connsiteY695" fmla="*/ 0 h 457200"/>
              <a:gd name="connsiteX696" fmla="*/ 7862824 w 10922000"/>
              <a:gd name="connsiteY696" fmla="*/ 0 h 457200"/>
              <a:gd name="connsiteX697" fmla="*/ 7862824 w 10922000"/>
              <a:gd name="connsiteY697" fmla="*/ 6350 h 457200"/>
              <a:gd name="connsiteX698" fmla="*/ 7913370 w 10922000"/>
              <a:gd name="connsiteY698" fmla="*/ 6350 h 457200"/>
              <a:gd name="connsiteX699" fmla="*/ 7913370 w 10922000"/>
              <a:gd name="connsiteY699" fmla="*/ 0 h 457200"/>
              <a:gd name="connsiteX700" fmla="*/ 7812278 w 10922000"/>
              <a:gd name="connsiteY700" fmla="*/ 0 h 457200"/>
              <a:gd name="connsiteX701" fmla="*/ 7761732 w 10922000"/>
              <a:gd name="connsiteY701" fmla="*/ 0 h 457200"/>
              <a:gd name="connsiteX702" fmla="*/ 7761732 w 10922000"/>
              <a:gd name="connsiteY702" fmla="*/ 6350 h 457200"/>
              <a:gd name="connsiteX703" fmla="*/ 7812278 w 10922000"/>
              <a:gd name="connsiteY703" fmla="*/ 6350 h 457200"/>
              <a:gd name="connsiteX704" fmla="*/ 7812278 w 10922000"/>
              <a:gd name="connsiteY704" fmla="*/ 0 h 457200"/>
              <a:gd name="connsiteX705" fmla="*/ 7711123 w 10922000"/>
              <a:gd name="connsiteY705" fmla="*/ 0 h 457200"/>
              <a:gd name="connsiteX706" fmla="*/ 7660577 w 10922000"/>
              <a:gd name="connsiteY706" fmla="*/ 0 h 457200"/>
              <a:gd name="connsiteX707" fmla="*/ 7660577 w 10922000"/>
              <a:gd name="connsiteY707" fmla="*/ 6350 h 457200"/>
              <a:gd name="connsiteX708" fmla="*/ 7711123 w 10922000"/>
              <a:gd name="connsiteY708" fmla="*/ 6350 h 457200"/>
              <a:gd name="connsiteX709" fmla="*/ 7711123 w 10922000"/>
              <a:gd name="connsiteY709" fmla="*/ 0 h 457200"/>
              <a:gd name="connsiteX710" fmla="*/ 7610031 w 10922000"/>
              <a:gd name="connsiteY710" fmla="*/ 0 h 457200"/>
              <a:gd name="connsiteX711" fmla="*/ 7559421 w 10922000"/>
              <a:gd name="connsiteY711" fmla="*/ 0 h 457200"/>
              <a:gd name="connsiteX712" fmla="*/ 7559421 w 10922000"/>
              <a:gd name="connsiteY712" fmla="*/ 6350 h 457200"/>
              <a:gd name="connsiteX713" fmla="*/ 7610031 w 10922000"/>
              <a:gd name="connsiteY713" fmla="*/ 6350 h 457200"/>
              <a:gd name="connsiteX714" fmla="*/ 7610031 w 10922000"/>
              <a:gd name="connsiteY714" fmla="*/ 0 h 457200"/>
              <a:gd name="connsiteX715" fmla="*/ 7508875 w 10922000"/>
              <a:gd name="connsiteY715" fmla="*/ 0 h 457200"/>
              <a:gd name="connsiteX716" fmla="*/ 7458329 w 10922000"/>
              <a:gd name="connsiteY716" fmla="*/ 0 h 457200"/>
              <a:gd name="connsiteX717" fmla="*/ 7458329 w 10922000"/>
              <a:gd name="connsiteY717" fmla="*/ 6350 h 457200"/>
              <a:gd name="connsiteX718" fmla="*/ 7508875 w 10922000"/>
              <a:gd name="connsiteY718" fmla="*/ 6350 h 457200"/>
              <a:gd name="connsiteX719" fmla="*/ 7508875 w 10922000"/>
              <a:gd name="connsiteY719" fmla="*/ 0 h 457200"/>
              <a:gd name="connsiteX720" fmla="*/ 7407719 w 10922000"/>
              <a:gd name="connsiteY720" fmla="*/ 0 h 457200"/>
              <a:gd name="connsiteX721" fmla="*/ 7357174 w 10922000"/>
              <a:gd name="connsiteY721" fmla="*/ 0 h 457200"/>
              <a:gd name="connsiteX722" fmla="*/ 7357174 w 10922000"/>
              <a:gd name="connsiteY722" fmla="*/ 6350 h 457200"/>
              <a:gd name="connsiteX723" fmla="*/ 7407719 w 10922000"/>
              <a:gd name="connsiteY723" fmla="*/ 6350 h 457200"/>
              <a:gd name="connsiteX724" fmla="*/ 7407719 w 10922000"/>
              <a:gd name="connsiteY724" fmla="*/ 0 h 457200"/>
              <a:gd name="connsiteX725" fmla="*/ 7306628 w 10922000"/>
              <a:gd name="connsiteY725" fmla="*/ 0 h 457200"/>
              <a:gd name="connsiteX726" fmla="*/ 7256081 w 10922000"/>
              <a:gd name="connsiteY726" fmla="*/ 0 h 457200"/>
              <a:gd name="connsiteX727" fmla="*/ 7256081 w 10922000"/>
              <a:gd name="connsiteY727" fmla="*/ 6350 h 457200"/>
              <a:gd name="connsiteX728" fmla="*/ 7306628 w 10922000"/>
              <a:gd name="connsiteY728" fmla="*/ 6350 h 457200"/>
              <a:gd name="connsiteX729" fmla="*/ 7306628 w 10922000"/>
              <a:gd name="connsiteY729" fmla="*/ 0 h 457200"/>
              <a:gd name="connsiteX730" fmla="*/ 7205472 w 10922000"/>
              <a:gd name="connsiteY730" fmla="*/ 0 h 457200"/>
              <a:gd name="connsiteX731" fmla="*/ 7154926 w 10922000"/>
              <a:gd name="connsiteY731" fmla="*/ 0 h 457200"/>
              <a:gd name="connsiteX732" fmla="*/ 7154926 w 10922000"/>
              <a:gd name="connsiteY732" fmla="*/ 6350 h 457200"/>
              <a:gd name="connsiteX733" fmla="*/ 7205472 w 10922000"/>
              <a:gd name="connsiteY733" fmla="*/ 6350 h 457200"/>
              <a:gd name="connsiteX734" fmla="*/ 7205472 w 10922000"/>
              <a:gd name="connsiteY734" fmla="*/ 0 h 457200"/>
              <a:gd name="connsiteX735" fmla="*/ 7104381 w 10922000"/>
              <a:gd name="connsiteY735" fmla="*/ 0 h 457200"/>
              <a:gd name="connsiteX736" fmla="*/ 7053770 w 10922000"/>
              <a:gd name="connsiteY736" fmla="*/ 0 h 457200"/>
              <a:gd name="connsiteX737" fmla="*/ 7053770 w 10922000"/>
              <a:gd name="connsiteY737" fmla="*/ 6350 h 457200"/>
              <a:gd name="connsiteX738" fmla="*/ 7104381 w 10922000"/>
              <a:gd name="connsiteY738" fmla="*/ 6350 h 457200"/>
              <a:gd name="connsiteX739" fmla="*/ 7104381 w 10922000"/>
              <a:gd name="connsiteY739" fmla="*/ 0 h 457200"/>
              <a:gd name="connsiteX740" fmla="*/ 7003225 w 10922000"/>
              <a:gd name="connsiteY740" fmla="*/ 0 h 457200"/>
              <a:gd name="connsiteX741" fmla="*/ 6952679 w 10922000"/>
              <a:gd name="connsiteY741" fmla="*/ 0 h 457200"/>
              <a:gd name="connsiteX742" fmla="*/ 6952679 w 10922000"/>
              <a:gd name="connsiteY742" fmla="*/ 6350 h 457200"/>
              <a:gd name="connsiteX743" fmla="*/ 7003225 w 10922000"/>
              <a:gd name="connsiteY743" fmla="*/ 6350 h 457200"/>
              <a:gd name="connsiteX744" fmla="*/ 7003225 w 10922000"/>
              <a:gd name="connsiteY744" fmla="*/ 0 h 457200"/>
              <a:gd name="connsiteX745" fmla="*/ 6902069 w 10922000"/>
              <a:gd name="connsiteY745" fmla="*/ 0 h 457200"/>
              <a:gd name="connsiteX746" fmla="*/ 6851523 w 10922000"/>
              <a:gd name="connsiteY746" fmla="*/ 0 h 457200"/>
              <a:gd name="connsiteX747" fmla="*/ 6851523 w 10922000"/>
              <a:gd name="connsiteY747" fmla="*/ 6350 h 457200"/>
              <a:gd name="connsiteX748" fmla="*/ 6902069 w 10922000"/>
              <a:gd name="connsiteY748" fmla="*/ 6350 h 457200"/>
              <a:gd name="connsiteX749" fmla="*/ 6902069 w 10922000"/>
              <a:gd name="connsiteY749" fmla="*/ 0 h 457200"/>
              <a:gd name="connsiteX750" fmla="*/ 6800977 w 10922000"/>
              <a:gd name="connsiteY750" fmla="*/ 0 h 457200"/>
              <a:gd name="connsiteX751" fmla="*/ 6750432 w 10922000"/>
              <a:gd name="connsiteY751" fmla="*/ 0 h 457200"/>
              <a:gd name="connsiteX752" fmla="*/ 6750432 w 10922000"/>
              <a:gd name="connsiteY752" fmla="*/ 6350 h 457200"/>
              <a:gd name="connsiteX753" fmla="*/ 6800977 w 10922000"/>
              <a:gd name="connsiteY753" fmla="*/ 6350 h 457200"/>
              <a:gd name="connsiteX754" fmla="*/ 6800977 w 10922000"/>
              <a:gd name="connsiteY754" fmla="*/ 0 h 457200"/>
              <a:gd name="connsiteX755" fmla="*/ 6699822 w 10922000"/>
              <a:gd name="connsiteY755" fmla="*/ 0 h 457200"/>
              <a:gd name="connsiteX756" fmla="*/ 6649276 w 10922000"/>
              <a:gd name="connsiteY756" fmla="*/ 0 h 457200"/>
              <a:gd name="connsiteX757" fmla="*/ 6649276 w 10922000"/>
              <a:gd name="connsiteY757" fmla="*/ 6350 h 457200"/>
              <a:gd name="connsiteX758" fmla="*/ 6699822 w 10922000"/>
              <a:gd name="connsiteY758" fmla="*/ 6350 h 457200"/>
              <a:gd name="connsiteX759" fmla="*/ 6699822 w 10922000"/>
              <a:gd name="connsiteY759" fmla="*/ 0 h 457200"/>
              <a:gd name="connsiteX760" fmla="*/ 6598730 w 10922000"/>
              <a:gd name="connsiteY760" fmla="*/ 0 h 457200"/>
              <a:gd name="connsiteX761" fmla="*/ 6548120 w 10922000"/>
              <a:gd name="connsiteY761" fmla="*/ 0 h 457200"/>
              <a:gd name="connsiteX762" fmla="*/ 6548120 w 10922000"/>
              <a:gd name="connsiteY762" fmla="*/ 6350 h 457200"/>
              <a:gd name="connsiteX763" fmla="*/ 6598730 w 10922000"/>
              <a:gd name="connsiteY763" fmla="*/ 6350 h 457200"/>
              <a:gd name="connsiteX764" fmla="*/ 6598730 w 10922000"/>
              <a:gd name="connsiteY764" fmla="*/ 0 h 457200"/>
              <a:gd name="connsiteX765" fmla="*/ 6497574 w 10922000"/>
              <a:gd name="connsiteY765" fmla="*/ 0 h 457200"/>
              <a:gd name="connsiteX766" fmla="*/ 6447028 w 10922000"/>
              <a:gd name="connsiteY766" fmla="*/ 0 h 457200"/>
              <a:gd name="connsiteX767" fmla="*/ 6447028 w 10922000"/>
              <a:gd name="connsiteY767" fmla="*/ 6350 h 457200"/>
              <a:gd name="connsiteX768" fmla="*/ 6497574 w 10922000"/>
              <a:gd name="connsiteY768" fmla="*/ 6350 h 457200"/>
              <a:gd name="connsiteX769" fmla="*/ 6497574 w 10922000"/>
              <a:gd name="connsiteY769" fmla="*/ 0 h 457200"/>
              <a:gd name="connsiteX770" fmla="*/ 6396482 w 10922000"/>
              <a:gd name="connsiteY770" fmla="*/ 0 h 457200"/>
              <a:gd name="connsiteX771" fmla="*/ 6345873 w 10922000"/>
              <a:gd name="connsiteY771" fmla="*/ 0 h 457200"/>
              <a:gd name="connsiteX772" fmla="*/ 6345873 w 10922000"/>
              <a:gd name="connsiteY772" fmla="*/ 6350 h 457200"/>
              <a:gd name="connsiteX773" fmla="*/ 6396482 w 10922000"/>
              <a:gd name="connsiteY773" fmla="*/ 6350 h 457200"/>
              <a:gd name="connsiteX774" fmla="*/ 6396482 w 10922000"/>
              <a:gd name="connsiteY774" fmla="*/ 0 h 457200"/>
              <a:gd name="connsiteX775" fmla="*/ 6295327 w 10922000"/>
              <a:gd name="connsiteY775" fmla="*/ 0 h 457200"/>
              <a:gd name="connsiteX776" fmla="*/ 6244781 w 10922000"/>
              <a:gd name="connsiteY776" fmla="*/ 0 h 457200"/>
              <a:gd name="connsiteX777" fmla="*/ 6244781 w 10922000"/>
              <a:gd name="connsiteY777" fmla="*/ 6350 h 457200"/>
              <a:gd name="connsiteX778" fmla="*/ 6295327 w 10922000"/>
              <a:gd name="connsiteY778" fmla="*/ 6350 h 457200"/>
              <a:gd name="connsiteX779" fmla="*/ 6295327 w 10922000"/>
              <a:gd name="connsiteY779" fmla="*/ 0 h 457200"/>
              <a:gd name="connsiteX780" fmla="*/ 6194171 w 10922000"/>
              <a:gd name="connsiteY780" fmla="*/ 0 h 457200"/>
              <a:gd name="connsiteX781" fmla="*/ 6143625 w 10922000"/>
              <a:gd name="connsiteY781" fmla="*/ 0 h 457200"/>
              <a:gd name="connsiteX782" fmla="*/ 6143625 w 10922000"/>
              <a:gd name="connsiteY782" fmla="*/ 6350 h 457200"/>
              <a:gd name="connsiteX783" fmla="*/ 6194171 w 10922000"/>
              <a:gd name="connsiteY783" fmla="*/ 6350 h 457200"/>
              <a:gd name="connsiteX784" fmla="*/ 6194171 w 10922000"/>
              <a:gd name="connsiteY784" fmla="*/ 0 h 457200"/>
              <a:gd name="connsiteX785" fmla="*/ 6093079 w 10922000"/>
              <a:gd name="connsiteY785" fmla="*/ 0 h 457200"/>
              <a:gd name="connsiteX786" fmla="*/ 6042469 w 10922000"/>
              <a:gd name="connsiteY786" fmla="*/ 0 h 457200"/>
              <a:gd name="connsiteX787" fmla="*/ 6042469 w 10922000"/>
              <a:gd name="connsiteY787" fmla="*/ 6350 h 457200"/>
              <a:gd name="connsiteX788" fmla="*/ 6093079 w 10922000"/>
              <a:gd name="connsiteY788" fmla="*/ 6350 h 457200"/>
              <a:gd name="connsiteX789" fmla="*/ 6093079 w 10922000"/>
              <a:gd name="connsiteY789" fmla="*/ 0 h 457200"/>
              <a:gd name="connsiteX790" fmla="*/ 5991924 w 10922000"/>
              <a:gd name="connsiteY790" fmla="*/ 0 h 457200"/>
              <a:gd name="connsiteX791" fmla="*/ 5941378 w 10922000"/>
              <a:gd name="connsiteY791" fmla="*/ 0 h 457200"/>
              <a:gd name="connsiteX792" fmla="*/ 5941378 w 10922000"/>
              <a:gd name="connsiteY792" fmla="*/ 6350 h 457200"/>
              <a:gd name="connsiteX793" fmla="*/ 5991924 w 10922000"/>
              <a:gd name="connsiteY793" fmla="*/ 6350 h 457200"/>
              <a:gd name="connsiteX794" fmla="*/ 5991924 w 10922000"/>
              <a:gd name="connsiteY794" fmla="*/ 0 h 457200"/>
              <a:gd name="connsiteX795" fmla="*/ 5890831 w 10922000"/>
              <a:gd name="connsiteY795" fmla="*/ 0 h 457200"/>
              <a:gd name="connsiteX796" fmla="*/ 5840222 w 10922000"/>
              <a:gd name="connsiteY796" fmla="*/ 0 h 457200"/>
              <a:gd name="connsiteX797" fmla="*/ 5840222 w 10922000"/>
              <a:gd name="connsiteY797" fmla="*/ 6350 h 457200"/>
              <a:gd name="connsiteX798" fmla="*/ 5890831 w 10922000"/>
              <a:gd name="connsiteY798" fmla="*/ 6350 h 457200"/>
              <a:gd name="connsiteX799" fmla="*/ 5890831 w 10922000"/>
              <a:gd name="connsiteY799" fmla="*/ 0 h 457200"/>
              <a:gd name="connsiteX800" fmla="*/ 5789676 w 10922000"/>
              <a:gd name="connsiteY800" fmla="*/ 0 h 457200"/>
              <a:gd name="connsiteX801" fmla="*/ 5739130 w 10922000"/>
              <a:gd name="connsiteY801" fmla="*/ 0 h 457200"/>
              <a:gd name="connsiteX802" fmla="*/ 5739130 w 10922000"/>
              <a:gd name="connsiteY802" fmla="*/ 6350 h 457200"/>
              <a:gd name="connsiteX803" fmla="*/ 5789676 w 10922000"/>
              <a:gd name="connsiteY803" fmla="*/ 6350 h 457200"/>
              <a:gd name="connsiteX804" fmla="*/ 5789676 w 10922000"/>
              <a:gd name="connsiteY804" fmla="*/ 0 h 457200"/>
              <a:gd name="connsiteX805" fmla="*/ 5688546 w 10922000"/>
              <a:gd name="connsiteY805" fmla="*/ 0 h 457200"/>
              <a:gd name="connsiteX806" fmla="*/ 5637981 w 10922000"/>
              <a:gd name="connsiteY806" fmla="*/ 0 h 457200"/>
              <a:gd name="connsiteX807" fmla="*/ 5637981 w 10922000"/>
              <a:gd name="connsiteY807" fmla="*/ 6350 h 457200"/>
              <a:gd name="connsiteX808" fmla="*/ 5688546 w 10922000"/>
              <a:gd name="connsiteY808" fmla="*/ 6350 h 457200"/>
              <a:gd name="connsiteX809" fmla="*/ 5688546 w 10922000"/>
              <a:gd name="connsiteY809" fmla="*/ 0 h 457200"/>
              <a:gd name="connsiteX810" fmla="*/ 5587416 w 10922000"/>
              <a:gd name="connsiteY810" fmla="*/ 0 h 457200"/>
              <a:gd name="connsiteX811" fmla="*/ 5536851 w 10922000"/>
              <a:gd name="connsiteY811" fmla="*/ 0 h 457200"/>
              <a:gd name="connsiteX812" fmla="*/ 5536851 w 10922000"/>
              <a:gd name="connsiteY812" fmla="*/ 6350 h 457200"/>
              <a:gd name="connsiteX813" fmla="*/ 5587416 w 10922000"/>
              <a:gd name="connsiteY813" fmla="*/ 6350 h 457200"/>
              <a:gd name="connsiteX814" fmla="*/ 5587416 w 10922000"/>
              <a:gd name="connsiteY814" fmla="*/ 0 h 457200"/>
              <a:gd name="connsiteX815" fmla="*/ 5486286 w 10922000"/>
              <a:gd name="connsiteY815" fmla="*/ 0 h 457200"/>
              <a:gd name="connsiteX816" fmla="*/ 5435721 w 10922000"/>
              <a:gd name="connsiteY816" fmla="*/ 0 h 457200"/>
              <a:gd name="connsiteX817" fmla="*/ 5435721 w 10922000"/>
              <a:gd name="connsiteY817" fmla="*/ 6350 h 457200"/>
              <a:gd name="connsiteX818" fmla="*/ 5486286 w 10922000"/>
              <a:gd name="connsiteY818" fmla="*/ 6350 h 457200"/>
              <a:gd name="connsiteX819" fmla="*/ 5486286 w 10922000"/>
              <a:gd name="connsiteY819" fmla="*/ 0 h 457200"/>
              <a:gd name="connsiteX820" fmla="*/ 5385156 w 10922000"/>
              <a:gd name="connsiteY820" fmla="*/ 0 h 457200"/>
              <a:gd name="connsiteX821" fmla="*/ 5334591 w 10922000"/>
              <a:gd name="connsiteY821" fmla="*/ 0 h 457200"/>
              <a:gd name="connsiteX822" fmla="*/ 5334591 w 10922000"/>
              <a:gd name="connsiteY822" fmla="*/ 6350 h 457200"/>
              <a:gd name="connsiteX823" fmla="*/ 5385156 w 10922000"/>
              <a:gd name="connsiteY823" fmla="*/ 6350 h 457200"/>
              <a:gd name="connsiteX824" fmla="*/ 5385156 w 10922000"/>
              <a:gd name="connsiteY824" fmla="*/ 0 h 457200"/>
              <a:gd name="connsiteX825" fmla="*/ 5284026 w 10922000"/>
              <a:gd name="connsiteY825" fmla="*/ 0 h 457200"/>
              <a:gd name="connsiteX826" fmla="*/ 5233467 w 10922000"/>
              <a:gd name="connsiteY826" fmla="*/ 0 h 457200"/>
              <a:gd name="connsiteX827" fmla="*/ 5233467 w 10922000"/>
              <a:gd name="connsiteY827" fmla="*/ 6350 h 457200"/>
              <a:gd name="connsiteX828" fmla="*/ 5284026 w 10922000"/>
              <a:gd name="connsiteY828" fmla="*/ 6350 h 457200"/>
              <a:gd name="connsiteX829" fmla="*/ 5284026 w 10922000"/>
              <a:gd name="connsiteY829" fmla="*/ 0 h 457200"/>
              <a:gd name="connsiteX830" fmla="*/ 5182896 w 10922000"/>
              <a:gd name="connsiteY830" fmla="*/ 0 h 457200"/>
              <a:gd name="connsiteX831" fmla="*/ 5132337 w 10922000"/>
              <a:gd name="connsiteY831" fmla="*/ 0 h 457200"/>
              <a:gd name="connsiteX832" fmla="*/ 5132337 w 10922000"/>
              <a:gd name="connsiteY832" fmla="*/ 6350 h 457200"/>
              <a:gd name="connsiteX833" fmla="*/ 5182896 w 10922000"/>
              <a:gd name="connsiteY833" fmla="*/ 6350 h 457200"/>
              <a:gd name="connsiteX834" fmla="*/ 5182896 w 10922000"/>
              <a:gd name="connsiteY834" fmla="*/ 0 h 457200"/>
              <a:gd name="connsiteX835" fmla="*/ 5081772 w 10922000"/>
              <a:gd name="connsiteY835" fmla="*/ 0 h 457200"/>
              <a:gd name="connsiteX836" fmla="*/ 5031207 w 10922000"/>
              <a:gd name="connsiteY836" fmla="*/ 0 h 457200"/>
              <a:gd name="connsiteX837" fmla="*/ 5031207 w 10922000"/>
              <a:gd name="connsiteY837" fmla="*/ 6350 h 457200"/>
              <a:gd name="connsiteX838" fmla="*/ 5081772 w 10922000"/>
              <a:gd name="connsiteY838" fmla="*/ 6350 h 457200"/>
              <a:gd name="connsiteX839" fmla="*/ 5081772 w 10922000"/>
              <a:gd name="connsiteY839" fmla="*/ 0 h 457200"/>
              <a:gd name="connsiteX840" fmla="*/ 4980642 w 10922000"/>
              <a:gd name="connsiteY840" fmla="*/ 0 h 457200"/>
              <a:gd name="connsiteX841" fmla="*/ 4930077 w 10922000"/>
              <a:gd name="connsiteY841" fmla="*/ 0 h 457200"/>
              <a:gd name="connsiteX842" fmla="*/ 4930077 w 10922000"/>
              <a:gd name="connsiteY842" fmla="*/ 6350 h 457200"/>
              <a:gd name="connsiteX843" fmla="*/ 4980642 w 10922000"/>
              <a:gd name="connsiteY843" fmla="*/ 6350 h 457200"/>
              <a:gd name="connsiteX844" fmla="*/ 4980642 w 10922000"/>
              <a:gd name="connsiteY844" fmla="*/ 0 h 457200"/>
              <a:gd name="connsiteX845" fmla="*/ 4879512 w 10922000"/>
              <a:gd name="connsiteY845" fmla="*/ 0 h 457200"/>
              <a:gd name="connsiteX846" fmla="*/ 4828947 w 10922000"/>
              <a:gd name="connsiteY846" fmla="*/ 0 h 457200"/>
              <a:gd name="connsiteX847" fmla="*/ 4828947 w 10922000"/>
              <a:gd name="connsiteY847" fmla="*/ 6350 h 457200"/>
              <a:gd name="connsiteX848" fmla="*/ 4879512 w 10922000"/>
              <a:gd name="connsiteY848" fmla="*/ 6350 h 457200"/>
              <a:gd name="connsiteX849" fmla="*/ 4879512 w 10922000"/>
              <a:gd name="connsiteY849" fmla="*/ 0 h 457200"/>
              <a:gd name="connsiteX850" fmla="*/ 4778381 w 10922000"/>
              <a:gd name="connsiteY850" fmla="*/ 0 h 457200"/>
              <a:gd name="connsiteX851" fmla="*/ 4727817 w 10922000"/>
              <a:gd name="connsiteY851" fmla="*/ 0 h 457200"/>
              <a:gd name="connsiteX852" fmla="*/ 4727817 w 10922000"/>
              <a:gd name="connsiteY852" fmla="*/ 6350 h 457200"/>
              <a:gd name="connsiteX853" fmla="*/ 4778381 w 10922000"/>
              <a:gd name="connsiteY853" fmla="*/ 6350 h 457200"/>
              <a:gd name="connsiteX854" fmla="*/ 4778381 w 10922000"/>
              <a:gd name="connsiteY854" fmla="*/ 0 h 457200"/>
              <a:gd name="connsiteX855" fmla="*/ 4677252 w 10922000"/>
              <a:gd name="connsiteY855" fmla="*/ 0 h 457200"/>
              <a:gd name="connsiteX856" fmla="*/ 4626686 w 10922000"/>
              <a:gd name="connsiteY856" fmla="*/ 0 h 457200"/>
              <a:gd name="connsiteX857" fmla="*/ 4626686 w 10922000"/>
              <a:gd name="connsiteY857" fmla="*/ 6350 h 457200"/>
              <a:gd name="connsiteX858" fmla="*/ 4677252 w 10922000"/>
              <a:gd name="connsiteY858" fmla="*/ 6350 h 457200"/>
              <a:gd name="connsiteX859" fmla="*/ 4677252 w 10922000"/>
              <a:gd name="connsiteY859" fmla="*/ 0 h 457200"/>
              <a:gd name="connsiteX860" fmla="*/ 4576121 w 10922000"/>
              <a:gd name="connsiteY860" fmla="*/ 0 h 457200"/>
              <a:gd name="connsiteX861" fmla="*/ 4525556 w 10922000"/>
              <a:gd name="connsiteY861" fmla="*/ 0 h 457200"/>
              <a:gd name="connsiteX862" fmla="*/ 4525556 w 10922000"/>
              <a:gd name="connsiteY862" fmla="*/ 6350 h 457200"/>
              <a:gd name="connsiteX863" fmla="*/ 4576121 w 10922000"/>
              <a:gd name="connsiteY863" fmla="*/ 6350 h 457200"/>
              <a:gd name="connsiteX864" fmla="*/ 4576121 w 10922000"/>
              <a:gd name="connsiteY864" fmla="*/ 0 h 457200"/>
              <a:gd name="connsiteX865" fmla="*/ 4474991 w 10922000"/>
              <a:gd name="connsiteY865" fmla="*/ 0 h 457200"/>
              <a:gd name="connsiteX866" fmla="*/ 4424426 w 10922000"/>
              <a:gd name="connsiteY866" fmla="*/ 0 h 457200"/>
              <a:gd name="connsiteX867" fmla="*/ 4424426 w 10922000"/>
              <a:gd name="connsiteY867" fmla="*/ 6350 h 457200"/>
              <a:gd name="connsiteX868" fmla="*/ 4474991 w 10922000"/>
              <a:gd name="connsiteY868" fmla="*/ 6350 h 457200"/>
              <a:gd name="connsiteX869" fmla="*/ 4474991 w 10922000"/>
              <a:gd name="connsiteY869" fmla="*/ 0 h 457200"/>
              <a:gd name="connsiteX870" fmla="*/ 4373861 w 10922000"/>
              <a:gd name="connsiteY870" fmla="*/ 0 h 457200"/>
              <a:gd name="connsiteX871" fmla="*/ 4323296 w 10922000"/>
              <a:gd name="connsiteY871" fmla="*/ 0 h 457200"/>
              <a:gd name="connsiteX872" fmla="*/ 4323296 w 10922000"/>
              <a:gd name="connsiteY872" fmla="*/ 6350 h 457200"/>
              <a:gd name="connsiteX873" fmla="*/ 4373861 w 10922000"/>
              <a:gd name="connsiteY873" fmla="*/ 6350 h 457200"/>
              <a:gd name="connsiteX874" fmla="*/ 4373861 w 10922000"/>
              <a:gd name="connsiteY874" fmla="*/ 0 h 457200"/>
              <a:gd name="connsiteX875" fmla="*/ 4272731 w 10922000"/>
              <a:gd name="connsiteY875" fmla="*/ 0 h 457200"/>
              <a:gd name="connsiteX876" fmla="*/ 4222166 w 10922000"/>
              <a:gd name="connsiteY876" fmla="*/ 0 h 457200"/>
              <a:gd name="connsiteX877" fmla="*/ 4222166 w 10922000"/>
              <a:gd name="connsiteY877" fmla="*/ 6350 h 457200"/>
              <a:gd name="connsiteX878" fmla="*/ 4272731 w 10922000"/>
              <a:gd name="connsiteY878" fmla="*/ 6350 h 457200"/>
              <a:gd name="connsiteX879" fmla="*/ 4272731 w 10922000"/>
              <a:gd name="connsiteY879" fmla="*/ 0 h 457200"/>
              <a:gd name="connsiteX880" fmla="*/ 4171601 w 10922000"/>
              <a:gd name="connsiteY880" fmla="*/ 0 h 457200"/>
              <a:gd name="connsiteX881" fmla="*/ 4121036 w 10922000"/>
              <a:gd name="connsiteY881" fmla="*/ 0 h 457200"/>
              <a:gd name="connsiteX882" fmla="*/ 4121036 w 10922000"/>
              <a:gd name="connsiteY882" fmla="*/ 6350 h 457200"/>
              <a:gd name="connsiteX883" fmla="*/ 4171601 w 10922000"/>
              <a:gd name="connsiteY883" fmla="*/ 6350 h 457200"/>
              <a:gd name="connsiteX884" fmla="*/ 4171601 w 10922000"/>
              <a:gd name="connsiteY884" fmla="*/ 0 h 457200"/>
              <a:gd name="connsiteX885" fmla="*/ 4070471 w 10922000"/>
              <a:gd name="connsiteY885" fmla="*/ 0 h 457200"/>
              <a:gd name="connsiteX886" fmla="*/ 4019906 w 10922000"/>
              <a:gd name="connsiteY886" fmla="*/ 0 h 457200"/>
              <a:gd name="connsiteX887" fmla="*/ 4019906 w 10922000"/>
              <a:gd name="connsiteY887" fmla="*/ 6350 h 457200"/>
              <a:gd name="connsiteX888" fmla="*/ 4070471 w 10922000"/>
              <a:gd name="connsiteY888" fmla="*/ 6350 h 457200"/>
              <a:gd name="connsiteX889" fmla="*/ 4070471 w 10922000"/>
              <a:gd name="connsiteY889" fmla="*/ 0 h 457200"/>
              <a:gd name="connsiteX890" fmla="*/ 3969341 w 10922000"/>
              <a:gd name="connsiteY890" fmla="*/ 0 h 457200"/>
              <a:gd name="connsiteX891" fmla="*/ 3918776 w 10922000"/>
              <a:gd name="connsiteY891" fmla="*/ 0 h 457200"/>
              <a:gd name="connsiteX892" fmla="*/ 3918776 w 10922000"/>
              <a:gd name="connsiteY892" fmla="*/ 6350 h 457200"/>
              <a:gd name="connsiteX893" fmla="*/ 3969341 w 10922000"/>
              <a:gd name="connsiteY893" fmla="*/ 6350 h 457200"/>
              <a:gd name="connsiteX894" fmla="*/ 3969341 w 10922000"/>
              <a:gd name="connsiteY894" fmla="*/ 0 h 457200"/>
              <a:gd name="connsiteX895" fmla="*/ 3868211 w 10922000"/>
              <a:gd name="connsiteY895" fmla="*/ 0 h 457200"/>
              <a:gd name="connsiteX896" fmla="*/ 3817645 w 10922000"/>
              <a:gd name="connsiteY896" fmla="*/ 0 h 457200"/>
              <a:gd name="connsiteX897" fmla="*/ 3817645 w 10922000"/>
              <a:gd name="connsiteY897" fmla="*/ 6350 h 457200"/>
              <a:gd name="connsiteX898" fmla="*/ 3868211 w 10922000"/>
              <a:gd name="connsiteY898" fmla="*/ 6350 h 457200"/>
              <a:gd name="connsiteX899" fmla="*/ 3868211 w 10922000"/>
              <a:gd name="connsiteY899" fmla="*/ 0 h 457200"/>
              <a:gd name="connsiteX900" fmla="*/ 3767081 w 10922000"/>
              <a:gd name="connsiteY900" fmla="*/ 0 h 457200"/>
              <a:gd name="connsiteX901" fmla="*/ 3716516 w 10922000"/>
              <a:gd name="connsiteY901" fmla="*/ 0 h 457200"/>
              <a:gd name="connsiteX902" fmla="*/ 3716516 w 10922000"/>
              <a:gd name="connsiteY902" fmla="*/ 6350 h 457200"/>
              <a:gd name="connsiteX903" fmla="*/ 3767081 w 10922000"/>
              <a:gd name="connsiteY903" fmla="*/ 6350 h 457200"/>
              <a:gd name="connsiteX904" fmla="*/ 3767081 w 10922000"/>
              <a:gd name="connsiteY904" fmla="*/ 0 h 457200"/>
              <a:gd name="connsiteX905" fmla="*/ 3665950 w 10922000"/>
              <a:gd name="connsiteY905" fmla="*/ 0 h 457200"/>
              <a:gd name="connsiteX906" fmla="*/ 3615385 w 10922000"/>
              <a:gd name="connsiteY906" fmla="*/ 0 h 457200"/>
              <a:gd name="connsiteX907" fmla="*/ 3615385 w 10922000"/>
              <a:gd name="connsiteY907" fmla="*/ 6350 h 457200"/>
              <a:gd name="connsiteX908" fmla="*/ 3665950 w 10922000"/>
              <a:gd name="connsiteY908" fmla="*/ 6350 h 457200"/>
              <a:gd name="connsiteX909" fmla="*/ 3665950 w 10922000"/>
              <a:gd name="connsiteY909" fmla="*/ 0 h 457200"/>
              <a:gd name="connsiteX910" fmla="*/ 3564820 w 10922000"/>
              <a:gd name="connsiteY910" fmla="*/ 0 h 457200"/>
              <a:gd name="connsiteX911" fmla="*/ 3514255 w 10922000"/>
              <a:gd name="connsiteY911" fmla="*/ 0 h 457200"/>
              <a:gd name="connsiteX912" fmla="*/ 3514255 w 10922000"/>
              <a:gd name="connsiteY912" fmla="*/ 6350 h 457200"/>
              <a:gd name="connsiteX913" fmla="*/ 3564820 w 10922000"/>
              <a:gd name="connsiteY913" fmla="*/ 6350 h 457200"/>
              <a:gd name="connsiteX914" fmla="*/ 3564820 w 10922000"/>
              <a:gd name="connsiteY914" fmla="*/ 0 h 457200"/>
              <a:gd name="connsiteX915" fmla="*/ 3463690 w 10922000"/>
              <a:gd name="connsiteY915" fmla="*/ 0 h 457200"/>
              <a:gd name="connsiteX916" fmla="*/ 3413125 w 10922000"/>
              <a:gd name="connsiteY916" fmla="*/ 0 h 457200"/>
              <a:gd name="connsiteX917" fmla="*/ 3413125 w 10922000"/>
              <a:gd name="connsiteY917" fmla="*/ 6350 h 457200"/>
              <a:gd name="connsiteX918" fmla="*/ 3463690 w 10922000"/>
              <a:gd name="connsiteY918" fmla="*/ 6350 h 457200"/>
              <a:gd name="connsiteX919" fmla="*/ 3463690 w 10922000"/>
              <a:gd name="connsiteY919" fmla="*/ 0 h 457200"/>
              <a:gd name="connsiteX920" fmla="*/ 3362560 w 10922000"/>
              <a:gd name="connsiteY920" fmla="*/ 0 h 457200"/>
              <a:gd name="connsiteX921" fmla="*/ 3311995 w 10922000"/>
              <a:gd name="connsiteY921" fmla="*/ 0 h 457200"/>
              <a:gd name="connsiteX922" fmla="*/ 3311995 w 10922000"/>
              <a:gd name="connsiteY922" fmla="*/ 6350 h 457200"/>
              <a:gd name="connsiteX923" fmla="*/ 3362560 w 10922000"/>
              <a:gd name="connsiteY923" fmla="*/ 6350 h 457200"/>
              <a:gd name="connsiteX924" fmla="*/ 3362560 w 10922000"/>
              <a:gd name="connsiteY924" fmla="*/ 0 h 457200"/>
              <a:gd name="connsiteX925" fmla="*/ 3261430 w 10922000"/>
              <a:gd name="connsiteY925" fmla="*/ 0 h 457200"/>
              <a:gd name="connsiteX926" fmla="*/ 3210865 w 10922000"/>
              <a:gd name="connsiteY926" fmla="*/ 0 h 457200"/>
              <a:gd name="connsiteX927" fmla="*/ 3210865 w 10922000"/>
              <a:gd name="connsiteY927" fmla="*/ 6350 h 457200"/>
              <a:gd name="connsiteX928" fmla="*/ 3261430 w 10922000"/>
              <a:gd name="connsiteY928" fmla="*/ 6350 h 457200"/>
              <a:gd name="connsiteX929" fmla="*/ 3261430 w 10922000"/>
              <a:gd name="connsiteY929" fmla="*/ 0 h 457200"/>
              <a:gd name="connsiteX930" fmla="*/ 3160300 w 10922000"/>
              <a:gd name="connsiteY930" fmla="*/ 0 h 457200"/>
              <a:gd name="connsiteX931" fmla="*/ 3109735 w 10922000"/>
              <a:gd name="connsiteY931" fmla="*/ 0 h 457200"/>
              <a:gd name="connsiteX932" fmla="*/ 3109735 w 10922000"/>
              <a:gd name="connsiteY932" fmla="*/ 6350 h 457200"/>
              <a:gd name="connsiteX933" fmla="*/ 3160300 w 10922000"/>
              <a:gd name="connsiteY933" fmla="*/ 6350 h 457200"/>
              <a:gd name="connsiteX934" fmla="*/ 3160300 w 10922000"/>
              <a:gd name="connsiteY934" fmla="*/ 0 h 457200"/>
              <a:gd name="connsiteX935" fmla="*/ 3059170 w 10922000"/>
              <a:gd name="connsiteY935" fmla="*/ 0 h 457200"/>
              <a:gd name="connsiteX936" fmla="*/ 3008605 w 10922000"/>
              <a:gd name="connsiteY936" fmla="*/ 0 h 457200"/>
              <a:gd name="connsiteX937" fmla="*/ 3008605 w 10922000"/>
              <a:gd name="connsiteY937" fmla="*/ 6350 h 457200"/>
              <a:gd name="connsiteX938" fmla="*/ 3059170 w 10922000"/>
              <a:gd name="connsiteY938" fmla="*/ 6350 h 457200"/>
              <a:gd name="connsiteX939" fmla="*/ 3059170 w 10922000"/>
              <a:gd name="connsiteY939" fmla="*/ 0 h 457200"/>
              <a:gd name="connsiteX940" fmla="*/ 2958040 w 10922000"/>
              <a:gd name="connsiteY940" fmla="*/ 0 h 457200"/>
              <a:gd name="connsiteX941" fmla="*/ 2907475 w 10922000"/>
              <a:gd name="connsiteY941" fmla="*/ 0 h 457200"/>
              <a:gd name="connsiteX942" fmla="*/ 2907475 w 10922000"/>
              <a:gd name="connsiteY942" fmla="*/ 6350 h 457200"/>
              <a:gd name="connsiteX943" fmla="*/ 2958040 w 10922000"/>
              <a:gd name="connsiteY943" fmla="*/ 6350 h 457200"/>
              <a:gd name="connsiteX944" fmla="*/ 2958040 w 10922000"/>
              <a:gd name="connsiteY944" fmla="*/ 0 h 457200"/>
              <a:gd name="connsiteX945" fmla="*/ 2856909 w 10922000"/>
              <a:gd name="connsiteY945" fmla="*/ 0 h 457200"/>
              <a:gd name="connsiteX946" fmla="*/ 2806344 w 10922000"/>
              <a:gd name="connsiteY946" fmla="*/ 0 h 457200"/>
              <a:gd name="connsiteX947" fmla="*/ 2806344 w 10922000"/>
              <a:gd name="connsiteY947" fmla="*/ 6350 h 457200"/>
              <a:gd name="connsiteX948" fmla="*/ 2856909 w 10922000"/>
              <a:gd name="connsiteY948" fmla="*/ 6350 h 457200"/>
              <a:gd name="connsiteX949" fmla="*/ 2856909 w 10922000"/>
              <a:gd name="connsiteY949" fmla="*/ 0 h 457200"/>
              <a:gd name="connsiteX950" fmla="*/ 2755780 w 10922000"/>
              <a:gd name="connsiteY950" fmla="*/ 0 h 457200"/>
              <a:gd name="connsiteX951" fmla="*/ 2705214 w 10922000"/>
              <a:gd name="connsiteY951" fmla="*/ 0 h 457200"/>
              <a:gd name="connsiteX952" fmla="*/ 2705214 w 10922000"/>
              <a:gd name="connsiteY952" fmla="*/ 6350 h 457200"/>
              <a:gd name="connsiteX953" fmla="*/ 2755780 w 10922000"/>
              <a:gd name="connsiteY953" fmla="*/ 6350 h 457200"/>
              <a:gd name="connsiteX954" fmla="*/ 2755780 w 10922000"/>
              <a:gd name="connsiteY954" fmla="*/ 0 h 457200"/>
              <a:gd name="connsiteX955" fmla="*/ 2654649 w 10922000"/>
              <a:gd name="connsiteY955" fmla="*/ 0 h 457200"/>
              <a:gd name="connsiteX956" fmla="*/ 2604084 w 10922000"/>
              <a:gd name="connsiteY956" fmla="*/ 0 h 457200"/>
              <a:gd name="connsiteX957" fmla="*/ 2604084 w 10922000"/>
              <a:gd name="connsiteY957" fmla="*/ 6350 h 457200"/>
              <a:gd name="connsiteX958" fmla="*/ 2654649 w 10922000"/>
              <a:gd name="connsiteY958" fmla="*/ 6350 h 457200"/>
              <a:gd name="connsiteX959" fmla="*/ 2654649 w 10922000"/>
              <a:gd name="connsiteY959" fmla="*/ 0 h 457200"/>
              <a:gd name="connsiteX960" fmla="*/ 2553519 w 10922000"/>
              <a:gd name="connsiteY960" fmla="*/ 0 h 457200"/>
              <a:gd name="connsiteX961" fmla="*/ 2502954 w 10922000"/>
              <a:gd name="connsiteY961" fmla="*/ 0 h 457200"/>
              <a:gd name="connsiteX962" fmla="*/ 2502954 w 10922000"/>
              <a:gd name="connsiteY962" fmla="*/ 6350 h 457200"/>
              <a:gd name="connsiteX963" fmla="*/ 2553519 w 10922000"/>
              <a:gd name="connsiteY963" fmla="*/ 6350 h 457200"/>
              <a:gd name="connsiteX964" fmla="*/ 2553519 w 10922000"/>
              <a:gd name="connsiteY964" fmla="*/ 0 h 457200"/>
              <a:gd name="connsiteX965" fmla="*/ 2452389 w 10922000"/>
              <a:gd name="connsiteY965" fmla="*/ 0 h 457200"/>
              <a:gd name="connsiteX966" fmla="*/ 2401824 w 10922000"/>
              <a:gd name="connsiteY966" fmla="*/ 0 h 457200"/>
              <a:gd name="connsiteX967" fmla="*/ 2401824 w 10922000"/>
              <a:gd name="connsiteY967" fmla="*/ 6350 h 457200"/>
              <a:gd name="connsiteX968" fmla="*/ 2452389 w 10922000"/>
              <a:gd name="connsiteY968" fmla="*/ 6350 h 457200"/>
              <a:gd name="connsiteX969" fmla="*/ 2452389 w 10922000"/>
              <a:gd name="connsiteY969" fmla="*/ 0 h 457200"/>
              <a:gd name="connsiteX970" fmla="*/ 2351259 w 10922000"/>
              <a:gd name="connsiteY970" fmla="*/ 0 h 457200"/>
              <a:gd name="connsiteX971" fmla="*/ 2300694 w 10922000"/>
              <a:gd name="connsiteY971" fmla="*/ 0 h 457200"/>
              <a:gd name="connsiteX972" fmla="*/ 2300694 w 10922000"/>
              <a:gd name="connsiteY972" fmla="*/ 6350 h 457200"/>
              <a:gd name="connsiteX973" fmla="*/ 2351259 w 10922000"/>
              <a:gd name="connsiteY973" fmla="*/ 6350 h 457200"/>
              <a:gd name="connsiteX974" fmla="*/ 2351259 w 10922000"/>
              <a:gd name="connsiteY974" fmla="*/ 0 h 457200"/>
              <a:gd name="connsiteX975" fmla="*/ 2250129 w 10922000"/>
              <a:gd name="connsiteY975" fmla="*/ 0 h 457200"/>
              <a:gd name="connsiteX976" fmla="*/ 2199564 w 10922000"/>
              <a:gd name="connsiteY976" fmla="*/ 0 h 457200"/>
              <a:gd name="connsiteX977" fmla="*/ 2199564 w 10922000"/>
              <a:gd name="connsiteY977" fmla="*/ 6350 h 457200"/>
              <a:gd name="connsiteX978" fmla="*/ 2250129 w 10922000"/>
              <a:gd name="connsiteY978" fmla="*/ 6350 h 457200"/>
              <a:gd name="connsiteX979" fmla="*/ 2250129 w 10922000"/>
              <a:gd name="connsiteY979" fmla="*/ 0 h 457200"/>
              <a:gd name="connsiteX980" fmla="*/ 2148999 w 10922000"/>
              <a:gd name="connsiteY980" fmla="*/ 0 h 457200"/>
              <a:gd name="connsiteX981" fmla="*/ 2098434 w 10922000"/>
              <a:gd name="connsiteY981" fmla="*/ 0 h 457200"/>
              <a:gd name="connsiteX982" fmla="*/ 2098434 w 10922000"/>
              <a:gd name="connsiteY982" fmla="*/ 6350 h 457200"/>
              <a:gd name="connsiteX983" fmla="*/ 2148999 w 10922000"/>
              <a:gd name="connsiteY983" fmla="*/ 6350 h 457200"/>
              <a:gd name="connsiteX984" fmla="*/ 2148999 w 10922000"/>
              <a:gd name="connsiteY984" fmla="*/ 0 h 457200"/>
              <a:gd name="connsiteX985" fmla="*/ 2047869 w 10922000"/>
              <a:gd name="connsiteY985" fmla="*/ 0 h 457200"/>
              <a:gd name="connsiteX986" fmla="*/ 1997304 w 10922000"/>
              <a:gd name="connsiteY986" fmla="*/ 0 h 457200"/>
              <a:gd name="connsiteX987" fmla="*/ 1997304 w 10922000"/>
              <a:gd name="connsiteY987" fmla="*/ 6350 h 457200"/>
              <a:gd name="connsiteX988" fmla="*/ 2047869 w 10922000"/>
              <a:gd name="connsiteY988" fmla="*/ 6350 h 457200"/>
              <a:gd name="connsiteX989" fmla="*/ 2047869 w 10922000"/>
              <a:gd name="connsiteY989" fmla="*/ 0 h 457200"/>
              <a:gd name="connsiteX990" fmla="*/ 1946739 w 10922000"/>
              <a:gd name="connsiteY990" fmla="*/ 0 h 457200"/>
              <a:gd name="connsiteX991" fmla="*/ 1896173 w 10922000"/>
              <a:gd name="connsiteY991" fmla="*/ 0 h 457200"/>
              <a:gd name="connsiteX992" fmla="*/ 1896173 w 10922000"/>
              <a:gd name="connsiteY992" fmla="*/ 6350 h 457200"/>
              <a:gd name="connsiteX993" fmla="*/ 1946739 w 10922000"/>
              <a:gd name="connsiteY993" fmla="*/ 6350 h 457200"/>
              <a:gd name="connsiteX994" fmla="*/ 1946739 w 10922000"/>
              <a:gd name="connsiteY994" fmla="*/ 0 h 457200"/>
              <a:gd name="connsiteX995" fmla="*/ 1845609 w 10922000"/>
              <a:gd name="connsiteY995" fmla="*/ 0 h 457200"/>
              <a:gd name="connsiteX996" fmla="*/ 1795043 w 10922000"/>
              <a:gd name="connsiteY996" fmla="*/ 0 h 457200"/>
              <a:gd name="connsiteX997" fmla="*/ 1795043 w 10922000"/>
              <a:gd name="connsiteY997" fmla="*/ 6350 h 457200"/>
              <a:gd name="connsiteX998" fmla="*/ 1845609 w 10922000"/>
              <a:gd name="connsiteY998" fmla="*/ 6350 h 457200"/>
              <a:gd name="connsiteX999" fmla="*/ 1845609 w 10922000"/>
              <a:gd name="connsiteY999" fmla="*/ 0 h 457200"/>
              <a:gd name="connsiteX1000" fmla="*/ 1744478 w 10922000"/>
              <a:gd name="connsiteY1000" fmla="*/ 0 h 457200"/>
              <a:gd name="connsiteX1001" fmla="*/ 1693913 w 10922000"/>
              <a:gd name="connsiteY1001" fmla="*/ 0 h 457200"/>
              <a:gd name="connsiteX1002" fmla="*/ 1693913 w 10922000"/>
              <a:gd name="connsiteY1002" fmla="*/ 6350 h 457200"/>
              <a:gd name="connsiteX1003" fmla="*/ 1744478 w 10922000"/>
              <a:gd name="connsiteY1003" fmla="*/ 6350 h 457200"/>
              <a:gd name="connsiteX1004" fmla="*/ 1744478 w 10922000"/>
              <a:gd name="connsiteY1004" fmla="*/ 0 h 457200"/>
              <a:gd name="connsiteX1005" fmla="*/ 1643348 w 10922000"/>
              <a:gd name="connsiteY1005" fmla="*/ 0 h 457200"/>
              <a:gd name="connsiteX1006" fmla="*/ 1592783 w 10922000"/>
              <a:gd name="connsiteY1006" fmla="*/ 0 h 457200"/>
              <a:gd name="connsiteX1007" fmla="*/ 1592783 w 10922000"/>
              <a:gd name="connsiteY1007" fmla="*/ 6350 h 457200"/>
              <a:gd name="connsiteX1008" fmla="*/ 1643348 w 10922000"/>
              <a:gd name="connsiteY1008" fmla="*/ 6350 h 457200"/>
              <a:gd name="connsiteX1009" fmla="*/ 1643348 w 10922000"/>
              <a:gd name="connsiteY1009" fmla="*/ 0 h 457200"/>
              <a:gd name="connsiteX1010" fmla="*/ 1542218 w 10922000"/>
              <a:gd name="connsiteY1010" fmla="*/ 0 h 457200"/>
              <a:gd name="connsiteX1011" fmla="*/ 1491647 w 10922000"/>
              <a:gd name="connsiteY1011" fmla="*/ 0 h 457200"/>
              <a:gd name="connsiteX1012" fmla="*/ 1491647 w 10922000"/>
              <a:gd name="connsiteY1012" fmla="*/ 6350 h 457200"/>
              <a:gd name="connsiteX1013" fmla="*/ 1542218 w 10922000"/>
              <a:gd name="connsiteY1013" fmla="*/ 6350 h 457200"/>
              <a:gd name="connsiteX1014" fmla="*/ 1542218 w 10922000"/>
              <a:gd name="connsiteY1014" fmla="*/ 0 h 457200"/>
              <a:gd name="connsiteX1015" fmla="*/ 1441088 w 10922000"/>
              <a:gd name="connsiteY1015" fmla="*/ 0 h 457200"/>
              <a:gd name="connsiteX1016" fmla="*/ 1390523 w 10922000"/>
              <a:gd name="connsiteY1016" fmla="*/ 0 h 457200"/>
              <a:gd name="connsiteX1017" fmla="*/ 1390523 w 10922000"/>
              <a:gd name="connsiteY1017" fmla="*/ 6350 h 457200"/>
              <a:gd name="connsiteX1018" fmla="*/ 1441088 w 10922000"/>
              <a:gd name="connsiteY1018" fmla="*/ 6350 h 457200"/>
              <a:gd name="connsiteX1019" fmla="*/ 1441088 w 10922000"/>
              <a:gd name="connsiteY1019" fmla="*/ 0 h 457200"/>
              <a:gd name="connsiteX1020" fmla="*/ 1339952 w 10922000"/>
              <a:gd name="connsiteY1020" fmla="*/ 0 h 457200"/>
              <a:gd name="connsiteX1021" fmla="*/ 1289387 w 10922000"/>
              <a:gd name="connsiteY1021" fmla="*/ 0 h 457200"/>
              <a:gd name="connsiteX1022" fmla="*/ 1289387 w 10922000"/>
              <a:gd name="connsiteY1022" fmla="*/ 6350 h 457200"/>
              <a:gd name="connsiteX1023" fmla="*/ 1339952 w 10922000"/>
              <a:gd name="connsiteY1023" fmla="*/ 6350 h 457200"/>
              <a:gd name="connsiteX1024" fmla="*/ 1339952 w 10922000"/>
              <a:gd name="connsiteY1024" fmla="*/ 0 h 457200"/>
              <a:gd name="connsiteX1025" fmla="*/ 1238822 w 10922000"/>
              <a:gd name="connsiteY1025" fmla="*/ 0 h 457200"/>
              <a:gd name="connsiteX1026" fmla="*/ 1188257 w 10922000"/>
              <a:gd name="connsiteY1026" fmla="*/ 0 h 457200"/>
              <a:gd name="connsiteX1027" fmla="*/ 1188257 w 10922000"/>
              <a:gd name="connsiteY1027" fmla="*/ 6350 h 457200"/>
              <a:gd name="connsiteX1028" fmla="*/ 1238822 w 10922000"/>
              <a:gd name="connsiteY1028" fmla="*/ 6350 h 457200"/>
              <a:gd name="connsiteX1029" fmla="*/ 1238822 w 10922000"/>
              <a:gd name="connsiteY1029" fmla="*/ 0 h 457200"/>
              <a:gd name="connsiteX1030" fmla="*/ 1137691 w 10922000"/>
              <a:gd name="connsiteY1030" fmla="*/ 0 h 457200"/>
              <a:gd name="connsiteX1031" fmla="*/ 1087126 w 10922000"/>
              <a:gd name="connsiteY1031" fmla="*/ 0 h 457200"/>
              <a:gd name="connsiteX1032" fmla="*/ 1087126 w 10922000"/>
              <a:gd name="connsiteY1032" fmla="*/ 6350 h 457200"/>
              <a:gd name="connsiteX1033" fmla="*/ 1137691 w 10922000"/>
              <a:gd name="connsiteY1033" fmla="*/ 6350 h 457200"/>
              <a:gd name="connsiteX1034" fmla="*/ 1137691 w 10922000"/>
              <a:gd name="connsiteY1034" fmla="*/ 0 h 457200"/>
              <a:gd name="connsiteX1035" fmla="*/ 1036561 w 10922000"/>
              <a:gd name="connsiteY1035" fmla="*/ 0 h 457200"/>
              <a:gd name="connsiteX1036" fmla="*/ 985996 w 10922000"/>
              <a:gd name="connsiteY1036" fmla="*/ 0 h 457200"/>
              <a:gd name="connsiteX1037" fmla="*/ 985996 w 10922000"/>
              <a:gd name="connsiteY1037" fmla="*/ 6350 h 457200"/>
              <a:gd name="connsiteX1038" fmla="*/ 1036561 w 10922000"/>
              <a:gd name="connsiteY1038" fmla="*/ 6350 h 457200"/>
              <a:gd name="connsiteX1039" fmla="*/ 1036561 w 10922000"/>
              <a:gd name="connsiteY1039" fmla="*/ 0 h 457200"/>
              <a:gd name="connsiteX1040" fmla="*/ 935431 w 10922000"/>
              <a:gd name="connsiteY1040" fmla="*/ 0 h 457200"/>
              <a:gd name="connsiteX1041" fmla="*/ 884866 w 10922000"/>
              <a:gd name="connsiteY1041" fmla="*/ 0 h 457200"/>
              <a:gd name="connsiteX1042" fmla="*/ 884866 w 10922000"/>
              <a:gd name="connsiteY1042" fmla="*/ 6350 h 457200"/>
              <a:gd name="connsiteX1043" fmla="*/ 935431 w 10922000"/>
              <a:gd name="connsiteY1043" fmla="*/ 6350 h 457200"/>
              <a:gd name="connsiteX1044" fmla="*/ 935431 w 10922000"/>
              <a:gd name="connsiteY1044" fmla="*/ 0 h 457200"/>
              <a:gd name="connsiteX1045" fmla="*/ 834301 w 10922000"/>
              <a:gd name="connsiteY1045" fmla="*/ 0 h 457200"/>
              <a:gd name="connsiteX1046" fmla="*/ 783736 w 10922000"/>
              <a:gd name="connsiteY1046" fmla="*/ 0 h 457200"/>
              <a:gd name="connsiteX1047" fmla="*/ 783736 w 10922000"/>
              <a:gd name="connsiteY1047" fmla="*/ 6350 h 457200"/>
              <a:gd name="connsiteX1048" fmla="*/ 834301 w 10922000"/>
              <a:gd name="connsiteY1048" fmla="*/ 6350 h 457200"/>
              <a:gd name="connsiteX1049" fmla="*/ 834301 w 10922000"/>
              <a:gd name="connsiteY1049" fmla="*/ 0 h 457200"/>
              <a:gd name="connsiteX1050" fmla="*/ 733171 w 10922000"/>
              <a:gd name="connsiteY1050" fmla="*/ 0 h 457200"/>
              <a:gd name="connsiteX1051" fmla="*/ 682606 w 10922000"/>
              <a:gd name="connsiteY1051" fmla="*/ 0 h 457200"/>
              <a:gd name="connsiteX1052" fmla="*/ 682606 w 10922000"/>
              <a:gd name="connsiteY1052" fmla="*/ 6350 h 457200"/>
              <a:gd name="connsiteX1053" fmla="*/ 733171 w 10922000"/>
              <a:gd name="connsiteY1053" fmla="*/ 6350 h 457200"/>
              <a:gd name="connsiteX1054" fmla="*/ 733171 w 10922000"/>
              <a:gd name="connsiteY1054" fmla="*/ 0 h 457200"/>
              <a:gd name="connsiteX1055" fmla="*/ 632041 w 10922000"/>
              <a:gd name="connsiteY1055" fmla="*/ 0 h 457200"/>
              <a:gd name="connsiteX1056" fmla="*/ 581476 w 10922000"/>
              <a:gd name="connsiteY1056" fmla="*/ 0 h 457200"/>
              <a:gd name="connsiteX1057" fmla="*/ 581476 w 10922000"/>
              <a:gd name="connsiteY1057" fmla="*/ 6350 h 457200"/>
              <a:gd name="connsiteX1058" fmla="*/ 632041 w 10922000"/>
              <a:gd name="connsiteY1058" fmla="*/ 6350 h 457200"/>
              <a:gd name="connsiteX1059" fmla="*/ 632041 w 10922000"/>
              <a:gd name="connsiteY1059" fmla="*/ 0 h 457200"/>
              <a:gd name="connsiteX1060" fmla="*/ 530911 w 10922000"/>
              <a:gd name="connsiteY1060" fmla="*/ 0 h 457200"/>
              <a:gd name="connsiteX1061" fmla="*/ 480346 w 10922000"/>
              <a:gd name="connsiteY1061" fmla="*/ 0 h 457200"/>
              <a:gd name="connsiteX1062" fmla="*/ 480346 w 10922000"/>
              <a:gd name="connsiteY1062" fmla="*/ 6350 h 457200"/>
              <a:gd name="connsiteX1063" fmla="*/ 530911 w 10922000"/>
              <a:gd name="connsiteY1063" fmla="*/ 6350 h 457200"/>
              <a:gd name="connsiteX1064" fmla="*/ 530911 w 10922000"/>
              <a:gd name="connsiteY1064" fmla="*/ 0 h 457200"/>
              <a:gd name="connsiteX1065" fmla="*/ 429781 w 10922000"/>
              <a:gd name="connsiteY1065" fmla="*/ 0 h 457200"/>
              <a:gd name="connsiteX1066" fmla="*/ 379216 w 10922000"/>
              <a:gd name="connsiteY1066" fmla="*/ 0 h 457200"/>
              <a:gd name="connsiteX1067" fmla="*/ 379216 w 10922000"/>
              <a:gd name="connsiteY1067" fmla="*/ 6350 h 457200"/>
              <a:gd name="connsiteX1068" fmla="*/ 429781 w 10922000"/>
              <a:gd name="connsiteY1068" fmla="*/ 6350 h 457200"/>
              <a:gd name="connsiteX1069" fmla="*/ 429781 w 10922000"/>
              <a:gd name="connsiteY1069" fmla="*/ 0 h 457200"/>
              <a:gd name="connsiteX1070" fmla="*/ 328651 w 10922000"/>
              <a:gd name="connsiteY1070" fmla="*/ 0 h 457200"/>
              <a:gd name="connsiteX1071" fmla="*/ 278086 w 10922000"/>
              <a:gd name="connsiteY1071" fmla="*/ 0 h 457200"/>
              <a:gd name="connsiteX1072" fmla="*/ 278086 w 10922000"/>
              <a:gd name="connsiteY1072" fmla="*/ 6350 h 457200"/>
              <a:gd name="connsiteX1073" fmla="*/ 328651 w 10922000"/>
              <a:gd name="connsiteY1073" fmla="*/ 6350 h 457200"/>
              <a:gd name="connsiteX1074" fmla="*/ 328651 w 10922000"/>
              <a:gd name="connsiteY1074" fmla="*/ 0 h 457200"/>
              <a:gd name="connsiteX1075" fmla="*/ 227521 w 10922000"/>
              <a:gd name="connsiteY1075" fmla="*/ 0 h 457200"/>
              <a:gd name="connsiteX1076" fmla="*/ 176955 w 10922000"/>
              <a:gd name="connsiteY1076" fmla="*/ 0 h 457200"/>
              <a:gd name="connsiteX1077" fmla="*/ 176955 w 10922000"/>
              <a:gd name="connsiteY1077" fmla="*/ 6350 h 457200"/>
              <a:gd name="connsiteX1078" fmla="*/ 227521 w 10922000"/>
              <a:gd name="connsiteY1078" fmla="*/ 6350 h 457200"/>
              <a:gd name="connsiteX1079" fmla="*/ 227521 w 10922000"/>
              <a:gd name="connsiteY1079" fmla="*/ 0 h 457200"/>
              <a:gd name="connsiteX1080" fmla="*/ 126390 w 10922000"/>
              <a:gd name="connsiteY1080" fmla="*/ 0 h 457200"/>
              <a:gd name="connsiteX1081" fmla="*/ 75825 w 10922000"/>
              <a:gd name="connsiteY1081" fmla="*/ 0 h 457200"/>
              <a:gd name="connsiteX1082" fmla="*/ 75825 w 10922000"/>
              <a:gd name="connsiteY1082" fmla="*/ 6350 h 457200"/>
              <a:gd name="connsiteX1083" fmla="*/ 126390 w 10922000"/>
              <a:gd name="connsiteY1083" fmla="*/ 6350 h 457200"/>
              <a:gd name="connsiteX1084" fmla="*/ 126390 w 10922000"/>
              <a:gd name="connsiteY1084" fmla="*/ 0 h 457200"/>
              <a:gd name="connsiteX1085" fmla="*/ 25260 w 10922000"/>
              <a:gd name="connsiteY1085" fmla="*/ 0 h 457200"/>
              <a:gd name="connsiteX1086" fmla="*/ 0 w 10922000"/>
              <a:gd name="connsiteY1086" fmla="*/ 0 h 457200"/>
              <a:gd name="connsiteX1087" fmla="*/ 0 w 10922000"/>
              <a:gd name="connsiteY1087" fmla="*/ 6350 h 457200"/>
              <a:gd name="connsiteX1088" fmla="*/ 25260 w 10922000"/>
              <a:gd name="connsiteY1088" fmla="*/ 6350 h 457200"/>
              <a:gd name="connsiteX1089" fmla="*/ 25260 w 10922000"/>
              <a:gd name="connsiteY1089"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0922000" h="457200">
                <a:moveTo>
                  <a:pt x="0" y="457200"/>
                </a:moveTo>
                <a:lnTo>
                  <a:pt x="25279" y="457200"/>
                </a:lnTo>
                <a:lnTo>
                  <a:pt x="25279" y="450850"/>
                </a:lnTo>
                <a:lnTo>
                  <a:pt x="0" y="450850"/>
                </a:lnTo>
                <a:lnTo>
                  <a:pt x="0" y="457200"/>
                </a:lnTo>
                <a:close/>
                <a:moveTo>
                  <a:pt x="75844" y="457200"/>
                </a:moveTo>
                <a:lnTo>
                  <a:pt x="126409" y="457200"/>
                </a:lnTo>
                <a:lnTo>
                  <a:pt x="126409" y="450850"/>
                </a:lnTo>
                <a:lnTo>
                  <a:pt x="75844" y="450850"/>
                </a:lnTo>
                <a:lnTo>
                  <a:pt x="75844" y="457200"/>
                </a:lnTo>
                <a:close/>
                <a:moveTo>
                  <a:pt x="176975" y="457200"/>
                </a:moveTo>
                <a:lnTo>
                  <a:pt x="227540" y="457200"/>
                </a:lnTo>
                <a:lnTo>
                  <a:pt x="227540" y="450850"/>
                </a:lnTo>
                <a:lnTo>
                  <a:pt x="176975" y="450850"/>
                </a:lnTo>
                <a:lnTo>
                  <a:pt x="176975" y="457200"/>
                </a:lnTo>
                <a:close/>
                <a:moveTo>
                  <a:pt x="278105" y="457200"/>
                </a:moveTo>
                <a:lnTo>
                  <a:pt x="328670" y="457200"/>
                </a:lnTo>
                <a:lnTo>
                  <a:pt x="328670" y="450850"/>
                </a:lnTo>
                <a:lnTo>
                  <a:pt x="278105" y="450850"/>
                </a:lnTo>
                <a:lnTo>
                  <a:pt x="278105" y="457200"/>
                </a:lnTo>
                <a:close/>
                <a:moveTo>
                  <a:pt x="379235" y="457200"/>
                </a:moveTo>
                <a:lnTo>
                  <a:pt x="429800" y="457200"/>
                </a:lnTo>
                <a:lnTo>
                  <a:pt x="429800" y="450850"/>
                </a:lnTo>
                <a:lnTo>
                  <a:pt x="379235" y="450850"/>
                </a:lnTo>
                <a:lnTo>
                  <a:pt x="379235" y="457200"/>
                </a:lnTo>
                <a:close/>
                <a:moveTo>
                  <a:pt x="480365" y="457200"/>
                </a:moveTo>
                <a:lnTo>
                  <a:pt x="530930" y="457200"/>
                </a:lnTo>
                <a:lnTo>
                  <a:pt x="530930" y="450850"/>
                </a:lnTo>
                <a:lnTo>
                  <a:pt x="480365" y="450850"/>
                </a:lnTo>
                <a:lnTo>
                  <a:pt x="480365" y="457200"/>
                </a:lnTo>
                <a:close/>
                <a:moveTo>
                  <a:pt x="581495" y="457200"/>
                </a:moveTo>
                <a:lnTo>
                  <a:pt x="632060" y="457200"/>
                </a:lnTo>
                <a:lnTo>
                  <a:pt x="632060" y="450850"/>
                </a:lnTo>
                <a:lnTo>
                  <a:pt x="581495" y="450850"/>
                </a:lnTo>
                <a:lnTo>
                  <a:pt x="581495" y="457200"/>
                </a:lnTo>
                <a:close/>
                <a:moveTo>
                  <a:pt x="682625" y="457200"/>
                </a:moveTo>
                <a:lnTo>
                  <a:pt x="733190" y="457200"/>
                </a:lnTo>
                <a:lnTo>
                  <a:pt x="733190" y="450850"/>
                </a:lnTo>
                <a:lnTo>
                  <a:pt x="682625" y="450850"/>
                </a:lnTo>
                <a:lnTo>
                  <a:pt x="682625" y="457200"/>
                </a:lnTo>
                <a:close/>
                <a:moveTo>
                  <a:pt x="783755" y="457200"/>
                </a:moveTo>
                <a:lnTo>
                  <a:pt x="834320" y="457200"/>
                </a:lnTo>
                <a:lnTo>
                  <a:pt x="834320" y="450850"/>
                </a:lnTo>
                <a:lnTo>
                  <a:pt x="783755" y="450850"/>
                </a:lnTo>
                <a:lnTo>
                  <a:pt x="783755" y="457200"/>
                </a:lnTo>
                <a:close/>
                <a:moveTo>
                  <a:pt x="884885" y="457200"/>
                </a:moveTo>
                <a:lnTo>
                  <a:pt x="935450" y="457200"/>
                </a:lnTo>
                <a:lnTo>
                  <a:pt x="935450" y="450850"/>
                </a:lnTo>
                <a:lnTo>
                  <a:pt x="884885" y="450850"/>
                </a:lnTo>
                <a:lnTo>
                  <a:pt x="884885" y="457200"/>
                </a:lnTo>
                <a:close/>
                <a:moveTo>
                  <a:pt x="986015" y="457200"/>
                </a:moveTo>
                <a:lnTo>
                  <a:pt x="1036580" y="457200"/>
                </a:lnTo>
                <a:lnTo>
                  <a:pt x="1036580" y="450850"/>
                </a:lnTo>
                <a:lnTo>
                  <a:pt x="986015" y="450850"/>
                </a:lnTo>
                <a:lnTo>
                  <a:pt x="986015" y="457200"/>
                </a:lnTo>
                <a:close/>
                <a:moveTo>
                  <a:pt x="1087146" y="457200"/>
                </a:moveTo>
                <a:lnTo>
                  <a:pt x="1137710" y="457200"/>
                </a:lnTo>
                <a:lnTo>
                  <a:pt x="1137710" y="450850"/>
                </a:lnTo>
                <a:lnTo>
                  <a:pt x="1087146" y="450850"/>
                </a:lnTo>
                <a:lnTo>
                  <a:pt x="1087146" y="457200"/>
                </a:lnTo>
                <a:close/>
                <a:moveTo>
                  <a:pt x="1188276" y="457200"/>
                </a:moveTo>
                <a:lnTo>
                  <a:pt x="1238841" y="457200"/>
                </a:lnTo>
                <a:lnTo>
                  <a:pt x="1238841" y="450850"/>
                </a:lnTo>
                <a:lnTo>
                  <a:pt x="1188276" y="450850"/>
                </a:lnTo>
                <a:lnTo>
                  <a:pt x="1188276" y="457200"/>
                </a:lnTo>
                <a:close/>
                <a:moveTo>
                  <a:pt x="1289406" y="457200"/>
                </a:moveTo>
                <a:lnTo>
                  <a:pt x="1339971" y="457200"/>
                </a:lnTo>
                <a:lnTo>
                  <a:pt x="1339971" y="450850"/>
                </a:lnTo>
                <a:lnTo>
                  <a:pt x="1289406" y="450850"/>
                </a:lnTo>
                <a:lnTo>
                  <a:pt x="1289406" y="457200"/>
                </a:lnTo>
                <a:close/>
                <a:moveTo>
                  <a:pt x="1390536" y="457200"/>
                </a:moveTo>
                <a:lnTo>
                  <a:pt x="1441101" y="457200"/>
                </a:lnTo>
                <a:lnTo>
                  <a:pt x="1441101" y="450850"/>
                </a:lnTo>
                <a:lnTo>
                  <a:pt x="1390536" y="450850"/>
                </a:lnTo>
                <a:lnTo>
                  <a:pt x="1390536" y="457200"/>
                </a:lnTo>
                <a:close/>
                <a:moveTo>
                  <a:pt x="1491660" y="457200"/>
                </a:moveTo>
                <a:lnTo>
                  <a:pt x="1542225" y="457200"/>
                </a:lnTo>
                <a:lnTo>
                  <a:pt x="1542225" y="450850"/>
                </a:lnTo>
                <a:lnTo>
                  <a:pt x="1491660" y="450850"/>
                </a:lnTo>
                <a:lnTo>
                  <a:pt x="1491660" y="457200"/>
                </a:lnTo>
                <a:close/>
                <a:moveTo>
                  <a:pt x="1592790" y="457200"/>
                </a:moveTo>
                <a:lnTo>
                  <a:pt x="1643355" y="457200"/>
                </a:lnTo>
                <a:lnTo>
                  <a:pt x="1643355" y="450850"/>
                </a:lnTo>
                <a:lnTo>
                  <a:pt x="1592790" y="450850"/>
                </a:lnTo>
                <a:lnTo>
                  <a:pt x="1592790" y="457200"/>
                </a:lnTo>
                <a:close/>
                <a:moveTo>
                  <a:pt x="1693920" y="457200"/>
                </a:moveTo>
                <a:lnTo>
                  <a:pt x="1744485" y="457200"/>
                </a:lnTo>
                <a:lnTo>
                  <a:pt x="1744485" y="450850"/>
                </a:lnTo>
                <a:lnTo>
                  <a:pt x="1693920" y="450850"/>
                </a:lnTo>
                <a:lnTo>
                  <a:pt x="1693920" y="457200"/>
                </a:lnTo>
                <a:close/>
                <a:moveTo>
                  <a:pt x="1795050" y="457200"/>
                </a:moveTo>
                <a:lnTo>
                  <a:pt x="1845615" y="457200"/>
                </a:lnTo>
                <a:lnTo>
                  <a:pt x="1845615" y="450850"/>
                </a:lnTo>
                <a:lnTo>
                  <a:pt x="1795050" y="450850"/>
                </a:lnTo>
                <a:lnTo>
                  <a:pt x="1795050" y="457200"/>
                </a:lnTo>
                <a:close/>
                <a:moveTo>
                  <a:pt x="1896180" y="457200"/>
                </a:moveTo>
                <a:lnTo>
                  <a:pt x="1946745" y="457200"/>
                </a:lnTo>
                <a:lnTo>
                  <a:pt x="1946745" y="450850"/>
                </a:lnTo>
                <a:lnTo>
                  <a:pt x="1896180" y="450850"/>
                </a:lnTo>
                <a:lnTo>
                  <a:pt x="1896180" y="457200"/>
                </a:lnTo>
                <a:close/>
                <a:moveTo>
                  <a:pt x="1997310" y="457200"/>
                </a:moveTo>
                <a:lnTo>
                  <a:pt x="2047875" y="457200"/>
                </a:lnTo>
                <a:lnTo>
                  <a:pt x="2047875" y="450850"/>
                </a:lnTo>
                <a:lnTo>
                  <a:pt x="1997310" y="450850"/>
                </a:lnTo>
                <a:lnTo>
                  <a:pt x="1997310" y="457200"/>
                </a:lnTo>
                <a:close/>
                <a:moveTo>
                  <a:pt x="2098440" y="457200"/>
                </a:moveTo>
                <a:lnTo>
                  <a:pt x="2149005" y="457200"/>
                </a:lnTo>
                <a:lnTo>
                  <a:pt x="2149005" y="450850"/>
                </a:lnTo>
                <a:lnTo>
                  <a:pt x="2098440" y="450850"/>
                </a:lnTo>
                <a:lnTo>
                  <a:pt x="2098440" y="457200"/>
                </a:lnTo>
                <a:close/>
                <a:moveTo>
                  <a:pt x="2199570" y="457200"/>
                </a:moveTo>
                <a:lnTo>
                  <a:pt x="2250135" y="457200"/>
                </a:lnTo>
                <a:lnTo>
                  <a:pt x="2250135" y="450850"/>
                </a:lnTo>
                <a:lnTo>
                  <a:pt x="2199570" y="450850"/>
                </a:lnTo>
                <a:lnTo>
                  <a:pt x="2199570" y="457200"/>
                </a:lnTo>
                <a:close/>
                <a:moveTo>
                  <a:pt x="2300700" y="457200"/>
                </a:moveTo>
                <a:lnTo>
                  <a:pt x="2351266" y="457200"/>
                </a:lnTo>
                <a:lnTo>
                  <a:pt x="2351266" y="450850"/>
                </a:lnTo>
                <a:lnTo>
                  <a:pt x="2300700" y="450850"/>
                </a:lnTo>
                <a:lnTo>
                  <a:pt x="2300700" y="457200"/>
                </a:lnTo>
                <a:close/>
                <a:moveTo>
                  <a:pt x="2401830" y="457200"/>
                </a:moveTo>
                <a:lnTo>
                  <a:pt x="2452396" y="457200"/>
                </a:lnTo>
                <a:lnTo>
                  <a:pt x="2452396" y="450850"/>
                </a:lnTo>
                <a:lnTo>
                  <a:pt x="2401830" y="450850"/>
                </a:lnTo>
                <a:lnTo>
                  <a:pt x="2401830" y="457200"/>
                </a:lnTo>
                <a:close/>
                <a:moveTo>
                  <a:pt x="2502961" y="457200"/>
                </a:moveTo>
                <a:lnTo>
                  <a:pt x="2553526" y="457200"/>
                </a:lnTo>
                <a:lnTo>
                  <a:pt x="2553526" y="450850"/>
                </a:lnTo>
                <a:lnTo>
                  <a:pt x="2502961" y="450850"/>
                </a:lnTo>
                <a:lnTo>
                  <a:pt x="2502961" y="457200"/>
                </a:lnTo>
                <a:close/>
                <a:moveTo>
                  <a:pt x="2604084" y="457200"/>
                </a:moveTo>
                <a:lnTo>
                  <a:pt x="2654649" y="457200"/>
                </a:lnTo>
                <a:lnTo>
                  <a:pt x="2654649" y="450850"/>
                </a:lnTo>
                <a:lnTo>
                  <a:pt x="2604084" y="450850"/>
                </a:lnTo>
                <a:lnTo>
                  <a:pt x="2604084" y="457200"/>
                </a:lnTo>
                <a:close/>
                <a:moveTo>
                  <a:pt x="2705214" y="457200"/>
                </a:moveTo>
                <a:lnTo>
                  <a:pt x="2755780" y="457200"/>
                </a:lnTo>
                <a:lnTo>
                  <a:pt x="2755780" y="450850"/>
                </a:lnTo>
                <a:lnTo>
                  <a:pt x="2705214" y="450850"/>
                </a:lnTo>
                <a:lnTo>
                  <a:pt x="2705214" y="457200"/>
                </a:lnTo>
                <a:close/>
                <a:moveTo>
                  <a:pt x="2806344" y="457200"/>
                </a:moveTo>
                <a:lnTo>
                  <a:pt x="2856909" y="457200"/>
                </a:lnTo>
                <a:lnTo>
                  <a:pt x="2856909" y="450850"/>
                </a:lnTo>
                <a:lnTo>
                  <a:pt x="2806344" y="450850"/>
                </a:lnTo>
                <a:lnTo>
                  <a:pt x="2806344" y="457200"/>
                </a:lnTo>
                <a:close/>
                <a:moveTo>
                  <a:pt x="2907475" y="457200"/>
                </a:moveTo>
                <a:lnTo>
                  <a:pt x="2958040" y="457200"/>
                </a:lnTo>
                <a:lnTo>
                  <a:pt x="2958040" y="450850"/>
                </a:lnTo>
                <a:lnTo>
                  <a:pt x="2907475" y="450850"/>
                </a:lnTo>
                <a:lnTo>
                  <a:pt x="2907475" y="457200"/>
                </a:lnTo>
                <a:close/>
                <a:moveTo>
                  <a:pt x="3008605" y="457200"/>
                </a:moveTo>
                <a:lnTo>
                  <a:pt x="3059170" y="457200"/>
                </a:lnTo>
                <a:lnTo>
                  <a:pt x="3059170" y="450850"/>
                </a:lnTo>
                <a:lnTo>
                  <a:pt x="3008605" y="450850"/>
                </a:lnTo>
                <a:lnTo>
                  <a:pt x="3008605" y="457200"/>
                </a:lnTo>
                <a:close/>
                <a:moveTo>
                  <a:pt x="3109735" y="457200"/>
                </a:moveTo>
                <a:lnTo>
                  <a:pt x="3160300" y="457200"/>
                </a:lnTo>
                <a:lnTo>
                  <a:pt x="3160300" y="450850"/>
                </a:lnTo>
                <a:lnTo>
                  <a:pt x="3109735" y="450850"/>
                </a:lnTo>
                <a:lnTo>
                  <a:pt x="3109735" y="457200"/>
                </a:lnTo>
                <a:close/>
                <a:moveTo>
                  <a:pt x="3210865" y="457200"/>
                </a:moveTo>
                <a:lnTo>
                  <a:pt x="3261430" y="457200"/>
                </a:lnTo>
                <a:lnTo>
                  <a:pt x="3261430" y="450850"/>
                </a:lnTo>
                <a:lnTo>
                  <a:pt x="3210865" y="450850"/>
                </a:lnTo>
                <a:lnTo>
                  <a:pt x="3210865" y="457200"/>
                </a:lnTo>
                <a:close/>
                <a:moveTo>
                  <a:pt x="3311995" y="457200"/>
                </a:moveTo>
                <a:lnTo>
                  <a:pt x="3362560" y="457200"/>
                </a:lnTo>
                <a:lnTo>
                  <a:pt x="3362560" y="450850"/>
                </a:lnTo>
                <a:lnTo>
                  <a:pt x="3311995" y="450850"/>
                </a:lnTo>
                <a:lnTo>
                  <a:pt x="3311995" y="457200"/>
                </a:lnTo>
                <a:close/>
                <a:moveTo>
                  <a:pt x="3413125" y="457200"/>
                </a:moveTo>
                <a:lnTo>
                  <a:pt x="3463690" y="457200"/>
                </a:lnTo>
                <a:lnTo>
                  <a:pt x="3463690" y="450850"/>
                </a:lnTo>
                <a:lnTo>
                  <a:pt x="3413125" y="450850"/>
                </a:lnTo>
                <a:lnTo>
                  <a:pt x="3413125" y="457200"/>
                </a:lnTo>
                <a:close/>
                <a:moveTo>
                  <a:pt x="3514255" y="457200"/>
                </a:moveTo>
                <a:lnTo>
                  <a:pt x="3564820" y="457200"/>
                </a:lnTo>
                <a:lnTo>
                  <a:pt x="3564820" y="450850"/>
                </a:lnTo>
                <a:lnTo>
                  <a:pt x="3514255" y="450850"/>
                </a:lnTo>
                <a:lnTo>
                  <a:pt x="3514255" y="457200"/>
                </a:lnTo>
                <a:close/>
                <a:moveTo>
                  <a:pt x="3615385" y="457200"/>
                </a:moveTo>
                <a:lnTo>
                  <a:pt x="3665944" y="457200"/>
                </a:lnTo>
                <a:lnTo>
                  <a:pt x="3665944" y="450850"/>
                </a:lnTo>
                <a:lnTo>
                  <a:pt x="3615385" y="450850"/>
                </a:lnTo>
                <a:lnTo>
                  <a:pt x="3615385" y="457200"/>
                </a:lnTo>
                <a:close/>
                <a:moveTo>
                  <a:pt x="3716509" y="457200"/>
                </a:moveTo>
                <a:lnTo>
                  <a:pt x="3767074" y="457200"/>
                </a:lnTo>
                <a:lnTo>
                  <a:pt x="3767074" y="450850"/>
                </a:lnTo>
                <a:lnTo>
                  <a:pt x="3716509" y="450850"/>
                </a:lnTo>
                <a:lnTo>
                  <a:pt x="3716509" y="457200"/>
                </a:lnTo>
                <a:close/>
                <a:moveTo>
                  <a:pt x="3817639" y="457200"/>
                </a:moveTo>
                <a:lnTo>
                  <a:pt x="3868204" y="457200"/>
                </a:lnTo>
                <a:lnTo>
                  <a:pt x="3868204" y="450850"/>
                </a:lnTo>
                <a:lnTo>
                  <a:pt x="3817639" y="450850"/>
                </a:lnTo>
                <a:lnTo>
                  <a:pt x="3817639" y="457200"/>
                </a:lnTo>
                <a:close/>
                <a:moveTo>
                  <a:pt x="3918769" y="457200"/>
                </a:moveTo>
                <a:lnTo>
                  <a:pt x="3969334" y="457200"/>
                </a:lnTo>
                <a:lnTo>
                  <a:pt x="3969334" y="450850"/>
                </a:lnTo>
                <a:lnTo>
                  <a:pt x="3918769" y="450850"/>
                </a:lnTo>
                <a:lnTo>
                  <a:pt x="3918769" y="457200"/>
                </a:lnTo>
                <a:close/>
                <a:moveTo>
                  <a:pt x="4019899" y="457200"/>
                </a:moveTo>
                <a:lnTo>
                  <a:pt x="4070464" y="457200"/>
                </a:lnTo>
                <a:lnTo>
                  <a:pt x="4070464" y="450850"/>
                </a:lnTo>
                <a:lnTo>
                  <a:pt x="4019899" y="450850"/>
                </a:lnTo>
                <a:lnTo>
                  <a:pt x="4019899" y="457200"/>
                </a:lnTo>
                <a:close/>
                <a:moveTo>
                  <a:pt x="4121030" y="457200"/>
                </a:moveTo>
                <a:lnTo>
                  <a:pt x="4171594" y="457200"/>
                </a:lnTo>
                <a:lnTo>
                  <a:pt x="4171594" y="450850"/>
                </a:lnTo>
                <a:lnTo>
                  <a:pt x="4121030" y="450850"/>
                </a:lnTo>
                <a:lnTo>
                  <a:pt x="4121030" y="457200"/>
                </a:lnTo>
                <a:close/>
                <a:moveTo>
                  <a:pt x="4222160" y="457200"/>
                </a:moveTo>
                <a:lnTo>
                  <a:pt x="4272725" y="457200"/>
                </a:lnTo>
                <a:lnTo>
                  <a:pt x="4272725" y="450850"/>
                </a:lnTo>
                <a:lnTo>
                  <a:pt x="4222160" y="450850"/>
                </a:lnTo>
                <a:lnTo>
                  <a:pt x="4222160" y="457200"/>
                </a:lnTo>
                <a:close/>
                <a:moveTo>
                  <a:pt x="4323290" y="457200"/>
                </a:moveTo>
                <a:lnTo>
                  <a:pt x="4373855" y="457200"/>
                </a:lnTo>
                <a:lnTo>
                  <a:pt x="4373855" y="450850"/>
                </a:lnTo>
                <a:lnTo>
                  <a:pt x="4323290" y="450850"/>
                </a:lnTo>
                <a:lnTo>
                  <a:pt x="4323290" y="457200"/>
                </a:lnTo>
                <a:close/>
                <a:moveTo>
                  <a:pt x="4424420" y="457200"/>
                </a:moveTo>
                <a:lnTo>
                  <a:pt x="4474985" y="457200"/>
                </a:lnTo>
                <a:lnTo>
                  <a:pt x="4474985" y="450850"/>
                </a:lnTo>
                <a:lnTo>
                  <a:pt x="4424420" y="450850"/>
                </a:lnTo>
                <a:lnTo>
                  <a:pt x="4424420" y="457200"/>
                </a:lnTo>
                <a:close/>
                <a:moveTo>
                  <a:pt x="4525550" y="457200"/>
                </a:moveTo>
                <a:lnTo>
                  <a:pt x="4576115" y="457200"/>
                </a:lnTo>
                <a:lnTo>
                  <a:pt x="4576115" y="450850"/>
                </a:lnTo>
                <a:lnTo>
                  <a:pt x="4525550" y="450850"/>
                </a:lnTo>
                <a:lnTo>
                  <a:pt x="4525550" y="457200"/>
                </a:lnTo>
                <a:close/>
                <a:moveTo>
                  <a:pt x="4626680" y="457200"/>
                </a:moveTo>
                <a:lnTo>
                  <a:pt x="4677239" y="457200"/>
                </a:lnTo>
                <a:lnTo>
                  <a:pt x="4677239" y="450850"/>
                </a:lnTo>
                <a:lnTo>
                  <a:pt x="4626680" y="450850"/>
                </a:lnTo>
                <a:lnTo>
                  <a:pt x="4626680" y="457200"/>
                </a:lnTo>
                <a:close/>
                <a:moveTo>
                  <a:pt x="4727804" y="457200"/>
                </a:moveTo>
                <a:lnTo>
                  <a:pt x="4778369" y="457200"/>
                </a:lnTo>
                <a:lnTo>
                  <a:pt x="4778369" y="450850"/>
                </a:lnTo>
                <a:lnTo>
                  <a:pt x="4727804" y="450850"/>
                </a:lnTo>
                <a:lnTo>
                  <a:pt x="4727804" y="457200"/>
                </a:lnTo>
                <a:close/>
                <a:moveTo>
                  <a:pt x="4828934" y="457200"/>
                </a:moveTo>
                <a:lnTo>
                  <a:pt x="4879499" y="457200"/>
                </a:lnTo>
                <a:lnTo>
                  <a:pt x="4879499" y="450850"/>
                </a:lnTo>
                <a:lnTo>
                  <a:pt x="4828934" y="450850"/>
                </a:lnTo>
                <a:lnTo>
                  <a:pt x="4828934" y="457200"/>
                </a:lnTo>
                <a:close/>
                <a:moveTo>
                  <a:pt x="4930064" y="457200"/>
                </a:moveTo>
                <a:lnTo>
                  <a:pt x="4980629" y="457200"/>
                </a:lnTo>
                <a:lnTo>
                  <a:pt x="4980629" y="450850"/>
                </a:lnTo>
                <a:lnTo>
                  <a:pt x="4930064" y="450850"/>
                </a:lnTo>
                <a:lnTo>
                  <a:pt x="4930064" y="457200"/>
                </a:lnTo>
                <a:close/>
                <a:moveTo>
                  <a:pt x="5031194" y="457200"/>
                </a:moveTo>
                <a:lnTo>
                  <a:pt x="5081759" y="457200"/>
                </a:lnTo>
                <a:lnTo>
                  <a:pt x="5081759" y="450850"/>
                </a:lnTo>
                <a:lnTo>
                  <a:pt x="5031194" y="450850"/>
                </a:lnTo>
                <a:lnTo>
                  <a:pt x="5031194" y="457200"/>
                </a:lnTo>
                <a:close/>
                <a:moveTo>
                  <a:pt x="5132324" y="457200"/>
                </a:moveTo>
                <a:lnTo>
                  <a:pt x="5182889" y="457200"/>
                </a:lnTo>
                <a:lnTo>
                  <a:pt x="5182889" y="450850"/>
                </a:lnTo>
                <a:lnTo>
                  <a:pt x="5132324" y="450850"/>
                </a:lnTo>
                <a:lnTo>
                  <a:pt x="5132324" y="457200"/>
                </a:lnTo>
                <a:close/>
                <a:moveTo>
                  <a:pt x="5233454" y="457200"/>
                </a:moveTo>
                <a:lnTo>
                  <a:pt x="5284020" y="457200"/>
                </a:lnTo>
                <a:lnTo>
                  <a:pt x="5284020" y="450850"/>
                </a:lnTo>
                <a:lnTo>
                  <a:pt x="5233454" y="450850"/>
                </a:lnTo>
                <a:lnTo>
                  <a:pt x="5233454" y="457200"/>
                </a:lnTo>
                <a:close/>
                <a:moveTo>
                  <a:pt x="5334584" y="457200"/>
                </a:moveTo>
                <a:lnTo>
                  <a:pt x="5385149" y="457200"/>
                </a:lnTo>
                <a:lnTo>
                  <a:pt x="5385149" y="450850"/>
                </a:lnTo>
                <a:lnTo>
                  <a:pt x="5334584" y="450850"/>
                </a:lnTo>
                <a:lnTo>
                  <a:pt x="5334584" y="457200"/>
                </a:lnTo>
                <a:close/>
                <a:moveTo>
                  <a:pt x="5435715" y="457200"/>
                </a:moveTo>
                <a:lnTo>
                  <a:pt x="5486280" y="457200"/>
                </a:lnTo>
                <a:lnTo>
                  <a:pt x="5486280" y="450850"/>
                </a:lnTo>
                <a:lnTo>
                  <a:pt x="5435715" y="450850"/>
                </a:lnTo>
                <a:lnTo>
                  <a:pt x="5435715" y="457200"/>
                </a:lnTo>
                <a:close/>
                <a:moveTo>
                  <a:pt x="5536844" y="457200"/>
                </a:moveTo>
                <a:lnTo>
                  <a:pt x="5587410" y="457200"/>
                </a:lnTo>
                <a:lnTo>
                  <a:pt x="5587410" y="450850"/>
                </a:lnTo>
                <a:lnTo>
                  <a:pt x="5536844" y="450850"/>
                </a:lnTo>
                <a:lnTo>
                  <a:pt x="5536844" y="457200"/>
                </a:lnTo>
                <a:close/>
                <a:moveTo>
                  <a:pt x="5637975" y="457200"/>
                </a:moveTo>
                <a:lnTo>
                  <a:pt x="5688533" y="457200"/>
                </a:lnTo>
                <a:lnTo>
                  <a:pt x="5688533" y="450850"/>
                </a:lnTo>
                <a:lnTo>
                  <a:pt x="5637975" y="450850"/>
                </a:lnTo>
                <a:lnTo>
                  <a:pt x="5637975" y="457200"/>
                </a:lnTo>
                <a:close/>
                <a:moveTo>
                  <a:pt x="5739130" y="457200"/>
                </a:moveTo>
                <a:lnTo>
                  <a:pt x="5789676" y="457200"/>
                </a:lnTo>
                <a:lnTo>
                  <a:pt x="5789676" y="450850"/>
                </a:lnTo>
                <a:lnTo>
                  <a:pt x="5739130" y="450850"/>
                </a:lnTo>
                <a:lnTo>
                  <a:pt x="5739130" y="457200"/>
                </a:lnTo>
                <a:close/>
                <a:moveTo>
                  <a:pt x="5840222" y="457200"/>
                </a:moveTo>
                <a:lnTo>
                  <a:pt x="5890769" y="457200"/>
                </a:lnTo>
                <a:lnTo>
                  <a:pt x="5890769" y="450850"/>
                </a:lnTo>
                <a:lnTo>
                  <a:pt x="5840222" y="450850"/>
                </a:lnTo>
                <a:lnTo>
                  <a:pt x="5840222" y="457200"/>
                </a:lnTo>
                <a:close/>
                <a:moveTo>
                  <a:pt x="5941378" y="457200"/>
                </a:moveTo>
                <a:lnTo>
                  <a:pt x="5991924" y="457200"/>
                </a:lnTo>
                <a:lnTo>
                  <a:pt x="5991924" y="450850"/>
                </a:lnTo>
                <a:lnTo>
                  <a:pt x="5941378" y="450850"/>
                </a:lnTo>
                <a:lnTo>
                  <a:pt x="5941378" y="457200"/>
                </a:lnTo>
                <a:close/>
                <a:moveTo>
                  <a:pt x="6042469" y="457200"/>
                </a:moveTo>
                <a:lnTo>
                  <a:pt x="6093079" y="457200"/>
                </a:lnTo>
                <a:lnTo>
                  <a:pt x="6093079" y="450850"/>
                </a:lnTo>
                <a:lnTo>
                  <a:pt x="6042469" y="450850"/>
                </a:lnTo>
                <a:lnTo>
                  <a:pt x="6042469" y="457200"/>
                </a:lnTo>
                <a:close/>
                <a:moveTo>
                  <a:pt x="6143625" y="457200"/>
                </a:moveTo>
                <a:lnTo>
                  <a:pt x="6194171" y="457200"/>
                </a:lnTo>
                <a:lnTo>
                  <a:pt x="6194171" y="450850"/>
                </a:lnTo>
                <a:lnTo>
                  <a:pt x="6143625" y="450850"/>
                </a:lnTo>
                <a:lnTo>
                  <a:pt x="6143625" y="457200"/>
                </a:lnTo>
                <a:close/>
                <a:moveTo>
                  <a:pt x="6244718" y="457200"/>
                </a:moveTo>
                <a:lnTo>
                  <a:pt x="6295327" y="457200"/>
                </a:lnTo>
                <a:lnTo>
                  <a:pt x="6295327" y="450850"/>
                </a:lnTo>
                <a:lnTo>
                  <a:pt x="6244718" y="450850"/>
                </a:lnTo>
                <a:lnTo>
                  <a:pt x="6244718" y="457200"/>
                </a:lnTo>
                <a:close/>
                <a:moveTo>
                  <a:pt x="6345873" y="457200"/>
                </a:moveTo>
                <a:lnTo>
                  <a:pt x="6396419" y="457200"/>
                </a:lnTo>
                <a:lnTo>
                  <a:pt x="6396419" y="450850"/>
                </a:lnTo>
                <a:lnTo>
                  <a:pt x="6345873" y="450850"/>
                </a:lnTo>
                <a:lnTo>
                  <a:pt x="6345873" y="457200"/>
                </a:lnTo>
                <a:close/>
                <a:moveTo>
                  <a:pt x="6447028" y="457200"/>
                </a:moveTo>
                <a:lnTo>
                  <a:pt x="6497574" y="457200"/>
                </a:lnTo>
                <a:lnTo>
                  <a:pt x="6497574" y="450850"/>
                </a:lnTo>
                <a:lnTo>
                  <a:pt x="6447028" y="450850"/>
                </a:lnTo>
                <a:lnTo>
                  <a:pt x="6447028" y="457200"/>
                </a:lnTo>
                <a:close/>
                <a:moveTo>
                  <a:pt x="6548120" y="457200"/>
                </a:moveTo>
                <a:lnTo>
                  <a:pt x="6598730" y="457200"/>
                </a:lnTo>
                <a:lnTo>
                  <a:pt x="6598730" y="450850"/>
                </a:lnTo>
                <a:lnTo>
                  <a:pt x="6548120" y="450850"/>
                </a:lnTo>
                <a:lnTo>
                  <a:pt x="6548120" y="457200"/>
                </a:lnTo>
                <a:close/>
                <a:moveTo>
                  <a:pt x="6649276" y="457200"/>
                </a:moveTo>
                <a:lnTo>
                  <a:pt x="6699822" y="457200"/>
                </a:lnTo>
                <a:lnTo>
                  <a:pt x="6699822" y="450850"/>
                </a:lnTo>
                <a:lnTo>
                  <a:pt x="6649276" y="450850"/>
                </a:lnTo>
                <a:lnTo>
                  <a:pt x="6649276" y="457200"/>
                </a:lnTo>
                <a:close/>
                <a:moveTo>
                  <a:pt x="6750368" y="457200"/>
                </a:moveTo>
                <a:lnTo>
                  <a:pt x="6800977" y="457200"/>
                </a:lnTo>
                <a:lnTo>
                  <a:pt x="6800977" y="450850"/>
                </a:lnTo>
                <a:lnTo>
                  <a:pt x="6750368" y="450850"/>
                </a:lnTo>
                <a:lnTo>
                  <a:pt x="6750368" y="457200"/>
                </a:lnTo>
                <a:close/>
                <a:moveTo>
                  <a:pt x="6851523" y="457200"/>
                </a:moveTo>
                <a:lnTo>
                  <a:pt x="6902069" y="457200"/>
                </a:lnTo>
                <a:lnTo>
                  <a:pt x="6902069" y="450850"/>
                </a:lnTo>
                <a:lnTo>
                  <a:pt x="6851523" y="450850"/>
                </a:lnTo>
                <a:lnTo>
                  <a:pt x="6851523" y="457200"/>
                </a:lnTo>
                <a:close/>
                <a:moveTo>
                  <a:pt x="6952679" y="457200"/>
                </a:moveTo>
                <a:lnTo>
                  <a:pt x="7003225" y="457200"/>
                </a:lnTo>
                <a:lnTo>
                  <a:pt x="7003225" y="450850"/>
                </a:lnTo>
                <a:lnTo>
                  <a:pt x="6952679" y="450850"/>
                </a:lnTo>
                <a:lnTo>
                  <a:pt x="6952679" y="457200"/>
                </a:lnTo>
                <a:close/>
                <a:moveTo>
                  <a:pt x="7053770" y="457200"/>
                </a:moveTo>
                <a:lnTo>
                  <a:pt x="7104381" y="457200"/>
                </a:lnTo>
                <a:lnTo>
                  <a:pt x="7104381" y="450850"/>
                </a:lnTo>
                <a:lnTo>
                  <a:pt x="7053770" y="450850"/>
                </a:lnTo>
                <a:lnTo>
                  <a:pt x="7053770" y="457200"/>
                </a:lnTo>
                <a:close/>
                <a:moveTo>
                  <a:pt x="7154926" y="457200"/>
                </a:moveTo>
                <a:lnTo>
                  <a:pt x="7205472" y="457200"/>
                </a:lnTo>
                <a:lnTo>
                  <a:pt x="7205472" y="450850"/>
                </a:lnTo>
                <a:lnTo>
                  <a:pt x="7154926" y="450850"/>
                </a:lnTo>
                <a:lnTo>
                  <a:pt x="7154926" y="457200"/>
                </a:lnTo>
                <a:close/>
                <a:moveTo>
                  <a:pt x="7256019" y="457200"/>
                </a:moveTo>
                <a:lnTo>
                  <a:pt x="7306628" y="457200"/>
                </a:lnTo>
                <a:lnTo>
                  <a:pt x="7306628" y="450850"/>
                </a:lnTo>
                <a:lnTo>
                  <a:pt x="7256019" y="450850"/>
                </a:lnTo>
                <a:lnTo>
                  <a:pt x="7256019" y="457200"/>
                </a:lnTo>
                <a:close/>
                <a:moveTo>
                  <a:pt x="7357174" y="457200"/>
                </a:moveTo>
                <a:lnTo>
                  <a:pt x="7407719" y="457200"/>
                </a:lnTo>
                <a:lnTo>
                  <a:pt x="7407719" y="450850"/>
                </a:lnTo>
                <a:lnTo>
                  <a:pt x="7357174" y="450850"/>
                </a:lnTo>
                <a:lnTo>
                  <a:pt x="7357174" y="457200"/>
                </a:lnTo>
                <a:close/>
                <a:moveTo>
                  <a:pt x="7458329" y="457200"/>
                </a:moveTo>
                <a:lnTo>
                  <a:pt x="7508875" y="457200"/>
                </a:lnTo>
                <a:lnTo>
                  <a:pt x="7508875" y="450850"/>
                </a:lnTo>
                <a:lnTo>
                  <a:pt x="7458329" y="450850"/>
                </a:lnTo>
                <a:lnTo>
                  <a:pt x="7458329" y="457200"/>
                </a:lnTo>
                <a:close/>
                <a:moveTo>
                  <a:pt x="7559421" y="457200"/>
                </a:moveTo>
                <a:lnTo>
                  <a:pt x="7610031" y="457200"/>
                </a:lnTo>
                <a:lnTo>
                  <a:pt x="7610031" y="450850"/>
                </a:lnTo>
                <a:lnTo>
                  <a:pt x="7559421" y="450850"/>
                </a:lnTo>
                <a:lnTo>
                  <a:pt x="7559421" y="457200"/>
                </a:lnTo>
                <a:close/>
                <a:moveTo>
                  <a:pt x="7660577" y="457200"/>
                </a:moveTo>
                <a:lnTo>
                  <a:pt x="7711123" y="457200"/>
                </a:lnTo>
                <a:lnTo>
                  <a:pt x="7711123" y="450850"/>
                </a:lnTo>
                <a:lnTo>
                  <a:pt x="7660577" y="450850"/>
                </a:lnTo>
                <a:lnTo>
                  <a:pt x="7660577" y="457200"/>
                </a:lnTo>
                <a:close/>
                <a:moveTo>
                  <a:pt x="7761732" y="457200"/>
                </a:moveTo>
                <a:lnTo>
                  <a:pt x="7812278" y="457200"/>
                </a:lnTo>
                <a:lnTo>
                  <a:pt x="7812278" y="450850"/>
                </a:lnTo>
                <a:lnTo>
                  <a:pt x="7761732" y="450850"/>
                </a:lnTo>
                <a:lnTo>
                  <a:pt x="7761732" y="457200"/>
                </a:lnTo>
                <a:close/>
                <a:moveTo>
                  <a:pt x="7862824" y="457200"/>
                </a:moveTo>
                <a:lnTo>
                  <a:pt x="7913370" y="457200"/>
                </a:lnTo>
                <a:lnTo>
                  <a:pt x="7913370" y="450850"/>
                </a:lnTo>
                <a:lnTo>
                  <a:pt x="7862824" y="450850"/>
                </a:lnTo>
                <a:lnTo>
                  <a:pt x="7862824" y="457200"/>
                </a:lnTo>
                <a:close/>
                <a:moveTo>
                  <a:pt x="7963980" y="457200"/>
                </a:moveTo>
                <a:lnTo>
                  <a:pt x="8014526" y="457200"/>
                </a:lnTo>
                <a:lnTo>
                  <a:pt x="8014526" y="450850"/>
                </a:lnTo>
                <a:lnTo>
                  <a:pt x="7963980" y="450850"/>
                </a:lnTo>
                <a:lnTo>
                  <a:pt x="7963980" y="457200"/>
                </a:lnTo>
                <a:close/>
                <a:moveTo>
                  <a:pt x="8065072" y="457200"/>
                </a:moveTo>
                <a:lnTo>
                  <a:pt x="8115682" y="457200"/>
                </a:lnTo>
                <a:lnTo>
                  <a:pt x="8115682" y="450850"/>
                </a:lnTo>
                <a:lnTo>
                  <a:pt x="8065072" y="450850"/>
                </a:lnTo>
                <a:lnTo>
                  <a:pt x="8065072" y="457200"/>
                </a:lnTo>
                <a:close/>
                <a:moveTo>
                  <a:pt x="8166227" y="457200"/>
                </a:moveTo>
                <a:lnTo>
                  <a:pt x="8216773" y="457200"/>
                </a:lnTo>
                <a:lnTo>
                  <a:pt x="8216773" y="450850"/>
                </a:lnTo>
                <a:lnTo>
                  <a:pt x="8166227" y="450850"/>
                </a:lnTo>
                <a:lnTo>
                  <a:pt x="8166227" y="457200"/>
                </a:lnTo>
                <a:close/>
                <a:moveTo>
                  <a:pt x="8267382" y="457200"/>
                </a:moveTo>
                <a:lnTo>
                  <a:pt x="8317929" y="457200"/>
                </a:lnTo>
                <a:lnTo>
                  <a:pt x="8317929" y="450850"/>
                </a:lnTo>
                <a:lnTo>
                  <a:pt x="8267382" y="450850"/>
                </a:lnTo>
                <a:lnTo>
                  <a:pt x="8267382" y="457200"/>
                </a:lnTo>
                <a:close/>
                <a:moveTo>
                  <a:pt x="8368475" y="457200"/>
                </a:moveTo>
                <a:lnTo>
                  <a:pt x="8419020" y="457200"/>
                </a:lnTo>
                <a:lnTo>
                  <a:pt x="8419020" y="450850"/>
                </a:lnTo>
                <a:lnTo>
                  <a:pt x="8368475" y="450850"/>
                </a:lnTo>
                <a:lnTo>
                  <a:pt x="8368475" y="457200"/>
                </a:lnTo>
                <a:close/>
                <a:moveTo>
                  <a:pt x="8469630" y="457200"/>
                </a:moveTo>
                <a:lnTo>
                  <a:pt x="8520176" y="457200"/>
                </a:lnTo>
                <a:lnTo>
                  <a:pt x="8520176" y="450850"/>
                </a:lnTo>
                <a:lnTo>
                  <a:pt x="8469630" y="450850"/>
                </a:lnTo>
                <a:lnTo>
                  <a:pt x="8469630" y="457200"/>
                </a:lnTo>
                <a:close/>
                <a:moveTo>
                  <a:pt x="8570722" y="457200"/>
                </a:moveTo>
                <a:lnTo>
                  <a:pt x="8621331" y="457200"/>
                </a:lnTo>
                <a:lnTo>
                  <a:pt x="8621331" y="450850"/>
                </a:lnTo>
                <a:lnTo>
                  <a:pt x="8570722" y="450850"/>
                </a:lnTo>
                <a:lnTo>
                  <a:pt x="8570722" y="457200"/>
                </a:lnTo>
                <a:close/>
                <a:moveTo>
                  <a:pt x="8671878" y="457200"/>
                </a:moveTo>
                <a:lnTo>
                  <a:pt x="8722423" y="457200"/>
                </a:lnTo>
                <a:lnTo>
                  <a:pt x="8722423" y="450850"/>
                </a:lnTo>
                <a:lnTo>
                  <a:pt x="8671878" y="450850"/>
                </a:lnTo>
                <a:lnTo>
                  <a:pt x="8671878" y="457200"/>
                </a:lnTo>
                <a:close/>
                <a:moveTo>
                  <a:pt x="8773033" y="457200"/>
                </a:moveTo>
                <a:lnTo>
                  <a:pt x="8823579" y="457200"/>
                </a:lnTo>
                <a:lnTo>
                  <a:pt x="8823579" y="450850"/>
                </a:lnTo>
                <a:lnTo>
                  <a:pt x="8773033" y="450850"/>
                </a:lnTo>
                <a:lnTo>
                  <a:pt x="8773033" y="457200"/>
                </a:lnTo>
                <a:close/>
                <a:moveTo>
                  <a:pt x="8874125" y="457200"/>
                </a:moveTo>
                <a:lnTo>
                  <a:pt x="8924671" y="457200"/>
                </a:lnTo>
                <a:lnTo>
                  <a:pt x="8924671" y="450850"/>
                </a:lnTo>
                <a:lnTo>
                  <a:pt x="8874125" y="450850"/>
                </a:lnTo>
                <a:lnTo>
                  <a:pt x="8874125" y="457200"/>
                </a:lnTo>
                <a:close/>
                <a:moveTo>
                  <a:pt x="8975281" y="457200"/>
                </a:moveTo>
                <a:lnTo>
                  <a:pt x="9025827" y="457200"/>
                </a:lnTo>
                <a:lnTo>
                  <a:pt x="9025827" y="450850"/>
                </a:lnTo>
                <a:lnTo>
                  <a:pt x="8975281" y="450850"/>
                </a:lnTo>
                <a:lnTo>
                  <a:pt x="8975281" y="457200"/>
                </a:lnTo>
                <a:close/>
                <a:moveTo>
                  <a:pt x="9076372" y="457200"/>
                </a:moveTo>
                <a:lnTo>
                  <a:pt x="9126982" y="457200"/>
                </a:lnTo>
                <a:lnTo>
                  <a:pt x="9126982" y="450850"/>
                </a:lnTo>
                <a:lnTo>
                  <a:pt x="9076372" y="450850"/>
                </a:lnTo>
                <a:lnTo>
                  <a:pt x="9076372" y="457200"/>
                </a:lnTo>
                <a:close/>
                <a:moveTo>
                  <a:pt x="9177528" y="457200"/>
                </a:moveTo>
                <a:lnTo>
                  <a:pt x="9228074" y="457200"/>
                </a:lnTo>
                <a:lnTo>
                  <a:pt x="9228074" y="450850"/>
                </a:lnTo>
                <a:lnTo>
                  <a:pt x="9177528" y="450850"/>
                </a:lnTo>
                <a:lnTo>
                  <a:pt x="9177528" y="457200"/>
                </a:lnTo>
                <a:close/>
                <a:moveTo>
                  <a:pt x="9278683" y="457200"/>
                </a:moveTo>
                <a:lnTo>
                  <a:pt x="9329230" y="457200"/>
                </a:lnTo>
                <a:lnTo>
                  <a:pt x="9329230" y="450850"/>
                </a:lnTo>
                <a:lnTo>
                  <a:pt x="9278683" y="450850"/>
                </a:lnTo>
                <a:lnTo>
                  <a:pt x="9278683" y="457200"/>
                </a:lnTo>
                <a:close/>
                <a:moveTo>
                  <a:pt x="9379776" y="457200"/>
                </a:moveTo>
                <a:lnTo>
                  <a:pt x="9430321" y="457200"/>
                </a:lnTo>
                <a:lnTo>
                  <a:pt x="9430321" y="450850"/>
                </a:lnTo>
                <a:lnTo>
                  <a:pt x="9379776" y="450850"/>
                </a:lnTo>
                <a:lnTo>
                  <a:pt x="9379776" y="457200"/>
                </a:lnTo>
                <a:close/>
                <a:moveTo>
                  <a:pt x="9480931" y="457200"/>
                </a:moveTo>
                <a:lnTo>
                  <a:pt x="9531477" y="457200"/>
                </a:lnTo>
                <a:lnTo>
                  <a:pt x="9531477" y="450850"/>
                </a:lnTo>
                <a:lnTo>
                  <a:pt x="9480931" y="450850"/>
                </a:lnTo>
                <a:lnTo>
                  <a:pt x="9480931" y="457200"/>
                </a:lnTo>
                <a:close/>
                <a:moveTo>
                  <a:pt x="9582023" y="457200"/>
                </a:moveTo>
                <a:lnTo>
                  <a:pt x="9632632" y="457200"/>
                </a:lnTo>
                <a:lnTo>
                  <a:pt x="9632632" y="450850"/>
                </a:lnTo>
                <a:lnTo>
                  <a:pt x="9582023" y="450850"/>
                </a:lnTo>
                <a:lnTo>
                  <a:pt x="9582023" y="457200"/>
                </a:lnTo>
                <a:close/>
                <a:moveTo>
                  <a:pt x="9683179" y="457200"/>
                </a:moveTo>
                <a:lnTo>
                  <a:pt x="9733724" y="457200"/>
                </a:lnTo>
                <a:lnTo>
                  <a:pt x="9733724" y="450850"/>
                </a:lnTo>
                <a:lnTo>
                  <a:pt x="9683179" y="450850"/>
                </a:lnTo>
                <a:lnTo>
                  <a:pt x="9683179" y="457200"/>
                </a:lnTo>
                <a:close/>
                <a:moveTo>
                  <a:pt x="9784334" y="457200"/>
                </a:moveTo>
                <a:lnTo>
                  <a:pt x="9834880" y="457200"/>
                </a:lnTo>
                <a:lnTo>
                  <a:pt x="9834880" y="450850"/>
                </a:lnTo>
                <a:lnTo>
                  <a:pt x="9784334" y="450850"/>
                </a:lnTo>
                <a:lnTo>
                  <a:pt x="9784334" y="457200"/>
                </a:lnTo>
                <a:close/>
                <a:moveTo>
                  <a:pt x="9885426" y="457200"/>
                </a:moveTo>
                <a:lnTo>
                  <a:pt x="9935972" y="457200"/>
                </a:lnTo>
                <a:lnTo>
                  <a:pt x="9935972" y="450850"/>
                </a:lnTo>
                <a:lnTo>
                  <a:pt x="9885426" y="450850"/>
                </a:lnTo>
                <a:lnTo>
                  <a:pt x="9885426" y="457200"/>
                </a:lnTo>
                <a:close/>
                <a:moveTo>
                  <a:pt x="9986581" y="457200"/>
                </a:moveTo>
                <a:lnTo>
                  <a:pt x="10037128" y="457200"/>
                </a:lnTo>
                <a:lnTo>
                  <a:pt x="10037128" y="450850"/>
                </a:lnTo>
                <a:lnTo>
                  <a:pt x="9986581" y="450850"/>
                </a:lnTo>
                <a:lnTo>
                  <a:pt x="9986581" y="457200"/>
                </a:lnTo>
                <a:close/>
                <a:moveTo>
                  <a:pt x="10087673" y="457200"/>
                </a:moveTo>
                <a:lnTo>
                  <a:pt x="10138283" y="457200"/>
                </a:lnTo>
                <a:lnTo>
                  <a:pt x="10138283" y="450850"/>
                </a:lnTo>
                <a:lnTo>
                  <a:pt x="10087673" y="450850"/>
                </a:lnTo>
                <a:lnTo>
                  <a:pt x="10087673" y="457200"/>
                </a:lnTo>
                <a:close/>
                <a:moveTo>
                  <a:pt x="10188829" y="457200"/>
                </a:moveTo>
                <a:lnTo>
                  <a:pt x="10239375" y="457200"/>
                </a:lnTo>
                <a:lnTo>
                  <a:pt x="10239375" y="450850"/>
                </a:lnTo>
                <a:lnTo>
                  <a:pt x="10188829" y="450850"/>
                </a:lnTo>
                <a:lnTo>
                  <a:pt x="10188829" y="457200"/>
                </a:lnTo>
                <a:close/>
                <a:moveTo>
                  <a:pt x="10289984" y="457200"/>
                </a:moveTo>
                <a:lnTo>
                  <a:pt x="10340531" y="457200"/>
                </a:lnTo>
                <a:lnTo>
                  <a:pt x="10340531" y="450850"/>
                </a:lnTo>
                <a:lnTo>
                  <a:pt x="10289984" y="450850"/>
                </a:lnTo>
                <a:lnTo>
                  <a:pt x="10289984" y="457200"/>
                </a:lnTo>
                <a:close/>
                <a:moveTo>
                  <a:pt x="10391077" y="457200"/>
                </a:moveTo>
                <a:lnTo>
                  <a:pt x="10441622" y="457200"/>
                </a:lnTo>
                <a:lnTo>
                  <a:pt x="10441622" y="450850"/>
                </a:lnTo>
                <a:lnTo>
                  <a:pt x="10391077" y="450850"/>
                </a:lnTo>
                <a:lnTo>
                  <a:pt x="10391077" y="457200"/>
                </a:lnTo>
                <a:close/>
                <a:moveTo>
                  <a:pt x="10492232" y="457200"/>
                </a:moveTo>
                <a:lnTo>
                  <a:pt x="10542778" y="457200"/>
                </a:lnTo>
                <a:lnTo>
                  <a:pt x="10542778" y="450850"/>
                </a:lnTo>
                <a:lnTo>
                  <a:pt x="10492232" y="450850"/>
                </a:lnTo>
                <a:lnTo>
                  <a:pt x="10492232" y="457200"/>
                </a:lnTo>
                <a:close/>
                <a:moveTo>
                  <a:pt x="10593324" y="457200"/>
                </a:moveTo>
                <a:lnTo>
                  <a:pt x="10643933" y="457200"/>
                </a:lnTo>
                <a:lnTo>
                  <a:pt x="10643933" y="450850"/>
                </a:lnTo>
                <a:lnTo>
                  <a:pt x="10593324" y="450850"/>
                </a:lnTo>
                <a:lnTo>
                  <a:pt x="10593324" y="457200"/>
                </a:lnTo>
                <a:close/>
                <a:moveTo>
                  <a:pt x="10694480" y="457200"/>
                </a:moveTo>
                <a:lnTo>
                  <a:pt x="10745026" y="457200"/>
                </a:lnTo>
                <a:lnTo>
                  <a:pt x="10745026" y="450850"/>
                </a:lnTo>
                <a:lnTo>
                  <a:pt x="10694480" y="450850"/>
                </a:lnTo>
                <a:lnTo>
                  <a:pt x="10694480" y="457200"/>
                </a:lnTo>
                <a:close/>
                <a:moveTo>
                  <a:pt x="10795635" y="457200"/>
                </a:moveTo>
                <a:lnTo>
                  <a:pt x="10846181" y="457200"/>
                </a:lnTo>
                <a:lnTo>
                  <a:pt x="10846181" y="450850"/>
                </a:lnTo>
                <a:lnTo>
                  <a:pt x="10795635" y="450850"/>
                </a:lnTo>
                <a:lnTo>
                  <a:pt x="10795635" y="457200"/>
                </a:lnTo>
                <a:close/>
                <a:moveTo>
                  <a:pt x="10896727" y="457200"/>
                </a:moveTo>
                <a:lnTo>
                  <a:pt x="10922000" y="457200"/>
                </a:lnTo>
                <a:lnTo>
                  <a:pt x="10922000" y="450850"/>
                </a:lnTo>
                <a:lnTo>
                  <a:pt x="10896727" y="450850"/>
                </a:lnTo>
                <a:lnTo>
                  <a:pt x="10896727" y="457200"/>
                </a:lnTo>
                <a:close/>
                <a:moveTo>
                  <a:pt x="10922000" y="0"/>
                </a:moveTo>
                <a:lnTo>
                  <a:pt x="10896727" y="0"/>
                </a:lnTo>
                <a:lnTo>
                  <a:pt x="10896727" y="6350"/>
                </a:lnTo>
                <a:lnTo>
                  <a:pt x="10922000" y="6350"/>
                </a:lnTo>
                <a:lnTo>
                  <a:pt x="10922000" y="0"/>
                </a:lnTo>
                <a:close/>
                <a:moveTo>
                  <a:pt x="10846181" y="0"/>
                </a:moveTo>
                <a:lnTo>
                  <a:pt x="10795571" y="0"/>
                </a:lnTo>
                <a:lnTo>
                  <a:pt x="10795571" y="6350"/>
                </a:lnTo>
                <a:lnTo>
                  <a:pt x="10846181" y="6350"/>
                </a:lnTo>
                <a:lnTo>
                  <a:pt x="10846181" y="0"/>
                </a:lnTo>
                <a:close/>
                <a:moveTo>
                  <a:pt x="10745026" y="0"/>
                </a:moveTo>
                <a:lnTo>
                  <a:pt x="10694480" y="0"/>
                </a:lnTo>
                <a:lnTo>
                  <a:pt x="10694480" y="6350"/>
                </a:lnTo>
                <a:lnTo>
                  <a:pt x="10745026" y="6350"/>
                </a:lnTo>
                <a:lnTo>
                  <a:pt x="10745026" y="0"/>
                </a:lnTo>
                <a:close/>
                <a:moveTo>
                  <a:pt x="10643870" y="0"/>
                </a:moveTo>
                <a:lnTo>
                  <a:pt x="10593324" y="0"/>
                </a:lnTo>
                <a:lnTo>
                  <a:pt x="10593324" y="6350"/>
                </a:lnTo>
                <a:lnTo>
                  <a:pt x="10643870" y="6350"/>
                </a:lnTo>
                <a:lnTo>
                  <a:pt x="10643870" y="0"/>
                </a:lnTo>
                <a:close/>
                <a:moveTo>
                  <a:pt x="10542778" y="0"/>
                </a:moveTo>
                <a:lnTo>
                  <a:pt x="10492169" y="0"/>
                </a:lnTo>
                <a:lnTo>
                  <a:pt x="10492169" y="6350"/>
                </a:lnTo>
                <a:lnTo>
                  <a:pt x="10542778" y="6350"/>
                </a:lnTo>
                <a:lnTo>
                  <a:pt x="10542778" y="0"/>
                </a:lnTo>
                <a:close/>
                <a:moveTo>
                  <a:pt x="10441622" y="0"/>
                </a:moveTo>
                <a:lnTo>
                  <a:pt x="10391077" y="0"/>
                </a:lnTo>
                <a:lnTo>
                  <a:pt x="10391077" y="6350"/>
                </a:lnTo>
                <a:lnTo>
                  <a:pt x="10441622" y="6350"/>
                </a:lnTo>
                <a:lnTo>
                  <a:pt x="10441622" y="0"/>
                </a:lnTo>
                <a:close/>
                <a:moveTo>
                  <a:pt x="10340531" y="0"/>
                </a:moveTo>
                <a:lnTo>
                  <a:pt x="10289921" y="0"/>
                </a:lnTo>
                <a:lnTo>
                  <a:pt x="10289921" y="6350"/>
                </a:lnTo>
                <a:lnTo>
                  <a:pt x="10340531" y="6350"/>
                </a:lnTo>
                <a:lnTo>
                  <a:pt x="10340531" y="0"/>
                </a:lnTo>
                <a:close/>
                <a:moveTo>
                  <a:pt x="10239375" y="0"/>
                </a:moveTo>
                <a:lnTo>
                  <a:pt x="10188829" y="0"/>
                </a:lnTo>
                <a:lnTo>
                  <a:pt x="10188829" y="6350"/>
                </a:lnTo>
                <a:lnTo>
                  <a:pt x="10239375" y="6350"/>
                </a:lnTo>
                <a:lnTo>
                  <a:pt x="10239375" y="0"/>
                </a:lnTo>
                <a:close/>
                <a:moveTo>
                  <a:pt x="10138219" y="0"/>
                </a:moveTo>
                <a:lnTo>
                  <a:pt x="10087673" y="0"/>
                </a:lnTo>
                <a:lnTo>
                  <a:pt x="10087673" y="6350"/>
                </a:lnTo>
                <a:lnTo>
                  <a:pt x="10138219" y="6350"/>
                </a:lnTo>
                <a:lnTo>
                  <a:pt x="10138219" y="0"/>
                </a:lnTo>
                <a:close/>
                <a:moveTo>
                  <a:pt x="10037128" y="0"/>
                </a:moveTo>
                <a:lnTo>
                  <a:pt x="9986581" y="0"/>
                </a:lnTo>
                <a:lnTo>
                  <a:pt x="9986581" y="6350"/>
                </a:lnTo>
                <a:lnTo>
                  <a:pt x="10037128" y="6350"/>
                </a:lnTo>
                <a:lnTo>
                  <a:pt x="10037128" y="0"/>
                </a:lnTo>
                <a:close/>
                <a:moveTo>
                  <a:pt x="9935972" y="0"/>
                </a:moveTo>
                <a:lnTo>
                  <a:pt x="9885426" y="0"/>
                </a:lnTo>
                <a:lnTo>
                  <a:pt x="9885426" y="6350"/>
                </a:lnTo>
                <a:lnTo>
                  <a:pt x="9935972" y="6350"/>
                </a:lnTo>
                <a:lnTo>
                  <a:pt x="9935972" y="0"/>
                </a:lnTo>
                <a:close/>
                <a:moveTo>
                  <a:pt x="9834880" y="0"/>
                </a:moveTo>
                <a:lnTo>
                  <a:pt x="9784270" y="0"/>
                </a:lnTo>
                <a:lnTo>
                  <a:pt x="9784270" y="6350"/>
                </a:lnTo>
                <a:lnTo>
                  <a:pt x="9834880" y="6350"/>
                </a:lnTo>
                <a:lnTo>
                  <a:pt x="9834880" y="0"/>
                </a:lnTo>
                <a:close/>
                <a:moveTo>
                  <a:pt x="9733724" y="0"/>
                </a:moveTo>
                <a:lnTo>
                  <a:pt x="9683179" y="0"/>
                </a:lnTo>
                <a:lnTo>
                  <a:pt x="9683179" y="6350"/>
                </a:lnTo>
                <a:lnTo>
                  <a:pt x="9733724" y="6350"/>
                </a:lnTo>
                <a:lnTo>
                  <a:pt x="9733724" y="0"/>
                </a:lnTo>
                <a:close/>
                <a:moveTo>
                  <a:pt x="9632569" y="0"/>
                </a:moveTo>
                <a:lnTo>
                  <a:pt x="9582023" y="0"/>
                </a:lnTo>
                <a:lnTo>
                  <a:pt x="9582023" y="6350"/>
                </a:lnTo>
                <a:lnTo>
                  <a:pt x="9632569" y="6350"/>
                </a:lnTo>
                <a:lnTo>
                  <a:pt x="9632569" y="0"/>
                </a:lnTo>
                <a:close/>
                <a:moveTo>
                  <a:pt x="9531477" y="0"/>
                </a:moveTo>
                <a:lnTo>
                  <a:pt x="9480931" y="0"/>
                </a:lnTo>
                <a:lnTo>
                  <a:pt x="9480931" y="6350"/>
                </a:lnTo>
                <a:lnTo>
                  <a:pt x="9531477" y="6350"/>
                </a:lnTo>
                <a:lnTo>
                  <a:pt x="9531477" y="0"/>
                </a:lnTo>
                <a:close/>
                <a:moveTo>
                  <a:pt x="9430321" y="0"/>
                </a:moveTo>
                <a:lnTo>
                  <a:pt x="9379776" y="0"/>
                </a:lnTo>
                <a:lnTo>
                  <a:pt x="9379776" y="6350"/>
                </a:lnTo>
                <a:lnTo>
                  <a:pt x="9430321" y="6350"/>
                </a:lnTo>
                <a:lnTo>
                  <a:pt x="9430321" y="0"/>
                </a:lnTo>
                <a:close/>
                <a:moveTo>
                  <a:pt x="9329230" y="0"/>
                </a:moveTo>
                <a:lnTo>
                  <a:pt x="9278620" y="0"/>
                </a:lnTo>
                <a:lnTo>
                  <a:pt x="9278620" y="6350"/>
                </a:lnTo>
                <a:lnTo>
                  <a:pt x="9329230" y="6350"/>
                </a:lnTo>
                <a:lnTo>
                  <a:pt x="9329230" y="0"/>
                </a:lnTo>
                <a:close/>
                <a:moveTo>
                  <a:pt x="9228074" y="0"/>
                </a:moveTo>
                <a:lnTo>
                  <a:pt x="9177528" y="0"/>
                </a:lnTo>
                <a:lnTo>
                  <a:pt x="9177528" y="6350"/>
                </a:lnTo>
                <a:lnTo>
                  <a:pt x="9228074" y="6350"/>
                </a:lnTo>
                <a:lnTo>
                  <a:pt x="9228074" y="0"/>
                </a:lnTo>
                <a:close/>
                <a:moveTo>
                  <a:pt x="9126919" y="0"/>
                </a:moveTo>
                <a:lnTo>
                  <a:pt x="9076372" y="0"/>
                </a:lnTo>
                <a:lnTo>
                  <a:pt x="9076372" y="6350"/>
                </a:lnTo>
                <a:lnTo>
                  <a:pt x="9126919" y="6350"/>
                </a:lnTo>
                <a:lnTo>
                  <a:pt x="9126919" y="0"/>
                </a:lnTo>
                <a:close/>
                <a:moveTo>
                  <a:pt x="9025827" y="0"/>
                </a:moveTo>
                <a:lnTo>
                  <a:pt x="8975281" y="0"/>
                </a:lnTo>
                <a:lnTo>
                  <a:pt x="8975281" y="6350"/>
                </a:lnTo>
                <a:lnTo>
                  <a:pt x="9025827" y="6350"/>
                </a:lnTo>
                <a:lnTo>
                  <a:pt x="9025827" y="0"/>
                </a:lnTo>
                <a:close/>
                <a:moveTo>
                  <a:pt x="8924671" y="0"/>
                </a:moveTo>
                <a:lnTo>
                  <a:pt x="8874125" y="0"/>
                </a:lnTo>
                <a:lnTo>
                  <a:pt x="8874125" y="6350"/>
                </a:lnTo>
                <a:lnTo>
                  <a:pt x="8924671" y="6350"/>
                </a:lnTo>
                <a:lnTo>
                  <a:pt x="8924671" y="0"/>
                </a:lnTo>
                <a:close/>
                <a:moveTo>
                  <a:pt x="8823579" y="0"/>
                </a:moveTo>
                <a:lnTo>
                  <a:pt x="8772969" y="0"/>
                </a:lnTo>
                <a:lnTo>
                  <a:pt x="8772969" y="6350"/>
                </a:lnTo>
                <a:lnTo>
                  <a:pt x="8823579" y="6350"/>
                </a:lnTo>
                <a:lnTo>
                  <a:pt x="8823579" y="0"/>
                </a:lnTo>
                <a:close/>
                <a:moveTo>
                  <a:pt x="8722423" y="0"/>
                </a:moveTo>
                <a:lnTo>
                  <a:pt x="8671878" y="0"/>
                </a:lnTo>
                <a:lnTo>
                  <a:pt x="8671878" y="6350"/>
                </a:lnTo>
                <a:lnTo>
                  <a:pt x="8722423" y="6350"/>
                </a:lnTo>
                <a:lnTo>
                  <a:pt x="8722423" y="0"/>
                </a:lnTo>
                <a:close/>
                <a:moveTo>
                  <a:pt x="8621331" y="0"/>
                </a:moveTo>
                <a:lnTo>
                  <a:pt x="8570722" y="0"/>
                </a:lnTo>
                <a:lnTo>
                  <a:pt x="8570722" y="6350"/>
                </a:lnTo>
                <a:lnTo>
                  <a:pt x="8621331" y="6350"/>
                </a:lnTo>
                <a:lnTo>
                  <a:pt x="8621331" y="0"/>
                </a:lnTo>
                <a:close/>
                <a:moveTo>
                  <a:pt x="8520176" y="0"/>
                </a:moveTo>
                <a:lnTo>
                  <a:pt x="8469630" y="0"/>
                </a:lnTo>
                <a:lnTo>
                  <a:pt x="8469630" y="6350"/>
                </a:lnTo>
                <a:lnTo>
                  <a:pt x="8520176" y="6350"/>
                </a:lnTo>
                <a:lnTo>
                  <a:pt x="8520176" y="0"/>
                </a:lnTo>
                <a:close/>
                <a:moveTo>
                  <a:pt x="8419020" y="0"/>
                </a:moveTo>
                <a:lnTo>
                  <a:pt x="8368475" y="0"/>
                </a:lnTo>
                <a:lnTo>
                  <a:pt x="8368475" y="6350"/>
                </a:lnTo>
                <a:lnTo>
                  <a:pt x="8419020" y="6350"/>
                </a:lnTo>
                <a:lnTo>
                  <a:pt x="8419020" y="0"/>
                </a:lnTo>
                <a:close/>
                <a:moveTo>
                  <a:pt x="8317929" y="0"/>
                </a:moveTo>
                <a:lnTo>
                  <a:pt x="8267319" y="0"/>
                </a:lnTo>
                <a:lnTo>
                  <a:pt x="8267319" y="6350"/>
                </a:lnTo>
                <a:lnTo>
                  <a:pt x="8317929" y="6350"/>
                </a:lnTo>
                <a:lnTo>
                  <a:pt x="8317929" y="0"/>
                </a:lnTo>
                <a:close/>
                <a:moveTo>
                  <a:pt x="8216773" y="0"/>
                </a:moveTo>
                <a:lnTo>
                  <a:pt x="8166227" y="0"/>
                </a:lnTo>
                <a:lnTo>
                  <a:pt x="8166227" y="6350"/>
                </a:lnTo>
                <a:lnTo>
                  <a:pt x="8216773" y="6350"/>
                </a:lnTo>
                <a:lnTo>
                  <a:pt x="8216773" y="0"/>
                </a:lnTo>
                <a:close/>
                <a:moveTo>
                  <a:pt x="8115682" y="0"/>
                </a:moveTo>
                <a:lnTo>
                  <a:pt x="8065072" y="0"/>
                </a:lnTo>
                <a:lnTo>
                  <a:pt x="8065072" y="6350"/>
                </a:lnTo>
                <a:lnTo>
                  <a:pt x="8115682" y="6350"/>
                </a:lnTo>
                <a:lnTo>
                  <a:pt x="8115682" y="0"/>
                </a:lnTo>
                <a:close/>
                <a:moveTo>
                  <a:pt x="8014526" y="0"/>
                </a:moveTo>
                <a:lnTo>
                  <a:pt x="7963980" y="0"/>
                </a:lnTo>
                <a:lnTo>
                  <a:pt x="7963980" y="6350"/>
                </a:lnTo>
                <a:lnTo>
                  <a:pt x="8014526" y="6350"/>
                </a:lnTo>
                <a:lnTo>
                  <a:pt x="8014526" y="0"/>
                </a:lnTo>
                <a:close/>
                <a:moveTo>
                  <a:pt x="7913370" y="0"/>
                </a:moveTo>
                <a:lnTo>
                  <a:pt x="7862824" y="0"/>
                </a:lnTo>
                <a:lnTo>
                  <a:pt x="7862824" y="6350"/>
                </a:lnTo>
                <a:lnTo>
                  <a:pt x="7913370" y="6350"/>
                </a:lnTo>
                <a:lnTo>
                  <a:pt x="7913370" y="0"/>
                </a:lnTo>
                <a:close/>
                <a:moveTo>
                  <a:pt x="7812278" y="0"/>
                </a:moveTo>
                <a:lnTo>
                  <a:pt x="7761732" y="0"/>
                </a:lnTo>
                <a:lnTo>
                  <a:pt x="7761732" y="6350"/>
                </a:lnTo>
                <a:lnTo>
                  <a:pt x="7812278" y="6350"/>
                </a:lnTo>
                <a:lnTo>
                  <a:pt x="7812278" y="0"/>
                </a:lnTo>
                <a:close/>
                <a:moveTo>
                  <a:pt x="7711123" y="0"/>
                </a:moveTo>
                <a:lnTo>
                  <a:pt x="7660577" y="0"/>
                </a:lnTo>
                <a:lnTo>
                  <a:pt x="7660577" y="6350"/>
                </a:lnTo>
                <a:lnTo>
                  <a:pt x="7711123" y="6350"/>
                </a:lnTo>
                <a:lnTo>
                  <a:pt x="7711123" y="0"/>
                </a:lnTo>
                <a:close/>
                <a:moveTo>
                  <a:pt x="7610031" y="0"/>
                </a:moveTo>
                <a:lnTo>
                  <a:pt x="7559421" y="0"/>
                </a:lnTo>
                <a:lnTo>
                  <a:pt x="7559421" y="6350"/>
                </a:lnTo>
                <a:lnTo>
                  <a:pt x="7610031" y="6350"/>
                </a:lnTo>
                <a:lnTo>
                  <a:pt x="7610031" y="0"/>
                </a:lnTo>
                <a:close/>
                <a:moveTo>
                  <a:pt x="7508875" y="0"/>
                </a:moveTo>
                <a:lnTo>
                  <a:pt x="7458329" y="0"/>
                </a:lnTo>
                <a:lnTo>
                  <a:pt x="7458329" y="6350"/>
                </a:lnTo>
                <a:lnTo>
                  <a:pt x="7508875" y="6350"/>
                </a:lnTo>
                <a:lnTo>
                  <a:pt x="7508875" y="0"/>
                </a:lnTo>
                <a:close/>
                <a:moveTo>
                  <a:pt x="7407719" y="0"/>
                </a:moveTo>
                <a:lnTo>
                  <a:pt x="7357174" y="0"/>
                </a:lnTo>
                <a:lnTo>
                  <a:pt x="7357174" y="6350"/>
                </a:lnTo>
                <a:lnTo>
                  <a:pt x="7407719" y="6350"/>
                </a:lnTo>
                <a:lnTo>
                  <a:pt x="7407719" y="0"/>
                </a:lnTo>
                <a:close/>
                <a:moveTo>
                  <a:pt x="7306628" y="0"/>
                </a:moveTo>
                <a:lnTo>
                  <a:pt x="7256081" y="0"/>
                </a:lnTo>
                <a:lnTo>
                  <a:pt x="7256081" y="6350"/>
                </a:lnTo>
                <a:lnTo>
                  <a:pt x="7306628" y="6350"/>
                </a:lnTo>
                <a:lnTo>
                  <a:pt x="7306628" y="0"/>
                </a:lnTo>
                <a:close/>
                <a:moveTo>
                  <a:pt x="7205472" y="0"/>
                </a:moveTo>
                <a:lnTo>
                  <a:pt x="7154926" y="0"/>
                </a:lnTo>
                <a:lnTo>
                  <a:pt x="7154926" y="6350"/>
                </a:lnTo>
                <a:lnTo>
                  <a:pt x="7205472" y="6350"/>
                </a:lnTo>
                <a:lnTo>
                  <a:pt x="7205472" y="0"/>
                </a:lnTo>
                <a:close/>
                <a:moveTo>
                  <a:pt x="7104381" y="0"/>
                </a:moveTo>
                <a:lnTo>
                  <a:pt x="7053770" y="0"/>
                </a:lnTo>
                <a:lnTo>
                  <a:pt x="7053770" y="6350"/>
                </a:lnTo>
                <a:lnTo>
                  <a:pt x="7104381" y="6350"/>
                </a:lnTo>
                <a:lnTo>
                  <a:pt x="7104381" y="0"/>
                </a:lnTo>
                <a:close/>
                <a:moveTo>
                  <a:pt x="7003225" y="0"/>
                </a:moveTo>
                <a:lnTo>
                  <a:pt x="6952679" y="0"/>
                </a:lnTo>
                <a:lnTo>
                  <a:pt x="6952679" y="6350"/>
                </a:lnTo>
                <a:lnTo>
                  <a:pt x="7003225" y="6350"/>
                </a:lnTo>
                <a:lnTo>
                  <a:pt x="7003225" y="0"/>
                </a:lnTo>
                <a:close/>
                <a:moveTo>
                  <a:pt x="6902069" y="0"/>
                </a:moveTo>
                <a:lnTo>
                  <a:pt x="6851523" y="0"/>
                </a:lnTo>
                <a:lnTo>
                  <a:pt x="6851523" y="6350"/>
                </a:lnTo>
                <a:lnTo>
                  <a:pt x="6902069" y="6350"/>
                </a:lnTo>
                <a:lnTo>
                  <a:pt x="6902069" y="0"/>
                </a:lnTo>
                <a:close/>
                <a:moveTo>
                  <a:pt x="6800977" y="0"/>
                </a:moveTo>
                <a:lnTo>
                  <a:pt x="6750432" y="0"/>
                </a:lnTo>
                <a:lnTo>
                  <a:pt x="6750432" y="6350"/>
                </a:lnTo>
                <a:lnTo>
                  <a:pt x="6800977" y="6350"/>
                </a:lnTo>
                <a:lnTo>
                  <a:pt x="6800977" y="0"/>
                </a:lnTo>
                <a:close/>
                <a:moveTo>
                  <a:pt x="6699822" y="0"/>
                </a:moveTo>
                <a:lnTo>
                  <a:pt x="6649276" y="0"/>
                </a:lnTo>
                <a:lnTo>
                  <a:pt x="6649276" y="6350"/>
                </a:lnTo>
                <a:lnTo>
                  <a:pt x="6699822" y="6350"/>
                </a:lnTo>
                <a:lnTo>
                  <a:pt x="6699822" y="0"/>
                </a:lnTo>
                <a:close/>
                <a:moveTo>
                  <a:pt x="6598730" y="0"/>
                </a:moveTo>
                <a:lnTo>
                  <a:pt x="6548120" y="0"/>
                </a:lnTo>
                <a:lnTo>
                  <a:pt x="6548120" y="6350"/>
                </a:lnTo>
                <a:lnTo>
                  <a:pt x="6598730" y="6350"/>
                </a:lnTo>
                <a:lnTo>
                  <a:pt x="6598730" y="0"/>
                </a:lnTo>
                <a:close/>
                <a:moveTo>
                  <a:pt x="6497574" y="0"/>
                </a:moveTo>
                <a:lnTo>
                  <a:pt x="6447028" y="0"/>
                </a:lnTo>
                <a:lnTo>
                  <a:pt x="6447028" y="6350"/>
                </a:lnTo>
                <a:lnTo>
                  <a:pt x="6497574" y="6350"/>
                </a:lnTo>
                <a:lnTo>
                  <a:pt x="6497574" y="0"/>
                </a:lnTo>
                <a:close/>
                <a:moveTo>
                  <a:pt x="6396482" y="0"/>
                </a:moveTo>
                <a:lnTo>
                  <a:pt x="6345873" y="0"/>
                </a:lnTo>
                <a:lnTo>
                  <a:pt x="6345873" y="6350"/>
                </a:lnTo>
                <a:lnTo>
                  <a:pt x="6396482" y="6350"/>
                </a:lnTo>
                <a:lnTo>
                  <a:pt x="6396482" y="0"/>
                </a:lnTo>
                <a:close/>
                <a:moveTo>
                  <a:pt x="6295327" y="0"/>
                </a:moveTo>
                <a:lnTo>
                  <a:pt x="6244781" y="0"/>
                </a:lnTo>
                <a:lnTo>
                  <a:pt x="6244781" y="6350"/>
                </a:lnTo>
                <a:lnTo>
                  <a:pt x="6295327" y="6350"/>
                </a:lnTo>
                <a:lnTo>
                  <a:pt x="6295327" y="0"/>
                </a:lnTo>
                <a:close/>
                <a:moveTo>
                  <a:pt x="6194171" y="0"/>
                </a:moveTo>
                <a:lnTo>
                  <a:pt x="6143625" y="0"/>
                </a:lnTo>
                <a:lnTo>
                  <a:pt x="6143625" y="6350"/>
                </a:lnTo>
                <a:lnTo>
                  <a:pt x="6194171" y="6350"/>
                </a:lnTo>
                <a:lnTo>
                  <a:pt x="6194171" y="0"/>
                </a:lnTo>
                <a:close/>
                <a:moveTo>
                  <a:pt x="6093079" y="0"/>
                </a:moveTo>
                <a:lnTo>
                  <a:pt x="6042469" y="0"/>
                </a:lnTo>
                <a:lnTo>
                  <a:pt x="6042469" y="6350"/>
                </a:lnTo>
                <a:lnTo>
                  <a:pt x="6093079" y="6350"/>
                </a:lnTo>
                <a:lnTo>
                  <a:pt x="6093079" y="0"/>
                </a:lnTo>
                <a:close/>
                <a:moveTo>
                  <a:pt x="5991924" y="0"/>
                </a:moveTo>
                <a:lnTo>
                  <a:pt x="5941378" y="0"/>
                </a:lnTo>
                <a:lnTo>
                  <a:pt x="5941378" y="6350"/>
                </a:lnTo>
                <a:lnTo>
                  <a:pt x="5991924" y="6350"/>
                </a:lnTo>
                <a:lnTo>
                  <a:pt x="5991924" y="0"/>
                </a:lnTo>
                <a:close/>
                <a:moveTo>
                  <a:pt x="5890831" y="0"/>
                </a:moveTo>
                <a:lnTo>
                  <a:pt x="5840222" y="0"/>
                </a:lnTo>
                <a:lnTo>
                  <a:pt x="5840222" y="6350"/>
                </a:lnTo>
                <a:lnTo>
                  <a:pt x="5890831" y="6350"/>
                </a:lnTo>
                <a:lnTo>
                  <a:pt x="5890831" y="0"/>
                </a:lnTo>
                <a:close/>
                <a:moveTo>
                  <a:pt x="5789676" y="0"/>
                </a:moveTo>
                <a:lnTo>
                  <a:pt x="5739130" y="0"/>
                </a:lnTo>
                <a:lnTo>
                  <a:pt x="5739130" y="6350"/>
                </a:lnTo>
                <a:lnTo>
                  <a:pt x="5789676" y="6350"/>
                </a:lnTo>
                <a:lnTo>
                  <a:pt x="5789676" y="0"/>
                </a:lnTo>
                <a:close/>
                <a:moveTo>
                  <a:pt x="5688546" y="0"/>
                </a:moveTo>
                <a:lnTo>
                  <a:pt x="5637981" y="0"/>
                </a:lnTo>
                <a:lnTo>
                  <a:pt x="5637981" y="6350"/>
                </a:lnTo>
                <a:lnTo>
                  <a:pt x="5688546" y="6350"/>
                </a:lnTo>
                <a:lnTo>
                  <a:pt x="5688546" y="0"/>
                </a:lnTo>
                <a:close/>
                <a:moveTo>
                  <a:pt x="5587416" y="0"/>
                </a:moveTo>
                <a:lnTo>
                  <a:pt x="5536851" y="0"/>
                </a:lnTo>
                <a:lnTo>
                  <a:pt x="5536851" y="6350"/>
                </a:lnTo>
                <a:lnTo>
                  <a:pt x="5587416" y="6350"/>
                </a:lnTo>
                <a:lnTo>
                  <a:pt x="5587416" y="0"/>
                </a:lnTo>
                <a:close/>
                <a:moveTo>
                  <a:pt x="5486286" y="0"/>
                </a:moveTo>
                <a:lnTo>
                  <a:pt x="5435721" y="0"/>
                </a:lnTo>
                <a:lnTo>
                  <a:pt x="5435721" y="6350"/>
                </a:lnTo>
                <a:lnTo>
                  <a:pt x="5486286" y="6350"/>
                </a:lnTo>
                <a:lnTo>
                  <a:pt x="5486286" y="0"/>
                </a:lnTo>
                <a:close/>
                <a:moveTo>
                  <a:pt x="5385156" y="0"/>
                </a:moveTo>
                <a:lnTo>
                  <a:pt x="5334591" y="0"/>
                </a:lnTo>
                <a:lnTo>
                  <a:pt x="5334591" y="6350"/>
                </a:lnTo>
                <a:lnTo>
                  <a:pt x="5385156" y="6350"/>
                </a:lnTo>
                <a:lnTo>
                  <a:pt x="5385156" y="0"/>
                </a:lnTo>
                <a:close/>
                <a:moveTo>
                  <a:pt x="5284026" y="0"/>
                </a:moveTo>
                <a:lnTo>
                  <a:pt x="5233467" y="0"/>
                </a:lnTo>
                <a:lnTo>
                  <a:pt x="5233467" y="6350"/>
                </a:lnTo>
                <a:lnTo>
                  <a:pt x="5284026" y="6350"/>
                </a:lnTo>
                <a:lnTo>
                  <a:pt x="5284026" y="0"/>
                </a:lnTo>
                <a:close/>
                <a:moveTo>
                  <a:pt x="5182896" y="0"/>
                </a:moveTo>
                <a:lnTo>
                  <a:pt x="5132337" y="0"/>
                </a:lnTo>
                <a:lnTo>
                  <a:pt x="5132337" y="6350"/>
                </a:lnTo>
                <a:lnTo>
                  <a:pt x="5182896" y="6350"/>
                </a:lnTo>
                <a:lnTo>
                  <a:pt x="5182896" y="0"/>
                </a:lnTo>
                <a:close/>
                <a:moveTo>
                  <a:pt x="5081772" y="0"/>
                </a:moveTo>
                <a:lnTo>
                  <a:pt x="5031207" y="0"/>
                </a:lnTo>
                <a:lnTo>
                  <a:pt x="5031207" y="6350"/>
                </a:lnTo>
                <a:lnTo>
                  <a:pt x="5081772" y="6350"/>
                </a:lnTo>
                <a:lnTo>
                  <a:pt x="5081772" y="0"/>
                </a:lnTo>
                <a:close/>
                <a:moveTo>
                  <a:pt x="4980642" y="0"/>
                </a:moveTo>
                <a:lnTo>
                  <a:pt x="4930077" y="0"/>
                </a:lnTo>
                <a:lnTo>
                  <a:pt x="4930077" y="6350"/>
                </a:lnTo>
                <a:lnTo>
                  <a:pt x="4980642" y="6350"/>
                </a:lnTo>
                <a:lnTo>
                  <a:pt x="4980642" y="0"/>
                </a:lnTo>
                <a:close/>
                <a:moveTo>
                  <a:pt x="4879512" y="0"/>
                </a:moveTo>
                <a:lnTo>
                  <a:pt x="4828947" y="0"/>
                </a:lnTo>
                <a:lnTo>
                  <a:pt x="4828947" y="6350"/>
                </a:lnTo>
                <a:lnTo>
                  <a:pt x="4879512" y="6350"/>
                </a:lnTo>
                <a:lnTo>
                  <a:pt x="4879512" y="0"/>
                </a:lnTo>
                <a:close/>
                <a:moveTo>
                  <a:pt x="4778381" y="0"/>
                </a:moveTo>
                <a:lnTo>
                  <a:pt x="4727817" y="0"/>
                </a:lnTo>
                <a:lnTo>
                  <a:pt x="4727817" y="6350"/>
                </a:lnTo>
                <a:lnTo>
                  <a:pt x="4778381" y="6350"/>
                </a:lnTo>
                <a:lnTo>
                  <a:pt x="4778381" y="0"/>
                </a:lnTo>
                <a:close/>
                <a:moveTo>
                  <a:pt x="4677252" y="0"/>
                </a:moveTo>
                <a:lnTo>
                  <a:pt x="4626686" y="0"/>
                </a:lnTo>
                <a:lnTo>
                  <a:pt x="4626686" y="6350"/>
                </a:lnTo>
                <a:lnTo>
                  <a:pt x="4677252" y="6350"/>
                </a:lnTo>
                <a:lnTo>
                  <a:pt x="4677252" y="0"/>
                </a:lnTo>
                <a:close/>
                <a:moveTo>
                  <a:pt x="4576121" y="0"/>
                </a:moveTo>
                <a:lnTo>
                  <a:pt x="4525556" y="0"/>
                </a:lnTo>
                <a:lnTo>
                  <a:pt x="4525556" y="6350"/>
                </a:lnTo>
                <a:lnTo>
                  <a:pt x="4576121" y="6350"/>
                </a:lnTo>
                <a:lnTo>
                  <a:pt x="4576121" y="0"/>
                </a:lnTo>
                <a:close/>
                <a:moveTo>
                  <a:pt x="4474991" y="0"/>
                </a:moveTo>
                <a:lnTo>
                  <a:pt x="4424426" y="0"/>
                </a:lnTo>
                <a:lnTo>
                  <a:pt x="4424426" y="6350"/>
                </a:lnTo>
                <a:lnTo>
                  <a:pt x="4474991" y="6350"/>
                </a:lnTo>
                <a:lnTo>
                  <a:pt x="4474991" y="0"/>
                </a:lnTo>
                <a:close/>
                <a:moveTo>
                  <a:pt x="4373861" y="0"/>
                </a:moveTo>
                <a:lnTo>
                  <a:pt x="4323296" y="0"/>
                </a:lnTo>
                <a:lnTo>
                  <a:pt x="4323296" y="6350"/>
                </a:lnTo>
                <a:lnTo>
                  <a:pt x="4373861" y="6350"/>
                </a:lnTo>
                <a:lnTo>
                  <a:pt x="4373861" y="0"/>
                </a:lnTo>
                <a:close/>
                <a:moveTo>
                  <a:pt x="4272731" y="0"/>
                </a:moveTo>
                <a:lnTo>
                  <a:pt x="4222166" y="0"/>
                </a:lnTo>
                <a:lnTo>
                  <a:pt x="4222166" y="6350"/>
                </a:lnTo>
                <a:lnTo>
                  <a:pt x="4272731" y="6350"/>
                </a:lnTo>
                <a:lnTo>
                  <a:pt x="4272731" y="0"/>
                </a:lnTo>
                <a:close/>
                <a:moveTo>
                  <a:pt x="4171601" y="0"/>
                </a:moveTo>
                <a:lnTo>
                  <a:pt x="4121036" y="0"/>
                </a:lnTo>
                <a:lnTo>
                  <a:pt x="4121036" y="6350"/>
                </a:lnTo>
                <a:lnTo>
                  <a:pt x="4171601" y="6350"/>
                </a:lnTo>
                <a:lnTo>
                  <a:pt x="4171601" y="0"/>
                </a:lnTo>
                <a:close/>
                <a:moveTo>
                  <a:pt x="4070471" y="0"/>
                </a:moveTo>
                <a:lnTo>
                  <a:pt x="4019906" y="0"/>
                </a:lnTo>
                <a:lnTo>
                  <a:pt x="4019906" y="6350"/>
                </a:lnTo>
                <a:lnTo>
                  <a:pt x="4070471" y="6350"/>
                </a:lnTo>
                <a:lnTo>
                  <a:pt x="4070471" y="0"/>
                </a:lnTo>
                <a:close/>
                <a:moveTo>
                  <a:pt x="3969341" y="0"/>
                </a:moveTo>
                <a:lnTo>
                  <a:pt x="3918776" y="0"/>
                </a:lnTo>
                <a:lnTo>
                  <a:pt x="3918776" y="6350"/>
                </a:lnTo>
                <a:lnTo>
                  <a:pt x="3969341" y="6350"/>
                </a:lnTo>
                <a:lnTo>
                  <a:pt x="3969341" y="0"/>
                </a:lnTo>
                <a:close/>
                <a:moveTo>
                  <a:pt x="3868211" y="0"/>
                </a:moveTo>
                <a:lnTo>
                  <a:pt x="3817645" y="0"/>
                </a:lnTo>
                <a:lnTo>
                  <a:pt x="3817645" y="6350"/>
                </a:lnTo>
                <a:lnTo>
                  <a:pt x="3868211" y="6350"/>
                </a:lnTo>
                <a:lnTo>
                  <a:pt x="3868211" y="0"/>
                </a:lnTo>
                <a:close/>
                <a:moveTo>
                  <a:pt x="3767081" y="0"/>
                </a:moveTo>
                <a:lnTo>
                  <a:pt x="3716516" y="0"/>
                </a:lnTo>
                <a:lnTo>
                  <a:pt x="3716516" y="6350"/>
                </a:lnTo>
                <a:lnTo>
                  <a:pt x="3767081" y="6350"/>
                </a:lnTo>
                <a:lnTo>
                  <a:pt x="3767081" y="0"/>
                </a:lnTo>
                <a:close/>
                <a:moveTo>
                  <a:pt x="3665950" y="0"/>
                </a:moveTo>
                <a:lnTo>
                  <a:pt x="3615385" y="0"/>
                </a:lnTo>
                <a:lnTo>
                  <a:pt x="3615385" y="6350"/>
                </a:lnTo>
                <a:lnTo>
                  <a:pt x="3665950" y="6350"/>
                </a:lnTo>
                <a:lnTo>
                  <a:pt x="3665950" y="0"/>
                </a:lnTo>
                <a:close/>
                <a:moveTo>
                  <a:pt x="3564820" y="0"/>
                </a:moveTo>
                <a:lnTo>
                  <a:pt x="3514255" y="0"/>
                </a:lnTo>
                <a:lnTo>
                  <a:pt x="3514255" y="6350"/>
                </a:lnTo>
                <a:lnTo>
                  <a:pt x="3564820" y="6350"/>
                </a:lnTo>
                <a:lnTo>
                  <a:pt x="3564820" y="0"/>
                </a:lnTo>
                <a:close/>
                <a:moveTo>
                  <a:pt x="3463690" y="0"/>
                </a:moveTo>
                <a:lnTo>
                  <a:pt x="3413125" y="0"/>
                </a:lnTo>
                <a:lnTo>
                  <a:pt x="3413125" y="6350"/>
                </a:lnTo>
                <a:lnTo>
                  <a:pt x="3463690" y="6350"/>
                </a:lnTo>
                <a:lnTo>
                  <a:pt x="3463690" y="0"/>
                </a:lnTo>
                <a:close/>
                <a:moveTo>
                  <a:pt x="3362560" y="0"/>
                </a:moveTo>
                <a:lnTo>
                  <a:pt x="3311995" y="0"/>
                </a:lnTo>
                <a:lnTo>
                  <a:pt x="3311995" y="6350"/>
                </a:lnTo>
                <a:lnTo>
                  <a:pt x="3362560" y="6350"/>
                </a:lnTo>
                <a:lnTo>
                  <a:pt x="3362560" y="0"/>
                </a:lnTo>
                <a:close/>
                <a:moveTo>
                  <a:pt x="3261430" y="0"/>
                </a:moveTo>
                <a:lnTo>
                  <a:pt x="3210865" y="0"/>
                </a:lnTo>
                <a:lnTo>
                  <a:pt x="3210865" y="6350"/>
                </a:lnTo>
                <a:lnTo>
                  <a:pt x="3261430" y="6350"/>
                </a:lnTo>
                <a:lnTo>
                  <a:pt x="3261430" y="0"/>
                </a:lnTo>
                <a:close/>
                <a:moveTo>
                  <a:pt x="3160300" y="0"/>
                </a:moveTo>
                <a:lnTo>
                  <a:pt x="3109735" y="0"/>
                </a:lnTo>
                <a:lnTo>
                  <a:pt x="3109735" y="6350"/>
                </a:lnTo>
                <a:lnTo>
                  <a:pt x="3160300" y="6350"/>
                </a:lnTo>
                <a:lnTo>
                  <a:pt x="3160300" y="0"/>
                </a:lnTo>
                <a:close/>
                <a:moveTo>
                  <a:pt x="3059170" y="0"/>
                </a:moveTo>
                <a:lnTo>
                  <a:pt x="3008605" y="0"/>
                </a:lnTo>
                <a:lnTo>
                  <a:pt x="3008605" y="6350"/>
                </a:lnTo>
                <a:lnTo>
                  <a:pt x="3059170" y="6350"/>
                </a:lnTo>
                <a:lnTo>
                  <a:pt x="3059170" y="0"/>
                </a:lnTo>
                <a:close/>
                <a:moveTo>
                  <a:pt x="2958040" y="0"/>
                </a:moveTo>
                <a:lnTo>
                  <a:pt x="2907475" y="0"/>
                </a:lnTo>
                <a:lnTo>
                  <a:pt x="2907475" y="6350"/>
                </a:lnTo>
                <a:lnTo>
                  <a:pt x="2958040" y="6350"/>
                </a:lnTo>
                <a:lnTo>
                  <a:pt x="2958040" y="0"/>
                </a:lnTo>
                <a:close/>
                <a:moveTo>
                  <a:pt x="2856909" y="0"/>
                </a:moveTo>
                <a:lnTo>
                  <a:pt x="2806344" y="0"/>
                </a:lnTo>
                <a:lnTo>
                  <a:pt x="2806344" y="6350"/>
                </a:lnTo>
                <a:lnTo>
                  <a:pt x="2856909" y="6350"/>
                </a:lnTo>
                <a:lnTo>
                  <a:pt x="2856909" y="0"/>
                </a:lnTo>
                <a:close/>
                <a:moveTo>
                  <a:pt x="2755780" y="0"/>
                </a:moveTo>
                <a:lnTo>
                  <a:pt x="2705214" y="0"/>
                </a:lnTo>
                <a:lnTo>
                  <a:pt x="2705214" y="6350"/>
                </a:lnTo>
                <a:lnTo>
                  <a:pt x="2755780" y="6350"/>
                </a:lnTo>
                <a:lnTo>
                  <a:pt x="2755780" y="0"/>
                </a:lnTo>
                <a:close/>
                <a:moveTo>
                  <a:pt x="2654649" y="0"/>
                </a:moveTo>
                <a:lnTo>
                  <a:pt x="2604084" y="0"/>
                </a:lnTo>
                <a:lnTo>
                  <a:pt x="2604084" y="6350"/>
                </a:lnTo>
                <a:lnTo>
                  <a:pt x="2654649" y="6350"/>
                </a:lnTo>
                <a:lnTo>
                  <a:pt x="2654649" y="0"/>
                </a:lnTo>
                <a:close/>
                <a:moveTo>
                  <a:pt x="2553519" y="0"/>
                </a:moveTo>
                <a:lnTo>
                  <a:pt x="2502954" y="0"/>
                </a:lnTo>
                <a:lnTo>
                  <a:pt x="2502954" y="6350"/>
                </a:lnTo>
                <a:lnTo>
                  <a:pt x="2553519" y="6350"/>
                </a:lnTo>
                <a:lnTo>
                  <a:pt x="2553519" y="0"/>
                </a:lnTo>
                <a:close/>
                <a:moveTo>
                  <a:pt x="2452389" y="0"/>
                </a:moveTo>
                <a:lnTo>
                  <a:pt x="2401824" y="0"/>
                </a:lnTo>
                <a:lnTo>
                  <a:pt x="2401824" y="6350"/>
                </a:lnTo>
                <a:lnTo>
                  <a:pt x="2452389" y="6350"/>
                </a:lnTo>
                <a:lnTo>
                  <a:pt x="2452389" y="0"/>
                </a:lnTo>
                <a:close/>
                <a:moveTo>
                  <a:pt x="2351259" y="0"/>
                </a:moveTo>
                <a:lnTo>
                  <a:pt x="2300694" y="0"/>
                </a:lnTo>
                <a:lnTo>
                  <a:pt x="2300694" y="6350"/>
                </a:lnTo>
                <a:lnTo>
                  <a:pt x="2351259" y="6350"/>
                </a:lnTo>
                <a:lnTo>
                  <a:pt x="2351259" y="0"/>
                </a:lnTo>
                <a:close/>
                <a:moveTo>
                  <a:pt x="2250129" y="0"/>
                </a:moveTo>
                <a:lnTo>
                  <a:pt x="2199564" y="0"/>
                </a:lnTo>
                <a:lnTo>
                  <a:pt x="2199564" y="6350"/>
                </a:lnTo>
                <a:lnTo>
                  <a:pt x="2250129" y="6350"/>
                </a:lnTo>
                <a:lnTo>
                  <a:pt x="2250129" y="0"/>
                </a:lnTo>
                <a:close/>
                <a:moveTo>
                  <a:pt x="2148999" y="0"/>
                </a:moveTo>
                <a:lnTo>
                  <a:pt x="2098434" y="0"/>
                </a:lnTo>
                <a:lnTo>
                  <a:pt x="2098434" y="6350"/>
                </a:lnTo>
                <a:lnTo>
                  <a:pt x="2148999" y="6350"/>
                </a:lnTo>
                <a:lnTo>
                  <a:pt x="2148999" y="0"/>
                </a:lnTo>
                <a:close/>
                <a:moveTo>
                  <a:pt x="2047869" y="0"/>
                </a:moveTo>
                <a:lnTo>
                  <a:pt x="1997304" y="0"/>
                </a:lnTo>
                <a:lnTo>
                  <a:pt x="1997304" y="6350"/>
                </a:lnTo>
                <a:lnTo>
                  <a:pt x="2047869" y="6350"/>
                </a:lnTo>
                <a:lnTo>
                  <a:pt x="2047869" y="0"/>
                </a:lnTo>
                <a:close/>
                <a:moveTo>
                  <a:pt x="1946739" y="0"/>
                </a:moveTo>
                <a:lnTo>
                  <a:pt x="1896173" y="0"/>
                </a:lnTo>
                <a:lnTo>
                  <a:pt x="1896173" y="6350"/>
                </a:lnTo>
                <a:lnTo>
                  <a:pt x="1946739" y="6350"/>
                </a:lnTo>
                <a:lnTo>
                  <a:pt x="1946739" y="0"/>
                </a:lnTo>
                <a:close/>
                <a:moveTo>
                  <a:pt x="1845609" y="0"/>
                </a:moveTo>
                <a:lnTo>
                  <a:pt x="1795043" y="0"/>
                </a:lnTo>
                <a:lnTo>
                  <a:pt x="1795043" y="6350"/>
                </a:lnTo>
                <a:lnTo>
                  <a:pt x="1845609" y="6350"/>
                </a:lnTo>
                <a:lnTo>
                  <a:pt x="1845609" y="0"/>
                </a:lnTo>
                <a:close/>
                <a:moveTo>
                  <a:pt x="1744478" y="0"/>
                </a:moveTo>
                <a:lnTo>
                  <a:pt x="1693913" y="0"/>
                </a:lnTo>
                <a:lnTo>
                  <a:pt x="1693913" y="6350"/>
                </a:lnTo>
                <a:lnTo>
                  <a:pt x="1744478" y="6350"/>
                </a:lnTo>
                <a:lnTo>
                  <a:pt x="1744478" y="0"/>
                </a:lnTo>
                <a:close/>
                <a:moveTo>
                  <a:pt x="1643348" y="0"/>
                </a:moveTo>
                <a:lnTo>
                  <a:pt x="1592783" y="0"/>
                </a:lnTo>
                <a:lnTo>
                  <a:pt x="1592783" y="6350"/>
                </a:lnTo>
                <a:lnTo>
                  <a:pt x="1643348" y="6350"/>
                </a:lnTo>
                <a:lnTo>
                  <a:pt x="1643348" y="0"/>
                </a:lnTo>
                <a:close/>
                <a:moveTo>
                  <a:pt x="1542218" y="0"/>
                </a:moveTo>
                <a:lnTo>
                  <a:pt x="1491647" y="0"/>
                </a:lnTo>
                <a:lnTo>
                  <a:pt x="1491647" y="6350"/>
                </a:lnTo>
                <a:lnTo>
                  <a:pt x="1542218" y="6350"/>
                </a:lnTo>
                <a:lnTo>
                  <a:pt x="1542218" y="0"/>
                </a:lnTo>
                <a:close/>
                <a:moveTo>
                  <a:pt x="1441088" y="0"/>
                </a:moveTo>
                <a:lnTo>
                  <a:pt x="1390523" y="0"/>
                </a:lnTo>
                <a:lnTo>
                  <a:pt x="1390523" y="6350"/>
                </a:lnTo>
                <a:lnTo>
                  <a:pt x="1441088" y="6350"/>
                </a:lnTo>
                <a:lnTo>
                  <a:pt x="1441088" y="0"/>
                </a:lnTo>
                <a:close/>
                <a:moveTo>
                  <a:pt x="1339952" y="0"/>
                </a:moveTo>
                <a:lnTo>
                  <a:pt x="1289387" y="0"/>
                </a:lnTo>
                <a:lnTo>
                  <a:pt x="1289387" y="6350"/>
                </a:lnTo>
                <a:lnTo>
                  <a:pt x="1339952" y="6350"/>
                </a:lnTo>
                <a:lnTo>
                  <a:pt x="1339952" y="0"/>
                </a:lnTo>
                <a:close/>
                <a:moveTo>
                  <a:pt x="1238822" y="0"/>
                </a:moveTo>
                <a:lnTo>
                  <a:pt x="1188257" y="0"/>
                </a:lnTo>
                <a:lnTo>
                  <a:pt x="1188257" y="6350"/>
                </a:lnTo>
                <a:lnTo>
                  <a:pt x="1238822" y="6350"/>
                </a:lnTo>
                <a:lnTo>
                  <a:pt x="1238822" y="0"/>
                </a:lnTo>
                <a:close/>
                <a:moveTo>
                  <a:pt x="1137691" y="0"/>
                </a:moveTo>
                <a:lnTo>
                  <a:pt x="1087126" y="0"/>
                </a:lnTo>
                <a:lnTo>
                  <a:pt x="1087126" y="6350"/>
                </a:lnTo>
                <a:lnTo>
                  <a:pt x="1137691" y="6350"/>
                </a:lnTo>
                <a:lnTo>
                  <a:pt x="1137691" y="0"/>
                </a:lnTo>
                <a:close/>
                <a:moveTo>
                  <a:pt x="1036561" y="0"/>
                </a:moveTo>
                <a:lnTo>
                  <a:pt x="985996" y="0"/>
                </a:lnTo>
                <a:lnTo>
                  <a:pt x="985996" y="6350"/>
                </a:lnTo>
                <a:lnTo>
                  <a:pt x="1036561" y="6350"/>
                </a:lnTo>
                <a:lnTo>
                  <a:pt x="1036561" y="0"/>
                </a:lnTo>
                <a:close/>
                <a:moveTo>
                  <a:pt x="935431" y="0"/>
                </a:moveTo>
                <a:lnTo>
                  <a:pt x="884866" y="0"/>
                </a:lnTo>
                <a:lnTo>
                  <a:pt x="884866" y="6350"/>
                </a:lnTo>
                <a:lnTo>
                  <a:pt x="935431" y="6350"/>
                </a:lnTo>
                <a:lnTo>
                  <a:pt x="935431" y="0"/>
                </a:lnTo>
                <a:close/>
                <a:moveTo>
                  <a:pt x="834301" y="0"/>
                </a:moveTo>
                <a:lnTo>
                  <a:pt x="783736" y="0"/>
                </a:lnTo>
                <a:lnTo>
                  <a:pt x="783736" y="6350"/>
                </a:lnTo>
                <a:lnTo>
                  <a:pt x="834301" y="6350"/>
                </a:lnTo>
                <a:lnTo>
                  <a:pt x="834301" y="0"/>
                </a:lnTo>
                <a:close/>
                <a:moveTo>
                  <a:pt x="733171" y="0"/>
                </a:moveTo>
                <a:lnTo>
                  <a:pt x="682606" y="0"/>
                </a:lnTo>
                <a:lnTo>
                  <a:pt x="682606" y="6350"/>
                </a:lnTo>
                <a:lnTo>
                  <a:pt x="733171" y="6350"/>
                </a:lnTo>
                <a:lnTo>
                  <a:pt x="733171" y="0"/>
                </a:lnTo>
                <a:close/>
                <a:moveTo>
                  <a:pt x="632041" y="0"/>
                </a:moveTo>
                <a:lnTo>
                  <a:pt x="581476" y="0"/>
                </a:lnTo>
                <a:lnTo>
                  <a:pt x="581476" y="6350"/>
                </a:lnTo>
                <a:lnTo>
                  <a:pt x="632041" y="6350"/>
                </a:lnTo>
                <a:lnTo>
                  <a:pt x="632041" y="0"/>
                </a:lnTo>
                <a:close/>
                <a:moveTo>
                  <a:pt x="530911" y="0"/>
                </a:moveTo>
                <a:lnTo>
                  <a:pt x="480346" y="0"/>
                </a:lnTo>
                <a:lnTo>
                  <a:pt x="480346" y="6350"/>
                </a:lnTo>
                <a:lnTo>
                  <a:pt x="530911" y="6350"/>
                </a:lnTo>
                <a:lnTo>
                  <a:pt x="530911" y="0"/>
                </a:lnTo>
                <a:close/>
                <a:moveTo>
                  <a:pt x="429781" y="0"/>
                </a:moveTo>
                <a:lnTo>
                  <a:pt x="379216" y="0"/>
                </a:lnTo>
                <a:lnTo>
                  <a:pt x="379216" y="6350"/>
                </a:lnTo>
                <a:lnTo>
                  <a:pt x="429781" y="6350"/>
                </a:lnTo>
                <a:lnTo>
                  <a:pt x="429781" y="0"/>
                </a:lnTo>
                <a:close/>
                <a:moveTo>
                  <a:pt x="328651" y="0"/>
                </a:moveTo>
                <a:lnTo>
                  <a:pt x="278086" y="0"/>
                </a:lnTo>
                <a:lnTo>
                  <a:pt x="278086" y="6350"/>
                </a:lnTo>
                <a:lnTo>
                  <a:pt x="328651" y="6350"/>
                </a:lnTo>
                <a:lnTo>
                  <a:pt x="328651" y="0"/>
                </a:lnTo>
                <a:close/>
                <a:moveTo>
                  <a:pt x="227521" y="0"/>
                </a:moveTo>
                <a:lnTo>
                  <a:pt x="176955" y="0"/>
                </a:lnTo>
                <a:lnTo>
                  <a:pt x="176955" y="6350"/>
                </a:lnTo>
                <a:lnTo>
                  <a:pt x="227521" y="6350"/>
                </a:lnTo>
                <a:lnTo>
                  <a:pt x="227521" y="0"/>
                </a:lnTo>
                <a:close/>
                <a:moveTo>
                  <a:pt x="126390" y="0"/>
                </a:moveTo>
                <a:lnTo>
                  <a:pt x="75825" y="0"/>
                </a:lnTo>
                <a:lnTo>
                  <a:pt x="75825" y="6350"/>
                </a:lnTo>
                <a:lnTo>
                  <a:pt x="126390" y="6350"/>
                </a:lnTo>
                <a:lnTo>
                  <a:pt x="126390" y="0"/>
                </a:lnTo>
                <a:close/>
                <a:moveTo>
                  <a:pt x="25260" y="0"/>
                </a:moveTo>
                <a:lnTo>
                  <a:pt x="0" y="0"/>
                </a:lnTo>
                <a:lnTo>
                  <a:pt x="0" y="6350"/>
                </a:lnTo>
                <a:lnTo>
                  <a:pt x="25260" y="6350"/>
                </a:lnTo>
                <a:lnTo>
                  <a:pt x="25260" y="0"/>
                </a:lnTo>
                <a:close/>
              </a:path>
            </a:pathLst>
          </a:custGeom>
          <a:solidFill>
            <a:srgbClr val="4D4D4D">
              <a:alpha val="20000"/>
            </a:srgbClr>
          </a:solidFill>
          <a:ln w="6350" cap="flat">
            <a:noFill/>
            <a:prstDash val="solid"/>
            <a:miter/>
          </a:ln>
        </p:spPr>
        <p:txBody>
          <a:bodyPr rtlCol="0" anchor="ctr"/>
          <a:lstStyle/>
          <a:p>
            <a:endParaRPr lang="zh-CN" altLang="en-US"/>
          </a:p>
        </p:txBody>
      </p:sp>
      <p:sp>
        <p:nvSpPr>
          <p:cNvPr id="166" name="矩形: 圆角 165">
            <a:extLst>
              <a:ext uri="{FF2B5EF4-FFF2-40B4-BE49-F238E27FC236}">
                <a16:creationId xmlns:a16="http://schemas.microsoft.com/office/drawing/2014/main" id="{2664CC54-02E1-32FD-3F98-193B551EB275}"/>
              </a:ext>
            </a:extLst>
          </p:cNvPr>
          <p:cNvSpPr/>
          <p:nvPr/>
        </p:nvSpPr>
        <p:spPr>
          <a:xfrm>
            <a:off x="2686050" y="1466850"/>
            <a:ext cx="7753350" cy="571500"/>
          </a:xfrm>
          <a:prstGeom prst="roundRect">
            <a:avLst>
              <a:gd name="adj" fmla="val 6001"/>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dirty="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76" name="矩形: 圆角 175">
            <a:extLst>
              <a:ext uri="{FF2B5EF4-FFF2-40B4-BE49-F238E27FC236}">
                <a16:creationId xmlns:a16="http://schemas.microsoft.com/office/drawing/2014/main" id="{D609AB9C-9688-9677-73FE-C1C477F1AFE7}"/>
              </a:ext>
            </a:extLst>
          </p:cNvPr>
          <p:cNvSpPr/>
          <p:nvPr/>
        </p:nvSpPr>
        <p:spPr>
          <a:xfrm>
            <a:off x="3308350" y="3149600"/>
            <a:ext cx="1206500" cy="31750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79" name="矩形: 圆角 178">
            <a:extLst>
              <a:ext uri="{FF2B5EF4-FFF2-40B4-BE49-F238E27FC236}">
                <a16:creationId xmlns:a16="http://schemas.microsoft.com/office/drawing/2014/main" id="{B893F668-BEC6-C017-9319-3A8A4C61B3BF}"/>
              </a:ext>
            </a:extLst>
          </p:cNvPr>
          <p:cNvSpPr/>
          <p:nvPr/>
        </p:nvSpPr>
        <p:spPr>
          <a:xfrm>
            <a:off x="2686050" y="5746750"/>
            <a:ext cx="2470150" cy="444500"/>
          </a:xfrm>
          <a:prstGeom prst="roundRect">
            <a:avLst>
              <a:gd name="adj" fmla="val 6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2" name="矩形: 圆角 181">
            <a:extLst>
              <a:ext uri="{FF2B5EF4-FFF2-40B4-BE49-F238E27FC236}">
                <a16:creationId xmlns:a16="http://schemas.microsoft.com/office/drawing/2014/main" id="{5872F6A3-398F-1E5B-0293-D916A22EEC71}"/>
              </a:ext>
            </a:extLst>
          </p:cNvPr>
          <p:cNvSpPr/>
          <p:nvPr/>
        </p:nvSpPr>
        <p:spPr>
          <a:xfrm>
            <a:off x="5327650" y="5746750"/>
            <a:ext cx="2470150" cy="444500"/>
          </a:xfrm>
          <a:prstGeom prst="roundRect">
            <a:avLst>
              <a:gd name="adj" fmla="val 6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5" name="矩形: 圆角 184">
            <a:extLst>
              <a:ext uri="{FF2B5EF4-FFF2-40B4-BE49-F238E27FC236}">
                <a16:creationId xmlns:a16="http://schemas.microsoft.com/office/drawing/2014/main" id="{230572F0-62B1-CFBB-2015-8A7B2A827DCF}"/>
              </a:ext>
            </a:extLst>
          </p:cNvPr>
          <p:cNvSpPr/>
          <p:nvPr/>
        </p:nvSpPr>
        <p:spPr>
          <a:xfrm>
            <a:off x="7969250" y="5746750"/>
            <a:ext cx="2470150" cy="444500"/>
          </a:xfrm>
          <a:prstGeom prst="roundRect">
            <a:avLst>
              <a:gd name="adj" fmla="val 6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8" name="矩形: 圆角 187">
            <a:extLst>
              <a:ext uri="{FF2B5EF4-FFF2-40B4-BE49-F238E27FC236}">
                <a16:creationId xmlns:a16="http://schemas.microsoft.com/office/drawing/2014/main" id="{F5CA796A-6C0C-0768-15EE-6069DFC9911D}"/>
              </a:ext>
            </a:extLst>
          </p:cNvPr>
          <p:cNvSpPr/>
          <p:nvPr/>
        </p:nvSpPr>
        <p:spPr>
          <a:xfrm>
            <a:off x="5956300" y="3149600"/>
            <a:ext cx="1206500" cy="31750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1" name="矩形: 圆角 190">
            <a:extLst>
              <a:ext uri="{FF2B5EF4-FFF2-40B4-BE49-F238E27FC236}">
                <a16:creationId xmlns:a16="http://schemas.microsoft.com/office/drawing/2014/main" id="{FCCFD693-7C0B-9DD5-1280-28D3F981B8D2}"/>
              </a:ext>
            </a:extLst>
          </p:cNvPr>
          <p:cNvSpPr/>
          <p:nvPr/>
        </p:nvSpPr>
        <p:spPr>
          <a:xfrm>
            <a:off x="8610600" y="3149600"/>
            <a:ext cx="1206500" cy="31750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5" name="任意多边形: 形状 214">
            <a:extLst>
              <a:ext uri="{FF2B5EF4-FFF2-40B4-BE49-F238E27FC236}">
                <a16:creationId xmlns:a16="http://schemas.microsoft.com/office/drawing/2014/main" id="{75F06F34-22B7-348B-F8B5-7E0B852D9469}"/>
              </a:ext>
            </a:extLst>
          </p:cNvPr>
          <p:cNvSpPr/>
          <p:nvPr/>
        </p:nvSpPr>
        <p:spPr>
          <a:xfrm>
            <a:off x="3757618" y="3571875"/>
            <a:ext cx="307962" cy="104775"/>
          </a:xfrm>
          <a:custGeom>
            <a:avLst/>
            <a:gdLst>
              <a:gd name="connsiteX0" fmla="*/ 153981 w 307962"/>
              <a:gd name="connsiteY0" fmla="*/ 104775 h 104775"/>
              <a:gd name="connsiteX1" fmla="*/ 0 w 307962"/>
              <a:gd name="connsiteY1" fmla="*/ 0 h 104775"/>
              <a:gd name="connsiteX2" fmla="*/ 307963 w 307962"/>
              <a:gd name="connsiteY2" fmla="*/ 0 h 104775"/>
              <a:gd name="connsiteX3" fmla="*/ 153981 w 307962"/>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307962" h="104775">
                <a:moveTo>
                  <a:pt x="153981" y="104775"/>
                </a:moveTo>
                <a:lnTo>
                  <a:pt x="0" y="0"/>
                </a:lnTo>
                <a:lnTo>
                  <a:pt x="307963" y="0"/>
                </a:lnTo>
                <a:lnTo>
                  <a:pt x="153981" y="10477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6" name="任意多边形: 形状 215">
            <a:extLst>
              <a:ext uri="{FF2B5EF4-FFF2-40B4-BE49-F238E27FC236}">
                <a16:creationId xmlns:a16="http://schemas.microsoft.com/office/drawing/2014/main" id="{40E16F2D-5D88-58D8-7B40-E4F6C3383EF1}"/>
              </a:ext>
            </a:extLst>
          </p:cNvPr>
          <p:cNvSpPr/>
          <p:nvPr/>
        </p:nvSpPr>
        <p:spPr>
          <a:xfrm>
            <a:off x="6405562" y="3571875"/>
            <a:ext cx="307975" cy="104775"/>
          </a:xfrm>
          <a:custGeom>
            <a:avLst/>
            <a:gdLst>
              <a:gd name="connsiteX0" fmla="*/ 153988 w 307975"/>
              <a:gd name="connsiteY0" fmla="*/ 104775 h 104775"/>
              <a:gd name="connsiteX1" fmla="*/ 0 w 307975"/>
              <a:gd name="connsiteY1" fmla="*/ 0 h 104775"/>
              <a:gd name="connsiteX2" fmla="*/ 307975 w 307975"/>
              <a:gd name="connsiteY2" fmla="*/ 0 h 104775"/>
              <a:gd name="connsiteX3" fmla="*/ 153988 w 307975"/>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307975" h="104775">
                <a:moveTo>
                  <a:pt x="153988" y="104775"/>
                </a:moveTo>
                <a:lnTo>
                  <a:pt x="0" y="0"/>
                </a:lnTo>
                <a:lnTo>
                  <a:pt x="307975" y="0"/>
                </a:lnTo>
                <a:lnTo>
                  <a:pt x="153988" y="10477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7" name="任意多边形: 形状 216">
            <a:extLst>
              <a:ext uri="{FF2B5EF4-FFF2-40B4-BE49-F238E27FC236}">
                <a16:creationId xmlns:a16="http://schemas.microsoft.com/office/drawing/2014/main" id="{D93FEA29-CE50-DA3C-1131-C81372A0D7E9}"/>
              </a:ext>
            </a:extLst>
          </p:cNvPr>
          <p:cNvSpPr/>
          <p:nvPr/>
        </p:nvSpPr>
        <p:spPr>
          <a:xfrm>
            <a:off x="9059862" y="3571875"/>
            <a:ext cx="307975" cy="104775"/>
          </a:xfrm>
          <a:custGeom>
            <a:avLst/>
            <a:gdLst>
              <a:gd name="connsiteX0" fmla="*/ 153988 w 307975"/>
              <a:gd name="connsiteY0" fmla="*/ 104775 h 104775"/>
              <a:gd name="connsiteX1" fmla="*/ 0 w 307975"/>
              <a:gd name="connsiteY1" fmla="*/ 0 h 104775"/>
              <a:gd name="connsiteX2" fmla="*/ 307975 w 307975"/>
              <a:gd name="connsiteY2" fmla="*/ 0 h 104775"/>
              <a:gd name="connsiteX3" fmla="*/ 153988 w 307975"/>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307975" h="104775">
                <a:moveTo>
                  <a:pt x="153988" y="104775"/>
                </a:moveTo>
                <a:lnTo>
                  <a:pt x="0" y="0"/>
                </a:lnTo>
                <a:lnTo>
                  <a:pt x="307975" y="0"/>
                </a:lnTo>
                <a:lnTo>
                  <a:pt x="153988" y="10477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8" name="矩形: 圆角 217">
            <a:extLst>
              <a:ext uri="{FF2B5EF4-FFF2-40B4-BE49-F238E27FC236}">
                <a16:creationId xmlns:a16="http://schemas.microsoft.com/office/drawing/2014/main" id="{9785C4B6-AC6D-DD64-DF48-B54E3432F5FC}"/>
              </a:ext>
            </a:extLst>
          </p:cNvPr>
          <p:cNvSpPr/>
          <p:nvPr/>
        </p:nvSpPr>
        <p:spPr>
          <a:xfrm>
            <a:off x="3028950" y="4489450"/>
            <a:ext cx="7010400" cy="152400"/>
          </a:xfrm>
          <a:prstGeom prst="roundRect">
            <a:avLst>
              <a:gd name="adj" fmla="val 50000"/>
            </a:avLst>
          </a:prstGeom>
          <a:noFill/>
          <a:ln w="12700" cap="flat">
            <a:solidFill>
              <a:schemeClr val="accent1">
                <a:lumMod val="100000"/>
                <a:alpha val="50000"/>
              </a:schemeClr>
            </a:solidFill>
            <a:custDash>
              <a:ds d="600000" sp="600000"/>
            </a:custDash>
            <a:miter/>
          </a:ln>
        </p:spPr>
        <p:txBody>
          <a:bodyPr rtlCol="0" anchor="ctr"/>
          <a:lstStyle/>
          <a:p>
            <a:endParaRPr lang="zh-CN" altLang="en-US"/>
          </a:p>
        </p:txBody>
      </p:sp>
      <p:sp>
        <p:nvSpPr>
          <p:cNvPr id="219" name="任意多边形: 形状 218">
            <a:extLst>
              <a:ext uri="{FF2B5EF4-FFF2-40B4-BE49-F238E27FC236}">
                <a16:creationId xmlns:a16="http://schemas.microsoft.com/office/drawing/2014/main" id="{AA5D9016-781D-BF05-E9D7-622FD5CE2EBC}"/>
              </a:ext>
            </a:extLst>
          </p:cNvPr>
          <p:cNvSpPr/>
          <p:nvPr/>
        </p:nvSpPr>
        <p:spPr>
          <a:xfrm>
            <a:off x="3892550" y="4464050"/>
            <a:ext cx="5353050" cy="50800"/>
          </a:xfrm>
          <a:custGeom>
            <a:avLst/>
            <a:gdLst>
              <a:gd name="connsiteX0" fmla="*/ 5327650 w 5353050"/>
              <a:gd name="connsiteY0" fmla="*/ 0 h 50800"/>
              <a:gd name="connsiteX1" fmla="*/ 5353050 w 5353050"/>
              <a:gd name="connsiteY1" fmla="*/ 0 h 50800"/>
              <a:gd name="connsiteX2" fmla="*/ 5353050 w 5353050"/>
              <a:gd name="connsiteY2" fmla="*/ 50800 h 50800"/>
              <a:gd name="connsiteX3" fmla="*/ 5327650 w 5353050"/>
              <a:gd name="connsiteY3" fmla="*/ 50800 h 50800"/>
              <a:gd name="connsiteX4" fmla="*/ 25400 w 5353050"/>
              <a:gd name="connsiteY4" fmla="*/ 50800 h 50800"/>
              <a:gd name="connsiteX5" fmla="*/ 0 w 5353050"/>
              <a:gd name="connsiteY5" fmla="*/ 50800 h 50800"/>
              <a:gd name="connsiteX6" fmla="*/ 0 w 5353050"/>
              <a:gd name="connsiteY6" fmla="*/ 0 h 50800"/>
              <a:gd name="connsiteX7" fmla="*/ 25400 w 535305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53050" h="50800">
                <a:moveTo>
                  <a:pt x="5327650" y="0"/>
                </a:moveTo>
                <a:cubicBezTo>
                  <a:pt x="5341678" y="0"/>
                  <a:pt x="5353050" y="0"/>
                  <a:pt x="5353050" y="0"/>
                </a:cubicBezTo>
                <a:lnTo>
                  <a:pt x="5353050" y="50800"/>
                </a:lnTo>
                <a:cubicBezTo>
                  <a:pt x="5353050" y="50800"/>
                  <a:pt x="5341678" y="50800"/>
                  <a:pt x="5327650" y="50800"/>
                </a:cubicBezTo>
                <a:lnTo>
                  <a:pt x="25400" y="50800"/>
                </a:lnTo>
                <a:cubicBezTo>
                  <a:pt x="11372" y="50800"/>
                  <a:pt x="0" y="50800"/>
                  <a:pt x="0" y="50800"/>
                </a:cubicBezTo>
                <a:lnTo>
                  <a:pt x="0" y="0"/>
                </a:lnTo>
                <a:cubicBezTo>
                  <a:pt x="0" y="0"/>
                  <a:pt x="11372" y="0"/>
                  <a:pt x="25400" y="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20" name="任意多边形: 形状 219">
            <a:extLst>
              <a:ext uri="{FF2B5EF4-FFF2-40B4-BE49-F238E27FC236}">
                <a16:creationId xmlns:a16="http://schemas.microsoft.com/office/drawing/2014/main" id="{1ACA2AB3-BC6F-C623-107D-94799974EEC8}"/>
              </a:ext>
            </a:extLst>
          </p:cNvPr>
          <p:cNvSpPr/>
          <p:nvPr/>
        </p:nvSpPr>
        <p:spPr>
          <a:xfrm>
            <a:off x="2686050" y="4908550"/>
            <a:ext cx="7737475" cy="663575"/>
          </a:xfrm>
          <a:custGeom>
            <a:avLst/>
            <a:gdLst>
              <a:gd name="connsiteX0" fmla="*/ 7737475 w 7737475"/>
              <a:gd name="connsiteY0" fmla="*/ 460375 h 663575"/>
              <a:gd name="connsiteX1" fmla="*/ 7737475 w 7737475"/>
              <a:gd name="connsiteY1" fmla="*/ 0 h 663575"/>
              <a:gd name="connsiteX2" fmla="*/ 3959225 w 7737475"/>
              <a:gd name="connsiteY2" fmla="*/ 460375 h 663575"/>
              <a:gd name="connsiteX3" fmla="*/ 0 w 7737475"/>
              <a:gd name="connsiteY3" fmla="*/ 0 h 663575"/>
              <a:gd name="connsiteX4" fmla="*/ 0 w 7737475"/>
              <a:gd name="connsiteY4" fmla="*/ 266700 h 663575"/>
              <a:gd name="connsiteX5" fmla="*/ 3959225 w 7737475"/>
              <a:gd name="connsiteY5" fmla="*/ 663575 h 663575"/>
              <a:gd name="connsiteX6" fmla="*/ 7537450 w 7737475"/>
              <a:gd name="connsiteY6" fmla="*/ 266700 h 663575"/>
              <a:gd name="connsiteX7" fmla="*/ 7737475 w 7737475"/>
              <a:gd name="connsiteY7" fmla="*/ 460375 h 66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7475" h="663575">
                <a:moveTo>
                  <a:pt x="7737475" y="460375"/>
                </a:moveTo>
                <a:lnTo>
                  <a:pt x="7737475" y="0"/>
                </a:lnTo>
                <a:cubicBezTo>
                  <a:pt x="7277100" y="153460"/>
                  <a:pt x="5876925" y="460375"/>
                  <a:pt x="3959225" y="460375"/>
                </a:cubicBezTo>
                <a:cubicBezTo>
                  <a:pt x="2041525" y="460375"/>
                  <a:pt x="520700" y="153460"/>
                  <a:pt x="0" y="0"/>
                </a:cubicBezTo>
                <a:lnTo>
                  <a:pt x="0" y="266700"/>
                </a:lnTo>
                <a:cubicBezTo>
                  <a:pt x="657225" y="398990"/>
                  <a:pt x="2369185" y="663575"/>
                  <a:pt x="3959225" y="663575"/>
                </a:cubicBezTo>
                <a:cubicBezTo>
                  <a:pt x="5549265" y="663575"/>
                  <a:pt x="7007225" y="398990"/>
                  <a:pt x="7537450" y="266700"/>
                </a:cubicBezTo>
                <a:lnTo>
                  <a:pt x="7737475" y="460375"/>
                </a:lnTo>
                <a:close/>
              </a:path>
            </a:pathLst>
          </a:custGeom>
          <a:gradFill>
            <a:gsLst>
              <a:gs pos="0">
                <a:schemeClr val="accent1">
                  <a:alpha val="20000"/>
                </a:schemeClr>
              </a:gs>
              <a:gs pos="99000">
                <a:schemeClr val="accent1">
                  <a:alpha val="0"/>
                </a:schemeClr>
              </a:gs>
            </a:gsLst>
            <a:lin ang="10800000" scaled="1"/>
          </a:gradFill>
          <a:ln w="6350" cap="flat">
            <a:gradFill>
              <a:gsLst>
                <a:gs pos="0">
                  <a:schemeClr val="accent1">
                    <a:alpha val="50000"/>
                  </a:schemeClr>
                </a:gs>
                <a:gs pos="50000">
                  <a:schemeClr val="accent1">
                    <a:alpha val="25000"/>
                  </a:schemeClr>
                </a:gs>
                <a:gs pos="100000">
                  <a:schemeClr val="accent1">
                    <a:alpha val="0"/>
                  </a:schemeClr>
                </a:gs>
              </a:gsLst>
              <a:lin ang="10804233" scaled="1"/>
            </a:gradFill>
            <a:prstDash val="solid"/>
            <a:miter/>
          </a:ln>
        </p:spPr>
        <p:txBody>
          <a:bodyPr rtlCol="0" anchor="ctr"/>
          <a:lstStyle/>
          <a:p>
            <a:endParaRPr lang="zh-CN" altLang="en-US"/>
          </a:p>
        </p:txBody>
      </p:sp>
      <p:sp>
        <p:nvSpPr>
          <p:cNvPr id="222" name="矩形: 圆角 221">
            <a:extLst>
              <a:ext uri="{FF2B5EF4-FFF2-40B4-BE49-F238E27FC236}">
                <a16:creationId xmlns:a16="http://schemas.microsoft.com/office/drawing/2014/main" id="{9EDD52B7-713B-38C4-074B-7DC61C469081}"/>
              </a:ext>
            </a:extLst>
          </p:cNvPr>
          <p:cNvSpPr/>
          <p:nvPr/>
        </p:nvSpPr>
        <p:spPr>
          <a:xfrm>
            <a:off x="5181600" y="5099050"/>
            <a:ext cx="2755900" cy="298450"/>
          </a:xfrm>
          <a:prstGeom prst="roundRect">
            <a:avLst>
              <a:gd name="adj" fmla="val 9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24" name="任意多边形: 形状 223">
            <a:extLst>
              <a:ext uri="{FF2B5EF4-FFF2-40B4-BE49-F238E27FC236}">
                <a16:creationId xmlns:a16="http://schemas.microsoft.com/office/drawing/2014/main" id="{D27DFAF8-A30A-4508-F0FD-E6F324819213}"/>
              </a:ext>
            </a:extLst>
          </p:cNvPr>
          <p:cNvSpPr/>
          <p:nvPr/>
        </p:nvSpPr>
        <p:spPr>
          <a:xfrm>
            <a:off x="3835400" y="44132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2"/>
              </a:solidFill>
            </a:endParaRPr>
          </a:p>
        </p:txBody>
      </p:sp>
      <p:sp>
        <p:nvSpPr>
          <p:cNvPr id="225" name="任意多边形: 形状 224">
            <a:extLst>
              <a:ext uri="{FF2B5EF4-FFF2-40B4-BE49-F238E27FC236}">
                <a16:creationId xmlns:a16="http://schemas.microsoft.com/office/drawing/2014/main" id="{F4CC5380-F307-CDA9-1041-E566FC771DDE}"/>
              </a:ext>
            </a:extLst>
          </p:cNvPr>
          <p:cNvSpPr/>
          <p:nvPr/>
        </p:nvSpPr>
        <p:spPr>
          <a:xfrm>
            <a:off x="6483350" y="44132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2"/>
              </a:solidFill>
            </a:endParaRPr>
          </a:p>
        </p:txBody>
      </p:sp>
      <p:sp>
        <p:nvSpPr>
          <p:cNvPr id="226" name="任意多边形: 形状 225">
            <a:extLst>
              <a:ext uri="{FF2B5EF4-FFF2-40B4-BE49-F238E27FC236}">
                <a16:creationId xmlns:a16="http://schemas.microsoft.com/office/drawing/2014/main" id="{38033D2F-2E0A-B745-936C-DC3F0ECF06C9}"/>
              </a:ext>
            </a:extLst>
          </p:cNvPr>
          <p:cNvSpPr/>
          <p:nvPr/>
        </p:nvSpPr>
        <p:spPr>
          <a:xfrm>
            <a:off x="9137650" y="44132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2"/>
              </a:solidFill>
            </a:endParaRPr>
          </a:p>
        </p:txBody>
      </p:sp>
      <p:sp>
        <p:nvSpPr>
          <p:cNvPr id="228" name="矩形: 圆角 227">
            <a:extLst>
              <a:ext uri="{FF2B5EF4-FFF2-40B4-BE49-F238E27FC236}">
                <a16:creationId xmlns:a16="http://schemas.microsoft.com/office/drawing/2014/main" id="{C814B3F9-D2E1-3774-3655-14B41D65CBCE}"/>
              </a:ext>
            </a:extLst>
          </p:cNvPr>
          <p:cNvSpPr/>
          <p:nvPr/>
        </p:nvSpPr>
        <p:spPr>
          <a:xfrm>
            <a:off x="2686050" y="2552700"/>
            <a:ext cx="2451100" cy="342900"/>
          </a:xfrm>
          <a:prstGeom prst="roundRect">
            <a:avLst>
              <a:gd name="adj" fmla="val 6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dirty="0"/>
          </a:p>
        </p:txBody>
      </p:sp>
      <p:sp>
        <p:nvSpPr>
          <p:cNvPr id="232" name="矩形: 圆角 231">
            <a:extLst>
              <a:ext uri="{FF2B5EF4-FFF2-40B4-BE49-F238E27FC236}">
                <a16:creationId xmlns:a16="http://schemas.microsoft.com/office/drawing/2014/main" id="{64BF56BB-A680-C818-A7E2-1D04B2C5FBCA}"/>
              </a:ext>
            </a:extLst>
          </p:cNvPr>
          <p:cNvSpPr/>
          <p:nvPr/>
        </p:nvSpPr>
        <p:spPr>
          <a:xfrm>
            <a:off x="5334000" y="2552700"/>
            <a:ext cx="2451100" cy="342900"/>
          </a:xfrm>
          <a:prstGeom prst="roundRect">
            <a:avLst>
              <a:gd name="adj" fmla="val 6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6" name="矩形: 圆角 235">
            <a:extLst>
              <a:ext uri="{FF2B5EF4-FFF2-40B4-BE49-F238E27FC236}">
                <a16:creationId xmlns:a16="http://schemas.microsoft.com/office/drawing/2014/main" id="{09E069B0-CE4B-31DF-F3FA-6911073080F2}"/>
              </a:ext>
            </a:extLst>
          </p:cNvPr>
          <p:cNvSpPr/>
          <p:nvPr/>
        </p:nvSpPr>
        <p:spPr>
          <a:xfrm>
            <a:off x="7988300" y="2552700"/>
            <a:ext cx="2451100" cy="342900"/>
          </a:xfrm>
          <a:prstGeom prst="roundRect">
            <a:avLst>
              <a:gd name="adj" fmla="val 6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3" name="矩形: 圆角 172">
            <a:extLst>
              <a:ext uri="{FF2B5EF4-FFF2-40B4-BE49-F238E27FC236}">
                <a16:creationId xmlns:a16="http://schemas.microsoft.com/office/drawing/2014/main" id="{43E4C56B-3DEE-480D-85AD-7E8D8F308B70}"/>
              </a:ext>
            </a:extLst>
          </p:cNvPr>
          <p:cNvSpPr/>
          <p:nvPr/>
        </p:nvSpPr>
        <p:spPr>
          <a:xfrm>
            <a:off x="2686050" y="2114550"/>
            <a:ext cx="2451100" cy="342900"/>
          </a:xfrm>
          <a:prstGeom prst="roundRect">
            <a:avLst>
              <a:gd name="adj" fmla="val 6000"/>
            </a:avLst>
          </a:prstGeom>
          <a:solidFill>
            <a:schemeClr val="bg1"/>
          </a:solidFill>
          <a:ln w="6350" cap="flat">
            <a:no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4" name="矩形: 圆角 193">
            <a:extLst>
              <a:ext uri="{FF2B5EF4-FFF2-40B4-BE49-F238E27FC236}">
                <a16:creationId xmlns:a16="http://schemas.microsoft.com/office/drawing/2014/main" id="{8290F4F2-4114-B6D4-82AA-61C2C0606FA7}"/>
              </a:ext>
            </a:extLst>
          </p:cNvPr>
          <p:cNvSpPr/>
          <p:nvPr/>
        </p:nvSpPr>
        <p:spPr>
          <a:xfrm>
            <a:off x="5334000" y="2114550"/>
            <a:ext cx="2451100" cy="342900"/>
          </a:xfrm>
          <a:prstGeom prst="roundRect">
            <a:avLst>
              <a:gd name="adj" fmla="val 6000"/>
            </a:avLst>
          </a:prstGeom>
          <a:solidFill>
            <a:schemeClr val="bg1"/>
          </a:solidFill>
          <a:ln w="6350" cap="flat">
            <a:no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7" name="矩形: 圆角 196">
            <a:extLst>
              <a:ext uri="{FF2B5EF4-FFF2-40B4-BE49-F238E27FC236}">
                <a16:creationId xmlns:a16="http://schemas.microsoft.com/office/drawing/2014/main" id="{CA3727DB-C09B-A539-3624-914C11084C47}"/>
              </a:ext>
            </a:extLst>
          </p:cNvPr>
          <p:cNvSpPr/>
          <p:nvPr/>
        </p:nvSpPr>
        <p:spPr>
          <a:xfrm>
            <a:off x="7988300" y="2114550"/>
            <a:ext cx="2451100" cy="342900"/>
          </a:xfrm>
          <a:prstGeom prst="roundRect">
            <a:avLst>
              <a:gd name="adj" fmla="val 6000"/>
            </a:avLst>
          </a:prstGeom>
          <a:solidFill>
            <a:schemeClr val="bg1"/>
          </a:solidFill>
          <a:ln w="6350" cap="flat">
            <a:no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9" name="文本框 238">
            <a:extLst>
              <a:ext uri="{FF2B5EF4-FFF2-40B4-BE49-F238E27FC236}">
                <a16:creationId xmlns:a16="http://schemas.microsoft.com/office/drawing/2014/main" id="{DDE76EF3-DD74-251B-C88E-63117551F6DB}"/>
              </a:ext>
            </a:extLst>
          </p:cNvPr>
          <p:cNvSpPr txBox="1"/>
          <p:nvPr/>
        </p:nvSpPr>
        <p:spPr>
          <a:xfrm>
            <a:off x="1501726" y="16525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情境目标</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0" name="文本框 239">
            <a:extLst>
              <a:ext uri="{FF2B5EF4-FFF2-40B4-BE49-F238E27FC236}">
                <a16:creationId xmlns:a16="http://schemas.microsoft.com/office/drawing/2014/main" id="{30920992-0989-72B0-4554-B2B550B1B62B}"/>
              </a:ext>
            </a:extLst>
          </p:cNvPr>
          <p:cNvSpPr txBox="1"/>
          <p:nvPr/>
        </p:nvSpPr>
        <p:spPr>
          <a:xfrm>
            <a:off x="1501726" y="21859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用户视角</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1" name="文本框 240">
            <a:extLst>
              <a:ext uri="{FF2B5EF4-FFF2-40B4-BE49-F238E27FC236}">
                <a16:creationId xmlns:a16="http://schemas.microsoft.com/office/drawing/2014/main" id="{08F3F8B8-A578-C0AF-F4E2-6D7552A7DFE6}"/>
              </a:ext>
            </a:extLst>
          </p:cNvPr>
          <p:cNvSpPr txBox="1"/>
          <p:nvPr/>
        </p:nvSpPr>
        <p:spPr>
          <a:xfrm>
            <a:off x="1501726" y="262412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短广结构</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2" name="文本框 241">
            <a:extLst>
              <a:ext uri="{FF2B5EF4-FFF2-40B4-BE49-F238E27FC236}">
                <a16:creationId xmlns:a16="http://schemas.microsoft.com/office/drawing/2014/main" id="{870BF867-ED74-E0EF-E463-86D729F8441F}"/>
              </a:ext>
            </a:extLst>
          </p:cNvPr>
          <p:cNvSpPr txBox="1"/>
          <p:nvPr/>
        </p:nvSpPr>
        <p:spPr>
          <a:xfrm>
            <a:off x="1418370" y="3217186"/>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娱乐化包装</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3" name="文本框 242">
            <a:extLst>
              <a:ext uri="{FF2B5EF4-FFF2-40B4-BE49-F238E27FC236}">
                <a16:creationId xmlns:a16="http://schemas.microsoft.com/office/drawing/2014/main" id="{4921B9EC-BC36-3A74-5167-813D9C1567C8}"/>
              </a:ext>
            </a:extLst>
          </p:cNvPr>
          <p:cNvSpPr txBox="1"/>
          <p:nvPr/>
        </p:nvSpPr>
        <p:spPr>
          <a:xfrm>
            <a:off x="1604318" y="3432466"/>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视觉层面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46" name="文本框 245">
            <a:extLst>
              <a:ext uri="{FF2B5EF4-FFF2-40B4-BE49-F238E27FC236}">
                <a16:creationId xmlns:a16="http://schemas.microsoft.com/office/drawing/2014/main" id="{E9F657C4-3004-F656-6064-C701E31CB2CA}"/>
              </a:ext>
            </a:extLst>
          </p:cNvPr>
          <p:cNvSpPr txBox="1"/>
          <p:nvPr/>
        </p:nvSpPr>
        <p:spPr>
          <a:xfrm>
            <a:off x="1418370" y="4137936"/>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内容力增强</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7" name="文本框 246">
            <a:extLst>
              <a:ext uri="{FF2B5EF4-FFF2-40B4-BE49-F238E27FC236}">
                <a16:creationId xmlns:a16="http://schemas.microsoft.com/office/drawing/2014/main" id="{FD819E7A-A103-2BFA-D233-56D0ED130A09}"/>
              </a:ext>
            </a:extLst>
          </p:cNvPr>
          <p:cNvSpPr txBox="1"/>
          <p:nvPr/>
        </p:nvSpPr>
        <p:spPr>
          <a:xfrm>
            <a:off x="1604318" y="4353216"/>
            <a:ext cx="461665" cy="138499"/>
          </a:xfrm>
          <a:prstGeom prst="rect">
            <a:avLst/>
          </a:prstGeom>
          <a:noFill/>
        </p:spPr>
        <p:txBody>
          <a:bodyPr wrap="none" lIns="0" tIns="0" rIns="0" bIns="0" rtlCol="0">
            <a:spAutoFit/>
          </a:bodyPr>
          <a:lstStyle/>
          <a:p>
            <a:pPr algn="ctr"/>
            <a:r>
              <a:rPr lang="zh-CN" altLang="en-US" sz="900" dirty="0">
                <a:solidFill>
                  <a:srgbClr val="4D4D4D"/>
                </a:solidFill>
                <a:effectLst/>
                <a:latin typeface="MiSans Medium" panose="00000600000000000000" pitchFamily="2" charset="-122"/>
                <a:ea typeface="MiSans Medium" panose="00000600000000000000" pitchFamily="2" charset="-122"/>
              </a:rPr>
              <a:t>逻辑</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层面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49" name="文本框 248">
            <a:extLst>
              <a:ext uri="{FF2B5EF4-FFF2-40B4-BE49-F238E27FC236}">
                <a16:creationId xmlns:a16="http://schemas.microsoft.com/office/drawing/2014/main" id="{23BF5939-7DD8-B549-E4D4-386FB87C2028}"/>
              </a:ext>
            </a:extLst>
          </p:cNvPr>
          <p:cNvSpPr txBox="1"/>
          <p:nvPr/>
        </p:nvSpPr>
        <p:spPr>
          <a:xfrm>
            <a:off x="1418370" y="5096786"/>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极致获得感</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0" name="文本框 249">
            <a:extLst>
              <a:ext uri="{FF2B5EF4-FFF2-40B4-BE49-F238E27FC236}">
                <a16:creationId xmlns:a16="http://schemas.microsoft.com/office/drawing/2014/main" id="{1D421FF5-E212-C7C3-C7ED-6C9A66B7469B}"/>
              </a:ext>
            </a:extLst>
          </p:cNvPr>
          <p:cNvSpPr txBox="1"/>
          <p:nvPr/>
        </p:nvSpPr>
        <p:spPr>
          <a:xfrm>
            <a:off x="1604318" y="5312066"/>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体感层面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51" name="文本框 250">
            <a:extLst>
              <a:ext uri="{FF2B5EF4-FFF2-40B4-BE49-F238E27FC236}">
                <a16:creationId xmlns:a16="http://schemas.microsoft.com/office/drawing/2014/main" id="{F3F4C372-8C87-240F-AEAA-6E7E4394E4D4}"/>
              </a:ext>
            </a:extLst>
          </p:cNvPr>
          <p:cNvSpPr txBox="1"/>
          <p:nvPr/>
        </p:nvSpPr>
        <p:spPr>
          <a:xfrm>
            <a:off x="1501726" y="58689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预期效果</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2" name="文本框 251">
            <a:extLst>
              <a:ext uri="{FF2B5EF4-FFF2-40B4-BE49-F238E27FC236}">
                <a16:creationId xmlns:a16="http://schemas.microsoft.com/office/drawing/2014/main" id="{60DB58FD-E218-9BD4-4CCC-5650DF4D4C35}"/>
              </a:ext>
            </a:extLst>
          </p:cNvPr>
          <p:cNvSpPr txBox="1"/>
          <p:nvPr/>
        </p:nvSpPr>
        <p:spPr>
          <a:xfrm>
            <a:off x="3537566" y="1652573"/>
            <a:ext cx="2167260"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用短视频让更多用户感到价值</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57" name="文本框 256">
            <a:extLst>
              <a:ext uri="{FF2B5EF4-FFF2-40B4-BE49-F238E27FC236}">
                <a16:creationId xmlns:a16="http://schemas.microsoft.com/office/drawing/2014/main" id="{62CF1DEB-9081-A73B-3CCF-45EA39327A8D}"/>
              </a:ext>
            </a:extLst>
          </p:cNvPr>
          <p:cNvSpPr txBox="1"/>
          <p:nvPr/>
        </p:nvSpPr>
        <p:spPr>
          <a:xfrm>
            <a:off x="7488104" y="1652573"/>
            <a:ext cx="2000548"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完成下载并打开优酷的行为</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58" name="文本框 257">
            <a:extLst>
              <a:ext uri="{FF2B5EF4-FFF2-40B4-BE49-F238E27FC236}">
                <a16:creationId xmlns:a16="http://schemas.microsoft.com/office/drawing/2014/main" id="{50DFBDA2-E94C-71FE-8AC6-164D46FEAE35}"/>
              </a:ext>
            </a:extLst>
          </p:cNvPr>
          <p:cNvSpPr txBox="1"/>
          <p:nvPr/>
        </p:nvSpPr>
        <p:spPr>
          <a:xfrm>
            <a:off x="3744887" y="2185973"/>
            <a:ext cx="333426"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停留</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9" name="文本框 258">
            <a:extLst>
              <a:ext uri="{FF2B5EF4-FFF2-40B4-BE49-F238E27FC236}">
                <a16:creationId xmlns:a16="http://schemas.microsoft.com/office/drawing/2014/main" id="{69662725-96EB-FC73-CF51-A61982E324BC}"/>
              </a:ext>
            </a:extLst>
          </p:cNvPr>
          <p:cNvSpPr txBox="1"/>
          <p:nvPr/>
        </p:nvSpPr>
        <p:spPr>
          <a:xfrm>
            <a:off x="6396012" y="2185973"/>
            <a:ext cx="333426"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观看</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0" name="文本框 259">
            <a:extLst>
              <a:ext uri="{FF2B5EF4-FFF2-40B4-BE49-F238E27FC236}">
                <a16:creationId xmlns:a16="http://schemas.microsoft.com/office/drawing/2014/main" id="{0EA147C9-8CA8-4E76-027C-99BAB47D7DDB}"/>
              </a:ext>
            </a:extLst>
          </p:cNvPr>
          <p:cNvSpPr txBox="1"/>
          <p:nvPr/>
        </p:nvSpPr>
        <p:spPr>
          <a:xfrm>
            <a:off x="9047137" y="2185973"/>
            <a:ext cx="333426"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停留</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1" name="文本框 260">
            <a:extLst>
              <a:ext uri="{FF2B5EF4-FFF2-40B4-BE49-F238E27FC236}">
                <a16:creationId xmlns:a16="http://schemas.microsoft.com/office/drawing/2014/main" id="{9395BBA3-F713-B333-DC75-09D62BD682CF}"/>
              </a:ext>
            </a:extLst>
          </p:cNvPr>
          <p:cNvSpPr txBox="1"/>
          <p:nvPr/>
        </p:nvSpPr>
        <p:spPr>
          <a:xfrm>
            <a:off x="3828244" y="2624123"/>
            <a:ext cx="16671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前</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2" name="文本框 261">
            <a:extLst>
              <a:ext uri="{FF2B5EF4-FFF2-40B4-BE49-F238E27FC236}">
                <a16:creationId xmlns:a16="http://schemas.microsoft.com/office/drawing/2014/main" id="{4EC4FFCA-122C-9504-0677-4718B4674EEF}"/>
              </a:ext>
            </a:extLst>
          </p:cNvPr>
          <p:cNvSpPr txBox="1"/>
          <p:nvPr/>
        </p:nvSpPr>
        <p:spPr>
          <a:xfrm>
            <a:off x="6476194" y="2624123"/>
            <a:ext cx="16671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中</a:t>
            </a:r>
          </a:p>
        </p:txBody>
      </p:sp>
      <p:sp>
        <p:nvSpPr>
          <p:cNvPr id="263" name="文本框 262">
            <a:extLst>
              <a:ext uri="{FF2B5EF4-FFF2-40B4-BE49-F238E27FC236}">
                <a16:creationId xmlns:a16="http://schemas.microsoft.com/office/drawing/2014/main" id="{D36AB96B-BB19-F0D0-AAA6-6A6DC6866D89}"/>
              </a:ext>
            </a:extLst>
          </p:cNvPr>
          <p:cNvSpPr txBox="1"/>
          <p:nvPr/>
        </p:nvSpPr>
        <p:spPr>
          <a:xfrm>
            <a:off x="9130494" y="2624123"/>
            <a:ext cx="16671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后</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4" name="文本框 263">
            <a:extLst>
              <a:ext uri="{FF2B5EF4-FFF2-40B4-BE49-F238E27FC236}">
                <a16:creationId xmlns:a16="http://schemas.microsoft.com/office/drawing/2014/main" id="{71207270-4BE6-DFA7-011B-F19A8590D773}"/>
              </a:ext>
            </a:extLst>
          </p:cNvPr>
          <p:cNvSpPr txBox="1"/>
          <p:nvPr/>
        </p:nvSpPr>
        <p:spPr>
          <a:xfrm>
            <a:off x="3526879" y="3231406"/>
            <a:ext cx="76944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奠定主题基调</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5" name="文本框 264">
            <a:extLst>
              <a:ext uri="{FF2B5EF4-FFF2-40B4-BE49-F238E27FC236}">
                <a16:creationId xmlns:a16="http://schemas.microsoft.com/office/drawing/2014/main" id="{E4DFCA8D-AE91-2685-B89B-873A0043CCBB}"/>
              </a:ext>
            </a:extLst>
          </p:cNvPr>
          <p:cNvSpPr txBox="1"/>
          <p:nvPr/>
        </p:nvSpPr>
        <p:spPr>
          <a:xfrm>
            <a:off x="6174829" y="3231406"/>
            <a:ext cx="76944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渲染视觉氛围</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6" name="文本框 265">
            <a:extLst>
              <a:ext uri="{FF2B5EF4-FFF2-40B4-BE49-F238E27FC236}">
                <a16:creationId xmlns:a16="http://schemas.microsoft.com/office/drawing/2014/main" id="{B6996214-92A7-A139-DEC2-1F26E6C49F27}"/>
              </a:ext>
            </a:extLst>
          </p:cNvPr>
          <p:cNvSpPr txBox="1"/>
          <p:nvPr/>
        </p:nvSpPr>
        <p:spPr>
          <a:xfrm>
            <a:off x="8829128" y="3231406"/>
            <a:ext cx="76944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烘托产品价值</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7" name="文本框 266">
            <a:extLst>
              <a:ext uri="{FF2B5EF4-FFF2-40B4-BE49-F238E27FC236}">
                <a16:creationId xmlns:a16="http://schemas.microsoft.com/office/drawing/2014/main" id="{79E890CE-97C4-6855-B608-6AD4086AA3C2}"/>
              </a:ext>
            </a:extLst>
          </p:cNvPr>
          <p:cNvSpPr txBox="1"/>
          <p:nvPr/>
        </p:nvSpPr>
        <p:spPr>
          <a:xfrm>
            <a:off x="5446264" y="5171331"/>
            <a:ext cx="2226572" cy="153888"/>
          </a:xfrm>
          <a:prstGeom prst="rect">
            <a:avLst/>
          </a:prstGeom>
          <a:noFill/>
        </p:spPr>
        <p:txBody>
          <a:bodyPr wrap="none" lIns="0" tIns="0" rIns="0" bIns="0" rtlCol="0">
            <a:spAutoFit/>
          </a:bodyPr>
          <a:lstStyle/>
          <a:p>
            <a:pPr algn="ctr"/>
            <a:r>
              <a:rPr lang="zh-CN" altLang="en-US" sz="1000" dirty="0">
                <a:solidFill>
                  <a:schemeClr val="bg1"/>
                </a:solidFill>
                <a:effectLst/>
                <a:latin typeface="MiSans Medium" panose="00000600000000000000" pitchFamily="2" charset="-122"/>
                <a:ea typeface="MiSans Medium" panose="00000600000000000000" pitchFamily="2" charset="-122"/>
              </a:rPr>
              <a:t>循序渐进 在转化的零界点推动用户行动</a:t>
            </a:r>
            <a:endParaRPr lang="zh-CN" altLang="en-US" sz="1000" dirty="0">
              <a:solidFill>
                <a:schemeClr val="bg1"/>
              </a:solidFill>
              <a:latin typeface="MiSans Medium" panose="00000600000000000000" pitchFamily="2" charset="-122"/>
              <a:ea typeface="MiSans Medium" panose="00000600000000000000" pitchFamily="2" charset="-122"/>
            </a:endParaRPr>
          </a:p>
        </p:txBody>
      </p:sp>
      <p:sp>
        <p:nvSpPr>
          <p:cNvPr id="269" name="文本框 268">
            <a:extLst>
              <a:ext uri="{FF2B5EF4-FFF2-40B4-BE49-F238E27FC236}">
                <a16:creationId xmlns:a16="http://schemas.microsoft.com/office/drawing/2014/main" id="{939C967A-B774-D012-58AD-FA201CFDA387}"/>
              </a:ext>
            </a:extLst>
          </p:cNvPr>
          <p:cNvSpPr txBox="1"/>
          <p:nvPr/>
        </p:nvSpPr>
        <p:spPr>
          <a:xfrm>
            <a:off x="3629472" y="4032810"/>
            <a:ext cx="56425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MiSans Medium" panose="00000600000000000000" pitchFamily="2" charset="-122"/>
                <a:ea typeface="MiSans Medium" panose="00000600000000000000" pitchFamily="2" charset="-122"/>
              </a:rPr>
              <a:t>吸睛开篇</a:t>
            </a:r>
            <a:endParaRPr lang="zh-CN" altLang="en-US" sz="11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72" name="文本框 271">
            <a:extLst>
              <a:ext uri="{FF2B5EF4-FFF2-40B4-BE49-F238E27FC236}">
                <a16:creationId xmlns:a16="http://schemas.microsoft.com/office/drawing/2014/main" id="{C0A4D808-C1BE-7E2A-FD2A-9F35DE36A957}"/>
              </a:ext>
            </a:extLst>
          </p:cNvPr>
          <p:cNvSpPr txBox="1"/>
          <p:nvPr/>
        </p:nvSpPr>
        <p:spPr>
          <a:xfrm>
            <a:off x="3764925" y="4204611"/>
            <a:ext cx="293350" cy="169277"/>
          </a:xfrm>
          <a:prstGeom prst="rect">
            <a:avLst/>
          </a:prstGeom>
          <a:noFill/>
        </p:spPr>
        <p:txBody>
          <a:bodyPr wrap="none" lIns="0" tIns="0" rIns="0" bIns="0" rtlCol="0">
            <a:spAutoFit/>
          </a:bodyPr>
          <a:lstStyle/>
          <a:p>
            <a:pPr algn="ctr"/>
            <a:r>
              <a:rPr lang="en-US" altLang="zh-CN" sz="1100" dirty="0">
                <a:effectLst/>
                <a:latin typeface="MiSans Medium" panose="00000600000000000000" pitchFamily="2" charset="-122"/>
                <a:ea typeface="MiSans Medium" panose="00000600000000000000" pitchFamily="2" charset="-122"/>
              </a:rPr>
              <a:t>1-3s</a:t>
            </a:r>
            <a:endParaRPr lang="zh-CN" altLang="en-US" sz="1100" dirty="0">
              <a:latin typeface="MiSans Medium" panose="00000600000000000000" pitchFamily="2" charset="-122"/>
              <a:ea typeface="MiSans Medium" panose="00000600000000000000" pitchFamily="2" charset="-122"/>
            </a:endParaRPr>
          </a:p>
        </p:txBody>
      </p:sp>
      <p:sp>
        <p:nvSpPr>
          <p:cNvPr id="273" name="文本框 272">
            <a:extLst>
              <a:ext uri="{FF2B5EF4-FFF2-40B4-BE49-F238E27FC236}">
                <a16:creationId xmlns:a16="http://schemas.microsoft.com/office/drawing/2014/main" id="{B9B9EAC7-B611-6C7A-D0AE-94DFFEC51B08}"/>
              </a:ext>
            </a:extLst>
          </p:cNvPr>
          <p:cNvSpPr txBox="1"/>
          <p:nvPr/>
        </p:nvSpPr>
        <p:spPr>
          <a:xfrm>
            <a:off x="6280597" y="4032810"/>
            <a:ext cx="56425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MiSans Medium" panose="00000600000000000000" pitchFamily="2" charset="-122"/>
                <a:ea typeface="MiSans Medium" panose="00000600000000000000" pitchFamily="2" charset="-122"/>
              </a:rPr>
              <a:t>高能叙事</a:t>
            </a:r>
            <a:endParaRPr lang="zh-CN" altLang="en-US" sz="11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74" name="文本框 273">
            <a:extLst>
              <a:ext uri="{FF2B5EF4-FFF2-40B4-BE49-F238E27FC236}">
                <a16:creationId xmlns:a16="http://schemas.microsoft.com/office/drawing/2014/main" id="{501A9F31-733B-0679-A5D6-BE7855379D2B}"/>
              </a:ext>
            </a:extLst>
          </p:cNvPr>
          <p:cNvSpPr txBox="1"/>
          <p:nvPr/>
        </p:nvSpPr>
        <p:spPr>
          <a:xfrm>
            <a:off x="6371166" y="4204611"/>
            <a:ext cx="383118" cy="169277"/>
          </a:xfrm>
          <a:prstGeom prst="rect">
            <a:avLst/>
          </a:prstGeom>
          <a:noFill/>
        </p:spPr>
        <p:txBody>
          <a:bodyPr wrap="none" lIns="0" tIns="0" rIns="0" bIns="0" rtlCol="0">
            <a:spAutoFit/>
          </a:bodyPr>
          <a:lstStyle/>
          <a:p>
            <a:pPr algn="ctr"/>
            <a:r>
              <a:rPr lang="en-US" altLang="zh-CN" sz="1100" dirty="0">
                <a:effectLst/>
                <a:latin typeface="MiSans Medium" panose="00000600000000000000" pitchFamily="2" charset="-122"/>
                <a:ea typeface="MiSans Medium" panose="00000600000000000000" pitchFamily="2" charset="-122"/>
              </a:rPr>
              <a:t>4-24s</a:t>
            </a:r>
            <a:endParaRPr lang="zh-CN" altLang="en-US" sz="1100" dirty="0">
              <a:latin typeface="MiSans Medium" panose="00000600000000000000" pitchFamily="2" charset="-122"/>
              <a:ea typeface="MiSans Medium" panose="00000600000000000000" pitchFamily="2" charset="-122"/>
            </a:endParaRPr>
          </a:p>
        </p:txBody>
      </p:sp>
      <p:sp>
        <p:nvSpPr>
          <p:cNvPr id="275" name="文本框 274">
            <a:extLst>
              <a:ext uri="{FF2B5EF4-FFF2-40B4-BE49-F238E27FC236}">
                <a16:creationId xmlns:a16="http://schemas.microsoft.com/office/drawing/2014/main" id="{6160F62B-A6E0-4C23-F691-AEB2640D0747}"/>
              </a:ext>
            </a:extLst>
          </p:cNvPr>
          <p:cNvSpPr txBox="1"/>
          <p:nvPr/>
        </p:nvSpPr>
        <p:spPr>
          <a:xfrm>
            <a:off x="8922197" y="4032810"/>
            <a:ext cx="56425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MiSans Medium" panose="00000600000000000000" pitchFamily="2" charset="-122"/>
                <a:ea typeface="MiSans Medium" panose="00000600000000000000" pitchFamily="2" charset="-122"/>
              </a:rPr>
              <a:t>强力号召</a:t>
            </a:r>
            <a:endParaRPr lang="zh-CN" altLang="en-US" sz="11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76" name="文本框 275">
            <a:extLst>
              <a:ext uri="{FF2B5EF4-FFF2-40B4-BE49-F238E27FC236}">
                <a16:creationId xmlns:a16="http://schemas.microsoft.com/office/drawing/2014/main" id="{4AEDBA7A-B269-2451-EF60-CBF7D8B73CCF}"/>
              </a:ext>
            </a:extLst>
          </p:cNvPr>
          <p:cNvSpPr txBox="1"/>
          <p:nvPr/>
        </p:nvSpPr>
        <p:spPr>
          <a:xfrm>
            <a:off x="8967882" y="4204611"/>
            <a:ext cx="472886" cy="169277"/>
          </a:xfrm>
          <a:prstGeom prst="rect">
            <a:avLst/>
          </a:prstGeom>
          <a:noFill/>
        </p:spPr>
        <p:txBody>
          <a:bodyPr wrap="none" lIns="0" tIns="0" rIns="0" bIns="0" rtlCol="0">
            <a:spAutoFit/>
          </a:bodyPr>
          <a:lstStyle/>
          <a:p>
            <a:pPr algn="ctr"/>
            <a:r>
              <a:rPr lang="en-US" altLang="zh-CN" sz="1100" dirty="0">
                <a:effectLst/>
                <a:latin typeface="MiSans Medium" panose="00000600000000000000" pitchFamily="2" charset="-122"/>
                <a:ea typeface="MiSans Medium" panose="00000600000000000000" pitchFamily="2" charset="-122"/>
              </a:rPr>
              <a:t>25-30s</a:t>
            </a:r>
            <a:endParaRPr lang="zh-CN" altLang="en-US" sz="1100" dirty="0">
              <a:latin typeface="MiSans Medium" panose="00000600000000000000" pitchFamily="2" charset="-122"/>
              <a:ea typeface="MiSans Medium" panose="00000600000000000000" pitchFamily="2" charset="-122"/>
            </a:endParaRPr>
          </a:p>
        </p:txBody>
      </p:sp>
      <p:sp>
        <p:nvSpPr>
          <p:cNvPr id="277" name="文本框 276">
            <a:extLst>
              <a:ext uri="{FF2B5EF4-FFF2-40B4-BE49-F238E27FC236}">
                <a16:creationId xmlns:a16="http://schemas.microsoft.com/office/drawing/2014/main" id="{2EAFC23F-7CB7-402D-F894-C9FB478DAFD2}"/>
              </a:ext>
            </a:extLst>
          </p:cNvPr>
          <p:cNvSpPr txBox="1"/>
          <p:nvPr/>
        </p:nvSpPr>
        <p:spPr>
          <a:xfrm>
            <a:off x="5894304" y="5892056"/>
            <a:ext cx="1330493"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结合优酷内容、可复制</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8" name="文本框 277">
            <a:extLst>
              <a:ext uri="{FF2B5EF4-FFF2-40B4-BE49-F238E27FC236}">
                <a16:creationId xmlns:a16="http://schemas.microsoft.com/office/drawing/2014/main" id="{66E2404B-CE2E-E17F-843F-9BADA0481717}"/>
              </a:ext>
            </a:extLst>
          </p:cNvPr>
          <p:cNvSpPr txBox="1"/>
          <p:nvPr/>
        </p:nvSpPr>
        <p:spPr>
          <a:xfrm>
            <a:off x="3122830" y="5892056"/>
            <a:ext cx="1596592"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打破刻板印象：去广告心智</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9" name="文本框 278">
            <a:extLst>
              <a:ext uri="{FF2B5EF4-FFF2-40B4-BE49-F238E27FC236}">
                <a16:creationId xmlns:a16="http://schemas.microsoft.com/office/drawing/2014/main" id="{B91FCD27-F36C-6C81-2454-804EAF9D27FB}"/>
              </a:ext>
            </a:extLst>
          </p:cNvPr>
          <p:cNvSpPr txBox="1"/>
          <p:nvPr/>
        </p:nvSpPr>
        <p:spPr>
          <a:xfrm>
            <a:off x="8605603" y="5892056"/>
            <a:ext cx="1197444"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亮明钩子、指引行动</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233267561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a:extLst>
              <a:ext uri="{FF2B5EF4-FFF2-40B4-BE49-F238E27FC236}">
                <a16:creationId xmlns:a16="http://schemas.microsoft.com/office/drawing/2014/main" id="{7997A20E-62D8-0A4B-9256-CCAED076C2FF}"/>
              </a:ext>
            </a:extLst>
          </p:cNvPr>
          <p:cNvSpPr txBox="1"/>
          <p:nvPr/>
        </p:nvSpPr>
        <p:spPr>
          <a:xfrm>
            <a:off x="543433" y="805688"/>
            <a:ext cx="21082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产品功能矩阵</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a:extLst>
              <a:ext uri="{FF2B5EF4-FFF2-40B4-BE49-F238E27FC236}">
                <a16:creationId xmlns:a16="http://schemas.microsoft.com/office/drawing/2014/main" id="{42018217-8679-2C4E-80FA-5F0344BF289A}"/>
              </a:ext>
            </a:extLst>
          </p:cNvPr>
          <p:cNvSpPr txBox="1"/>
          <p:nvPr/>
        </p:nvSpPr>
        <p:spPr>
          <a:xfrm>
            <a:off x="543433" y="604070"/>
            <a:ext cx="1850186"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Product Function Matrix</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1" name="任意多边形: 形状 10">
            <a:extLst>
              <a:ext uri="{FF2B5EF4-FFF2-40B4-BE49-F238E27FC236}">
                <a16:creationId xmlns:a16="http://schemas.microsoft.com/office/drawing/2014/main" id="{3CACB8D2-9234-2FA2-5A5E-8361EBB8C1EE}"/>
              </a:ext>
            </a:extLst>
          </p:cNvPr>
          <p:cNvSpPr/>
          <p:nvPr/>
        </p:nvSpPr>
        <p:spPr>
          <a:xfrm>
            <a:off x="635000" y="2139950"/>
            <a:ext cx="10922000" cy="2540000"/>
          </a:xfrm>
          <a:custGeom>
            <a:avLst/>
            <a:gdLst>
              <a:gd name="connsiteX0" fmla="*/ 0 w 10922000"/>
              <a:gd name="connsiteY0" fmla="*/ 50800 h 2540000"/>
              <a:gd name="connsiteX1" fmla="*/ 50800 w 10922000"/>
              <a:gd name="connsiteY1" fmla="*/ 0 h 2540000"/>
              <a:gd name="connsiteX2" fmla="*/ 10871200 w 10922000"/>
              <a:gd name="connsiteY2" fmla="*/ 0 h 2540000"/>
              <a:gd name="connsiteX3" fmla="*/ 10922000 w 10922000"/>
              <a:gd name="connsiteY3" fmla="*/ 50800 h 2540000"/>
              <a:gd name="connsiteX4" fmla="*/ 10922000 w 10922000"/>
              <a:gd name="connsiteY4" fmla="*/ 2489200 h 2540000"/>
              <a:gd name="connsiteX5" fmla="*/ 10871200 w 10922000"/>
              <a:gd name="connsiteY5" fmla="*/ 2540000 h 2540000"/>
              <a:gd name="connsiteX6" fmla="*/ 50800 w 10922000"/>
              <a:gd name="connsiteY6" fmla="*/ 2540000 h 2540000"/>
              <a:gd name="connsiteX7" fmla="*/ 0 w 10922000"/>
              <a:gd name="connsiteY7" fmla="*/ 2489200 h 2540000"/>
              <a:gd name="connsiteX8" fmla="*/ 0 w 10922000"/>
              <a:gd name="connsiteY8" fmla="*/ 5080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2540000">
                <a:moveTo>
                  <a:pt x="0" y="50800"/>
                </a:moveTo>
                <a:cubicBezTo>
                  <a:pt x="0" y="22746"/>
                  <a:pt x="22746" y="0"/>
                  <a:pt x="50800" y="0"/>
                </a:cubicBezTo>
                <a:lnTo>
                  <a:pt x="10871200" y="0"/>
                </a:lnTo>
                <a:cubicBezTo>
                  <a:pt x="10899267" y="0"/>
                  <a:pt x="10922000" y="22746"/>
                  <a:pt x="10922000" y="50800"/>
                </a:cubicBezTo>
                <a:lnTo>
                  <a:pt x="10922000" y="2489200"/>
                </a:lnTo>
                <a:cubicBezTo>
                  <a:pt x="10922000" y="2517255"/>
                  <a:pt x="10899267" y="2540000"/>
                  <a:pt x="10871200" y="2540000"/>
                </a:cubicBezTo>
                <a:lnTo>
                  <a:pt x="50800" y="2540000"/>
                </a:lnTo>
                <a:cubicBezTo>
                  <a:pt x="22746" y="2540000"/>
                  <a:pt x="0" y="2517255"/>
                  <a:pt x="0" y="24892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 name="任意多边形: 形状 12">
            <a:extLst>
              <a:ext uri="{FF2B5EF4-FFF2-40B4-BE49-F238E27FC236}">
                <a16:creationId xmlns:a16="http://schemas.microsoft.com/office/drawing/2014/main" id="{5729CE8E-BEC7-A5B8-1ABB-E339B23AC563}"/>
              </a:ext>
            </a:extLst>
          </p:cNvPr>
          <p:cNvSpPr/>
          <p:nvPr/>
        </p:nvSpPr>
        <p:spPr>
          <a:xfrm>
            <a:off x="635000" y="5613400"/>
            <a:ext cx="10922000" cy="577850"/>
          </a:xfrm>
          <a:custGeom>
            <a:avLst/>
            <a:gdLst>
              <a:gd name="connsiteX0" fmla="*/ 0 w 10922000"/>
              <a:gd name="connsiteY0" fmla="*/ 50800 h 577850"/>
              <a:gd name="connsiteX1" fmla="*/ 50800 w 10922000"/>
              <a:gd name="connsiteY1" fmla="*/ 0 h 577850"/>
              <a:gd name="connsiteX2" fmla="*/ 10871200 w 10922000"/>
              <a:gd name="connsiteY2" fmla="*/ 0 h 577850"/>
              <a:gd name="connsiteX3" fmla="*/ 10922000 w 10922000"/>
              <a:gd name="connsiteY3" fmla="*/ 50800 h 577850"/>
              <a:gd name="connsiteX4" fmla="*/ 10922000 w 10922000"/>
              <a:gd name="connsiteY4" fmla="*/ 527050 h 577850"/>
              <a:gd name="connsiteX5" fmla="*/ 10871200 w 10922000"/>
              <a:gd name="connsiteY5" fmla="*/ 577850 h 577850"/>
              <a:gd name="connsiteX6" fmla="*/ 50800 w 10922000"/>
              <a:gd name="connsiteY6" fmla="*/ 577850 h 577850"/>
              <a:gd name="connsiteX7" fmla="*/ 0 w 10922000"/>
              <a:gd name="connsiteY7" fmla="*/ 527050 h 577850"/>
              <a:gd name="connsiteX8" fmla="*/ 0 w 10922000"/>
              <a:gd name="connsiteY8" fmla="*/ 50800 h 5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577850">
                <a:moveTo>
                  <a:pt x="0" y="50800"/>
                </a:moveTo>
                <a:cubicBezTo>
                  <a:pt x="0" y="22746"/>
                  <a:pt x="22746" y="0"/>
                  <a:pt x="50800" y="0"/>
                </a:cubicBezTo>
                <a:lnTo>
                  <a:pt x="10871200" y="0"/>
                </a:lnTo>
                <a:cubicBezTo>
                  <a:pt x="10899267" y="0"/>
                  <a:pt x="10922000" y="22746"/>
                  <a:pt x="10922000" y="50800"/>
                </a:cubicBezTo>
                <a:lnTo>
                  <a:pt x="10922000" y="527050"/>
                </a:lnTo>
                <a:cubicBezTo>
                  <a:pt x="10922000" y="555105"/>
                  <a:pt x="10899267" y="577850"/>
                  <a:pt x="10871200" y="577850"/>
                </a:cubicBezTo>
                <a:lnTo>
                  <a:pt x="50800" y="577850"/>
                </a:lnTo>
                <a:cubicBezTo>
                  <a:pt x="22746" y="577850"/>
                  <a:pt x="0" y="555105"/>
                  <a:pt x="0" y="5270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 name="任意多边形: 形状 14">
            <a:extLst>
              <a:ext uri="{FF2B5EF4-FFF2-40B4-BE49-F238E27FC236}">
                <a16:creationId xmlns:a16="http://schemas.microsoft.com/office/drawing/2014/main" id="{3E34A927-17AE-D139-6A3E-DD6A188A8002}"/>
              </a:ext>
            </a:extLst>
          </p:cNvPr>
          <p:cNvSpPr/>
          <p:nvPr/>
        </p:nvSpPr>
        <p:spPr>
          <a:xfrm>
            <a:off x="635000" y="4794250"/>
            <a:ext cx="10922000" cy="704850"/>
          </a:xfrm>
          <a:custGeom>
            <a:avLst/>
            <a:gdLst>
              <a:gd name="connsiteX0" fmla="*/ 0 w 10922000"/>
              <a:gd name="connsiteY0" fmla="*/ 50800 h 704850"/>
              <a:gd name="connsiteX1" fmla="*/ 50800 w 10922000"/>
              <a:gd name="connsiteY1" fmla="*/ 0 h 704850"/>
              <a:gd name="connsiteX2" fmla="*/ 10871200 w 10922000"/>
              <a:gd name="connsiteY2" fmla="*/ 0 h 704850"/>
              <a:gd name="connsiteX3" fmla="*/ 10922000 w 10922000"/>
              <a:gd name="connsiteY3" fmla="*/ 50800 h 704850"/>
              <a:gd name="connsiteX4" fmla="*/ 10922000 w 10922000"/>
              <a:gd name="connsiteY4" fmla="*/ 654050 h 704850"/>
              <a:gd name="connsiteX5" fmla="*/ 10871200 w 10922000"/>
              <a:gd name="connsiteY5" fmla="*/ 704850 h 704850"/>
              <a:gd name="connsiteX6" fmla="*/ 50800 w 10922000"/>
              <a:gd name="connsiteY6" fmla="*/ 704850 h 704850"/>
              <a:gd name="connsiteX7" fmla="*/ 0 w 10922000"/>
              <a:gd name="connsiteY7" fmla="*/ 654050 h 704850"/>
              <a:gd name="connsiteX8" fmla="*/ 0 w 10922000"/>
              <a:gd name="connsiteY8" fmla="*/ 5080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704850">
                <a:moveTo>
                  <a:pt x="0" y="50800"/>
                </a:moveTo>
                <a:cubicBezTo>
                  <a:pt x="0" y="22746"/>
                  <a:pt x="22746" y="0"/>
                  <a:pt x="50800" y="0"/>
                </a:cubicBezTo>
                <a:lnTo>
                  <a:pt x="10871200" y="0"/>
                </a:lnTo>
                <a:cubicBezTo>
                  <a:pt x="10899267" y="0"/>
                  <a:pt x="10922000" y="22746"/>
                  <a:pt x="10922000" y="50800"/>
                </a:cubicBezTo>
                <a:lnTo>
                  <a:pt x="10922000" y="654050"/>
                </a:lnTo>
                <a:cubicBezTo>
                  <a:pt x="10922000" y="682105"/>
                  <a:pt x="10899267" y="704850"/>
                  <a:pt x="10871200" y="704850"/>
                </a:cubicBezTo>
                <a:lnTo>
                  <a:pt x="50800" y="704850"/>
                </a:lnTo>
                <a:cubicBezTo>
                  <a:pt x="22746" y="704850"/>
                  <a:pt x="0" y="682105"/>
                  <a:pt x="0" y="6540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 name="任意多边形: 形状 16">
            <a:extLst>
              <a:ext uri="{FF2B5EF4-FFF2-40B4-BE49-F238E27FC236}">
                <a16:creationId xmlns:a16="http://schemas.microsoft.com/office/drawing/2014/main" id="{D1C16C6F-A372-7404-C2DC-E398A9893BD1}"/>
              </a:ext>
            </a:extLst>
          </p:cNvPr>
          <p:cNvSpPr/>
          <p:nvPr/>
        </p:nvSpPr>
        <p:spPr>
          <a:xfrm>
            <a:off x="635000" y="1403350"/>
            <a:ext cx="10922000" cy="622300"/>
          </a:xfrm>
          <a:custGeom>
            <a:avLst/>
            <a:gdLst>
              <a:gd name="connsiteX0" fmla="*/ 0 w 10922000"/>
              <a:gd name="connsiteY0" fmla="*/ 50800 h 622300"/>
              <a:gd name="connsiteX1" fmla="*/ 50800 w 10922000"/>
              <a:gd name="connsiteY1" fmla="*/ 0 h 622300"/>
              <a:gd name="connsiteX2" fmla="*/ 10871200 w 10922000"/>
              <a:gd name="connsiteY2" fmla="*/ 0 h 622300"/>
              <a:gd name="connsiteX3" fmla="*/ 10922000 w 10922000"/>
              <a:gd name="connsiteY3" fmla="*/ 50800 h 622300"/>
              <a:gd name="connsiteX4" fmla="*/ 10922000 w 10922000"/>
              <a:gd name="connsiteY4" fmla="*/ 571500 h 622300"/>
              <a:gd name="connsiteX5" fmla="*/ 10871200 w 10922000"/>
              <a:gd name="connsiteY5" fmla="*/ 622300 h 622300"/>
              <a:gd name="connsiteX6" fmla="*/ 50800 w 10922000"/>
              <a:gd name="connsiteY6" fmla="*/ 622300 h 622300"/>
              <a:gd name="connsiteX7" fmla="*/ 0 w 10922000"/>
              <a:gd name="connsiteY7" fmla="*/ 571500 h 622300"/>
              <a:gd name="connsiteX8" fmla="*/ 0 w 10922000"/>
              <a:gd name="connsiteY8" fmla="*/ 50800 h 62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2000" h="622300">
                <a:moveTo>
                  <a:pt x="0" y="50800"/>
                </a:moveTo>
                <a:cubicBezTo>
                  <a:pt x="0" y="22746"/>
                  <a:pt x="22746" y="0"/>
                  <a:pt x="50800" y="0"/>
                </a:cubicBezTo>
                <a:lnTo>
                  <a:pt x="10871200" y="0"/>
                </a:lnTo>
                <a:cubicBezTo>
                  <a:pt x="10899267" y="0"/>
                  <a:pt x="10922000" y="22746"/>
                  <a:pt x="10922000" y="50800"/>
                </a:cubicBezTo>
                <a:lnTo>
                  <a:pt x="10922000" y="571500"/>
                </a:lnTo>
                <a:cubicBezTo>
                  <a:pt x="10922000" y="599554"/>
                  <a:pt x="10899267" y="622300"/>
                  <a:pt x="10871200" y="622300"/>
                </a:cubicBezTo>
                <a:lnTo>
                  <a:pt x="50800" y="622300"/>
                </a:lnTo>
                <a:cubicBezTo>
                  <a:pt x="22746" y="622300"/>
                  <a:pt x="0" y="599554"/>
                  <a:pt x="0" y="5715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 name="任意多边形: 形状 18">
            <a:extLst>
              <a:ext uri="{FF2B5EF4-FFF2-40B4-BE49-F238E27FC236}">
                <a16:creationId xmlns:a16="http://schemas.microsoft.com/office/drawing/2014/main" id="{12A600E0-EA62-820F-5E68-BAD5B5E879BB}"/>
              </a:ext>
            </a:extLst>
          </p:cNvPr>
          <p:cNvSpPr/>
          <p:nvPr/>
        </p:nvSpPr>
        <p:spPr>
          <a:xfrm>
            <a:off x="2438400" y="2692400"/>
            <a:ext cx="2768600" cy="1930400"/>
          </a:xfrm>
          <a:custGeom>
            <a:avLst/>
            <a:gdLst>
              <a:gd name="connsiteX0" fmla="*/ 2717800 w 2768600"/>
              <a:gd name="connsiteY0" fmla="*/ 0 h 1930400"/>
              <a:gd name="connsiteX1" fmla="*/ 2768600 w 2768600"/>
              <a:gd name="connsiteY1" fmla="*/ 0 h 1930400"/>
              <a:gd name="connsiteX2" fmla="*/ 2768600 w 2768600"/>
              <a:gd name="connsiteY2" fmla="*/ 1930400 h 1930400"/>
              <a:gd name="connsiteX3" fmla="*/ 2717800 w 2768600"/>
              <a:gd name="connsiteY3" fmla="*/ 1930400 h 1930400"/>
              <a:gd name="connsiteX4" fmla="*/ 50800 w 2768600"/>
              <a:gd name="connsiteY4" fmla="*/ 1930400 h 1930400"/>
              <a:gd name="connsiteX5" fmla="*/ 0 w 2768600"/>
              <a:gd name="connsiteY5" fmla="*/ 1930400 h 1930400"/>
              <a:gd name="connsiteX6" fmla="*/ 0 w 2768600"/>
              <a:gd name="connsiteY6" fmla="*/ 0 h 1930400"/>
              <a:gd name="connsiteX7" fmla="*/ 50800 w 2768600"/>
              <a:gd name="connsiteY7"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8600" h="1930400">
                <a:moveTo>
                  <a:pt x="2717800" y="0"/>
                </a:moveTo>
                <a:cubicBezTo>
                  <a:pt x="2745856" y="0"/>
                  <a:pt x="2768600" y="0"/>
                  <a:pt x="2768600" y="0"/>
                </a:cubicBezTo>
                <a:lnTo>
                  <a:pt x="2768600" y="1930400"/>
                </a:lnTo>
                <a:cubicBezTo>
                  <a:pt x="2768600" y="1930400"/>
                  <a:pt x="2745856" y="1930400"/>
                  <a:pt x="2717800" y="1930400"/>
                </a:cubicBezTo>
                <a:lnTo>
                  <a:pt x="50800" y="1930400"/>
                </a:lnTo>
                <a:cubicBezTo>
                  <a:pt x="22744" y="1930400"/>
                  <a:pt x="0" y="1930400"/>
                  <a:pt x="0" y="1930400"/>
                </a:cubicBezTo>
                <a:lnTo>
                  <a:pt x="0" y="0"/>
                </a:lnTo>
                <a:cubicBezTo>
                  <a:pt x="0" y="0"/>
                  <a:pt x="22744" y="0"/>
                  <a:pt x="50800" y="0"/>
                </a:cubicBezTo>
                <a:close/>
              </a:path>
            </a:pathLst>
          </a:custGeom>
          <a:solidFill>
            <a:srgbClr val="FCFBFE"/>
          </a:solidFill>
          <a:ln w="6350" cap="flat">
            <a:noFill/>
            <a:prstDash val="solid"/>
            <a:miter/>
          </a:ln>
        </p:spPr>
        <p:txBody>
          <a:bodyPr rtlCol="0" anchor="ctr"/>
          <a:lstStyle/>
          <a:p>
            <a:endParaRPr lang="zh-CN" altLang="en-US"/>
          </a:p>
        </p:txBody>
      </p:sp>
      <p:sp>
        <p:nvSpPr>
          <p:cNvPr id="20" name="任意多边形: 形状 19">
            <a:extLst>
              <a:ext uri="{FF2B5EF4-FFF2-40B4-BE49-F238E27FC236}">
                <a16:creationId xmlns:a16="http://schemas.microsoft.com/office/drawing/2014/main" id="{E168B427-9AE8-2078-E8B1-8F1F8FD49957}"/>
              </a:ext>
            </a:extLst>
          </p:cNvPr>
          <p:cNvSpPr/>
          <p:nvPr/>
        </p:nvSpPr>
        <p:spPr>
          <a:xfrm>
            <a:off x="8572500" y="2692400"/>
            <a:ext cx="2819400" cy="1930400"/>
          </a:xfrm>
          <a:custGeom>
            <a:avLst/>
            <a:gdLst>
              <a:gd name="connsiteX0" fmla="*/ 2768600 w 2819400"/>
              <a:gd name="connsiteY0" fmla="*/ 0 h 1930400"/>
              <a:gd name="connsiteX1" fmla="*/ 2819400 w 2819400"/>
              <a:gd name="connsiteY1" fmla="*/ 0 h 1930400"/>
              <a:gd name="connsiteX2" fmla="*/ 2819400 w 2819400"/>
              <a:gd name="connsiteY2" fmla="*/ 1930400 h 1930400"/>
              <a:gd name="connsiteX3" fmla="*/ 2768600 w 2819400"/>
              <a:gd name="connsiteY3" fmla="*/ 1930400 h 1930400"/>
              <a:gd name="connsiteX4" fmla="*/ 50800 w 2819400"/>
              <a:gd name="connsiteY4" fmla="*/ 1930400 h 1930400"/>
              <a:gd name="connsiteX5" fmla="*/ 0 w 2819400"/>
              <a:gd name="connsiteY5" fmla="*/ 1930400 h 1930400"/>
              <a:gd name="connsiteX6" fmla="*/ 0 w 2819400"/>
              <a:gd name="connsiteY6" fmla="*/ 0 h 1930400"/>
              <a:gd name="connsiteX7" fmla="*/ 50800 w 2819400"/>
              <a:gd name="connsiteY7"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9400" h="1930400">
                <a:moveTo>
                  <a:pt x="2768600" y="0"/>
                </a:moveTo>
                <a:cubicBezTo>
                  <a:pt x="2796657" y="0"/>
                  <a:pt x="2819400" y="0"/>
                  <a:pt x="2819400" y="0"/>
                </a:cubicBezTo>
                <a:lnTo>
                  <a:pt x="2819400" y="1930400"/>
                </a:lnTo>
                <a:cubicBezTo>
                  <a:pt x="2819400" y="1930400"/>
                  <a:pt x="2796657" y="1930400"/>
                  <a:pt x="2768600" y="1930400"/>
                </a:cubicBezTo>
                <a:lnTo>
                  <a:pt x="50800" y="1930400"/>
                </a:lnTo>
                <a:cubicBezTo>
                  <a:pt x="22744" y="1930400"/>
                  <a:pt x="0" y="1930400"/>
                  <a:pt x="0" y="1930400"/>
                </a:cubicBezTo>
                <a:lnTo>
                  <a:pt x="0" y="0"/>
                </a:lnTo>
                <a:cubicBezTo>
                  <a:pt x="0" y="0"/>
                  <a:pt x="22744" y="0"/>
                  <a:pt x="50800" y="0"/>
                </a:cubicBezTo>
                <a:close/>
              </a:path>
            </a:pathLst>
          </a:custGeom>
          <a:solidFill>
            <a:srgbClr val="FCFBFE"/>
          </a:solidFill>
          <a:ln w="6350" cap="flat">
            <a:noFill/>
            <a:prstDash val="solid"/>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7F01A1AE-C8E7-0613-E0B2-E6933E6C043C}"/>
              </a:ext>
            </a:extLst>
          </p:cNvPr>
          <p:cNvSpPr/>
          <p:nvPr/>
        </p:nvSpPr>
        <p:spPr>
          <a:xfrm>
            <a:off x="5340350" y="2692400"/>
            <a:ext cx="3098800" cy="1930400"/>
          </a:xfrm>
          <a:custGeom>
            <a:avLst/>
            <a:gdLst>
              <a:gd name="connsiteX0" fmla="*/ 3048000 w 3098800"/>
              <a:gd name="connsiteY0" fmla="*/ 0 h 1930400"/>
              <a:gd name="connsiteX1" fmla="*/ 3098800 w 3098800"/>
              <a:gd name="connsiteY1" fmla="*/ 0 h 1930400"/>
              <a:gd name="connsiteX2" fmla="*/ 3098800 w 3098800"/>
              <a:gd name="connsiteY2" fmla="*/ 1930400 h 1930400"/>
              <a:gd name="connsiteX3" fmla="*/ 3048000 w 3098800"/>
              <a:gd name="connsiteY3" fmla="*/ 1930400 h 1930400"/>
              <a:gd name="connsiteX4" fmla="*/ 50800 w 3098800"/>
              <a:gd name="connsiteY4" fmla="*/ 1930400 h 1930400"/>
              <a:gd name="connsiteX5" fmla="*/ 0 w 3098800"/>
              <a:gd name="connsiteY5" fmla="*/ 1930400 h 1930400"/>
              <a:gd name="connsiteX6" fmla="*/ 0 w 3098800"/>
              <a:gd name="connsiteY6" fmla="*/ 0 h 1930400"/>
              <a:gd name="connsiteX7" fmla="*/ 50800 w 3098800"/>
              <a:gd name="connsiteY7"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800" h="1930400">
                <a:moveTo>
                  <a:pt x="3048000" y="0"/>
                </a:moveTo>
                <a:cubicBezTo>
                  <a:pt x="3076057" y="0"/>
                  <a:pt x="3098800" y="0"/>
                  <a:pt x="3098800" y="0"/>
                </a:cubicBezTo>
                <a:lnTo>
                  <a:pt x="3098800" y="1930400"/>
                </a:lnTo>
                <a:cubicBezTo>
                  <a:pt x="3098800" y="1930400"/>
                  <a:pt x="3076057" y="1930400"/>
                  <a:pt x="3048000" y="1930400"/>
                </a:cubicBezTo>
                <a:lnTo>
                  <a:pt x="50800" y="1930400"/>
                </a:lnTo>
                <a:cubicBezTo>
                  <a:pt x="22744" y="1930400"/>
                  <a:pt x="0" y="1930400"/>
                  <a:pt x="0" y="1930400"/>
                </a:cubicBezTo>
                <a:lnTo>
                  <a:pt x="0" y="0"/>
                </a:lnTo>
                <a:cubicBezTo>
                  <a:pt x="0" y="0"/>
                  <a:pt x="22744" y="0"/>
                  <a:pt x="50800" y="0"/>
                </a:cubicBezTo>
                <a:close/>
              </a:path>
            </a:pathLst>
          </a:custGeom>
          <a:solidFill>
            <a:srgbClr val="FCFBFE"/>
          </a:solidFill>
          <a:ln w="6350" cap="flat">
            <a:noFill/>
            <a:prstDash val="solid"/>
            <a:miter/>
          </a:ln>
        </p:spPr>
        <p:txBody>
          <a:bodyPr rtlCol="0" anchor="ctr"/>
          <a:lstStyle/>
          <a:p>
            <a:endParaRPr lang="zh-CN" altLang="en-US"/>
          </a:p>
        </p:txBody>
      </p:sp>
      <p:sp>
        <p:nvSpPr>
          <p:cNvPr id="23" name="矩形: 圆角 22">
            <a:extLst>
              <a:ext uri="{FF2B5EF4-FFF2-40B4-BE49-F238E27FC236}">
                <a16:creationId xmlns:a16="http://schemas.microsoft.com/office/drawing/2014/main" id="{CA6C793A-9EEE-85B3-40B9-CE8C074EF40B}"/>
              </a:ext>
            </a:extLst>
          </p:cNvPr>
          <p:cNvSpPr/>
          <p:nvPr/>
        </p:nvSpPr>
        <p:spPr>
          <a:xfrm>
            <a:off x="8001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 name="矩形: 圆角 25">
            <a:extLst>
              <a:ext uri="{FF2B5EF4-FFF2-40B4-BE49-F238E27FC236}">
                <a16:creationId xmlns:a16="http://schemas.microsoft.com/office/drawing/2014/main" id="{08A1EFF0-DA1E-36A2-56D8-A5BC0889AAA7}"/>
              </a:ext>
            </a:extLst>
          </p:cNvPr>
          <p:cNvSpPr/>
          <p:nvPr/>
        </p:nvSpPr>
        <p:spPr>
          <a:xfrm>
            <a:off x="23368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 name="矩形: 圆角 28">
            <a:extLst>
              <a:ext uri="{FF2B5EF4-FFF2-40B4-BE49-F238E27FC236}">
                <a16:creationId xmlns:a16="http://schemas.microsoft.com/office/drawing/2014/main" id="{5F65D3E0-289E-23A4-C512-8C57DC251328}"/>
              </a:ext>
            </a:extLst>
          </p:cNvPr>
          <p:cNvSpPr/>
          <p:nvPr/>
        </p:nvSpPr>
        <p:spPr>
          <a:xfrm>
            <a:off x="38735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2" name="矩形: 圆角 31">
            <a:extLst>
              <a:ext uri="{FF2B5EF4-FFF2-40B4-BE49-F238E27FC236}">
                <a16:creationId xmlns:a16="http://schemas.microsoft.com/office/drawing/2014/main" id="{2EA2ECB6-65D8-FDDF-BB61-C35825C89CFB}"/>
              </a:ext>
            </a:extLst>
          </p:cNvPr>
          <p:cNvSpPr/>
          <p:nvPr/>
        </p:nvSpPr>
        <p:spPr>
          <a:xfrm>
            <a:off x="54102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5" name="矩形: 圆角 34">
            <a:extLst>
              <a:ext uri="{FF2B5EF4-FFF2-40B4-BE49-F238E27FC236}">
                <a16:creationId xmlns:a16="http://schemas.microsoft.com/office/drawing/2014/main" id="{EA65385A-8463-6B9E-22CD-234B8F1B5457}"/>
              </a:ext>
            </a:extLst>
          </p:cNvPr>
          <p:cNvSpPr/>
          <p:nvPr/>
        </p:nvSpPr>
        <p:spPr>
          <a:xfrm>
            <a:off x="69469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8" name="矩形: 圆角 37">
            <a:extLst>
              <a:ext uri="{FF2B5EF4-FFF2-40B4-BE49-F238E27FC236}">
                <a16:creationId xmlns:a16="http://schemas.microsoft.com/office/drawing/2014/main" id="{6E98640A-A0FB-BD57-9877-1A3E25F9AF52}"/>
              </a:ext>
            </a:extLst>
          </p:cNvPr>
          <p:cNvSpPr/>
          <p:nvPr/>
        </p:nvSpPr>
        <p:spPr>
          <a:xfrm>
            <a:off x="84836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1" name="矩形: 圆角 40">
            <a:extLst>
              <a:ext uri="{FF2B5EF4-FFF2-40B4-BE49-F238E27FC236}">
                <a16:creationId xmlns:a16="http://schemas.microsoft.com/office/drawing/2014/main" id="{32FF44AA-A776-5BDB-1E8F-52B151641F83}"/>
              </a:ext>
            </a:extLst>
          </p:cNvPr>
          <p:cNvSpPr/>
          <p:nvPr/>
        </p:nvSpPr>
        <p:spPr>
          <a:xfrm>
            <a:off x="10020300" y="1504950"/>
            <a:ext cx="13716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4" name="矩形: 圆角 43">
            <a:extLst>
              <a:ext uri="{FF2B5EF4-FFF2-40B4-BE49-F238E27FC236}">
                <a16:creationId xmlns:a16="http://schemas.microsoft.com/office/drawing/2014/main" id="{08C5ECE4-0BA3-4B28-4589-B303198753C3}"/>
              </a:ext>
            </a:extLst>
          </p:cNvPr>
          <p:cNvSpPr/>
          <p:nvPr/>
        </p:nvSpPr>
        <p:spPr>
          <a:xfrm>
            <a:off x="800100" y="48958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6" name="矩形: 圆角 45">
            <a:extLst>
              <a:ext uri="{FF2B5EF4-FFF2-40B4-BE49-F238E27FC236}">
                <a16:creationId xmlns:a16="http://schemas.microsoft.com/office/drawing/2014/main" id="{36777CCB-13F7-29D5-7855-BE062108D9B2}"/>
              </a:ext>
            </a:extLst>
          </p:cNvPr>
          <p:cNvSpPr/>
          <p:nvPr/>
        </p:nvSpPr>
        <p:spPr>
          <a:xfrm>
            <a:off x="800100" y="2286000"/>
            <a:ext cx="1371600" cy="2336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0" name="矩形: 圆角 49">
            <a:extLst>
              <a:ext uri="{FF2B5EF4-FFF2-40B4-BE49-F238E27FC236}">
                <a16:creationId xmlns:a16="http://schemas.microsoft.com/office/drawing/2014/main" id="{034526D8-A34C-1312-ADAA-523E4575F08B}"/>
              </a:ext>
            </a:extLst>
          </p:cNvPr>
          <p:cNvSpPr/>
          <p:nvPr/>
        </p:nvSpPr>
        <p:spPr>
          <a:xfrm>
            <a:off x="800100" y="5695950"/>
            <a:ext cx="13716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3" name="矩形: 圆角 52">
            <a:extLst>
              <a:ext uri="{FF2B5EF4-FFF2-40B4-BE49-F238E27FC236}">
                <a16:creationId xmlns:a16="http://schemas.microsoft.com/office/drawing/2014/main" id="{AFE17B3D-1538-BCEB-FF02-7C3BB4CA2207}"/>
              </a:ext>
            </a:extLst>
          </p:cNvPr>
          <p:cNvSpPr/>
          <p:nvPr/>
        </p:nvSpPr>
        <p:spPr>
          <a:xfrm>
            <a:off x="24384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6" name="矩形: 圆角 55">
            <a:extLst>
              <a:ext uri="{FF2B5EF4-FFF2-40B4-BE49-F238E27FC236}">
                <a16:creationId xmlns:a16="http://schemas.microsoft.com/office/drawing/2014/main" id="{9EF99327-2A5D-3459-4B8D-080D4ECB37F5}"/>
              </a:ext>
            </a:extLst>
          </p:cNvPr>
          <p:cNvSpPr/>
          <p:nvPr/>
        </p:nvSpPr>
        <p:spPr>
          <a:xfrm>
            <a:off x="47498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9" name="矩形: 圆角 58">
            <a:extLst>
              <a:ext uri="{FF2B5EF4-FFF2-40B4-BE49-F238E27FC236}">
                <a16:creationId xmlns:a16="http://schemas.microsoft.com/office/drawing/2014/main" id="{9902AD82-01FA-9A98-CC57-A4E2FCF9DABD}"/>
              </a:ext>
            </a:extLst>
          </p:cNvPr>
          <p:cNvSpPr/>
          <p:nvPr/>
        </p:nvSpPr>
        <p:spPr>
          <a:xfrm>
            <a:off x="70612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2" name="矩形: 圆角 61">
            <a:extLst>
              <a:ext uri="{FF2B5EF4-FFF2-40B4-BE49-F238E27FC236}">
                <a16:creationId xmlns:a16="http://schemas.microsoft.com/office/drawing/2014/main" id="{0B12EC7F-7598-8F35-C31E-B7E444144126}"/>
              </a:ext>
            </a:extLst>
          </p:cNvPr>
          <p:cNvSpPr/>
          <p:nvPr/>
        </p:nvSpPr>
        <p:spPr>
          <a:xfrm>
            <a:off x="9309100" y="5695950"/>
            <a:ext cx="20828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2" name="矩形: 圆角 131">
            <a:extLst>
              <a:ext uri="{FF2B5EF4-FFF2-40B4-BE49-F238E27FC236}">
                <a16:creationId xmlns:a16="http://schemas.microsoft.com/office/drawing/2014/main" id="{ABF94721-EE8E-1BB4-FE7B-4C042F6E648D}"/>
              </a:ext>
            </a:extLst>
          </p:cNvPr>
          <p:cNvSpPr/>
          <p:nvPr/>
        </p:nvSpPr>
        <p:spPr>
          <a:xfrm>
            <a:off x="2844800" y="31877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5" name="矩形: 圆角 134">
            <a:extLst>
              <a:ext uri="{FF2B5EF4-FFF2-40B4-BE49-F238E27FC236}">
                <a16:creationId xmlns:a16="http://schemas.microsoft.com/office/drawing/2014/main" id="{D9FF5C8D-C464-876A-7CA9-B89CAB40C02A}"/>
              </a:ext>
            </a:extLst>
          </p:cNvPr>
          <p:cNvSpPr/>
          <p:nvPr/>
        </p:nvSpPr>
        <p:spPr>
          <a:xfrm>
            <a:off x="2438400" y="2692400"/>
            <a:ext cx="2768600" cy="381000"/>
          </a:xfrm>
          <a:prstGeom prst="roundRect">
            <a:avLst>
              <a:gd name="adj" fmla="val 7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8" name="矩形: 圆角 137">
            <a:extLst>
              <a:ext uri="{FF2B5EF4-FFF2-40B4-BE49-F238E27FC236}">
                <a16:creationId xmlns:a16="http://schemas.microsoft.com/office/drawing/2014/main" id="{EA6B4A77-E6B3-767A-9563-BFB072EE8DCE}"/>
              </a:ext>
            </a:extLst>
          </p:cNvPr>
          <p:cNvSpPr/>
          <p:nvPr/>
        </p:nvSpPr>
        <p:spPr>
          <a:xfrm>
            <a:off x="8572500" y="2692400"/>
            <a:ext cx="2819400" cy="381000"/>
          </a:xfrm>
          <a:prstGeom prst="roundRect">
            <a:avLst>
              <a:gd name="adj" fmla="val 7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1" name="矩形: 圆角 140">
            <a:extLst>
              <a:ext uri="{FF2B5EF4-FFF2-40B4-BE49-F238E27FC236}">
                <a16:creationId xmlns:a16="http://schemas.microsoft.com/office/drawing/2014/main" id="{287A3292-0416-F38A-8586-AA67EE296BFC}"/>
              </a:ext>
            </a:extLst>
          </p:cNvPr>
          <p:cNvSpPr/>
          <p:nvPr/>
        </p:nvSpPr>
        <p:spPr>
          <a:xfrm>
            <a:off x="5340350" y="2692400"/>
            <a:ext cx="3098800" cy="381000"/>
          </a:xfrm>
          <a:prstGeom prst="roundRect">
            <a:avLst>
              <a:gd name="adj" fmla="val 7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4" name="矩形: 圆角 143">
            <a:extLst>
              <a:ext uri="{FF2B5EF4-FFF2-40B4-BE49-F238E27FC236}">
                <a16:creationId xmlns:a16="http://schemas.microsoft.com/office/drawing/2014/main" id="{BBEE047C-2EAA-3537-7B9D-481A796C1C44}"/>
              </a:ext>
            </a:extLst>
          </p:cNvPr>
          <p:cNvSpPr/>
          <p:nvPr/>
        </p:nvSpPr>
        <p:spPr>
          <a:xfrm>
            <a:off x="5676900" y="31877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7" name="矩形: 圆角 146">
            <a:extLst>
              <a:ext uri="{FF2B5EF4-FFF2-40B4-BE49-F238E27FC236}">
                <a16:creationId xmlns:a16="http://schemas.microsoft.com/office/drawing/2014/main" id="{9B91E761-137B-2F9C-817C-A11628080780}"/>
              </a:ext>
            </a:extLst>
          </p:cNvPr>
          <p:cNvSpPr/>
          <p:nvPr/>
        </p:nvSpPr>
        <p:spPr>
          <a:xfrm>
            <a:off x="9004300" y="3187700"/>
            <a:ext cx="933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0" name="矩形: 圆角 149">
            <a:extLst>
              <a:ext uri="{FF2B5EF4-FFF2-40B4-BE49-F238E27FC236}">
                <a16:creationId xmlns:a16="http://schemas.microsoft.com/office/drawing/2014/main" id="{6046ECC9-E873-799F-2D9B-A3C09D2CC146}"/>
              </a:ext>
            </a:extLst>
          </p:cNvPr>
          <p:cNvSpPr/>
          <p:nvPr/>
        </p:nvSpPr>
        <p:spPr>
          <a:xfrm>
            <a:off x="10020300" y="3187700"/>
            <a:ext cx="933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9" name="矩形: 圆角 168">
            <a:extLst>
              <a:ext uri="{FF2B5EF4-FFF2-40B4-BE49-F238E27FC236}">
                <a16:creationId xmlns:a16="http://schemas.microsoft.com/office/drawing/2014/main" id="{26BC8A84-9AC6-CED7-9424-D098BE742A94}"/>
              </a:ext>
            </a:extLst>
          </p:cNvPr>
          <p:cNvSpPr/>
          <p:nvPr/>
        </p:nvSpPr>
        <p:spPr>
          <a:xfrm>
            <a:off x="2844800" y="36449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2" name="矩形: 圆角 171">
            <a:extLst>
              <a:ext uri="{FF2B5EF4-FFF2-40B4-BE49-F238E27FC236}">
                <a16:creationId xmlns:a16="http://schemas.microsoft.com/office/drawing/2014/main" id="{8B0DF51E-1FBC-B87C-E09E-2799081FE3AF}"/>
              </a:ext>
            </a:extLst>
          </p:cNvPr>
          <p:cNvSpPr/>
          <p:nvPr/>
        </p:nvSpPr>
        <p:spPr>
          <a:xfrm>
            <a:off x="5676900" y="3644900"/>
            <a:ext cx="91440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7" name="矩形: 圆角 176">
            <a:extLst>
              <a:ext uri="{FF2B5EF4-FFF2-40B4-BE49-F238E27FC236}">
                <a16:creationId xmlns:a16="http://schemas.microsoft.com/office/drawing/2014/main" id="{24CE22D0-1E2F-5233-B2D5-17621A0B4E6A}"/>
              </a:ext>
            </a:extLst>
          </p:cNvPr>
          <p:cNvSpPr/>
          <p:nvPr/>
        </p:nvSpPr>
        <p:spPr>
          <a:xfrm>
            <a:off x="6711950" y="3644900"/>
            <a:ext cx="91440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1" name="矩形: 圆角 180">
            <a:extLst>
              <a:ext uri="{FF2B5EF4-FFF2-40B4-BE49-F238E27FC236}">
                <a16:creationId xmlns:a16="http://schemas.microsoft.com/office/drawing/2014/main" id="{54CD0D77-EC2E-5A89-23B8-E8EBDBFCA9E1}"/>
              </a:ext>
            </a:extLst>
          </p:cNvPr>
          <p:cNvSpPr/>
          <p:nvPr/>
        </p:nvSpPr>
        <p:spPr>
          <a:xfrm>
            <a:off x="7747000" y="3187700"/>
            <a:ext cx="355600" cy="1270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6" name="矩形: 圆角 185">
            <a:extLst>
              <a:ext uri="{FF2B5EF4-FFF2-40B4-BE49-F238E27FC236}">
                <a16:creationId xmlns:a16="http://schemas.microsoft.com/office/drawing/2014/main" id="{8C80CBAC-2602-5A9A-97CF-2977207C75FD}"/>
              </a:ext>
            </a:extLst>
          </p:cNvPr>
          <p:cNvSpPr/>
          <p:nvPr/>
        </p:nvSpPr>
        <p:spPr>
          <a:xfrm>
            <a:off x="2844800" y="41021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0" name="矩形: 圆角 189">
            <a:extLst>
              <a:ext uri="{FF2B5EF4-FFF2-40B4-BE49-F238E27FC236}">
                <a16:creationId xmlns:a16="http://schemas.microsoft.com/office/drawing/2014/main" id="{3C814623-E2DA-8D6F-2DF0-D2D2898B5B5F}"/>
              </a:ext>
            </a:extLst>
          </p:cNvPr>
          <p:cNvSpPr/>
          <p:nvPr/>
        </p:nvSpPr>
        <p:spPr>
          <a:xfrm>
            <a:off x="5676900" y="41021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5" name="矩形: 圆角 194">
            <a:extLst>
              <a:ext uri="{FF2B5EF4-FFF2-40B4-BE49-F238E27FC236}">
                <a16:creationId xmlns:a16="http://schemas.microsoft.com/office/drawing/2014/main" id="{22BF5DA5-56EF-FA1C-99B3-43549DF23277}"/>
              </a:ext>
            </a:extLst>
          </p:cNvPr>
          <p:cNvSpPr/>
          <p:nvPr/>
        </p:nvSpPr>
        <p:spPr>
          <a:xfrm>
            <a:off x="9004300" y="41021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9" name="矩形: 圆角 198">
            <a:extLst>
              <a:ext uri="{FF2B5EF4-FFF2-40B4-BE49-F238E27FC236}">
                <a16:creationId xmlns:a16="http://schemas.microsoft.com/office/drawing/2014/main" id="{2985792A-56E5-B0F2-2B2C-4518CFFC9F97}"/>
              </a:ext>
            </a:extLst>
          </p:cNvPr>
          <p:cNvSpPr/>
          <p:nvPr/>
        </p:nvSpPr>
        <p:spPr>
          <a:xfrm>
            <a:off x="9004300" y="3644900"/>
            <a:ext cx="1949450" cy="3556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5" name="任意多边形: 形状 204">
            <a:extLst>
              <a:ext uri="{FF2B5EF4-FFF2-40B4-BE49-F238E27FC236}">
                <a16:creationId xmlns:a16="http://schemas.microsoft.com/office/drawing/2014/main" id="{A119A6B5-15A8-322F-007E-9746CEC572AE}"/>
              </a:ext>
            </a:extLst>
          </p:cNvPr>
          <p:cNvSpPr/>
          <p:nvPr/>
        </p:nvSpPr>
        <p:spPr>
          <a:xfrm>
            <a:off x="2438400" y="2286000"/>
            <a:ext cx="8953500" cy="330200"/>
          </a:xfrm>
          <a:custGeom>
            <a:avLst/>
            <a:gdLst>
              <a:gd name="connsiteX0" fmla="*/ 8902700 w 8953500"/>
              <a:gd name="connsiteY0" fmla="*/ 0 h 330200"/>
              <a:gd name="connsiteX1" fmla="*/ 8953500 w 8953500"/>
              <a:gd name="connsiteY1" fmla="*/ 0 h 330200"/>
              <a:gd name="connsiteX2" fmla="*/ 8953500 w 8953500"/>
              <a:gd name="connsiteY2" fmla="*/ 330200 h 330200"/>
              <a:gd name="connsiteX3" fmla="*/ 8902700 w 8953500"/>
              <a:gd name="connsiteY3" fmla="*/ 330200 h 330200"/>
              <a:gd name="connsiteX4" fmla="*/ 50800 w 8953500"/>
              <a:gd name="connsiteY4" fmla="*/ 330200 h 330200"/>
              <a:gd name="connsiteX5" fmla="*/ 0 w 8953500"/>
              <a:gd name="connsiteY5" fmla="*/ 330200 h 330200"/>
              <a:gd name="connsiteX6" fmla="*/ 0 w 8953500"/>
              <a:gd name="connsiteY6" fmla="*/ 0 h 330200"/>
              <a:gd name="connsiteX7" fmla="*/ 50800 w 8953500"/>
              <a:gd name="connsiteY7" fmla="*/ 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3500" h="330200">
                <a:moveTo>
                  <a:pt x="8902700" y="0"/>
                </a:moveTo>
                <a:cubicBezTo>
                  <a:pt x="8930756" y="0"/>
                  <a:pt x="8953500" y="0"/>
                  <a:pt x="8953500" y="0"/>
                </a:cubicBezTo>
                <a:lnTo>
                  <a:pt x="8953500" y="330200"/>
                </a:lnTo>
                <a:cubicBezTo>
                  <a:pt x="8953500" y="330200"/>
                  <a:pt x="8930756" y="330200"/>
                  <a:pt x="8902700" y="330200"/>
                </a:cubicBezTo>
                <a:lnTo>
                  <a:pt x="50800" y="330200"/>
                </a:lnTo>
                <a:cubicBezTo>
                  <a:pt x="22744" y="330200"/>
                  <a:pt x="0" y="330200"/>
                  <a:pt x="0" y="330200"/>
                </a:cubicBezTo>
                <a:lnTo>
                  <a:pt x="0" y="0"/>
                </a:lnTo>
                <a:cubicBezTo>
                  <a:pt x="0" y="0"/>
                  <a:pt x="22744" y="0"/>
                  <a:pt x="50800" y="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8" name="矩形: 圆角 207">
            <a:extLst>
              <a:ext uri="{FF2B5EF4-FFF2-40B4-BE49-F238E27FC236}">
                <a16:creationId xmlns:a16="http://schemas.microsoft.com/office/drawing/2014/main" id="{EB99AECC-D837-5C0C-A324-E782CE67AA55}"/>
              </a:ext>
            </a:extLst>
          </p:cNvPr>
          <p:cNvSpPr/>
          <p:nvPr/>
        </p:nvSpPr>
        <p:spPr>
          <a:xfrm>
            <a:off x="2438400" y="4895850"/>
            <a:ext cx="89535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0" name="任意多边形: 形状 209">
            <a:extLst>
              <a:ext uri="{FF2B5EF4-FFF2-40B4-BE49-F238E27FC236}">
                <a16:creationId xmlns:a16="http://schemas.microsoft.com/office/drawing/2014/main" id="{34282A74-7DD9-9475-2EF2-168D54DE0AEC}"/>
              </a:ext>
            </a:extLst>
          </p:cNvPr>
          <p:cNvSpPr/>
          <p:nvPr/>
        </p:nvSpPr>
        <p:spPr>
          <a:xfrm>
            <a:off x="6826250" y="195580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1" name="任意多边形: 形状 210">
            <a:extLst>
              <a:ext uri="{FF2B5EF4-FFF2-40B4-BE49-F238E27FC236}">
                <a16:creationId xmlns:a16="http://schemas.microsoft.com/office/drawing/2014/main" id="{2A19EFA5-7428-7933-A6C7-9B5A7E5DB481}"/>
              </a:ext>
            </a:extLst>
          </p:cNvPr>
          <p:cNvSpPr/>
          <p:nvPr/>
        </p:nvSpPr>
        <p:spPr>
          <a:xfrm>
            <a:off x="6826250" y="467360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2" name="任意多边形: 形状 211">
            <a:extLst>
              <a:ext uri="{FF2B5EF4-FFF2-40B4-BE49-F238E27FC236}">
                <a16:creationId xmlns:a16="http://schemas.microsoft.com/office/drawing/2014/main" id="{29685C78-CFAF-F8B2-6A92-5CCE66709507}"/>
              </a:ext>
            </a:extLst>
          </p:cNvPr>
          <p:cNvSpPr/>
          <p:nvPr/>
        </p:nvSpPr>
        <p:spPr>
          <a:xfrm>
            <a:off x="6826250" y="542290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3" name="文本框 212">
            <a:extLst>
              <a:ext uri="{FF2B5EF4-FFF2-40B4-BE49-F238E27FC236}">
                <a16:creationId xmlns:a16="http://schemas.microsoft.com/office/drawing/2014/main" id="{4F88A820-B0C3-1858-88AB-2EE790DAB6DE}"/>
              </a:ext>
            </a:extLst>
          </p:cNvPr>
          <p:cNvSpPr txBox="1"/>
          <p:nvPr/>
        </p:nvSpPr>
        <p:spPr>
          <a:xfrm>
            <a:off x="1152476"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业务前台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4" name="文本框 213">
            <a:extLst>
              <a:ext uri="{FF2B5EF4-FFF2-40B4-BE49-F238E27FC236}">
                <a16:creationId xmlns:a16="http://schemas.microsoft.com/office/drawing/2014/main" id="{8A9C1E30-836B-6873-2896-DEF9A6AB61AD}"/>
              </a:ext>
            </a:extLst>
          </p:cNvPr>
          <p:cNvSpPr txBox="1"/>
          <p:nvPr/>
        </p:nvSpPr>
        <p:spPr>
          <a:xfrm>
            <a:off x="2689176"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智能分析</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1" name="文本框 220">
            <a:extLst>
              <a:ext uri="{FF2B5EF4-FFF2-40B4-BE49-F238E27FC236}">
                <a16:creationId xmlns:a16="http://schemas.microsoft.com/office/drawing/2014/main" id="{70979138-318A-2059-0C4C-03B615FC9BCB}"/>
              </a:ext>
            </a:extLst>
          </p:cNvPr>
          <p:cNvSpPr txBox="1"/>
          <p:nvPr/>
        </p:nvSpPr>
        <p:spPr>
          <a:xfrm>
            <a:off x="4225875"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标签系统</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3" name="文本框 222">
            <a:extLst>
              <a:ext uri="{FF2B5EF4-FFF2-40B4-BE49-F238E27FC236}">
                <a16:creationId xmlns:a16="http://schemas.microsoft.com/office/drawing/2014/main" id="{1222CC69-0CF8-7D78-E263-AEB16DFEA9EF}"/>
              </a:ext>
            </a:extLst>
          </p:cNvPr>
          <p:cNvSpPr txBox="1"/>
          <p:nvPr/>
        </p:nvSpPr>
        <p:spPr>
          <a:xfrm>
            <a:off x="5762575" y="1614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用户画像</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7" name="文本框 226">
            <a:extLst>
              <a:ext uri="{FF2B5EF4-FFF2-40B4-BE49-F238E27FC236}">
                <a16:creationId xmlns:a16="http://schemas.microsoft.com/office/drawing/2014/main" id="{80B0DA3A-FD18-FA20-9BCF-D6408092AF1E}"/>
              </a:ext>
            </a:extLst>
          </p:cNvPr>
          <p:cNvSpPr txBox="1"/>
          <p:nvPr/>
        </p:nvSpPr>
        <p:spPr>
          <a:xfrm>
            <a:off x="7215919" y="1614473"/>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数字化运营</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9" name="文本框 228">
            <a:extLst>
              <a:ext uri="{FF2B5EF4-FFF2-40B4-BE49-F238E27FC236}">
                <a16:creationId xmlns:a16="http://schemas.microsoft.com/office/drawing/2014/main" id="{BA439B5E-1F96-4508-7998-9A281A86EF19}"/>
              </a:ext>
            </a:extLst>
          </p:cNvPr>
          <p:cNvSpPr txBox="1"/>
          <p:nvPr/>
        </p:nvSpPr>
        <p:spPr>
          <a:xfrm>
            <a:off x="8752619" y="1614473"/>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数字化管理</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0" name="文本框 229">
            <a:extLst>
              <a:ext uri="{FF2B5EF4-FFF2-40B4-BE49-F238E27FC236}">
                <a16:creationId xmlns:a16="http://schemas.microsoft.com/office/drawing/2014/main" id="{34F23681-5F88-813F-5483-388CB46D9256}"/>
              </a:ext>
            </a:extLst>
          </p:cNvPr>
          <p:cNvSpPr txBox="1"/>
          <p:nvPr/>
        </p:nvSpPr>
        <p:spPr>
          <a:xfrm>
            <a:off x="10205963" y="1614473"/>
            <a:ext cx="1000274"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数字化供应链</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pic>
        <p:nvPicPr>
          <p:cNvPr id="233" name="图片 232" descr="图片包含 桌子, 小, 游戏机, 灯光&#10;&#10;描述已自动生成">
            <a:extLst>
              <a:ext uri="{FF2B5EF4-FFF2-40B4-BE49-F238E27FC236}">
                <a16:creationId xmlns:a16="http://schemas.microsoft.com/office/drawing/2014/main" id="{B38E9594-EB65-8B56-2A13-1DCC6A663F05}"/>
              </a:ext>
            </a:extLst>
          </p:cNvPr>
          <p:cNvPicPr>
            <a:picLocks noChangeAspect="1"/>
          </p:cNvPicPr>
          <p:nvPr/>
        </p:nvPicPr>
        <p:blipFill>
          <a:blip r:embed="rId3">
            <a:duotone>
              <a:schemeClr val="accent1">
                <a:shade val="45000"/>
                <a:satMod val="135000"/>
              </a:schemeClr>
              <a:prstClr val="white"/>
            </a:duotone>
          </a:blip>
          <a:stretch>
            <a:fillRect/>
          </a:stretch>
        </p:blipFill>
        <p:spPr>
          <a:xfrm>
            <a:off x="963250" y="2801085"/>
            <a:ext cx="1045300" cy="1045300"/>
          </a:xfrm>
          <a:prstGeom prst="rect">
            <a:avLst/>
          </a:prstGeom>
        </p:spPr>
      </p:pic>
      <p:sp>
        <p:nvSpPr>
          <p:cNvPr id="234" name="文本框 233">
            <a:extLst>
              <a:ext uri="{FF2B5EF4-FFF2-40B4-BE49-F238E27FC236}">
                <a16:creationId xmlns:a16="http://schemas.microsoft.com/office/drawing/2014/main" id="{B9AC8D9E-155A-6BBE-B8BF-1C54F25319F4}"/>
              </a:ext>
            </a:extLst>
          </p:cNvPr>
          <p:cNvSpPr txBox="1"/>
          <p:nvPr/>
        </p:nvSpPr>
        <p:spPr>
          <a:xfrm>
            <a:off x="1126828" y="3868352"/>
            <a:ext cx="718145" cy="215444"/>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数据中台</a:t>
            </a:r>
          </a:p>
        </p:txBody>
      </p:sp>
      <p:sp>
        <p:nvSpPr>
          <p:cNvPr id="235" name="文本框 234">
            <a:extLst>
              <a:ext uri="{FF2B5EF4-FFF2-40B4-BE49-F238E27FC236}">
                <a16:creationId xmlns:a16="http://schemas.microsoft.com/office/drawing/2014/main" id="{143B483E-55C7-82AE-8118-40216BF0D60C}"/>
              </a:ext>
            </a:extLst>
          </p:cNvPr>
          <p:cNvSpPr txBox="1"/>
          <p:nvPr/>
        </p:nvSpPr>
        <p:spPr>
          <a:xfrm>
            <a:off x="1152476" y="504347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数据后台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7" name="文本框 236">
            <a:extLst>
              <a:ext uri="{FF2B5EF4-FFF2-40B4-BE49-F238E27FC236}">
                <a16:creationId xmlns:a16="http://schemas.microsoft.com/office/drawing/2014/main" id="{64D58E3C-090D-CD51-661C-6EF989ED56A1}"/>
              </a:ext>
            </a:extLst>
          </p:cNvPr>
          <p:cNvSpPr txBox="1"/>
          <p:nvPr/>
        </p:nvSpPr>
        <p:spPr>
          <a:xfrm>
            <a:off x="1235832" y="5799123"/>
            <a:ext cx="500137"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8" name="文本框 237">
            <a:extLst>
              <a:ext uri="{FF2B5EF4-FFF2-40B4-BE49-F238E27FC236}">
                <a16:creationId xmlns:a16="http://schemas.microsoft.com/office/drawing/2014/main" id="{4D6D008E-B441-0DE0-A3DD-B37BC3F086E7}"/>
              </a:ext>
            </a:extLst>
          </p:cNvPr>
          <p:cNvSpPr txBox="1"/>
          <p:nvPr/>
        </p:nvSpPr>
        <p:spPr>
          <a:xfrm>
            <a:off x="3229732" y="5799123"/>
            <a:ext cx="500137"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数据库</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3" name="文本框 252">
            <a:extLst>
              <a:ext uri="{FF2B5EF4-FFF2-40B4-BE49-F238E27FC236}">
                <a16:creationId xmlns:a16="http://schemas.microsoft.com/office/drawing/2014/main" id="{5188147D-B644-A1E1-CED9-3D2B0F4791CD}"/>
              </a:ext>
            </a:extLst>
          </p:cNvPr>
          <p:cNvSpPr txBox="1"/>
          <p:nvPr/>
        </p:nvSpPr>
        <p:spPr>
          <a:xfrm>
            <a:off x="5457776" y="579912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埋点采集</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4" name="文本框 253">
            <a:extLst>
              <a:ext uri="{FF2B5EF4-FFF2-40B4-BE49-F238E27FC236}">
                <a16:creationId xmlns:a16="http://schemas.microsoft.com/office/drawing/2014/main" id="{75ADD220-A832-5671-8166-7BFDEBEB8A39}"/>
              </a:ext>
            </a:extLst>
          </p:cNvPr>
          <p:cNvSpPr txBox="1"/>
          <p:nvPr/>
        </p:nvSpPr>
        <p:spPr>
          <a:xfrm>
            <a:off x="7685820" y="5799123"/>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服务器日志</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5" name="文本框 254">
            <a:extLst>
              <a:ext uri="{FF2B5EF4-FFF2-40B4-BE49-F238E27FC236}">
                <a16:creationId xmlns:a16="http://schemas.microsoft.com/office/drawing/2014/main" id="{0612A206-3A2B-63CA-D2EE-98D733707D51}"/>
              </a:ext>
            </a:extLst>
          </p:cNvPr>
          <p:cNvSpPr txBox="1"/>
          <p:nvPr/>
        </p:nvSpPr>
        <p:spPr>
          <a:xfrm>
            <a:off x="10017076" y="5799123"/>
            <a:ext cx="666849"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爬虫数据</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56" name="文本框 255">
            <a:extLst>
              <a:ext uri="{FF2B5EF4-FFF2-40B4-BE49-F238E27FC236}">
                <a16:creationId xmlns:a16="http://schemas.microsoft.com/office/drawing/2014/main" id="{27DFDD1A-FB3C-CD42-1F8C-5749195C0F55}"/>
              </a:ext>
            </a:extLst>
          </p:cNvPr>
          <p:cNvSpPr txBox="1"/>
          <p:nvPr/>
        </p:nvSpPr>
        <p:spPr>
          <a:xfrm>
            <a:off x="5581451" y="5043473"/>
            <a:ext cx="2667398"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大数据基础设施（计算和储存平台）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8" name="文本框 267">
            <a:extLst>
              <a:ext uri="{FF2B5EF4-FFF2-40B4-BE49-F238E27FC236}">
                <a16:creationId xmlns:a16="http://schemas.microsoft.com/office/drawing/2014/main" id="{059C5D3E-469E-B67E-F9D2-B7F183BEDACD}"/>
              </a:ext>
            </a:extLst>
          </p:cNvPr>
          <p:cNvSpPr txBox="1"/>
          <p:nvPr/>
        </p:nvSpPr>
        <p:spPr>
          <a:xfrm>
            <a:off x="6415014" y="2351073"/>
            <a:ext cx="1000274" cy="200055"/>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统一查询服务</a:t>
            </a:r>
          </a:p>
        </p:txBody>
      </p:sp>
      <p:sp>
        <p:nvSpPr>
          <p:cNvPr id="270" name="文本框 269">
            <a:extLst>
              <a:ext uri="{FF2B5EF4-FFF2-40B4-BE49-F238E27FC236}">
                <a16:creationId xmlns:a16="http://schemas.microsoft.com/office/drawing/2014/main" id="{87B47B0E-293A-808D-910C-55C9BBD33D76}"/>
              </a:ext>
            </a:extLst>
          </p:cNvPr>
          <p:cNvSpPr txBox="1"/>
          <p:nvPr/>
        </p:nvSpPr>
        <p:spPr>
          <a:xfrm>
            <a:off x="3284091" y="2775178"/>
            <a:ext cx="1077218" cy="215444"/>
          </a:xfrm>
          <a:prstGeom prst="rect">
            <a:avLst/>
          </a:prstGeom>
          <a:noFill/>
        </p:spPr>
        <p:txBody>
          <a:bodyPr wrap="none" lIns="0" tIns="0" rIns="0" bIns="0" rtlCol="0">
            <a:spAutoFit/>
          </a:bodyPr>
          <a:lstStyle>
            <a:defPPr>
              <a:defRPr lang="zh-CN"/>
            </a:defPPr>
            <a:lvl1pPr>
              <a:defRPr sz="700">
                <a:gradFill>
                  <a:gsLst>
                    <a:gs pos="0">
                      <a:srgbClr val="5F99FF"/>
                    </a:gs>
                    <a:gs pos="50000">
                      <a:srgbClr val="327BFA"/>
                    </a:gs>
                    <a:gs pos="100000">
                      <a:srgbClr val="055DF6"/>
                    </a:gs>
                  </a:gsLst>
                  <a:lin ang="0" scaled="0"/>
                </a:gradFill>
                <a:effectLst/>
                <a:latin typeface="MiSans Medium" panose="00000600000000000000" pitchFamily="2" charset="-122"/>
                <a:ea typeface="MiSans Medium" panose="00000600000000000000" pitchFamily="2" charset="-122"/>
              </a:defRPr>
            </a:lvl1pPr>
          </a:lstStyle>
          <a:p>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数据治理平台</a:t>
            </a:r>
          </a:p>
        </p:txBody>
      </p:sp>
      <p:sp>
        <p:nvSpPr>
          <p:cNvPr id="271" name="文本框 270">
            <a:extLst>
              <a:ext uri="{FF2B5EF4-FFF2-40B4-BE49-F238E27FC236}">
                <a16:creationId xmlns:a16="http://schemas.microsoft.com/office/drawing/2014/main" id="{F8AF66F3-6077-0FE4-7045-3C4C097D94B1}"/>
              </a:ext>
            </a:extLst>
          </p:cNvPr>
          <p:cNvSpPr txBox="1"/>
          <p:nvPr/>
        </p:nvSpPr>
        <p:spPr>
          <a:xfrm>
            <a:off x="6171605" y="2775178"/>
            <a:ext cx="1436291" cy="215444"/>
          </a:xfrm>
          <a:prstGeom prst="rect">
            <a:avLst/>
          </a:prstGeom>
          <a:noFill/>
        </p:spPr>
        <p:txBody>
          <a:bodyPr wrap="none" lIns="0" tIns="0" rIns="0" bIns="0" rtlCol="0">
            <a:spAutoFit/>
          </a:bodyPr>
          <a:lstStyle>
            <a:defPPr>
              <a:defRPr lang="zh-CN"/>
            </a:defPPr>
            <a:lvl1pPr>
              <a:defRPr sz="700">
                <a:gradFill>
                  <a:gsLst>
                    <a:gs pos="0">
                      <a:srgbClr val="5F99FF"/>
                    </a:gs>
                    <a:gs pos="50000">
                      <a:srgbClr val="327BFA"/>
                    </a:gs>
                    <a:gs pos="100000">
                      <a:srgbClr val="055DF6"/>
                    </a:gs>
                  </a:gsLst>
                  <a:lin ang="0" scaled="0"/>
                </a:gradFill>
                <a:effectLst/>
                <a:latin typeface="MiSans Medium" panose="00000600000000000000" pitchFamily="2" charset="-122"/>
                <a:ea typeface="MiSans Medium" panose="00000600000000000000" pitchFamily="2" charset="-122"/>
              </a:defRPr>
            </a:lvl1pPr>
          </a:lstStyle>
          <a:p>
            <a:pPr algn="ctr"/>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数据标准体系建设</a:t>
            </a:r>
          </a:p>
        </p:txBody>
      </p:sp>
      <p:sp>
        <p:nvSpPr>
          <p:cNvPr id="280" name="文本框 279">
            <a:extLst>
              <a:ext uri="{FF2B5EF4-FFF2-40B4-BE49-F238E27FC236}">
                <a16:creationId xmlns:a16="http://schemas.microsoft.com/office/drawing/2014/main" id="{8239ACDF-13AD-417B-CBF4-46D5C0008F77}"/>
              </a:ext>
            </a:extLst>
          </p:cNvPr>
          <p:cNvSpPr txBox="1"/>
          <p:nvPr/>
        </p:nvSpPr>
        <p:spPr>
          <a:xfrm>
            <a:off x="9443591" y="2775178"/>
            <a:ext cx="1077218" cy="215444"/>
          </a:xfrm>
          <a:prstGeom prst="rect">
            <a:avLst/>
          </a:prstGeom>
          <a:noFill/>
        </p:spPr>
        <p:txBody>
          <a:bodyPr wrap="none" lIns="0" tIns="0" rIns="0" bIns="0" rtlCol="0">
            <a:spAutoFit/>
          </a:bodyPr>
          <a:lstStyle>
            <a:defPPr>
              <a:defRPr lang="zh-CN"/>
            </a:defPPr>
            <a:lvl1pPr>
              <a:defRPr sz="700">
                <a:gradFill>
                  <a:gsLst>
                    <a:gs pos="0">
                      <a:srgbClr val="5F99FF"/>
                    </a:gs>
                    <a:gs pos="50000">
                      <a:srgbClr val="327BFA"/>
                    </a:gs>
                    <a:gs pos="100000">
                      <a:srgbClr val="055DF6"/>
                    </a:gs>
                  </a:gsLst>
                  <a:lin ang="0" scaled="0"/>
                </a:gradFill>
                <a:effectLst/>
                <a:latin typeface="MiSans Medium" panose="00000600000000000000" pitchFamily="2" charset="-122"/>
                <a:ea typeface="MiSans Medium" panose="00000600000000000000" pitchFamily="2" charset="-122"/>
              </a:defRPr>
            </a:lvl1pPr>
          </a:lstStyle>
          <a:p>
            <a:pPr algn="ctr"/>
            <a:r>
              <a:rPr lang="zh-CN" altLang="en-US" sz="14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数据治理平台</a:t>
            </a:r>
          </a:p>
        </p:txBody>
      </p:sp>
      <p:sp>
        <p:nvSpPr>
          <p:cNvPr id="281" name="文本框 280">
            <a:extLst>
              <a:ext uri="{FF2B5EF4-FFF2-40B4-BE49-F238E27FC236}">
                <a16:creationId xmlns:a16="http://schemas.microsoft.com/office/drawing/2014/main" id="{77C35ECF-BB18-13F6-C191-9B6EC3F38638}"/>
              </a:ext>
            </a:extLst>
          </p:cNvPr>
          <p:cNvSpPr txBox="1"/>
          <p:nvPr/>
        </p:nvSpPr>
        <p:spPr>
          <a:xfrm>
            <a:off x="5842353" y="3658232"/>
            <a:ext cx="583493" cy="32893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DWD</a:t>
            </a: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公共明细</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2" name="文本框 281">
            <a:extLst>
              <a:ext uri="{FF2B5EF4-FFF2-40B4-BE49-F238E27FC236}">
                <a16:creationId xmlns:a16="http://schemas.microsoft.com/office/drawing/2014/main" id="{53CA8B3B-E32C-3DE3-AB5F-0931B391665E}"/>
              </a:ext>
            </a:extLst>
          </p:cNvPr>
          <p:cNvSpPr txBox="1"/>
          <p:nvPr/>
        </p:nvSpPr>
        <p:spPr>
          <a:xfrm>
            <a:off x="6877403" y="3658232"/>
            <a:ext cx="583493" cy="32893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DWD</a:t>
            </a: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公共汇总</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3" name="文本框 282">
            <a:extLst>
              <a:ext uri="{FF2B5EF4-FFF2-40B4-BE49-F238E27FC236}">
                <a16:creationId xmlns:a16="http://schemas.microsoft.com/office/drawing/2014/main" id="{5FFA1248-BC04-AA0E-002C-19D5FDD6C4DF}"/>
              </a:ext>
            </a:extLst>
          </p:cNvPr>
          <p:cNvSpPr txBox="1"/>
          <p:nvPr/>
        </p:nvSpPr>
        <p:spPr>
          <a:xfrm>
            <a:off x="6055309" y="3288556"/>
            <a:ext cx="1192634"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应用数据层</a:t>
            </a:r>
            <a:r>
              <a:rPr lang="en-US" altLang="zh-CN" sz="1200" dirty="0">
                <a:solidFill>
                  <a:schemeClr val="accent1">
                    <a:lumMod val="100000"/>
                  </a:schemeClr>
                </a:solidFill>
                <a:effectLst/>
                <a:latin typeface="MiSans Medium" panose="00000600000000000000" pitchFamily="2" charset="-122"/>
                <a:ea typeface="MiSans Medium" panose="00000600000000000000" pitchFamily="2" charset="-122"/>
              </a:rPr>
              <a:t>(ADS)</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4" name="文本框 283">
            <a:extLst>
              <a:ext uri="{FF2B5EF4-FFF2-40B4-BE49-F238E27FC236}">
                <a16:creationId xmlns:a16="http://schemas.microsoft.com/office/drawing/2014/main" id="{A938B7EC-8812-CC4D-CB58-02C2DB570CFF}"/>
              </a:ext>
            </a:extLst>
          </p:cNvPr>
          <p:cNvSpPr txBox="1"/>
          <p:nvPr/>
        </p:nvSpPr>
        <p:spPr>
          <a:xfrm>
            <a:off x="6124237" y="4187567"/>
            <a:ext cx="1054777"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操作数据</a:t>
            </a:r>
            <a:r>
              <a:rPr lang="en-US" altLang="zh-CN" sz="1200" dirty="0">
                <a:solidFill>
                  <a:schemeClr val="accent1">
                    <a:lumMod val="100000"/>
                  </a:schemeClr>
                </a:solidFill>
                <a:effectLst/>
                <a:latin typeface="MiSans Medium" panose="00000600000000000000" pitchFamily="2" charset="-122"/>
                <a:ea typeface="MiSans Medium" panose="00000600000000000000" pitchFamily="2" charset="-122"/>
              </a:rPr>
              <a:t>(ODS)</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5" name="文本框 284">
            <a:extLst>
              <a:ext uri="{FF2B5EF4-FFF2-40B4-BE49-F238E27FC236}">
                <a16:creationId xmlns:a16="http://schemas.microsoft.com/office/drawing/2014/main" id="{53A888FC-2C4E-F860-8508-52FD642508B4}"/>
              </a:ext>
            </a:extLst>
          </p:cNvPr>
          <p:cNvSpPr txBox="1"/>
          <p:nvPr/>
        </p:nvSpPr>
        <p:spPr>
          <a:xfrm>
            <a:off x="9517361" y="41875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数据资产中心</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6" name="文本框 285">
            <a:extLst>
              <a:ext uri="{FF2B5EF4-FFF2-40B4-BE49-F238E27FC236}">
                <a16:creationId xmlns:a16="http://schemas.microsoft.com/office/drawing/2014/main" id="{177B127A-9681-A1C1-E1E2-8D77D3E20A25}"/>
              </a:ext>
            </a:extLst>
          </p:cNvPr>
          <p:cNvSpPr txBox="1"/>
          <p:nvPr/>
        </p:nvSpPr>
        <p:spPr>
          <a:xfrm>
            <a:off x="9517361" y="3730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数据质量中心</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7" name="文本框 286">
            <a:extLst>
              <a:ext uri="{FF2B5EF4-FFF2-40B4-BE49-F238E27FC236}">
                <a16:creationId xmlns:a16="http://schemas.microsoft.com/office/drawing/2014/main" id="{902B0187-53E8-0945-E225-DFD1B05627AF}"/>
              </a:ext>
            </a:extLst>
          </p:cNvPr>
          <p:cNvSpPr txBox="1"/>
          <p:nvPr/>
        </p:nvSpPr>
        <p:spPr>
          <a:xfrm>
            <a:off x="9163249" y="32731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数据地图</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8" name="文本框 287">
            <a:extLst>
              <a:ext uri="{FF2B5EF4-FFF2-40B4-BE49-F238E27FC236}">
                <a16:creationId xmlns:a16="http://schemas.microsoft.com/office/drawing/2014/main" id="{CABC41BF-B677-C81A-2E64-663727F40578}"/>
              </a:ext>
            </a:extLst>
          </p:cNvPr>
          <p:cNvSpPr txBox="1"/>
          <p:nvPr/>
        </p:nvSpPr>
        <p:spPr>
          <a:xfrm>
            <a:off x="10179249" y="32731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数据雪源</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9" name="文本框 288">
            <a:extLst>
              <a:ext uri="{FF2B5EF4-FFF2-40B4-BE49-F238E27FC236}">
                <a16:creationId xmlns:a16="http://schemas.microsoft.com/office/drawing/2014/main" id="{32B80B10-4030-AAE5-1388-6443990CE861}"/>
              </a:ext>
            </a:extLst>
          </p:cNvPr>
          <p:cNvSpPr txBox="1"/>
          <p:nvPr/>
        </p:nvSpPr>
        <p:spPr>
          <a:xfrm>
            <a:off x="3357860" y="3273167"/>
            <a:ext cx="923331"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自助查询系统</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0" name="文本框 289">
            <a:extLst>
              <a:ext uri="{FF2B5EF4-FFF2-40B4-BE49-F238E27FC236}">
                <a16:creationId xmlns:a16="http://schemas.microsoft.com/office/drawing/2014/main" id="{F61433A0-243A-0400-4E37-C91F0456C848}"/>
              </a:ext>
            </a:extLst>
          </p:cNvPr>
          <p:cNvSpPr txBox="1"/>
          <p:nvPr/>
        </p:nvSpPr>
        <p:spPr>
          <a:xfrm>
            <a:off x="3357861" y="3730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敏捷开发平台</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1" name="文本框 290">
            <a:extLst>
              <a:ext uri="{FF2B5EF4-FFF2-40B4-BE49-F238E27FC236}">
                <a16:creationId xmlns:a16="http://schemas.microsoft.com/office/drawing/2014/main" id="{41BBFC63-D804-DF27-B67B-61BA1DCE499C}"/>
              </a:ext>
            </a:extLst>
          </p:cNvPr>
          <p:cNvSpPr txBox="1"/>
          <p:nvPr/>
        </p:nvSpPr>
        <p:spPr>
          <a:xfrm>
            <a:off x="3357861" y="41875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数据集成工具</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2" name="文本框 291">
            <a:extLst>
              <a:ext uri="{FF2B5EF4-FFF2-40B4-BE49-F238E27FC236}">
                <a16:creationId xmlns:a16="http://schemas.microsoft.com/office/drawing/2014/main" id="{ED520414-AD2F-F016-0016-BF0F65CFF7CA}"/>
              </a:ext>
            </a:extLst>
          </p:cNvPr>
          <p:cNvSpPr txBox="1"/>
          <p:nvPr/>
        </p:nvSpPr>
        <p:spPr>
          <a:xfrm>
            <a:off x="7824340" y="3514924"/>
            <a:ext cx="200920" cy="615553"/>
          </a:xfrm>
          <a:prstGeom prst="rect">
            <a:avLst/>
          </a:prstGeom>
          <a:noFill/>
        </p:spPr>
        <p:txBody>
          <a:bodyPr wrap="squar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指标系统</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Tree>
    <p:extLst>
      <p:ext uri="{BB962C8B-B14F-4D97-AF65-F5344CB8AC3E}">
        <p14:creationId xmlns:p14="http://schemas.microsoft.com/office/powerpoint/2010/main" val="58025106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a:extLst>
              <a:ext uri="{FF2B5EF4-FFF2-40B4-BE49-F238E27FC236}">
                <a16:creationId xmlns:a16="http://schemas.microsoft.com/office/drawing/2014/main" id="{7997A20E-62D8-0A4B-9256-CCAED076C2FF}"/>
              </a:ext>
            </a:extLst>
          </p:cNvPr>
          <p:cNvSpPr txBox="1"/>
          <p:nvPr/>
        </p:nvSpPr>
        <p:spPr>
          <a:xfrm>
            <a:off x="543433" y="805688"/>
            <a:ext cx="21082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产品功能矩阵</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a:extLst>
              <a:ext uri="{FF2B5EF4-FFF2-40B4-BE49-F238E27FC236}">
                <a16:creationId xmlns:a16="http://schemas.microsoft.com/office/drawing/2014/main" id="{42018217-8679-2C4E-80FA-5F0344BF289A}"/>
              </a:ext>
            </a:extLst>
          </p:cNvPr>
          <p:cNvSpPr txBox="1"/>
          <p:nvPr/>
        </p:nvSpPr>
        <p:spPr>
          <a:xfrm>
            <a:off x="543433" y="604070"/>
            <a:ext cx="1850186"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Product Function Matrix</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6" name="矩形: 圆角 15">
            <a:extLst>
              <a:ext uri="{FF2B5EF4-FFF2-40B4-BE49-F238E27FC236}">
                <a16:creationId xmlns:a16="http://schemas.microsoft.com/office/drawing/2014/main" id="{A48EB983-73E5-4312-51DE-B57C637DF3D8}"/>
              </a:ext>
            </a:extLst>
          </p:cNvPr>
          <p:cNvSpPr/>
          <p:nvPr/>
        </p:nvSpPr>
        <p:spPr>
          <a:xfrm>
            <a:off x="635000" y="1962150"/>
            <a:ext cx="1517650" cy="1092200"/>
          </a:xfrm>
          <a:prstGeom prst="roundRect">
            <a:avLst>
              <a:gd name="adj" fmla="val 3728"/>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n w="6350">
                <a:solidFill>
                  <a:schemeClr val="accent3"/>
                </a:solidFill>
              </a:ln>
              <a:solidFill>
                <a:schemeClr val="bg1"/>
              </a:solidFill>
            </a:endParaRPr>
          </a:p>
        </p:txBody>
      </p:sp>
      <p:sp>
        <p:nvSpPr>
          <p:cNvPr id="25" name="矩形: 圆角 24">
            <a:extLst>
              <a:ext uri="{FF2B5EF4-FFF2-40B4-BE49-F238E27FC236}">
                <a16:creationId xmlns:a16="http://schemas.microsoft.com/office/drawing/2014/main" id="{A41BE68E-7F3B-4884-C0EC-67DB2B54F91E}"/>
              </a:ext>
            </a:extLst>
          </p:cNvPr>
          <p:cNvSpPr/>
          <p:nvPr/>
        </p:nvSpPr>
        <p:spPr>
          <a:xfrm>
            <a:off x="635000" y="3168650"/>
            <a:ext cx="15176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w="6350">
                <a:solidFill>
                  <a:schemeClr val="accent3"/>
                </a:solidFill>
              </a:ln>
              <a:solidFill>
                <a:schemeClr val="bg1"/>
              </a:solidFill>
            </a:endParaRPr>
          </a:p>
        </p:txBody>
      </p:sp>
      <p:sp>
        <p:nvSpPr>
          <p:cNvPr id="31" name="矩形: 圆角 30">
            <a:extLst>
              <a:ext uri="{FF2B5EF4-FFF2-40B4-BE49-F238E27FC236}">
                <a16:creationId xmlns:a16="http://schemas.microsoft.com/office/drawing/2014/main" id="{7F01915F-3191-63EE-4522-1E64D25B14BE}"/>
              </a:ext>
            </a:extLst>
          </p:cNvPr>
          <p:cNvSpPr/>
          <p:nvPr/>
        </p:nvSpPr>
        <p:spPr>
          <a:xfrm>
            <a:off x="2273300" y="3676650"/>
            <a:ext cx="23368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6" name="矩形: 圆角 35">
            <a:extLst>
              <a:ext uri="{FF2B5EF4-FFF2-40B4-BE49-F238E27FC236}">
                <a16:creationId xmlns:a16="http://schemas.microsoft.com/office/drawing/2014/main" id="{9799C035-0F3F-FDDD-CE33-9E49BE3F8708}"/>
              </a:ext>
            </a:extLst>
          </p:cNvPr>
          <p:cNvSpPr/>
          <p:nvPr/>
        </p:nvSpPr>
        <p:spPr>
          <a:xfrm>
            <a:off x="22733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0" name="矩形: 圆角 39">
            <a:extLst>
              <a:ext uri="{FF2B5EF4-FFF2-40B4-BE49-F238E27FC236}">
                <a16:creationId xmlns:a16="http://schemas.microsoft.com/office/drawing/2014/main" id="{ECA77986-E16B-D6F9-C473-A29A63B479EA}"/>
              </a:ext>
            </a:extLst>
          </p:cNvPr>
          <p:cNvSpPr/>
          <p:nvPr/>
        </p:nvSpPr>
        <p:spPr>
          <a:xfrm>
            <a:off x="41529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5" name="矩形: 圆角 44">
            <a:extLst>
              <a:ext uri="{FF2B5EF4-FFF2-40B4-BE49-F238E27FC236}">
                <a16:creationId xmlns:a16="http://schemas.microsoft.com/office/drawing/2014/main" id="{8FE28E60-63AC-71C0-2754-E2230659D732}"/>
              </a:ext>
            </a:extLst>
          </p:cNvPr>
          <p:cNvSpPr/>
          <p:nvPr/>
        </p:nvSpPr>
        <p:spPr>
          <a:xfrm>
            <a:off x="60325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9" name="矩形: 圆角 48">
            <a:extLst>
              <a:ext uri="{FF2B5EF4-FFF2-40B4-BE49-F238E27FC236}">
                <a16:creationId xmlns:a16="http://schemas.microsoft.com/office/drawing/2014/main" id="{A2FD7B7B-F69B-6A2B-353C-DE50279F9D2D}"/>
              </a:ext>
            </a:extLst>
          </p:cNvPr>
          <p:cNvSpPr/>
          <p:nvPr/>
        </p:nvSpPr>
        <p:spPr>
          <a:xfrm>
            <a:off x="79121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4" name="矩形: 圆角 53">
            <a:extLst>
              <a:ext uri="{FF2B5EF4-FFF2-40B4-BE49-F238E27FC236}">
                <a16:creationId xmlns:a16="http://schemas.microsoft.com/office/drawing/2014/main" id="{709916BD-DCC5-0539-9C8C-E6883B0A89CD}"/>
              </a:ext>
            </a:extLst>
          </p:cNvPr>
          <p:cNvSpPr/>
          <p:nvPr/>
        </p:nvSpPr>
        <p:spPr>
          <a:xfrm>
            <a:off x="9791700" y="5797550"/>
            <a:ext cx="17589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8" name="矩形: 圆角 57">
            <a:extLst>
              <a:ext uri="{FF2B5EF4-FFF2-40B4-BE49-F238E27FC236}">
                <a16:creationId xmlns:a16="http://schemas.microsoft.com/office/drawing/2014/main" id="{DEA0DD89-C719-E607-1CCB-371FAC12547C}"/>
              </a:ext>
            </a:extLst>
          </p:cNvPr>
          <p:cNvSpPr/>
          <p:nvPr/>
        </p:nvSpPr>
        <p:spPr>
          <a:xfrm>
            <a:off x="4730750" y="3676650"/>
            <a:ext cx="23368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3" name="矩形: 圆角 62">
            <a:extLst>
              <a:ext uri="{FF2B5EF4-FFF2-40B4-BE49-F238E27FC236}">
                <a16:creationId xmlns:a16="http://schemas.microsoft.com/office/drawing/2014/main" id="{332D1811-D680-06D5-C47F-D2005F194940}"/>
              </a:ext>
            </a:extLst>
          </p:cNvPr>
          <p:cNvSpPr/>
          <p:nvPr/>
        </p:nvSpPr>
        <p:spPr>
          <a:xfrm>
            <a:off x="7188200" y="3676650"/>
            <a:ext cx="187325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0" name="矩形: 圆角 129">
            <a:extLst>
              <a:ext uri="{FF2B5EF4-FFF2-40B4-BE49-F238E27FC236}">
                <a16:creationId xmlns:a16="http://schemas.microsoft.com/office/drawing/2014/main" id="{F267B80A-7DAF-5C09-4413-881758F8D69E}"/>
              </a:ext>
            </a:extLst>
          </p:cNvPr>
          <p:cNvSpPr/>
          <p:nvPr/>
        </p:nvSpPr>
        <p:spPr>
          <a:xfrm>
            <a:off x="9182100" y="3676650"/>
            <a:ext cx="23749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4" name="矩形: 圆角 133">
            <a:extLst>
              <a:ext uri="{FF2B5EF4-FFF2-40B4-BE49-F238E27FC236}">
                <a16:creationId xmlns:a16="http://schemas.microsoft.com/office/drawing/2014/main" id="{8A38E3F5-1B85-CF1C-317E-AAB5F70C0328}"/>
              </a:ext>
            </a:extLst>
          </p:cNvPr>
          <p:cNvSpPr/>
          <p:nvPr/>
        </p:nvSpPr>
        <p:spPr>
          <a:xfrm>
            <a:off x="635000" y="5797550"/>
            <a:ext cx="15176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w="6350">
                <a:solidFill>
                  <a:schemeClr val="accent3"/>
                </a:solidFill>
              </a:ln>
              <a:solidFill>
                <a:schemeClr val="bg1"/>
              </a:solidFill>
            </a:endParaRPr>
          </a:p>
        </p:txBody>
      </p:sp>
      <p:sp>
        <p:nvSpPr>
          <p:cNvPr id="140" name="矩形: 圆角 139">
            <a:extLst>
              <a:ext uri="{FF2B5EF4-FFF2-40B4-BE49-F238E27FC236}">
                <a16:creationId xmlns:a16="http://schemas.microsoft.com/office/drawing/2014/main" id="{D86A9B78-366B-69BB-8842-E2EE51DADD37}"/>
              </a:ext>
            </a:extLst>
          </p:cNvPr>
          <p:cNvSpPr/>
          <p:nvPr/>
        </p:nvSpPr>
        <p:spPr>
          <a:xfrm>
            <a:off x="635000" y="3676650"/>
            <a:ext cx="1517650" cy="1987550"/>
          </a:xfrm>
          <a:prstGeom prst="roundRect">
            <a:avLst>
              <a:gd name="adj" fmla="val 2274"/>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w="6350">
                <a:solidFill>
                  <a:schemeClr val="accent3"/>
                </a:solidFill>
              </a:ln>
              <a:solidFill>
                <a:schemeClr val="bg1"/>
              </a:solidFill>
            </a:endParaRPr>
          </a:p>
        </p:txBody>
      </p:sp>
      <p:sp>
        <p:nvSpPr>
          <p:cNvPr id="145" name="任意多边形: 形状 144">
            <a:extLst>
              <a:ext uri="{FF2B5EF4-FFF2-40B4-BE49-F238E27FC236}">
                <a16:creationId xmlns:a16="http://schemas.microsoft.com/office/drawing/2014/main" id="{BA6AB5D3-4346-963C-C82E-19E00257835A}"/>
              </a:ext>
            </a:extLst>
          </p:cNvPr>
          <p:cNvSpPr/>
          <p:nvPr/>
        </p:nvSpPr>
        <p:spPr>
          <a:xfrm>
            <a:off x="697865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33"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33"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8" name="任意多边形: 形状 147">
            <a:extLst>
              <a:ext uri="{FF2B5EF4-FFF2-40B4-BE49-F238E27FC236}">
                <a16:creationId xmlns:a16="http://schemas.microsoft.com/office/drawing/2014/main" id="{5E3BB0ED-553F-9892-17C5-90CCC7B1DDF8}"/>
              </a:ext>
            </a:extLst>
          </p:cNvPr>
          <p:cNvSpPr/>
          <p:nvPr/>
        </p:nvSpPr>
        <p:spPr>
          <a:xfrm>
            <a:off x="2273300" y="4184650"/>
            <a:ext cx="2336800" cy="1479550"/>
          </a:xfrm>
          <a:custGeom>
            <a:avLst/>
            <a:gdLst>
              <a:gd name="connsiteX0" fmla="*/ 0 w 2336800"/>
              <a:gd name="connsiteY0" fmla="*/ 50800 h 1479550"/>
              <a:gd name="connsiteX1" fmla="*/ 50800 w 2336800"/>
              <a:gd name="connsiteY1" fmla="*/ 0 h 1479550"/>
              <a:gd name="connsiteX2" fmla="*/ 2286000 w 2336800"/>
              <a:gd name="connsiteY2" fmla="*/ 0 h 1479550"/>
              <a:gd name="connsiteX3" fmla="*/ 2336800 w 2336800"/>
              <a:gd name="connsiteY3" fmla="*/ 50800 h 1479550"/>
              <a:gd name="connsiteX4" fmla="*/ 2336800 w 2336800"/>
              <a:gd name="connsiteY4" fmla="*/ 1428750 h 1479550"/>
              <a:gd name="connsiteX5" fmla="*/ 2286000 w 2336800"/>
              <a:gd name="connsiteY5" fmla="*/ 1479550 h 1479550"/>
              <a:gd name="connsiteX6" fmla="*/ 50800 w 2336800"/>
              <a:gd name="connsiteY6" fmla="*/ 1479550 h 1479550"/>
              <a:gd name="connsiteX7" fmla="*/ 0 w 2336800"/>
              <a:gd name="connsiteY7" fmla="*/ 1428750 h 1479550"/>
              <a:gd name="connsiteX8" fmla="*/ 0 w 233680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800" h="1479550">
                <a:moveTo>
                  <a:pt x="0" y="50800"/>
                </a:moveTo>
                <a:cubicBezTo>
                  <a:pt x="0" y="22746"/>
                  <a:pt x="22746" y="0"/>
                  <a:pt x="50800" y="0"/>
                </a:cubicBezTo>
                <a:lnTo>
                  <a:pt x="2286000" y="0"/>
                </a:lnTo>
                <a:cubicBezTo>
                  <a:pt x="2314055" y="0"/>
                  <a:pt x="2336800" y="22746"/>
                  <a:pt x="2336800" y="50800"/>
                </a:cubicBezTo>
                <a:lnTo>
                  <a:pt x="2336800" y="1428750"/>
                </a:lnTo>
                <a:cubicBezTo>
                  <a:pt x="2336800" y="1456805"/>
                  <a:pt x="2314055" y="1479550"/>
                  <a:pt x="2286000" y="1479550"/>
                </a:cubicBezTo>
                <a:lnTo>
                  <a:pt x="50800" y="1479550"/>
                </a:lnTo>
                <a:cubicBezTo>
                  <a:pt x="22746"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1" name="任意多边形: 形状 150">
            <a:extLst>
              <a:ext uri="{FF2B5EF4-FFF2-40B4-BE49-F238E27FC236}">
                <a16:creationId xmlns:a16="http://schemas.microsoft.com/office/drawing/2014/main" id="{FC1E5B0A-B4BC-C537-7F19-8A4ABBB74BB0}"/>
              </a:ext>
            </a:extLst>
          </p:cNvPr>
          <p:cNvSpPr/>
          <p:nvPr/>
        </p:nvSpPr>
        <p:spPr>
          <a:xfrm>
            <a:off x="4730750" y="4184650"/>
            <a:ext cx="2336800" cy="1479550"/>
          </a:xfrm>
          <a:custGeom>
            <a:avLst/>
            <a:gdLst>
              <a:gd name="connsiteX0" fmla="*/ 0 w 2336800"/>
              <a:gd name="connsiteY0" fmla="*/ 50800 h 1479550"/>
              <a:gd name="connsiteX1" fmla="*/ 50800 w 2336800"/>
              <a:gd name="connsiteY1" fmla="*/ 0 h 1479550"/>
              <a:gd name="connsiteX2" fmla="*/ 2286000 w 2336800"/>
              <a:gd name="connsiteY2" fmla="*/ 0 h 1479550"/>
              <a:gd name="connsiteX3" fmla="*/ 2336800 w 2336800"/>
              <a:gd name="connsiteY3" fmla="*/ 50800 h 1479550"/>
              <a:gd name="connsiteX4" fmla="*/ 2336800 w 2336800"/>
              <a:gd name="connsiteY4" fmla="*/ 1428750 h 1479550"/>
              <a:gd name="connsiteX5" fmla="*/ 2286000 w 2336800"/>
              <a:gd name="connsiteY5" fmla="*/ 1479550 h 1479550"/>
              <a:gd name="connsiteX6" fmla="*/ 50800 w 2336800"/>
              <a:gd name="connsiteY6" fmla="*/ 1479550 h 1479550"/>
              <a:gd name="connsiteX7" fmla="*/ 0 w 2336800"/>
              <a:gd name="connsiteY7" fmla="*/ 1428750 h 1479550"/>
              <a:gd name="connsiteX8" fmla="*/ 0 w 233680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800" h="1479550">
                <a:moveTo>
                  <a:pt x="0" y="50800"/>
                </a:moveTo>
                <a:cubicBezTo>
                  <a:pt x="0" y="22746"/>
                  <a:pt x="22746" y="0"/>
                  <a:pt x="50800" y="0"/>
                </a:cubicBezTo>
                <a:lnTo>
                  <a:pt x="2286000" y="0"/>
                </a:lnTo>
                <a:cubicBezTo>
                  <a:pt x="2314067" y="0"/>
                  <a:pt x="2336800" y="22746"/>
                  <a:pt x="2336800" y="50800"/>
                </a:cubicBezTo>
                <a:lnTo>
                  <a:pt x="2336800" y="1428750"/>
                </a:lnTo>
                <a:cubicBezTo>
                  <a:pt x="2336800" y="1456805"/>
                  <a:pt x="2314067" y="1479550"/>
                  <a:pt x="2286000" y="1479550"/>
                </a:cubicBezTo>
                <a:lnTo>
                  <a:pt x="50800" y="1479550"/>
                </a:lnTo>
                <a:cubicBezTo>
                  <a:pt x="22746"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3" name="任意多边形: 形状 152">
            <a:extLst>
              <a:ext uri="{FF2B5EF4-FFF2-40B4-BE49-F238E27FC236}">
                <a16:creationId xmlns:a16="http://schemas.microsoft.com/office/drawing/2014/main" id="{96432707-82B8-4239-9CF2-C2C87A6EEA91}"/>
              </a:ext>
            </a:extLst>
          </p:cNvPr>
          <p:cNvSpPr/>
          <p:nvPr/>
        </p:nvSpPr>
        <p:spPr>
          <a:xfrm>
            <a:off x="7188200" y="4184650"/>
            <a:ext cx="1873250" cy="1479550"/>
          </a:xfrm>
          <a:custGeom>
            <a:avLst/>
            <a:gdLst>
              <a:gd name="connsiteX0" fmla="*/ 0 w 1873250"/>
              <a:gd name="connsiteY0" fmla="*/ 50800 h 1479550"/>
              <a:gd name="connsiteX1" fmla="*/ 50800 w 1873250"/>
              <a:gd name="connsiteY1" fmla="*/ 0 h 1479550"/>
              <a:gd name="connsiteX2" fmla="*/ 1822450 w 1873250"/>
              <a:gd name="connsiteY2" fmla="*/ 0 h 1479550"/>
              <a:gd name="connsiteX3" fmla="*/ 1873250 w 1873250"/>
              <a:gd name="connsiteY3" fmla="*/ 50800 h 1479550"/>
              <a:gd name="connsiteX4" fmla="*/ 1873250 w 1873250"/>
              <a:gd name="connsiteY4" fmla="*/ 1428750 h 1479550"/>
              <a:gd name="connsiteX5" fmla="*/ 1822450 w 1873250"/>
              <a:gd name="connsiteY5" fmla="*/ 1479550 h 1479550"/>
              <a:gd name="connsiteX6" fmla="*/ 50800 w 1873250"/>
              <a:gd name="connsiteY6" fmla="*/ 1479550 h 1479550"/>
              <a:gd name="connsiteX7" fmla="*/ 0 w 1873250"/>
              <a:gd name="connsiteY7" fmla="*/ 1428750 h 1479550"/>
              <a:gd name="connsiteX8" fmla="*/ 0 w 187325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73250" h="1479550">
                <a:moveTo>
                  <a:pt x="0" y="50800"/>
                </a:moveTo>
                <a:cubicBezTo>
                  <a:pt x="0" y="22746"/>
                  <a:pt x="22733" y="0"/>
                  <a:pt x="50800" y="0"/>
                </a:cubicBezTo>
                <a:lnTo>
                  <a:pt x="1822450" y="0"/>
                </a:lnTo>
                <a:cubicBezTo>
                  <a:pt x="1850517" y="0"/>
                  <a:pt x="1873250" y="22746"/>
                  <a:pt x="1873250" y="50800"/>
                </a:cubicBezTo>
                <a:lnTo>
                  <a:pt x="1873250" y="1428750"/>
                </a:lnTo>
                <a:cubicBezTo>
                  <a:pt x="1873250" y="1456805"/>
                  <a:pt x="1850517" y="1479550"/>
                  <a:pt x="1822450" y="1479550"/>
                </a:cubicBezTo>
                <a:lnTo>
                  <a:pt x="50800" y="1479550"/>
                </a:lnTo>
                <a:cubicBezTo>
                  <a:pt x="22733"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5" name="任意多边形: 形状 154">
            <a:extLst>
              <a:ext uri="{FF2B5EF4-FFF2-40B4-BE49-F238E27FC236}">
                <a16:creationId xmlns:a16="http://schemas.microsoft.com/office/drawing/2014/main" id="{1CFA1059-CCF0-CA5F-4273-3392D71D5726}"/>
              </a:ext>
            </a:extLst>
          </p:cNvPr>
          <p:cNvSpPr/>
          <p:nvPr/>
        </p:nvSpPr>
        <p:spPr>
          <a:xfrm>
            <a:off x="9182100" y="4184650"/>
            <a:ext cx="2374900" cy="1479550"/>
          </a:xfrm>
          <a:custGeom>
            <a:avLst/>
            <a:gdLst>
              <a:gd name="connsiteX0" fmla="*/ 0 w 2374900"/>
              <a:gd name="connsiteY0" fmla="*/ 50800 h 1479550"/>
              <a:gd name="connsiteX1" fmla="*/ 50800 w 2374900"/>
              <a:gd name="connsiteY1" fmla="*/ 0 h 1479550"/>
              <a:gd name="connsiteX2" fmla="*/ 2324100 w 2374900"/>
              <a:gd name="connsiteY2" fmla="*/ 0 h 1479550"/>
              <a:gd name="connsiteX3" fmla="*/ 2374900 w 2374900"/>
              <a:gd name="connsiteY3" fmla="*/ 50800 h 1479550"/>
              <a:gd name="connsiteX4" fmla="*/ 2374900 w 2374900"/>
              <a:gd name="connsiteY4" fmla="*/ 1428750 h 1479550"/>
              <a:gd name="connsiteX5" fmla="*/ 2324100 w 2374900"/>
              <a:gd name="connsiteY5" fmla="*/ 1479550 h 1479550"/>
              <a:gd name="connsiteX6" fmla="*/ 50800 w 2374900"/>
              <a:gd name="connsiteY6" fmla="*/ 1479550 h 1479550"/>
              <a:gd name="connsiteX7" fmla="*/ 0 w 2374900"/>
              <a:gd name="connsiteY7" fmla="*/ 1428750 h 1479550"/>
              <a:gd name="connsiteX8" fmla="*/ 0 w 2374900"/>
              <a:gd name="connsiteY8" fmla="*/ 5080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4900" h="1479550">
                <a:moveTo>
                  <a:pt x="0" y="50800"/>
                </a:moveTo>
                <a:cubicBezTo>
                  <a:pt x="0" y="22746"/>
                  <a:pt x="22733" y="0"/>
                  <a:pt x="50800" y="0"/>
                </a:cubicBezTo>
                <a:lnTo>
                  <a:pt x="2324100" y="0"/>
                </a:lnTo>
                <a:cubicBezTo>
                  <a:pt x="2352167" y="0"/>
                  <a:pt x="2374900" y="22746"/>
                  <a:pt x="2374900" y="50800"/>
                </a:cubicBezTo>
                <a:lnTo>
                  <a:pt x="2374900" y="1428750"/>
                </a:lnTo>
                <a:cubicBezTo>
                  <a:pt x="2374900" y="1456805"/>
                  <a:pt x="2352167" y="1479550"/>
                  <a:pt x="2324100" y="1479550"/>
                </a:cubicBezTo>
                <a:lnTo>
                  <a:pt x="50800" y="1479550"/>
                </a:lnTo>
                <a:cubicBezTo>
                  <a:pt x="22733" y="1479550"/>
                  <a:pt x="0" y="1456805"/>
                  <a:pt x="0" y="14287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7" name="矩形: 圆角 156">
            <a:extLst>
              <a:ext uri="{FF2B5EF4-FFF2-40B4-BE49-F238E27FC236}">
                <a16:creationId xmlns:a16="http://schemas.microsoft.com/office/drawing/2014/main" id="{35C3BAF5-33C1-5C73-9782-F2EFFE538CC7}"/>
              </a:ext>
            </a:extLst>
          </p:cNvPr>
          <p:cNvSpPr/>
          <p:nvPr/>
        </p:nvSpPr>
        <p:spPr>
          <a:xfrm>
            <a:off x="2273300" y="3168650"/>
            <a:ext cx="9283700" cy="393700"/>
          </a:xfrm>
          <a:prstGeom prst="roundRect">
            <a:avLst/>
          </a:prstGeom>
          <a:solidFill>
            <a:srgbClr val="FFFFFF"/>
          </a:solidFill>
          <a:ln w="6350" cap="flat">
            <a:noFill/>
            <a:prstDash val="solid"/>
            <a:miter/>
          </a:ln>
          <a:effectLst>
            <a:outerShdw blurRad="889000" dist="63500" dir="5400000" sx="80000" sy="8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3" name="矩形: 圆角 162">
            <a:extLst>
              <a:ext uri="{FF2B5EF4-FFF2-40B4-BE49-F238E27FC236}">
                <a16:creationId xmlns:a16="http://schemas.microsoft.com/office/drawing/2014/main" id="{C3705323-CDAE-5B62-A4F0-33F2E4520CFE}"/>
              </a:ext>
            </a:extLst>
          </p:cNvPr>
          <p:cNvSpPr/>
          <p:nvPr/>
        </p:nvSpPr>
        <p:spPr>
          <a:xfrm>
            <a:off x="706120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5" name="任意多边形: 形状 164">
            <a:extLst>
              <a:ext uri="{FF2B5EF4-FFF2-40B4-BE49-F238E27FC236}">
                <a16:creationId xmlns:a16="http://schemas.microsoft.com/office/drawing/2014/main" id="{84D87CE5-0308-3FFD-494F-3C52B0D74F7A}"/>
              </a:ext>
            </a:extLst>
          </p:cNvPr>
          <p:cNvSpPr/>
          <p:nvPr/>
        </p:nvSpPr>
        <p:spPr>
          <a:xfrm>
            <a:off x="227330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46" y="0"/>
                  <a:pt x="50800" y="0"/>
                </a:cubicBezTo>
                <a:lnTo>
                  <a:pt x="1384300" y="0"/>
                </a:lnTo>
                <a:cubicBezTo>
                  <a:pt x="1412355" y="0"/>
                  <a:pt x="1435100" y="22746"/>
                  <a:pt x="1435100" y="50800"/>
                </a:cubicBezTo>
                <a:lnTo>
                  <a:pt x="1435100" y="1041400"/>
                </a:lnTo>
                <a:cubicBezTo>
                  <a:pt x="1435100" y="1069454"/>
                  <a:pt x="1412355" y="1092200"/>
                  <a:pt x="1384300" y="1092200"/>
                </a:cubicBezTo>
                <a:lnTo>
                  <a:pt x="50800" y="1092200"/>
                </a:lnTo>
                <a:cubicBezTo>
                  <a:pt x="22746"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8" name="矩形: 圆角 167">
            <a:extLst>
              <a:ext uri="{FF2B5EF4-FFF2-40B4-BE49-F238E27FC236}">
                <a16:creationId xmlns:a16="http://schemas.microsoft.com/office/drawing/2014/main" id="{56B02A54-B365-6388-B601-C393FE68FB7E}"/>
              </a:ext>
            </a:extLst>
          </p:cNvPr>
          <p:cNvSpPr/>
          <p:nvPr/>
        </p:nvSpPr>
        <p:spPr>
          <a:xfrm>
            <a:off x="235585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1" name="任意多边形: 形状 170">
            <a:extLst>
              <a:ext uri="{FF2B5EF4-FFF2-40B4-BE49-F238E27FC236}">
                <a16:creationId xmlns:a16="http://schemas.microsoft.com/office/drawing/2014/main" id="{A45E4CCF-BE01-4082-CB7A-ADCF56F420DF}"/>
              </a:ext>
            </a:extLst>
          </p:cNvPr>
          <p:cNvSpPr/>
          <p:nvPr/>
        </p:nvSpPr>
        <p:spPr>
          <a:xfrm>
            <a:off x="384175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46" y="0"/>
                  <a:pt x="50800" y="0"/>
                </a:cubicBezTo>
                <a:lnTo>
                  <a:pt x="1384300" y="0"/>
                </a:lnTo>
                <a:cubicBezTo>
                  <a:pt x="1412355" y="0"/>
                  <a:pt x="1435100" y="22746"/>
                  <a:pt x="1435100" y="50800"/>
                </a:cubicBezTo>
                <a:lnTo>
                  <a:pt x="1435100" y="1041400"/>
                </a:lnTo>
                <a:cubicBezTo>
                  <a:pt x="1435100" y="1069454"/>
                  <a:pt x="1412355" y="1092200"/>
                  <a:pt x="1384300" y="1092200"/>
                </a:cubicBezTo>
                <a:lnTo>
                  <a:pt x="50800" y="1092200"/>
                </a:lnTo>
                <a:cubicBezTo>
                  <a:pt x="22746"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5" name="矩形: 圆角 174">
            <a:extLst>
              <a:ext uri="{FF2B5EF4-FFF2-40B4-BE49-F238E27FC236}">
                <a16:creationId xmlns:a16="http://schemas.microsoft.com/office/drawing/2014/main" id="{430341E6-1986-5F09-38B2-B2B8D1ED4F04}"/>
              </a:ext>
            </a:extLst>
          </p:cNvPr>
          <p:cNvSpPr/>
          <p:nvPr/>
        </p:nvSpPr>
        <p:spPr>
          <a:xfrm>
            <a:off x="392430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8" name="任意多边形: 形状 177">
            <a:extLst>
              <a:ext uri="{FF2B5EF4-FFF2-40B4-BE49-F238E27FC236}">
                <a16:creationId xmlns:a16="http://schemas.microsoft.com/office/drawing/2014/main" id="{972B27CC-77C1-55D0-DC92-EA865948B99D}"/>
              </a:ext>
            </a:extLst>
          </p:cNvPr>
          <p:cNvSpPr/>
          <p:nvPr/>
        </p:nvSpPr>
        <p:spPr>
          <a:xfrm>
            <a:off x="541020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46"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46"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2" name="矩形: 圆角 181">
            <a:extLst>
              <a:ext uri="{FF2B5EF4-FFF2-40B4-BE49-F238E27FC236}">
                <a16:creationId xmlns:a16="http://schemas.microsoft.com/office/drawing/2014/main" id="{1E876440-6E7F-E1C7-8884-5DE5CF48CF94}"/>
              </a:ext>
            </a:extLst>
          </p:cNvPr>
          <p:cNvSpPr/>
          <p:nvPr/>
        </p:nvSpPr>
        <p:spPr>
          <a:xfrm>
            <a:off x="549275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4" name="任意多边形: 形状 183">
            <a:extLst>
              <a:ext uri="{FF2B5EF4-FFF2-40B4-BE49-F238E27FC236}">
                <a16:creationId xmlns:a16="http://schemas.microsoft.com/office/drawing/2014/main" id="{7BF82A22-5F71-ED08-B7A2-26BB29F0F817}"/>
              </a:ext>
            </a:extLst>
          </p:cNvPr>
          <p:cNvSpPr/>
          <p:nvPr/>
        </p:nvSpPr>
        <p:spPr>
          <a:xfrm>
            <a:off x="854710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33"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33"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8" name="矩形: 圆角 187">
            <a:extLst>
              <a:ext uri="{FF2B5EF4-FFF2-40B4-BE49-F238E27FC236}">
                <a16:creationId xmlns:a16="http://schemas.microsoft.com/office/drawing/2014/main" id="{18FBAD90-E740-4F43-3DA8-F77EE5E0FDFB}"/>
              </a:ext>
            </a:extLst>
          </p:cNvPr>
          <p:cNvSpPr/>
          <p:nvPr/>
        </p:nvSpPr>
        <p:spPr>
          <a:xfrm>
            <a:off x="862965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1" name="任意多边形: 形状 190">
            <a:extLst>
              <a:ext uri="{FF2B5EF4-FFF2-40B4-BE49-F238E27FC236}">
                <a16:creationId xmlns:a16="http://schemas.microsoft.com/office/drawing/2014/main" id="{888B56FD-F8F9-C771-FDB6-FCDC7A313D52}"/>
              </a:ext>
            </a:extLst>
          </p:cNvPr>
          <p:cNvSpPr/>
          <p:nvPr/>
        </p:nvSpPr>
        <p:spPr>
          <a:xfrm>
            <a:off x="10115550" y="1962150"/>
            <a:ext cx="1435100" cy="1092200"/>
          </a:xfrm>
          <a:custGeom>
            <a:avLst/>
            <a:gdLst>
              <a:gd name="connsiteX0" fmla="*/ 0 w 1435100"/>
              <a:gd name="connsiteY0" fmla="*/ 50800 h 1092200"/>
              <a:gd name="connsiteX1" fmla="*/ 50800 w 1435100"/>
              <a:gd name="connsiteY1" fmla="*/ 0 h 1092200"/>
              <a:gd name="connsiteX2" fmla="*/ 1384300 w 1435100"/>
              <a:gd name="connsiteY2" fmla="*/ 0 h 1092200"/>
              <a:gd name="connsiteX3" fmla="*/ 1435100 w 1435100"/>
              <a:gd name="connsiteY3" fmla="*/ 50800 h 1092200"/>
              <a:gd name="connsiteX4" fmla="*/ 1435100 w 1435100"/>
              <a:gd name="connsiteY4" fmla="*/ 1041400 h 1092200"/>
              <a:gd name="connsiteX5" fmla="*/ 1384300 w 1435100"/>
              <a:gd name="connsiteY5" fmla="*/ 1092200 h 1092200"/>
              <a:gd name="connsiteX6" fmla="*/ 50800 w 1435100"/>
              <a:gd name="connsiteY6" fmla="*/ 1092200 h 1092200"/>
              <a:gd name="connsiteX7" fmla="*/ 0 w 1435100"/>
              <a:gd name="connsiteY7" fmla="*/ 1041400 h 1092200"/>
              <a:gd name="connsiteX8" fmla="*/ 0 w 1435100"/>
              <a:gd name="connsiteY8" fmla="*/ 50800 h 10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100" h="1092200">
                <a:moveTo>
                  <a:pt x="0" y="50800"/>
                </a:moveTo>
                <a:cubicBezTo>
                  <a:pt x="0" y="22746"/>
                  <a:pt x="22733" y="0"/>
                  <a:pt x="50800" y="0"/>
                </a:cubicBezTo>
                <a:lnTo>
                  <a:pt x="1384300" y="0"/>
                </a:lnTo>
                <a:cubicBezTo>
                  <a:pt x="1412367" y="0"/>
                  <a:pt x="1435100" y="22746"/>
                  <a:pt x="1435100" y="50800"/>
                </a:cubicBezTo>
                <a:lnTo>
                  <a:pt x="1435100" y="1041400"/>
                </a:lnTo>
                <a:cubicBezTo>
                  <a:pt x="1435100" y="1069454"/>
                  <a:pt x="1412367" y="1092200"/>
                  <a:pt x="1384300" y="1092200"/>
                </a:cubicBezTo>
                <a:lnTo>
                  <a:pt x="50800" y="1092200"/>
                </a:lnTo>
                <a:cubicBezTo>
                  <a:pt x="22733" y="1092200"/>
                  <a:pt x="0" y="1069454"/>
                  <a:pt x="0" y="1041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4" name="矩形: 圆角 193">
            <a:extLst>
              <a:ext uri="{FF2B5EF4-FFF2-40B4-BE49-F238E27FC236}">
                <a16:creationId xmlns:a16="http://schemas.microsoft.com/office/drawing/2014/main" id="{F82BE338-7C01-4D34-6FD2-66C49646F088}"/>
              </a:ext>
            </a:extLst>
          </p:cNvPr>
          <p:cNvSpPr/>
          <p:nvPr/>
        </p:nvSpPr>
        <p:spPr>
          <a:xfrm>
            <a:off x="10198100" y="2470150"/>
            <a:ext cx="1270000" cy="4826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4" name="任意多边形: 形状 203">
            <a:extLst>
              <a:ext uri="{FF2B5EF4-FFF2-40B4-BE49-F238E27FC236}">
                <a16:creationId xmlns:a16="http://schemas.microsoft.com/office/drawing/2014/main" id="{4860CE89-04AB-A1B5-0F4A-43A69DA1AAF8}"/>
              </a:ext>
            </a:extLst>
          </p:cNvPr>
          <p:cNvSpPr/>
          <p:nvPr/>
        </p:nvSpPr>
        <p:spPr>
          <a:xfrm>
            <a:off x="2565400" y="3448050"/>
            <a:ext cx="209550" cy="6350"/>
          </a:xfrm>
          <a:custGeom>
            <a:avLst/>
            <a:gdLst>
              <a:gd name="connsiteX0" fmla="*/ 0 w 209550"/>
              <a:gd name="connsiteY0" fmla="*/ 0 h 6350"/>
              <a:gd name="connsiteX1" fmla="*/ 209550 w 209550"/>
              <a:gd name="connsiteY1" fmla="*/ 0 h 6350"/>
            </a:gdLst>
            <a:ahLst/>
            <a:cxnLst>
              <a:cxn ang="0">
                <a:pos x="connsiteX0" y="connsiteY0"/>
              </a:cxn>
              <a:cxn ang="0">
                <a:pos x="connsiteX1" y="connsiteY1"/>
              </a:cxn>
            </a:cxnLst>
            <a:rect l="l" t="t" r="r" b="b"/>
            <a:pathLst>
              <a:path w="209550" h="6350">
                <a:moveTo>
                  <a:pt x="0" y="0"/>
                </a:moveTo>
                <a:lnTo>
                  <a:pt x="209550" y="0"/>
                </a:lnTo>
              </a:path>
            </a:pathLst>
          </a:custGeom>
          <a:noFill/>
          <a:ln w="19050" cap="rnd">
            <a:solidFill>
              <a:schemeClr val="accent1">
                <a:lumMod val="100000"/>
              </a:schemeClr>
            </a:solidFill>
            <a:prstDash val="solid"/>
            <a:round/>
          </a:ln>
        </p:spPr>
        <p:txBody>
          <a:bodyPr rtlCol="0" anchor="ctr"/>
          <a:lstStyle/>
          <a:p>
            <a:endParaRPr lang="zh-CN" altLang="en-US"/>
          </a:p>
        </p:txBody>
      </p:sp>
      <p:sp>
        <p:nvSpPr>
          <p:cNvPr id="206" name="任意多边形: 形状 205">
            <a:extLst>
              <a:ext uri="{FF2B5EF4-FFF2-40B4-BE49-F238E27FC236}">
                <a16:creationId xmlns:a16="http://schemas.microsoft.com/office/drawing/2014/main" id="{EF6B22E2-9BB1-CDCE-0D49-7BA687B88EDA}"/>
              </a:ext>
            </a:extLst>
          </p:cNvPr>
          <p:cNvSpPr/>
          <p:nvPr/>
        </p:nvSpPr>
        <p:spPr>
          <a:xfrm>
            <a:off x="2593975" y="3263900"/>
            <a:ext cx="76200" cy="177800"/>
          </a:xfrm>
          <a:custGeom>
            <a:avLst/>
            <a:gdLst>
              <a:gd name="connsiteX0" fmla="*/ 0 w 76200"/>
              <a:gd name="connsiteY0" fmla="*/ 47625 h 177800"/>
              <a:gd name="connsiteX1" fmla="*/ 0 w 76200"/>
              <a:gd name="connsiteY1" fmla="*/ 177800 h 177800"/>
              <a:gd name="connsiteX2" fmla="*/ 76200 w 76200"/>
              <a:gd name="connsiteY2" fmla="*/ 177800 h 177800"/>
              <a:gd name="connsiteX3" fmla="*/ 76200 w 76200"/>
              <a:gd name="connsiteY3" fmla="*/ 0 h 177800"/>
              <a:gd name="connsiteX4" fmla="*/ 0 w 76200"/>
              <a:gd name="connsiteY4" fmla="*/ 47625 h 17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177800">
                <a:moveTo>
                  <a:pt x="0" y="47625"/>
                </a:moveTo>
                <a:lnTo>
                  <a:pt x="0" y="177800"/>
                </a:lnTo>
                <a:lnTo>
                  <a:pt x="76200" y="177800"/>
                </a:lnTo>
                <a:lnTo>
                  <a:pt x="76200" y="0"/>
                </a:lnTo>
                <a:lnTo>
                  <a:pt x="0" y="4762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07" name="任意多边形: 形状 206">
            <a:extLst>
              <a:ext uri="{FF2B5EF4-FFF2-40B4-BE49-F238E27FC236}">
                <a16:creationId xmlns:a16="http://schemas.microsoft.com/office/drawing/2014/main" id="{7696E12F-A6E9-F321-53A2-4369DF8A99AE}"/>
              </a:ext>
            </a:extLst>
          </p:cNvPr>
          <p:cNvSpPr/>
          <p:nvPr/>
        </p:nvSpPr>
        <p:spPr>
          <a:xfrm>
            <a:off x="2698750" y="3308350"/>
            <a:ext cx="57150" cy="133350"/>
          </a:xfrm>
          <a:custGeom>
            <a:avLst/>
            <a:gdLst>
              <a:gd name="connsiteX0" fmla="*/ 57150 w 57150"/>
              <a:gd name="connsiteY0" fmla="*/ 35719 h 133350"/>
              <a:gd name="connsiteX1" fmla="*/ 57150 w 57150"/>
              <a:gd name="connsiteY1" fmla="*/ 133350 h 133350"/>
              <a:gd name="connsiteX2" fmla="*/ 0 w 57150"/>
              <a:gd name="connsiteY2" fmla="*/ 133350 h 133350"/>
              <a:gd name="connsiteX3" fmla="*/ 0 w 57150"/>
              <a:gd name="connsiteY3" fmla="*/ 0 h 133350"/>
              <a:gd name="connsiteX4" fmla="*/ 57150 w 57150"/>
              <a:gd name="connsiteY4" fmla="*/ 3571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33350">
                <a:moveTo>
                  <a:pt x="57150" y="35719"/>
                </a:moveTo>
                <a:lnTo>
                  <a:pt x="57150" y="133350"/>
                </a:lnTo>
                <a:lnTo>
                  <a:pt x="0" y="133350"/>
                </a:lnTo>
                <a:lnTo>
                  <a:pt x="0" y="0"/>
                </a:lnTo>
                <a:lnTo>
                  <a:pt x="57150" y="35719"/>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09" name="任意多边形: 形状 208">
            <a:extLst>
              <a:ext uri="{FF2B5EF4-FFF2-40B4-BE49-F238E27FC236}">
                <a16:creationId xmlns:a16="http://schemas.microsoft.com/office/drawing/2014/main" id="{DBD2717B-D3B2-BDCE-66E3-D190294F0299}"/>
              </a:ext>
            </a:extLst>
          </p:cNvPr>
          <p:cNvSpPr/>
          <p:nvPr/>
        </p:nvSpPr>
        <p:spPr>
          <a:xfrm>
            <a:off x="4540250" y="3270250"/>
            <a:ext cx="222250" cy="190500"/>
          </a:xfrm>
          <a:custGeom>
            <a:avLst/>
            <a:gdLst>
              <a:gd name="connsiteX0" fmla="*/ 218002 w 222250"/>
              <a:gd name="connsiteY0" fmla="*/ 115500 h 190500"/>
              <a:gd name="connsiteX1" fmla="*/ 215633 w 222250"/>
              <a:gd name="connsiteY1" fmla="*/ 113005 h 190500"/>
              <a:gd name="connsiteX2" fmla="*/ 192983 w 222250"/>
              <a:gd name="connsiteY2" fmla="*/ 89814 h 190500"/>
              <a:gd name="connsiteX3" fmla="*/ 161353 w 222250"/>
              <a:gd name="connsiteY3" fmla="*/ 82671 h 190500"/>
              <a:gd name="connsiteX4" fmla="*/ 130931 w 222250"/>
              <a:gd name="connsiteY4" fmla="*/ 93891 h 190500"/>
              <a:gd name="connsiteX5" fmla="*/ 111506 w 222250"/>
              <a:gd name="connsiteY5" fmla="*/ 119850 h 190500"/>
              <a:gd name="connsiteX6" fmla="*/ 103346 w 222250"/>
              <a:gd name="connsiteY6" fmla="*/ 123596 h 190500"/>
              <a:gd name="connsiteX7" fmla="*/ 99600 w 222250"/>
              <a:gd name="connsiteY7" fmla="*/ 115437 h 190500"/>
              <a:gd name="connsiteX8" fmla="*/ 123342 w 222250"/>
              <a:gd name="connsiteY8" fmla="*/ 83706 h 190500"/>
              <a:gd name="connsiteX9" fmla="*/ 160522 w 222250"/>
              <a:gd name="connsiteY9" fmla="*/ 70002 h 190500"/>
              <a:gd name="connsiteX10" fmla="*/ 184150 w 222250"/>
              <a:gd name="connsiteY10" fmla="*/ 72498 h 190500"/>
              <a:gd name="connsiteX11" fmla="*/ 111125 w 222250"/>
              <a:gd name="connsiteY11" fmla="*/ 0 h 190500"/>
              <a:gd name="connsiteX12" fmla="*/ 38100 w 222250"/>
              <a:gd name="connsiteY12" fmla="*/ 73025 h 190500"/>
              <a:gd name="connsiteX13" fmla="*/ 39021 w 222250"/>
              <a:gd name="connsiteY13" fmla="*/ 84646 h 190500"/>
              <a:gd name="connsiteX14" fmla="*/ 0 w 222250"/>
              <a:gd name="connsiteY14" fmla="*/ 136525 h 190500"/>
              <a:gd name="connsiteX15" fmla="*/ 53975 w 222250"/>
              <a:gd name="connsiteY15" fmla="*/ 190500 h 190500"/>
              <a:gd name="connsiteX16" fmla="*/ 168275 w 222250"/>
              <a:gd name="connsiteY16" fmla="*/ 190500 h 190500"/>
              <a:gd name="connsiteX17" fmla="*/ 222250 w 222250"/>
              <a:gd name="connsiteY17" fmla="*/ 136525 h 190500"/>
              <a:gd name="connsiteX18" fmla="*/ 218002 w 222250"/>
              <a:gd name="connsiteY18" fmla="*/ 115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250" h="190500">
                <a:moveTo>
                  <a:pt x="218002" y="115500"/>
                </a:moveTo>
                <a:cubicBezTo>
                  <a:pt x="217030" y="114922"/>
                  <a:pt x="216198" y="114078"/>
                  <a:pt x="215633" y="113005"/>
                </a:cubicBezTo>
                <a:cubicBezTo>
                  <a:pt x="210477" y="103251"/>
                  <a:pt x="202609" y="95193"/>
                  <a:pt x="192983" y="89814"/>
                </a:cubicBezTo>
                <a:cubicBezTo>
                  <a:pt x="183350" y="84430"/>
                  <a:pt x="172364" y="81947"/>
                  <a:pt x="161353" y="82671"/>
                </a:cubicBezTo>
                <a:cubicBezTo>
                  <a:pt x="150343" y="83395"/>
                  <a:pt x="139776" y="87294"/>
                  <a:pt x="130931" y="93891"/>
                </a:cubicBezTo>
                <a:cubicBezTo>
                  <a:pt x="122085" y="100482"/>
                  <a:pt x="115341" y="109500"/>
                  <a:pt x="111506" y="119850"/>
                </a:cubicBezTo>
                <a:cubicBezTo>
                  <a:pt x="110293" y="123139"/>
                  <a:pt x="106636" y="124816"/>
                  <a:pt x="103346" y="123596"/>
                </a:cubicBezTo>
                <a:cubicBezTo>
                  <a:pt x="100057" y="122377"/>
                  <a:pt x="98380" y="118726"/>
                  <a:pt x="99600" y="115437"/>
                </a:cubicBezTo>
                <a:cubicBezTo>
                  <a:pt x="104286" y="102788"/>
                  <a:pt x="112528" y="91770"/>
                  <a:pt x="123342" y="83706"/>
                </a:cubicBezTo>
                <a:cubicBezTo>
                  <a:pt x="134150" y="75648"/>
                  <a:pt x="147066" y="70885"/>
                  <a:pt x="160522" y="70002"/>
                </a:cubicBezTo>
                <a:cubicBezTo>
                  <a:pt x="168523" y="69475"/>
                  <a:pt x="176511" y="70333"/>
                  <a:pt x="184150" y="72498"/>
                </a:cubicBezTo>
                <a:cubicBezTo>
                  <a:pt x="183864" y="32410"/>
                  <a:pt x="151282" y="0"/>
                  <a:pt x="111125" y="0"/>
                </a:cubicBezTo>
                <a:cubicBezTo>
                  <a:pt x="70796" y="0"/>
                  <a:pt x="38100" y="32696"/>
                  <a:pt x="38100" y="73025"/>
                </a:cubicBezTo>
                <a:cubicBezTo>
                  <a:pt x="38100" y="76981"/>
                  <a:pt x="38417" y="80861"/>
                  <a:pt x="39021" y="84646"/>
                </a:cubicBezTo>
                <a:cubicBezTo>
                  <a:pt x="16485" y="91135"/>
                  <a:pt x="0" y="111906"/>
                  <a:pt x="0" y="136525"/>
                </a:cubicBezTo>
                <a:cubicBezTo>
                  <a:pt x="0" y="166332"/>
                  <a:pt x="24168" y="190500"/>
                  <a:pt x="53975" y="190500"/>
                </a:cubicBezTo>
                <a:lnTo>
                  <a:pt x="168275" y="190500"/>
                </a:lnTo>
                <a:cubicBezTo>
                  <a:pt x="198082" y="190500"/>
                  <a:pt x="222250" y="166332"/>
                  <a:pt x="222250" y="136525"/>
                </a:cubicBezTo>
                <a:cubicBezTo>
                  <a:pt x="222250" y="129064"/>
                  <a:pt x="220739" y="121958"/>
                  <a:pt x="218002" y="11550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16" name="任意多边形: 形状 215">
            <a:extLst>
              <a:ext uri="{FF2B5EF4-FFF2-40B4-BE49-F238E27FC236}">
                <a16:creationId xmlns:a16="http://schemas.microsoft.com/office/drawing/2014/main" id="{DB84A556-0D55-B790-D2B5-CEAC810BE273}"/>
              </a:ext>
            </a:extLst>
          </p:cNvPr>
          <p:cNvSpPr/>
          <p:nvPr/>
        </p:nvSpPr>
        <p:spPr>
          <a:xfrm>
            <a:off x="6521459" y="3282950"/>
            <a:ext cx="190490" cy="190502"/>
          </a:xfrm>
          <a:custGeom>
            <a:avLst/>
            <a:gdLst>
              <a:gd name="connsiteX0" fmla="*/ 190491 w 190490"/>
              <a:gd name="connsiteY0" fmla="*/ 95250 h 190502"/>
              <a:gd name="connsiteX1" fmla="*/ 174425 w 190490"/>
              <a:gd name="connsiteY1" fmla="*/ 148171 h 190502"/>
              <a:gd name="connsiteX2" fmla="*/ 131690 w 190490"/>
              <a:gd name="connsiteY2" fmla="*/ 183248 h 190502"/>
              <a:gd name="connsiteX3" fmla="*/ 76635 w 190490"/>
              <a:gd name="connsiteY3" fmla="*/ 188671 h 190502"/>
              <a:gd name="connsiteX4" fmla="*/ 27867 w 190490"/>
              <a:gd name="connsiteY4" fmla="*/ 162604 h 190502"/>
              <a:gd name="connsiteX5" fmla="*/ 1832 w 190490"/>
              <a:gd name="connsiteY5" fmla="*/ 113830 h 190502"/>
              <a:gd name="connsiteX6" fmla="*/ 7230 w 190490"/>
              <a:gd name="connsiteY6" fmla="*/ 58801 h 190502"/>
              <a:gd name="connsiteX7" fmla="*/ 42345 w 190490"/>
              <a:gd name="connsiteY7" fmla="*/ 16053 h 190502"/>
              <a:gd name="connsiteX8" fmla="*/ 95241 w 190490"/>
              <a:gd name="connsiteY8" fmla="*/ 0 h 190502"/>
              <a:gd name="connsiteX9" fmla="*/ 95241 w 190490"/>
              <a:gd name="connsiteY9" fmla="*/ 95250 h 190502"/>
              <a:gd name="connsiteX10" fmla="*/ 190491 w 190490"/>
              <a:gd name="connsiteY10" fmla="*/ 95250 h 19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490" h="190502">
                <a:moveTo>
                  <a:pt x="190491" y="95250"/>
                </a:moveTo>
                <a:cubicBezTo>
                  <a:pt x="190491" y="114090"/>
                  <a:pt x="184903" y="132505"/>
                  <a:pt x="174425" y="148171"/>
                </a:cubicBezTo>
                <a:cubicBezTo>
                  <a:pt x="163947" y="163830"/>
                  <a:pt x="149089" y="176041"/>
                  <a:pt x="131690" y="183248"/>
                </a:cubicBezTo>
                <a:cubicBezTo>
                  <a:pt x="114291" y="190462"/>
                  <a:pt x="95113" y="192348"/>
                  <a:pt x="76635" y="188671"/>
                </a:cubicBezTo>
                <a:cubicBezTo>
                  <a:pt x="58157" y="184995"/>
                  <a:pt x="41202" y="175920"/>
                  <a:pt x="27867" y="162604"/>
                </a:cubicBezTo>
                <a:cubicBezTo>
                  <a:pt x="14596" y="149282"/>
                  <a:pt x="5515" y="132309"/>
                  <a:pt x="1832" y="113830"/>
                </a:cubicBezTo>
                <a:cubicBezTo>
                  <a:pt x="-1851" y="95358"/>
                  <a:pt x="54" y="76206"/>
                  <a:pt x="7230" y="58801"/>
                </a:cubicBezTo>
                <a:cubicBezTo>
                  <a:pt x="14469" y="41396"/>
                  <a:pt x="26660" y="26518"/>
                  <a:pt x="42345" y="16053"/>
                </a:cubicBezTo>
                <a:cubicBezTo>
                  <a:pt x="57966" y="5588"/>
                  <a:pt x="76381" y="0"/>
                  <a:pt x="95241" y="0"/>
                </a:cubicBezTo>
                <a:lnTo>
                  <a:pt x="95241" y="95250"/>
                </a:lnTo>
                <a:lnTo>
                  <a:pt x="190491" y="95250"/>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17" name="任意多边形: 形状 216">
            <a:extLst>
              <a:ext uri="{FF2B5EF4-FFF2-40B4-BE49-F238E27FC236}">
                <a16:creationId xmlns:a16="http://schemas.microsoft.com/office/drawing/2014/main" id="{4624E067-961A-1C68-C6C3-D2E5A5AE99AF}"/>
              </a:ext>
            </a:extLst>
          </p:cNvPr>
          <p:cNvSpPr/>
          <p:nvPr/>
        </p:nvSpPr>
        <p:spPr>
          <a:xfrm>
            <a:off x="6635750" y="3263900"/>
            <a:ext cx="95250" cy="95250"/>
          </a:xfrm>
          <a:custGeom>
            <a:avLst/>
            <a:gdLst>
              <a:gd name="connsiteX0" fmla="*/ 0 w 95250"/>
              <a:gd name="connsiteY0" fmla="*/ 0 h 95250"/>
              <a:gd name="connsiteX1" fmla="*/ 67373 w 95250"/>
              <a:gd name="connsiteY1" fmla="*/ 27896 h 95250"/>
              <a:gd name="connsiteX2" fmla="*/ 95250 w 95250"/>
              <a:gd name="connsiteY2" fmla="*/ 95250 h 95250"/>
              <a:gd name="connsiteX3" fmla="*/ 0 w 95250"/>
              <a:gd name="connsiteY3" fmla="*/ 95250 h 95250"/>
              <a:gd name="connsiteX4" fmla="*/ 0 w 95250"/>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0" y="0"/>
                </a:moveTo>
                <a:cubicBezTo>
                  <a:pt x="25273" y="0"/>
                  <a:pt x="49467" y="10033"/>
                  <a:pt x="67373" y="27896"/>
                </a:cubicBezTo>
                <a:cubicBezTo>
                  <a:pt x="85217" y="45758"/>
                  <a:pt x="95250" y="69990"/>
                  <a:pt x="95250" y="95250"/>
                </a:cubicBezTo>
                <a:lnTo>
                  <a:pt x="0" y="95250"/>
                </a:lnTo>
                <a:lnTo>
                  <a:pt x="0" y="0"/>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18" name="任意多边形: 形状 217">
            <a:extLst>
              <a:ext uri="{FF2B5EF4-FFF2-40B4-BE49-F238E27FC236}">
                <a16:creationId xmlns:a16="http://schemas.microsoft.com/office/drawing/2014/main" id="{FDCBA21B-E768-D49C-5B62-66127FB4EFAB}"/>
              </a:ext>
            </a:extLst>
          </p:cNvPr>
          <p:cNvSpPr/>
          <p:nvPr/>
        </p:nvSpPr>
        <p:spPr>
          <a:xfrm>
            <a:off x="8490013" y="3257575"/>
            <a:ext cx="215772" cy="215836"/>
          </a:xfrm>
          <a:custGeom>
            <a:avLst/>
            <a:gdLst>
              <a:gd name="connsiteX0" fmla="*/ 82486 w 215772"/>
              <a:gd name="connsiteY0" fmla="*/ 104743 h 215836"/>
              <a:gd name="connsiteX1" fmla="*/ 139636 w 215772"/>
              <a:gd name="connsiteY1" fmla="*/ 104743 h 215836"/>
              <a:gd name="connsiteX2" fmla="*/ 129667 w 215772"/>
              <a:gd name="connsiteY2" fmla="*/ 28949 h 215836"/>
              <a:gd name="connsiteX3" fmla="*/ 119507 w 215772"/>
              <a:gd name="connsiteY3" fmla="*/ 6318 h 215836"/>
              <a:gd name="connsiteX4" fmla="*/ 111823 w 215772"/>
              <a:gd name="connsiteY4" fmla="*/ 38 h 215836"/>
              <a:gd name="connsiteX5" fmla="*/ 110554 w 215772"/>
              <a:gd name="connsiteY5" fmla="*/ 0 h 215836"/>
              <a:gd name="connsiteX6" fmla="*/ 102616 w 215772"/>
              <a:gd name="connsiteY6" fmla="*/ 6318 h 215836"/>
              <a:gd name="connsiteX7" fmla="*/ 92456 w 215772"/>
              <a:gd name="connsiteY7" fmla="*/ 28949 h 215836"/>
              <a:gd name="connsiteX8" fmla="*/ 82486 w 215772"/>
              <a:gd name="connsiteY8" fmla="*/ 104743 h 215836"/>
              <a:gd name="connsiteX9" fmla="*/ 139509 w 215772"/>
              <a:gd name="connsiteY9" fmla="*/ 117443 h 215836"/>
              <a:gd name="connsiteX10" fmla="*/ 129667 w 215772"/>
              <a:gd name="connsiteY10" fmla="*/ 186887 h 215836"/>
              <a:gd name="connsiteX11" fmla="*/ 119507 w 215772"/>
              <a:gd name="connsiteY11" fmla="*/ 209518 h 215836"/>
              <a:gd name="connsiteX12" fmla="*/ 111823 w 215772"/>
              <a:gd name="connsiteY12" fmla="*/ 215798 h 215836"/>
              <a:gd name="connsiteX13" fmla="*/ 110554 w 215772"/>
              <a:gd name="connsiteY13" fmla="*/ 215836 h 215836"/>
              <a:gd name="connsiteX14" fmla="*/ 102616 w 215772"/>
              <a:gd name="connsiteY14" fmla="*/ 209518 h 215836"/>
              <a:gd name="connsiteX15" fmla="*/ 92456 w 215772"/>
              <a:gd name="connsiteY15" fmla="*/ 186887 h 215836"/>
              <a:gd name="connsiteX16" fmla="*/ 82614 w 215772"/>
              <a:gd name="connsiteY16" fmla="*/ 117443 h 215836"/>
              <a:gd name="connsiteX17" fmla="*/ 139509 w 215772"/>
              <a:gd name="connsiteY17" fmla="*/ 117443 h 215836"/>
              <a:gd name="connsiteX18" fmla="*/ 152209 w 215772"/>
              <a:gd name="connsiteY18" fmla="*/ 117443 h 215836"/>
              <a:gd name="connsiteX19" fmla="*/ 215392 w 215772"/>
              <a:gd name="connsiteY19" fmla="*/ 117443 h 215836"/>
              <a:gd name="connsiteX20" fmla="*/ 132334 w 215772"/>
              <a:gd name="connsiteY20" fmla="*/ 213087 h 215836"/>
              <a:gd name="connsiteX21" fmla="*/ 141859 w 215772"/>
              <a:gd name="connsiteY21" fmla="*/ 190595 h 215836"/>
              <a:gd name="connsiteX22" fmla="*/ 152209 w 215772"/>
              <a:gd name="connsiteY22" fmla="*/ 117443 h 215836"/>
              <a:gd name="connsiteX23" fmla="*/ 215773 w 215772"/>
              <a:gd name="connsiteY23" fmla="*/ 104743 h 215836"/>
              <a:gd name="connsiteX24" fmla="*/ 152336 w 215772"/>
              <a:gd name="connsiteY24" fmla="*/ 104743 h 215836"/>
              <a:gd name="connsiteX25" fmla="*/ 141859 w 215772"/>
              <a:gd name="connsiteY25" fmla="*/ 25241 h 215836"/>
              <a:gd name="connsiteX26" fmla="*/ 132334 w 215772"/>
              <a:gd name="connsiteY26" fmla="*/ 2749 h 215836"/>
              <a:gd name="connsiteX27" fmla="*/ 215773 w 215772"/>
              <a:gd name="connsiteY27" fmla="*/ 104743 h 215836"/>
              <a:gd name="connsiteX28" fmla="*/ 69786 w 215772"/>
              <a:gd name="connsiteY28" fmla="*/ 104743 h 215836"/>
              <a:gd name="connsiteX29" fmla="*/ 0 w 215772"/>
              <a:gd name="connsiteY29" fmla="*/ 104743 h 215836"/>
              <a:gd name="connsiteX30" fmla="*/ 90678 w 215772"/>
              <a:gd name="connsiteY30" fmla="*/ 1333 h 215836"/>
              <a:gd name="connsiteX31" fmla="*/ 80264 w 215772"/>
              <a:gd name="connsiteY31" fmla="*/ 25241 h 215836"/>
              <a:gd name="connsiteX32" fmla="*/ 69786 w 215772"/>
              <a:gd name="connsiteY32" fmla="*/ 104743 h 215836"/>
              <a:gd name="connsiteX33" fmla="*/ 69914 w 215772"/>
              <a:gd name="connsiteY33" fmla="*/ 117443 h 215836"/>
              <a:gd name="connsiteX34" fmla="*/ 318 w 215772"/>
              <a:gd name="connsiteY34" fmla="*/ 117443 h 215836"/>
              <a:gd name="connsiteX35" fmla="*/ 90678 w 215772"/>
              <a:gd name="connsiteY35" fmla="*/ 214497 h 215836"/>
              <a:gd name="connsiteX36" fmla="*/ 80264 w 215772"/>
              <a:gd name="connsiteY36" fmla="*/ 190595 h 215836"/>
              <a:gd name="connsiteX37" fmla="*/ 69914 w 215772"/>
              <a:gd name="connsiteY37" fmla="*/ 117443 h 21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5772" h="215836">
                <a:moveTo>
                  <a:pt x="82486" y="104743"/>
                </a:moveTo>
                <a:lnTo>
                  <a:pt x="139636" y="104743"/>
                </a:lnTo>
                <a:cubicBezTo>
                  <a:pt x="139382" y="74904"/>
                  <a:pt x="135572" y="48202"/>
                  <a:pt x="129667" y="28949"/>
                </a:cubicBezTo>
                <a:cubicBezTo>
                  <a:pt x="126619" y="18948"/>
                  <a:pt x="123127" y="11309"/>
                  <a:pt x="119507" y="6318"/>
                </a:cubicBezTo>
                <a:cubicBezTo>
                  <a:pt x="116268" y="1867"/>
                  <a:pt x="113665" y="362"/>
                  <a:pt x="111823" y="38"/>
                </a:cubicBezTo>
                <a:cubicBezTo>
                  <a:pt x="111379" y="25"/>
                  <a:pt x="110998" y="12"/>
                  <a:pt x="110554" y="0"/>
                </a:cubicBezTo>
                <a:cubicBezTo>
                  <a:pt x="108712" y="222"/>
                  <a:pt x="105981" y="1644"/>
                  <a:pt x="102616" y="6318"/>
                </a:cubicBezTo>
                <a:cubicBezTo>
                  <a:pt x="98996" y="11309"/>
                  <a:pt x="95504" y="18948"/>
                  <a:pt x="92456" y="28949"/>
                </a:cubicBezTo>
                <a:cubicBezTo>
                  <a:pt x="86551" y="48202"/>
                  <a:pt x="82741" y="74904"/>
                  <a:pt x="82486" y="104743"/>
                </a:cubicBezTo>
                <a:close/>
                <a:moveTo>
                  <a:pt x="139509" y="117443"/>
                </a:moveTo>
                <a:cubicBezTo>
                  <a:pt x="138811" y="144710"/>
                  <a:pt x="135128" y="169011"/>
                  <a:pt x="129667" y="186887"/>
                </a:cubicBezTo>
                <a:cubicBezTo>
                  <a:pt x="126619" y="196888"/>
                  <a:pt x="123127" y="204520"/>
                  <a:pt x="119507" y="209518"/>
                </a:cubicBezTo>
                <a:cubicBezTo>
                  <a:pt x="116268" y="213970"/>
                  <a:pt x="113665" y="215474"/>
                  <a:pt x="111823" y="215798"/>
                </a:cubicBezTo>
                <a:cubicBezTo>
                  <a:pt x="111379" y="215811"/>
                  <a:pt x="110998" y="215824"/>
                  <a:pt x="110554" y="215836"/>
                </a:cubicBezTo>
                <a:cubicBezTo>
                  <a:pt x="108712" y="215614"/>
                  <a:pt x="105981" y="214185"/>
                  <a:pt x="102616" y="209518"/>
                </a:cubicBezTo>
                <a:cubicBezTo>
                  <a:pt x="98996" y="204520"/>
                  <a:pt x="95504" y="196888"/>
                  <a:pt x="92456" y="186887"/>
                </a:cubicBezTo>
                <a:cubicBezTo>
                  <a:pt x="86995" y="169011"/>
                  <a:pt x="83312" y="144710"/>
                  <a:pt x="82614" y="117443"/>
                </a:cubicBezTo>
                <a:lnTo>
                  <a:pt x="139509" y="117443"/>
                </a:lnTo>
                <a:close/>
                <a:moveTo>
                  <a:pt x="152209" y="117443"/>
                </a:moveTo>
                <a:lnTo>
                  <a:pt x="215392" y="117443"/>
                </a:lnTo>
                <a:cubicBezTo>
                  <a:pt x="211328" y="164376"/>
                  <a:pt x="177165" y="202698"/>
                  <a:pt x="132334" y="213087"/>
                </a:cubicBezTo>
                <a:cubicBezTo>
                  <a:pt x="136017" y="206984"/>
                  <a:pt x="139192" y="199314"/>
                  <a:pt x="141859" y="190595"/>
                </a:cubicBezTo>
                <a:cubicBezTo>
                  <a:pt x="147701" y="171304"/>
                  <a:pt x="151511" y="145700"/>
                  <a:pt x="152209" y="117443"/>
                </a:cubicBezTo>
                <a:close/>
                <a:moveTo>
                  <a:pt x="215773" y="104743"/>
                </a:moveTo>
                <a:lnTo>
                  <a:pt x="152336" y="104743"/>
                </a:lnTo>
                <a:cubicBezTo>
                  <a:pt x="152082" y="73977"/>
                  <a:pt x="148145" y="45967"/>
                  <a:pt x="141859" y="25241"/>
                </a:cubicBezTo>
                <a:cubicBezTo>
                  <a:pt x="139192" y="16523"/>
                  <a:pt x="136017" y="8852"/>
                  <a:pt x="132334" y="2749"/>
                </a:cubicBezTo>
                <a:cubicBezTo>
                  <a:pt x="179197" y="13601"/>
                  <a:pt x="214376" y="54946"/>
                  <a:pt x="215773" y="104743"/>
                </a:cubicBezTo>
                <a:close/>
                <a:moveTo>
                  <a:pt x="69786" y="104743"/>
                </a:moveTo>
                <a:lnTo>
                  <a:pt x="0" y="104743"/>
                </a:lnTo>
                <a:cubicBezTo>
                  <a:pt x="1460" y="52413"/>
                  <a:pt x="40259" y="9423"/>
                  <a:pt x="90678" y="1333"/>
                </a:cubicBezTo>
                <a:cubicBezTo>
                  <a:pt x="86614" y="7645"/>
                  <a:pt x="83185" y="15830"/>
                  <a:pt x="80264" y="25241"/>
                </a:cubicBezTo>
                <a:cubicBezTo>
                  <a:pt x="73978" y="45967"/>
                  <a:pt x="70041" y="73977"/>
                  <a:pt x="69786" y="104743"/>
                </a:cubicBezTo>
                <a:close/>
                <a:moveTo>
                  <a:pt x="69914" y="117443"/>
                </a:moveTo>
                <a:lnTo>
                  <a:pt x="318" y="117443"/>
                </a:lnTo>
                <a:cubicBezTo>
                  <a:pt x="4699" y="166865"/>
                  <a:pt x="42291" y="206743"/>
                  <a:pt x="90678" y="214497"/>
                </a:cubicBezTo>
                <a:cubicBezTo>
                  <a:pt x="86614" y="208191"/>
                  <a:pt x="83185" y="200006"/>
                  <a:pt x="80264" y="190595"/>
                </a:cubicBezTo>
                <a:cubicBezTo>
                  <a:pt x="74422" y="171304"/>
                  <a:pt x="70612" y="145700"/>
                  <a:pt x="69914" y="117443"/>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20" name="矩形: 圆角 219">
            <a:extLst>
              <a:ext uri="{FF2B5EF4-FFF2-40B4-BE49-F238E27FC236}">
                <a16:creationId xmlns:a16="http://schemas.microsoft.com/office/drawing/2014/main" id="{8187E8EF-788A-7803-15F0-E3C3349F3735}"/>
              </a:ext>
            </a:extLst>
          </p:cNvPr>
          <p:cNvSpPr/>
          <p:nvPr/>
        </p:nvSpPr>
        <p:spPr>
          <a:xfrm>
            <a:off x="238125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5" name="矩形: 圆角 224">
            <a:extLst>
              <a:ext uri="{FF2B5EF4-FFF2-40B4-BE49-F238E27FC236}">
                <a16:creationId xmlns:a16="http://schemas.microsoft.com/office/drawing/2014/main" id="{3A40A642-C954-B1B2-1ACA-41BF844126AC}"/>
              </a:ext>
            </a:extLst>
          </p:cNvPr>
          <p:cNvSpPr/>
          <p:nvPr/>
        </p:nvSpPr>
        <p:spPr>
          <a:xfrm>
            <a:off x="48387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1" name="矩形: 圆角 230">
            <a:extLst>
              <a:ext uri="{FF2B5EF4-FFF2-40B4-BE49-F238E27FC236}">
                <a16:creationId xmlns:a16="http://schemas.microsoft.com/office/drawing/2014/main" id="{5F4CF953-D26E-6108-BB34-26B9449E1BED}"/>
              </a:ext>
            </a:extLst>
          </p:cNvPr>
          <p:cNvSpPr/>
          <p:nvPr/>
        </p:nvSpPr>
        <p:spPr>
          <a:xfrm>
            <a:off x="93091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9" name="矩形: 圆角 238">
            <a:extLst>
              <a:ext uri="{FF2B5EF4-FFF2-40B4-BE49-F238E27FC236}">
                <a16:creationId xmlns:a16="http://schemas.microsoft.com/office/drawing/2014/main" id="{21050679-348B-F642-7BE2-35053E5AE7C2}"/>
              </a:ext>
            </a:extLst>
          </p:cNvPr>
          <p:cNvSpPr/>
          <p:nvPr/>
        </p:nvSpPr>
        <p:spPr>
          <a:xfrm>
            <a:off x="238125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2" name="矩形: 圆角 241">
            <a:extLst>
              <a:ext uri="{FF2B5EF4-FFF2-40B4-BE49-F238E27FC236}">
                <a16:creationId xmlns:a16="http://schemas.microsoft.com/office/drawing/2014/main" id="{8AA246EE-9217-EFF5-256F-82077786B7EE}"/>
              </a:ext>
            </a:extLst>
          </p:cNvPr>
          <p:cNvSpPr/>
          <p:nvPr/>
        </p:nvSpPr>
        <p:spPr>
          <a:xfrm>
            <a:off x="48387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5" name="矩形: 圆角 244">
            <a:extLst>
              <a:ext uri="{FF2B5EF4-FFF2-40B4-BE49-F238E27FC236}">
                <a16:creationId xmlns:a16="http://schemas.microsoft.com/office/drawing/2014/main" id="{670BAFFB-43EF-43FD-00F4-9D0C55C95175}"/>
              </a:ext>
            </a:extLst>
          </p:cNvPr>
          <p:cNvSpPr/>
          <p:nvPr/>
        </p:nvSpPr>
        <p:spPr>
          <a:xfrm>
            <a:off x="93091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8" name="矩形: 圆角 247">
            <a:extLst>
              <a:ext uri="{FF2B5EF4-FFF2-40B4-BE49-F238E27FC236}">
                <a16:creationId xmlns:a16="http://schemas.microsoft.com/office/drawing/2014/main" id="{1F2FDF3D-877E-6314-5559-85198017AD2D}"/>
              </a:ext>
            </a:extLst>
          </p:cNvPr>
          <p:cNvSpPr/>
          <p:nvPr/>
        </p:nvSpPr>
        <p:spPr>
          <a:xfrm>
            <a:off x="349885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1" name="矩形: 圆角 250">
            <a:extLst>
              <a:ext uri="{FF2B5EF4-FFF2-40B4-BE49-F238E27FC236}">
                <a16:creationId xmlns:a16="http://schemas.microsoft.com/office/drawing/2014/main" id="{12DB0DE0-463A-AB13-B9AD-5764A3D05506}"/>
              </a:ext>
            </a:extLst>
          </p:cNvPr>
          <p:cNvSpPr/>
          <p:nvPr/>
        </p:nvSpPr>
        <p:spPr>
          <a:xfrm>
            <a:off x="59563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8" name="矩形: 圆角 257">
            <a:extLst>
              <a:ext uri="{FF2B5EF4-FFF2-40B4-BE49-F238E27FC236}">
                <a16:creationId xmlns:a16="http://schemas.microsoft.com/office/drawing/2014/main" id="{FBBBCCBA-8ECD-01C7-517D-40B8822CF455}"/>
              </a:ext>
            </a:extLst>
          </p:cNvPr>
          <p:cNvSpPr/>
          <p:nvPr/>
        </p:nvSpPr>
        <p:spPr>
          <a:xfrm>
            <a:off x="7296150" y="4679950"/>
            <a:ext cx="16573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1" name="矩形: 圆角 260">
            <a:extLst>
              <a:ext uri="{FF2B5EF4-FFF2-40B4-BE49-F238E27FC236}">
                <a16:creationId xmlns:a16="http://schemas.microsoft.com/office/drawing/2014/main" id="{BCCCA976-534B-2EE7-626F-7C93EF8752C9}"/>
              </a:ext>
            </a:extLst>
          </p:cNvPr>
          <p:cNvSpPr/>
          <p:nvPr/>
        </p:nvSpPr>
        <p:spPr>
          <a:xfrm>
            <a:off x="10426700" y="46799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4" name="矩形: 圆角 263">
            <a:extLst>
              <a:ext uri="{FF2B5EF4-FFF2-40B4-BE49-F238E27FC236}">
                <a16:creationId xmlns:a16="http://schemas.microsoft.com/office/drawing/2014/main" id="{2F489249-6928-FC37-ABC2-FFA0F55DD9C6}"/>
              </a:ext>
            </a:extLst>
          </p:cNvPr>
          <p:cNvSpPr/>
          <p:nvPr/>
        </p:nvSpPr>
        <p:spPr>
          <a:xfrm>
            <a:off x="349885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7" name="矩形: 圆角 266">
            <a:extLst>
              <a:ext uri="{FF2B5EF4-FFF2-40B4-BE49-F238E27FC236}">
                <a16:creationId xmlns:a16="http://schemas.microsoft.com/office/drawing/2014/main" id="{3C10F11B-7D4D-A2F4-A7B9-FB278ABF5FA4}"/>
              </a:ext>
            </a:extLst>
          </p:cNvPr>
          <p:cNvSpPr/>
          <p:nvPr/>
        </p:nvSpPr>
        <p:spPr>
          <a:xfrm>
            <a:off x="59563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3" name="矩形: 圆角 272">
            <a:extLst>
              <a:ext uri="{FF2B5EF4-FFF2-40B4-BE49-F238E27FC236}">
                <a16:creationId xmlns:a16="http://schemas.microsoft.com/office/drawing/2014/main" id="{6CD4EF01-DF96-9A63-F1FA-7E87F0224DF1}"/>
              </a:ext>
            </a:extLst>
          </p:cNvPr>
          <p:cNvSpPr/>
          <p:nvPr/>
        </p:nvSpPr>
        <p:spPr>
          <a:xfrm>
            <a:off x="7296150" y="5175250"/>
            <a:ext cx="16573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6" name="矩形: 圆角 275">
            <a:extLst>
              <a:ext uri="{FF2B5EF4-FFF2-40B4-BE49-F238E27FC236}">
                <a16:creationId xmlns:a16="http://schemas.microsoft.com/office/drawing/2014/main" id="{ADEEC0E5-4E59-443D-4B7A-61E8B914D1BB}"/>
              </a:ext>
            </a:extLst>
          </p:cNvPr>
          <p:cNvSpPr/>
          <p:nvPr/>
        </p:nvSpPr>
        <p:spPr>
          <a:xfrm>
            <a:off x="10426700" y="5175250"/>
            <a:ext cx="100330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8" name="文本框 277">
            <a:extLst>
              <a:ext uri="{FF2B5EF4-FFF2-40B4-BE49-F238E27FC236}">
                <a16:creationId xmlns:a16="http://schemas.microsoft.com/office/drawing/2014/main" id="{6E813D3D-E0DD-7F9F-7455-8428E1BB5AB8}"/>
              </a:ext>
            </a:extLst>
          </p:cNvPr>
          <p:cNvSpPr txBox="1"/>
          <p:nvPr/>
        </p:nvSpPr>
        <p:spPr>
          <a:xfrm>
            <a:off x="1022730" y="2400528"/>
            <a:ext cx="742191"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行业</a:t>
            </a:r>
            <a:r>
              <a:rPr lang="en-US" altLang="zh-CN" sz="1300" dirty="0">
                <a:solidFill>
                  <a:schemeClr val="accent1">
                    <a:lumMod val="100000"/>
                  </a:schemeClr>
                </a:solidFill>
                <a:latin typeface="阿里巴巴普惠体" panose="00020600040101010101" pitchFamily="18" charset="-122"/>
                <a:ea typeface="阿里巴巴普惠体" panose="00020600040101010101" pitchFamily="18" charset="-122"/>
              </a:rPr>
              <a:t>/</a:t>
            </a: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场景</a:t>
            </a:r>
          </a:p>
        </p:txBody>
      </p:sp>
      <p:sp>
        <p:nvSpPr>
          <p:cNvPr id="279" name="文本框 278">
            <a:extLst>
              <a:ext uri="{FF2B5EF4-FFF2-40B4-BE49-F238E27FC236}">
                <a16:creationId xmlns:a16="http://schemas.microsoft.com/office/drawing/2014/main" id="{0376FD0C-82BC-ED04-602D-7607D79F47C3}"/>
              </a:ext>
            </a:extLst>
          </p:cNvPr>
          <p:cNvSpPr txBox="1"/>
          <p:nvPr/>
        </p:nvSpPr>
        <p:spPr>
          <a:xfrm>
            <a:off x="1060401" y="3257778"/>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应用服务</a:t>
            </a:r>
          </a:p>
        </p:txBody>
      </p:sp>
      <p:sp>
        <p:nvSpPr>
          <p:cNvPr id="293" name="文本框 292">
            <a:extLst>
              <a:ext uri="{FF2B5EF4-FFF2-40B4-BE49-F238E27FC236}">
                <a16:creationId xmlns:a16="http://schemas.microsoft.com/office/drawing/2014/main" id="{BA30CB3A-977A-44CA-B4D1-A234532E50E3}"/>
              </a:ext>
            </a:extLst>
          </p:cNvPr>
          <p:cNvSpPr txBox="1"/>
          <p:nvPr/>
        </p:nvSpPr>
        <p:spPr>
          <a:xfrm>
            <a:off x="1060401" y="456270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平台服务</a:t>
            </a:r>
          </a:p>
        </p:txBody>
      </p:sp>
      <p:sp>
        <p:nvSpPr>
          <p:cNvPr id="294" name="文本框 293">
            <a:extLst>
              <a:ext uri="{FF2B5EF4-FFF2-40B4-BE49-F238E27FC236}">
                <a16:creationId xmlns:a16="http://schemas.microsoft.com/office/drawing/2014/main" id="{456B40AC-9C45-5E9F-6A87-521AAD4CAD7A}"/>
              </a:ext>
            </a:extLst>
          </p:cNvPr>
          <p:cNvSpPr txBox="1"/>
          <p:nvPr/>
        </p:nvSpPr>
        <p:spPr>
          <a:xfrm>
            <a:off x="1060401" y="5886678"/>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数据服务</a:t>
            </a:r>
          </a:p>
        </p:txBody>
      </p:sp>
      <p:sp>
        <p:nvSpPr>
          <p:cNvPr id="295" name="文本框 294">
            <a:extLst>
              <a:ext uri="{FF2B5EF4-FFF2-40B4-BE49-F238E27FC236}">
                <a16:creationId xmlns:a16="http://schemas.microsoft.com/office/drawing/2014/main" id="{27FAE3BB-A58E-A7F8-76B0-717A02B6B94E}"/>
              </a:ext>
            </a:extLst>
          </p:cNvPr>
          <p:cNvSpPr txBox="1"/>
          <p:nvPr/>
        </p:nvSpPr>
        <p:spPr>
          <a:xfrm>
            <a:off x="2862610" y="2139206"/>
            <a:ext cx="256480"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金融</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6" name="文本框 295">
            <a:extLst>
              <a:ext uri="{FF2B5EF4-FFF2-40B4-BE49-F238E27FC236}">
                <a16:creationId xmlns:a16="http://schemas.microsoft.com/office/drawing/2014/main" id="{8B88079A-CCE1-DE8E-15F7-4C5846357BFE}"/>
              </a:ext>
            </a:extLst>
          </p:cNvPr>
          <p:cNvSpPr txBox="1"/>
          <p:nvPr/>
        </p:nvSpPr>
        <p:spPr>
          <a:xfrm>
            <a:off x="250514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网点布局</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网店运营</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保险出险</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7" name="文本框 296">
            <a:extLst>
              <a:ext uri="{FF2B5EF4-FFF2-40B4-BE49-F238E27FC236}">
                <a16:creationId xmlns:a16="http://schemas.microsoft.com/office/drawing/2014/main" id="{B9B7815C-2F47-0E39-EB0E-192F07E60E20}"/>
              </a:ext>
            </a:extLst>
          </p:cNvPr>
          <p:cNvSpPr txBox="1"/>
          <p:nvPr/>
        </p:nvSpPr>
        <p:spPr>
          <a:xfrm>
            <a:off x="4431060" y="2139206"/>
            <a:ext cx="256480"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家电</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8" name="文本框 297">
            <a:extLst>
              <a:ext uri="{FF2B5EF4-FFF2-40B4-BE49-F238E27FC236}">
                <a16:creationId xmlns:a16="http://schemas.microsoft.com/office/drawing/2014/main" id="{99F1B4C2-866A-CB8B-36B9-8AFC4B86F3EF}"/>
              </a:ext>
            </a:extLst>
          </p:cNvPr>
          <p:cNvSpPr txBox="1"/>
          <p:nvPr/>
        </p:nvSpPr>
        <p:spPr>
          <a:xfrm>
            <a:off x="407359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区块派单</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订单统计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路径规划</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9" name="文本框 298">
            <a:extLst>
              <a:ext uri="{FF2B5EF4-FFF2-40B4-BE49-F238E27FC236}">
                <a16:creationId xmlns:a16="http://schemas.microsoft.com/office/drawing/2014/main" id="{E093D36B-2614-6645-5626-91188FCD0633}"/>
              </a:ext>
            </a:extLst>
          </p:cNvPr>
          <p:cNvSpPr txBox="1"/>
          <p:nvPr/>
        </p:nvSpPr>
        <p:spPr>
          <a:xfrm>
            <a:off x="5999510" y="2139206"/>
            <a:ext cx="256480"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零售</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0" name="文本框 299">
            <a:extLst>
              <a:ext uri="{FF2B5EF4-FFF2-40B4-BE49-F238E27FC236}">
                <a16:creationId xmlns:a16="http://schemas.microsoft.com/office/drawing/2014/main" id="{0696C705-54A9-CDFF-A88E-C62E8EBE9F0B}"/>
              </a:ext>
            </a:extLst>
          </p:cNvPr>
          <p:cNvSpPr txBox="1"/>
          <p:nvPr/>
        </p:nvSpPr>
        <p:spPr>
          <a:xfrm>
            <a:off x="564204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业务拓展</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营销片区</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外勤管理</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1" name="文本框 300">
            <a:extLst>
              <a:ext uri="{FF2B5EF4-FFF2-40B4-BE49-F238E27FC236}">
                <a16:creationId xmlns:a16="http://schemas.microsoft.com/office/drawing/2014/main" id="{B5052FB8-A7E0-F917-6658-1A3B84503814}"/>
              </a:ext>
            </a:extLst>
          </p:cNvPr>
          <p:cNvSpPr txBox="1"/>
          <p:nvPr/>
        </p:nvSpPr>
        <p:spPr>
          <a:xfrm>
            <a:off x="7554334" y="2139206"/>
            <a:ext cx="283732" cy="153888"/>
          </a:xfrm>
          <a:prstGeom prst="rect">
            <a:avLst/>
          </a:prstGeom>
          <a:noFill/>
        </p:spPr>
        <p:txBody>
          <a:bodyPr wrap="none" lIns="0" tIns="0" rIns="0" bIns="0" rtlCol="0">
            <a:spAutoFit/>
          </a:bodyPr>
          <a:lstStyle/>
          <a:p>
            <a:pPr algn="ct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O2O</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2" name="文本框 301">
            <a:extLst>
              <a:ext uri="{FF2B5EF4-FFF2-40B4-BE49-F238E27FC236}">
                <a16:creationId xmlns:a16="http://schemas.microsoft.com/office/drawing/2014/main" id="{AD493AE4-898B-4E9A-1EC3-677243F0A195}"/>
              </a:ext>
            </a:extLst>
          </p:cNvPr>
          <p:cNvSpPr txBox="1"/>
          <p:nvPr/>
        </p:nvSpPr>
        <p:spPr>
          <a:xfrm>
            <a:off x="721049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社区作战</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线下营销</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竞品分析</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3" name="文本框 302">
            <a:extLst>
              <a:ext uri="{FF2B5EF4-FFF2-40B4-BE49-F238E27FC236}">
                <a16:creationId xmlns:a16="http://schemas.microsoft.com/office/drawing/2014/main" id="{35B7749E-0764-F0C1-8A90-CD60C044E36D}"/>
              </a:ext>
            </a:extLst>
          </p:cNvPr>
          <p:cNvSpPr txBox="1"/>
          <p:nvPr/>
        </p:nvSpPr>
        <p:spPr>
          <a:xfrm>
            <a:off x="9008170" y="213920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物流快递</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4" name="文本框 303">
            <a:extLst>
              <a:ext uri="{FF2B5EF4-FFF2-40B4-BE49-F238E27FC236}">
                <a16:creationId xmlns:a16="http://schemas.microsoft.com/office/drawing/2014/main" id="{C8BAD83C-39C3-A0ED-6F77-96F076C7B7A4}"/>
              </a:ext>
            </a:extLst>
          </p:cNvPr>
          <p:cNvSpPr txBox="1"/>
          <p:nvPr/>
        </p:nvSpPr>
        <p:spPr>
          <a:xfrm>
            <a:off x="9001758" y="2563397"/>
            <a:ext cx="525785"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DWD</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公共明细</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5" name="文本框 304">
            <a:extLst>
              <a:ext uri="{FF2B5EF4-FFF2-40B4-BE49-F238E27FC236}">
                <a16:creationId xmlns:a16="http://schemas.microsoft.com/office/drawing/2014/main" id="{A6E69C6B-73CF-53B0-D1A9-DBCBB2E4AA8A}"/>
              </a:ext>
            </a:extLst>
          </p:cNvPr>
          <p:cNvSpPr txBox="1"/>
          <p:nvPr/>
        </p:nvSpPr>
        <p:spPr>
          <a:xfrm>
            <a:off x="10576620" y="213920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智能分析</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6" name="文本框 305">
            <a:extLst>
              <a:ext uri="{FF2B5EF4-FFF2-40B4-BE49-F238E27FC236}">
                <a16:creationId xmlns:a16="http://schemas.microsoft.com/office/drawing/2014/main" id="{52E63B1F-DEC8-2A89-3DF4-DEC9BBC7AB88}"/>
              </a:ext>
            </a:extLst>
          </p:cNvPr>
          <p:cNvSpPr txBox="1"/>
          <p:nvPr/>
        </p:nvSpPr>
        <p:spPr>
          <a:xfrm>
            <a:off x="10347390" y="2563397"/>
            <a:ext cx="971420"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区块派单</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订单统计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电子围栏</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7" name="文本框 306">
            <a:extLst>
              <a:ext uri="{FF2B5EF4-FFF2-40B4-BE49-F238E27FC236}">
                <a16:creationId xmlns:a16="http://schemas.microsoft.com/office/drawing/2014/main" id="{4B80D8C0-BD6E-A3B0-2EF2-917FD420239D}"/>
              </a:ext>
            </a:extLst>
          </p:cNvPr>
          <p:cNvSpPr txBox="1"/>
          <p:nvPr/>
        </p:nvSpPr>
        <p:spPr>
          <a:xfrm>
            <a:off x="2865938" y="32885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点位上图</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8" name="文本框 307">
            <a:extLst>
              <a:ext uri="{FF2B5EF4-FFF2-40B4-BE49-F238E27FC236}">
                <a16:creationId xmlns:a16="http://schemas.microsoft.com/office/drawing/2014/main" id="{401F8000-AEC2-400F-AD6B-F943BD601182}"/>
              </a:ext>
            </a:extLst>
          </p:cNvPr>
          <p:cNvSpPr txBox="1"/>
          <p:nvPr/>
        </p:nvSpPr>
        <p:spPr>
          <a:xfrm>
            <a:off x="4871375" y="3279268"/>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区块上图</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09" name="文本框 308">
            <a:extLst>
              <a:ext uri="{FF2B5EF4-FFF2-40B4-BE49-F238E27FC236}">
                <a16:creationId xmlns:a16="http://schemas.microsoft.com/office/drawing/2014/main" id="{C4876A50-1972-5570-B7B4-7D73CFAB2366}"/>
              </a:ext>
            </a:extLst>
          </p:cNvPr>
          <p:cNvSpPr txBox="1"/>
          <p:nvPr/>
        </p:nvSpPr>
        <p:spPr>
          <a:xfrm>
            <a:off x="6824232" y="32885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轨迹上图</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0" name="文本框 309">
            <a:extLst>
              <a:ext uri="{FF2B5EF4-FFF2-40B4-BE49-F238E27FC236}">
                <a16:creationId xmlns:a16="http://schemas.microsoft.com/office/drawing/2014/main" id="{AB290A01-C03A-C912-F961-2C3221F7A7DA}"/>
              </a:ext>
            </a:extLst>
          </p:cNvPr>
          <p:cNvSpPr txBox="1"/>
          <p:nvPr/>
        </p:nvSpPr>
        <p:spPr>
          <a:xfrm>
            <a:off x="8796139" y="32885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空间检索</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1" name="文本框 310">
            <a:extLst>
              <a:ext uri="{FF2B5EF4-FFF2-40B4-BE49-F238E27FC236}">
                <a16:creationId xmlns:a16="http://schemas.microsoft.com/office/drawing/2014/main" id="{3E1EC127-6071-69CA-B9D5-A96E645A67FB}"/>
              </a:ext>
            </a:extLst>
          </p:cNvPr>
          <p:cNvSpPr txBox="1"/>
          <p:nvPr/>
        </p:nvSpPr>
        <p:spPr>
          <a:xfrm>
            <a:off x="10797084" y="3288556"/>
            <a:ext cx="512961" cy="153888"/>
          </a:xfrm>
          <a:prstGeom prst="rect">
            <a:avLst/>
          </a:prstGeom>
          <a:noFill/>
        </p:spPr>
        <p:txBody>
          <a:bodyPr wrap="none" lIns="0" tIns="0" rIns="0" bIns="0" rtlCol="0">
            <a:spAutoFit/>
          </a:bodyPr>
          <a:lstStyle/>
          <a:p>
            <a:pPr algn="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空间计算</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2" name="文本框 311">
            <a:extLst>
              <a:ext uri="{FF2B5EF4-FFF2-40B4-BE49-F238E27FC236}">
                <a16:creationId xmlns:a16="http://schemas.microsoft.com/office/drawing/2014/main" id="{C47BAE32-20C2-AACD-6EAA-91E1A3DB7D64}"/>
              </a:ext>
            </a:extLst>
          </p:cNvPr>
          <p:cNvSpPr txBox="1"/>
          <p:nvPr/>
        </p:nvSpPr>
        <p:spPr>
          <a:xfrm>
            <a:off x="3056980" y="4355356"/>
            <a:ext cx="76944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空间数据托管</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3" name="文本框 312">
            <a:extLst>
              <a:ext uri="{FF2B5EF4-FFF2-40B4-BE49-F238E27FC236}">
                <a16:creationId xmlns:a16="http://schemas.microsoft.com/office/drawing/2014/main" id="{ACB83800-3DBF-0011-CB16-87E19CF4AB47}"/>
              </a:ext>
            </a:extLst>
          </p:cNvPr>
          <p:cNvSpPr txBox="1"/>
          <p:nvPr/>
        </p:nvSpPr>
        <p:spPr>
          <a:xfrm>
            <a:off x="2652068"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数据储存</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4" name="文本框 313">
            <a:extLst>
              <a:ext uri="{FF2B5EF4-FFF2-40B4-BE49-F238E27FC236}">
                <a16:creationId xmlns:a16="http://schemas.microsoft.com/office/drawing/2014/main" id="{A18B291B-1ED9-A45E-BE64-BA29FD276C3B}"/>
              </a:ext>
            </a:extLst>
          </p:cNvPr>
          <p:cNvSpPr txBox="1"/>
          <p:nvPr/>
        </p:nvSpPr>
        <p:spPr>
          <a:xfrm>
            <a:off x="3769667"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数据编辑</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5" name="文本框 314">
            <a:extLst>
              <a:ext uri="{FF2B5EF4-FFF2-40B4-BE49-F238E27FC236}">
                <a16:creationId xmlns:a16="http://schemas.microsoft.com/office/drawing/2014/main" id="{7818D86A-245B-7C7C-CF1D-774A92C94AE1}"/>
              </a:ext>
            </a:extLst>
          </p:cNvPr>
          <p:cNvSpPr txBox="1"/>
          <p:nvPr/>
        </p:nvSpPr>
        <p:spPr>
          <a:xfrm>
            <a:off x="2652068" y="5293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数据查询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6" name="文本框 315">
            <a:extLst>
              <a:ext uri="{FF2B5EF4-FFF2-40B4-BE49-F238E27FC236}">
                <a16:creationId xmlns:a16="http://schemas.microsoft.com/office/drawing/2014/main" id="{CE1A968E-F212-D7D7-CFC3-770532918753}"/>
              </a:ext>
            </a:extLst>
          </p:cNvPr>
          <p:cNvSpPr txBox="1"/>
          <p:nvPr/>
        </p:nvSpPr>
        <p:spPr>
          <a:xfrm>
            <a:off x="3769667" y="5293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数据同步</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7" name="文本框 316">
            <a:extLst>
              <a:ext uri="{FF2B5EF4-FFF2-40B4-BE49-F238E27FC236}">
                <a16:creationId xmlns:a16="http://schemas.microsoft.com/office/drawing/2014/main" id="{D4EEE2A0-7DC8-A60A-78DC-B013FC5CCF3F}"/>
              </a:ext>
            </a:extLst>
          </p:cNvPr>
          <p:cNvSpPr txBox="1"/>
          <p:nvPr/>
        </p:nvSpPr>
        <p:spPr>
          <a:xfrm>
            <a:off x="5106343"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周边检索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8" name="文本框 317">
            <a:extLst>
              <a:ext uri="{FF2B5EF4-FFF2-40B4-BE49-F238E27FC236}">
                <a16:creationId xmlns:a16="http://schemas.microsoft.com/office/drawing/2014/main" id="{AA920533-AEB2-D2F5-B4E7-2B51096E53F6}"/>
              </a:ext>
            </a:extLst>
          </p:cNvPr>
          <p:cNvSpPr txBox="1"/>
          <p:nvPr/>
        </p:nvSpPr>
        <p:spPr>
          <a:xfrm>
            <a:off x="6223942"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多边检索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19" name="文本框 318">
            <a:extLst>
              <a:ext uri="{FF2B5EF4-FFF2-40B4-BE49-F238E27FC236}">
                <a16:creationId xmlns:a16="http://schemas.microsoft.com/office/drawing/2014/main" id="{B91F6B91-FA89-2FFF-186E-CA132FB4CD64}"/>
              </a:ext>
            </a:extLst>
          </p:cNvPr>
          <p:cNvSpPr txBox="1"/>
          <p:nvPr/>
        </p:nvSpPr>
        <p:spPr>
          <a:xfrm>
            <a:off x="4990927" y="52938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区块交易查询</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0" name="文本框 319">
            <a:extLst>
              <a:ext uri="{FF2B5EF4-FFF2-40B4-BE49-F238E27FC236}">
                <a16:creationId xmlns:a16="http://schemas.microsoft.com/office/drawing/2014/main" id="{307AEC60-5226-A5A8-3561-909E21DED1AD}"/>
              </a:ext>
            </a:extLst>
          </p:cNvPr>
          <p:cNvSpPr txBox="1"/>
          <p:nvPr/>
        </p:nvSpPr>
        <p:spPr>
          <a:xfrm>
            <a:off x="6122151" y="5293872"/>
            <a:ext cx="6652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检索高德</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AOI</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1" name="文本框 320">
            <a:extLst>
              <a:ext uri="{FF2B5EF4-FFF2-40B4-BE49-F238E27FC236}">
                <a16:creationId xmlns:a16="http://schemas.microsoft.com/office/drawing/2014/main" id="{BA7E7247-4321-6015-C20A-6D9A95F02C59}"/>
              </a:ext>
            </a:extLst>
          </p:cNvPr>
          <p:cNvSpPr txBox="1"/>
          <p:nvPr/>
        </p:nvSpPr>
        <p:spPr>
          <a:xfrm>
            <a:off x="7778577" y="47985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业务数据运营</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2" name="文本框 321">
            <a:extLst>
              <a:ext uri="{FF2B5EF4-FFF2-40B4-BE49-F238E27FC236}">
                <a16:creationId xmlns:a16="http://schemas.microsoft.com/office/drawing/2014/main" id="{2A19F717-BB73-B1EE-FC7F-ECD2FD95A332}"/>
              </a:ext>
            </a:extLst>
          </p:cNvPr>
          <p:cNvSpPr txBox="1"/>
          <p:nvPr/>
        </p:nvSpPr>
        <p:spPr>
          <a:xfrm>
            <a:off x="7778577" y="52938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数据融合计算</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3" name="文本框 322">
            <a:extLst>
              <a:ext uri="{FF2B5EF4-FFF2-40B4-BE49-F238E27FC236}">
                <a16:creationId xmlns:a16="http://schemas.microsoft.com/office/drawing/2014/main" id="{5131BF46-A449-C2EC-468B-2969557E149A}"/>
              </a:ext>
            </a:extLst>
          </p:cNvPr>
          <p:cNvSpPr txBox="1"/>
          <p:nvPr/>
        </p:nvSpPr>
        <p:spPr>
          <a:xfrm>
            <a:off x="9440457" y="4798572"/>
            <a:ext cx="74058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等时差</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等距离</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4" name="文本框 323">
            <a:extLst>
              <a:ext uri="{FF2B5EF4-FFF2-40B4-BE49-F238E27FC236}">
                <a16:creationId xmlns:a16="http://schemas.microsoft.com/office/drawing/2014/main" id="{E7D2D9EE-DE8C-89E8-7AF1-D647A6803CB8}"/>
              </a:ext>
            </a:extLst>
          </p:cNvPr>
          <p:cNvSpPr txBox="1"/>
          <p:nvPr/>
        </p:nvSpPr>
        <p:spPr>
          <a:xfrm>
            <a:off x="9579918" y="5293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智能分区</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5" name="文本框 324">
            <a:extLst>
              <a:ext uri="{FF2B5EF4-FFF2-40B4-BE49-F238E27FC236}">
                <a16:creationId xmlns:a16="http://schemas.microsoft.com/office/drawing/2014/main" id="{ECC09D6B-E49C-A5B1-06AF-6DB0360AE5C4}"/>
              </a:ext>
            </a:extLst>
          </p:cNvPr>
          <p:cNvSpPr txBox="1"/>
          <p:nvPr/>
        </p:nvSpPr>
        <p:spPr>
          <a:xfrm>
            <a:off x="10697518" y="479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自然街区</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6" name="文本框 325">
            <a:extLst>
              <a:ext uri="{FF2B5EF4-FFF2-40B4-BE49-F238E27FC236}">
                <a16:creationId xmlns:a16="http://schemas.microsoft.com/office/drawing/2014/main" id="{DC310F1D-C991-CF82-7B78-27AC2D7BCF5A}"/>
              </a:ext>
            </a:extLst>
          </p:cNvPr>
          <p:cNvSpPr txBox="1"/>
          <p:nvPr/>
        </p:nvSpPr>
        <p:spPr>
          <a:xfrm>
            <a:off x="10582102" y="52938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线路排程服务</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7" name="文本框 326">
            <a:extLst>
              <a:ext uri="{FF2B5EF4-FFF2-40B4-BE49-F238E27FC236}">
                <a16:creationId xmlns:a16="http://schemas.microsoft.com/office/drawing/2014/main" id="{73BD7D64-D6FA-EE0C-0926-87B32973C111}"/>
              </a:ext>
            </a:extLst>
          </p:cNvPr>
          <p:cNvSpPr txBox="1"/>
          <p:nvPr/>
        </p:nvSpPr>
        <p:spPr>
          <a:xfrm>
            <a:off x="5642670" y="43553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空间检索</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8" name="文本框 327">
            <a:extLst>
              <a:ext uri="{FF2B5EF4-FFF2-40B4-BE49-F238E27FC236}">
                <a16:creationId xmlns:a16="http://schemas.microsoft.com/office/drawing/2014/main" id="{39CA107B-0CCD-E912-AF74-E3D8069934EE}"/>
              </a:ext>
            </a:extLst>
          </p:cNvPr>
          <p:cNvSpPr txBox="1"/>
          <p:nvPr/>
        </p:nvSpPr>
        <p:spPr>
          <a:xfrm>
            <a:off x="7868345" y="4355356"/>
            <a:ext cx="51296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空间计算</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29" name="文本框 328">
            <a:extLst>
              <a:ext uri="{FF2B5EF4-FFF2-40B4-BE49-F238E27FC236}">
                <a16:creationId xmlns:a16="http://schemas.microsoft.com/office/drawing/2014/main" id="{22B5C050-DCFF-C092-FE93-C2DFFBF8A5B6}"/>
              </a:ext>
            </a:extLst>
          </p:cNvPr>
          <p:cNvSpPr txBox="1"/>
          <p:nvPr/>
        </p:nvSpPr>
        <p:spPr>
          <a:xfrm>
            <a:off x="10008073" y="4355356"/>
            <a:ext cx="722955" cy="153888"/>
          </a:xfrm>
          <a:prstGeom prst="rect">
            <a:avLst/>
          </a:prstGeom>
          <a:noFill/>
        </p:spPr>
        <p:txBody>
          <a:bodyPr wrap="none" lIns="0" tIns="0" rIns="0" bIns="0" rtlCol="0">
            <a:spAutoFit/>
          </a:bodyPr>
          <a:lstStyle/>
          <a:p>
            <a:pPr algn="ctr"/>
            <a:r>
              <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rPr>
              <a:t>GIS</a:t>
            </a: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模型服务</a:t>
            </a:r>
            <a:endParaRPr lang="zh-CN" altLang="en-US" sz="10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30" name="文本框 329">
            <a:extLst>
              <a:ext uri="{FF2B5EF4-FFF2-40B4-BE49-F238E27FC236}">
                <a16:creationId xmlns:a16="http://schemas.microsoft.com/office/drawing/2014/main" id="{00818882-35BE-3B88-AB92-322F4A6EBFAA}"/>
              </a:ext>
            </a:extLst>
          </p:cNvPr>
          <p:cNvSpPr txBox="1"/>
          <p:nvPr/>
        </p:nvSpPr>
        <p:spPr>
          <a:xfrm>
            <a:off x="2781264" y="3781167"/>
            <a:ext cx="1320874" cy="184666"/>
          </a:xfrm>
          <a:prstGeom prst="rect">
            <a:avLst/>
          </a:prstGeom>
          <a:noFill/>
        </p:spPr>
        <p:txBody>
          <a:bodyPr wrap="none" lIns="0" tIns="0" rIns="0" bIns="0" rtlCol="0">
            <a:spAutoFit/>
          </a:bodyPr>
          <a:lstStyle/>
          <a:p>
            <a:pPr algn="ctr"/>
            <a:r>
              <a:rPr lang="zh-CN" altLang="en-US" sz="1200" dirty="0">
                <a:solidFill>
                  <a:schemeClr val="bg1"/>
                </a:solidFill>
                <a:effectLst/>
                <a:latin typeface="MiSans Medium" panose="00000600000000000000" pitchFamily="2" charset="-122"/>
                <a:ea typeface="MiSans Medium" panose="00000600000000000000" pitchFamily="2" charset="-122"/>
              </a:rPr>
              <a:t>在线</a:t>
            </a:r>
            <a:r>
              <a:rPr lang="en-US" altLang="zh-CN" sz="1200" dirty="0" err="1">
                <a:solidFill>
                  <a:schemeClr val="bg1"/>
                </a:solidFill>
                <a:effectLst/>
                <a:latin typeface="MiSans Medium" panose="00000600000000000000" pitchFamily="2" charset="-122"/>
                <a:ea typeface="MiSans Medium" panose="00000600000000000000" pitchFamily="2" charset="-122"/>
              </a:rPr>
              <a:t>SaaS+API</a:t>
            </a:r>
            <a:r>
              <a:rPr lang="zh-CN" altLang="en-US" sz="1200" dirty="0">
                <a:solidFill>
                  <a:schemeClr val="bg1"/>
                </a:solidFill>
                <a:effectLst/>
                <a:latin typeface="MiSans Medium" panose="00000600000000000000" pitchFamily="2" charset="-122"/>
                <a:ea typeface="MiSans Medium" panose="00000600000000000000" pitchFamily="2" charset="-122"/>
              </a:rPr>
              <a:t>产品</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1" name="文本框 330">
            <a:extLst>
              <a:ext uri="{FF2B5EF4-FFF2-40B4-BE49-F238E27FC236}">
                <a16:creationId xmlns:a16="http://schemas.microsoft.com/office/drawing/2014/main" id="{6F0A2F4C-C901-3F14-BF85-52D698366E50}"/>
              </a:ext>
            </a:extLst>
          </p:cNvPr>
          <p:cNvSpPr txBox="1"/>
          <p:nvPr/>
        </p:nvSpPr>
        <p:spPr>
          <a:xfrm>
            <a:off x="5581756" y="3781167"/>
            <a:ext cx="634789" cy="184666"/>
          </a:xfrm>
          <a:prstGeom prst="rect">
            <a:avLst/>
          </a:prstGeom>
          <a:noFill/>
        </p:spPr>
        <p:txBody>
          <a:bodyPr wrap="none" lIns="0" tIns="0" rIns="0" bIns="0" rtlCol="0">
            <a:spAutoFit/>
          </a:bodyPr>
          <a:lstStyle/>
          <a:p>
            <a:pPr algn="ctr"/>
            <a:r>
              <a:rPr lang="en-US" altLang="zh-CN" sz="1200" dirty="0">
                <a:solidFill>
                  <a:schemeClr val="bg1"/>
                </a:solidFill>
                <a:effectLst/>
                <a:latin typeface="MiSans Medium" panose="00000600000000000000" pitchFamily="2" charset="-122"/>
                <a:ea typeface="MiSans Medium" panose="00000600000000000000" pitchFamily="2" charset="-122"/>
              </a:rPr>
              <a:t>IOS SDK</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2" name="文本框 331">
            <a:extLst>
              <a:ext uri="{FF2B5EF4-FFF2-40B4-BE49-F238E27FC236}">
                <a16:creationId xmlns:a16="http://schemas.microsoft.com/office/drawing/2014/main" id="{ED0B54CC-761F-D622-B7FC-DADE5E4E5E78}"/>
              </a:ext>
            </a:extLst>
          </p:cNvPr>
          <p:cNvSpPr txBox="1"/>
          <p:nvPr/>
        </p:nvSpPr>
        <p:spPr>
          <a:xfrm>
            <a:off x="7645527" y="3781167"/>
            <a:ext cx="958597" cy="184666"/>
          </a:xfrm>
          <a:prstGeom prst="rect">
            <a:avLst/>
          </a:prstGeom>
          <a:noFill/>
        </p:spPr>
        <p:txBody>
          <a:bodyPr wrap="none" lIns="0" tIns="0" rIns="0" bIns="0" rtlCol="0">
            <a:spAutoFit/>
          </a:bodyPr>
          <a:lstStyle/>
          <a:p>
            <a:pPr algn="ctr"/>
            <a:r>
              <a:rPr lang="en-US" altLang="zh-CN" sz="1200" dirty="0">
                <a:solidFill>
                  <a:schemeClr val="bg1"/>
                </a:solidFill>
                <a:effectLst/>
                <a:latin typeface="MiSans Medium" panose="00000600000000000000" pitchFamily="2" charset="-122"/>
                <a:ea typeface="MiSans Medium" panose="00000600000000000000" pitchFamily="2" charset="-122"/>
              </a:rPr>
              <a:t>Android SDK</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3" name="文本框 332">
            <a:extLst>
              <a:ext uri="{FF2B5EF4-FFF2-40B4-BE49-F238E27FC236}">
                <a16:creationId xmlns:a16="http://schemas.microsoft.com/office/drawing/2014/main" id="{01E7FE9A-698D-B6DF-9286-01798E576D2B}"/>
              </a:ext>
            </a:extLst>
          </p:cNvPr>
          <p:cNvSpPr txBox="1"/>
          <p:nvPr/>
        </p:nvSpPr>
        <p:spPr>
          <a:xfrm>
            <a:off x="10138718" y="3781167"/>
            <a:ext cx="461665" cy="184666"/>
          </a:xfrm>
          <a:prstGeom prst="rect">
            <a:avLst/>
          </a:prstGeom>
          <a:noFill/>
        </p:spPr>
        <p:txBody>
          <a:bodyPr wrap="none" lIns="0" tIns="0" rIns="0" bIns="0" rtlCol="0">
            <a:spAutoFit/>
          </a:bodyPr>
          <a:lstStyle/>
          <a:p>
            <a:pPr algn="ctr"/>
            <a:r>
              <a:rPr lang="zh-CN" altLang="en-US" sz="1200" dirty="0">
                <a:solidFill>
                  <a:schemeClr val="bg1"/>
                </a:solidFill>
                <a:effectLst/>
                <a:latin typeface="MiSans Medium" panose="00000600000000000000" pitchFamily="2" charset="-122"/>
                <a:ea typeface="MiSans Medium" panose="00000600000000000000" pitchFamily="2" charset="-122"/>
              </a:rPr>
              <a:t>小程序</a:t>
            </a:r>
            <a:endParaRPr lang="zh-CN" altLang="en-US" sz="1200" dirty="0">
              <a:solidFill>
                <a:schemeClr val="bg1"/>
              </a:solidFill>
              <a:latin typeface="MiSans Medium" panose="00000600000000000000" pitchFamily="2" charset="-122"/>
              <a:ea typeface="MiSans Medium" panose="00000600000000000000" pitchFamily="2" charset="-122"/>
            </a:endParaRPr>
          </a:p>
        </p:txBody>
      </p:sp>
      <p:sp>
        <p:nvSpPr>
          <p:cNvPr id="334" name="文本框 333">
            <a:extLst>
              <a:ext uri="{FF2B5EF4-FFF2-40B4-BE49-F238E27FC236}">
                <a16:creationId xmlns:a16="http://schemas.microsoft.com/office/drawing/2014/main" id="{DCD788FB-84BA-E70F-C824-B554B831FEE5}"/>
              </a:ext>
            </a:extLst>
          </p:cNvPr>
          <p:cNvSpPr txBox="1"/>
          <p:nvPr/>
        </p:nvSpPr>
        <p:spPr>
          <a:xfrm>
            <a:off x="2575694" y="5925151"/>
            <a:ext cx="1154163"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企业业务数据存储服务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5" name="文本框 334">
            <a:extLst>
              <a:ext uri="{FF2B5EF4-FFF2-40B4-BE49-F238E27FC236}">
                <a16:creationId xmlns:a16="http://schemas.microsoft.com/office/drawing/2014/main" id="{D525211A-C4B5-740A-95D0-66298A2AED8D}"/>
              </a:ext>
            </a:extLst>
          </p:cNvPr>
          <p:cNvSpPr txBox="1"/>
          <p:nvPr/>
        </p:nvSpPr>
        <p:spPr>
          <a:xfrm>
            <a:off x="4587542" y="5925151"/>
            <a:ext cx="889667"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a:t>
            </a:r>
            <a:r>
              <a:rPr lang="en-US" altLang="zh-CN" sz="900" dirty="0">
                <a:solidFill>
                  <a:schemeClr val="bg1"/>
                </a:solidFill>
                <a:effectLst/>
                <a:latin typeface="MiSans Medium" panose="00000600000000000000" pitchFamily="2" charset="-122"/>
                <a:ea typeface="MiSans Medium" panose="00000600000000000000" pitchFamily="2" charset="-122"/>
              </a:rPr>
              <a:t>POI</a:t>
            </a:r>
            <a:r>
              <a:rPr lang="zh-CN" altLang="en-US" sz="900" dirty="0">
                <a:solidFill>
                  <a:schemeClr val="bg1"/>
                </a:solidFill>
                <a:effectLst/>
                <a:latin typeface="MiSans Medium" panose="00000600000000000000" pitchFamily="2" charset="-122"/>
                <a:ea typeface="MiSans Medium" panose="00000600000000000000" pitchFamily="2" charset="-122"/>
              </a:rPr>
              <a:t>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6" name="文本框 335">
            <a:extLst>
              <a:ext uri="{FF2B5EF4-FFF2-40B4-BE49-F238E27FC236}">
                <a16:creationId xmlns:a16="http://schemas.microsoft.com/office/drawing/2014/main" id="{B91DFC4E-2895-A2DE-1438-9ED6849D483D}"/>
              </a:ext>
            </a:extLst>
          </p:cNvPr>
          <p:cNvSpPr txBox="1"/>
          <p:nvPr/>
        </p:nvSpPr>
        <p:spPr>
          <a:xfrm>
            <a:off x="6463936" y="5925151"/>
            <a:ext cx="896079"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a:t>
            </a:r>
            <a:r>
              <a:rPr lang="en-US" altLang="zh-CN" sz="900" dirty="0">
                <a:solidFill>
                  <a:schemeClr val="bg1"/>
                </a:solidFill>
                <a:effectLst/>
                <a:latin typeface="MiSans Medium" panose="00000600000000000000" pitchFamily="2" charset="-122"/>
                <a:ea typeface="MiSans Medium" panose="00000600000000000000" pitchFamily="2" charset="-122"/>
              </a:rPr>
              <a:t>AOI</a:t>
            </a:r>
            <a:r>
              <a:rPr lang="zh-CN" altLang="en-US" sz="900" dirty="0">
                <a:solidFill>
                  <a:schemeClr val="bg1"/>
                </a:solidFill>
                <a:effectLst/>
                <a:latin typeface="MiSans Medium" panose="00000600000000000000" pitchFamily="2" charset="-122"/>
                <a:ea typeface="MiSans Medium" panose="00000600000000000000" pitchFamily="2" charset="-122"/>
              </a:rPr>
              <a:t>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8" name="文本框 337">
            <a:extLst>
              <a:ext uri="{FF2B5EF4-FFF2-40B4-BE49-F238E27FC236}">
                <a16:creationId xmlns:a16="http://schemas.microsoft.com/office/drawing/2014/main" id="{C086C223-E617-E80C-0BBB-D59FF1986416}"/>
              </a:ext>
            </a:extLst>
          </p:cNvPr>
          <p:cNvSpPr txBox="1"/>
          <p:nvPr/>
        </p:nvSpPr>
        <p:spPr>
          <a:xfrm>
            <a:off x="8156786" y="5925151"/>
            <a:ext cx="1269579"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高德行政区划分数据服务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sp>
        <p:nvSpPr>
          <p:cNvPr id="339" name="文本框 338">
            <a:extLst>
              <a:ext uri="{FF2B5EF4-FFF2-40B4-BE49-F238E27FC236}">
                <a16:creationId xmlns:a16="http://schemas.microsoft.com/office/drawing/2014/main" id="{099C6FC0-9047-C6BA-644D-CEC68F8AF130}"/>
              </a:ext>
            </a:extLst>
          </p:cNvPr>
          <p:cNvSpPr txBox="1"/>
          <p:nvPr/>
        </p:nvSpPr>
        <p:spPr>
          <a:xfrm>
            <a:off x="10209510" y="5925151"/>
            <a:ext cx="923331" cy="138499"/>
          </a:xfrm>
          <a:prstGeom prst="rect">
            <a:avLst/>
          </a:prstGeom>
          <a:noFill/>
        </p:spPr>
        <p:txBody>
          <a:bodyPr wrap="none" lIns="0" tIns="0" rIns="0" bIns="0" rtlCol="0">
            <a:spAutoFit/>
          </a:bodyPr>
          <a:lstStyle/>
          <a:p>
            <a:pPr algn="ctr"/>
            <a:r>
              <a:rPr lang="zh-CN" altLang="en-US" sz="900" dirty="0">
                <a:solidFill>
                  <a:schemeClr val="bg1"/>
                </a:solidFill>
                <a:effectLst/>
                <a:latin typeface="MiSans Medium" panose="00000600000000000000" pitchFamily="2" charset="-122"/>
                <a:ea typeface="MiSans Medium" panose="00000600000000000000" pitchFamily="2" charset="-122"/>
              </a:rPr>
              <a:t>高德地图数据服务</a:t>
            </a:r>
            <a:endParaRPr lang="zh-CN" altLang="en-US" sz="900" dirty="0">
              <a:solidFill>
                <a:schemeClr val="bg1"/>
              </a:solidFill>
              <a:latin typeface="MiSans Medium" panose="00000600000000000000" pitchFamily="2" charset="-122"/>
              <a:ea typeface="MiSans Medium" panose="00000600000000000000" pitchFamily="2" charset="-122"/>
            </a:endParaRPr>
          </a:p>
        </p:txBody>
      </p:sp>
      <p:grpSp>
        <p:nvGrpSpPr>
          <p:cNvPr id="104" name="组合 103">
            <a:extLst>
              <a:ext uri="{FF2B5EF4-FFF2-40B4-BE49-F238E27FC236}">
                <a16:creationId xmlns:a16="http://schemas.microsoft.com/office/drawing/2014/main" id="{EFC0433A-31EE-AE47-9018-494610394C0E}"/>
              </a:ext>
            </a:extLst>
          </p:cNvPr>
          <p:cNvGrpSpPr/>
          <p:nvPr/>
        </p:nvGrpSpPr>
        <p:grpSpPr>
          <a:xfrm>
            <a:off x="10489128" y="3254245"/>
            <a:ext cx="222508" cy="222508"/>
            <a:chOff x="10489128" y="3254245"/>
            <a:chExt cx="222508" cy="222508"/>
          </a:xfrm>
        </p:grpSpPr>
        <p:sp>
          <p:nvSpPr>
            <p:cNvPr id="105" name="任意多边形: 形状 1">
              <a:extLst>
                <a:ext uri="{FF2B5EF4-FFF2-40B4-BE49-F238E27FC236}">
                  <a16:creationId xmlns:a16="http://schemas.microsoft.com/office/drawing/2014/main" id="{6E40BF41-783D-D54A-957C-52A977FA0FD3}"/>
                </a:ext>
              </a:extLst>
            </p:cNvPr>
            <p:cNvSpPr/>
            <p:nvPr/>
          </p:nvSpPr>
          <p:spPr>
            <a:xfrm>
              <a:off x="10489128" y="3254245"/>
              <a:ext cx="222508" cy="222508"/>
            </a:xfrm>
            <a:custGeom>
              <a:avLst/>
              <a:gdLst>
                <a:gd name="connsiteX0" fmla="*/ 222508 w 222508"/>
                <a:gd name="connsiteY0" fmla="*/ 111254 h 222508"/>
                <a:gd name="connsiteX1" fmla="*/ 111254 w 222508"/>
                <a:gd name="connsiteY1" fmla="*/ 222508 h 222508"/>
                <a:gd name="connsiteX2" fmla="*/ 0 w 222508"/>
                <a:gd name="connsiteY2" fmla="*/ 111254 h 222508"/>
                <a:gd name="connsiteX3" fmla="*/ 111254 w 222508"/>
                <a:gd name="connsiteY3" fmla="*/ 0 h 222508"/>
                <a:gd name="connsiteX4" fmla="*/ 222508 w 222508"/>
                <a:gd name="connsiteY4" fmla="*/ 111254 h 22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508" h="222508">
                  <a:moveTo>
                    <a:pt x="222508" y="111254"/>
                  </a:moveTo>
                  <a:cubicBezTo>
                    <a:pt x="222508" y="172698"/>
                    <a:pt x="172698" y="222508"/>
                    <a:pt x="111254" y="222508"/>
                  </a:cubicBezTo>
                  <a:cubicBezTo>
                    <a:pt x="49810" y="222508"/>
                    <a:pt x="0" y="172698"/>
                    <a:pt x="0" y="111254"/>
                  </a:cubicBezTo>
                  <a:cubicBezTo>
                    <a:pt x="0" y="49810"/>
                    <a:pt x="49810" y="0"/>
                    <a:pt x="111254" y="0"/>
                  </a:cubicBezTo>
                  <a:cubicBezTo>
                    <a:pt x="172698" y="0"/>
                    <a:pt x="222508" y="49810"/>
                    <a:pt x="222508" y="111254"/>
                  </a:cubicBezTo>
                  <a:close/>
                </a:path>
              </a:pathLst>
            </a:custGeom>
            <a:solidFill>
              <a:schemeClr val="accent1">
                <a:lumMod val="100000"/>
              </a:schemeClr>
            </a:solidFill>
            <a:ln w="6494" cap="flat">
              <a:noFill/>
              <a:prstDash val="solid"/>
              <a:miter/>
            </a:ln>
          </p:spPr>
          <p:txBody>
            <a:bodyPr rtlCol="0" anchor="ctr"/>
            <a:lstStyle/>
            <a:p>
              <a:endParaRPr lang="zh-CN" altLang="en-US" dirty="0"/>
            </a:p>
          </p:txBody>
        </p:sp>
        <p:sp>
          <p:nvSpPr>
            <p:cNvPr id="106" name="任意多边形: 形状 2">
              <a:extLst>
                <a:ext uri="{FF2B5EF4-FFF2-40B4-BE49-F238E27FC236}">
                  <a16:creationId xmlns:a16="http://schemas.microsoft.com/office/drawing/2014/main" id="{3948F30E-E7B7-E546-8F72-31A055177A28}"/>
                </a:ext>
              </a:extLst>
            </p:cNvPr>
            <p:cNvSpPr/>
            <p:nvPr/>
          </p:nvSpPr>
          <p:spPr>
            <a:xfrm>
              <a:off x="10564389" y="3310789"/>
              <a:ext cx="74082" cy="101175"/>
            </a:xfrm>
            <a:custGeom>
              <a:avLst/>
              <a:gdLst>
                <a:gd name="connsiteX0" fmla="*/ 74082 w 74082"/>
                <a:gd name="connsiteY0" fmla="*/ 101176 h 101175"/>
                <a:gd name="connsiteX1" fmla="*/ 56674 w 74082"/>
                <a:gd name="connsiteY1" fmla="*/ 101176 h 101175"/>
                <a:gd name="connsiteX2" fmla="*/ 33769 w 74082"/>
                <a:gd name="connsiteY2" fmla="*/ 60732 h 101175"/>
                <a:gd name="connsiteX3" fmla="*/ 32198 w 74082"/>
                <a:gd name="connsiteY3" fmla="*/ 60732 h 101175"/>
                <a:gd name="connsiteX4" fmla="*/ 14790 w 74082"/>
                <a:gd name="connsiteY4" fmla="*/ 60732 h 101175"/>
                <a:gd name="connsiteX5" fmla="*/ 14790 w 74082"/>
                <a:gd name="connsiteY5" fmla="*/ 101176 h 101175"/>
                <a:gd name="connsiteX6" fmla="*/ 0 w 74082"/>
                <a:gd name="connsiteY6" fmla="*/ 101176 h 101175"/>
                <a:gd name="connsiteX7" fmla="*/ 0 w 74082"/>
                <a:gd name="connsiteY7" fmla="*/ 0 h 101175"/>
                <a:gd name="connsiteX8" fmla="*/ 30889 w 74082"/>
                <a:gd name="connsiteY8" fmla="*/ 0 h 101175"/>
                <a:gd name="connsiteX9" fmla="*/ 59423 w 74082"/>
                <a:gd name="connsiteY9" fmla="*/ 8115 h 101175"/>
                <a:gd name="connsiteX10" fmla="*/ 69501 w 74082"/>
                <a:gd name="connsiteY10" fmla="*/ 30628 h 101175"/>
                <a:gd name="connsiteX11" fmla="*/ 64135 w 74082"/>
                <a:gd name="connsiteY11" fmla="*/ 48297 h 101175"/>
                <a:gd name="connsiteX12" fmla="*/ 48690 w 74082"/>
                <a:gd name="connsiteY12" fmla="*/ 58507 h 101175"/>
                <a:gd name="connsiteX13" fmla="*/ 74082 w 74082"/>
                <a:gd name="connsiteY13" fmla="*/ 101176 h 101175"/>
                <a:gd name="connsiteX14" fmla="*/ 14790 w 74082"/>
                <a:gd name="connsiteY14" fmla="*/ 46989 h 101175"/>
                <a:gd name="connsiteX15" fmla="*/ 29319 w 74082"/>
                <a:gd name="connsiteY15" fmla="*/ 46989 h 101175"/>
                <a:gd name="connsiteX16" fmla="*/ 47643 w 74082"/>
                <a:gd name="connsiteY16" fmla="*/ 42800 h 101175"/>
                <a:gd name="connsiteX17" fmla="*/ 54187 w 74082"/>
                <a:gd name="connsiteY17" fmla="*/ 30628 h 101175"/>
                <a:gd name="connsiteX18" fmla="*/ 47774 w 74082"/>
                <a:gd name="connsiteY18" fmla="*/ 18193 h 101175"/>
                <a:gd name="connsiteX19" fmla="*/ 29319 w 74082"/>
                <a:gd name="connsiteY19" fmla="*/ 13743 h 101175"/>
                <a:gd name="connsiteX20" fmla="*/ 14790 w 74082"/>
                <a:gd name="connsiteY20" fmla="*/ 13743 h 101175"/>
                <a:gd name="connsiteX21" fmla="*/ 14790 w 74082"/>
                <a:gd name="connsiteY21" fmla="*/ 46989 h 10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082" h="101175">
                  <a:moveTo>
                    <a:pt x="74082" y="101176"/>
                  </a:moveTo>
                  <a:lnTo>
                    <a:pt x="56674" y="101176"/>
                  </a:lnTo>
                  <a:lnTo>
                    <a:pt x="33769" y="60732"/>
                  </a:lnTo>
                  <a:lnTo>
                    <a:pt x="32198" y="60732"/>
                  </a:lnTo>
                  <a:lnTo>
                    <a:pt x="14790" y="60732"/>
                  </a:lnTo>
                  <a:lnTo>
                    <a:pt x="14790" y="101176"/>
                  </a:lnTo>
                  <a:lnTo>
                    <a:pt x="0" y="101176"/>
                  </a:lnTo>
                  <a:lnTo>
                    <a:pt x="0" y="0"/>
                  </a:lnTo>
                  <a:lnTo>
                    <a:pt x="30889" y="0"/>
                  </a:lnTo>
                  <a:cubicBezTo>
                    <a:pt x="43193" y="0"/>
                    <a:pt x="52704" y="2705"/>
                    <a:pt x="59423" y="8115"/>
                  </a:cubicBezTo>
                  <a:cubicBezTo>
                    <a:pt x="66142" y="13438"/>
                    <a:pt x="69501" y="20942"/>
                    <a:pt x="69501" y="30628"/>
                  </a:cubicBezTo>
                  <a:cubicBezTo>
                    <a:pt x="69501" y="37608"/>
                    <a:pt x="67713" y="43498"/>
                    <a:pt x="64135" y="48297"/>
                  </a:cubicBezTo>
                  <a:cubicBezTo>
                    <a:pt x="60557" y="53096"/>
                    <a:pt x="55409" y="56499"/>
                    <a:pt x="48690" y="58507"/>
                  </a:cubicBezTo>
                  <a:lnTo>
                    <a:pt x="74082" y="101176"/>
                  </a:lnTo>
                  <a:close/>
                  <a:moveTo>
                    <a:pt x="14790" y="46989"/>
                  </a:moveTo>
                  <a:lnTo>
                    <a:pt x="29319" y="46989"/>
                  </a:lnTo>
                  <a:cubicBezTo>
                    <a:pt x="37259" y="46989"/>
                    <a:pt x="43368" y="45593"/>
                    <a:pt x="47643" y="42800"/>
                  </a:cubicBezTo>
                  <a:cubicBezTo>
                    <a:pt x="52006" y="39921"/>
                    <a:pt x="54187" y="35863"/>
                    <a:pt x="54187" y="30628"/>
                  </a:cubicBezTo>
                  <a:cubicBezTo>
                    <a:pt x="54187" y="25217"/>
                    <a:pt x="52049" y="21073"/>
                    <a:pt x="47774" y="18193"/>
                  </a:cubicBezTo>
                  <a:cubicBezTo>
                    <a:pt x="43498" y="15227"/>
                    <a:pt x="37347" y="13743"/>
                    <a:pt x="29319" y="13743"/>
                  </a:cubicBezTo>
                  <a:lnTo>
                    <a:pt x="14790" y="13743"/>
                  </a:lnTo>
                  <a:lnTo>
                    <a:pt x="14790" y="46989"/>
                  </a:lnTo>
                  <a:close/>
                </a:path>
              </a:pathLst>
            </a:custGeom>
            <a:solidFill>
              <a:srgbClr val="FFFFFF"/>
            </a:solidFill>
            <a:ln w="6494" cap="flat">
              <a:noFill/>
              <a:prstDash val="solid"/>
              <a:miter/>
            </a:ln>
          </p:spPr>
          <p:txBody>
            <a:bodyPr rtlCol="0" anchor="ctr"/>
            <a:lstStyle/>
            <a:p>
              <a:endParaRPr lang="zh-CN" altLang="en-US"/>
            </a:p>
          </p:txBody>
        </p:sp>
      </p:grpSp>
    </p:spTree>
    <p:extLst>
      <p:ext uri="{BB962C8B-B14F-4D97-AF65-F5344CB8AC3E}">
        <p14:creationId xmlns:p14="http://schemas.microsoft.com/office/powerpoint/2010/main" val="91267661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a:extLst>
              <a:ext uri="{FF2B5EF4-FFF2-40B4-BE49-F238E27FC236}">
                <a16:creationId xmlns:a16="http://schemas.microsoft.com/office/drawing/2014/main" id="{7997A20E-62D8-0A4B-9256-CCAED076C2FF}"/>
              </a:ext>
            </a:extLst>
          </p:cNvPr>
          <p:cNvSpPr txBox="1"/>
          <p:nvPr/>
        </p:nvSpPr>
        <p:spPr>
          <a:xfrm>
            <a:off x="543433" y="805688"/>
            <a:ext cx="4673074"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提供的私域流量运营方法及工具</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a:extLst>
              <a:ext uri="{FF2B5EF4-FFF2-40B4-BE49-F238E27FC236}">
                <a16:creationId xmlns:a16="http://schemas.microsoft.com/office/drawing/2014/main" id="{42018217-8679-2C4E-80FA-5F0344BF289A}"/>
              </a:ext>
            </a:extLst>
          </p:cNvPr>
          <p:cNvSpPr txBox="1"/>
          <p:nvPr/>
        </p:nvSpPr>
        <p:spPr>
          <a:xfrm>
            <a:off x="543433" y="604070"/>
            <a:ext cx="4560864"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Private Domain Traffic Operation Methods And Tools Provided</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3" name="矩形: 圆角 12">
            <a:extLst>
              <a:ext uri="{FF2B5EF4-FFF2-40B4-BE49-F238E27FC236}">
                <a16:creationId xmlns:a16="http://schemas.microsoft.com/office/drawing/2014/main" id="{B82702A5-99F7-13F9-C216-1BFBC9B5B353}"/>
              </a:ext>
            </a:extLst>
          </p:cNvPr>
          <p:cNvSpPr/>
          <p:nvPr/>
        </p:nvSpPr>
        <p:spPr>
          <a:xfrm>
            <a:off x="635000" y="1695450"/>
            <a:ext cx="1517650" cy="444500"/>
          </a:xfrm>
          <a:prstGeom prst="roundRect">
            <a:avLst>
              <a:gd name="adj" fmla="val 6381"/>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18" name="矩形: 圆角 17">
            <a:extLst>
              <a:ext uri="{FF2B5EF4-FFF2-40B4-BE49-F238E27FC236}">
                <a16:creationId xmlns:a16="http://schemas.microsoft.com/office/drawing/2014/main" id="{4E8C3341-7C27-B903-ABC5-BF62644A36EE}"/>
              </a:ext>
            </a:extLst>
          </p:cNvPr>
          <p:cNvSpPr/>
          <p:nvPr/>
        </p:nvSpPr>
        <p:spPr>
          <a:xfrm>
            <a:off x="10744200" y="31877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 name="矩形: 圆角 20">
            <a:extLst>
              <a:ext uri="{FF2B5EF4-FFF2-40B4-BE49-F238E27FC236}">
                <a16:creationId xmlns:a16="http://schemas.microsoft.com/office/drawing/2014/main" id="{098457C4-2789-CB65-9FBD-2BBF436896FD}"/>
              </a:ext>
            </a:extLst>
          </p:cNvPr>
          <p:cNvSpPr/>
          <p:nvPr/>
        </p:nvSpPr>
        <p:spPr>
          <a:xfrm>
            <a:off x="10744200" y="20828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 name="矩形: 圆角 23">
            <a:extLst>
              <a:ext uri="{FF2B5EF4-FFF2-40B4-BE49-F238E27FC236}">
                <a16:creationId xmlns:a16="http://schemas.microsoft.com/office/drawing/2014/main" id="{0DFF901E-8CAA-03AF-10EF-C9EE225F9DA3}"/>
              </a:ext>
            </a:extLst>
          </p:cNvPr>
          <p:cNvSpPr/>
          <p:nvPr/>
        </p:nvSpPr>
        <p:spPr>
          <a:xfrm>
            <a:off x="10744200" y="34988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 name="矩形: 圆角 27">
            <a:extLst>
              <a:ext uri="{FF2B5EF4-FFF2-40B4-BE49-F238E27FC236}">
                <a16:creationId xmlns:a16="http://schemas.microsoft.com/office/drawing/2014/main" id="{EA7901CA-46D9-ABAD-AB84-D64EDC4E19AD}"/>
              </a:ext>
            </a:extLst>
          </p:cNvPr>
          <p:cNvSpPr/>
          <p:nvPr/>
        </p:nvSpPr>
        <p:spPr>
          <a:xfrm>
            <a:off x="10744200" y="23939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4" name="矩形: 圆角 33">
            <a:extLst>
              <a:ext uri="{FF2B5EF4-FFF2-40B4-BE49-F238E27FC236}">
                <a16:creationId xmlns:a16="http://schemas.microsoft.com/office/drawing/2014/main" id="{ED127104-FEDE-54B1-674A-E87696DAD248}"/>
              </a:ext>
            </a:extLst>
          </p:cNvPr>
          <p:cNvSpPr/>
          <p:nvPr/>
        </p:nvSpPr>
        <p:spPr>
          <a:xfrm>
            <a:off x="635000" y="2254250"/>
            <a:ext cx="1517650" cy="1524000"/>
          </a:xfrm>
          <a:prstGeom prst="roundRect">
            <a:avLst>
              <a:gd name="adj" fmla="val 3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39" name="矩形: 圆角 38">
            <a:extLst>
              <a:ext uri="{FF2B5EF4-FFF2-40B4-BE49-F238E27FC236}">
                <a16:creationId xmlns:a16="http://schemas.microsoft.com/office/drawing/2014/main" id="{2FF78ABA-319E-BC36-6C54-D99177099B9B}"/>
              </a:ext>
            </a:extLst>
          </p:cNvPr>
          <p:cNvSpPr/>
          <p:nvPr/>
        </p:nvSpPr>
        <p:spPr>
          <a:xfrm>
            <a:off x="8096250" y="2254250"/>
            <a:ext cx="292100" cy="1524000"/>
          </a:xfrm>
          <a:prstGeom prst="roundRect">
            <a:avLst>
              <a:gd name="adj" fmla="val 6884"/>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3" name="矩形: 圆角 42">
            <a:extLst>
              <a:ext uri="{FF2B5EF4-FFF2-40B4-BE49-F238E27FC236}">
                <a16:creationId xmlns:a16="http://schemas.microsoft.com/office/drawing/2014/main" id="{CE728952-2187-5061-1E18-8511BE18538A}"/>
              </a:ext>
            </a:extLst>
          </p:cNvPr>
          <p:cNvSpPr/>
          <p:nvPr/>
        </p:nvSpPr>
        <p:spPr>
          <a:xfrm>
            <a:off x="8515350" y="22542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7" name="矩形: 圆角 46">
            <a:extLst>
              <a:ext uri="{FF2B5EF4-FFF2-40B4-BE49-F238E27FC236}">
                <a16:creationId xmlns:a16="http://schemas.microsoft.com/office/drawing/2014/main" id="{2F1246C8-F1E0-BF4D-F048-3885C4E519FC}"/>
              </a:ext>
            </a:extLst>
          </p:cNvPr>
          <p:cNvSpPr/>
          <p:nvPr/>
        </p:nvSpPr>
        <p:spPr>
          <a:xfrm>
            <a:off x="8515350" y="25654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1" name="矩形: 圆角 50">
            <a:extLst>
              <a:ext uri="{FF2B5EF4-FFF2-40B4-BE49-F238E27FC236}">
                <a16:creationId xmlns:a16="http://schemas.microsoft.com/office/drawing/2014/main" id="{1A08A822-C822-792D-12B8-DA60C55E9923}"/>
              </a:ext>
            </a:extLst>
          </p:cNvPr>
          <p:cNvSpPr/>
          <p:nvPr/>
        </p:nvSpPr>
        <p:spPr>
          <a:xfrm>
            <a:off x="8515350" y="28765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5" name="矩形: 圆角 54">
            <a:extLst>
              <a:ext uri="{FF2B5EF4-FFF2-40B4-BE49-F238E27FC236}">
                <a16:creationId xmlns:a16="http://schemas.microsoft.com/office/drawing/2014/main" id="{80542DDF-0A4A-A801-5749-1E500660B90A}"/>
              </a:ext>
            </a:extLst>
          </p:cNvPr>
          <p:cNvSpPr/>
          <p:nvPr/>
        </p:nvSpPr>
        <p:spPr>
          <a:xfrm>
            <a:off x="8515350" y="31877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9" name="矩形: 圆角 58">
            <a:extLst>
              <a:ext uri="{FF2B5EF4-FFF2-40B4-BE49-F238E27FC236}">
                <a16:creationId xmlns:a16="http://schemas.microsoft.com/office/drawing/2014/main" id="{4144AEEB-CA40-A3E8-9F82-9C0D9C887FB1}"/>
              </a:ext>
            </a:extLst>
          </p:cNvPr>
          <p:cNvSpPr/>
          <p:nvPr/>
        </p:nvSpPr>
        <p:spPr>
          <a:xfrm>
            <a:off x="8515350" y="34988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1" name="任意多边形: 形状 60">
            <a:extLst>
              <a:ext uri="{FF2B5EF4-FFF2-40B4-BE49-F238E27FC236}">
                <a16:creationId xmlns:a16="http://schemas.microsoft.com/office/drawing/2014/main" id="{6E79CACB-8546-618E-0126-8452C45C69FE}"/>
              </a:ext>
            </a:extLst>
          </p:cNvPr>
          <p:cNvSpPr/>
          <p:nvPr/>
        </p:nvSpPr>
        <p:spPr>
          <a:xfrm>
            <a:off x="5486400" y="2254250"/>
            <a:ext cx="2311400" cy="685800"/>
          </a:xfrm>
          <a:custGeom>
            <a:avLst/>
            <a:gdLst>
              <a:gd name="connsiteX0" fmla="*/ 0 w 2311400"/>
              <a:gd name="connsiteY0" fmla="*/ 50800 h 685800"/>
              <a:gd name="connsiteX1" fmla="*/ 50800 w 2311400"/>
              <a:gd name="connsiteY1" fmla="*/ 0 h 685800"/>
              <a:gd name="connsiteX2" fmla="*/ 2260600 w 2311400"/>
              <a:gd name="connsiteY2" fmla="*/ 0 h 685800"/>
              <a:gd name="connsiteX3" fmla="*/ 2311400 w 2311400"/>
              <a:gd name="connsiteY3" fmla="*/ 50800 h 685800"/>
              <a:gd name="connsiteX4" fmla="*/ 2311400 w 2311400"/>
              <a:gd name="connsiteY4" fmla="*/ 635000 h 685800"/>
              <a:gd name="connsiteX5" fmla="*/ 2260600 w 2311400"/>
              <a:gd name="connsiteY5" fmla="*/ 685800 h 685800"/>
              <a:gd name="connsiteX6" fmla="*/ 50800 w 2311400"/>
              <a:gd name="connsiteY6" fmla="*/ 685800 h 685800"/>
              <a:gd name="connsiteX7" fmla="*/ 0 w 2311400"/>
              <a:gd name="connsiteY7" fmla="*/ 635000 h 685800"/>
              <a:gd name="connsiteX8" fmla="*/ 0 w 2311400"/>
              <a:gd name="connsiteY8" fmla="*/ 50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1400" h="685800">
                <a:moveTo>
                  <a:pt x="0" y="50800"/>
                </a:moveTo>
                <a:cubicBezTo>
                  <a:pt x="0" y="22746"/>
                  <a:pt x="22746" y="0"/>
                  <a:pt x="50800" y="0"/>
                </a:cubicBezTo>
                <a:lnTo>
                  <a:pt x="2260600" y="0"/>
                </a:lnTo>
                <a:cubicBezTo>
                  <a:pt x="2288667" y="0"/>
                  <a:pt x="2311400" y="22746"/>
                  <a:pt x="2311400" y="50800"/>
                </a:cubicBezTo>
                <a:lnTo>
                  <a:pt x="2311400" y="635000"/>
                </a:lnTo>
                <a:cubicBezTo>
                  <a:pt x="2311400" y="663054"/>
                  <a:pt x="2288667" y="685800"/>
                  <a:pt x="2260600" y="685800"/>
                </a:cubicBezTo>
                <a:lnTo>
                  <a:pt x="50800" y="685800"/>
                </a:lnTo>
                <a:cubicBezTo>
                  <a:pt x="22746" y="685800"/>
                  <a:pt x="0" y="663054"/>
                  <a:pt x="0" y="6350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9" name="矩形: 圆角 128">
            <a:extLst>
              <a:ext uri="{FF2B5EF4-FFF2-40B4-BE49-F238E27FC236}">
                <a16:creationId xmlns:a16="http://schemas.microsoft.com/office/drawing/2014/main" id="{92D45803-1B28-E6BE-C40D-D3145CC3E467}"/>
              </a:ext>
            </a:extLst>
          </p:cNvPr>
          <p:cNvSpPr/>
          <p:nvPr/>
        </p:nvSpPr>
        <p:spPr>
          <a:xfrm>
            <a:off x="5486400" y="2254250"/>
            <a:ext cx="292100" cy="685800"/>
          </a:xfrm>
          <a:prstGeom prst="roundRect">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3" name="矩形: 圆角 132">
            <a:extLst>
              <a:ext uri="{FF2B5EF4-FFF2-40B4-BE49-F238E27FC236}">
                <a16:creationId xmlns:a16="http://schemas.microsoft.com/office/drawing/2014/main" id="{699AF728-92E2-4C24-0277-DBE047A51263}"/>
              </a:ext>
            </a:extLst>
          </p:cNvPr>
          <p:cNvSpPr/>
          <p:nvPr/>
        </p:nvSpPr>
        <p:spPr>
          <a:xfrm>
            <a:off x="5905500" y="2286000"/>
            <a:ext cx="5842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7" name="矩形: 圆角 136">
            <a:extLst>
              <a:ext uri="{FF2B5EF4-FFF2-40B4-BE49-F238E27FC236}">
                <a16:creationId xmlns:a16="http://schemas.microsoft.com/office/drawing/2014/main" id="{7CA37DB5-03A9-FB85-470D-09C01F767BF3}"/>
              </a:ext>
            </a:extLst>
          </p:cNvPr>
          <p:cNvSpPr/>
          <p:nvPr/>
        </p:nvSpPr>
        <p:spPr>
          <a:xfrm>
            <a:off x="6553200" y="2286000"/>
            <a:ext cx="4699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1" name="矩形: 圆角 140">
            <a:extLst>
              <a:ext uri="{FF2B5EF4-FFF2-40B4-BE49-F238E27FC236}">
                <a16:creationId xmlns:a16="http://schemas.microsoft.com/office/drawing/2014/main" id="{08086F5C-CF29-6A38-F245-B829BA524FA5}"/>
              </a:ext>
            </a:extLst>
          </p:cNvPr>
          <p:cNvSpPr/>
          <p:nvPr/>
        </p:nvSpPr>
        <p:spPr>
          <a:xfrm>
            <a:off x="7086600" y="2286000"/>
            <a:ext cx="4699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4" name="矩形: 圆角 143">
            <a:extLst>
              <a:ext uri="{FF2B5EF4-FFF2-40B4-BE49-F238E27FC236}">
                <a16:creationId xmlns:a16="http://schemas.microsoft.com/office/drawing/2014/main" id="{1D26F92A-BEAA-8149-10B2-8BCF60F25C19}"/>
              </a:ext>
            </a:extLst>
          </p:cNvPr>
          <p:cNvSpPr/>
          <p:nvPr/>
        </p:nvSpPr>
        <p:spPr>
          <a:xfrm>
            <a:off x="5905500" y="2628900"/>
            <a:ext cx="5842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9" name="矩形: 圆角 148">
            <a:extLst>
              <a:ext uri="{FF2B5EF4-FFF2-40B4-BE49-F238E27FC236}">
                <a16:creationId xmlns:a16="http://schemas.microsoft.com/office/drawing/2014/main" id="{51AD4825-05F6-7C37-4F55-B8A05B437120}"/>
              </a:ext>
            </a:extLst>
          </p:cNvPr>
          <p:cNvSpPr/>
          <p:nvPr/>
        </p:nvSpPr>
        <p:spPr>
          <a:xfrm>
            <a:off x="6553200" y="2628900"/>
            <a:ext cx="6985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4" name="矩形: 圆角 153">
            <a:extLst>
              <a:ext uri="{FF2B5EF4-FFF2-40B4-BE49-F238E27FC236}">
                <a16:creationId xmlns:a16="http://schemas.microsoft.com/office/drawing/2014/main" id="{1E962E63-F36D-3D75-CB2C-45ABB7A09897}"/>
              </a:ext>
            </a:extLst>
          </p:cNvPr>
          <p:cNvSpPr/>
          <p:nvPr/>
        </p:nvSpPr>
        <p:spPr>
          <a:xfrm>
            <a:off x="7315200" y="2628900"/>
            <a:ext cx="3556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8" name="任意多边形: 形状 157">
            <a:extLst>
              <a:ext uri="{FF2B5EF4-FFF2-40B4-BE49-F238E27FC236}">
                <a16:creationId xmlns:a16="http://schemas.microsoft.com/office/drawing/2014/main" id="{79DBC17C-1B75-8D89-9869-935220A1D0A0}"/>
              </a:ext>
            </a:extLst>
          </p:cNvPr>
          <p:cNvSpPr/>
          <p:nvPr/>
        </p:nvSpPr>
        <p:spPr>
          <a:xfrm>
            <a:off x="5486400" y="3092450"/>
            <a:ext cx="2311400" cy="685800"/>
          </a:xfrm>
          <a:custGeom>
            <a:avLst/>
            <a:gdLst>
              <a:gd name="connsiteX0" fmla="*/ 0 w 2311400"/>
              <a:gd name="connsiteY0" fmla="*/ 50800 h 685800"/>
              <a:gd name="connsiteX1" fmla="*/ 50800 w 2311400"/>
              <a:gd name="connsiteY1" fmla="*/ 0 h 685800"/>
              <a:gd name="connsiteX2" fmla="*/ 2260600 w 2311400"/>
              <a:gd name="connsiteY2" fmla="*/ 0 h 685800"/>
              <a:gd name="connsiteX3" fmla="*/ 2311400 w 2311400"/>
              <a:gd name="connsiteY3" fmla="*/ 50800 h 685800"/>
              <a:gd name="connsiteX4" fmla="*/ 2311400 w 2311400"/>
              <a:gd name="connsiteY4" fmla="*/ 635000 h 685800"/>
              <a:gd name="connsiteX5" fmla="*/ 2260600 w 2311400"/>
              <a:gd name="connsiteY5" fmla="*/ 685800 h 685800"/>
              <a:gd name="connsiteX6" fmla="*/ 50800 w 2311400"/>
              <a:gd name="connsiteY6" fmla="*/ 685800 h 685800"/>
              <a:gd name="connsiteX7" fmla="*/ 0 w 2311400"/>
              <a:gd name="connsiteY7" fmla="*/ 635000 h 685800"/>
              <a:gd name="connsiteX8" fmla="*/ 0 w 2311400"/>
              <a:gd name="connsiteY8" fmla="*/ 50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1400" h="685800">
                <a:moveTo>
                  <a:pt x="0" y="50800"/>
                </a:moveTo>
                <a:cubicBezTo>
                  <a:pt x="0" y="22746"/>
                  <a:pt x="22746" y="0"/>
                  <a:pt x="50800" y="0"/>
                </a:cubicBezTo>
                <a:lnTo>
                  <a:pt x="2260600" y="0"/>
                </a:lnTo>
                <a:cubicBezTo>
                  <a:pt x="2288667" y="0"/>
                  <a:pt x="2311400" y="22746"/>
                  <a:pt x="2311400" y="50800"/>
                </a:cubicBezTo>
                <a:lnTo>
                  <a:pt x="2311400" y="635000"/>
                </a:lnTo>
                <a:cubicBezTo>
                  <a:pt x="2311400" y="663055"/>
                  <a:pt x="2288667" y="685800"/>
                  <a:pt x="2260600" y="685800"/>
                </a:cubicBezTo>
                <a:lnTo>
                  <a:pt x="50800" y="685800"/>
                </a:lnTo>
                <a:cubicBezTo>
                  <a:pt x="22746" y="685800"/>
                  <a:pt x="0" y="663055"/>
                  <a:pt x="0" y="6350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1" name="矩形: 圆角 160">
            <a:extLst>
              <a:ext uri="{FF2B5EF4-FFF2-40B4-BE49-F238E27FC236}">
                <a16:creationId xmlns:a16="http://schemas.microsoft.com/office/drawing/2014/main" id="{7B7F9C76-3CCA-3693-4629-C735974E39A9}"/>
              </a:ext>
            </a:extLst>
          </p:cNvPr>
          <p:cNvSpPr/>
          <p:nvPr/>
        </p:nvSpPr>
        <p:spPr>
          <a:xfrm>
            <a:off x="5486400" y="3092450"/>
            <a:ext cx="292100" cy="685800"/>
          </a:xfrm>
          <a:prstGeom prst="roundRect">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6" name="矩形: 圆角 165">
            <a:extLst>
              <a:ext uri="{FF2B5EF4-FFF2-40B4-BE49-F238E27FC236}">
                <a16:creationId xmlns:a16="http://schemas.microsoft.com/office/drawing/2014/main" id="{41494699-4A0D-1833-1B1F-A44E710EB67D}"/>
              </a:ext>
            </a:extLst>
          </p:cNvPr>
          <p:cNvSpPr/>
          <p:nvPr/>
        </p:nvSpPr>
        <p:spPr>
          <a:xfrm>
            <a:off x="5905500" y="3124200"/>
            <a:ext cx="5842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0" name="矩形: 圆角 169">
            <a:extLst>
              <a:ext uri="{FF2B5EF4-FFF2-40B4-BE49-F238E27FC236}">
                <a16:creationId xmlns:a16="http://schemas.microsoft.com/office/drawing/2014/main" id="{57641AF7-9322-7B28-BEE1-2A02BB6DDA68}"/>
              </a:ext>
            </a:extLst>
          </p:cNvPr>
          <p:cNvSpPr/>
          <p:nvPr/>
        </p:nvSpPr>
        <p:spPr>
          <a:xfrm>
            <a:off x="6553200" y="3124200"/>
            <a:ext cx="3556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4" name="矩形: 圆角 173">
            <a:extLst>
              <a:ext uri="{FF2B5EF4-FFF2-40B4-BE49-F238E27FC236}">
                <a16:creationId xmlns:a16="http://schemas.microsoft.com/office/drawing/2014/main" id="{596D7577-50AE-60DA-1CF2-C36CD93F6ACC}"/>
              </a:ext>
            </a:extLst>
          </p:cNvPr>
          <p:cNvSpPr/>
          <p:nvPr/>
        </p:nvSpPr>
        <p:spPr>
          <a:xfrm>
            <a:off x="6972300" y="3124200"/>
            <a:ext cx="3556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9" name="矩形: 圆角 178">
            <a:extLst>
              <a:ext uri="{FF2B5EF4-FFF2-40B4-BE49-F238E27FC236}">
                <a16:creationId xmlns:a16="http://schemas.microsoft.com/office/drawing/2014/main" id="{F85A227A-C4DC-EF9A-D6AC-AF77506E04EC}"/>
              </a:ext>
            </a:extLst>
          </p:cNvPr>
          <p:cNvSpPr/>
          <p:nvPr/>
        </p:nvSpPr>
        <p:spPr>
          <a:xfrm>
            <a:off x="5905500" y="3467100"/>
            <a:ext cx="6985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3" name="矩形: 圆角 182">
            <a:extLst>
              <a:ext uri="{FF2B5EF4-FFF2-40B4-BE49-F238E27FC236}">
                <a16:creationId xmlns:a16="http://schemas.microsoft.com/office/drawing/2014/main" id="{B521F64D-D1E7-E029-06DA-6E390E954F68}"/>
              </a:ext>
            </a:extLst>
          </p:cNvPr>
          <p:cNvSpPr/>
          <p:nvPr/>
        </p:nvSpPr>
        <p:spPr>
          <a:xfrm>
            <a:off x="6667500" y="3467100"/>
            <a:ext cx="4699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7" name="矩形: 圆角 186">
            <a:extLst>
              <a:ext uri="{FF2B5EF4-FFF2-40B4-BE49-F238E27FC236}">
                <a16:creationId xmlns:a16="http://schemas.microsoft.com/office/drawing/2014/main" id="{E42C5871-86AB-41D1-AB3A-84C4366A64C6}"/>
              </a:ext>
            </a:extLst>
          </p:cNvPr>
          <p:cNvSpPr/>
          <p:nvPr/>
        </p:nvSpPr>
        <p:spPr>
          <a:xfrm>
            <a:off x="3587750" y="2254250"/>
            <a:ext cx="1644650" cy="1524000"/>
          </a:xfrm>
          <a:prstGeom prst="roundRect">
            <a:avLst>
              <a:gd name="adj" fmla="val 3000"/>
            </a:avLst>
          </a:prstGeom>
          <a:solidFill>
            <a:srgbClr val="FFFFFF"/>
          </a:solidFill>
          <a:ln w="6350" cap="flat">
            <a:solidFill>
              <a:schemeClr val="accent1">
                <a:lumMod val="100000"/>
              </a:schemeClr>
            </a:solidFill>
            <a:prstDash val="solid"/>
            <a:miter/>
          </a:ln>
          <a:effectLst>
            <a:outerShdw blurRad="635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n>
                <a:solidFill>
                  <a:schemeClr val="accent3"/>
                </a:solidFill>
              </a:ln>
            </a:endParaRPr>
          </a:p>
        </p:txBody>
      </p:sp>
      <p:sp>
        <p:nvSpPr>
          <p:cNvPr id="192" name="任意多边形: 形状 191">
            <a:extLst>
              <a:ext uri="{FF2B5EF4-FFF2-40B4-BE49-F238E27FC236}">
                <a16:creationId xmlns:a16="http://schemas.microsoft.com/office/drawing/2014/main" id="{D8D541B1-7DE2-1524-5AEA-0E6C255864D8}"/>
              </a:ext>
            </a:extLst>
          </p:cNvPr>
          <p:cNvSpPr/>
          <p:nvPr/>
        </p:nvSpPr>
        <p:spPr>
          <a:xfrm>
            <a:off x="2959100" y="2387600"/>
            <a:ext cx="349250" cy="1250950"/>
          </a:xfrm>
          <a:custGeom>
            <a:avLst/>
            <a:gdLst>
              <a:gd name="connsiteX0" fmla="*/ 0 w 349250"/>
              <a:gd name="connsiteY0" fmla="*/ 0 h 1250950"/>
              <a:gd name="connsiteX1" fmla="*/ 349250 w 349250"/>
              <a:gd name="connsiteY1" fmla="*/ 0 h 1250950"/>
              <a:gd name="connsiteX2" fmla="*/ 349250 w 349250"/>
              <a:gd name="connsiteY2" fmla="*/ 1250950 h 1250950"/>
              <a:gd name="connsiteX3" fmla="*/ 0 w 349250"/>
              <a:gd name="connsiteY3" fmla="*/ 1250950 h 1250950"/>
            </a:gdLst>
            <a:ahLst/>
            <a:cxnLst>
              <a:cxn ang="0">
                <a:pos x="connsiteX0" y="connsiteY0"/>
              </a:cxn>
              <a:cxn ang="0">
                <a:pos x="connsiteX1" y="connsiteY1"/>
              </a:cxn>
              <a:cxn ang="0">
                <a:pos x="connsiteX2" y="connsiteY2"/>
              </a:cxn>
              <a:cxn ang="0">
                <a:pos x="connsiteX3" y="connsiteY3"/>
              </a:cxn>
            </a:cxnLst>
            <a:rect l="l" t="t" r="r" b="b"/>
            <a:pathLst>
              <a:path w="349250" h="1250950">
                <a:moveTo>
                  <a:pt x="0" y="0"/>
                </a:moveTo>
                <a:lnTo>
                  <a:pt x="349250" y="0"/>
                </a:lnTo>
                <a:lnTo>
                  <a:pt x="349250" y="1250950"/>
                </a:lnTo>
                <a:lnTo>
                  <a:pt x="0" y="1250950"/>
                </a:lnTo>
              </a:path>
            </a:pathLst>
          </a:custGeom>
          <a:noFill/>
          <a:ln w="6350" cap="flat">
            <a:solidFill>
              <a:schemeClr val="accent1">
                <a:lumMod val="100000"/>
              </a:schemeClr>
            </a:solidFill>
            <a:custDash>
              <a:ds d="600000" sp="600000"/>
            </a:custDash>
            <a:miter/>
          </a:ln>
        </p:spPr>
        <p:txBody>
          <a:bodyPr rtlCol="0" anchor="ctr"/>
          <a:lstStyle/>
          <a:p>
            <a:endParaRPr lang="zh-CN" altLang="en-US"/>
          </a:p>
        </p:txBody>
      </p:sp>
      <p:sp>
        <p:nvSpPr>
          <p:cNvPr id="193" name="任意多边形: 形状 192">
            <a:extLst>
              <a:ext uri="{FF2B5EF4-FFF2-40B4-BE49-F238E27FC236}">
                <a16:creationId xmlns:a16="http://schemas.microsoft.com/office/drawing/2014/main" id="{0596D2F7-622E-381A-07E7-CF5A3D2BC773}"/>
              </a:ext>
            </a:extLst>
          </p:cNvPr>
          <p:cNvSpPr/>
          <p:nvPr/>
        </p:nvSpPr>
        <p:spPr>
          <a:xfrm>
            <a:off x="2959100" y="2705100"/>
            <a:ext cx="349250" cy="615950"/>
          </a:xfrm>
          <a:custGeom>
            <a:avLst/>
            <a:gdLst>
              <a:gd name="connsiteX0" fmla="*/ 0 w 349250"/>
              <a:gd name="connsiteY0" fmla="*/ 0 h 615950"/>
              <a:gd name="connsiteX1" fmla="*/ 349250 w 349250"/>
              <a:gd name="connsiteY1" fmla="*/ 0 h 615950"/>
              <a:gd name="connsiteX2" fmla="*/ 349250 w 349250"/>
              <a:gd name="connsiteY2" fmla="*/ 615950 h 615950"/>
              <a:gd name="connsiteX3" fmla="*/ 0 w 349250"/>
              <a:gd name="connsiteY3" fmla="*/ 615950 h 615950"/>
            </a:gdLst>
            <a:ahLst/>
            <a:cxnLst>
              <a:cxn ang="0">
                <a:pos x="connsiteX0" y="connsiteY0"/>
              </a:cxn>
              <a:cxn ang="0">
                <a:pos x="connsiteX1" y="connsiteY1"/>
              </a:cxn>
              <a:cxn ang="0">
                <a:pos x="connsiteX2" y="connsiteY2"/>
              </a:cxn>
              <a:cxn ang="0">
                <a:pos x="connsiteX3" y="connsiteY3"/>
              </a:cxn>
            </a:cxnLst>
            <a:rect l="l" t="t" r="r" b="b"/>
            <a:pathLst>
              <a:path w="349250" h="615950">
                <a:moveTo>
                  <a:pt x="0" y="0"/>
                </a:moveTo>
                <a:lnTo>
                  <a:pt x="349250" y="0"/>
                </a:lnTo>
                <a:lnTo>
                  <a:pt x="349250" y="615950"/>
                </a:lnTo>
                <a:lnTo>
                  <a:pt x="0" y="615950"/>
                </a:lnTo>
              </a:path>
            </a:pathLst>
          </a:custGeom>
          <a:noFill/>
          <a:ln w="6350" cap="flat">
            <a:solidFill>
              <a:schemeClr val="accent1">
                <a:lumMod val="100000"/>
              </a:schemeClr>
            </a:solidFill>
            <a:custDash>
              <a:ds d="600000" sp="600000"/>
            </a:custDash>
            <a:miter/>
          </a:ln>
        </p:spPr>
        <p:txBody>
          <a:bodyPr rtlCol="0" anchor="ctr"/>
          <a:lstStyle/>
          <a:p>
            <a:endParaRPr lang="zh-CN" altLang="en-US"/>
          </a:p>
        </p:txBody>
      </p:sp>
      <p:sp>
        <p:nvSpPr>
          <p:cNvPr id="195" name="任意多边形: 形状 194">
            <a:extLst>
              <a:ext uri="{FF2B5EF4-FFF2-40B4-BE49-F238E27FC236}">
                <a16:creationId xmlns:a16="http://schemas.microsoft.com/office/drawing/2014/main" id="{0274EA97-8C7B-2285-D26A-5B9CA5BA5151}"/>
              </a:ext>
            </a:extLst>
          </p:cNvPr>
          <p:cNvSpPr/>
          <p:nvPr/>
        </p:nvSpPr>
        <p:spPr>
          <a:xfrm>
            <a:off x="3130550" y="2991567"/>
            <a:ext cx="349250" cy="36664"/>
          </a:xfrm>
          <a:custGeom>
            <a:avLst/>
            <a:gdLst>
              <a:gd name="connsiteX0" fmla="*/ 349250 w 349250"/>
              <a:gd name="connsiteY0" fmla="*/ 18332 h 36664"/>
              <a:gd name="connsiteX1" fmla="*/ 317500 w 349250"/>
              <a:gd name="connsiteY1" fmla="*/ 0 h 36664"/>
              <a:gd name="connsiteX2" fmla="*/ 317500 w 349250"/>
              <a:gd name="connsiteY2" fmla="*/ 36665 h 36664"/>
              <a:gd name="connsiteX3" fmla="*/ 349250 w 349250"/>
              <a:gd name="connsiteY3" fmla="*/ 18332 h 36664"/>
              <a:gd name="connsiteX4" fmla="*/ 0 w 349250"/>
              <a:gd name="connsiteY4" fmla="*/ 21507 h 36664"/>
              <a:gd name="connsiteX5" fmla="*/ 29102 w 349250"/>
              <a:gd name="connsiteY5" fmla="*/ 21507 h 36664"/>
              <a:gd name="connsiteX6" fmla="*/ 29102 w 349250"/>
              <a:gd name="connsiteY6" fmla="*/ 15157 h 36664"/>
              <a:gd name="connsiteX7" fmla="*/ 0 w 349250"/>
              <a:gd name="connsiteY7" fmla="*/ 15157 h 36664"/>
              <a:gd name="connsiteX8" fmla="*/ 0 w 349250"/>
              <a:gd name="connsiteY8" fmla="*/ 21507 h 36664"/>
              <a:gd name="connsiteX9" fmla="*/ 87313 w 349250"/>
              <a:gd name="connsiteY9" fmla="*/ 21507 h 36664"/>
              <a:gd name="connsiteX10" fmla="*/ 145523 w 349250"/>
              <a:gd name="connsiteY10" fmla="*/ 21507 h 36664"/>
              <a:gd name="connsiteX11" fmla="*/ 145523 w 349250"/>
              <a:gd name="connsiteY11" fmla="*/ 15157 h 36664"/>
              <a:gd name="connsiteX12" fmla="*/ 87313 w 349250"/>
              <a:gd name="connsiteY12" fmla="*/ 15157 h 36664"/>
              <a:gd name="connsiteX13" fmla="*/ 87313 w 349250"/>
              <a:gd name="connsiteY13" fmla="*/ 21507 h 36664"/>
              <a:gd name="connsiteX14" fmla="*/ 203727 w 349250"/>
              <a:gd name="connsiteY14" fmla="*/ 21507 h 36664"/>
              <a:gd name="connsiteX15" fmla="*/ 261938 w 349250"/>
              <a:gd name="connsiteY15" fmla="*/ 21507 h 36664"/>
              <a:gd name="connsiteX16" fmla="*/ 261938 w 349250"/>
              <a:gd name="connsiteY16" fmla="*/ 15157 h 36664"/>
              <a:gd name="connsiteX17" fmla="*/ 203727 w 349250"/>
              <a:gd name="connsiteY17" fmla="*/ 15157 h 36664"/>
              <a:gd name="connsiteX18" fmla="*/ 203727 w 349250"/>
              <a:gd name="connsiteY18" fmla="*/ 21507 h 36664"/>
              <a:gd name="connsiteX19" fmla="*/ 320148 w 349250"/>
              <a:gd name="connsiteY19" fmla="*/ 21507 h 36664"/>
              <a:gd name="connsiteX20" fmla="*/ 320675 w 349250"/>
              <a:gd name="connsiteY20" fmla="*/ 21507 h 36664"/>
              <a:gd name="connsiteX21" fmla="*/ 320675 w 349250"/>
              <a:gd name="connsiteY21" fmla="*/ 15157 h 36664"/>
              <a:gd name="connsiteX22" fmla="*/ 320148 w 349250"/>
              <a:gd name="connsiteY22" fmla="*/ 15157 h 36664"/>
              <a:gd name="connsiteX23" fmla="*/ 320148 w 349250"/>
              <a:gd name="connsiteY23" fmla="*/ 21507 h 3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9250" h="36664">
                <a:moveTo>
                  <a:pt x="349250" y="18332"/>
                </a:moveTo>
                <a:lnTo>
                  <a:pt x="317500" y="0"/>
                </a:lnTo>
                <a:lnTo>
                  <a:pt x="317500" y="36665"/>
                </a:lnTo>
                <a:lnTo>
                  <a:pt x="349250" y="18332"/>
                </a:lnTo>
                <a:close/>
                <a:moveTo>
                  <a:pt x="0" y="21507"/>
                </a:moveTo>
                <a:lnTo>
                  <a:pt x="29102" y="21507"/>
                </a:lnTo>
                <a:lnTo>
                  <a:pt x="29102" y="15157"/>
                </a:lnTo>
                <a:lnTo>
                  <a:pt x="0" y="15157"/>
                </a:lnTo>
                <a:lnTo>
                  <a:pt x="0" y="21507"/>
                </a:lnTo>
                <a:close/>
                <a:moveTo>
                  <a:pt x="87313" y="21507"/>
                </a:moveTo>
                <a:lnTo>
                  <a:pt x="145523" y="21507"/>
                </a:lnTo>
                <a:lnTo>
                  <a:pt x="145523" y="15157"/>
                </a:lnTo>
                <a:lnTo>
                  <a:pt x="87313" y="15157"/>
                </a:lnTo>
                <a:lnTo>
                  <a:pt x="87313" y="21507"/>
                </a:lnTo>
                <a:close/>
                <a:moveTo>
                  <a:pt x="203727" y="21507"/>
                </a:moveTo>
                <a:lnTo>
                  <a:pt x="261938" y="21507"/>
                </a:lnTo>
                <a:lnTo>
                  <a:pt x="261938" y="15157"/>
                </a:lnTo>
                <a:lnTo>
                  <a:pt x="203727" y="15157"/>
                </a:lnTo>
                <a:lnTo>
                  <a:pt x="203727" y="21507"/>
                </a:lnTo>
                <a:close/>
                <a:moveTo>
                  <a:pt x="320148" y="21507"/>
                </a:moveTo>
                <a:lnTo>
                  <a:pt x="320675" y="21507"/>
                </a:lnTo>
                <a:lnTo>
                  <a:pt x="320675" y="15157"/>
                </a:lnTo>
                <a:lnTo>
                  <a:pt x="320148" y="15157"/>
                </a:lnTo>
                <a:lnTo>
                  <a:pt x="320148" y="21507"/>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197" name="矩形: 圆角 196">
            <a:extLst>
              <a:ext uri="{FF2B5EF4-FFF2-40B4-BE49-F238E27FC236}">
                <a16:creationId xmlns:a16="http://schemas.microsoft.com/office/drawing/2014/main" id="{620B4606-1AB6-954A-A091-BA5B5DA6C34E}"/>
              </a:ext>
            </a:extLst>
          </p:cNvPr>
          <p:cNvSpPr/>
          <p:nvPr/>
        </p:nvSpPr>
        <p:spPr>
          <a:xfrm>
            <a:off x="2368550" y="22542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0" name="矩形: 圆角 199">
            <a:extLst>
              <a:ext uri="{FF2B5EF4-FFF2-40B4-BE49-F238E27FC236}">
                <a16:creationId xmlns:a16="http://schemas.microsoft.com/office/drawing/2014/main" id="{F7267416-E6F7-C074-F29A-F523B9B90F6D}"/>
              </a:ext>
            </a:extLst>
          </p:cNvPr>
          <p:cNvSpPr/>
          <p:nvPr/>
        </p:nvSpPr>
        <p:spPr>
          <a:xfrm>
            <a:off x="2368550" y="25654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3" name="矩形: 圆角 202">
            <a:extLst>
              <a:ext uri="{FF2B5EF4-FFF2-40B4-BE49-F238E27FC236}">
                <a16:creationId xmlns:a16="http://schemas.microsoft.com/office/drawing/2014/main" id="{8CA1A838-580B-D042-B6B9-E416CF096689}"/>
              </a:ext>
            </a:extLst>
          </p:cNvPr>
          <p:cNvSpPr/>
          <p:nvPr/>
        </p:nvSpPr>
        <p:spPr>
          <a:xfrm>
            <a:off x="2368550" y="28765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0" name="矩形: 圆角 209">
            <a:extLst>
              <a:ext uri="{FF2B5EF4-FFF2-40B4-BE49-F238E27FC236}">
                <a16:creationId xmlns:a16="http://schemas.microsoft.com/office/drawing/2014/main" id="{CFD9B687-A3CF-FE95-A5B3-45BE5432C771}"/>
              </a:ext>
            </a:extLst>
          </p:cNvPr>
          <p:cNvSpPr/>
          <p:nvPr/>
        </p:nvSpPr>
        <p:spPr>
          <a:xfrm>
            <a:off x="2368550" y="318770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3" name="矩形: 圆角 212">
            <a:extLst>
              <a:ext uri="{FF2B5EF4-FFF2-40B4-BE49-F238E27FC236}">
                <a16:creationId xmlns:a16="http://schemas.microsoft.com/office/drawing/2014/main" id="{7FF13EA0-69E7-A889-C1A5-EBDC9BB696E6}"/>
              </a:ext>
            </a:extLst>
          </p:cNvPr>
          <p:cNvSpPr/>
          <p:nvPr/>
        </p:nvSpPr>
        <p:spPr>
          <a:xfrm>
            <a:off x="2368550" y="3498850"/>
            <a:ext cx="812800" cy="279400"/>
          </a:xfrm>
          <a:prstGeom prst="roundRect">
            <a:avLst>
              <a:gd name="adj" fmla="val 13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9" name="矩形: 圆角 218">
            <a:extLst>
              <a:ext uri="{FF2B5EF4-FFF2-40B4-BE49-F238E27FC236}">
                <a16:creationId xmlns:a16="http://schemas.microsoft.com/office/drawing/2014/main" id="{FA96C095-1DCB-BFD0-A2FA-00F4A8AF12DA}"/>
              </a:ext>
            </a:extLst>
          </p:cNvPr>
          <p:cNvSpPr/>
          <p:nvPr/>
        </p:nvSpPr>
        <p:spPr>
          <a:xfrm>
            <a:off x="635000" y="3905250"/>
            <a:ext cx="1517650" cy="1079500"/>
          </a:xfrm>
          <a:prstGeom prst="roundRect">
            <a:avLst>
              <a:gd name="adj" fmla="val 3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23" name="矩形: 圆角 222">
            <a:extLst>
              <a:ext uri="{FF2B5EF4-FFF2-40B4-BE49-F238E27FC236}">
                <a16:creationId xmlns:a16="http://schemas.microsoft.com/office/drawing/2014/main" id="{C612CF6A-FDA4-547C-11B3-3498975D1B1D}"/>
              </a:ext>
            </a:extLst>
          </p:cNvPr>
          <p:cNvSpPr/>
          <p:nvPr/>
        </p:nvSpPr>
        <p:spPr>
          <a:xfrm>
            <a:off x="2368550" y="3905250"/>
            <a:ext cx="21145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6" name="矩形: 圆角 225">
            <a:extLst>
              <a:ext uri="{FF2B5EF4-FFF2-40B4-BE49-F238E27FC236}">
                <a16:creationId xmlns:a16="http://schemas.microsoft.com/office/drawing/2014/main" id="{845F2211-D094-B6F6-9177-5B2D2799F9F5}"/>
              </a:ext>
            </a:extLst>
          </p:cNvPr>
          <p:cNvSpPr/>
          <p:nvPr/>
        </p:nvSpPr>
        <p:spPr>
          <a:xfrm>
            <a:off x="4699000" y="3905250"/>
            <a:ext cx="23114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8" name="矩形: 圆角 227">
            <a:extLst>
              <a:ext uri="{FF2B5EF4-FFF2-40B4-BE49-F238E27FC236}">
                <a16:creationId xmlns:a16="http://schemas.microsoft.com/office/drawing/2014/main" id="{6A92E0AA-DC94-2604-C2D3-DAE07D4872CE}"/>
              </a:ext>
            </a:extLst>
          </p:cNvPr>
          <p:cNvSpPr/>
          <p:nvPr/>
        </p:nvSpPr>
        <p:spPr>
          <a:xfrm>
            <a:off x="7224116" y="3905250"/>
            <a:ext cx="21018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0" name="矩形: 圆角 229">
            <a:extLst>
              <a:ext uri="{FF2B5EF4-FFF2-40B4-BE49-F238E27FC236}">
                <a16:creationId xmlns:a16="http://schemas.microsoft.com/office/drawing/2014/main" id="{7EDAADEE-21E1-5BB2-A780-1799E4CF7E48}"/>
              </a:ext>
            </a:extLst>
          </p:cNvPr>
          <p:cNvSpPr/>
          <p:nvPr/>
        </p:nvSpPr>
        <p:spPr>
          <a:xfrm>
            <a:off x="9544050" y="3905250"/>
            <a:ext cx="20066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4" name="矩形: 圆角 233">
            <a:extLst>
              <a:ext uri="{FF2B5EF4-FFF2-40B4-BE49-F238E27FC236}">
                <a16:creationId xmlns:a16="http://schemas.microsoft.com/office/drawing/2014/main" id="{40E8BD0C-65BE-6E54-DECD-8C351E6CBA54}"/>
              </a:ext>
            </a:extLst>
          </p:cNvPr>
          <p:cNvSpPr/>
          <p:nvPr/>
        </p:nvSpPr>
        <p:spPr>
          <a:xfrm>
            <a:off x="635000" y="5111750"/>
            <a:ext cx="1517650" cy="1079500"/>
          </a:xfrm>
          <a:prstGeom prst="roundRect">
            <a:avLst>
              <a:gd name="adj" fmla="val 3000"/>
            </a:avLst>
          </a:prstGeom>
          <a:solidFill>
            <a:schemeClr val="bg1"/>
          </a:solidFill>
          <a:ln w="6350" cap="flat">
            <a:solidFill>
              <a:schemeClr val="accent1">
                <a:lumMod val="100000"/>
              </a:schemeClr>
            </a:solidFill>
            <a:prstDash val="solid"/>
            <a:miter/>
          </a:ln>
          <a:effectLst>
            <a:outerShdw blurRad="254000" dist="127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37" name="矩形: 圆角 236">
            <a:extLst>
              <a:ext uri="{FF2B5EF4-FFF2-40B4-BE49-F238E27FC236}">
                <a16:creationId xmlns:a16="http://schemas.microsoft.com/office/drawing/2014/main" id="{78253156-0700-46E1-E454-BAC4900D2716}"/>
              </a:ext>
            </a:extLst>
          </p:cNvPr>
          <p:cNvSpPr/>
          <p:nvPr/>
        </p:nvSpPr>
        <p:spPr>
          <a:xfrm>
            <a:off x="2368550" y="5111750"/>
            <a:ext cx="21145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0" name="矩形: 圆角 239">
            <a:extLst>
              <a:ext uri="{FF2B5EF4-FFF2-40B4-BE49-F238E27FC236}">
                <a16:creationId xmlns:a16="http://schemas.microsoft.com/office/drawing/2014/main" id="{496DE382-77A0-E34B-34FB-FC0F1DA41286}"/>
              </a:ext>
            </a:extLst>
          </p:cNvPr>
          <p:cNvSpPr/>
          <p:nvPr/>
        </p:nvSpPr>
        <p:spPr>
          <a:xfrm>
            <a:off x="4699000" y="5111750"/>
            <a:ext cx="23114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3" name="矩形: 圆角 242">
            <a:extLst>
              <a:ext uri="{FF2B5EF4-FFF2-40B4-BE49-F238E27FC236}">
                <a16:creationId xmlns:a16="http://schemas.microsoft.com/office/drawing/2014/main" id="{7E72A31E-CF4D-EA90-7F68-282B6F0B7A41}"/>
              </a:ext>
            </a:extLst>
          </p:cNvPr>
          <p:cNvSpPr/>
          <p:nvPr/>
        </p:nvSpPr>
        <p:spPr>
          <a:xfrm>
            <a:off x="7226300" y="5111750"/>
            <a:ext cx="210185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6" name="矩形: 圆角 245">
            <a:extLst>
              <a:ext uri="{FF2B5EF4-FFF2-40B4-BE49-F238E27FC236}">
                <a16:creationId xmlns:a16="http://schemas.microsoft.com/office/drawing/2014/main" id="{7096BC96-DA8C-49FA-515A-070D5568E0AA}"/>
              </a:ext>
            </a:extLst>
          </p:cNvPr>
          <p:cNvSpPr/>
          <p:nvPr/>
        </p:nvSpPr>
        <p:spPr>
          <a:xfrm>
            <a:off x="9544050" y="5111750"/>
            <a:ext cx="2006600" cy="1079500"/>
          </a:xfrm>
          <a:prstGeom prst="roundRect">
            <a:avLst>
              <a:gd name="adj" fmla="val 35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9" name="任意多边形: 形状 248">
            <a:extLst>
              <a:ext uri="{FF2B5EF4-FFF2-40B4-BE49-F238E27FC236}">
                <a16:creationId xmlns:a16="http://schemas.microsoft.com/office/drawing/2014/main" id="{C0469D99-0B7D-F2F0-8ACC-8065AA6C02CF}"/>
              </a:ext>
            </a:extLst>
          </p:cNvPr>
          <p:cNvSpPr/>
          <p:nvPr/>
        </p:nvSpPr>
        <p:spPr>
          <a:xfrm>
            <a:off x="9639300" y="2025650"/>
            <a:ext cx="862901" cy="1225550"/>
          </a:xfrm>
          <a:custGeom>
            <a:avLst/>
            <a:gdLst>
              <a:gd name="connsiteX0" fmla="*/ 862902 w 862901"/>
              <a:gd name="connsiteY0" fmla="*/ 1009650 h 1225550"/>
              <a:gd name="connsiteX1" fmla="*/ 535750 w 862901"/>
              <a:gd name="connsiteY1" fmla="*/ 1225550 h 1225550"/>
              <a:gd name="connsiteX2" fmla="*/ 535750 w 862901"/>
              <a:gd name="connsiteY2" fmla="*/ 1123950 h 1225550"/>
              <a:gd name="connsiteX3" fmla="*/ 0 w 862901"/>
              <a:gd name="connsiteY3" fmla="*/ 1123950 h 1225550"/>
              <a:gd name="connsiteX4" fmla="*/ 0 w 862901"/>
              <a:gd name="connsiteY4" fmla="*/ 901700 h 1225550"/>
              <a:gd name="connsiteX5" fmla="*/ 535750 w 862901"/>
              <a:gd name="connsiteY5" fmla="*/ 901700 h 1225550"/>
              <a:gd name="connsiteX6" fmla="*/ 535750 w 862901"/>
              <a:gd name="connsiteY6" fmla="*/ 793750 h 1225550"/>
              <a:gd name="connsiteX7" fmla="*/ 862902 w 862901"/>
              <a:gd name="connsiteY7" fmla="*/ 1009650 h 1225550"/>
              <a:gd name="connsiteX8" fmla="*/ 0 w 862901"/>
              <a:gd name="connsiteY8" fmla="*/ 901700 h 1225550"/>
              <a:gd name="connsiteX9" fmla="*/ 222250 w 862901"/>
              <a:gd name="connsiteY9" fmla="*/ 901700 h 1225550"/>
              <a:gd name="connsiteX10" fmla="*/ 222250 w 862901"/>
              <a:gd name="connsiteY10" fmla="*/ 0 h 1225550"/>
              <a:gd name="connsiteX11" fmla="*/ 0 w 862901"/>
              <a:gd name="connsiteY11" fmla="*/ 0 h 1225550"/>
              <a:gd name="connsiteX12" fmla="*/ 0 w 862901"/>
              <a:gd name="connsiteY12" fmla="*/ 901700 h 122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2901" h="1225550">
                <a:moveTo>
                  <a:pt x="862902" y="1009650"/>
                </a:moveTo>
                <a:lnTo>
                  <a:pt x="535750" y="1225550"/>
                </a:lnTo>
                <a:lnTo>
                  <a:pt x="535750" y="1123950"/>
                </a:lnTo>
                <a:lnTo>
                  <a:pt x="0" y="1123950"/>
                </a:lnTo>
                <a:lnTo>
                  <a:pt x="0" y="901700"/>
                </a:lnTo>
                <a:lnTo>
                  <a:pt x="535750" y="901700"/>
                </a:lnTo>
                <a:lnTo>
                  <a:pt x="535750" y="793750"/>
                </a:lnTo>
                <a:lnTo>
                  <a:pt x="862902" y="1009650"/>
                </a:lnTo>
                <a:close/>
                <a:moveTo>
                  <a:pt x="0" y="901700"/>
                </a:moveTo>
                <a:lnTo>
                  <a:pt x="222250" y="901700"/>
                </a:lnTo>
                <a:lnTo>
                  <a:pt x="222250" y="0"/>
                </a:lnTo>
                <a:lnTo>
                  <a:pt x="0" y="0"/>
                </a:lnTo>
                <a:lnTo>
                  <a:pt x="0" y="9017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0" name="任意多边形: 形状 249">
            <a:extLst>
              <a:ext uri="{FF2B5EF4-FFF2-40B4-BE49-F238E27FC236}">
                <a16:creationId xmlns:a16="http://schemas.microsoft.com/office/drawing/2014/main" id="{77BCA296-3AD6-9A7D-1FC0-F051DEA817AE}"/>
              </a:ext>
            </a:extLst>
          </p:cNvPr>
          <p:cNvSpPr/>
          <p:nvPr/>
        </p:nvSpPr>
        <p:spPr>
          <a:xfrm>
            <a:off x="9290050" y="1701800"/>
            <a:ext cx="1212151" cy="431800"/>
          </a:xfrm>
          <a:custGeom>
            <a:avLst/>
            <a:gdLst>
              <a:gd name="connsiteX0" fmla="*/ 885000 w 1212151"/>
              <a:gd name="connsiteY0" fmla="*/ 431800 h 431800"/>
              <a:gd name="connsiteX1" fmla="*/ 1212152 w 1212151"/>
              <a:gd name="connsiteY1" fmla="*/ 215900 h 431800"/>
              <a:gd name="connsiteX2" fmla="*/ 885000 w 1212151"/>
              <a:gd name="connsiteY2" fmla="*/ 0 h 431800"/>
              <a:gd name="connsiteX3" fmla="*/ 885000 w 1212151"/>
              <a:gd name="connsiteY3" fmla="*/ 107950 h 431800"/>
              <a:gd name="connsiteX4" fmla="*/ 0 w 1212151"/>
              <a:gd name="connsiteY4" fmla="*/ 107950 h 431800"/>
              <a:gd name="connsiteX5" fmla="*/ 0 w 1212151"/>
              <a:gd name="connsiteY5" fmla="*/ 330200 h 431800"/>
              <a:gd name="connsiteX6" fmla="*/ 885000 w 1212151"/>
              <a:gd name="connsiteY6" fmla="*/ 330200 h 431800"/>
              <a:gd name="connsiteX7" fmla="*/ 885000 w 1212151"/>
              <a:gd name="connsiteY7" fmla="*/ 43180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151" h="431800">
                <a:moveTo>
                  <a:pt x="885000" y="431800"/>
                </a:moveTo>
                <a:lnTo>
                  <a:pt x="1212152" y="215900"/>
                </a:lnTo>
                <a:lnTo>
                  <a:pt x="885000" y="0"/>
                </a:lnTo>
                <a:lnTo>
                  <a:pt x="885000" y="107950"/>
                </a:lnTo>
                <a:lnTo>
                  <a:pt x="0" y="107950"/>
                </a:lnTo>
                <a:lnTo>
                  <a:pt x="0" y="330200"/>
                </a:lnTo>
                <a:lnTo>
                  <a:pt x="885000" y="330200"/>
                </a:lnTo>
                <a:lnTo>
                  <a:pt x="885000" y="4318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5" name="任意多边形: 形状 254">
            <a:extLst>
              <a:ext uri="{FF2B5EF4-FFF2-40B4-BE49-F238E27FC236}">
                <a16:creationId xmlns:a16="http://schemas.microsoft.com/office/drawing/2014/main" id="{46172ED8-B2DE-3CB3-FCE9-FEB98E61DC1C}"/>
              </a:ext>
            </a:extLst>
          </p:cNvPr>
          <p:cNvSpPr/>
          <p:nvPr/>
        </p:nvSpPr>
        <p:spPr>
          <a:xfrm>
            <a:off x="4222750" y="1701800"/>
            <a:ext cx="1212176" cy="431800"/>
          </a:xfrm>
          <a:custGeom>
            <a:avLst/>
            <a:gdLst>
              <a:gd name="connsiteX0" fmla="*/ 884968 w 1212176"/>
              <a:gd name="connsiteY0" fmla="*/ 431800 h 431800"/>
              <a:gd name="connsiteX1" fmla="*/ 1212177 w 1212176"/>
              <a:gd name="connsiteY1" fmla="*/ 215900 h 431800"/>
              <a:gd name="connsiteX2" fmla="*/ 884968 w 1212176"/>
              <a:gd name="connsiteY2" fmla="*/ 0 h 431800"/>
              <a:gd name="connsiteX3" fmla="*/ 884968 w 1212176"/>
              <a:gd name="connsiteY3" fmla="*/ 107950 h 431800"/>
              <a:gd name="connsiteX4" fmla="*/ 0 w 1212176"/>
              <a:gd name="connsiteY4" fmla="*/ 107950 h 431800"/>
              <a:gd name="connsiteX5" fmla="*/ 0 w 1212176"/>
              <a:gd name="connsiteY5" fmla="*/ 330200 h 431800"/>
              <a:gd name="connsiteX6" fmla="*/ 884968 w 1212176"/>
              <a:gd name="connsiteY6" fmla="*/ 330200 h 431800"/>
              <a:gd name="connsiteX7" fmla="*/ 884968 w 1212176"/>
              <a:gd name="connsiteY7" fmla="*/ 43180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176" h="431800">
                <a:moveTo>
                  <a:pt x="884968" y="431800"/>
                </a:moveTo>
                <a:lnTo>
                  <a:pt x="1212177" y="215900"/>
                </a:lnTo>
                <a:lnTo>
                  <a:pt x="884968" y="0"/>
                </a:lnTo>
                <a:lnTo>
                  <a:pt x="884968" y="107950"/>
                </a:lnTo>
                <a:lnTo>
                  <a:pt x="0" y="107950"/>
                </a:lnTo>
                <a:lnTo>
                  <a:pt x="0" y="330200"/>
                </a:lnTo>
                <a:lnTo>
                  <a:pt x="884968" y="330200"/>
                </a:lnTo>
                <a:lnTo>
                  <a:pt x="884968" y="4318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7" name="任意多边形: 形状 256">
            <a:extLst>
              <a:ext uri="{FF2B5EF4-FFF2-40B4-BE49-F238E27FC236}">
                <a16:creationId xmlns:a16="http://schemas.microsoft.com/office/drawing/2014/main" id="{96CF9CE2-3C13-2AE4-D6A4-50C334248096}"/>
              </a:ext>
            </a:extLst>
          </p:cNvPr>
          <p:cNvSpPr/>
          <p:nvPr/>
        </p:nvSpPr>
        <p:spPr>
          <a:xfrm>
            <a:off x="6756400" y="1701800"/>
            <a:ext cx="1212151" cy="431800"/>
          </a:xfrm>
          <a:custGeom>
            <a:avLst/>
            <a:gdLst>
              <a:gd name="connsiteX0" fmla="*/ 885000 w 1212151"/>
              <a:gd name="connsiteY0" fmla="*/ 431800 h 431800"/>
              <a:gd name="connsiteX1" fmla="*/ 1212152 w 1212151"/>
              <a:gd name="connsiteY1" fmla="*/ 215900 h 431800"/>
              <a:gd name="connsiteX2" fmla="*/ 885000 w 1212151"/>
              <a:gd name="connsiteY2" fmla="*/ 0 h 431800"/>
              <a:gd name="connsiteX3" fmla="*/ 885000 w 1212151"/>
              <a:gd name="connsiteY3" fmla="*/ 107950 h 431800"/>
              <a:gd name="connsiteX4" fmla="*/ 0 w 1212151"/>
              <a:gd name="connsiteY4" fmla="*/ 107950 h 431800"/>
              <a:gd name="connsiteX5" fmla="*/ 0 w 1212151"/>
              <a:gd name="connsiteY5" fmla="*/ 330200 h 431800"/>
              <a:gd name="connsiteX6" fmla="*/ 885000 w 1212151"/>
              <a:gd name="connsiteY6" fmla="*/ 330200 h 431800"/>
              <a:gd name="connsiteX7" fmla="*/ 885000 w 1212151"/>
              <a:gd name="connsiteY7" fmla="*/ 43180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151" h="431800">
                <a:moveTo>
                  <a:pt x="885000" y="431800"/>
                </a:moveTo>
                <a:lnTo>
                  <a:pt x="1212152" y="215900"/>
                </a:lnTo>
                <a:lnTo>
                  <a:pt x="885000" y="0"/>
                </a:lnTo>
                <a:lnTo>
                  <a:pt x="885000" y="107950"/>
                </a:lnTo>
                <a:lnTo>
                  <a:pt x="0" y="107950"/>
                </a:lnTo>
                <a:lnTo>
                  <a:pt x="0" y="330200"/>
                </a:lnTo>
                <a:lnTo>
                  <a:pt x="885000" y="330200"/>
                </a:lnTo>
                <a:lnTo>
                  <a:pt x="885000" y="431800"/>
                </a:lnTo>
                <a:close/>
              </a:path>
            </a:pathLst>
          </a:custGeom>
          <a:gradFill flip="none" rotWithShape="1">
            <a:gsLst>
              <a:gs pos="0">
                <a:schemeClr val="accent1">
                  <a:lumMod val="60000"/>
                  <a:lumOff val="40000"/>
                  <a:alpha val="0"/>
                </a:schemeClr>
              </a:gs>
              <a:gs pos="55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2" name="文本框 261">
            <a:extLst>
              <a:ext uri="{FF2B5EF4-FFF2-40B4-BE49-F238E27FC236}">
                <a16:creationId xmlns:a16="http://schemas.microsoft.com/office/drawing/2014/main" id="{069F3DC3-24E6-32AC-4324-C49799F42CEB}"/>
              </a:ext>
            </a:extLst>
          </p:cNvPr>
          <p:cNvSpPr txBox="1"/>
          <p:nvPr/>
        </p:nvSpPr>
        <p:spPr>
          <a:xfrm>
            <a:off x="1060401" y="291622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运营方法</a:t>
            </a:r>
          </a:p>
        </p:txBody>
      </p:sp>
      <p:sp>
        <p:nvSpPr>
          <p:cNvPr id="263" name="文本框 262">
            <a:extLst>
              <a:ext uri="{FF2B5EF4-FFF2-40B4-BE49-F238E27FC236}">
                <a16:creationId xmlns:a16="http://schemas.microsoft.com/office/drawing/2014/main" id="{7714591D-75D2-0554-9902-9847E6FE63DE}"/>
              </a:ext>
            </a:extLst>
          </p:cNvPr>
          <p:cNvSpPr txBox="1"/>
          <p:nvPr/>
        </p:nvSpPr>
        <p:spPr>
          <a:xfrm>
            <a:off x="1060401" y="181767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用户路径</a:t>
            </a:r>
          </a:p>
        </p:txBody>
      </p:sp>
      <p:sp>
        <p:nvSpPr>
          <p:cNvPr id="265" name="文本框 264">
            <a:extLst>
              <a:ext uri="{FF2B5EF4-FFF2-40B4-BE49-F238E27FC236}">
                <a16:creationId xmlns:a16="http://schemas.microsoft.com/office/drawing/2014/main" id="{BE8F016A-98AE-B146-99F2-2ED42EA29045}"/>
              </a:ext>
            </a:extLst>
          </p:cNvPr>
          <p:cNvSpPr txBox="1"/>
          <p:nvPr/>
        </p:nvSpPr>
        <p:spPr>
          <a:xfrm>
            <a:off x="1060401" y="434497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系统工具</a:t>
            </a:r>
          </a:p>
        </p:txBody>
      </p:sp>
      <p:sp>
        <p:nvSpPr>
          <p:cNvPr id="266" name="文本框 265">
            <a:extLst>
              <a:ext uri="{FF2B5EF4-FFF2-40B4-BE49-F238E27FC236}">
                <a16:creationId xmlns:a16="http://schemas.microsoft.com/office/drawing/2014/main" id="{C803D41C-38B2-D9AF-2A01-19069ABBCC12}"/>
              </a:ext>
            </a:extLst>
          </p:cNvPr>
          <p:cNvSpPr txBox="1"/>
          <p:nvPr/>
        </p:nvSpPr>
        <p:spPr>
          <a:xfrm>
            <a:off x="1060401" y="5551473"/>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b="1" dirty="0">
                <a:solidFill>
                  <a:schemeClr val="accent1">
                    <a:lumMod val="100000"/>
                  </a:schemeClr>
                </a:solidFill>
                <a:latin typeface="阿里巴巴普惠体" panose="00020600040101010101" pitchFamily="18" charset="-122"/>
                <a:ea typeface="阿里巴巴普惠体" panose="00020600040101010101" pitchFamily="18" charset="-122"/>
              </a:rPr>
              <a:t>组织分工</a:t>
            </a:r>
          </a:p>
        </p:txBody>
      </p:sp>
      <p:sp>
        <p:nvSpPr>
          <p:cNvPr id="268" name="文本框 267">
            <a:extLst>
              <a:ext uri="{FF2B5EF4-FFF2-40B4-BE49-F238E27FC236}">
                <a16:creationId xmlns:a16="http://schemas.microsoft.com/office/drawing/2014/main" id="{CB282819-1348-F087-014F-CA7F1E0DA6D6}"/>
              </a:ext>
            </a:extLst>
          </p:cNvPr>
          <p:cNvSpPr txBox="1"/>
          <p:nvPr/>
        </p:nvSpPr>
        <p:spPr>
          <a:xfrm>
            <a:off x="2368550" y="1825367"/>
            <a:ext cx="1538883" cy="184666"/>
          </a:xfrm>
          <a:prstGeom prst="rect">
            <a:avLst/>
          </a:prstGeom>
          <a:noFill/>
        </p:spPr>
        <p:txBody>
          <a:bodyPr wrap="none" lIns="0" tIns="0" rIns="0" bIns="0" rtlCol="0">
            <a:spAutoFit/>
          </a:bodyPr>
          <a:lstStyle/>
          <a:p>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新客引入历史客户迁入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69" name="文本框 268">
            <a:extLst>
              <a:ext uri="{FF2B5EF4-FFF2-40B4-BE49-F238E27FC236}">
                <a16:creationId xmlns:a16="http://schemas.microsoft.com/office/drawing/2014/main" id="{F0B75CDA-70A2-BBDB-4B6F-A37F755F6F32}"/>
              </a:ext>
            </a:extLst>
          </p:cNvPr>
          <p:cNvSpPr txBox="1"/>
          <p:nvPr/>
        </p:nvSpPr>
        <p:spPr>
          <a:xfrm>
            <a:off x="5787874" y="18253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客户沉淀</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0" name="文本框 269">
            <a:extLst>
              <a:ext uri="{FF2B5EF4-FFF2-40B4-BE49-F238E27FC236}">
                <a16:creationId xmlns:a16="http://schemas.microsoft.com/office/drawing/2014/main" id="{C300F286-3896-4AEC-AE6C-CC99CD1A76F1}"/>
              </a:ext>
            </a:extLst>
          </p:cNvPr>
          <p:cNvSpPr txBox="1"/>
          <p:nvPr/>
        </p:nvSpPr>
        <p:spPr>
          <a:xfrm>
            <a:off x="8321524" y="18253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复购留存</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1" name="文本框 270">
            <a:extLst>
              <a:ext uri="{FF2B5EF4-FFF2-40B4-BE49-F238E27FC236}">
                <a16:creationId xmlns:a16="http://schemas.microsoft.com/office/drawing/2014/main" id="{444D30C7-8FB0-FF40-C392-9CE3F2E4C722}"/>
              </a:ext>
            </a:extLst>
          </p:cNvPr>
          <p:cNvSpPr txBox="1"/>
          <p:nvPr/>
        </p:nvSpPr>
        <p:spPr>
          <a:xfrm>
            <a:off x="4572358" y="184075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活动运营</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274" name="文本框 273">
            <a:extLst>
              <a:ext uri="{FF2B5EF4-FFF2-40B4-BE49-F238E27FC236}">
                <a16:creationId xmlns:a16="http://schemas.microsoft.com/office/drawing/2014/main" id="{80054B5E-BCE9-CE09-11F4-A0B22715F5D8}"/>
              </a:ext>
            </a:extLst>
          </p:cNvPr>
          <p:cNvSpPr txBox="1"/>
          <p:nvPr/>
        </p:nvSpPr>
        <p:spPr>
          <a:xfrm>
            <a:off x="7041875" y="1840756"/>
            <a:ext cx="64120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人群包运营</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275" name="文本框 274">
            <a:extLst>
              <a:ext uri="{FF2B5EF4-FFF2-40B4-BE49-F238E27FC236}">
                <a16:creationId xmlns:a16="http://schemas.microsoft.com/office/drawing/2014/main" id="{2A73627D-A2F5-0533-1C14-1968FA71DCC7}"/>
              </a:ext>
            </a:extLst>
          </p:cNvPr>
          <p:cNvSpPr txBox="1"/>
          <p:nvPr/>
        </p:nvSpPr>
        <p:spPr>
          <a:xfrm>
            <a:off x="9639645" y="184075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裂变运营</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277" name="文本框 276">
            <a:extLst>
              <a:ext uri="{FF2B5EF4-FFF2-40B4-BE49-F238E27FC236}">
                <a16:creationId xmlns:a16="http://schemas.microsoft.com/office/drawing/2014/main" id="{831D45E1-6CBE-6314-F22B-A287AA71A1DF}"/>
              </a:ext>
            </a:extLst>
          </p:cNvPr>
          <p:cNvSpPr txBox="1"/>
          <p:nvPr/>
        </p:nvSpPr>
        <p:spPr>
          <a:xfrm>
            <a:off x="2428702" y="23220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公域平台迁入</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0" name="文本框 279">
            <a:extLst>
              <a:ext uri="{FF2B5EF4-FFF2-40B4-BE49-F238E27FC236}">
                <a16:creationId xmlns:a16="http://schemas.microsoft.com/office/drawing/2014/main" id="{2766428B-2853-34F9-5135-44800F9B9945}"/>
              </a:ext>
            </a:extLst>
          </p:cNvPr>
          <p:cNvSpPr txBox="1"/>
          <p:nvPr/>
        </p:nvSpPr>
        <p:spPr>
          <a:xfrm>
            <a:off x="2544118" y="26332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门店导流</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1" name="文本框 280">
            <a:extLst>
              <a:ext uri="{FF2B5EF4-FFF2-40B4-BE49-F238E27FC236}">
                <a16:creationId xmlns:a16="http://schemas.microsoft.com/office/drawing/2014/main" id="{F2063A38-3DAC-7C57-F9D6-559C8468C345}"/>
              </a:ext>
            </a:extLst>
          </p:cNvPr>
          <p:cNvSpPr txBox="1"/>
          <p:nvPr/>
        </p:nvSpPr>
        <p:spPr>
          <a:xfrm>
            <a:off x="2544118" y="2944372"/>
            <a:ext cx="461665" cy="143757"/>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APP</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导航</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2" name="文本框 281">
            <a:extLst>
              <a:ext uri="{FF2B5EF4-FFF2-40B4-BE49-F238E27FC236}">
                <a16:creationId xmlns:a16="http://schemas.microsoft.com/office/drawing/2014/main" id="{2908B396-6711-0F5F-255C-8D16B49E5158}"/>
              </a:ext>
            </a:extLst>
          </p:cNvPr>
          <p:cNvSpPr txBox="1"/>
          <p:nvPr/>
        </p:nvSpPr>
        <p:spPr>
          <a:xfrm>
            <a:off x="2428702" y="325552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随单物料导流</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3" name="文本框 282">
            <a:extLst>
              <a:ext uri="{FF2B5EF4-FFF2-40B4-BE49-F238E27FC236}">
                <a16:creationId xmlns:a16="http://schemas.microsoft.com/office/drawing/2014/main" id="{8CF60AF7-D089-6DC2-7027-931D86ED6927}"/>
              </a:ext>
            </a:extLst>
          </p:cNvPr>
          <p:cNvSpPr txBox="1"/>
          <p:nvPr/>
        </p:nvSpPr>
        <p:spPr>
          <a:xfrm>
            <a:off x="2428702" y="35666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手机添加好友</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4" name="文本框 283">
            <a:extLst>
              <a:ext uri="{FF2B5EF4-FFF2-40B4-BE49-F238E27FC236}">
                <a16:creationId xmlns:a16="http://schemas.microsoft.com/office/drawing/2014/main" id="{260AD5D5-522F-D3CD-31EF-D24887C1012E}"/>
              </a:ext>
            </a:extLst>
          </p:cNvPr>
          <p:cNvSpPr txBox="1"/>
          <p:nvPr/>
        </p:nvSpPr>
        <p:spPr>
          <a:xfrm>
            <a:off x="3717578" y="2615724"/>
            <a:ext cx="1384995" cy="801053"/>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nSpc>
                <a:spcPct val="150000"/>
              </a:lnSpc>
            </a:pP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多渠道会员客户</a:t>
            </a:r>
            <a:endPar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endParaRPr>
          </a:p>
          <a:p>
            <a:pPr>
              <a:lnSpc>
                <a:spcPct val="150000"/>
              </a:lnSpc>
            </a:pP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分配规则渠道欢迎语</a:t>
            </a:r>
            <a:endPar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endParaRPr>
          </a:p>
          <a:p>
            <a:pPr>
              <a:lnSpc>
                <a:spcPct val="150000"/>
              </a:lnSpc>
            </a:pP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标记渠道标签</a:t>
            </a:r>
          </a:p>
        </p:txBody>
      </p:sp>
      <p:sp>
        <p:nvSpPr>
          <p:cNvPr id="285" name="文本框 284">
            <a:extLst>
              <a:ext uri="{FF2B5EF4-FFF2-40B4-BE49-F238E27FC236}">
                <a16:creationId xmlns:a16="http://schemas.microsoft.com/office/drawing/2014/main" id="{D8490081-26DD-AA9C-121D-B637C8E7C362}"/>
              </a:ext>
            </a:extLst>
          </p:cNvPr>
          <p:cNvSpPr txBox="1"/>
          <p:nvPr/>
        </p:nvSpPr>
        <p:spPr>
          <a:xfrm>
            <a:off x="8690918" y="23220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热群玩法</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6" name="文本框 285">
            <a:extLst>
              <a:ext uri="{FF2B5EF4-FFF2-40B4-BE49-F238E27FC236}">
                <a16:creationId xmlns:a16="http://schemas.microsoft.com/office/drawing/2014/main" id="{30DCEC84-D2D6-9AC9-C878-6843F616BFF4}"/>
              </a:ext>
            </a:extLst>
          </p:cNvPr>
          <p:cNvSpPr txBox="1"/>
          <p:nvPr/>
        </p:nvSpPr>
        <p:spPr>
          <a:xfrm>
            <a:off x="8690918" y="26332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爆品营销</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7" name="文本框 286">
            <a:extLst>
              <a:ext uri="{FF2B5EF4-FFF2-40B4-BE49-F238E27FC236}">
                <a16:creationId xmlns:a16="http://schemas.microsoft.com/office/drawing/2014/main" id="{5884679C-DEDE-E868-54B5-F2495FE11A5B}"/>
              </a:ext>
            </a:extLst>
          </p:cNvPr>
          <p:cNvSpPr txBox="1"/>
          <p:nvPr/>
        </p:nvSpPr>
        <p:spPr>
          <a:xfrm>
            <a:off x="8690918" y="29443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节日活动</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8" name="文本框 287">
            <a:extLst>
              <a:ext uri="{FF2B5EF4-FFF2-40B4-BE49-F238E27FC236}">
                <a16:creationId xmlns:a16="http://schemas.microsoft.com/office/drawing/2014/main" id="{D2BF9E39-EB0C-AF33-6A1B-5B167C9C0491}"/>
              </a:ext>
            </a:extLst>
          </p:cNvPr>
          <p:cNvSpPr txBox="1"/>
          <p:nvPr/>
        </p:nvSpPr>
        <p:spPr>
          <a:xfrm>
            <a:off x="8690918" y="32555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线下活动</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89" name="文本框 288">
            <a:extLst>
              <a:ext uri="{FF2B5EF4-FFF2-40B4-BE49-F238E27FC236}">
                <a16:creationId xmlns:a16="http://schemas.microsoft.com/office/drawing/2014/main" id="{AB9CAA42-3892-C10B-F757-3E9AD54E8D42}"/>
              </a:ext>
            </a:extLst>
          </p:cNvPr>
          <p:cNvSpPr txBox="1"/>
          <p:nvPr/>
        </p:nvSpPr>
        <p:spPr>
          <a:xfrm>
            <a:off x="8690918" y="35666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会员福利</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0" name="文本框 289">
            <a:extLst>
              <a:ext uri="{FF2B5EF4-FFF2-40B4-BE49-F238E27FC236}">
                <a16:creationId xmlns:a16="http://schemas.microsoft.com/office/drawing/2014/main" id="{28D2EFBB-2D5F-C4D3-93E7-2FFF50C6605D}"/>
              </a:ext>
            </a:extLst>
          </p:cNvPr>
          <p:cNvSpPr txBox="1"/>
          <p:nvPr/>
        </p:nvSpPr>
        <p:spPr>
          <a:xfrm>
            <a:off x="5966209" y="353492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关键词回复</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1" name="文本框 290">
            <a:extLst>
              <a:ext uri="{FF2B5EF4-FFF2-40B4-BE49-F238E27FC236}">
                <a16:creationId xmlns:a16="http://schemas.microsoft.com/office/drawing/2014/main" id="{C35AF3A8-66C2-DCE6-57EC-7D4206B11EDD}"/>
              </a:ext>
            </a:extLst>
          </p:cNvPr>
          <p:cNvSpPr txBox="1"/>
          <p:nvPr/>
        </p:nvSpPr>
        <p:spPr>
          <a:xfrm>
            <a:off x="5966768" y="31920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营销方案</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92" name="文本框 291">
            <a:extLst>
              <a:ext uri="{FF2B5EF4-FFF2-40B4-BE49-F238E27FC236}">
                <a16:creationId xmlns:a16="http://schemas.microsoft.com/office/drawing/2014/main" id="{DAF0627B-A1F3-C7B4-43B2-D1C108B82F45}"/>
              </a:ext>
            </a:extLst>
          </p:cNvPr>
          <p:cNvSpPr txBox="1"/>
          <p:nvPr/>
        </p:nvSpPr>
        <p:spPr>
          <a:xfrm>
            <a:off x="6615584" y="31920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直播</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37" name="文本框 336">
            <a:extLst>
              <a:ext uri="{FF2B5EF4-FFF2-40B4-BE49-F238E27FC236}">
                <a16:creationId xmlns:a16="http://schemas.microsoft.com/office/drawing/2014/main" id="{3D7529F7-5AAD-3A98-DDE0-082AE4699ED4}"/>
              </a:ext>
            </a:extLst>
          </p:cNvPr>
          <p:cNvSpPr txBox="1"/>
          <p:nvPr/>
        </p:nvSpPr>
        <p:spPr>
          <a:xfrm>
            <a:off x="7034684" y="31920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任务</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0" name="文本框 339">
            <a:extLst>
              <a:ext uri="{FF2B5EF4-FFF2-40B4-BE49-F238E27FC236}">
                <a16:creationId xmlns:a16="http://schemas.microsoft.com/office/drawing/2014/main" id="{0F9ABB1A-914F-BE5C-0C48-FEFDEA9E2336}"/>
              </a:ext>
            </a:extLst>
          </p:cNvPr>
          <p:cNvSpPr txBox="1"/>
          <p:nvPr/>
        </p:nvSpPr>
        <p:spPr>
          <a:xfrm>
            <a:off x="6729325" y="3534922"/>
            <a:ext cx="346250"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话术库</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1" name="文本框 340">
            <a:extLst>
              <a:ext uri="{FF2B5EF4-FFF2-40B4-BE49-F238E27FC236}">
                <a16:creationId xmlns:a16="http://schemas.microsoft.com/office/drawing/2014/main" id="{A7E00525-B121-D5A8-042C-15C09D61374A}"/>
              </a:ext>
            </a:extLst>
          </p:cNvPr>
          <p:cNvSpPr txBox="1"/>
          <p:nvPr/>
        </p:nvSpPr>
        <p:spPr>
          <a:xfrm>
            <a:off x="5966768" y="2696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营销方案</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2" name="文本框 341">
            <a:extLst>
              <a:ext uri="{FF2B5EF4-FFF2-40B4-BE49-F238E27FC236}">
                <a16:creationId xmlns:a16="http://schemas.microsoft.com/office/drawing/2014/main" id="{782584CD-37AC-13CF-D4D5-EE96245C9D29}"/>
              </a:ext>
            </a:extLst>
          </p:cNvPr>
          <p:cNvSpPr txBox="1"/>
          <p:nvPr/>
        </p:nvSpPr>
        <p:spPr>
          <a:xfrm>
            <a:off x="5966768" y="23538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标签建群</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3" name="文本框 342">
            <a:extLst>
              <a:ext uri="{FF2B5EF4-FFF2-40B4-BE49-F238E27FC236}">
                <a16:creationId xmlns:a16="http://schemas.microsoft.com/office/drawing/2014/main" id="{D30DB34A-F849-B87F-1B3B-CA493C9972D8}"/>
              </a:ext>
            </a:extLst>
          </p:cNvPr>
          <p:cNvSpPr txBox="1"/>
          <p:nvPr/>
        </p:nvSpPr>
        <p:spPr>
          <a:xfrm>
            <a:off x="6613910" y="269672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关键词回复</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4" name="文本框 343">
            <a:extLst>
              <a:ext uri="{FF2B5EF4-FFF2-40B4-BE49-F238E27FC236}">
                <a16:creationId xmlns:a16="http://schemas.microsoft.com/office/drawing/2014/main" id="{1C73AAFA-DA85-560D-8333-6903C77C2DE3}"/>
              </a:ext>
            </a:extLst>
          </p:cNvPr>
          <p:cNvSpPr txBox="1"/>
          <p:nvPr/>
        </p:nvSpPr>
        <p:spPr>
          <a:xfrm>
            <a:off x="6615025" y="2353822"/>
            <a:ext cx="346250"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群直播</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5" name="文本框 344">
            <a:extLst>
              <a:ext uri="{FF2B5EF4-FFF2-40B4-BE49-F238E27FC236}">
                <a16:creationId xmlns:a16="http://schemas.microsoft.com/office/drawing/2014/main" id="{D5F41386-C940-5947-6813-20AE0E0E7DE3}"/>
              </a:ext>
            </a:extLst>
          </p:cNvPr>
          <p:cNvSpPr txBox="1"/>
          <p:nvPr/>
        </p:nvSpPr>
        <p:spPr>
          <a:xfrm>
            <a:off x="7148425" y="2353822"/>
            <a:ext cx="346250"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话术库</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6" name="文本框 345">
            <a:extLst>
              <a:ext uri="{FF2B5EF4-FFF2-40B4-BE49-F238E27FC236}">
                <a16:creationId xmlns:a16="http://schemas.microsoft.com/office/drawing/2014/main" id="{91E1213F-E132-E274-55AB-71A1E94D3C11}"/>
              </a:ext>
            </a:extLst>
          </p:cNvPr>
          <p:cNvSpPr txBox="1"/>
          <p:nvPr/>
        </p:nvSpPr>
        <p:spPr>
          <a:xfrm>
            <a:off x="7377584" y="2696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任务</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47" name="文本框 346">
            <a:extLst>
              <a:ext uri="{FF2B5EF4-FFF2-40B4-BE49-F238E27FC236}">
                <a16:creationId xmlns:a16="http://schemas.microsoft.com/office/drawing/2014/main" id="{401744F7-C9D5-45D0-D14E-509BD69D99B7}"/>
              </a:ext>
            </a:extLst>
          </p:cNvPr>
          <p:cNvSpPr txBox="1"/>
          <p:nvPr/>
        </p:nvSpPr>
        <p:spPr>
          <a:xfrm>
            <a:off x="5566233" y="2443262"/>
            <a:ext cx="132435" cy="307777"/>
          </a:xfrm>
          <a:prstGeom prst="rect">
            <a:avLst/>
          </a:prstGeom>
          <a:noFill/>
        </p:spPr>
        <p:txBody>
          <a:bodyPr wrap="squar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群聊</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48" name="文本框 347">
            <a:extLst>
              <a:ext uri="{FF2B5EF4-FFF2-40B4-BE49-F238E27FC236}">
                <a16:creationId xmlns:a16="http://schemas.microsoft.com/office/drawing/2014/main" id="{2FB24229-2418-5AC9-8DF1-1BC4AE62D042}"/>
              </a:ext>
            </a:extLst>
          </p:cNvPr>
          <p:cNvSpPr txBox="1"/>
          <p:nvPr/>
        </p:nvSpPr>
        <p:spPr>
          <a:xfrm>
            <a:off x="5566233" y="3281462"/>
            <a:ext cx="132435" cy="307777"/>
          </a:xfrm>
          <a:prstGeom prst="rect">
            <a:avLst/>
          </a:prstGeom>
          <a:noFill/>
        </p:spPr>
        <p:txBody>
          <a:bodyPr wrap="squar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私聊</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49" name="文本框 348">
            <a:extLst>
              <a:ext uri="{FF2B5EF4-FFF2-40B4-BE49-F238E27FC236}">
                <a16:creationId xmlns:a16="http://schemas.microsoft.com/office/drawing/2014/main" id="{0A2AB835-348C-CE34-FCB6-42CA68D816A0}"/>
              </a:ext>
            </a:extLst>
          </p:cNvPr>
          <p:cNvSpPr txBox="1"/>
          <p:nvPr/>
        </p:nvSpPr>
        <p:spPr>
          <a:xfrm>
            <a:off x="8176083" y="2862362"/>
            <a:ext cx="132435" cy="307777"/>
          </a:xfrm>
          <a:prstGeom prst="rect">
            <a:avLst/>
          </a:prstGeom>
          <a:noFill/>
        </p:spPr>
        <p:txBody>
          <a:bodyPr wrap="squar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群聊</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50" name="文本框 349">
            <a:extLst>
              <a:ext uri="{FF2B5EF4-FFF2-40B4-BE49-F238E27FC236}">
                <a16:creationId xmlns:a16="http://schemas.microsoft.com/office/drawing/2014/main" id="{9C5129A1-BC63-32C6-5FA7-B56DCDEB6065}"/>
              </a:ext>
            </a:extLst>
          </p:cNvPr>
          <p:cNvSpPr txBox="1"/>
          <p:nvPr/>
        </p:nvSpPr>
        <p:spPr>
          <a:xfrm>
            <a:off x="10919768" y="21506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品牌认同</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1" name="文本框 350">
            <a:extLst>
              <a:ext uri="{FF2B5EF4-FFF2-40B4-BE49-F238E27FC236}">
                <a16:creationId xmlns:a16="http://schemas.microsoft.com/office/drawing/2014/main" id="{CA5EE767-89AA-E336-F00F-55F8B0AF500B}"/>
              </a:ext>
            </a:extLst>
          </p:cNvPr>
          <p:cNvSpPr txBox="1"/>
          <p:nvPr/>
        </p:nvSpPr>
        <p:spPr>
          <a:xfrm>
            <a:off x="10862060" y="246177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分享得权益</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2" name="文本框 351">
            <a:extLst>
              <a:ext uri="{FF2B5EF4-FFF2-40B4-BE49-F238E27FC236}">
                <a16:creationId xmlns:a16="http://schemas.microsoft.com/office/drawing/2014/main" id="{F5A84364-F986-C8CC-381E-49F66FEEC8A5}"/>
              </a:ext>
            </a:extLst>
          </p:cNvPr>
          <p:cNvSpPr txBox="1"/>
          <p:nvPr/>
        </p:nvSpPr>
        <p:spPr>
          <a:xfrm>
            <a:off x="10919768" y="32555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流失预警</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3" name="文本框 352">
            <a:extLst>
              <a:ext uri="{FF2B5EF4-FFF2-40B4-BE49-F238E27FC236}">
                <a16:creationId xmlns:a16="http://schemas.microsoft.com/office/drawing/2014/main" id="{E352DD45-E35B-53E1-F9B3-41D7AB61E2FF}"/>
              </a:ext>
            </a:extLst>
          </p:cNvPr>
          <p:cNvSpPr txBox="1"/>
          <p:nvPr/>
        </p:nvSpPr>
        <p:spPr>
          <a:xfrm>
            <a:off x="10919768" y="35666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召回营销</a:t>
            </a:r>
            <a:endParaRPr lang="zh-CN" altLang="en-US" sz="9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4" name="文本框 353">
            <a:extLst>
              <a:ext uri="{FF2B5EF4-FFF2-40B4-BE49-F238E27FC236}">
                <a16:creationId xmlns:a16="http://schemas.microsoft.com/office/drawing/2014/main" id="{F45A57A8-10D2-37C8-B03A-A9F5891F2959}"/>
              </a:ext>
            </a:extLst>
          </p:cNvPr>
          <p:cNvSpPr txBox="1"/>
          <p:nvPr/>
        </p:nvSpPr>
        <p:spPr>
          <a:xfrm>
            <a:off x="10842823" y="18253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分享裂变</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5" name="文本框 354">
            <a:extLst>
              <a:ext uri="{FF2B5EF4-FFF2-40B4-BE49-F238E27FC236}">
                <a16:creationId xmlns:a16="http://schemas.microsoft.com/office/drawing/2014/main" id="{D0D6556B-3F2C-87B8-E22A-1A64245A0AAB}"/>
              </a:ext>
            </a:extLst>
          </p:cNvPr>
          <p:cNvSpPr txBox="1"/>
          <p:nvPr/>
        </p:nvSpPr>
        <p:spPr>
          <a:xfrm>
            <a:off x="10842823" y="2908300"/>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流失找回</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6" name="文本框 355">
            <a:extLst>
              <a:ext uri="{FF2B5EF4-FFF2-40B4-BE49-F238E27FC236}">
                <a16:creationId xmlns:a16="http://schemas.microsoft.com/office/drawing/2014/main" id="{9436415B-68AA-5562-4D26-8ED82DA882E4}"/>
              </a:ext>
            </a:extLst>
          </p:cNvPr>
          <p:cNvSpPr txBox="1"/>
          <p:nvPr/>
        </p:nvSpPr>
        <p:spPr>
          <a:xfrm>
            <a:off x="2555395" y="4051816"/>
            <a:ext cx="1740861" cy="786369"/>
          </a:xfrm>
          <a:prstGeom prst="rect">
            <a:avLst/>
          </a:prstGeom>
          <a:noFill/>
        </p:spPr>
        <p:txBody>
          <a:bodyPr wrap="none" lIns="0" tIns="0" rIns="0" bIns="0" rtlCol="0">
            <a:spAutoFit/>
          </a:bodyPr>
          <a:lstStyle/>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1.</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渠道活码</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根据规则分配门店员工和群</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2.</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渠道好友自动添加标签</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3.</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不同渠道不同的欢迎语</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7" name="文本框 356">
            <a:extLst>
              <a:ext uri="{FF2B5EF4-FFF2-40B4-BE49-F238E27FC236}">
                <a16:creationId xmlns:a16="http://schemas.microsoft.com/office/drawing/2014/main" id="{AE318C97-7F71-BE7D-248A-B26E2FC323B0}"/>
              </a:ext>
            </a:extLst>
          </p:cNvPr>
          <p:cNvSpPr txBox="1"/>
          <p:nvPr/>
        </p:nvSpPr>
        <p:spPr>
          <a:xfrm>
            <a:off x="4910532" y="4051816"/>
            <a:ext cx="1888337" cy="786369"/>
          </a:xfrm>
          <a:prstGeom prst="rect">
            <a:avLst/>
          </a:prstGeom>
          <a:noFill/>
        </p:spPr>
        <p:txBody>
          <a:bodyPr wrap="none" lIns="0" tIns="0" rIns="0" bIns="0" rtlCol="0">
            <a:spAutoFit/>
          </a:bodyPr>
          <a:lstStyle/>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1.</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精准互动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标签匹配营销建议话术库</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2.</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会话记录存档</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关键词警报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聊天内容审计</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3.</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企微直播</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可关联企业小程序</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4.</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企微小助手</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匹配关键词自动回复</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5.</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群规则</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关键词警告踢人</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8" name="文本框 357">
            <a:extLst>
              <a:ext uri="{FF2B5EF4-FFF2-40B4-BE49-F238E27FC236}">
                <a16:creationId xmlns:a16="http://schemas.microsoft.com/office/drawing/2014/main" id="{C50F2226-06CE-AF40-DE41-06D4840A4EF5}"/>
              </a:ext>
            </a:extLst>
          </p:cNvPr>
          <p:cNvSpPr txBox="1"/>
          <p:nvPr/>
        </p:nvSpPr>
        <p:spPr>
          <a:xfrm>
            <a:off x="2555395" y="5342676"/>
            <a:ext cx="1740861" cy="626325"/>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系统、组织架构、方法论、设计渠道、客户分配规则、标签、欢迎语</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个人欢迎语</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59" name="文本框 358">
            <a:extLst>
              <a:ext uri="{FF2B5EF4-FFF2-40B4-BE49-F238E27FC236}">
                <a16:creationId xmlns:a16="http://schemas.microsoft.com/office/drawing/2014/main" id="{EA2900DE-589B-B63B-9BC4-2786AF216F65}"/>
              </a:ext>
            </a:extLst>
          </p:cNvPr>
          <p:cNvSpPr txBox="1"/>
          <p:nvPr/>
        </p:nvSpPr>
        <p:spPr>
          <a:xfrm>
            <a:off x="4908069" y="5258316"/>
            <a:ext cx="1890800" cy="786369"/>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营销方案、话术库、话术关键词、直播群规则、关键词自动回复、客户管理、聊天内容审计</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客户互动、直播</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0" name="文本框 359">
            <a:extLst>
              <a:ext uri="{FF2B5EF4-FFF2-40B4-BE49-F238E27FC236}">
                <a16:creationId xmlns:a16="http://schemas.microsoft.com/office/drawing/2014/main" id="{03CD7B8B-FCAF-AACD-8F42-6AFCE3E55A55}"/>
              </a:ext>
            </a:extLst>
          </p:cNvPr>
          <p:cNvSpPr txBox="1"/>
          <p:nvPr/>
        </p:nvSpPr>
        <p:spPr>
          <a:xfrm>
            <a:off x="7406795" y="4051816"/>
            <a:ext cx="1538883" cy="306238"/>
          </a:xfrm>
          <a:prstGeom prst="rect">
            <a:avLst/>
          </a:prstGeom>
          <a:noFill/>
        </p:spPr>
        <p:txBody>
          <a:bodyPr wrap="non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小程序、</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H5</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嵌入企微客户可直接</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打开特定页面门店员工离职转交接</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1" name="文本框 360">
            <a:extLst>
              <a:ext uri="{FF2B5EF4-FFF2-40B4-BE49-F238E27FC236}">
                <a16:creationId xmlns:a16="http://schemas.microsoft.com/office/drawing/2014/main" id="{0EEEFB92-807C-2193-54C5-C4B7D7421144}"/>
              </a:ext>
            </a:extLst>
          </p:cNvPr>
          <p:cNvSpPr txBox="1"/>
          <p:nvPr/>
        </p:nvSpPr>
        <p:spPr>
          <a:xfrm>
            <a:off x="9676919" y="4051816"/>
            <a:ext cx="1740861" cy="306238"/>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标签分层管理</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精细化经营客户企微删好友提醒、统计客户生命周期触发任务</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2" name="文本框 361">
            <a:extLst>
              <a:ext uri="{FF2B5EF4-FFF2-40B4-BE49-F238E27FC236}">
                <a16:creationId xmlns:a16="http://schemas.microsoft.com/office/drawing/2014/main" id="{480DAB78-800D-0AB8-C6F9-23F97A6E475D}"/>
              </a:ext>
            </a:extLst>
          </p:cNvPr>
          <p:cNvSpPr txBox="1"/>
          <p:nvPr/>
        </p:nvSpPr>
        <p:spPr>
          <a:xfrm>
            <a:off x="7406795" y="5338338"/>
            <a:ext cx="1740861" cy="626325"/>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系统准备、大型活动策划、日常活动策划</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活动传播、答疑</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63" name="文本框 362">
            <a:extLst>
              <a:ext uri="{FF2B5EF4-FFF2-40B4-BE49-F238E27FC236}">
                <a16:creationId xmlns:a16="http://schemas.microsoft.com/office/drawing/2014/main" id="{EDFAE665-1F18-2DB4-4184-40F97737D6F5}"/>
              </a:ext>
            </a:extLst>
          </p:cNvPr>
          <p:cNvSpPr txBox="1"/>
          <p:nvPr/>
        </p:nvSpPr>
        <p:spPr>
          <a:xfrm>
            <a:off x="9676920" y="5338338"/>
            <a:ext cx="1740861" cy="466281"/>
          </a:xfrm>
          <a:prstGeom prst="rect">
            <a:avLst/>
          </a:prstGeom>
          <a:noFill/>
        </p:spPr>
        <p:txBody>
          <a:bodyPr wrap="square" lIns="0" tIns="0" rIns="0" bIns="0" rtlCol="0">
            <a:spAutoFit/>
          </a:bodyPr>
          <a:lstStyle/>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总部</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系统准备、裂变策划、召回策划</a:t>
            </a:r>
            <a:endPar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30000"/>
              </a:lnSpc>
            </a:pPr>
            <a:endParaRPr lang="en-US" altLang="zh-CN" sz="800" dirty="0">
              <a:solidFill>
                <a:schemeClr val="accent1">
                  <a:lumMod val="100000"/>
                </a:schemeClr>
              </a:solidFill>
              <a:latin typeface="MiSans Medium" panose="00000600000000000000" pitchFamily="2" charset="-122"/>
              <a:ea typeface="MiSans Medium" panose="00000600000000000000" pitchFamily="2" charset="-122"/>
            </a:endParaRPr>
          </a:p>
          <a:p>
            <a:pPr>
              <a:lnSpc>
                <a:spcPct val="130000"/>
              </a:lnSpc>
            </a:pP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门店员工</a:t>
            </a:r>
            <a:r>
              <a:rPr lang="en-US" altLang="zh-CN" sz="800" dirty="0">
                <a:solidFill>
                  <a:schemeClr val="accent1">
                    <a:lumMod val="100000"/>
                  </a:schemeClr>
                </a:solidFill>
                <a:effectLst/>
                <a:latin typeface="MiSans Medium" panose="00000600000000000000" pitchFamily="2" charset="-122"/>
                <a:ea typeface="MiSans Medium" panose="00000600000000000000" pitchFamily="2" charset="-122"/>
              </a:rPr>
              <a:t>:</a:t>
            </a:r>
            <a:r>
              <a:rPr lang="zh-CN" altLang="en-US" sz="800" dirty="0">
                <a:solidFill>
                  <a:schemeClr val="accent1">
                    <a:lumMod val="100000"/>
                  </a:schemeClr>
                </a:solidFill>
                <a:effectLst/>
                <a:latin typeface="MiSans Medium" panose="00000600000000000000" pitchFamily="2" charset="-122"/>
                <a:ea typeface="MiSans Medium" panose="00000600000000000000" pitchFamily="2" charset="-122"/>
              </a:rPr>
              <a:t>建立客户信任</a:t>
            </a:r>
            <a:endParaRPr lang="zh-CN" altLang="en-US" sz="800" dirty="0">
              <a:solidFill>
                <a:schemeClr val="accent1">
                  <a:lumMod val="100000"/>
                </a:schemeClr>
              </a:solidFill>
              <a:latin typeface="MiSans Medium" panose="00000600000000000000" pitchFamily="2" charset="-122"/>
              <a:ea typeface="MiSans Medium" panose="00000600000000000000" pitchFamily="2" charset="-122"/>
            </a:endParaRPr>
          </a:p>
        </p:txBody>
      </p:sp>
    </p:spTree>
    <p:extLst>
      <p:ext uri="{BB962C8B-B14F-4D97-AF65-F5344CB8AC3E}">
        <p14:creationId xmlns:p14="http://schemas.microsoft.com/office/powerpoint/2010/main" val="145411796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 name="任意多边形: 形状 143">
            <a:extLst>
              <a:ext uri="{FF2B5EF4-FFF2-40B4-BE49-F238E27FC236}">
                <a16:creationId xmlns:a16="http://schemas.microsoft.com/office/drawing/2014/main" id="{4A7E7346-7004-4325-87E0-88E1491D6662}"/>
              </a:ext>
            </a:extLst>
          </p:cNvPr>
          <p:cNvSpPr/>
          <p:nvPr/>
        </p:nvSpPr>
        <p:spPr>
          <a:xfrm>
            <a:off x="9379746" y="2482850"/>
            <a:ext cx="2159000" cy="3206750"/>
          </a:xfrm>
          <a:custGeom>
            <a:avLst/>
            <a:gdLst>
              <a:gd name="connsiteX0" fmla="*/ 0 w 2159000"/>
              <a:gd name="connsiteY0" fmla="*/ 50800 h 3206750"/>
              <a:gd name="connsiteX1" fmla="*/ 50800 w 2159000"/>
              <a:gd name="connsiteY1" fmla="*/ 0 h 3206750"/>
              <a:gd name="connsiteX2" fmla="*/ 2108200 w 2159000"/>
              <a:gd name="connsiteY2" fmla="*/ 0 h 3206750"/>
              <a:gd name="connsiteX3" fmla="*/ 2159000 w 2159000"/>
              <a:gd name="connsiteY3" fmla="*/ 50800 h 3206750"/>
              <a:gd name="connsiteX4" fmla="*/ 2159000 w 2159000"/>
              <a:gd name="connsiteY4" fmla="*/ 3155950 h 3206750"/>
              <a:gd name="connsiteX5" fmla="*/ 2108200 w 2159000"/>
              <a:gd name="connsiteY5" fmla="*/ 3206750 h 3206750"/>
              <a:gd name="connsiteX6" fmla="*/ 50800 w 2159000"/>
              <a:gd name="connsiteY6" fmla="*/ 3206750 h 3206750"/>
              <a:gd name="connsiteX7" fmla="*/ 0 w 2159000"/>
              <a:gd name="connsiteY7" fmla="*/ 3155950 h 3206750"/>
              <a:gd name="connsiteX8" fmla="*/ 0 w 2159000"/>
              <a:gd name="connsiteY8" fmla="*/ 50800 h 320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3206750">
                <a:moveTo>
                  <a:pt x="0" y="50800"/>
                </a:moveTo>
                <a:cubicBezTo>
                  <a:pt x="0" y="22746"/>
                  <a:pt x="22746" y="0"/>
                  <a:pt x="50800" y="0"/>
                </a:cubicBezTo>
                <a:lnTo>
                  <a:pt x="2108200" y="0"/>
                </a:lnTo>
                <a:cubicBezTo>
                  <a:pt x="2136255" y="0"/>
                  <a:pt x="2159000" y="22746"/>
                  <a:pt x="2159000" y="50800"/>
                </a:cubicBezTo>
                <a:lnTo>
                  <a:pt x="2159000" y="3155950"/>
                </a:lnTo>
                <a:cubicBezTo>
                  <a:pt x="2159000" y="3184005"/>
                  <a:pt x="2136255" y="3206750"/>
                  <a:pt x="2108200" y="3206750"/>
                </a:cubicBezTo>
                <a:lnTo>
                  <a:pt x="50800" y="3206750"/>
                </a:lnTo>
                <a:cubicBezTo>
                  <a:pt x="22746" y="3206750"/>
                  <a:pt x="0" y="3184005"/>
                  <a:pt x="0" y="3155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 name="文本框 5">
            <a:extLst>
              <a:ext uri="{FF2B5EF4-FFF2-40B4-BE49-F238E27FC236}">
                <a16:creationId xmlns:a16="http://schemas.microsoft.com/office/drawing/2014/main" id="{7997A20E-62D8-0A4B-9256-CCAED076C2FF}"/>
              </a:ext>
            </a:extLst>
          </p:cNvPr>
          <p:cNvSpPr txBox="1"/>
          <p:nvPr/>
        </p:nvSpPr>
        <p:spPr>
          <a:xfrm>
            <a:off x="543433" y="805688"/>
            <a:ext cx="8109912"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运营引擎 为用户提供终端顾问式服务 打造融合营销闭环</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7" name="文本框 6">
            <a:extLst>
              <a:ext uri="{FF2B5EF4-FFF2-40B4-BE49-F238E27FC236}">
                <a16:creationId xmlns:a16="http://schemas.microsoft.com/office/drawing/2014/main" id="{42018217-8679-2C4E-80FA-5F0344BF289A}"/>
              </a:ext>
            </a:extLst>
          </p:cNvPr>
          <p:cNvSpPr txBox="1"/>
          <p:nvPr/>
        </p:nvSpPr>
        <p:spPr>
          <a:xfrm>
            <a:off x="543433" y="604070"/>
            <a:ext cx="8552341"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The Operation Engine Provides Users With Terminal Advisory Services To Create A Closed Loop Of Integrated Marketing</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4" name="矩形: 圆角 13">
            <a:extLst>
              <a:ext uri="{FF2B5EF4-FFF2-40B4-BE49-F238E27FC236}">
                <a16:creationId xmlns:a16="http://schemas.microsoft.com/office/drawing/2014/main" id="{58E05A92-9581-1E68-E8AD-0561A4C11F3F}"/>
              </a:ext>
            </a:extLst>
          </p:cNvPr>
          <p:cNvSpPr/>
          <p:nvPr/>
        </p:nvSpPr>
        <p:spPr>
          <a:xfrm>
            <a:off x="106680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 name="矩形: 圆角 16">
            <a:extLst>
              <a:ext uri="{FF2B5EF4-FFF2-40B4-BE49-F238E27FC236}">
                <a16:creationId xmlns:a16="http://schemas.microsoft.com/office/drawing/2014/main" id="{537EF071-6F87-6897-0B7D-90A6A81ABFC6}"/>
              </a:ext>
            </a:extLst>
          </p:cNvPr>
          <p:cNvSpPr/>
          <p:nvPr/>
        </p:nvSpPr>
        <p:spPr>
          <a:xfrm>
            <a:off x="398145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 name="矩形: 圆角 21">
            <a:extLst>
              <a:ext uri="{FF2B5EF4-FFF2-40B4-BE49-F238E27FC236}">
                <a16:creationId xmlns:a16="http://schemas.microsoft.com/office/drawing/2014/main" id="{F5F1F2D1-30C7-C52A-59DC-FD5873EC1F5A}"/>
              </a:ext>
            </a:extLst>
          </p:cNvPr>
          <p:cNvSpPr/>
          <p:nvPr/>
        </p:nvSpPr>
        <p:spPr>
          <a:xfrm>
            <a:off x="689610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 name="矩形: 圆角 25">
            <a:extLst>
              <a:ext uri="{FF2B5EF4-FFF2-40B4-BE49-F238E27FC236}">
                <a16:creationId xmlns:a16="http://schemas.microsoft.com/office/drawing/2014/main" id="{92BD44FC-BB5A-0732-1B65-E54FB5AF4D93}"/>
              </a:ext>
            </a:extLst>
          </p:cNvPr>
          <p:cNvSpPr/>
          <p:nvPr/>
        </p:nvSpPr>
        <p:spPr>
          <a:xfrm>
            <a:off x="9810750" y="1784350"/>
            <a:ext cx="1371600" cy="4953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 name="任意多边形: 形状 28">
            <a:extLst>
              <a:ext uri="{FF2B5EF4-FFF2-40B4-BE49-F238E27FC236}">
                <a16:creationId xmlns:a16="http://schemas.microsoft.com/office/drawing/2014/main" id="{F05363D5-E6F3-CEE5-3195-C15C5E96A65F}"/>
              </a:ext>
            </a:extLst>
          </p:cNvPr>
          <p:cNvSpPr/>
          <p:nvPr/>
        </p:nvSpPr>
        <p:spPr>
          <a:xfrm>
            <a:off x="1686786" y="1581150"/>
            <a:ext cx="8797063" cy="155576"/>
          </a:xfrm>
          <a:custGeom>
            <a:avLst/>
            <a:gdLst>
              <a:gd name="connsiteX0" fmla="*/ 46763 w 8797063"/>
              <a:gd name="connsiteY0" fmla="*/ 6350 h 155576"/>
              <a:gd name="connsiteX1" fmla="*/ 46763 w 8797063"/>
              <a:gd name="connsiteY1" fmla="*/ 0 h 155576"/>
              <a:gd name="connsiteX2" fmla="*/ 40413 w 8797063"/>
              <a:gd name="connsiteY2" fmla="*/ 0 h 155576"/>
              <a:gd name="connsiteX3" fmla="*/ 40413 w 8797063"/>
              <a:gd name="connsiteY3" fmla="*/ 6350 h 155576"/>
              <a:gd name="connsiteX4" fmla="*/ 46763 w 8797063"/>
              <a:gd name="connsiteY4" fmla="*/ 6350 h 155576"/>
              <a:gd name="connsiteX5" fmla="*/ 8790713 w 8797063"/>
              <a:gd name="connsiteY5" fmla="*/ 6350 h 155576"/>
              <a:gd name="connsiteX6" fmla="*/ 8797063 w 8797063"/>
              <a:gd name="connsiteY6" fmla="*/ 6350 h 155576"/>
              <a:gd name="connsiteX7" fmla="*/ 8797063 w 8797063"/>
              <a:gd name="connsiteY7" fmla="*/ 0 h 155576"/>
              <a:gd name="connsiteX8" fmla="*/ 8790713 w 8797063"/>
              <a:gd name="connsiteY8" fmla="*/ 0 h 155576"/>
              <a:gd name="connsiteX9" fmla="*/ 8790713 w 8797063"/>
              <a:gd name="connsiteY9" fmla="*/ 6350 h 155576"/>
              <a:gd name="connsiteX10" fmla="*/ 42274 w 8797063"/>
              <a:gd name="connsiteY10" fmla="*/ 153714 h 155576"/>
              <a:gd name="connsiteX11" fmla="*/ 51252 w 8797063"/>
              <a:gd name="connsiteY11" fmla="*/ 153714 h 155576"/>
              <a:gd name="connsiteX12" fmla="*/ 91664 w 8797063"/>
              <a:gd name="connsiteY12" fmla="*/ 113303 h 155576"/>
              <a:gd name="connsiteX13" fmla="*/ 91664 w 8797063"/>
              <a:gd name="connsiteY13" fmla="*/ 104324 h 155576"/>
              <a:gd name="connsiteX14" fmla="*/ 82685 w 8797063"/>
              <a:gd name="connsiteY14" fmla="*/ 104324 h 155576"/>
              <a:gd name="connsiteX15" fmla="*/ 46763 w 8797063"/>
              <a:gd name="connsiteY15" fmla="*/ 140246 h 155576"/>
              <a:gd name="connsiteX16" fmla="*/ 10841 w 8797063"/>
              <a:gd name="connsiteY16" fmla="*/ 104324 h 155576"/>
              <a:gd name="connsiteX17" fmla="*/ 1862 w 8797063"/>
              <a:gd name="connsiteY17" fmla="*/ 104324 h 155576"/>
              <a:gd name="connsiteX18" fmla="*/ 1862 w 8797063"/>
              <a:gd name="connsiteY18" fmla="*/ 113303 h 155576"/>
              <a:gd name="connsiteX19" fmla="*/ 42274 w 8797063"/>
              <a:gd name="connsiteY19" fmla="*/ 153714 h 155576"/>
              <a:gd name="connsiteX20" fmla="*/ 46763 w 8797063"/>
              <a:gd name="connsiteY20" fmla="*/ 12700 h 155576"/>
              <a:gd name="connsiteX21" fmla="*/ 8790713 w 8797063"/>
              <a:gd name="connsiteY21" fmla="*/ 12700 h 155576"/>
              <a:gd name="connsiteX22" fmla="*/ 8790713 w 8797063"/>
              <a:gd name="connsiteY22" fmla="*/ 0 h 155576"/>
              <a:gd name="connsiteX23" fmla="*/ 46763 w 8797063"/>
              <a:gd name="connsiteY23" fmla="*/ 0 h 155576"/>
              <a:gd name="connsiteX24" fmla="*/ 46763 w 8797063"/>
              <a:gd name="connsiteY24" fmla="*/ 12700 h 155576"/>
              <a:gd name="connsiteX25" fmla="*/ 8784363 w 8797063"/>
              <a:gd name="connsiteY25" fmla="*/ 6350 h 155576"/>
              <a:gd name="connsiteX26" fmla="*/ 8784363 w 8797063"/>
              <a:gd name="connsiteY26" fmla="*/ 149225 h 155576"/>
              <a:gd name="connsiteX27" fmla="*/ 8797063 w 8797063"/>
              <a:gd name="connsiteY27" fmla="*/ 149225 h 155576"/>
              <a:gd name="connsiteX28" fmla="*/ 8797063 w 8797063"/>
              <a:gd name="connsiteY28" fmla="*/ 6350 h 155576"/>
              <a:gd name="connsiteX29" fmla="*/ 8784363 w 8797063"/>
              <a:gd name="connsiteY29" fmla="*/ 6350 h 155576"/>
              <a:gd name="connsiteX30" fmla="*/ 53113 w 8797063"/>
              <a:gd name="connsiteY30" fmla="*/ 149225 h 155576"/>
              <a:gd name="connsiteX31" fmla="*/ 53113 w 8797063"/>
              <a:gd name="connsiteY31" fmla="*/ 6350 h 155576"/>
              <a:gd name="connsiteX32" fmla="*/ 40413 w 8797063"/>
              <a:gd name="connsiteY32" fmla="*/ 6350 h 155576"/>
              <a:gd name="connsiteX33" fmla="*/ 40413 w 8797063"/>
              <a:gd name="connsiteY33" fmla="*/ 149225 h 155576"/>
              <a:gd name="connsiteX34" fmla="*/ 53113 w 8797063"/>
              <a:gd name="connsiteY34" fmla="*/ 149225 h 155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797063" h="155576">
                <a:moveTo>
                  <a:pt x="46763" y="6350"/>
                </a:moveTo>
                <a:lnTo>
                  <a:pt x="46763" y="0"/>
                </a:lnTo>
                <a:lnTo>
                  <a:pt x="40413" y="0"/>
                </a:lnTo>
                <a:lnTo>
                  <a:pt x="40413" y="6350"/>
                </a:lnTo>
                <a:lnTo>
                  <a:pt x="46763" y="6350"/>
                </a:lnTo>
                <a:close/>
                <a:moveTo>
                  <a:pt x="8790713" y="6350"/>
                </a:moveTo>
                <a:lnTo>
                  <a:pt x="8797063" y="6350"/>
                </a:lnTo>
                <a:lnTo>
                  <a:pt x="8797063" y="0"/>
                </a:lnTo>
                <a:lnTo>
                  <a:pt x="8790713" y="0"/>
                </a:lnTo>
                <a:lnTo>
                  <a:pt x="8790713" y="6350"/>
                </a:lnTo>
                <a:close/>
                <a:moveTo>
                  <a:pt x="42274" y="153714"/>
                </a:moveTo>
                <a:cubicBezTo>
                  <a:pt x="44750" y="156197"/>
                  <a:pt x="48776" y="156197"/>
                  <a:pt x="51252" y="153714"/>
                </a:cubicBezTo>
                <a:lnTo>
                  <a:pt x="91664" y="113303"/>
                </a:lnTo>
                <a:cubicBezTo>
                  <a:pt x="94147" y="110827"/>
                  <a:pt x="94147" y="106801"/>
                  <a:pt x="91664" y="104324"/>
                </a:cubicBezTo>
                <a:cubicBezTo>
                  <a:pt x="89187" y="101841"/>
                  <a:pt x="85161" y="101841"/>
                  <a:pt x="82685" y="104324"/>
                </a:cubicBezTo>
                <a:lnTo>
                  <a:pt x="46763" y="140246"/>
                </a:lnTo>
                <a:lnTo>
                  <a:pt x="10841" y="104324"/>
                </a:lnTo>
                <a:cubicBezTo>
                  <a:pt x="8365" y="101841"/>
                  <a:pt x="4339" y="101841"/>
                  <a:pt x="1862" y="104324"/>
                </a:cubicBezTo>
                <a:cubicBezTo>
                  <a:pt x="-621" y="106801"/>
                  <a:pt x="-621" y="110827"/>
                  <a:pt x="1862" y="113303"/>
                </a:cubicBezTo>
                <a:lnTo>
                  <a:pt x="42274" y="153714"/>
                </a:lnTo>
                <a:close/>
                <a:moveTo>
                  <a:pt x="46763" y="12700"/>
                </a:moveTo>
                <a:lnTo>
                  <a:pt x="8790713" y="12700"/>
                </a:lnTo>
                <a:lnTo>
                  <a:pt x="8790713" y="0"/>
                </a:lnTo>
                <a:lnTo>
                  <a:pt x="46763" y="0"/>
                </a:lnTo>
                <a:lnTo>
                  <a:pt x="46763" y="12700"/>
                </a:lnTo>
                <a:close/>
                <a:moveTo>
                  <a:pt x="8784363" y="6350"/>
                </a:moveTo>
                <a:lnTo>
                  <a:pt x="8784363" y="149225"/>
                </a:lnTo>
                <a:lnTo>
                  <a:pt x="8797063" y="149225"/>
                </a:lnTo>
                <a:lnTo>
                  <a:pt x="8797063" y="6350"/>
                </a:lnTo>
                <a:lnTo>
                  <a:pt x="8784363" y="6350"/>
                </a:lnTo>
                <a:close/>
                <a:moveTo>
                  <a:pt x="53113" y="149225"/>
                </a:moveTo>
                <a:lnTo>
                  <a:pt x="53113" y="6350"/>
                </a:lnTo>
                <a:lnTo>
                  <a:pt x="40413" y="6350"/>
                </a:lnTo>
                <a:lnTo>
                  <a:pt x="40413" y="149225"/>
                </a:lnTo>
                <a:lnTo>
                  <a:pt x="53113" y="149225"/>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0" name="任意多边形: 形状 29">
            <a:extLst>
              <a:ext uri="{FF2B5EF4-FFF2-40B4-BE49-F238E27FC236}">
                <a16:creationId xmlns:a16="http://schemas.microsoft.com/office/drawing/2014/main" id="{428CCD8A-35E1-72FB-2F19-2CC3F22F9EB1}"/>
              </a:ext>
            </a:extLst>
          </p:cNvPr>
          <p:cNvSpPr/>
          <p:nvPr/>
        </p:nvSpPr>
        <p:spPr>
          <a:xfrm>
            <a:off x="2641600" y="1985236"/>
            <a:ext cx="1143001" cy="93526"/>
          </a:xfrm>
          <a:custGeom>
            <a:avLst/>
            <a:gdLst>
              <a:gd name="connsiteX0" fmla="*/ 1141139 w 1143001"/>
              <a:gd name="connsiteY0" fmla="*/ 51252 h 93526"/>
              <a:gd name="connsiteX1" fmla="*/ 1141139 w 1143001"/>
              <a:gd name="connsiteY1" fmla="*/ 42274 h 93526"/>
              <a:gd name="connsiteX2" fmla="*/ 1100728 w 1143001"/>
              <a:gd name="connsiteY2" fmla="*/ 1862 h 93526"/>
              <a:gd name="connsiteX3" fmla="*/ 1091749 w 1143001"/>
              <a:gd name="connsiteY3" fmla="*/ 1862 h 93526"/>
              <a:gd name="connsiteX4" fmla="*/ 1091749 w 1143001"/>
              <a:gd name="connsiteY4" fmla="*/ 10841 h 93526"/>
              <a:gd name="connsiteX5" fmla="*/ 1127671 w 1143001"/>
              <a:gd name="connsiteY5" fmla="*/ 46763 h 93526"/>
              <a:gd name="connsiteX6" fmla="*/ 1091749 w 1143001"/>
              <a:gd name="connsiteY6" fmla="*/ 82685 h 93526"/>
              <a:gd name="connsiteX7" fmla="*/ 1091749 w 1143001"/>
              <a:gd name="connsiteY7" fmla="*/ 91664 h 93526"/>
              <a:gd name="connsiteX8" fmla="*/ 1100728 w 1143001"/>
              <a:gd name="connsiteY8" fmla="*/ 91664 h 93526"/>
              <a:gd name="connsiteX9" fmla="*/ 1141139 w 1143001"/>
              <a:gd name="connsiteY9" fmla="*/ 51252 h 93526"/>
              <a:gd name="connsiteX10" fmla="*/ 0 w 1143001"/>
              <a:gd name="connsiteY10" fmla="*/ 53113 h 93526"/>
              <a:gd name="connsiteX11" fmla="*/ 1136650 w 1143001"/>
              <a:gd name="connsiteY11" fmla="*/ 53113 h 93526"/>
              <a:gd name="connsiteX12" fmla="*/ 1136650 w 1143001"/>
              <a:gd name="connsiteY12" fmla="*/ 40413 h 93526"/>
              <a:gd name="connsiteX13" fmla="*/ 0 w 1143001"/>
              <a:gd name="connsiteY13" fmla="*/ 40413 h 93526"/>
              <a:gd name="connsiteX14" fmla="*/ 0 w 1143001"/>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001" h="93526">
                <a:moveTo>
                  <a:pt x="1141139" y="51252"/>
                </a:moveTo>
                <a:cubicBezTo>
                  <a:pt x="1143623" y="48776"/>
                  <a:pt x="1143623" y="44750"/>
                  <a:pt x="1141139" y="42274"/>
                </a:cubicBezTo>
                <a:lnTo>
                  <a:pt x="1100728" y="1862"/>
                </a:lnTo>
                <a:cubicBezTo>
                  <a:pt x="1098252" y="-621"/>
                  <a:pt x="1094226" y="-621"/>
                  <a:pt x="1091749" y="1862"/>
                </a:cubicBezTo>
                <a:cubicBezTo>
                  <a:pt x="1089267" y="4339"/>
                  <a:pt x="1089267" y="8365"/>
                  <a:pt x="1091749" y="10841"/>
                </a:cubicBezTo>
                <a:lnTo>
                  <a:pt x="1127671" y="46763"/>
                </a:lnTo>
                <a:lnTo>
                  <a:pt x="1091749" y="82685"/>
                </a:lnTo>
                <a:cubicBezTo>
                  <a:pt x="1089267" y="85161"/>
                  <a:pt x="1089267" y="89187"/>
                  <a:pt x="1091749" y="91664"/>
                </a:cubicBezTo>
                <a:cubicBezTo>
                  <a:pt x="1094226" y="94147"/>
                  <a:pt x="1098252" y="94147"/>
                  <a:pt x="1100728" y="91664"/>
                </a:cubicBezTo>
                <a:lnTo>
                  <a:pt x="1141139" y="51252"/>
                </a:lnTo>
                <a:close/>
                <a:moveTo>
                  <a:pt x="0" y="53113"/>
                </a:moveTo>
                <a:lnTo>
                  <a:pt x="1136650" y="53113"/>
                </a:lnTo>
                <a:lnTo>
                  <a:pt x="1136650" y="40413"/>
                </a:lnTo>
                <a:lnTo>
                  <a:pt x="0" y="40413"/>
                </a:lnTo>
                <a:lnTo>
                  <a:pt x="0" y="53113"/>
                </a:lnTo>
                <a:close/>
              </a:path>
            </a:pathLst>
          </a:custGeom>
          <a:solidFill>
            <a:srgbClr val="4D4D4D">
              <a:alpha val="50000"/>
            </a:srgbClr>
          </a:solidFill>
          <a:ln w="6350" cap="flat">
            <a:solidFill>
              <a:srgbClr val="A1A3A6"/>
            </a:solidFill>
            <a:prstDash val="solid"/>
            <a:miter/>
          </a:ln>
        </p:spPr>
        <p:txBody>
          <a:bodyPr rtlCol="0" anchor="ctr"/>
          <a:lstStyle/>
          <a:p>
            <a:endParaRPr lang="zh-CN" altLang="en-US">
              <a:solidFill>
                <a:schemeClr val="accent3"/>
              </a:solidFill>
            </a:endParaRPr>
          </a:p>
        </p:txBody>
      </p:sp>
      <p:sp>
        <p:nvSpPr>
          <p:cNvPr id="31" name="任意多边形: 形状 30">
            <a:extLst>
              <a:ext uri="{FF2B5EF4-FFF2-40B4-BE49-F238E27FC236}">
                <a16:creationId xmlns:a16="http://schemas.microsoft.com/office/drawing/2014/main" id="{243403B1-332D-813F-EFB3-A5EE65993C1B}"/>
              </a:ext>
            </a:extLst>
          </p:cNvPr>
          <p:cNvSpPr/>
          <p:nvPr/>
        </p:nvSpPr>
        <p:spPr>
          <a:xfrm>
            <a:off x="2882900" y="3350487"/>
            <a:ext cx="590551" cy="93525"/>
          </a:xfrm>
          <a:custGeom>
            <a:avLst/>
            <a:gdLst>
              <a:gd name="connsiteX0" fmla="*/ 588689 w 590551"/>
              <a:gd name="connsiteY0" fmla="*/ 51252 h 93525"/>
              <a:gd name="connsiteX1" fmla="*/ 588689 w 590551"/>
              <a:gd name="connsiteY1" fmla="*/ 42274 h 93525"/>
              <a:gd name="connsiteX2" fmla="*/ 548278 w 590551"/>
              <a:gd name="connsiteY2" fmla="*/ 1862 h 93525"/>
              <a:gd name="connsiteX3" fmla="*/ 539299 w 590551"/>
              <a:gd name="connsiteY3" fmla="*/ 1862 h 93525"/>
              <a:gd name="connsiteX4" fmla="*/ 539299 w 590551"/>
              <a:gd name="connsiteY4" fmla="*/ 10841 h 93525"/>
              <a:gd name="connsiteX5" fmla="*/ 575221 w 590551"/>
              <a:gd name="connsiteY5" fmla="*/ 46763 h 93525"/>
              <a:gd name="connsiteX6" fmla="*/ 539299 w 590551"/>
              <a:gd name="connsiteY6" fmla="*/ 82685 h 93525"/>
              <a:gd name="connsiteX7" fmla="*/ 539299 w 590551"/>
              <a:gd name="connsiteY7" fmla="*/ 91664 h 93525"/>
              <a:gd name="connsiteX8" fmla="*/ 548278 w 590551"/>
              <a:gd name="connsiteY8" fmla="*/ 91664 h 93525"/>
              <a:gd name="connsiteX9" fmla="*/ 588689 w 590551"/>
              <a:gd name="connsiteY9" fmla="*/ 51252 h 93525"/>
              <a:gd name="connsiteX10" fmla="*/ 0 w 590551"/>
              <a:gd name="connsiteY10" fmla="*/ 53113 h 93525"/>
              <a:gd name="connsiteX11" fmla="*/ 584200 w 590551"/>
              <a:gd name="connsiteY11" fmla="*/ 53113 h 93525"/>
              <a:gd name="connsiteX12" fmla="*/ 584200 w 590551"/>
              <a:gd name="connsiteY12" fmla="*/ 40413 h 93525"/>
              <a:gd name="connsiteX13" fmla="*/ 0 w 590551"/>
              <a:gd name="connsiteY13" fmla="*/ 40413 h 93525"/>
              <a:gd name="connsiteX14" fmla="*/ 0 w 590551"/>
              <a:gd name="connsiteY14" fmla="*/ 531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1" h="93525">
                <a:moveTo>
                  <a:pt x="588689" y="51252"/>
                </a:moveTo>
                <a:cubicBezTo>
                  <a:pt x="591172" y="48776"/>
                  <a:pt x="591172" y="44750"/>
                  <a:pt x="588689" y="42274"/>
                </a:cubicBezTo>
                <a:lnTo>
                  <a:pt x="548278" y="1862"/>
                </a:lnTo>
                <a:cubicBezTo>
                  <a:pt x="545802" y="-621"/>
                  <a:pt x="541775" y="-621"/>
                  <a:pt x="539299" y="1862"/>
                </a:cubicBezTo>
                <a:cubicBezTo>
                  <a:pt x="536816" y="4338"/>
                  <a:pt x="536816" y="8364"/>
                  <a:pt x="539299" y="10841"/>
                </a:cubicBezTo>
                <a:lnTo>
                  <a:pt x="575221" y="46763"/>
                </a:lnTo>
                <a:lnTo>
                  <a:pt x="539299" y="82685"/>
                </a:lnTo>
                <a:cubicBezTo>
                  <a:pt x="536816" y="85161"/>
                  <a:pt x="536816" y="89187"/>
                  <a:pt x="539299" y="91664"/>
                </a:cubicBezTo>
                <a:cubicBezTo>
                  <a:pt x="541775" y="94146"/>
                  <a:pt x="545802" y="94146"/>
                  <a:pt x="548278" y="91664"/>
                </a:cubicBezTo>
                <a:lnTo>
                  <a:pt x="588689" y="51252"/>
                </a:lnTo>
                <a:close/>
                <a:moveTo>
                  <a:pt x="0" y="53113"/>
                </a:moveTo>
                <a:lnTo>
                  <a:pt x="584200" y="53113"/>
                </a:lnTo>
                <a:lnTo>
                  <a:pt x="58420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2" name="任意多边形: 形状 31">
            <a:extLst>
              <a:ext uri="{FF2B5EF4-FFF2-40B4-BE49-F238E27FC236}">
                <a16:creationId xmlns:a16="http://schemas.microsoft.com/office/drawing/2014/main" id="{AC47EEE6-379E-7893-4910-A8BD7915C057}"/>
              </a:ext>
            </a:extLst>
          </p:cNvPr>
          <p:cNvSpPr/>
          <p:nvPr/>
        </p:nvSpPr>
        <p:spPr>
          <a:xfrm>
            <a:off x="5715000" y="4068037"/>
            <a:ext cx="3206765" cy="93525"/>
          </a:xfrm>
          <a:custGeom>
            <a:avLst/>
            <a:gdLst>
              <a:gd name="connsiteX0" fmla="*/ 3204908 w 3206765"/>
              <a:gd name="connsiteY0" fmla="*/ 51252 h 93525"/>
              <a:gd name="connsiteX1" fmla="*/ 3204908 w 3206765"/>
              <a:gd name="connsiteY1" fmla="*/ 42274 h 93525"/>
              <a:gd name="connsiteX2" fmla="*/ 3164459 w 3206765"/>
              <a:gd name="connsiteY2" fmla="*/ 1862 h 93525"/>
              <a:gd name="connsiteX3" fmla="*/ 3155506 w 3206765"/>
              <a:gd name="connsiteY3" fmla="*/ 1862 h 93525"/>
              <a:gd name="connsiteX4" fmla="*/ 3155506 w 3206765"/>
              <a:gd name="connsiteY4" fmla="*/ 10841 h 93525"/>
              <a:gd name="connsiteX5" fmla="*/ 3191446 w 3206765"/>
              <a:gd name="connsiteY5" fmla="*/ 46763 h 93525"/>
              <a:gd name="connsiteX6" fmla="*/ 3155506 w 3206765"/>
              <a:gd name="connsiteY6" fmla="*/ 82685 h 93525"/>
              <a:gd name="connsiteX7" fmla="*/ 3155506 w 3206765"/>
              <a:gd name="connsiteY7" fmla="*/ 91664 h 93525"/>
              <a:gd name="connsiteX8" fmla="*/ 3164459 w 3206765"/>
              <a:gd name="connsiteY8" fmla="*/ 91664 h 93525"/>
              <a:gd name="connsiteX9" fmla="*/ 3204908 w 3206765"/>
              <a:gd name="connsiteY9" fmla="*/ 51252 h 93525"/>
              <a:gd name="connsiteX10" fmla="*/ 0 w 3206765"/>
              <a:gd name="connsiteY10" fmla="*/ 53113 h 93525"/>
              <a:gd name="connsiteX11" fmla="*/ 3200400 w 3206765"/>
              <a:gd name="connsiteY11" fmla="*/ 53113 h 93525"/>
              <a:gd name="connsiteX12" fmla="*/ 3200400 w 3206765"/>
              <a:gd name="connsiteY12" fmla="*/ 40413 h 93525"/>
              <a:gd name="connsiteX13" fmla="*/ 0 w 3206765"/>
              <a:gd name="connsiteY13" fmla="*/ 40413 h 93525"/>
              <a:gd name="connsiteX14" fmla="*/ 0 w 3206765"/>
              <a:gd name="connsiteY14" fmla="*/ 531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06765" h="93525">
                <a:moveTo>
                  <a:pt x="3204908" y="51252"/>
                </a:moveTo>
                <a:cubicBezTo>
                  <a:pt x="3207385" y="48776"/>
                  <a:pt x="3207385" y="44750"/>
                  <a:pt x="3204908" y="42274"/>
                </a:cubicBezTo>
                <a:lnTo>
                  <a:pt x="3164459" y="1862"/>
                </a:lnTo>
                <a:cubicBezTo>
                  <a:pt x="3161982" y="-621"/>
                  <a:pt x="3157982" y="-621"/>
                  <a:pt x="3155506" y="1862"/>
                </a:cubicBezTo>
                <a:cubicBezTo>
                  <a:pt x="3153029" y="4338"/>
                  <a:pt x="3153029" y="8364"/>
                  <a:pt x="3155506" y="10841"/>
                </a:cubicBezTo>
                <a:lnTo>
                  <a:pt x="3191446" y="46763"/>
                </a:lnTo>
                <a:lnTo>
                  <a:pt x="3155506" y="82685"/>
                </a:lnTo>
                <a:cubicBezTo>
                  <a:pt x="3153029" y="85161"/>
                  <a:pt x="3153029" y="89187"/>
                  <a:pt x="3155506" y="91664"/>
                </a:cubicBezTo>
                <a:cubicBezTo>
                  <a:pt x="3157982" y="94146"/>
                  <a:pt x="3161982" y="94146"/>
                  <a:pt x="3164459" y="91664"/>
                </a:cubicBezTo>
                <a:lnTo>
                  <a:pt x="3204908" y="51252"/>
                </a:lnTo>
                <a:close/>
                <a:moveTo>
                  <a:pt x="0" y="53113"/>
                </a:moveTo>
                <a:lnTo>
                  <a:pt x="3200400" y="53113"/>
                </a:lnTo>
                <a:lnTo>
                  <a:pt x="320040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3" name="任意多边形: 形状 32">
            <a:extLst>
              <a:ext uri="{FF2B5EF4-FFF2-40B4-BE49-F238E27FC236}">
                <a16:creationId xmlns:a16="http://schemas.microsoft.com/office/drawing/2014/main" id="{CD7E7815-32FB-3848-1718-0FF6C7FB999D}"/>
              </a:ext>
            </a:extLst>
          </p:cNvPr>
          <p:cNvSpPr/>
          <p:nvPr/>
        </p:nvSpPr>
        <p:spPr>
          <a:xfrm>
            <a:off x="7516098" y="3721098"/>
            <a:ext cx="93503" cy="749301"/>
          </a:xfrm>
          <a:custGeom>
            <a:avLst/>
            <a:gdLst>
              <a:gd name="connsiteX0" fmla="*/ 51260 w 93503"/>
              <a:gd name="connsiteY0" fmla="*/ 1862 h 749301"/>
              <a:gd name="connsiteX1" fmla="*/ 42243 w 93503"/>
              <a:gd name="connsiteY1" fmla="*/ 1862 h 749301"/>
              <a:gd name="connsiteX2" fmla="*/ 1857 w 93503"/>
              <a:gd name="connsiteY2" fmla="*/ 42273 h 749301"/>
              <a:gd name="connsiteX3" fmla="*/ 1857 w 93503"/>
              <a:gd name="connsiteY3" fmla="*/ 51252 h 749301"/>
              <a:gd name="connsiteX4" fmla="*/ 10810 w 93503"/>
              <a:gd name="connsiteY4" fmla="*/ 51252 h 749301"/>
              <a:gd name="connsiteX5" fmla="*/ 46752 w 93503"/>
              <a:gd name="connsiteY5" fmla="*/ 15331 h 749301"/>
              <a:gd name="connsiteX6" fmla="*/ 82693 w 93503"/>
              <a:gd name="connsiteY6" fmla="*/ 51252 h 749301"/>
              <a:gd name="connsiteX7" fmla="*/ 91646 w 93503"/>
              <a:gd name="connsiteY7" fmla="*/ 51252 h 749301"/>
              <a:gd name="connsiteX8" fmla="*/ 91646 w 93503"/>
              <a:gd name="connsiteY8" fmla="*/ 42273 h 749301"/>
              <a:gd name="connsiteX9" fmla="*/ 51260 w 93503"/>
              <a:gd name="connsiteY9" fmla="*/ 1862 h 749301"/>
              <a:gd name="connsiteX10" fmla="*/ 53102 w 93503"/>
              <a:gd name="connsiteY10" fmla="*/ 749302 h 749301"/>
              <a:gd name="connsiteX11" fmla="*/ 53102 w 93503"/>
              <a:gd name="connsiteY11" fmla="*/ 6352 h 749301"/>
              <a:gd name="connsiteX12" fmla="*/ 40402 w 93503"/>
              <a:gd name="connsiteY12" fmla="*/ 6352 h 749301"/>
              <a:gd name="connsiteX13" fmla="*/ 40402 w 93503"/>
              <a:gd name="connsiteY13" fmla="*/ 749302 h 749301"/>
              <a:gd name="connsiteX14" fmla="*/ 53102 w 93503"/>
              <a:gd name="connsiteY14" fmla="*/ 749302 h 74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503" h="749301">
                <a:moveTo>
                  <a:pt x="51260" y="1862"/>
                </a:moveTo>
                <a:cubicBezTo>
                  <a:pt x="48783" y="-621"/>
                  <a:pt x="44720" y="-621"/>
                  <a:pt x="42243" y="1862"/>
                </a:cubicBezTo>
                <a:lnTo>
                  <a:pt x="1857" y="42273"/>
                </a:lnTo>
                <a:cubicBezTo>
                  <a:pt x="-619" y="44750"/>
                  <a:pt x="-619" y="48776"/>
                  <a:pt x="1857" y="51252"/>
                </a:cubicBezTo>
                <a:cubicBezTo>
                  <a:pt x="4333" y="53735"/>
                  <a:pt x="8334" y="53735"/>
                  <a:pt x="10810" y="51252"/>
                </a:cubicBezTo>
                <a:lnTo>
                  <a:pt x="46752" y="15331"/>
                </a:lnTo>
                <a:lnTo>
                  <a:pt x="82693" y="51252"/>
                </a:lnTo>
                <a:cubicBezTo>
                  <a:pt x="85169" y="53735"/>
                  <a:pt x="89170" y="53735"/>
                  <a:pt x="91646" y="51252"/>
                </a:cubicBezTo>
                <a:cubicBezTo>
                  <a:pt x="94122" y="48776"/>
                  <a:pt x="94122" y="44750"/>
                  <a:pt x="91646" y="42273"/>
                </a:cubicBezTo>
                <a:lnTo>
                  <a:pt x="51260" y="1862"/>
                </a:lnTo>
                <a:close/>
                <a:moveTo>
                  <a:pt x="53102" y="749302"/>
                </a:moveTo>
                <a:lnTo>
                  <a:pt x="53102" y="6352"/>
                </a:lnTo>
                <a:lnTo>
                  <a:pt x="40402" y="6352"/>
                </a:lnTo>
                <a:lnTo>
                  <a:pt x="40402" y="749302"/>
                </a:lnTo>
                <a:lnTo>
                  <a:pt x="53102" y="749302"/>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5" name="任意多边形: 形状 34">
            <a:extLst>
              <a:ext uri="{FF2B5EF4-FFF2-40B4-BE49-F238E27FC236}">
                <a16:creationId xmlns:a16="http://schemas.microsoft.com/office/drawing/2014/main" id="{E2CEB130-D5FE-6DF1-7741-10556D7B747A}"/>
              </a:ext>
            </a:extLst>
          </p:cNvPr>
          <p:cNvSpPr/>
          <p:nvPr/>
        </p:nvSpPr>
        <p:spPr>
          <a:xfrm>
            <a:off x="8943975" y="4603748"/>
            <a:ext cx="227726" cy="447676"/>
          </a:xfrm>
          <a:custGeom>
            <a:avLst/>
            <a:gdLst>
              <a:gd name="connsiteX0" fmla="*/ 185483 w 227726"/>
              <a:gd name="connsiteY0" fmla="*/ 1862 h 447676"/>
              <a:gd name="connsiteX1" fmla="*/ 176467 w 227726"/>
              <a:gd name="connsiteY1" fmla="*/ 1862 h 447676"/>
              <a:gd name="connsiteX2" fmla="*/ 136081 w 227726"/>
              <a:gd name="connsiteY2" fmla="*/ 42273 h 447676"/>
              <a:gd name="connsiteX3" fmla="*/ 136081 w 227726"/>
              <a:gd name="connsiteY3" fmla="*/ 51252 h 447676"/>
              <a:gd name="connsiteX4" fmla="*/ 145034 w 227726"/>
              <a:gd name="connsiteY4" fmla="*/ 51252 h 447676"/>
              <a:gd name="connsiteX5" fmla="*/ 180975 w 227726"/>
              <a:gd name="connsiteY5" fmla="*/ 15331 h 447676"/>
              <a:gd name="connsiteX6" fmla="*/ 216916 w 227726"/>
              <a:gd name="connsiteY6" fmla="*/ 51252 h 447676"/>
              <a:gd name="connsiteX7" fmla="*/ 225869 w 227726"/>
              <a:gd name="connsiteY7" fmla="*/ 51252 h 447676"/>
              <a:gd name="connsiteX8" fmla="*/ 225869 w 227726"/>
              <a:gd name="connsiteY8" fmla="*/ 42273 h 447676"/>
              <a:gd name="connsiteX9" fmla="*/ 185483 w 227726"/>
              <a:gd name="connsiteY9" fmla="*/ 1862 h 447676"/>
              <a:gd name="connsiteX10" fmla="*/ 180975 w 227726"/>
              <a:gd name="connsiteY10" fmla="*/ 441327 h 447676"/>
              <a:gd name="connsiteX11" fmla="*/ 180975 w 227726"/>
              <a:gd name="connsiteY11" fmla="*/ 447677 h 447676"/>
              <a:gd name="connsiteX12" fmla="*/ 187325 w 227726"/>
              <a:gd name="connsiteY12" fmla="*/ 447677 h 447676"/>
              <a:gd name="connsiteX13" fmla="*/ 187325 w 227726"/>
              <a:gd name="connsiteY13" fmla="*/ 441327 h 447676"/>
              <a:gd name="connsiteX14" fmla="*/ 180975 w 227726"/>
              <a:gd name="connsiteY14" fmla="*/ 441327 h 447676"/>
              <a:gd name="connsiteX15" fmla="*/ 0 w 227726"/>
              <a:gd name="connsiteY15" fmla="*/ 447677 h 447676"/>
              <a:gd name="connsiteX16" fmla="*/ 180975 w 227726"/>
              <a:gd name="connsiteY16" fmla="*/ 447677 h 447676"/>
              <a:gd name="connsiteX17" fmla="*/ 180975 w 227726"/>
              <a:gd name="connsiteY17" fmla="*/ 434977 h 447676"/>
              <a:gd name="connsiteX18" fmla="*/ 0 w 227726"/>
              <a:gd name="connsiteY18" fmla="*/ 434977 h 447676"/>
              <a:gd name="connsiteX19" fmla="*/ 0 w 227726"/>
              <a:gd name="connsiteY19" fmla="*/ 447677 h 447676"/>
              <a:gd name="connsiteX20" fmla="*/ 187325 w 227726"/>
              <a:gd name="connsiteY20" fmla="*/ 441327 h 447676"/>
              <a:gd name="connsiteX21" fmla="*/ 187325 w 227726"/>
              <a:gd name="connsiteY21" fmla="*/ 6352 h 447676"/>
              <a:gd name="connsiteX22" fmla="*/ 174625 w 227726"/>
              <a:gd name="connsiteY22" fmla="*/ 6352 h 447676"/>
              <a:gd name="connsiteX23" fmla="*/ 174625 w 227726"/>
              <a:gd name="connsiteY23" fmla="*/ 441327 h 447676"/>
              <a:gd name="connsiteX24" fmla="*/ 187325 w 227726"/>
              <a:gd name="connsiteY24" fmla="*/ 441327 h 44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7726" h="447676">
                <a:moveTo>
                  <a:pt x="185483" y="1862"/>
                </a:moveTo>
                <a:cubicBezTo>
                  <a:pt x="183007" y="-621"/>
                  <a:pt x="178943" y="-621"/>
                  <a:pt x="176467" y="1862"/>
                </a:cubicBezTo>
                <a:lnTo>
                  <a:pt x="136081" y="42273"/>
                </a:lnTo>
                <a:cubicBezTo>
                  <a:pt x="133604" y="44750"/>
                  <a:pt x="133604" y="48776"/>
                  <a:pt x="136081" y="51252"/>
                </a:cubicBezTo>
                <a:cubicBezTo>
                  <a:pt x="138557" y="53735"/>
                  <a:pt x="142557" y="53735"/>
                  <a:pt x="145034" y="51252"/>
                </a:cubicBezTo>
                <a:lnTo>
                  <a:pt x="180975" y="15331"/>
                </a:lnTo>
                <a:lnTo>
                  <a:pt x="216916" y="51252"/>
                </a:lnTo>
                <a:cubicBezTo>
                  <a:pt x="219393" y="53735"/>
                  <a:pt x="223393" y="53735"/>
                  <a:pt x="225869" y="51252"/>
                </a:cubicBezTo>
                <a:cubicBezTo>
                  <a:pt x="228346" y="48776"/>
                  <a:pt x="228346" y="44750"/>
                  <a:pt x="225869" y="42273"/>
                </a:cubicBezTo>
                <a:lnTo>
                  <a:pt x="185483" y="1862"/>
                </a:lnTo>
                <a:close/>
                <a:moveTo>
                  <a:pt x="180975" y="441327"/>
                </a:moveTo>
                <a:lnTo>
                  <a:pt x="180975" y="447677"/>
                </a:lnTo>
                <a:lnTo>
                  <a:pt x="187325" y="447677"/>
                </a:lnTo>
                <a:lnTo>
                  <a:pt x="187325" y="441327"/>
                </a:lnTo>
                <a:lnTo>
                  <a:pt x="180975" y="441327"/>
                </a:lnTo>
                <a:close/>
                <a:moveTo>
                  <a:pt x="0" y="447677"/>
                </a:moveTo>
                <a:lnTo>
                  <a:pt x="180975" y="447677"/>
                </a:lnTo>
                <a:lnTo>
                  <a:pt x="180975" y="434977"/>
                </a:lnTo>
                <a:lnTo>
                  <a:pt x="0" y="434977"/>
                </a:lnTo>
                <a:lnTo>
                  <a:pt x="0" y="447677"/>
                </a:lnTo>
                <a:close/>
                <a:moveTo>
                  <a:pt x="187325" y="441327"/>
                </a:moveTo>
                <a:lnTo>
                  <a:pt x="187325" y="6352"/>
                </a:lnTo>
                <a:lnTo>
                  <a:pt x="174625" y="6352"/>
                </a:lnTo>
                <a:lnTo>
                  <a:pt x="174625" y="441327"/>
                </a:lnTo>
                <a:lnTo>
                  <a:pt x="187325" y="441327"/>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6" name="任意多边形: 形状 35">
            <a:extLst>
              <a:ext uri="{FF2B5EF4-FFF2-40B4-BE49-F238E27FC236}">
                <a16:creationId xmlns:a16="http://schemas.microsoft.com/office/drawing/2014/main" id="{027060A2-EF1C-8664-A186-C6FA18A2BF1A}"/>
              </a:ext>
            </a:extLst>
          </p:cNvPr>
          <p:cNvSpPr/>
          <p:nvPr/>
        </p:nvSpPr>
        <p:spPr>
          <a:xfrm>
            <a:off x="1714500" y="5708650"/>
            <a:ext cx="8803401" cy="330200"/>
          </a:xfrm>
          <a:custGeom>
            <a:avLst/>
            <a:gdLst>
              <a:gd name="connsiteX0" fmla="*/ 6350 w 8803401"/>
              <a:gd name="connsiteY0" fmla="*/ 323850 h 330200"/>
              <a:gd name="connsiteX1" fmla="*/ 0 w 8803401"/>
              <a:gd name="connsiteY1" fmla="*/ 323850 h 330200"/>
              <a:gd name="connsiteX2" fmla="*/ 0 w 8803401"/>
              <a:gd name="connsiteY2" fmla="*/ 330200 h 330200"/>
              <a:gd name="connsiteX3" fmla="*/ 6350 w 8803401"/>
              <a:gd name="connsiteY3" fmla="*/ 330200 h 330200"/>
              <a:gd name="connsiteX4" fmla="*/ 6350 w 8803401"/>
              <a:gd name="connsiteY4" fmla="*/ 323850 h 330200"/>
              <a:gd name="connsiteX5" fmla="*/ 8761158 w 8803401"/>
              <a:gd name="connsiteY5" fmla="*/ 39961 h 330200"/>
              <a:gd name="connsiteX6" fmla="*/ 8752142 w 8803401"/>
              <a:gd name="connsiteY6" fmla="*/ 39961 h 330200"/>
              <a:gd name="connsiteX7" fmla="*/ 8711756 w 8803401"/>
              <a:gd name="connsiteY7" fmla="*/ 80372 h 330200"/>
              <a:gd name="connsiteX8" fmla="*/ 8711756 w 8803401"/>
              <a:gd name="connsiteY8" fmla="*/ 89351 h 330200"/>
              <a:gd name="connsiteX9" fmla="*/ 8720709 w 8803401"/>
              <a:gd name="connsiteY9" fmla="*/ 89351 h 330200"/>
              <a:gd name="connsiteX10" fmla="*/ 8756650 w 8803401"/>
              <a:gd name="connsiteY10" fmla="*/ 53429 h 330200"/>
              <a:gd name="connsiteX11" fmla="*/ 8792591 w 8803401"/>
              <a:gd name="connsiteY11" fmla="*/ 89351 h 330200"/>
              <a:gd name="connsiteX12" fmla="*/ 8801544 w 8803401"/>
              <a:gd name="connsiteY12" fmla="*/ 89351 h 330200"/>
              <a:gd name="connsiteX13" fmla="*/ 8801544 w 8803401"/>
              <a:gd name="connsiteY13" fmla="*/ 80372 h 330200"/>
              <a:gd name="connsiteX14" fmla="*/ 8761158 w 8803401"/>
              <a:gd name="connsiteY14" fmla="*/ 39961 h 330200"/>
              <a:gd name="connsiteX15" fmla="*/ 8756650 w 8803401"/>
              <a:gd name="connsiteY15" fmla="*/ 323850 h 330200"/>
              <a:gd name="connsiteX16" fmla="*/ 8756650 w 8803401"/>
              <a:gd name="connsiteY16" fmla="*/ 330200 h 330200"/>
              <a:gd name="connsiteX17" fmla="*/ 8763000 w 8803401"/>
              <a:gd name="connsiteY17" fmla="*/ 330200 h 330200"/>
              <a:gd name="connsiteX18" fmla="*/ 8763000 w 8803401"/>
              <a:gd name="connsiteY18" fmla="*/ 323850 h 330200"/>
              <a:gd name="connsiteX19" fmla="*/ 8756650 w 8803401"/>
              <a:gd name="connsiteY19" fmla="*/ 323850 h 330200"/>
              <a:gd name="connsiteX20" fmla="*/ 6350 w 8803401"/>
              <a:gd name="connsiteY20" fmla="*/ 330200 h 330200"/>
              <a:gd name="connsiteX21" fmla="*/ 8756650 w 8803401"/>
              <a:gd name="connsiteY21" fmla="*/ 330200 h 330200"/>
              <a:gd name="connsiteX22" fmla="*/ 8756650 w 8803401"/>
              <a:gd name="connsiteY22" fmla="*/ 317500 h 330200"/>
              <a:gd name="connsiteX23" fmla="*/ 6350 w 8803401"/>
              <a:gd name="connsiteY23" fmla="*/ 317500 h 330200"/>
              <a:gd name="connsiteX24" fmla="*/ 6350 w 8803401"/>
              <a:gd name="connsiteY24" fmla="*/ 330200 h 330200"/>
              <a:gd name="connsiteX25" fmla="*/ 8763000 w 8803401"/>
              <a:gd name="connsiteY25" fmla="*/ 323850 h 330200"/>
              <a:gd name="connsiteX26" fmla="*/ 8763000 w 8803401"/>
              <a:gd name="connsiteY26" fmla="*/ 44450 h 330200"/>
              <a:gd name="connsiteX27" fmla="*/ 8750300 w 8803401"/>
              <a:gd name="connsiteY27" fmla="*/ 44450 h 330200"/>
              <a:gd name="connsiteX28" fmla="*/ 8750300 w 8803401"/>
              <a:gd name="connsiteY28" fmla="*/ 323850 h 330200"/>
              <a:gd name="connsiteX29" fmla="*/ 8763000 w 8803401"/>
              <a:gd name="connsiteY29" fmla="*/ 323850 h 330200"/>
              <a:gd name="connsiteX30" fmla="*/ 12700 w 8803401"/>
              <a:gd name="connsiteY30" fmla="*/ 323850 h 330200"/>
              <a:gd name="connsiteX31" fmla="*/ 12700 w 8803401"/>
              <a:gd name="connsiteY31" fmla="*/ 0 h 330200"/>
              <a:gd name="connsiteX32" fmla="*/ 0 w 8803401"/>
              <a:gd name="connsiteY32" fmla="*/ 0 h 330200"/>
              <a:gd name="connsiteX33" fmla="*/ 0 w 8803401"/>
              <a:gd name="connsiteY33" fmla="*/ 323850 h 330200"/>
              <a:gd name="connsiteX34" fmla="*/ 12700 w 8803401"/>
              <a:gd name="connsiteY34" fmla="*/ 32385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803401" h="330200">
                <a:moveTo>
                  <a:pt x="6350" y="323850"/>
                </a:moveTo>
                <a:lnTo>
                  <a:pt x="0" y="323850"/>
                </a:lnTo>
                <a:lnTo>
                  <a:pt x="0" y="330200"/>
                </a:lnTo>
                <a:lnTo>
                  <a:pt x="6350" y="330200"/>
                </a:lnTo>
                <a:lnTo>
                  <a:pt x="6350" y="323850"/>
                </a:lnTo>
                <a:close/>
                <a:moveTo>
                  <a:pt x="8761158" y="39961"/>
                </a:moveTo>
                <a:cubicBezTo>
                  <a:pt x="8758682" y="37478"/>
                  <a:pt x="8754618" y="37478"/>
                  <a:pt x="8752142" y="39961"/>
                </a:cubicBezTo>
                <a:lnTo>
                  <a:pt x="8711756" y="80372"/>
                </a:lnTo>
                <a:cubicBezTo>
                  <a:pt x="8709279" y="82848"/>
                  <a:pt x="8709279" y="86875"/>
                  <a:pt x="8711756" y="89351"/>
                </a:cubicBezTo>
                <a:cubicBezTo>
                  <a:pt x="8714232" y="91834"/>
                  <a:pt x="8718232" y="91834"/>
                  <a:pt x="8720709" y="89351"/>
                </a:cubicBezTo>
                <a:lnTo>
                  <a:pt x="8756650" y="53429"/>
                </a:lnTo>
                <a:lnTo>
                  <a:pt x="8792591" y="89351"/>
                </a:lnTo>
                <a:cubicBezTo>
                  <a:pt x="8795068" y="91834"/>
                  <a:pt x="8799068" y="91834"/>
                  <a:pt x="8801544" y="89351"/>
                </a:cubicBezTo>
                <a:cubicBezTo>
                  <a:pt x="8804021" y="86875"/>
                  <a:pt x="8804021" y="82848"/>
                  <a:pt x="8801544" y="80372"/>
                </a:cubicBezTo>
                <a:lnTo>
                  <a:pt x="8761158" y="39961"/>
                </a:lnTo>
                <a:close/>
                <a:moveTo>
                  <a:pt x="8756650" y="323850"/>
                </a:moveTo>
                <a:lnTo>
                  <a:pt x="8756650" y="330200"/>
                </a:lnTo>
                <a:lnTo>
                  <a:pt x="8763000" y="330200"/>
                </a:lnTo>
                <a:lnTo>
                  <a:pt x="8763000" y="323850"/>
                </a:lnTo>
                <a:lnTo>
                  <a:pt x="8756650" y="323850"/>
                </a:lnTo>
                <a:close/>
                <a:moveTo>
                  <a:pt x="6350" y="330200"/>
                </a:moveTo>
                <a:lnTo>
                  <a:pt x="8756650" y="330200"/>
                </a:lnTo>
                <a:lnTo>
                  <a:pt x="8756650" y="317500"/>
                </a:lnTo>
                <a:lnTo>
                  <a:pt x="6350" y="317500"/>
                </a:lnTo>
                <a:lnTo>
                  <a:pt x="6350" y="330200"/>
                </a:lnTo>
                <a:close/>
                <a:moveTo>
                  <a:pt x="8763000" y="323850"/>
                </a:moveTo>
                <a:lnTo>
                  <a:pt x="8763000" y="44450"/>
                </a:lnTo>
                <a:lnTo>
                  <a:pt x="8750300" y="44450"/>
                </a:lnTo>
                <a:lnTo>
                  <a:pt x="8750300" y="323850"/>
                </a:lnTo>
                <a:lnTo>
                  <a:pt x="8763000" y="323850"/>
                </a:lnTo>
                <a:close/>
                <a:moveTo>
                  <a:pt x="12700" y="323850"/>
                </a:moveTo>
                <a:lnTo>
                  <a:pt x="12700" y="0"/>
                </a:lnTo>
                <a:lnTo>
                  <a:pt x="0" y="0"/>
                </a:lnTo>
                <a:lnTo>
                  <a:pt x="0" y="323850"/>
                </a:lnTo>
                <a:lnTo>
                  <a:pt x="12700" y="323850"/>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7" name="任意多边形: 形状 36">
            <a:extLst>
              <a:ext uri="{FF2B5EF4-FFF2-40B4-BE49-F238E27FC236}">
                <a16:creationId xmlns:a16="http://schemas.microsoft.com/office/drawing/2014/main" id="{677B3D57-5DCB-FFFF-7117-0C21D318EEEC}"/>
              </a:ext>
            </a:extLst>
          </p:cNvPr>
          <p:cNvSpPr/>
          <p:nvPr/>
        </p:nvSpPr>
        <p:spPr>
          <a:xfrm>
            <a:off x="8699500" y="3035300"/>
            <a:ext cx="472201" cy="482601"/>
          </a:xfrm>
          <a:custGeom>
            <a:avLst/>
            <a:gdLst>
              <a:gd name="connsiteX0" fmla="*/ 429958 w 472201"/>
              <a:gd name="connsiteY0" fmla="*/ 480739 h 482601"/>
              <a:gd name="connsiteX1" fmla="*/ 420942 w 472201"/>
              <a:gd name="connsiteY1" fmla="*/ 480739 h 482601"/>
              <a:gd name="connsiteX2" fmla="*/ 380556 w 472201"/>
              <a:gd name="connsiteY2" fmla="*/ 440328 h 482601"/>
              <a:gd name="connsiteX3" fmla="*/ 380556 w 472201"/>
              <a:gd name="connsiteY3" fmla="*/ 431349 h 482601"/>
              <a:gd name="connsiteX4" fmla="*/ 389509 w 472201"/>
              <a:gd name="connsiteY4" fmla="*/ 431349 h 482601"/>
              <a:gd name="connsiteX5" fmla="*/ 425450 w 472201"/>
              <a:gd name="connsiteY5" fmla="*/ 467271 h 482601"/>
              <a:gd name="connsiteX6" fmla="*/ 461391 w 472201"/>
              <a:gd name="connsiteY6" fmla="*/ 431349 h 482601"/>
              <a:gd name="connsiteX7" fmla="*/ 470344 w 472201"/>
              <a:gd name="connsiteY7" fmla="*/ 431349 h 482601"/>
              <a:gd name="connsiteX8" fmla="*/ 470344 w 472201"/>
              <a:gd name="connsiteY8" fmla="*/ 440328 h 482601"/>
              <a:gd name="connsiteX9" fmla="*/ 429958 w 472201"/>
              <a:gd name="connsiteY9" fmla="*/ 480739 h 482601"/>
              <a:gd name="connsiteX10" fmla="*/ 425450 w 472201"/>
              <a:gd name="connsiteY10" fmla="*/ 6350 h 482601"/>
              <a:gd name="connsiteX11" fmla="*/ 425450 w 472201"/>
              <a:gd name="connsiteY11" fmla="*/ 0 h 482601"/>
              <a:gd name="connsiteX12" fmla="*/ 431800 w 472201"/>
              <a:gd name="connsiteY12" fmla="*/ 0 h 482601"/>
              <a:gd name="connsiteX13" fmla="*/ 431800 w 472201"/>
              <a:gd name="connsiteY13" fmla="*/ 6350 h 482601"/>
              <a:gd name="connsiteX14" fmla="*/ 425450 w 472201"/>
              <a:gd name="connsiteY14" fmla="*/ 6350 h 482601"/>
              <a:gd name="connsiteX15" fmla="*/ 0 w 472201"/>
              <a:gd name="connsiteY15" fmla="*/ 0 h 482601"/>
              <a:gd name="connsiteX16" fmla="*/ 425450 w 472201"/>
              <a:gd name="connsiteY16" fmla="*/ 0 h 482601"/>
              <a:gd name="connsiteX17" fmla="*/ 425450 w 472201"/>
              <a:gd name="connsiteY17" fmla="*/ 12700 h 482601"/>
              <a:gd name="connsiteX18" fmla="*/ 0 w 472201"/>
              <a:gd name="connsiteY18" fmla="*/ 12700 h 482601"/>
              <a:gd name="connsiteX19" fmla="*/ 0 w 472201"/>
              <a:gd name="connsiteY19" fmla="*/ 0 h 482601"/>
              <a:gd name="connsiteX20" fmla="*/ 431800 w 472201"/>
              <a:gd name="connsiteY20" fmla="*/ 6350 h 482601"/>
              <a:gd name="connsiteX21" fmla="*/ 431800 w 472201"/>
              <a:gd name="connsiteY21" fmla="*/ 476250 h 482601"/>
              <a:gd name="connsiteX22" fmla="*/ 419100 w 472201"/>
              <a:gd name="connsiteY22" fmla="*/ 476250 h 482601"/>
              <a:gd name="connsiteX23" fmla="*/ 419100 w 472201"/>
              <a:gd name="connsiteY23" fmla="*/ 6350 h 482601"/>
              <a:gd name="connsiteX24" fmla="*/ 431800 w 472201"/>
              <a:gd name="connsiteY24" fmla="*/ 6350 h 48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72201" h="482601">
                <a:moveTo>
                  <a:pt x="429958" y="480739"/>
                </a:moveTo>
                <a:cubicBezTo>
                  <a:pt x="427482" y="483222"/>
                  <a:pt x="423418" y="483222"/>
                  <a:pt x="420942" y="480739"/>
                </a:cubicBezTo>
                <a:lnTo>
                  <a:pt x="380556" y="440328"/>
                </a:lnTo>
                <a:cubicBezTo>
                  <a:pt x="378079" y="437852"/>
                  <a:pt x="378079" y="433825"/>
                  <a:pt x="380556" y="431349"/>
                </a:cubicBezTo>
                <a:cubicBezTo>
                  <a:pt x="383032" y="428866"/>
                  <a:pt x="387032" y="428866"/>
                  <a:pt x="389509" y="431349"/>
                </a:cubicBezTo>
                <a:lnTo>
                  <a:pt x="425450" y="467271"/>
                </a:lnTo>
                <a:lnTo>
                  <a:pt x="461391" y="431349"/>
                </a:lnTo>
                <a:cubicBezTo>
                  <a:pt x="463868" y="428866"/>
                  <a:pt x="467868" y="428866"/>
                  <a:pt x="470344" y="431349"/>
                </a:cubicBezTo>
                <a:cubicBezTo>
                  <a:pt x="472821" y="433825"/>
                  <a:pt x="472821" y="437852"/>
                  <a:pt x="470344" y="440328"/>
                </a:cubicBezTo>
                <a:lnTo>
                  <a:pt x="429958" y="480739"/>
                </a:lnTo>
                <a:close/>
                <a:moveTo>
                  <a:pt x="425450" y="6350"/>
                </a:moveTo>
                <a:lnTo>
                  <a:pt x="425450" y="0"/>
                </a:lnTo>
                <a:lnTo>
                  <a:pt x="431800" y="0"/>
                </a:lnTo>
                <a:lnTo>
                  <a:pt x="431800" y="6350"/>
                </a:lnTo>
                <a:lnTo>
                  <a:pt x="425450" y="6350"/>
                </a:lnTo>
                <a:close/>
                <a:moveTo>
                  <a:pt x="0" y="0"/>
                </a:moveTo>
                <a:lnTo>
                  <a:pt x="425450" y="0"/>
                </a:lnTo>
                <a:lnTo>
                  <a:pt x="425450" y="12700"/>
                </a:lnTo>
                <a:lnTo>
                  <a:pt x="0" y="12700"/>
                </a:lnTo>
                <a:lnTo>
                  <a:pt x="0" y="0"/>
                </a:lnTo>
                <a:close/>
                <a:moveTo>
                  <a:pt x="431800" y="6350"/>
                </a:moveTo>
                <a:lnTo>
                  <a:pt x="431800" y="476250"/>
                </a:lnTo>
                <a:lnTo>
                  <a:pt x="419100" y="476250"/>
                </a:lnTo>
                <a:lnTo>
                  <a:pt x="419100" y="6350"/>
                </a:lnTo>
                <a:lnTo>
                  <a:pt x="431800" y="6350"/>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8" name="任意多边形: 形状 37">
            <a:extLst>
              <a:ext uri="{FF2B5EF4-FFF2-40B4-BE49-F238E27FC236}">
                <a16:creationId xmlns:a16="http://schemas.microsoft.com/office/drawing/2014/main" id="{F2E5633E-F08B-520D-FA66-5F0C8477654B}"/>
              </a:ext>
            </a:extLst>
          </p:cNvPr>
          <p:cNvSpPr/>
          <p:nvPr/>
        </p:nvSpPr>
        <p:spPr>
          <a:xfrm>
            <a:off x="3206750" y="4064000"/>
            <a:ext cx="349250" cy="6350"/>
          </a:xfrm>
          <a:custGeom>
            <a:avLst/>
            <a:gdLst>
              <a:gd name="connsiteX0" fmla="*/ 0 w 349250"/>
              <a:gd name="connsiteY0" fmla="*/ 0 h 6350"/>
              <a:gd name="connsiteX1" fmla="*/ 349250 w 349250"/>
              <a:gd name="connsiteY1" fmla="*/ 0 h 6350"/>
            </a:gdLst>
            <a:ahLst/>
            <a:cxnLst>
              <a:cxn ang="0">
                <a:pos x="connsiteX0" y="connsiteY0"/>
              </a:cxn>
              <a:cxn ang="0">
                <a:pos x="connsiteX1" y="connsiteY1"/>
              </a:cxn>
            </a:cxnLst>
            <a:rect l="l" t="t" r="r" b="b"/>
            <a:pathLst>
              <a:path w="349250" h="6350">
                <a:moveTo>
                  <a:pt x="0" y="0"/>
                </a:moveTo>
                <a:lnTo>
                  <a:pt x="349250" y="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0" name="任意多边形: 形状 39">
            <a:extLst>
              <a:ext uri="{FF2B5EF4-FFF2-40B4-BE49-F238E27FC236}">
                <a16:creationId xmlns:a16="http://schemas.microsoft.com/office/drawing/2014/main" id="{69F3CAA8-7A25-EACB-54E2-8C7C7B946BC9}"/>
              </a:ext>
            </a:extLst>
          </p:cNvPr>
          <p:cNvSpPr/>
          <p:nvPr/>
        </p:nvSpPr>
        <p:spPr>
          <a:xfrm>
            <a:off x="6134100" y="3098800"/>
            <a:ext cx="349250" cy="6350"/>
          </a:xfrm>
          <a:custGeom>
            <a:avLst/>
            <a:gdLst>
              <a:gd name="connsiteX0" fmla="*/ 0 w 349250"/>
              <a:gd name="connsiteY0" fmla="*/ 0 h 6350"/>
              <a:gd name="connsiteX1" fmla="*/ 349250 w 349250"/>
              <a:gd name="connsiteY1" fmla="*/ 0 h 6350"/>
            </a:gdLst>
            <a:ahLst/>
            <a:cxnLst>
              <a:cxn ang="0">
                <a:pos x="connsiteX0" y="connsiteY0"/>
              </a:cxn>
              <a:cxn ang="0">
                <a:pos x="connsiteX1" y="connsiteY1"/>
              </a:cxn>
            </a:cxnLst>
            <a:rect l="l" t="t" r="r" b="b"/>
            <a:pathLst>
              <a:path w="349250" h="6350">
                <a:moveTo>
                  <a:pt x="0" y="0"/>
                </a:moveTo>
                <a:lnTo>
                  <a:pt x="349250" y="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1" name="任意多边形: 形状 40">
            <a:extLst>
              <a:ext uri="{FF2B5EF4-FFF2-40B4-BE49-F238E27FC236}">
                <a16:creationId xmlns:a16="http://schemas.microsoft.com/office/drawing/2014/main" id="{0E7C04EB-83D0-98A2-7816-13CC13D8B76F}"/>
              </a:ext>
            </a:extLst>
          </p:cNvPr>
          <p:cNvSpPr/>
          <p:nvPr/>
        </p:nvSpPr>
        <p:spPr>
          <a:xfrm>
            <a:off x="6242050" y="4749800"/>
            <a:ext cx="6350" cy="349250"/>
          </a:xfrm>
          <a:custGeom>
            <a:avLst/>
            <a:gdLst>
              <a:gd name="connsiteX0" fmla="*/ 0 w 6350"/>
              <a:gd name="connsiteY0" fmla="*/ 0 h 349250"/>
              <a:gd name="connsiteX1" fmla="*/ 0 w 6350"/>
              <a:gd name="connsiteY1" fmla="*/ 349250 h 349250"/>
            </a:gdLst>
            <a:ahLst/>
            <a:cxnLst>
              <a:cxn ang="0">
                <a:pos x="connsiteX0" y="connsiteY0"/>
              </a:cxn>
              <a:cxn ang="0">
                <a:pos x="connsiteX1" y="connsiteY1"/>
              </a:cxn>
            </a:cxnLst>
            <a:rect l="l" t="t" r="r" b="b"/>
            <a:pathLst>
              <a:path w="6350" h="349250">
                <a:moveTo>
                  <a:pt x="0" y="0"/>
                </a:moveTo>
                <a:lnTo>
                  <a:pt x="0" y="34925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2" name="任意多边形: 形状 41">
            <a:extLst>
              <a:ext uri="{FF2B5EF4-FFF2-40B4-BE49-F238E27FC236}">
                <a16:creationId xmlns:a16="http://schemas.microsoft.com/office/drawing/2014/main" id="{D45948C7-000E-2623-8643-377E8C30B667}"/>
              </a:ext>
            </a:extLst>
          </p:cNvPr>
          <p:cNvSpPr/>
          <p:nvPr/>
        </p:nvSpPr>
        <p:spPr>
          <a:xfrm>
            <a:off x="4629150" y="5708650"/>
            <a:ext cx="6350" cy="349250"/>
          </a:xfrm>
          <a:custGeom>
            <a:avLst/>
            <a:gdLst>
              <a:gd name="connsiteX0" fmla="*/ 0 w 6350"/>
              <a:gd name="connsiteY0" fmla="*/ 0 h 349250"/>
              <a:gd name="connsiteX1" fmla="*/ 0 w 6350"/>
              <a:gd name="connsiteY1" fmla="*/ 349250 h 349250"/>
            </a:gdLst>
            <a:ahLst/>
            <a:cxnLst>
              <a:cxn ang="0">
                <a:pos x="connsiteX0" y="connsiteY0"/>
              </a:cxn>
              <a:cxn ang="0">
                <a:pos x="connsiteX1" y="connsiteY1"/>
              </a:cxn>
            </a:cxnLst>
            <a:rect l="l" t="t" r="r" b="b"/>
            <a:pathLst>
              <a:path w="6350" h="349250">
                <a:moveTo>
                  <a:pt x="0" y="0"/>
                </a:moveTo>
                <a:lnTo>
                  <a:pt x="0" y="34925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4" name="任意多边形: 形状 43">
            <a:extLst>
              <a:ext uri="{FF2B5EF4-FFF2-40B4-BE49-F238E27FC236}">
                <a16:creationId xmlns:a16="http://schemas.microsoft.com/office/drawing/2014/main" id="{E2BA52B0-98A7-7D88-ACFE-FA0509EE1883}"/>
              </a:ext>
            </a:extLst>
          </p:cNvPr>
          <p:cNvSpPr/>
          <p:nvPr/>
        </p:nvSpPr>
        <p:spPr>
          <a:xfrm>
            <a:off x="7924800" y="5708650"/>
            <a:ext cx="6350" cy="349250"/>
          </a:xfrm>
          <a:custGeom>
            <a:avLst/>
            <a:gdLst>
              <a:gd name="connsiteX0" fmla="*/ 0 w 6350"/>
              <a:gd name="connsiteY0" fmla="*/ 0 h 349250"/>
              <a:gd name="connsiteX1" fmla="*/ 0 w 6350"/>
              <a:gd name="connsiteY1" fmla="*/ 349250 h 349250"/>
            </a:gdLst>
            <a:ahLst/>
            <a:cxnLst>
              <a:cxn ang="0">
                <a:pos x="connsiteX0" y="connsiteY0"/>
              </a:cxn>
              <a:cxn ang="0">
                <a:pos x="connsiteX1" y="connsiteY1"/>
              </a:cxn>
            </a:cxnLst>
            <a:rect l="l" t="t" r="r" b="b"/>
            <a:pathLst>
              <a:path w="6350" h="349250">
                <a:moveTo>
                  <a:pt x="0" y="0"/>
                </a:moveTo>
                <a:lnTo>
                  <a:pt x="0" y="34925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5" name="任意多边形: 形状 44">
            <a:extLst>
              <a:ext uri="{FF2B5EF4-FFF2-40B4-BE49-F238E27FC236}">
                <a16:creationId xmlns:a16="http://schemas.microsoft.com/office/drawing/2014/main" id="{CEF719F7-066E-863F-D352-61E0C838FBD1}"/>
              </a:ext>
            </a:extLst>
          </p:cNvPr>
          <p:cNvSpPr/>
          <p:nvPr/>
        </p:nvSpPr>
        <p:spPr>
          <a:xfrm>
            <a:off x="6426200" y="5080000"/>
            <a:ext cx="349250" cy="6350"/>
          </a:xfrm>
          <a:custGeom>
            <a:avLst/>
            <a:gdLst>
              <a:gd name="connsiteX0" fmla="*/ 349250 w 349250"/>
              <a:gd name="connsiteY0" fmla="*/ 0 h 6350"/>
              <a:gd name="connsiteX1" fmla="*/ 0 w 349250"/>
              <a:gd name="connsiteY1" fmla="*/ 0 h 6350"/>
            </a:gdLst>
            <a:ahLst/>
            <a:cxnLst>
              <a:cxn ang="0">
                <a:pos x="connsiteX0" y="connsiteY0"/>
              </a:cxn>
              <a:cxn ang="0">
                <a:pos x="connsiteX1" y="connsiteY1"/>
              </a:cxn>
            </a:cxnLst>
            <a:rect l="l" t="t" r="r" b="b"/>
            <a:pathLst>
              <a:path w="349250" h="6350">
                <a:moveTo>
                  <a:pt x="349250" y="0"/>
                </a:moveTo>
                <a:lnTo>
                  <a:pt x="0" y="0"/>
                </a:lnTo>
              </a:path>
            </a:pathLst>
          </a:custGeom>
          <a:noFill/>
          <a:ln w="12700" cap="flat">
            <a:solidFill>
              <a:schemeClr val="accent1">
                <a:lumMod val="100000"/>
              </a:schemeClr>
            </a:solidFill>
            <a:prstDash val="solid"/>
            <a:miter/>
          </a:ln>
        </p:spPr>
        <p:txBody>
          <a:bodyPr rtlCol="0" anchor="ctr"/>
          <a:lstStyle/>
          <a:p>
            <a:endParaRPr lang="zh-CN" altLang="en-US">
              <a:solidFill>
                <a:schemeClr val="accent3"/>
              </a:solidFill>
            </a:endParaRPr>
          </a:p>
        </p:txBody>
      </p:sp>
      <p:sp>
        <p:nvSpPr>
          <p:cNvPr id="46" name="任意多边形: 形状 45">
            <a:extLst>
              <a:ext uri="{FF2B5EF4-FFF2-40B4-BE49-F238E27FC236}">
                <a16:creationId xmlns:a16="http://schemas.microsoft.com/office/drawing/2014/main" id="{ED6165E1-A921-C029-3C58-0B10DBF1112F}"/>
              </a:ext>
            </a:extLst>
          </p:cNvPr>
          <p:cNvSpPr/>
          <p:nvPr/>
        </p:nvSpPr>
        <p:spPr>
          <a:xfrm>
            <a:off x="2876548" y="4677637"/>
            <a:ext cx="590551" cy="93525"/>
          </a:xfrm>
          <a:custGeom>
            <a:avLst/>
            <a:gdLst>
              <a:gd name="connsiteX0" fmla="*/ 1862 w 590551"/>
              <a:gd name="connsiteY0" fmla="*/ 51252 h 93525"/>
              <a:gd name="connsiteX1" fmla="*/ 1862 w 590551"/>
              <a:gd name="connsiteY1" fmla="*/ 42274 h 93525"/>
              <a:gd name="connsiteX2" fmla="*/ 42274 w 590551"/>
              <a:gd name="connsiteY2" fmla="*/ 1862 h 93525"/>
              <a:gd name="connsiteX3" fmla="*/ 51252 w 590551"/>
              <a:gd name="connsiteY3" fmla="*/ 1862 h 93525"/>
              <a:gd name="connsiteX4" fmla="*/ 51252 w 590551"/>
              <a:gd name="connsiteY4" fmla="*/ 10841 h 93525"/>
              <a:gd name="connsiteX5" fmla="*/ 15330 w 590551"/>
              <a:gd name="connsiteY5" fmla="*/ 46763 h 93525"/>
              <a:gd name="connsiteX6" fmla="*/ 51252 w 590551"/>
              <a:gd name="connsiteY6" fmla="*/ 82685 h 93525"/>
              <a:gd name="connsiteX7" fmla="*/ 51252 w 590551"/>
              <a:gd name="connsiteY7" fmla="*/ 91664 h 93525"/>
              <a:gd name="connsiteX8" fmla="*/ 42274 w 590551"/>
              <a:gd name="connsiteY8" fmla="*/ 91664 h 93525"/>
              <a:gd name="connsiteX9" fmla="*/ 1862 w 590551"/>
              <a:gd name="connsiteY9" fmla="*/ 51252 h 93525"/>
              <a:gd name="connsiteX10" fmla="*/ 590552 w 590551"/>
              <a:gd name="connsiteY10" fmla="*/ 53113 h 93525"/>
              <a:gd name="connsiteX11" fmla="*/ 6352 w 590551"/>
              <a:gd name="connsiteY11" fmla="*/ 53113 h 93525"/>
              <a:gd name="connsiteX12" fmla="*/ 6352 w 590551"/>
              <a:gd name="connsiteY12" fmla="*/ 40413 h 93525"/>
              <a:gd name="connsiteX13" fmla="*/ 590552 w 590551"/>
              <a:gd name="connsiteY13" fmla="*/ 40413 h 93525"/>
              <a:gd name="connsiteX14" fmla="*/ 590552 w 590551"/>
              <a:gd name="connsiteY14" fmla="*/ 531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1" h="93525">
                <a:moveTo>
                  <a:pt x="1862" y="51252"/>
                </a:moveTo>
                <a:cubicBezTo>
                  <a:pt x="-621" y="48776"/>
                  <a:pt x="-621" y="44750"/>
                  <a:pt x="1862" y="42274"/>
                </a:cubicBezTo>
                <a:lnTo>
                  <a:pt x="42274" y="1862"/>
                </a:lnTo>
                <a:cubicBezTo>
                  <a:pt x="44750" y="-621"/>
                  <a:pt x="48776" y="-621"/>
                  <a:pt x="51252" y="1862"/>
                </a:cubicBezTo>
                <a:cubicBezTo>
                  <a:pt x="53735" y="4338"/>
                  <a:pt x="53735" y="8364"/>
                  <a:pt x="51252" y="10841"/>
                </a:cubicBezTo>
                <a:lnTo>
                  <a:pt x="15330" y="46763"/>
                </a:lnTo>
                <a:lnTo>
                  <a:pt x="51252" y="82685"/>
                </a:lnTo>
                <a:cubicBezTo>
                  <a:pt x="53735" y="85161"/>
                  <a:pt x="53735" y="89187"/>
                  <a:pt x="51252" y="91664"/>
                </a:cubicBezTo>
                <a:cubicBezTo>
                  <a:pt x="48776" y="94146"/>
                  <a:pt x="44750" y="94146"/>
                  <a:pt x="42274" y="91664"/>
                </a:cubicBezTo>
                <a:lnTo>
                  <a:pt x="1862" y="51252"/>
                </a:lnTo>
                <a:close/>
                <a:moveTo>
                  <a:pt x="590552" y="53113"/>
                </a:moveTo>
                <a:lnTo>
                  <a:pt x="6352" y="53113"/>
                </a:lnTo>
                <a:lnTo>
                  <a:pt x="6352" y="40413"/>
                </a:lnTo>
                <a:lnTo>
                  <a:pt x="590552" y="40413"/>
                </a:lnTo>
                <a:lnTo>
                  <a:pt x="590552"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8" name="任意多边形: 形状 47">
            <a:extLst>
              <a:ext uri="{FF2B5EF4-FFF2-40B4-BE49-F238E27FC236}">
                <a16:creationId xmlns:a16="http://schemas.microsoft.com/office/drawing/2014/main" id="{0C043217-A170-CA95-49BA-3405126B9C52}"/>
              </a:ext>
            </a:extLst>
          </p:cNvPr>
          <p:cNvSpPr/>
          <p:nvPr/>
        </p:nvSpPr>
        <p:spPr>
          <a:xfrm>
            <a:off x="5556250" y="1985236"/>
            <a:ext cx="1143015" cy="93526"/>
          </a:xfrm>
          <a:custGeom>
            <a:avLst/>
            <a:gdLst>
              <a:gd name="connsiteX0" fmla="*/ 1141158 w 1143015"/>
              <a:gd name="connsiteY0" fmla="*/ 51252 h 93526"/>
              <a:gd name="connsiteX1" fmla="*/ 1141158 w 1143015"/>
              <a:gd name="connsiteY1" fmla="*/ 42274 h 93526"/>
              <a:gd name="connsiteX2" fmla="*/ 1100709 w 1143015"/>
              <a:gd name="connsiteY2" fmla="*/ 1862 h 93526"/>
              <a:gd name="connsiteX3" fmla="*/ 1091756 w 1143015"/>
              <a:gd name="connsiteY3" fmla="*/ 1862 h 93526"/>
              <a:gd name="connsiteX4" fmla="*/ 1091756 w 1143015"/>
              <a:gd name="connsiteY4" fmla="*/ 10841 h 93526"/>
              <a:gd name="connsiteX5" fmla="*/ 1127696 w 1143015"/>
              <a:gd name="connsiteY5" fmla="*/ 46763 h 93526"/>
              <a:gd name="connsiteX6" fmla="*/ 1091756 w 1143015"/>
              <a:gd name="connsiteY6" fmla="*/ 82685 h 93526"/>
              <a:gd name="connsiteX7" fmla="*/ 1091756 w 1143015"/>
              <a:gd name="connsiteY7" fmla="*/ 91664 h 93526"/>
              <a:gd name="connsiteX8" fmla="*/ 1100709 w 1143015"/>
              <a:gd name="connsiteY8" fmla="*/ 91664 h 93526"/>
              <a:gd name="connsiteX9" fmla="*/ 1141158 w 1143015"/>
              <a:gd name="connsiteY9" fmla="*/ 51252 h 93526"/>
              <a:gd name="connsiteX10" fmla="*/ 0 w 1143015"/>
              <a:gd name="connsiteY10" fmla="*/ 53113 h 93526"/>
              <a:gd name="connsiteX11" fmla="*/ 1136650 w 1143015"/>
              <a:gd name="connsiteY11" fmla="*/ 53113 h 93526"/>
              <a:gd name="connsiteX12" fmla="*/ 1136650 w 1143015"/>
              <a:gd name="connsiteY12" fmla="*/ 40413 h 93526"/>
              <a:gd name="connsiteX13" fmla="*/ 0 w 1143015"/>
              <a:gd name="connsiteY13" fmla="*/ 40413 h 93526"/>
              <a:gd name="connsiteX14" fmla="*/ 0 w 114301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015" h="93526">
                <a:moveTo>
                  <a:pt x="1141158" y="51252"/>
                </a:moveTo>
                <a:cubicBezTo>
                  <a:pt x="1143635" y="48776"/>
                  <a:pt x="1143635" y="44750"/>
                  <a:pt x="1141158" y="42274"/>
                </a:cubicBezTo>
                <a:lnTo>
                  <a:pt x="1100709" y="1862"/>
                </a:lnTo>
                <a:cubicBezTo>
                  <a:pt x="1098232" y="-621"/>
                  <a:pt x="1094232" y="-621"/>
                  <a:pt x="1091756" y="1862"/>
                </a:cubicBezTo>
                <a:cubicBezTo>
                  <a:pt x="1089279" y="4339"/>
                  <a:pt x="1089279" y="8365"/>
                  <a:pt x="1091756" y="10841"/>
                </a:cubicBezTo>
                <a:lnTo>
                  <a:pt x="1127696" y="46763"/>
                </a:lnTo>
                <a:lnTo>
                  <a:pt x="1091756" y="82685"/>
                </a:lnTo>
                <a:cubicBezTo>
                  <a:pt x="1089279" y="85161"/>
                  <a:pt x="1089279" y="89187"/>
                  <a:pt x="1091756" y="91664"/>
                </a:cubicBezTo>
                <a:cubicBezTo>
                  <a:pt x="1094232" y="94147"/>
                  <a:pt x="1098232" y="94147"/>
                  <a:pt x="1100709" y="91664"/>
                </a:cubicBezTo>
                <a:lnTo>
                  <a:pt x="1141158" y="51252"/>
                </a:lnTo>
                <a:close/>
                <a:moveTo>
                  <a:pt x="0" y="53113"/>
                </a:moveTo>
                <a:lnTo>
                  <a:pt x="1136650" y="53113"/>
                </a:lnTo>
                <a:lnTo>
                  <a:pt x="113665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solidFill>
                <a:schemeClr val="accent3"/>
              </a:solidFill>
            </a:endParaRPr>
          </a:p>
        </p:txBody>
      </p:sp>
      <p:sp>
        <p:nvSpPr>
          <p:cNvPr id="49" name="任意多边形: 形状 48">
            <a:extLst>
              <a:ext uri="{FF2B5EF4-FFF2-40B4-BE49-F238E27FC236}">
                <a16:creationId xmlns:a16="http://schemas.microsoft.com/office/drawing/2014/main" id="{D21D0611-20F9-4898-75F3-3B4CA05CD998}"/>
              </a:ext>
            </a:extLst>
          </p:cNvPr>
          <p:cNvSpPr/>
          <p:nvPr/>
        </p:nvSpPr>
        <p:spPr>
          <a:xfrm>
            <a:off x="8470900" y="1985236"/>
            <a:ext cx="1143015" cy="93526"/>
          </a:xfrm>
          <a:custGeom>
            <a:avLst/>
            <a:gdLst>
              <a:gd name="connsiteX0" fmla="*/ 1141158 w 1143015"/>
              <a:gd name="connsiteY0" fmla="*/ 51252 h 93526"/>
              <a:gd name="connsiteX1" fmla="*/ 1141158 w 1143015"/>
              <a:gd name="connsiteY1" fmla="*/ 42274 h 93526"/>
              <a:gd name="connsiteX2" fmla="*/ 1100709 w 1143015"/>
              <a:gd name="connsiteY2" fmla="*/ 1862 h 93526"/>
              <a:gd name="connsiteX3" fmla="*/ 1091756 w 1143015"/>
              <a:gd name="connsiteY3" fmla="*/ 1862 h 93526"/>
              <a:gd name="connsiteX4" fmla="*/ 1091756 w 1143015"/>
              <a:gd name="connsiteY4" fmla="*/ 10841 h 93526"/>
              <a:gd name="connsiteX5" fmla="*/ 1127696 w 1143015"/>
              <a:gd name="connsiteY5" fmla="*/ 46763 h 93526"/>
              <a:gd name="connsiteX6" fmla="*/ 1091756 w 1143015"/>
              <a:gd name="connsiteY6" fmla="*/ 82685 h 93526"/>
              <a:gd name="connsiteX7" fmla="*/ 1091756 w 1143015"/>
              <a:gd name="connsiteY7" fmla="*/ 91664 h 93526"/>
              <a:gd name="connsiteX8" fmla="*/ 1100709 w 1143015"/>
              <a:gd name="connsiteY8" fmla="*/ 91664 h 93526"/>
              <a:gd name="connsiteX9" fmla="*/ 1141158 w 1143015"/>
              <a:gd name="connsiteY9" fmla="*/ 51252 h 93526"/>
              <a:gd name="connsiteX10" fmla="*/ 0 w 1143015"/>
              <a:gd name="connsiteY10" fmla="*/ 53113 h 93526"/>
              <a:gd name="connsiteX11" fmla="*/ 1136650 w 1143015"/>
              <a:gd name="connsiteY11" fmla="*/ 53113 h 93526"/>
              <a:gd name="connsiteX12" fmla="*/ 1136650 w 1143015"/>
              <a:gd name="connsiteY12" fmla="*/ 40413 h 93526"/>
              <a:gd name="connsiteX13" fmla="*/ 0 w 1143015"/>
              <a:gd name="connsiteY13" fmla="*/ 40413 h 93526"/>
              <a:gd name="connsiteX14" fmla="*/ 0 w 114301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015" h="93526">
                <a:moveTo>
                  <a:pt x="1141158" y="51252"/>
                </a:moveTo>
                <a:cubicBezTo>
                  <a:pt x="1143635" y="48776"/>
                  <a:pt x="1143635" y="44750"/>
                  <a:pt x="1141158" y="42274"/>
                </a:cubicBezTo>
                <a:lnTo>
                  <a:pt x="1100709" y="1862"/>
                </a:lnTo>
                <a:cubicBezTo>
                  <a:pt x="1098232" y="-621"/>
                  <a:pt x="1094232" y="-621"/>
                  <a:pt x="1091756" y="1862"/>
                </a:cubicBezTo>
                <a:cubicBezTo>
                  <a:pt x="1089279" y="4339"/>
                  <a:pt x="1089279" y="8365"/>
                  <a:pt x="1091756" y="10841"/>
                </a:cubicBezTo>
                <a:lnTo>
                  <a:pt x="1127696" y="46763"/>
                </a:lnTo>
                <a:lnTo>
                  <a:pt x="1091756" y="82685"/>
                </a:lnTo>
                <a:cubicBezTo>
                  <a:pt x="1089279" y="85161"/>
                  <a:pt x="1089279" y="89187"/>
                  <a:pt x="1091756" y="91664"/>
                </a:cubicBezTo>
                <a:cubicBezTo>
                  <a:pt x="1094232" y="94147"/>
                  <a:pt x="1098232" y="94147"/>
                  <a:pt x="1100709" y="91664"/>
                </a:cubicBezTo>
                <a:lnTo>
                  <a:pt x="1141158" y="51252"/>
                </a:lnTo>
                <a:close/>
                <a:moveTo>
                  <a:pt x="0" y="53113"/>
                </a:moveTo>
                <a:lnTo>
                  <a:pt x="1136650" y="53113"/>
                </a:lnTo>
                <a:lnTo>
                  <a:pt x="1136650" y="40413"/>
                </a:lnTo>
                <a:lnTo>
                  <a:pt x="0" y="40413"/>
                </a:lnTo>
                <a:lnTo>
                  <a:pt x="0" y="53113"/>
                </a:lnTo>
                <a:close/>
              </a:path>
            </a:pathLst>
          </a:custGeom>
          <a:solidFill>
            <a:srgbClr val="4D4D4D">
              <a:alpha val="50000"/>
            </a:srgbClr>
          </a:solidFill>
          <a:ln w="6350" cap="flat">
            <a:solidFill>
              <a:srgbClr val="A1A3A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0" name="任意多边形: 形状 49">
            <a:extLst>
              <a:ext uri="{FF2B5EF4-FFF2-40B4-BE49-F238E27FC236}">
                <a16:creationId xmlns:a16="http://schemas.microsoft.com/office/drawing/2014/main" id="{E8906A6A-60FA-DF74-A2C3-A72220C97D9F}"/>
              </a:ext>
            </a:extLst>
          </p:cNvPr>
          <p:cNvSpPr/>
          <p:nvPr/>
        </p:nvSpPr>
        <p:spPr>
          <a:xfrm>
            <a:off x="635000" y="2482850"/>
            <a:ext cx="2159000" cy="3206750"/>
          </a:xfrm>
          <a:custGeom>
            <a:avLst/>
            <a:gdLst>
              <a:gd name="connsiteX0" fmla="*/ 0 w 2159000"/>
              <a:gd name="connsiteY0" fmla="*/ 50800 h 3206750"/>
              <a:gd name="connsiteX1" fmla="*/ 50800 w 2159000"/>
              <a:gd name="connsiteY1" fmla="*/ 0 h 3206750"/>
              <a:gd name="connsiteX2" fmla="*/ 2108200 w 2159000"/>
              <a:gd name="connsiteY2" fmla="*/ 0 h 3206750"/>
              <a:gd name="connsiteX3" fmla="*/ 2159000 w 2159000"/>
              <a:gd name="connsiteY3" fmla="*/ 50800 h 3206750"/>
              <a:gd name="connsiteX4" fmla="*/ 2159000 w 2159000"/>
              <a:gd name="connsiteY4" fmla="*/ 3155950 h 3206750"/>
              <a:gd name="connsiteX5" fmla="*/ 2108200 w 2159000"/>
              <a:gd name="connsiteY5" fmla="*/ 3206750 h 3206750"/>
              <a:gd name="connsiteX6" fmla="*/ 50800 w 2159000"/>
              <a:gd name="connsiteY6" fmla="*/ 3206750 h 3206750"/>
              <a:gd name="connsiteX7" fmla="*/ 0 w 2159000"/>
              <a:gd name="connsiteY7" fmla="*/ 3155950 h 3206750"/>
              <a:gd name="connsiteX8" fmla="*/ 0 w 2159000"/>
              <a:gd name="connsiteY8" fmla="*/ 50800 h 320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3206750">
                <a:moveTo>
                  <a:pt x="0" y="50800"/>
                </a:moveTo>
                <a:cubicBezTo>
                  <a:pt x="0" y="22746"/>
                  <a:pt x="22746" y="0"/>
                  <a:pt x="50800" y="0"/>
                </a:cubicBezTo>
                <a:lnTo>
                  <a:pt x="2108200" y="0"/>
                </a:lnTo>
                <a:cubicBezTo>
                  <a:pt x="2136254" y="0"/>
                  <a:pt x="2159000" y="22746"/>
                  <a:pt x="2159000" y="50800"/>
                </a:cubicBezTo>
                <a:lnTo>
                  <a:pt x="2159000" y="3155950"/>
                </a:lnTo>
                <a:cubicBezTo>
                  <a:pt x="2159000" y="3184005"/>
                  <a:pt x="2136254" y="3206750"/>
                  <a:pt x="2108200" y="3206750"/>
                </a:cubicBezTo>
                <a:lnTo>
                  <a:pt x="50800" y="3206750"/>
                </a:lnTo>
                <a:cubicBezTo>
                  <a:pt x="22746" y="3206750"/>
                  <a:pt x="0" y="3184005"/>
                  <a:pt x="0" y="3155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3" name="任意多边形: 形状 52">
            <a:extLst>
              <a:ext uri="{FF2B5EF4-FFF2-40B4-BE49-F238E27FC236}">
                <a16:creationId xmlns:a16="http://schemas.microsoft.com/office/drawing/2014/main" id="{CDFF185B-A873-0C6E-B39B-6A7137EA9051}"/>
              </a:ext>
            </a:extLst>
          </p:cNvPr>
          <p:cNvSpPr/>
          <p:nvPr/>
        </p:nvSpPr>
        <p:spPr>
          <a:xfrm>
            <a:off x="3556000" y="2482850"/>
            <a:ext cx="2159000" cy="3206750"/>
          </a:xfrm>
          <a:custGeom>
            <a:avLst/>
            <a:gdLst>
              <a:gd name="connsiteX0" fmla="*/ 0 w 2159000"/>
              <a:gd name="connsiteY0" fmla="*/ 50800 h 3206750"/>
              <a:gd name="connsiteX1" fmla="*/ 50800 w 2159000"/>
              <a:gd name="connsiteY1" fmla="*/ 0 h 3206750"/>
              <a:gd name="connsiteX2" fmla="*/ 2108200 w 2159000"/>
              <a:gd name="connsiteY2" fmla="*/ 0 h 3206750"/>
              <a:gd name="connsiteX3" fmla="*/ 2159000 w 2159000"/>
              <a:gd name="connsiteY3" fmla="*/ 50800 h 3206750"/>
              <a:gd name="connsiteX4" fmla="*/ 2159000 w 2159000"/>
              <a:gd name="connsiteY4" fmla="*/ 3155950 h 3206750"/>
              <a:gd name="connsiteX5" fmla="*/ 2108200 w 2159000"/>
              <a:gd name="connsiteY5" fmla="*/ 3206750 h 3206750"/>
              <a:gd name="connsiteX6" fmla="*/ 50800 w 2159000"/>
              <a:gd name="connsiteY6" fmla="*/ 3206750 h 3206750"/>
              <a:gd name="connsiteX7" fmla="*/ 0 w 2159000"/>
              <a:gd name="connsiteY7" fmla="*/ 3155950 h 3206750"/>
              <a:gd name="connsiteX8" fmla="*/ 0 w 2159000"/>
              <a:gd name="connsiteY8" fmla="*/ 50800 h 320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3206750">
                <a:moveTo>
                  <a:pt x="0" y="50800"/>
                </a:moveTo>
                <a:cubicBezTo>
                  <a:pt x="0" y="22746"/>
                  <a:pt x="22746" y="0"/>
                  <a:pt x="50800" y="0"/>
                </a:cubicBezTo>
                <a:lnTo>
                  <a:pt x="2108200" y="0"/>
                </a:lnTo>
                <a:cubicBezTo>
                  <a:pt x="2136255" y="0"/>
                  <a:pt x="2159000" y="22746"/>
                  <a:pt x="2159000" y="50800"/>
                </a:cubicBezTo>
                <a:lnTo>
                  <a:pt x="2159000" y="3155950"/>
                </a:lnTo>
                <a:cubicBezTo>
                  <a:pt x="2159000" y="3184005"/>
                  <a:pt x="2136255" y="3206750"/>
                  <a:pt x="2108200" y="3206750"/>
                </a:cubicBezTo>
                <a:lnTo>
                  <a:pt x="50800" y="3206750"/>
                </a:lnTo>
                <a:cubicBezTo>
                  <a:pt x="22746" y="3206750"/>
                  <a:pt x="0" y="3184005"/>
                  <a:pt x="0" y="3155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6" name="任意多边形: 形状 55">
            <a:extLst>
              <a:ext uri="{FF2B5EF4-FFF2-40B4-BE49-F238E27FC236}">
                <a16:creationId xmlns:a16="http://schemas.microsoft.com/office/drawing/2014/main" id="{D70C4D69-401D-B36C-104E-1A2A7F7BDE71}"/>
              </a:ext>
            </a:extLst>
          </p:cNvPr>
          <p:cNvSpPr/>
          <p:nvPr/>
        </p:nvSpPr>
        <p:spPr>
          <a:xfrm>
            <a:off x="6483350" y="2482850"/>
            <a:ext cx="2159000" cy="1219200"/>
          </a:xfrm>
          <a:custGeom>
            <a:avLst/>
            <a:gdLst>
              <a:gd name="connsiteX0" fmla="*/ 0 w 2159000"/>
              <a:gd name="connsiteY0" fmla="*/ 50800 h 1219200"/>
              <a:gd name="connsiteX1" fmla="*/ 50800 w 2159000"/>
              <a:gd name="connsiteY1" fmla="*/ 0 h 1219200"/>
              <a:gd name="connsiteX2" fmla="*/ 2108200 w 2159000"/>
              <a:gd name="connsiteY2" fmla="*/ 0 h 1219200"/>
              <a:gd name="connsiteX3" fmla="*/ 2159000 w 2159000"/>
              <a:gd name="connsiteY3" fmla="*/ 50800 h 1219200"/>
              <a:gd name="connsiteX4" fmla="*/ 2159000 w 2159000"/>
              <a:gd name="connsiteY4" fmla="*/ 1168400 h 1219200"/>
              <a:gd name="connsiteX5" fmla="*/ 2108200 w 2159000"/>
              <a:gd name="connsiteY5" fmla="*/ 1219200 h 1219200"/>
              <a:gd name="connsiteX6" fmla="*/ 50800 w 2159000"/>
              <a:gd name="connsiteY6" fmla="*/ 1219200 h 1219200"/>
              <a:gd name="connsiteX7" fmla="*/ 0 w 2159000"/>
              <a:gd name="connsiteY7" fmla="*/ 1168400 h 1219200"/>
              <a:gd name="connsiteX8" fmla="*/ 0 w 2159000"/>
              <a:gd name="connsiteY8" fmla="*/ 50800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1219200">
                <a:moveTo>
                  <a:pt x="0" y="50800"/>
                </a:moveTo>
                <a:cubicBezTo>
                  <a:pt x="0" y="22746"/>
                  <a:pt x="22733" y="0"/>
                  <a:pt x="50800" y="0"/>
                </a:cubicBezTo>
                <a:lnTo>
                  <a:pt x="2108200" y="0"/>
                </a:lnTo>
                <a:cubicBezTo>
                  <a:pt x="2136267" y="0"/>
                  <a:pt x="2159000" y="22746"/>
                  <a:pt x="2159000" y="50800"/>
                </a:cubicBezTo>
                <a:lnTo>
                  <a:pt x="2159000" y="1168400"/>
                </a:lnTo>
                <a:cubicBezTo>
                  <a:pt x="2159000" y="1196455"/>
                  <a:pt x="2136267" y="1219200"/>
                  <a:pt x="2108200" y="1219200"/>
                </a:cubicBezTo>
                <a:lnTo>
                  <a:pt x="50800" y="1219200"/>
                </a:lnTo>
                <a:cubicBezTo>
                  <a:pt x="22733" y="1219200"/>
                  <a:pt x="0" y="1196455"/>
                  <a:pt x="0" y="1168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2" name="任意多边形: 形状 61">
            <a:extLst>
              <a:ext uri="{FF2B5EF4-FFF2-40B4-BE49-F238E27FC236}">
                <a16:creationId xmlns:a16="http://schemas.microsoft.com/office/drawing/2014/main" id="{19B40FD1-BEB7-68F3-D468-19F40B80C40E}"/>
              </a:ext>
            </a:extLst>
          </p:cNvPr>
          <p:cNvSpPr/>
          <p:nvPr/>
        </p:nvSpPr>
        <p:spPr>
          <a:xfrm>
            <a:off x="6781800" y="4470400"/>
            <a:ext cx="2159000" cy="1219200"/>
          </a:xfrm>
          <a:custGeom>
            <a:avLst/>
            <a:gdLst>
              <a:gd name="connsiteX0" fmla="*/ 0 w 2159000"/>
              <a:gd name="connsiteY0" fmla="*/ 50800 h 1219200"/>
              <a:gd name="connsiteX1" fmla="*/ 50800 w 2159000"/>
              <a:gd name="connsiteY1" fmla="*/ 0 h 1219200"/>
              <a:gd name="connsiteX2" fmla="*/ 2108200 w 2159000"/>
              <a:gd name="connsiteY2" fmla="*/ 0 h 1219200"/>
              <a:gd name="connsiteX3" fmla="*/ 2159000 w 2159000"/>
              <a:gd name="connsiteY3" fmla="*/ 50800 h 1219200"/>
              <a:gd name="connsiteX4" fmla="*/ 2159000 w 2159000"/>
              <a:gd name="connsiteY4" fmla="*/ 1168400 h 1219200"/>
              <a:gd name="connsiteX5" fmla="*/ 2108200 w 2159000"/>
              <a:gd name="connsiteY5" fmla="*/ 1219200 h 1219200"/>
              <a:gd name="connsiteX6" fmla="*/ 50800 w 2159000"/>
              <a:gd name="connsiteY6" fmla="*/ 1219200 h 1219200"/>
              <a:gd name="connsiteX7" fmla="*/ 0 w 2159000"/>
              <a:gd name="connsiteY7" fmla="*/ 1168400 h 1219200"/>
              <a:gd name="connsiteX8" fmla="*/ 0 w 2159000"/>
              <a:gd name="connsiteY8" fmla="*/ 50800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9000" h="1219200">
                <a:moveTo>
                  <a:pt x="0" y="50800"/>
                </a:moveTo>
                <a:cubicBezTo>
                  <a:pt x="0" y="22746"/>
                  <a:pt x="22733" y="0"/>
                  <a:pt x="50800" y="0"/>
                </a:cubicBezTo>
                <a:lnTo>
                  <a:pt x="2108200" y="0"/>
                </a:lnTo>
                <a:cubicBezTo>
                  <a:pt x="2136267" y="0"/>
                  <a:pt x="2159000" y="22746"/>
                  <a:pt x="2159000" y="50800"/>
                </a:cubicBezTo>
                <a:lnTo>
                  <a:pt x="2159000" y="1168400"/>
                </a:lnTo>
                <a:cubicBezTo>
                  <a:pt x="2159000" y="1196455"/>
                  <a:pt x="2136267" y="1219200"/>
                  <a:pt x="2108200" y="1219200"/>
                </a:cubicBezTo>
                <a:lnTo>
                  <a:pt x="50800" y="1219200"/>
                </a:lnTo>
                <a:cubicBezTo>
                  <a:pt x="22733" y="1219200"/>
                  <a:pt x="0" y="1196455"/>
                  <a:pt x="0" y="11684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9" name="矩形: 圆角 138">
            <a:extLst>
              <a:ext uri="{FF2B5EF4-FFF2-40B4-BE49-F238E27FC236}">
                <a16:creationId xmlns:a16="http://schemas.microsoft.com/office/drawing/2014/main" id="{05ABC30D-CCE7-AE26-06BF-7381E516893F}"/>
              </a:ext>
            </a:extLst>
          </p:cNvPr>
          <p:cNvSpPr/>
          <p:nvPr/>
        </p:nvSpPr>
        <p:spPr>
          <a:xfrm>
            <a:off x="825500" y="32448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3" name="矩形: 圆角 142">
            <a:extLst>
              <a:ext uri="{FF2B5EF4-FFF2-40B4-BE49-F238E27FC236}">
                <a16:creationId xmlns:a16="http://schemas.microsoft.com/office/drawing/2014/main" id="{7B30C286-4ECF-80D4-BDA8-F5EEEBA80CAC}"/>
              </a:ext>
            </a:extLst>
          </p:cNvPr>
          <p:cNvSpPr/>
          <p:nvPr/>
        </p:nvSpPr>
        <p:spPr>
          <a:xfrm>
            <a:off x="825500" y="44767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7" name="矩形: 圆角 146">
            <a:extLst>
              <a:ext uri="{FF2B5EF4-FFF2-40B4-BE49-F238E27FC236}">
                <a16:creationId xmlns:a16="http://schemas.microsoft.com/office/drawing/2014/main" id="{182CB59F-9031-F0C6-928E-27420ED411C3}"/>
              </a:ext>
            </a:extLst>
          </p:cNvPr>
          <p:cNvSpPr/>
          <p:nvPr/>
        </p:nvSpPr>
        <p:spPr>
          <a:xfrm>
            <a:off x="3746500" y="519430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1" name="矩形: 圆角 150">
            <a:extLst>
              <a:ext uri="{FF2B5EF4-FFF2-40B4-BE49-F238E27FC236}">
                <a16:creationId xmlns:a16="http://schemas.microsoft.com/office/drawing/2014/main" id="{2EEEA66B-174F-A81F-631D-3483C92BEB36}"/>
              </a:ext>
            </a:extLst>
          </p:cNvPr>
          <p:cNvSpPr/>
          <p:nvPr/>
        </p:nvSpPr>
        <p:spPr>
          <a:xfrm>
            <a:off x="825500" y="52133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5" name="矩形: 圆角 154">
            <a:extLst>
              <a:ext uri="{FF2B5EF4-FFF2-40B4-BE49-F238E27FC236}">
                <a16:creationId xmlns:a16="http://schemas.microsoft.com/office/drawing/2014/main" id="{CD2376F0-FC21-FB10-19CD-A0596F9B8056}"/>
              </a:ext>
            </a:extLst>
          </p:cNvPr>
          <p:cNvSpPr/>
          <p:nvPr/>
        </p:nvSpPr>
        <p:spPr>
          <a:xfrm>
            <a:off x="2070100" y="32448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9" name="矩形: 圆角 158">
            <a:extLst>
              <a:ext uri="{FF2B5EF4-FFF2-40B4-BE49-F238E27FC236}">
                <a16:creationId xmlns:a16="http://schemas.microsoft.com/office/drawing/2014/main" id="{A1880D2F-56BB-6758-1C38-DAAFED6C7F76}"/>
              </a:ext>
            </a:extLst>
          </p:cNvPr>
          <p:cNvSpPr/>
          <p:nvPr/>
        </p:nvSpPr>
        <p:spPr>
          <a:xfrm>
            <a:off x="4362450" y="30416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3" name="矩形: 圆角 162">
            <a:extLst>
              <a:ext uri="{FF2B5EF4-FFF2-40B4-BE49-F238E27FC236}">
                <a16:creationId xmlns:a16="http://schemas.microsoft.com/office/drawing/2014/main" id="{BFA4342B-8D9E-FCB4-C9F2-F34AC17FD124}"/>
              </a:ext>
            </a:extLst>
          </p:cNvPr>
          <p:cNvSpPr/>
          <p:nvPr/>
        </p:nvSpPr>
        <p:spPr>
          <a:xfrm>
            <a:off x="6623050" y="3276600"/>
            <a:ext cx="876300" cy="304800"/>
          </a:xfrm>
          <a:prstGeom prst="roundRect">
            <a:avLst>
              <a:gd name="adj" fmla="val 8000"/>
            </a:avLst>
          </a:prstGeom>
          <a:solidFill>
            <a:schemeClr val="bg1"/>
          </a:solidFill>
          <a:ln w="6350" cap="flat">
            <a:noFill/>
            <a:prstDash val="solid"/>
            <a:miter/>
          </a:ln>
          <a:effectLst>
            <a:outerShdw blurRad="254000" dist="635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7" name="矩形: 圆角 166">
            <a:extLst>
              <a:ext uri="{FF2B5EF4-FFF2-40B4-BE49-F238E27FC236}">
                <a16:creationId xmlns:a16="http://schemas.microsoft.com/office/drawing/2014/main" id="{9295B959-74F7-91A9-E590-610BB6D309B1}"/>
              </a:ext>
            </a:extLst>
          </p:cNvPr>
          <p:cNvSpPr/>
          <p:nvPr/>
        </p:nvSpPr>
        <p:spPr>
          <a:xfrm>
            <a:off x="6045200" y="3981450"/>
            <a:ext cx="730250" cy="254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1" name="矩形: 圆角 170">
            <a:extLst>
              <a:ext uri="{FF2B5EF4-FFF2-40B4-BE49-F238E27FC236}">
                <a16:creationId xmlns:a16="http://schemas.microsoft.com/office/drawing/2014/main" id="{334BBA5B-2FD9-885D-7A2D-3248F5B65E2D}"/>
              </a:ext>
            </a:extLst>
          </p:cNvPr>
          <p:cNvSpPr/>
          <p:nvPr/>
        </p:nvSpPr>
        <p:spPr>
          <a:xfrm>
            <a:off x="8324850" y="4883150"/>
            <a:ext cx="501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5" name="矩形: 圆角 174">
            <a:extLst>
              <a:ext uri="{FF2B5EF4-FFF2-40B4-BE49-F238E27FC236}">
                <a16:creationId xmlns:a16="http://schemas.microsoft.com/office/drawing/2014/main" id="{20394295-1E96-C304-969C-DD3A25F7DE2B}"/>
              </a:ext>
            </a:extLst>
          </p:cNvPr>
          <p:cNvSpPr/>
          <p:nvPr/>
        </p:nvSpPr>
        <p:spPr>
          <a:xfrm>
            <a:off x="5905500" y="4870450"/>
            <a:ext cx="6794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8" name="矩形: 圆角 177">
            <a:extLst>
              <a:ext uri="{FF2B5EF4-FFF2-40B4-BE49-F238E27FC236}">
                <a16:creationId xmlns:a16="http://schemas.microsoft.com/office/drawing/2014/main" id="{94775104-3B06-4B71-23FB-DFD917C1624F}"/>
              </a:ext>
            </a:extLst>
          </p:cNvPr>
          <p:cNvSpPr/>
          <p:nvPr/>
        </p:nvSpPr>
        <p:spPr>
          <a:xfrm>
            <a:off x="7645400" y="3276600"/>
            <a:ext cx="876300" cy="304800"/>
          </a:xfrm>
          <a:prstGeom prst="roundRect">
            <a:avLst>
              <a:gd name="adj" fmla="val 8000"/>
            </a:avLst>
          </a:prstGeom>
          <a:solidFill>
            <a:schemeClr val="bg1"/>
          </a:solidFill>
          <a:ln w="6350" cap="flat">
            <a:noFill/>
            <a:prstDash val="solid"/>
            <a:miter/>
          </a:ln>
          <a:effectLst>
            <a:outerShdw blurRad="254000" dist="635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2" name="矩形: 圆角 181">
            <a:extLst>
              <a:ext uri="{FF2B5EF4-FFF2-40B4-BE49-F238E27FC236}">
                <a16:creationId xmlns:a16="http://schemas.microsoft.com/office/drawing/2014/main" id="{5ED4F5E1-FA86-FB19-648B-10C5DFD6E054}"/>
              </a:ext>
            </a:extLst>
          </p:cNvPr>
          <p:cNvSpPr/>
          <p:nvPr/>
        </p:nvSpPr>
        <p:spPr>
          <a:xfrm>
            <a:off x="5010150" y="30416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6" name="矩形: 圆角 185">
            <a:extLst>
              <a:ext uri="{FF2B5EF4-FFF2-40B4-BE49-F238E27FC236}">
                <a16:creationId xmlns:a16="http://schemas.microsoft.com/office/drawing/2014/main" id="{416EDCB1-B0C8-85A4-67BA-934C73EC9633}"/>
              </a:ext>
            </a:extLst>
          </p:cNvPr>
          <p:cNvSpPr/>
          <p:nvPr/>
        </p:nvSpPr>
        <p:spPr>
          <a:xfrm>
            <a:off x="3714750" y="30416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0" name="矩形: 圆角 189">
            <a:extLst>
              <a:ext uri="{FF2B5EF4-FFF2-40B4-BE49-F238E27FC236}">
                <a16:creationId xmlns:a16="http://schemas.microsoft.com/office/drawing/2014/main" id="{6FB50B35-D317-AA01-5CFA-C26828F6EA6D}"/>
              </a:ext>
            </a:extLst>
          </p:cNvPr>
          <p:cNvSpPr/>
          <p:nvPr/>
        </p:nvSpPr>
        <p:spPr>
          <a:xfrm>
            <a:off x="4305300" y="4108450"/>
            <a:ext cx="6604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6" name="矩形: 圆角 195">
            <a:extLst>
              <a:ext uri="{FF2B5EF4-FFF2-40B4-BE49-F238E27FC236}">
                <a16:creationId xmlns:a16="http://schemas.microsoft.com/office/drawing/2014/main" id="{7EFFE143-2BA4-7339-1B08-2DE987C2A616}"/>
              </a:ext>
            </a:extLst>
          </p:cNvPr>
          <p:cNvSpPr/>
          <p:nvPr/>
        </p:nvSpPr>
        <p:spPr>
          <a:xfrm>
            <a:off x="3917950" y="3473450"/>
            <a:ext cx="6604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1" name="矩形: 圆角 200">
            <a:extLst>
              <a:ext uri="{FF2B5EF4-FFF2-40B4-BE49-F238E27FC236}">
                <a16:creationId xmlns:a16="http://schemas.microsoft.com/office/drawing/2014/main" id="{2F9D665A-0F73-A658-30FA-1F381185E39E}"/>
              </a:ext>
            </a:extLst>
          </p:cNvPr>
          <p:cNvSpPr/>
          <p:nvPr/>
        </p:nvSpPr>
        <p:spPr>
          <a:xfrm>
            <a:off x="4679950" y="3473450"/>
            <a:ext cx="6604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5" name="矩形: 圆角 204">
            <a:extLst>
              <a:ext uri="{FF2B5EF4-FFF2-40B4-BE49-F238E27FC236}">
                <a16:creationId xmlns:a16="http://schemas.microsoft.com/office/drawing/2014/main" id="{6C5D5AFE-C432-33B9-9A33-B0CB6201600A}"/>
              </a:ext>
            </a:extLst>
          </p:cNvPr>
          <p:cNvSpPr/>
          <p:nvPr/>
        </p:nvSpPr>
        <p:spPr>
          <a:xfrm>
            <a:off x="2070100" y="44767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8" name="矩形: 圆角 207">
            <a:extLst>
              <a:ext uri="{FF2B5EF4-FFF2-40B4-BE49-F238E27FC236}">
                <a16:creationId xmlns:a16="http://schemas.microsoft.com/office/drawing/2014/main" id="{0E40E95F-4F79-E41C-319A-17B367A9C17D}"/>
              </a:ext>
            </a:extLst>
          </p:cNvPr>
          <p:cNvSpPr/>
          <p:nvPr/>
        </p:nvSpPr>
        <p:spPr>
          <a:xfrm>
            <a:off x="4991100" y="519430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2" name="矩形: 圆角 211">
            <a:extLst>
              <a:ext uri="{FF2B5EF4-FFF2-40B4-BE49-F238E27FC236}">
                <a16:creationId xmlns:a16="http://schemas.microsoft.com/office/drawing/2014/main" id="{4B6B0E88-74EC-5776-FEBD-F9EA76DB83BE}"/>
              </a:ext>
            </a:extLst>
          </p:cNvPr>
          <p:cNvSpPr/>
          <p:nvPr/>
        </p:nvSpPr>
        <p:spPr>
          <a:xfrm>
            <a:off x="2070100" y="52133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6" name="矩形: 圆角 215">
            <a:extLst>
              <a:ext uri="{FF2B5EF4-FFF2-40B4-BE49-F238E27FC236}">
                <a16:creationId xmlns:a16="http://schemas.microsoft.com/office/drawing/2014/main" id="{CE5E1AE4-DB0C-9702-1EBE-393D633B581E}"/>
              </a:ext>
            </a:extLst>
          </p:cNvPr>
          <p:cNvSpPr/>
          <p:nvPr/>
        </p:nvSpPr>
        <p:spPr>
          <a:xfrm>
            <a:off x="1447800" y="32448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0" name="矩形: 圆角 219">
            <a:extLst>
              <a:ext uri="{FF2B5EF4-FFF2-40B4-BE49-F238E27FC236}">
                <a16:creationId xmlns:a16="http://schemas.microsoft.com/office/drawing/2014/main" id="{DCEC37BE-74A5-705C-A612-6CE63B59C7B4}"/>
              </a:ext>
            </a:extLst>
          </p:cNvPr>
          <p:cNvSpPr/>
          <p:nvPr/>
        </p:nvSpPr>
        <p:spPr>
          <a:xfrm>
            <a:off x="1447800" y="447675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4" name="矩形: 圆角 223">
            <a:extLst>
              <a:ext uri="{FF2B5EF4-FFF2-40B4-BE49-F238E27FC236}">
                <a16:creationId xmlns:a16="http://schemas.microsoft.com/office/drawing/2014/main" id="{C482DB78-A944-BC66-683C-E151C30DCA7D}"/>
              </a:ext>
            </a:extLst>
          </p:cNvPr>
          <p:cNvSpPr/>
          <p:nvPr/>
        </p:nvSpPr>
        <p:spPr>
          <a:xfrm>
            <a:off x="4368800" y="5194300"/>
            <a:ext cx="546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7" name="任意多边形: 形状 226">
            <a:extLst>
              <a:ext uri="{FF2B5EF4-FFF2-40B4-BE49-F238E27FC236}">
                <a16:creationId xmlns:a16="http://schemas.microsoft.com/office/drawing/2014/main" id="{BB640222-D9FF-F01D-558C-2EBFA3CB7CB1}"/>
              </a:ext>
            </a:extLst>
          </p:cNvPr>
          <p:cNvSpPr/>
          <p:nvPr/>
        </p:nvSpPr>
        <p:spPr>
          <a:xfrm>
            <a:off x="1081614" y="303847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1 w 1281645"/>
              <a:gd name="connsiteY10" fmla="*/ 3175 h 147110"/>
              <a:gd name="connsiteX11" fmla="*/ 1267886 w 1281645"/>
              <a:gd name="connsiteY11" fmla="*/ 3175 h 147110"/>
              <a:gd name="connsiteX12" fmla="*/ 1267886 w 1281645"/>
              <a:gd name="connsiteY12" fmla="*/ 0 h 147110"/>
              <a:gd name="connsiteX13" fmla="*/ 1264711 w 1281645"/>
              <a:gd name="connsiteY13" fmla="*/ 0 h 147110"/>
              <a:gd name="connsiteX14" fmla="*/ 1264711 w 1281645"/>
              <a:gd name="connsiteY14" fmla="*/ 3175 h 147110"/>
              <a:gd name="connsiteX15" fmla="*/ 1247775 w 1281645"/>
              <a:gd name="connsiteY15" fmla="*/ 130175 h 147110"/>
              <a:gd name="connsiteX16" fmla="*/ 1264711 w 1281645"/>
              <a:gd name="connsiteY16" fmla="*/ 147110 h 147110"/>
              <a:gd name="connsiteX17" fmla="*/ 1281646 w 1281645"/>
              <a:gd name="connsiteY17" fmla="*/ 130175 h 147110"/>
              <a:gd name="connsiteX18" fmla="*/ 1264711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1 w 1281645"/>
              <a:gd name="connsiteY26" fmla="*/ 6350 h 147110"/>
              <a:gd name="connsiteX27" fmla="*/ 1264711 w 1281645"/>
              <a:gd name="connsiteY27" fmla="*/ 0 h 147110"/>
              <a:gd name="connsiteX28" fmla="*/ 16935 w 1281645"/>
              <a:gd name="connsiteY28" fmla="*/ 0 h 147110"/>
              <a:gd name="connsiteX29" fmla="*/ 16935 w 1281645"/>
              <a:gd name="connsiteY29" fmla="*/ 6350 h 147110"/>
              <a:gd name="connsiteX30" fmla="*/ 1261536 w 1281645"/>
              <a:gd name="connsiteY30" fmla="*/ 3175 h 147110"/>
              <a:gd name="connsiteX31" fmla="*/ 1261536 w 1281645"/>
              <a:gd name="connsiteY31" fmla="*/ 130175 h 147110"/>
              <a:gd name="connsiteX32" fmla="*/ 1267886 w 1281645"/>
              <a:gd name="connsiteY32" fmla="*/ 130175 h 147110"/>
              <a:gd name="connsiteX33" fmla="*/ 1267886 w 1281645"/>
              <a:gd name="connsiteY33" fmla="*/ 3175 h 147110"/>
              <a:gd name="connsiteX34" fmla="*/ 1261536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2"/>
                  <a:pt x="26289" y="113240"/>
                  <a:pt x="16935" y="113240"/>
                </a:cubicBezTo>
                <a:cubicBezTo>
                  <a:pt x="7582" y="113240"/>
                  <a:pt x="0" y="120822"/>
                  <a:pt x="0" y="130175"/>
                </a:cubicBezTo>
                <a:close/>
                <a:moveTo>
                  <a:pt x="16935" y="3175"/>
                </a:moveTo>
                <a:lnTo>
                  <a:pt x="16935" y="0"/>
                </a:lnTo>
                <a:lnTo>
                  <a:pt x="13760" y="0"/>
                </a:lnTo>
                <a:lnTo>
                  <a:pt x="13760" y="3175"/>
                </a:lnTo>
                <a:lnTo>
                  <a:pt x="16935" y="3175"/>
                </a:lnTo>
                <a:close/>
                <a:moveTo>
                  <a:pt x="1264711" y="3175"/>
                </a:moveTo>
                <a:lnTo>
                  <a:pt x="1267886" y="3175"/>
                </a:lnTo>
                <a:lnTo>
                  <a:pt x="1267886" y="0"/>
                </a:lnTo>
                <a:lnTo>
                  <a:pt x="1264711" y="0"/>
                </a:lnTo>
                <a:lnTo>
                  <a:pt x="1264711" y="3175"/>
                </a:lnTo>
                <a:close/>
                <a:moveTo>
                  <a:pt x="1247775" y="130175"/>
                </a:moveTo>
                <a:cubicBezTo>
                  <a:pt x="1247775" y="139529"/>
                  <a:pt x="1255357" y="147110"/>
                  <a:pt x="1264711" y="147110"/>
                </a:cubicBezTo>
                <a:cubicBezTo>
                  <a:pt x="1274064" y="147110"/>
                  <a:pt x="1281646" y="139529"/>
                  <a:pt x="1281646" y="130175"/>
                </a:cubicBezTo>
                <a:cubicBezTo>
                  <a:pt x="1281646" y="120822"/>
                  <a:pt x="1274064" y="113240"/>
                  <a:pt x="1264711" y="113240"/>
                </a:cubicBezTo>
                <a:cubicBezTo>
                  <a:pt x="1255357" y="113240"/>
                  <a:pt x="1247775" y="120822"/>
                  <a:pt x="1247775" y="130175"/>
                </a:cubicBezTo>
                <a:close/>
                <a:moveTo>
                  <a:pt x="20110" y="130175"/>
                </a:moveTo>
                <a:lnTo>
                  <a:pt x="20110" y="3175"/>
                </a:lnTo>
                <a:lnTo>
                  <a:pt x="13760" y="3175"/>
                </a:lnTo>
                <a:lnTo>
                  <a:pt x="13760" y="130175"/>
                </a:lnTo>
                <a:lnTo>
                  <a:pt x="20110" y="130175"/>
                </a:lnTo>
                <a:close/>
                <a:moveTo>
                  <a:pt x="16935" y="6350"/>
                </a:moveTo>
                <a:lnTo>
                  <a:pt x="1264711" y="6350"/>
                </a:lnTo>
                <a:lnTo>
                  <a:pt x="1264711" y="0"/>
                </a:lnTo>
                <a:lnTo>
                  <a:pt x="16935" y="0"/>
                </a:lnTo>
                <a:lnTo>
                  <a:pt x="16935" y="6350"/>
                </a:lnTo>
                <a:close/>
                <a:moveTo>
                  <a:pt x="1261536" y="3175"/>
                </a:moveTo>
                <a:lnTo>
                  <a:pt x="1261536" y="130175"/>
                </a:lnTo>
                <a:lnTo>
                  <a:pt x="1267886" y="130175"/>
                </a:lnTo>
                <a:lnTo>
                  <a:pt x="1267886" y="3175"/>
                </a:lnTo>
                <a:lnTo>
                  <a:pt x="1261536"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29" name="任意多边形: 形状 228">
            <a:extLst>
              <a:ext uri="{FF2B5EF4-FFF2-40B4-BE49-F238E27FC236}">
                <a16:creationId xmlns:a16="http://schemas.microsoft.com/office/drawing/2014/main" id="{6D54742B-4E6E-B77C-88BA-183DE0E15EC2}"/>
              </a:ext>
            </a:extLst>
          </p:cNvPr>
          <p:cNvSpPr/>
          <p:nvPr/>
        </p:nvSpPr>
        <p:spPr>
          <a:xfrm>
            <a:off x="1081614" y="427037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1 w 1281645"/>
              <a:gd name="connsiteY10" fmla="*/ 3175 h 147110"/>
              <a:gd name="connsiteX11" fmla="*/ 1267886 w 1281645"/>
              <a:gd name="connsiteY11" fmla="*/ 3175 h 147110"/>
              <a:gd name="connsiteX12" fmla="*/ 1267886 w 1281645"/>
              <a:gd name="connsiteY12" fmla="*/ 0 h 147110"/>
              <a:gd name="connsiteX13" fmla="*/ 1264711 w 1281645"/>
              <a:gd name="connsiteY13" fmla="*/ 0 h 147110"/>
              <a:gd name="connsiteX14" fmla="*/ 1264711 w 1281645"/>
              <a:gd name="connsiteY14" fmla="*/ 3175 h 147110"/>
              <a:gd name="connsiteX15" fmla="*/ 1247775 w 1281645"/>
              <a:gd name="connsiteY15" fmla="*/ 130175 h 147110"/>
              <a:gd name="connsiteX16" fmla="*/ 1264711 w 1281645"/>
              <a:gd name="connsiteY16" fmla="*/ 147110 h 147110"/>
              <a:gd name="connsiteX17" fmla="*/ 1281646 w 1281645"/>
              <a:gd name="connsiteY17" fmla="*/ 130175 h 147110"/>
              <a:gd name="connsiteX18" fmla="*/ 1264711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1 w 1281645"/>
              <a:gd name="connsiteY26" fmla="*/ 6350 h 147110"/>
              <a:gd name="connsiteX27" fmla="*/ 1264711 w 1281645"/>
              <a:gd name="connsiteY27" fmla="*/ 0 h 147110"/>
              <a:gd name="connsiteX28" fmla="*/ 16935 w 1281645"/>
              <a:gd name="connsiteY28" fmla="*/ 0 h 147110"/>
              <a:gd name="connsiteX29" fmla="*/ 16935 w 1281645"/>
              <a:gd name="connsiteY29" fmla="*/ 6350 h 147110"/>
              <a:gd name="connsiteX30" fmla="*/ 1261536 w 1281645"/>
              <a:gd name="connsiteY30" fmla="*/ 3175 h 147110"/>
              <a:gd name="connsiteX31" fmla="*/ 1261536 w 1281645"/>
              <a:gd name="connsiteY31" fmla="*/ 130175 h 147110"/>
              <a:gd name="connsiteX32" fmla="*/ 1267886 w 1281645"/>
              <a:gd name="connsiteY32" fmla="*/ 130175 h 147110"/>
              <a:gd name="connsiteX33" fmla="*/ 1267886 w 1281645"/>
              <a:gd name="connsiteY33" fmla="*/ 3175 h 147110"/>
              <a:gd name="connsiteX34" fmla="*/ 1261536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1"/>
                  <a:pt x="26289" y="113240"/>
                  <a:pt x="16935" y="113240"/>
                </a:cubicBezTo>
                <a:cubicBezTo>
                  <a:pt x="7582" y="113240"/>
                  <a:pt x="0" y="120821"/>
                  <a:pt x="0" y="130175"/>
                </a:cubicBezTo>
                <a:close/>
                <a:moveTo>
                  <a:pt x="16935" y="3175"/>
                </a:moveTo>
                <a:lnTo>
                  <a:pt x="16935" y="0"/>
                </a:lnTo>
                <a:lnTo>
                  <a:pt x="13760" y="0"/>
                </a:lnTo>
                <a:lnTo>
                  <a:pt x="13760" y="3175"/>
                </a:lnTo>
                <a:lnTo>
                  <a:pt x="16935" y="3175"/>
                </a:lnTo>
                <a:close/>
                <a:moveTo>
                  <a:pt x="1264711" y="3175"/>
                </a:moveTo>
                <a:lnTo>
                  <a:pt x="1267886" y="3175"/>
                </a:lnTo>
                <a:lnTo>
                  <a:pt x="1267886" y="0"/>
                </a:lnTo>
                <a:lnTo>
                  <a:pt x="1264711" y="0"/>
                </a:lnTo>
                <a:lnTo>
                  <a:pt x="1264711" y="3175"/>
                </a:lnTo>
                <a:close/>
                <a:moveTo>
                  <a:pt x="1247775" y="130175"/>
                </a:moveTo>
                <a:cubicBezTo>
                  <a:pt x="1247775" y="139529"/>
                  <a:pt x="1255357" y="147110"/>
                  <a:pt x="1264711" y="147110"/>
                </a:cubicBezTo>
                <a:cubicBezTo>
                  <a:pt x="1274064" y="147110"/>
                  <a:pt x="1281646" y="139529"/>
                  <a:pt x="1281646" y="130175"/>
                </a:cubicBezTo>
                <a:cubicBezTo>
                  <a:pt x="1281646" y="120821"/>
                  <a:pt x="1274064" y="113240"/>
                  <a:pt x="1264711" y="113240"/>
                </a:cubicBezTo>
                <a:cubicBezTo>
                  <a:pt x="1255357" y="113240"/>
                  <a:pt x="1247775" y="120821"/>
                  <a:pt x="1247775" y="130175"/>
                </a:cubicBezTo>
                <a:close/>
                <a:moveTo>
                  <a:pt x="20110" y="130175"/>
                </a:moveTo>
                <a:lnTo>
                  <a:pt x="20110" y="3175"/>
                </a:lnTo>
                <a:lnTo>
                  <a:pt x="13760" y="3175"/>
                </a:lnTo>
                <a:lnTo>
                  <a:pt x="13760" y="130175"/>
                </a:lnTo>
                <a:lnTo>
                  <a:pt x="20110" y="130175"/>
                </a:lnTo>
                <a:close/>
                <a:moveTo>
                  <a:pt x="16935" y="6350"/>
                </a:moveTo>
                <a:lnTo>
                  <a:pt x="1264711" y="6350"/>
                </a:lnTo>
                <a:lnTo>
                  <a:pt x="1264711" y="0"/>
                </a:lnTo>
                <a:lnTo>
                  <a:pt x="16935" y="0"/>
                </a:lnTo>
                <a:lnTo>
                  <a:pt x="16935" y="6350"/>
                </a:lnTo>
                <a:close/>
                <a:moveTo>
                  <a:pt x="1261536" y="3175"/>
                </a:moveTo>
                <a:lnTo>
                  <a:pt x="1261536" y="130175"/>
                </a:lnTo>
                <a:lnTo>
                  <a:pt x="1267886" y="130175"/>
                </a:lnTo>
                <a:lnTo>
                  <a:pt x="1267886" y="3175"/>
                </a:lnTo>
                <a:lnTo>
                  <a:pt x="1261536"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31" name="任意多边形: 形状 230">
            <a:extLst>
              <a:ext uri="{FF2B5EF4-FFF2-40B4-BE49-F238E27FC236}">
                <a16:creationId xmlns:a16="http://schemas.microsoft.com/office/drawing/2014/main" id="{B23B39DE-4B4D-BD19-3335-6B22C186657B}"/>
              </a:ext>
            </a:extLst>
          </p:cNvPr>
          <p:cNvSpPr/>
          <p:nvPr/>
        </p:nvSpPr>
        <p:spPr>
          <a:xfrm>
            <a:off x="4002614" y="498792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0 w 1281645"/>
              <a:gd name="connsiteY10" fmla="*/ 3175 h 147110"/>
              <a:gd name="connsiteX11" fmla="*/ 1267885 w 1281645"/>
              <a:gd name="connsiteY11" fmla="*/ 3175 h 147110"/>
              <a:gd name="connsiteX12" fmla="*/ 1267885 w 1281645"/>
              <a:gd name="connsiteY12" fmla="*/ 0 h 147110"/>
              <a:gd name="connsiteX13" fmla="*/ 1264710 w 1281645"/>
              <a:gd name="connsiteY13" fmla="*/ 0 h 147110"/>
              <a:gd name="connsiteX14" fmla="*/ 1264710 w 1281645"/>
              <a:gd name="connsiteY14" fmla="*/ 3175 h 147110"/>
              <a:gd name="connsiteX15" fmla="*/ 1247775 w 1281645"/>
              <a:gd name="connsiteY15" fmla="*/ 130175 h 147110"/>
              <a:gd name="connsiteX16" fmla="*/ 1264710 w 1281645"/>
              <a:gd name="connsiteY16" fmla="*/ 147110 h 147110"/>
              <a:gd name="connsiteX17" fmla="*/ 1281646 w 1281645"/>
              <a:gd name="connsiteY17" fmla="*/ 130175 h 147110"/>
              <a:gd name="connsiteX18" fmla="*/ 1264710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0 w 1281645"/>
              <a:gd name="connsiteY26" fmla="*/ 6350 h 147110"/>
              <a:gd name="connsiteX27" fmla="*/ 1264710 w 1281645"/>
              <a:gd name="connsiteY27" fmla="*/ 0 h 147110"/>
              <a:gd name="connsiteX28" fmla="*/ 16935 w 1281645"/>
              <a:gd name="connsiteY28" fmla="*/ 0 h 147110"/>
              <a:gd name="connsiteX29" fmla="*/ 16935 w 1281645"/>
              <a:gd name="connsiteY29" fmla="*/ 6350 h 147110"/>
              <a:gd name="connsiteX30" fmla="*/ 1261535 w 1281645"/>
              <a:gd name="connsiteY30" fmla="*/ 3175 h 147110"/>
              <a:gd name="connsiteX31" fmla="*/ 1261535 w 1281645"/>
              <a:gd name="connsiteY31" fmla="*/ 130175 h 147110"/>
              <a:gd name="connsiteX32" fmla="*/ 1267885 w 1281645"/>
              <a:gd name="connsiteY32" fmla="*/ 130175 h 147110"/>
              <a:gd name="connsiteX33" fmla="*/ 1267885 w 1281645"/>
              <a:gd name="connsiteY33" fmla="*/ 3175 h 147110"/>
              <a:gd name="connsiteX34" fmla="*/ 1261535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1"/>
                  <a:pt x="26289" y="113240"/>
                  <a:pt x="16935" y="113240"/>
                </a:cubicBezTo>
                <a:cubicBezTo>
                  <a:pt x="7582" y="113240"/>
                  <a:pt x="0" y="120821"/>
                  <a:pt x="0" y="130175"/>
                </a:cubicBezTo>
                <a:close/>
                <a:moveTo>
                  <a:pt x="16935" y="3175"/>
                </a:moveTo>
                <a:lnTo>
                  <a:pt x="16935" y="0"/>
                </a:lnTo>
                <a:lnTo>
                  <a:pt x="13760" y="0"/>
                </a:lnTo>
                <a:lnTo>
                  <a:pt x="13760" y="3175"/>
                </a:lnTo>
                <a:lnTo>
                  <a:pt x="16935" y="3175"/>
                </a:lnTo>
                <a:close/>
                <a:moveTo>
                  <a:pt x="1264710" y="3175"/>
                </a:moveTo>
                <a:lnTo>
                  <a:pt x="1267885" y="3175"/>
                </a:lnTo>
                <a:lnTo>
                  <a:pt x="1267885" y="0"/>
                </a:lnTo>
                <a:lnTo>
                  <a:pt x="1264710" y="0"/>
                </a:lnTo>
                <a:lnTo>
                  <a:pt x="1264710" y="3175"/>
                </a:lnTo>
                <a:close/>
                <a:moveTo>
                  <a:pt x="1247775" y="130175"/>
                </a:moveTo>
                <a:cubicBezTo>
                  <a:pt x="1247775" y="139529"/>
                  <a:pt x="1255357" y="147110"/>
                  <a:pt x="1264710" y="147110"/>
                </a:cubicBezTo>
                <a:cubicBezTo>
                  <a:pt x="1274064" y="147110"/>
                  <a:pt x="1281646" y="139529"/>
                  <a:pt x="1281646" y="130175"/>
                </a:cubicBezTo>
                <a:cubicBezTo>
                  <a:pt x="1281646" y="120821"/>
                  <a:pt x="1274064" y="113240"/>
                  <a:pt x="1264710" y="113240"/>
                </a:cubicBezTo>
                <a:cubicBezTo>
                  <a:pt x="1255357" y="113240"/>
                  <a:pt x="1247775" y="120821"/>
                  <a:pt x="1247775" y="130175"/>
                </a:cubicBezTo>
                <a:close/>
                <a:moveTo>
                  <a:pt x="20110" y="130175"/>
                </a:moveTo>
                <a:lnTo>
                  <a:pt x="20110" y="3175"/>
                </a:lnTo>
                <a:lnTo>
                  <a:pt x="13760" y="3175"/>
                </a:lnTo>
                <a:lnTo>
                  <a:pt x="13760" y="130175"/>
                </a:lnTo>
                <a:lnTo>
                  <a:pt x="20110" y="130175"/>
                </a:lnTo>
                <a:close/>
                <a:moveTo>
                  <a:pt x="16935" y="6350"/>
                </a:moveTo>
                <a:lnTo>
                  <a:pt x="1264710" y="6350"/>
                </a:lnTo>
                <a:lnTo>
                  <a:pt x="1264710" y="0"/>
                </a:lnTo>
                <a:lnTo>
                  <a:pt x="16935" y="0"/>
                </a:lnTo>
                <a:lnTo>
                  <a:pt x="16935" y="6350"/>
                </a:lnTo>
                <a:close/>
                <a:moveTo>
                  <a:pt x="1261535" y="3175"/>
                </a:moveTo>
                <a:lnTo>
                  <a:pt x="1261535" y="130175"/>
                </a:lnTo>
                <a:lnTo>
                  <a:pt x="1267885" y="130175"/>
                </a:lnTo>
                <a:lnTo>
                  <a:pt x="1267885" y="3175"/>
                </a:lnTo>
                <a:lnTo>
                  <a:pt x="1261535"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32" name="任意多边形: 形状 231">
            <a:extLst>
              <a:ext uri="{FF2B5EF4-FFF2-40B4-BE49-F238E27FC236}">
                <a16:creationId xmlns:a16="http://schemas.microsoft.com/office/drawing/2014/main" id="{009B2B5A-A433-BACB-FBD2-E2B7EDEF1CCD}"/>
              </a:ext>
            </a:extLst>
          </p:cNvPr>
          <p:cNvSpPr/>
          <p:nvPr/>
        </p:nvSpPr>
        <p:spPr>
          <a:xfrm>
            <a:off x="1081614" y="4962525"/>
            <a:ext cx="1281645" cy="147110"/>
          </a:xfrm>
          <a:custGeom>
            <a:avLst/>
            <a:gdLst>
              <a:gd name="connsiteX0" fmla="*/ 0 w 1281645"/>
              <a:gd name="connsiteY0" fmla="*/ 130175 h 147110"/>
              <a:gd name="connsiteX1" fmla="*/ 16935 w 1281645"/>
              <a:gd name="connsiteY1" fmla="*/ 147110 h 147110"/>
              <a:gd name="connsiteX2" fmla="*/ 33871 w 1281645"/>
              <a:gd name="connsiteY2" fmla="*/ 130175 h 147110"/>
              <a:gd name="connsiteX3" fmla="*/ 16935 w 1281645"/>
              <a:gd name="connsiteY3" fmla="*/ 113240 h 147110"/>
              <a:gd name="connsiteX4" fmla="*/ 0 w 1281645"/>
              <a:gd name="connsiteY4" fmla="*/ 130175 h 147110"/>
              <a:gd name="connsiteX5" fmla="*/ 16935 w 1281645"/>
              <a:gd name="connsiteY5" fmla="*/ 3175 h 147110"/>
              <a:gd name="connsiteX6" fmla="*/ 16935 w 1281645"/>
              <a:gd name="connsiteY6" fmla="*/ 0 h 147110"/>
              <a:gd name="connsiteX7" fmla="*/ 13760 w 1281645"/>
              <a:gd name="connsiteY7" fmla="*/ 0 h 147110"/>
              <a:gd name="connsiteX8" fmla="*/ 13760 w 1281645"/>
              <a:gd name="connsiteY8" fmla="*/ 3175 h 147110"/>
              <a:gd name="connsiteX9" fmla="*/ 16935 w 1281645"/>
              <a:gd name="connsiteY9" fmla="*/ 3175 h 147110"/>
              <a:gd name="connsiteX10" fmla="*/ 1264711 w 1281645"/>
              <a:gd name="connsiteY10" fmla="*/ 3175 h 147110"/>
              <a:gd name="connsiteX11" fmla="*/ 1267886 w 1281645"/>
              <a:gd name="connsiteY11" fmla="*/ 3175 h 147110"/>
              <a:gd name="connsiteX12" fmla="*/ 1267886 w 1281645"/>
              <a:gd name="connsiteY12" fmla="*/ 0 h 147110"/>
              <a:gd name="connsiteX13" fmla="*/ 1264711 w 1281645"/>
              <a:gd name="connsiteY13" fmla="*/ 0 h 147110"/>
              <a:gd name="connsiteX14" fmla="*/ 1264711 w 1281645"/>
              <a:gd name="connsiteY14" fmla="*/ 3175 h 147110"/>
              <a:gd name="connsiteX15" fmla="*/ 1247775 w 1281645"/>
              <a:gd name="connsiteY15" fmla="*/ 130175 h 147110"/>
              <a:gd name="connsiteX16" fmla="*/ 1264711 w 1281645"/>
              <a:gd name="connsiteY16" fmla="*/ 147110 h 147110"/>
              <a:gd name="connsiteX17" fmla="*/ 1281646 w 1281645"/>
              <a:gd name="connsiteY17" fmla="*/ 130175 h 147110"/>
              <a:gd name="connsiteX18" fmla="*/ 1264711 w 1281645"/>
              <a:gd name="connsiteY18" fmla="*/ 113240 h 147110"/>
              <a:gd name="connsiteX19" fmla="*/ 1247775 w 1281645"/>
              <a:gd name="connsiteY19" fmla="*/ 130175 h 147110"/>
              <a:gd name="connsiteX20" fmla="*/ 20110 w 1281645"/>
              <a:gd name="connsiteY20" fmla="*/ 130175 h 147110"/>
              <a:gd name="connsiteX21" fmla="*/ 20110 w 1281645"/>
              <a:gd name="connsiteY21" fmla="*/ 3175 h 147110"/>
              <a:gd name="connsiteX22" fmla="*/ 13760 w 1281645"/>
              <a:gd name="connsiteY22" fmla="*/ 3175 h 147110"/>
              <a:gd name="connsiteX23" fmla="*/ 13760 w 1281645"/>
              <a:gd name="connsiteY23" fmla="*/ 130175 h 147110"/>
              <a:gd name="connsiteX24" fmla="*/ 20110 w 1281645"/>
              <a:gd name="connsiteY24" fmla="*/ 130175 h 147110"/>
              <a:gd name="connsiteX25" fmla="*/ 16935 w 1281645"/>
              <a:gd name="connsiteY25" fmla="*/ 6350 h 147110"/>
              <a:gd name="connsiteX26" fmla="*/ 1264711 w 1281645"/>
              <a:gd name="connsiteY26" fmla="*/ 6350 h 147110"/>
              <a:gd name="connsiteX27" fmla="*/ 1264711 w 1281645"/>
              <a:gd name="connsiteY27" fmla="*/ 0 h 147110"/>
              <a:gd name="connsiteX28" fmla="*/ 16935 w 1281645"/>
              <a:gd name="connsiteY28" fmla="*/ 0 h 147110"/>
              <a:gd name="connsiteX29" fmla="*/ 16935 w 1281645"/>
              <a:gd name="connsiteY29" fmla="*/ 6350 h 147110"/>
              <a:gd name="connsiteX30" fmla="*/ 1261536 w 1281645"/>
              <a:gd name="connsiteY30" fmla="*/ 3175 h 147110"/>
              <a:gd name="connsiteX31" fmla="*/ 1261536 w 1281645"/>
              <a:gd name="connsiteY31" fmla="*/ 130175 h 147110"/>
              <a:gd name="connsiteX32" fmla="*/ 1267886 w 1281645"/>
              <a:gd name="connsiteY32" fmla="*/ 130175 h 147110"/>
              <a:gd name="connsiteX33" fmla="*/ 1267886 w 1281645"/>
              <a:gd name="connsiteY33" fmla="*/ 3175 h 147110"/>
              <a:gd name="connsiteX34" fmla="*/ 1261536 w 1281645"/>
              <a:gd name="connsiteY34" fmla="*/ 3175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1645" h="147110">
                <a:moveTo>
                  <a:pt x="0" y="130175"/>
                </a:moveTo>
                <a:cubicBezTo>
                  <a:pt x="0" y="139529"/>
                  <a:pt x="7582" y="147110"/>
                  <a:pt x="16935" y="147110"/>
                </a:cubicBezTo>
                <a:cubicBezTo>
                  <a:pt x="26289" y="147110"/>
                  <a:pt x="33871" y="139529"/>
                  <a:pt x="33871" y="130175"/>
                </a:cubicBezTo>
                <a:cubicBezTo>
                  <a:pt x="33871" y="120821"/>
                  <a:pt x="26289" y="113240"/>
                  <a:pt x="16935" y="113240"/>
                </a:cubicBezTo>
                <a:cubicBezTo>
                  <a:pt x="7582" y="113240"/>
                  <a:pt x="0" y="120821"/>
                  <a:pt x="0" y="130175"/>
                </a:cubicBezTo>
                <a:close/>
                <a:moveTo>
                  <a:pt x="16935" y="3175"/>
                </a:moveTo>
                <a:lnTo>
                  <a:pt x="16935" y="0"/>
                </a:lnTo>
                <a:lnTo>
                  <a:pt x="13760" y="0"/>
                </a:lnTo>
                <a:lnTo>
                  <a:pt x="13760" y="3175"/>
                </a:lnTo>
                <a:lnTo>
                  <a:pt x="16935" y="3175"/>
                </a:lnTo>
                <a:close/>
                <a:moveTo>
                  <a:pt x="1264711" y="3175"/>
                </a:moveTo>
                <a:lnTo>
                  <a:pt x="1267886" y="3175"/>
                </a:lnTo>
                <a:lnTo>
                  <a:pt x="1267886" y="0"/>
                </a:lnTo>
                <a:lnTo>
                  <a:pt x="1264711" y="0"/>
                </a:lnTo>
                <a:lnTo>
                  <a:pt x="1264711" y="3175"/>
                </a:lnTo>
                <a:close/>
                <a:moveTo>
                  <a:pt x="1247775" y="130175"/>
                </a:moveTo>
                <a:cubicBezTo>
                  <a:pt x="1247775" y="139529"/>
                  <a:pt x="1255357" y="147110"/>
                  <a:pt x="1264711" y="147110"/>
                </a:cubicBezTo>
                <a:cubicBezTo>
                  <a:pt x="1274064" y="147110"/>
                  <a:pt x="1281646" y="139529"/>
                  <a:pt x="1281646" y="130175"/>
                </a:cubicBezTo>
                <a:cubicBezTo>
                  <a:pt x="1281646" y="120821"/>
                  <a:pt x="1274064" y="113240"/>
                  <a:pt x="1264711" y="113240"/>
                </a:cubicBezTo>
                <a:cubicBezTo>
                  <a:pt x="1255357" y="113240"/>
                  <a:pt x="1247775" y="120821"/>
                  <a:pt x="1247775" y="130175"/>
                </a:cubicBezTo>
                <a:close/>
                <a:moveTo>
                  <a:pt x="20110" y="130175"/>
                </a:moveTo>
                <a:lnTo>
                  <a:pt x="20110" y="3175"/>
                </a:lnTo>
                <a:lnTo>
                  <a:pt x="13760" y="3175"/>
                </a:lnTo>
                <a:lnTo>
                  <a:pt x="13760" y="130175"/>
                </a:lnTo>
                <a:lnTo>
                  <a:pt x="20110" y="130175"/>
                </a:lnTo>
                <a:close/>
                <a:moveTo>
                  <a:pt x="16935" y="6350"/>
                </a:moveTo>
                <a:lnTo>
                  <a:pt x="1264711" y="6350"/>
                </a:lnTo>
                <a:lnTo>
                  <a:pt x="1264711" y="0"/>
                </a:lnTo>
                <a:lnTo>
                  <a:pt x="16935" y="0"/>
                </a:lnTo>
                <a:lnTo>
                  <a:pt x="16935" y="6350"/>
                </a:lnTo>
                <a:close/>
                <a:moveTo>
                  <a:pt x="1261536" y="3175"/>
                </a:moveTo>
                <a:lnTo>
                  <a:pt x="1261536" y="130175"/>
                </a:lnTo>
                <a:lnTo>
                  <a:pt x="1267886" y="130175"/>
                </a:lnTo>
                <a:lnTo>
                  <a:pt x="1267886" y="3175"/>
                </a:lnTo>
                <a:lnTo>
                  <a:pt x="1261536" y="3175"/>
                </a:ln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33" name="任意多边形: 形状 232">
            <a:extLst>
              <a:ext uri="{FF2B5EF4-FFF2-40B4-BE49-F238E27FC236}">
                <a16:creationId xmlns:a16="http://schemas.microsoft.com/office/drawing/2014/main" id="{691A9D0E-243F-426F-BF8E-3D7E41CC4262}"/>
              </a:ext>
            </a:extLst>
          </p:cNvPr>
          <p:cNvSpPr/>
          <p:nvPr/>
        </p:nvSpPr>
        <p:spPr>
          <a:xfrm>
            <a:off x="1703914" y="2933700"/>
            <a:ext cx="33870" cy="251885"/>
          </a:xfrm>
          <a:custGeom>
            <a:avLst/>
            <a:gdLst>
              <a:gd name="connsiteX0" fmla="*/ 0 w 33870"/>
              <a:gd name="connsiteY0" fmla="*/ 234950 h 251885"/>
              <a:gd name="connsiteX1" fmla="*/ 16935 w 33870"/>
              <a:gd name="connsiteY1" fmla="*/ 251885 h 251885"/>
              <a:gd name="connsiteX2" fmla="*/ 33871 w 33870"/>
              <a:gd name="connsiteY2" fmla="*/ 234950 h 251885"/>
              <a:gd name="connsiteX3" fmla="*/ 16935 w 33870"/>
              <a:gd name="connsiteY3" fmla="*/ 218015 h 251885"/>
              <a:gd name="connsiteX4" fmla="*/ 0 w 33870"/>
              <a:gd name="connsiteY4" fmla="*/ 234950 h 251885"/>
              <a:gd name="connsiteX5" fmla="*/ 20110 w 33870"/>
              <a:gd name="connsiteY5" fmla="*/ 234950 h 251885"/>
              <a:gd name="connsiteX6" fmla="*/ 20110 w 33870"/>
              <a:gd name="connsiteY6" fmla="*/ 0 h 251885"/>
              <a:gd name="connsiteX7" fmla="*/ 13760 w 33870"/>
              <a:gd name="connsiteY7" fmla="*/ 0 h 251885"/>
              <a:gd name="connsiteX8" fmla="*/ 13760 w 33870"/>
              <a:gd name="connsiteY8" fmla="*/ 234950 h 251885"/>
              <a:gd name="connsiteX9" fmla="*/ 20110 w 33870"/>
              <a:gd name="connsiteY9" fmla="*/ 234950 h 25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70" h="251885">
                <a:moveTo>
                  <a:pt x="0" y="234950"/>
                </a:moveTo>
                <a:cubicBezTo>
                  <a:pt x="0" y="244304"/>
                  <a:pt x="7582" y="251885"/>
                  <a:pt x="16935" y="251885"/>
                </a:cubicBezTo>
                <a:cubicBezTo>
                  <a:pt x="26289" y="251885"/>
                  <a:pt x="33871" y="244304"/>
                  <a:pt x="33871" y="234950"/>
                </a:cubicBezTo>
                <a:cubicBezTo>
                  <a:pt x="33871" y="225597"/>
                  <a:pt x="26289" y="218015"/>
                  <a:pt x="16935" y="218015"/>
                </a:cubicBezTo>
                <a:cubicBezTo>
                  <a:pt x="7582" y="218015"/>
                  <a:pt x="0" y="225597"/>
                  <a:pt x="0" y="234950"/>
                </a:cubicBezTo>
                <a:close/>
                <a:moveTo>
                  <a:pt x="20110" y="234950"/>
                </a:moveTo>
                <a:lnTo>
                  <a:pt x="20110" y="0"/>
                </a:lnTo>
                <a:lnTo>
                  <a:pt x="13760" y="0"/>
                </a:lnTo>
                <a:lnTo>
                  <a:pt x="13760" y="234950"/>
                </a:lnTo>
                <a:lnTo>
                  <a:pt x="20110" y="234950"/>
                </a:lnTo>
                <a:close/>
              </a:path>
            </a:pathLst>
          </a:custGeom>
          <a:gradFill flip="none" rotWithShape="1">
            <a:gsLst>
              <a:gs pos="0">
                <a:schemeClr val="accent1">
                  <a:lumMod val="100000"/>
                </a:schemeClr>
              </a:gs>
              <a:gs pos="41480">
                <a:schemeClr val="accent1">
                  <a:lumMod val="100000"/>
                </a:schemeClr>
              </a:gs>
            </a:gsLst>
            <a:lin ang="5400000" scaled="1"/>
            <a:tileRect/>
          </a:gradFill>
          <a:ln w="6350" cap="flat">
            <a:noFill/>
            <a:prstDash val="solid"/>
            <a:miter/>
          </a:ln>
        </p:spPr>
        <p:txBody>
          <a:bodyPr rtlCol="0" anchor="ctr"/>
          <a:lstStyle/>
          <a:p>
            <a:endParaRPr lang="zh-CN" altLang="en-US">
              <a:solidFill>
                <a:schemeClr val="accent3"/>
              </a:solidFill>
            </a:endParaRPr>
          </a:p>
        </p:txBody>
      </p:sp>
      <p:sp>
        <p:nvSpPr>
          <p:cNvPr id="235" name="任意多边形: 形状 234">
            <a:extLst>
              <a:ext uri="{FF2B5EF4-FFF2-40B4-BE49-F238E27FC236}">
                <a16:creationId xmlns:a16="http://schemas.microsoft.com/office/drawing/2014/main" id="{BE3BED44-977F-964F-3B97-03B29528E479}"/>
              </a:ext>
            </a:extLst>
          </p:cNvPr>
          <p:cNvSpPr/>
          <p:nvPr/>
        </p:nvSpPr>
        <p:spPr>
          <a:xfrm>
            <a:off x="1703914" y="4165600"/>
            <a:ext cx="33870" cy="251885"/>
          </a:xfrm>
          <a:custGeom>
            <a:avLst/>
            <a:gdLst>
              <a:gd name="connsiteX0" fmla="*/ 0 w 33870"/>
              <a:gd name="connsiteY0" fmla="*/ 234950 h 251885"/>
              <a:gd name="connsiteX1" fmla="*/ 16935 w 33870"/>
              <a:gd name="connsiteY1" fmla="*/ 251885 h 251885"/>
              <a:gd name="connsiteX2" fmla="*/ 33871 w 33870"/>
              <a:gd name="connsiteY2" fmla="*/ 234950 h 251885"/>
              <a:gd name="connsiteX3" fmla="*/ 16935 w 33870"/>
              <a:gd name="connsiteY3" fmla="*/ 218015 h 251885"/>
              <a:gd name="connsiteX4" fmla="*/ 0 w 33870"/>
              <a:gd name="connsiteY4" fmla="*/ 234950 h 251885"/>
              <a:gd name="connsiteX5" fmla="*/ 20110 w 33870"/>
              <a:gd name="connsiteY5" fmla="*/ 234950 h 251885"/>
              <a:gd name="connsiteX6" fmla="*/ 20110 w 33870"/>
              <a:gd name="connsiteY6" fmla="*/ 0 h 251885"/>
              <a:gd name="connsiteX7" fmla="*/ 13760 w 33870"/>
              <a:gd name="connsiteY7" fmla="*/ 0 h 251885"/>
              <a:gd name="connsiteX8" fmla="*/ 13760 w 33870"/>
              <a:gd name="connsiteY8" fmla="*/ 234950 h 251885"/>
              <a:gd name="connsiteX9" fmla="*/ 20110 w 33870"/>
              <a:gd name="connsiteY9" fmla="*/ 234950 h 25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70" h="251885">
                <a:moveTo>
                  <a:pt x="0" y="234950"/>
                </a:moveTo>
                <a:cubicBezTo>
                  <a:pt x="0" y="244304"/>
                  <a:pt x="7582" y="251885"/>
                  <a:pt x="16935" y="251885"/>
                </a:cubicBezTo>
                <a:cubicBezTo>
                  <a:pt x="26289" y="251885"/>
                  <a:pt x="33871" y="244304"/>
                  <a:pt x="33871" y="234950"/>
                </a:cubicBezTo>
                <a:cubicBezTo>
                  <a:pt x="33871" y="225596"/>
                  <a:pt x="26289" y="218015"/>
                  <a:pt x="16935" y="218015"/>
                </a:cubicBezTo>
                <a:cubicBezTo>
                  <a:pt x="7582" y="218015"/>
                  <a:pt x="0" y="225596"/>
                  <a:pt x="0" y="234950"/>
                </a:cubicBezTo>
                <a:close/>
                <a:moveTo>
                  <a:pt x="20110" y="234950"/>
                </a:moveTo>
                <a:lnTo>
                  <a:pt x="20110" y="0"/>
                </a:lnTo>
                <a:lnTo>
                  <a:pt x="13760" y="0"/>
                </a:lnTo>
                <a:lnTo>
                  <a:pt x="13760" y="234950"/>
                </a:lnTo>
                <a:lnTo>
                  <a:pt x="20110" y="234950"/>
                </a:lnTo>
                <a:close/>
              </a:path>
            </a:pathLst>
          </a:custGeom>
          <a:gradFill flip="none" rotWithShape="1">
            <a:gsLst>
              <a:gs pos="0">
                <a:schemeClr val="accent1">
                  <a:lumMod val="100000"/>
                </a:schemeClr>
              </a:gs>
              <a:gs pos="41480">
                <a:schemeClr val="accent1">
                  <a:lumMod val="100000"/>
                </a:schemeClr>
              </a:gs>
            </a:gsLst>
            <a:lin ang="5400000" scaled="1"/>
            <a:tileRect/>
          </a:gradFill>
          <a:ln w="6350" cap="flat">
            <a:noFill/>
            <a:prstDash val="solid"/>
            <a:miter/>
          </a:ln>
        </p:spPr>
        <p:txBody>
          <a:bodyPr rtlCol="0" anchor="ctr"/>
          <a:lstStyle/>
          <a:p>
            <a:endParaRPr lang="zh-CN" altLang="en-US">
              <a:solidFill>
                <a:schemeClr val="accent3"/>
              </a:solidFill>
            </a:endParaRPr>
          </a:p>
        </p:txBody>
      </p:sp>
      <p:sp>
        <p:nvSpPr>
          <p:cNvPr id="236" name="任意多边形: 形状 235">
            <a:extLst>
              <a:ext uri="{FF2B5EF4-FFF2-40B4-BE49-F238E27FC236}">
                <a16:creationId xmlns:a16="http://schemas.microsoft.com/office/drawing/2014/main" id="{871AF787-A4E9-F77D-1EAB-99E8412F463C}"/>
              </a:ext>
            </a:extLst>
          </p:cNvPr>
          <p:cNvSpPr/>
          <p:nvPr/>
        </p:nvSpPr>
        <p:spPr>
          <a:xfrm>
            <a:off x="4624914" y="4883150"/>
            <a:ext cx="33870" cy="251885"/>
          </a:xfrm>
          <a:custGeom>
            <a:avLst/>
            <a:gdLst>
              <a:gd name="connsiteX0" fmla="*/ 0 w 33870"/>
              <a:gd name="connsiteY0" fmla="*/ 234950 h 251885"/>
              <a:gd name="connsiteX1" fmla="*/ 16935 w 33870"/>
              <a:gd name="connsiteY1" fmla="*/ 251885 h 251885"/>
              <a:gd name="connsiteX2" fmla="*/ 33871 w 33870"/>
              <a:gd name="connsiteY2" fmla="*/ 234950 h 251885"/>
              <a:gd name="connsiteX3" fmla="*/ 16935 w 33870"/>
              <a:gd name="connsiteY3" fmla="*/ 218015 h 251885"/>
              <a:gd name="connsiteX4" fmla="*/ 0 w 33870"/>
              <a:gd name="connsiteY4" fmla="*/ 234950 h 251885"/>
              <a:gd name="connsiteX5" fmla="*/ 20110 w 33870"/>
              <a:gd name="connsiteY5" fmla="*/ 234950 h 251885"/>
              <a:gd name="connsiteX6" fmla="*/ 20110 w 33870"/>
              <a:gd name="connsiteY6" fmla="*/ 0 h 251885"/>
              <a:gd name="connsiteX7" fmla="*/ 13760 w 33870"/>
              <a:gd name="connsiteY7" fmla="*/ 0 h 251885"/>
              <a:gd name="connsiteX8" fmla="*/ 13760 w 33870"/>
              <a:gd name="connsiteY8" fmla="*/ 234950 h 251885"/>
              <a:gd name="connsiteX9" fmla="*/ 20110 w 33870"/>
              <a:gd name="connsiteY9" fmla="*/ 234950 h 25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70" h="251885">
                <a:moveTo>
                  <a:pt x="0" y="234950"/>
                </a:moveTo>
                <a:cubicBezTo>
                  <a:pt x="0" y="244304"/>
                  <a:pt x="7582" y="251885"/>
                  <a:pt x="16935" y="251885"/>
                </a:cubicBezTo>
                <a:cubicBezTo>
                  <a:pt x="26289" y="251885"/>
                  <a:pt x="33871" y="244304"/>
                  <a:pt x="33871" y="234950"/>
                </a:cubicBezTo>
                <a:cubicBezTo>
                  <a:pt x="33871" y="225596"/>
                  <a:pt x="26289" y="218015"/>
                  <a:pt x="16935" y="218015"/>
                </a:cubicBezTo>
                <a:cubicBezTo>
                  <a:pt x="7582" y="218015"/>
                  <a:pt x="0" y="225596"/>
                  <a:pt x="0" y="234950"/>
                </a:cubicBezTo>
                <a:close/>
                <a:moveTo>
                  <a:pt x="20110" y="234950"/>
                </a:moveTo>
                <a:lnTo>
                  <a:pt x="20110" y="0"/>
                </a:lnTo>
                <a:lnTo>
                  <a:pt x="13760" y="0"/>
                </a:lnTo>
                <a:lnTo>
                  <a:pt x="13760" y="234950"/>
                </a:lnTo>
                <a:lnTo>
                  <a:pt x="20110" y="234950"/>
                </a:lnTo>
                <a:close/>
              </a:path>
            </a:pathLst>
          </a:custGeom>
          <a:gradFill flip="none" rotWithShape="1">
            <a:gsLst>
              <a:gs pos="0">
                <a:schemeClr val="accent1">
                  <a:lumMod val="100000"/>
                </a:schemeClr>
              </a:gs>
              <a:gs pos="41480">
                <a:schemeClr val="accent1">
                  <a:lumMod val="100000"/>
                </a:schemeClr>
              </a:gs>
            </a:gsLst>
            <a:lin ang="5400000" scaled="1"/>
            <a:tileRect/>
          </a:gradFill>
          <a:ln w="6350" cap="flat">
            <a:noFill/>
            <a:prstDash val="solid"/>
            <a:miter/>
          </a:ln>
        </p:spPr>
        <p:txBody>
          <a:bodyPr rtlCol="0" anchor="ctr"/>
          <a:lstStyle/>
          <a:p>
            <a:endParaRPr lang="zh-CN" altLang="en-US">
              <a:solidFill>
                <a:schemeClr val="accent3"/>
              </a:solidFill>
            </a:endParaRPr>
          </a:p>
        </p:txBody>
      </p:sp>
      <p:sp>
        <p:nvSpPr>
          <p:cNvPr id="238" name="任意多边形: 形状 237">
            <a:extLst>
              <a:ext uri="{FF2B5EF4-FFF2-40B4-BE49-F238E27FC236}">
                <a16:creationId xmlns:a16="http://schemas.microsoft.com/office/drawing/2014/main" id="{93F1E9D8-7B6D-49C2-2FEE-D2CCC2B465C5}"/>
              </a:ext>
            </a:extLst>
          </p:cNvPr>
          <p:cNvSpPr/>
          <p:nvPr/>
        </p:nvSpPr>
        <p:spPr>
          <a:xfrm>
            <a:off x="1720850" y="4845050"/>
            <a:ext cx="6350" cy="117475"/>
          </a:xfrm>
          <a:custGeom>
            <a:avLst/>
            <a:gdLst>
              <a:gd name="connsiteX0" fmla="*/ 0 w 6350"/>
              <a:gd name="connsiteY0" fmla="*/ 0 h 117475"/>
              <a:gd name="connsiteX1" fmla="*/ 0 w 6350"/>
              <a:gd name="connsiteY1" fmla="*/ 117475 h 117475"/>
            </a:gdLst>
            <a:ahLst/>
            <a:cxnLst>
              <a:cxn ang="0">
                <a:pos x="connsiteX0" y="connsiteY0"/>
              </a:cxn>
              <a:cxn ang="0">
                <a:pos x="connsiteX1" y="connsiteY1"/>
              </a:cxn>
            </a:cxnLst>
            <a:rect l="l" t="t" r="r" b="b"/>
            <a:pathLst>
              <a:path w="6350" h="117475">
                <a:moveTo>
                  <a:pt x="0" y="0"/>
                </a:moveTo>
                <a:lnTo>
                  <a:pt x="0" y="117475"/>
                </a:lnTo>
              </a:path>
            </a:pathLst>
          </a:custGeom>
          <a:noFill/>
          <a:ln w="6350" cap="flat">
            <a:gradFill>
              <a:gsLst>
                <a:gs pos="0">
                  <a:schemeClr val="accent3">
                    <a:alpha val="0"/>
                  </a:schemeClr>
                </a:gs>
                <a:gs pos="41480">
                  <a:schemeClr val="accent3"/>
                </a:gs>
              </a:gsLst>
              <a:lin ang="5400000" scaled="1"/>
            </a:gradFill>
            <a:prstDash val="solid"/>
            <a:miter/>
          </a:ln>
        </p:spPr>
        <p:txBody>
          <a:bodyPr rtlCol="0" anchor="ctr"/>
          <a:lstStyle/>
          <a:p>
            <a:endParaRPr lang="zh-CN" altLang="en-US">
              <a:solidFill>
                <a:schemeClr val="accent3"/>
              </a:solidFill>
            </a:endParaRPr>
          </a:p>
        </p:txBody>
      </p:sp>
      <p:sp>
        <p:nvSpPr>
          <p:cNvPr id="241" name="矩形: 圆角 240">
            <a:extLst>
              <a:ext uri="{FF2B5EF4-FFF2-40B4-BE49-F238E27FC236}">
                <a16:creationId xmlns:a16="http://schemas.microsoft.com/office/drawing/2014/main" id="{622FA58F-A4DC-EFA9-66DF-727384E0BAC2}"/>
              </a:ext>
            </a:extLst>
          </p:cNvPr>
          <p:cNvSpPr/>
          <p:nvPr/>
        </p:nvSpPr>
        <p:spPr>
          <a:xfrm>
            <a:off x="6896100" y="4559300"/>
            <a:ext cx="863600" cy="222250"/>
          </a:xfrm>
          <a:prstGeom prst="roundRect">
            <a:avLst>
              <a:gd name="adj" fmla="val 8000"/>
            </a:avLst>
          </a:prstGeom>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5" name="矩形: 圆角 244">
            <a:extLst>
              <a:ext uri="{FF2B5EF4-FFF2-40B4-BE49-F238E27FC236}">
                <a16:creationId xmlns:a16="http://schemas.microsoft.com/office/drawing/2014/main" id="{71F172CD-8EE2-4546-B247-72139530C5DF}"/>
              </a:ext>
            </a:extLst>
          </p:cNvPr>
          <p:cNvSpPr/>
          <p:nvPr/>
        </p:nvSpPr>
        <p:spPr>
          <a:xfrm>
            <a:off x="6896100" y="4832350"/>
            <a:ext cx="863600" cy="2222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1" name="矩形: 圆角 250">
            <a:extLst>
              <a:ext uri="{FF2B5EF4-FFF2-40B4-BE49-F238E27FC236}">
                <a16:creationId xmlns:a16="http://schemas.microsoft.com/office/drawing/2014/main" id="{3DBD9FD7-DC45-A508-ADFF-709B779CE56A}"/>
              </a:ext>
            </a:extLst>
          </p:cNvPr>
          <p:cNvSpPr/>
          <p:nvPr/>
        </p:nvSpPr>
        <p:spPr>
          <a:xfrm>
            <a:off x="6896100" y="5105400"/>
            <a:ext cx="863600" cy="2222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4" name="矩形: 圆角 253">
            <a:extLst>
              <a:ext uri="{FF2B5EF4-FFF2-40B4-BE49-F238E27FC236}">
                <a16:creationId xmlns:a16="http://schemas.microsoft.com/office/drawing/2014/main" id="{CDA9B0F6-3BA1-6F9A-1D68-919E38B1976A}"/>
              </a:ext>
            </a:extLst>
          </p:cNvPr>
          <p:cNvSpPr/>
          <p:nvPr/>
        </p:nvSpPr>
        <p:spPr>
          <a:xfrm>
            <a:off x="6896100" y="5378450"/>
            <a:ext cx="863600" cy="2222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9" name="矩形: 圆角 258">
            <a:extLst>
              <a:ext uri="{FF2B5EF4-FFF2-40B4-BE49-F238E27FC236}">
                <a16:creationId xmlns:a16="http://schemas.microsoft.com/office/drawing/2014/main" id="{B446F966-1A13-4F57-4351-228CE1C23454}"/>
              </a:ext>
            </a:extLst>
          </p:cNvPr>
          <p:cNvSpPr/>
          <p:nvPr/>
        </p:nvSpPr>
        <p:spPr>
          <a:xfrm>
            <a:off x="9639300" y="27051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4" name="矩形: 圆角 263">
            <a:extLst>
              <a:ext uri="{FF2B5EF4-FFF2-40B4-BE49-F238E27FC236}">
                <a16:creationId xmlns:a16="http://schemas.microsoft.com/office/drawing/2014/main" id="{D6F5742C-EA8D-D652-8EB1-51036A3302C9}"/>
              </a:ext>
            </a:extLst>
          </p:cNvPr>
          <p:cNvSpPr/>
          <p:nvPr/>
        </p:nvSpPr>
        <p:spPr>
          <a:xfrm>
            <a:off x="9639300" y="33147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3" name="矩形: 圆角 272">
            <a:extLst>
              <a:ext uri="{FF2B5EF4-FFF2-40B4-BE49-F238E27FC236}">
                <a16:creationId xmlns:a16="http://schemas.microsoft.com/office/drawing/2014/main" id="{80ACCEAE-67F9-E115-D416-FBF8767D9A92}"/>
              </a:ext>
            </a:extLst>
          </p:cNvPr>
          <p:cNvSpPr/>
          <p:nvPr/>
        </p:nvSpPr>
        <p:spPr>
          <a:xfrm>
            <a:off x="9639300" y="39243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9" name="矩形: 圆角 278">
            <a:extLst>
              <a:ext uri="{FF2B5EF4-FFF2-40B4-BE49-F238E27FC236}">
                <a16:creationId xmlns:a16="http://schemas.microsoft.com/office/drawing/2014/main" id="{3B82CD3A-3F6B-7BD6-31A2-53BEF0026CA5}"/>
              </a:ext>
            </a:extLst>
          </p:cNvPr>
          <p:cNvSpPr/>
          <p:nvPr/>
        </p:nvSpPr>
        <p:spPr>
          <a:xfrm>
            <a:off x="9639300" y="45339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5" name="矩形: 圆角 294">
            <a:extLst>
              <a:ext uri="{FF2B5EF4-FFF2-40B4-BE49-F238E27FC236}">
                <a16:creationId xmlns:a16="http://schemas.microsoft.com/office/drawing/2014/main" id="{E799CB4B-F392-5AF6-583F-4FC509B9E7E2}"/>
              </a:ext>
            </a:extLst>
          </p:cNvPr>
          <p:cNvSpPr/>
          <p:nvPr/>
        </p:nvSpPr>
        <p:spPr>
          <a:xfrm>
            <a:off x="9639300" y="5143500"/>
            <a:ext cx="16637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7" name="任意多边形: 形状 296">
            <a:extLst>
              <a:ext uri="{FF2B5EF4-FFF2-40B4-BE49-F238E27FC236}">
                <a16:creationId xmlns:a16="http://schemas.microsoft.com/office/drawing/2014/main" id="{6459F922-D1AA-2C5D-C8A9-31FEE7139705}"/>
              </a:ext>
            </a:extLst>
          </p:cNvPr>
          <p:cNvSpPr/>
          <p:nvPr/>
        </p:nvSpPr>
        <p:spPr>
          <a:xfrm>
            <a:off x="7788275" y="4686300"/>
            <a:ext cx="279400" cy="209550"/>
          </a:xfrm>
          <a:custGeom>
            <a:avLst/>
            <a:gdLst>
              <a:gd name="connsiteX0" fmla="*/ 279400 w 279400"/>
              <a:gd name="connsiteY0" fmla="*/ 209550 h 209550"/>
              <a:gd name="connsiteX1" fmla="*/ 279400 w 279400"/>
              <a:gd name="connsiteY1" fmla="*/ 0 h 209550"/>
              <a:gd name="connsiteX2" fmla="*/ 0 w 279400"/>
              <a:gd name="connsiteY2" fmla="*/ 0 h 209550"/>
            </a:gdLst>
            <a:ahLst/>
            <a:cxnLst>
              <a:cxn ang="0">
                <a:pos x="connsiteX0" y="connsiteY0"/>
              </a:cxn>
              <a:cxn ang="0">
                <a:pos x="connsiteX1" y="connsiteY1"/>
              </a:cxn>
              <a:cxn ang="0">
                <a:pos x="connsiteX2" y="connsiteY2"/>
              </a:cxn>
            </a:cxnLst>
            <a:rect l="l" t="t" r="r" b="b"/>
            <a:pathLst>
              <a:path w="279400" h="209550">
                <a:moveTo>
                  <a:pt x="279400" y="209550"/>
                </a:moveTo>
                <a:lnTo>
                  <a:pt x="279400" y="0"/>
                </a:ln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298" name="任意多边形: 形状 297">
            <a:extLst>
              <a:ext uri="{FF2B5EF4-FFF2-40B4-BE49-F238E27FC236}">
                <a16:creationId xmlns:a16="http://schemas.microsoft.com/office/drawing/2014/main" id="{25A356E9-76D2-B108-1759-E54A4660DDFF}"/>
              </a:ext>
            </a:extLst>
          </p:cNvPr>
          <p:cNvSpPr/>
          <p:nvPr/>
        </p:nvSpPr>
        <p:spPr>
          <a:xfrm>
            <a:off x="8051800" y="4883150"/>
            <a:ext cx="31750" cy="31750"/>
          </a:xfrm>
          <a:custGeom>
            <a:avLst/>
            <a:gdLst>
              <a:gd name="connsiteX0" fmla="*/ 31750 w 31750"/>
              <a:gd name="connsiteY0" fmla="*/ 15875 h 31750"/>
              <a:gd name="connsiteX1" fmla="*/ 15875 w 31750"/>
              <a:gd name="connsiteY1" fmla="*/ 31750 h 31750"/>
              <a:gd name="connsiteX2" fmla="*/ 0 w 31750"/>
              <a:gd name="connsiteY2" fmla="*/ 15875 h 31750"/>
              <a:gd name="connsiteX3" fmla="*/ 15875 w 31750"/>
              <a:gd name="connsiteY3" fmla="*/ 0 h 31750"/>
              <a:gd name="connsiteX4" fmla="*/ 31750 w 31750"/>
              <a:gd name="connsiteY4" fmla="*/ 158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1750" y="15875"/>
                </a:moveTo>
                <a:cubicBezTo>
                  <a:pt x="31750" y="24643"/>
                  <a:pt x="24643" y="31750"/>
                  <a:pt x="15875" y="31750"/>
                </a:cubicBezTo>
                <a:cubicBezTo>
                  <a:pt x="7107" y="31750"/>
                  <a:pt x="0" y="24643"/>
                  <a:pt x="0" y="15875"/>
                </a:cubicBezTo>
                <a:cubicBezTo>
                  <a:pt x="0" y="7107"/>
                  <a:pt x="7107" y="0"/>
                  <a:pt x="15875" y="0"/>
                </a:cubicBezTo>
                <a:cubicBezTo>
                  <a:pt x="24643" y="0"/>
                  <a:pt x="31750" y="7107"/>
                  <a:pt x="31750" y="15875"/>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299" name="任意多边形: 形状 298">
            <a:extLst>
              <a:ext uri="{FF2B5EF4-FFF2-40B4-BE49-F238E27FC236}">
                <a16:creationId xmlns:a16="http://schemas.microsoft.com/office/drawing/2014/main" id="{50FA9D0C-7DA7-3F2D-D466-F14C3C86E11D}"/>
              </a:ext>
            </a:extLst>
          </p:cNvPr>
          <p:cNvSpPr/>
          <p:nvPr/>
        </p:nvSpPr>
        <p:spPr>
          <a:xfrm>
            <a:off x="7788275" y="5302250"/>
            <a:ext cx="279400" cy="209550"/>
          </a:xfrm>
          <a:custGeom>
            <a:avLst/>
            <a:gdLst>
              <a:gd name="connsiteX0" fmla="*/ 279400 w 279400"/>
              <a:gd name="connsiteY0" fmla="*/ 0 h 209550"/>
              <a:gd name="connsiteX1" fmla="*/ 279400 w 279400"/>
              <a:gd name="connsiteY1" fmla="*/ 209550 h 209550"/>
              <a:gd name="connsiteX2" fmla="*/ 0 w 279400"/>
              <a:gd name="connsiteY2" fmla="*/ 209550 h 209550"/>
            </a:gdLst>
            <a:ahLst/>
            <a:cxnLst>
              <a:cxn ang="0">
                <a:pos x="connsiteX0" y="connsiteY0"/>
              </a:cxn>
              <a:cxn ang="0">
                <a:pos x="connsiteX1" y="connsiteY1"/>
              </a:cxn>
              <a:cxn ang="0">
                <a:pos x="connsiteX2" y="connsiteY2"/>
              </a:cxn>
            </a:cxnLst>
            <a:rect l="l" t="t" r="r" b="b"/>
            <a:pathLst>
              <a:path w="279400" h="209550">
                <a:moveTo>
                  <a:pt x="279400" y="0"/>
                </a:moveTo>
                <a:lnTo>
                  <a:pt x="279400" y="209550"/>
                </a:lnTo>
                <a:lnTo>
                  <a:pt x="0" y="20955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0" name="任意多边形: 形状 299">
            <a:extLst>
              <a:ext uri="{FF2B5EF4-FFF2-40B4-BE49-F238E27FC236}">
                <a16:creationId xmlns:a16="http://schemas.microsoft.com/office/drawing/2014/main" id="{32E53B1B-9E93-7393-3404-2B554FC0190B}"/>
              </a:ext>
            </a:extLst>
          </p:cNvPr>
          <p:cNvSpPr/>
          <p:nvPr/>
        </p:nvSpPr>
        <p:spPr>
          <a:xfrm>
            <a:off x="7797800" y="5216525"/>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1" name="任意多边形: 形状 300">
            <a:extLst>
              <a:ext uri="{FF2B5EF4-FFF2-40B4-BE49-F238E27FC236}">
                <a16:creationId xmlns:a16="http://schemas.microsoft.com/office/drawing/2014/main" id="{828036CA-730A-0CD4-B706-68C2881E78CE}"/>
              </a:ext>
            </a:extLst>
          </p:cNvPr>
          <p:cNvSpPr/>
          <p:nvPr/>
        </p:nvSpPr>
        <p:spPr>
          <a:xfrm>
            <a:off x="8147050" y="5076825"/>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2" name="任意多边形: 形状 301">
            <a:extLst>
              <a:ext uri="{FF2B5EF4-FFF2-40B4-BE49-F238E27FC236}">
                <a16:creationId xmlns:a16="http://schemas.microsoft.com/office/drawing/2014/main" id="{E79F73AD-874A-1370-7D66-0A323D31C79B}"/>
              </a:ext>
            </a:extLst>
          </p:cNvPr>
          <p:cNvSpPr/>
          <p:nvPr/>
        </p:nvSpPr>
        <p:spPr>
          <a:xfrm>
            <a:off x="7797800" y="4943475"/>
            <a:ext cx="142875" cy="6350"/>
          </a:xfrm>
          <a:custGeom>
            <a:avLst/>
            <a:gdLst>
              <a:gd name="connsiteX0" fmla="*/ 142875 w 142875"/>
              <a:gd name="connsiteY0" fmla="*/ 0 h 6350"/>
              <a:gd name="connsiteX1" fmla="*/ 0 w 142875"/>
              <a:gd name="connsiteY1" fmla="*/ 0 h 6350"/>
            </a:gdLst>
            <a:ahLst/>
            <a:cxnLst>
              <a:cxn ang="0">
                <a:pos x="connsiteX0" y="connsiteY0"/>
              </a:cxn>
              <a:cxn ang="0">
                <a:pos x="connsiteX1" y="connsiteY1"/>
              </a:cxn>
            </a:cxnLst>
            <a:rect l="l" t="t" r="r" b="b"/>
            <a:pathLst>
              <a:path w="142875" h="6350">
                <a:moveTo>
                  <a:pt x="142875" y="0"/>
                </a:moveTo>
                <a:lnTo>
                  <a:pt x="0" y="0"/>
                </a:lnTo>
              </a:path>
            </a:pathLst>
          </a:custGeom>
          <a:noFill/>
          <a:ln w="12700" cap="flat">
            <a:gradFill>
              <a:gsLst>
                <a:gs pos="0">
                  <a:schemeClr val="accent1">
                    <a:alpha val="0"/>
                  </a:schemeClr>
                </a:gs>
                <a:gs pos="100000">
                  <a:schemeClr val="accent1"/>
                </a:gs>
              </a:gsLst>
              <a:lin ang="0" scaled="1"/>
            </a:gradFill>
            <a:prstDash val="solid"/>
            <a:miter/>
          </a:ln>
        </p:spPr>
        <p:txBody>
          <a:bodyPr rtlCol="0" anchor="ctr"/>
          <a:lstStyle/>
          <a:p>
            <a:endParaRPr lang="zh-CN" altLang="en-US">
              <a:solidFill>
                <a:schemeClr val="accent3"/>
              </a:solidFill>
            </a:endParaRPr>
          </a:p>
        </p:txBody>
      </p:sp>
      <p:sp>
        <p:nvSpPr>
          <p:cNvPr id="303" name="任意多边形: 形状 302">
            <a:extLst>
              <a:ext uri="{FF2B5EF4-FFF2-40B4-BE49-F238E27FC236}">
                <a16:creationId xmlns:a16="http://schemas.microsoft.com/office/drawing/2014/main" id="{05EF02D7-0DFB-85B6-476C-BB1BD941F87C}"/>
              </a:ext>
            </a:extLst>
          </p:cNvPr>
          <p:cNvSpPr/>
          <p:nvPr/>
        </p:nvSpPr>
        <p:spPr>
          <a:xfrm flipV="1">
            <a:off x="8051800" y="5283200"/>
            <a:ext cx="31750" cy="31750"/>
          </a:xfrm>
          <a:custGeom>
            <a:avLst/>
            <a:gdLst>
              <a:gd name="connsiteX0" fmla="*/ 33021 w 31750"/>
              <a:gd name="connsiteY0" fmla="*/ 16710 h 31750"/>
              <a:gd name="connsiteX1" fmla="*/ 17146 w 31750"/>
              <a:gd name="connsiteY1" fmla="*/ 32585 h 31750"/>
              <a:gd name="connsiteX2" fmla="*/ 1271 w 31750"/>
              <a:gd name="connsiteY2" fmla="*/ 16710 h 31750"/>
              <a:gd name="connsiteX3" fmla="*/ 17146 w 31750"/>
              <a:gd name="connsiteY3" fmla="*/ 835 h 31750"/>
              <a:gd name="connsiteX4" fmla="*/ 33021 w 31750"/>
              <a:gd name="connsiteY4" fmla="*/ 16710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21" y="16710"/>
                </a:moveTo>
                <a:cubicBezTo>
                  <a:pt x="33021" y="25477"/>
                  <a:pt x="25913" y="32585"/>
                  <a:pt x="17146" y="32585"/>
                </a:cubicBezTo>
                <a:cubicBezTo>
                  <a:pt x="8378" y="32585"/>
                  <a:pt x="1271" y="25477"/>
                  <a:pt x="1271" y="16710"/>
                </a:cubicBezTo>
                <a:cubicBezTo>
                  <a:pt x="1271" y="7942"/>
                  <a:pt x="8378" y="835"/>
                  <a:pt x="17146" y="835"/>
                </a:cubicBezTo>
                <a:cubicBezTo>
                  <a:pt x="25913" y="835"/>
                  <a:pt x="33021" y="7942"/>
                  <a:pt x="33021" y="16710"/>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04" name="任意多边形: 形状 303">
            <a:extLst>
              <a:ext uri="{FF2B5EF4-FFF2-40B4-BE49-F238E27FC236}">
                <a16:creationId xmlns:a16="http://schemas.microsoft.com/office/drawing/2014/main" id="{D0FDB734-D3A8-6D71-97B7-6B0023D7F6C0}"/>
              </a:ext>
            </a:extLst>
          </p:cNvPr>
          <p:cNvSpPr/>
          <p:nvPr/>
        </p:nvSpPr>
        <p:spPr>
          <a:xfrm rot="5400000" flipV="1">
            <a:off x="7927975" y="5200650"/>
            <a:ext cx="31750" cy="31750"/>
          </a:xfrm>
          <a:custGeom>
            <a:avLst/>
            <a:gdLst>
              <a:gd name="connsiteX0" fmla="*/ 33001 w 31750"/>
              <a:gd name="connsiteY0" fmla="*/ 16697 h 31750"/>
              <a:gd name="connsiteX1" fmla="*/ 17126 w 31750"/>
              <a:gd name="connsiteY1" fmla="*/ 32572 h 31750"/>
              <a:gd name="connsiteX2" fmla="*/ 1251 w 31750"/>
              <a:gd name="connsiteY2" fmla="*/ 16697 h 31750"/>
              <a:gd name="connsiteX3" fmla="*/ 17126 w 31750"/>
              <a:gd name="connsiteY3" fmla="*/ 822 h 31750"/>
              <a:gd name="connsiteX4" fmla="*/ 33001 w 31750"/>
              <a:gd name="connsiteY4" fmla="*/ 16697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01" y="16697"/>
                </a:moveTo>
                <a:cubicBezTo>
                  <a:pt x="33001" y="25464"/>
                  <a:pt x="25894" y="32572"/>
                  <a:pt x="17126" y="32572"/>
                </a:cubicBezTo>
                <a:cubicBezTo>
                  <a:pt x="8358" y="32572"/>
                  <a:pt x="1251" y="25464"/>
                  <a:pt x="1251" y="16697"/>
                </a:cubicBezTo>
                <a:cubicBezTo>
                  <a:pt x="1251" y="7929"/>
                  <a:pt x="8358" y="822"/>
                  <a:pt x="17126" y="822"/>
                </a:cubicBezTo>
                <a:cubicBezTo>
                  <a:pt x="25894" y="822"/>
                  <a:pt x="33001" y="7929"/>
                  <a:pt x="33001" y="16697"/>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05" name="任意多边形: 形状 304">
            <a:extLst>
              <a:ext uri="{FF2B5EF4-FFF2-40B4-BE49-F238E27FC236}">
                <a16:creationId xmlns:a16="http://schemas.microsoft.com/office/drawing/2014/main" id="{51BEC416-2E1B-9A55-517E-72F9FCB500B9}"/>
              </a:ext>
            </a:extLst>
          </p:cNvPr>
          <p:cNvSpPr/>
          <p:nvPr/>
        </p:nvSpPr>
        <p:spPr>
          <a:xfrm rot="5400000" flipV="1">
            <a:off x="8277225" y="5060950"/>
            <a:ext cx="31750" cy="31750"/>
          </a:xfrm>
          <a:custGeom>
            <a:avLst/>
            <a:gdLst>
              <a:gd name="connsiteX0" fmla="*/ 33056 w 31750"/>
              <a:gd name="connsiteY0" fmla="*/ 16675 h 31750"/>
              <a:gd name="connsiteX1" fmla="*/ 17181 w 31750"/>
              <a:gd name="connsiteY1" fmla="*/ 32550 h 31750"/>
              <a:gd name="connsiteX2" fmla="*/ 1306 w 31750"/>
              <a:gd name="connsiteY2" fmla="*/ 16675 h 31750"/>
              <a:gd name="connsiteX3" fmla="*/ 17181 w 31750"/>
              <a:gd name="connsiteY3" fmla="*/ 800 h 31750"/>
              <a:gd name="connsiteX4" fmla="*/ 33056 w 31750"/>
              <a:gd name="connsiteY4" fmla="*/ 16675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56" y="16675"/>
                </a:moveTo>
                <a:cubicBezTo>
                  <a:pt x="33056" y="25442"/>
                  <a:pt x="25949" y="32550"/>
                  <a:pt x="17181" y="32550"/>
                </a:cubicBezTo>
                <a:cubicBezTo>
                  <a:pt x="8413" y="32550"/>
                  <a:pt x="1306" y="25442"/>
                  <a:pt x="1306" y="16675"/>
                </a:cubicBezTo>
                <a:cubicBezTo>
                  <a:pt x="1306" y="7907"/>
                  <a:pt x="8413" y="800"/>
                  <a:pt x="17181" y="800"/>
                </a:cubicBezTo>
                <a:cubicBezTo>
                  <a:pt x="25949" y="800"/>
                  <a:pt x="33056" y="7907"/>
                  <a:pt x="33056" y="16675"/>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06" name="任意多边形: 形状 305">
            <a:extLst>
              <a:ext uri="{FF2B5EF4-FFF2-40B4-BE49-F238E27FC236}">
                <a16:creationId xmlns:a16="http://schemas.microsoft.com/office/drawing/2014/main" id="{D27891D3-00B4-AB33-A279-C6BD9E73C91D}"/>
              </a:ext>
            </a:extLst>
          </p:cNvPr>
          <p:cNvSpPr/>
          <p:nvPr/>
        </p:nvSpPr>
        <p:spPr>
          <a:xfrm rot="5400000" flipV="1">
            <a:off x="7927975" y="4927600"/>
            <a:ext cx="31750" cy="31750"/>
          </a:xfrm>
          <a:custGeom>
            <a:avLst/>
            <a:gdLst>
              <a:gd name="connsiteX0" fmla="*/ 33001 w 31750"/>
              <a:gd name="connsiteY0" fmla="*/ 16654 h 31750"/>
              <a:gd name="connsiteX1" fmla="*/ 17126 w 31750"/>
              <a:gd name="connsiteY1" fmla="*/ 32529 h 31750"/>
              <a:gd name="connsiteX2" fmla="*/ 1251 w 31750"/>
              <a:gd name="connsiteY2" fmla="*/ 16654 h 31750"/>
              <a:gd name="connsiteX3" fmla="*/ 17126 w 31750"/>
              <a:gd name="connsiteY3" fmla="*/ 779 h 31750"/>
              <a:gd name="connsiteX4" fmla="*/ 33001 w 31750"/>
              <a:gd name="connsiteY4" fmla="*/ 16654 h 3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50" h="31750">
                <a:moveTo>
                  <a:pt x="33001" y="16654"/>
                </a:moveTo>
                <a:cubicBezTo>
                  <a:pt x="33001" y="25421"/>
                  <a:pt x="25894" y="32529"/>
                  <a:pt x="17126" y="32529"/>
                </a:cubicBezTo>
                <a:cubicBezTo>
                  <a:pt x="8358" y="32529"/>
                  <a:pt x="1251" y="25421"/>
                  <a:pt x="1251" y="16654"/>
                </a:cubicBezTo>
                <a:cubicBezTo>
                  <a:pt x="1251" y="7886"/>
                  <a:pt x="8358" y="779"/>
                  <a:pt x="17126" y="779"/>
                </a:cubicBezTo>
                <a:cubicBezTo>
                  <a:pt x="25894" y="779"/>
                  <a:pt x="33001" y="7886"/>
                  <a:pt x="33001" y="16654"/>
                </a:cubicBezTo>
                <a:close/>
              </a:path>
            </a:pathLst>
          </a:custGeom>
          <a:solidFill>
            <a:schemeClr val="accent1">
              <a:lumMod val="100000"/>
            </a:schemeClr>
          </a:solidFill>
          <a:ln w="6350" cap="flat">
            <a:noFill/>
            <a:prstDash val="solid"/>
            <a:miter/>
          </a:ln>
        </p:spPr>
        <p:txBody>
          <a:bodyPr rtlCol="0" anchor="ctr"/>
          <a:lstStyle/>
          <a:p>
            <a:endParaRPr lang="zh-CN" altLang="en-US">
              <a:solidFill>
                <a:schemeClr val="accent3"/>
              </a:solidFill>
            </a:endParaRPr>
          </a:p>
        </p:txBody>
      </p:sp>
      <p:sp>
        <p:nvSpPr>
          <p:cNvPr id="311" name="任意多边形: 形状 310">
            <a:extLst>
              <a:ext uri="{FF2B5EF4-FFF2-40B4-BE49-F238E27FC236}">
                <a16:creationId xmlns:a16="http://schemas.microsoft.com/office/drawing/2014/main" id="{B96040E3-72D3-9317-FCD0-4D61716BFDDC}"/>
              </a:ext>
            </a:extLst>
          </p:cNvPr>
          <p:cNvSpPr/>
          <p:nvPr/>
        </p:nvSpPr>
        <p:spPr>
          <a:xfrm>
            <a:off x="3035300" y="3917950"/>
            <a:ext cx="279400" cy="279400"/>
          </a:xfrm>
          <a:custGeom>
            <a:avLst/>
            <a:gdLst>
              <a:gd name="connsiteX0" fmla="*/ 279400 w 279400"/>
              <a:gd name="connsiteY0" fmla="*/ 139700 h 279400"/>
              <a:gd name="connsiteX1" fmla="*/ 139700 w 279400"/>
              <a:gd name="connsiteY1" fmla="*/ 279400 h 279400"/>
              <a:gd name="connsiteX2" fmla="*/ 0 w 279400"/>
              <a:gd name="connsiteY2" fmla="*/ 139700 h 279400"/>
              <a:gd name="connsiteX3" fmla="*/ 139700 w 279400"/>
              <a:gd name="connsiteY3" fmla="*/ 0 h 279400"/>
              <a:gd name="connsiteX4" fmla="*/ 279400 w 279400"/>
              <a:gd name="connsiteY4" fmla="*/ 1397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00" h="279400">
                <a:moveTo>
                  <a:pt x="279400" y="139700"/>
                </a:moveTo>
                <a:cubicBezTo>
                  <a:pt x="279400" y="216854"/>
                  <a:pt x="216854" y="279400"/>
                  <a:pt x="139700" y="279400"/>
                </a:cubicBezTo>
                <a:cubicBezTo>
                  <a:pt x="62546" y="279400"/>
                  <a:pt x="0" y="216854"/>
                  <a:pt x="0" y="139700"/>
                </a:cubicBezTo>
                <a:cubicBezTo>
                  <a:pt x="0" y="62546"/>
                  <a:pt x="62546" y="0"/>
                  <a:pt x="139700" y="0"/>
                </a:cubicBezTo>
                <a:cubicBezTo>
                  <a:pt x="216854" y="0"/>
                  <a:pt x="279400" y="62546"/>
                  <a:pt x="279400" y="139700"/>
                </a:cubicBez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12" name="任意多边形: 形状 311">
            <a:extLst>
              <a:ext uri="{FF2B5EF4-FFF2-40B4-BE49-F238E27FC236}">
                <a16:creationId xmlns:a16="http://schemas.microsoft.com/office/drawing/2014/main" id="{427BD56D-E198-3171-8193-0FECE90E7CA5}"/>
              </a:ext>
            </a:extLst>
          </p:cNvPr>
          <p:cNvSpPr/>
          <p:nvPr/>
        </p:nvSpPr>
        <p:spPr>
          <a:xfrm>
            <a:off x="1568450" y="58864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solidFill>
            <a:schemeClr val="bg1"/>
          </a:solidFill>
          <a:ln w="12700" cap="flat">
            <a:solidFill>
              <a:schemeClr val="accent1">
                <a:lumMod val="100000"/>
              </a:schemeClr>
            </a:solidFill>
            <a:prstDash val="solid"/>
            <a:miter/>
          </a:ln>
          <a:effectLst>
            <a:outerShdw blurRad="635000" dist="254000" dir="5400000" algn="t" rotWithShape="0">
              <a:schemeClr val="accent1">
                <a:lumMod val="100000"/>
                <a:alpha val="9804"/>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accent3"/>
              </a:solidFill>
            </a:endParaRPr>
          </a:p>
        </p:txBody>
      </p:sp>
      <p:sp>
        <p:nvSpPr>
          <p:cNvPr id="313" name="任意多边形: 形状 312">
            <a:extLst>
              <a:ext uri="{FF2B5EF4-FFF2-40B4-BE49-F238E27FC236}">
                <a16:creationId xmlns:a16="http://schemas.microsoft.com/office/drawing/2014/main" id="{04F24703-F99A-4D02-D643-D025D95EFA13}"/>
              </a:ext>
            </a:extLst>
          </p:cNvPr>
          <p:cNvSpPr/>
          <p:nvPr/>
        </p:nvSpPr>
        <p:spPr>
          <a:xfrm>
            <a:off x="4483100" y="58864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solidFill>
            <a:schemeClr val="bg1"/>
          </a:solidFill>
          <a:ln w="12700" cap="flat">
            <a:solidFill>
              <a:schemeClr val="accent1">
                <a:lumMod val="100000"/>
              </a:schemeClr>
            </a:solidFill>
            <a:prstDash val="solid"/>
            <a:miter/>
          </a:ln>
          <a:effectLst>
            <a:outerShdw blurRad="635000" dist="254000" dir="5400000" algn="t" rotWithShape="0">
              <a:schemeClr val="accent1">
                <a:lumMod val="100000"/>
                <a:alpha val="9804"/>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accent3"/>
              </a:solidFill>
            </a:endParaRPr>
          </a:p>
        </p:txBody>
      </p:sp>
      <p:sp>
        <p:nvSpPr>
          <p:cNvPr id="314" name="任意多边形: 形状 313">
            <a:extLst>
              <a:ext uri="{FF2B5EF4-FFF2-40B4-BE49-F238E27FC236}">
                <a16:creationId xmlns:a16="http://schemas.microsoft.com/office/drawing/2014/main" id="{5DC5C4C6-8654-D5DB-9E03-CF0EF26CEC2F}"/>
              </a:ext>
            </a:extLst>
          </p:cNvPr>
          <p:cNvSpPr/>
          <p:nvPr/>
        </p:nvSpPr>
        <p:spPr>
          <a:xfrm>
            <a:off x="7772400" y="58864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9" y="304800"/>
                  <a:pt x="152400" y="304800"/>
                </a:cubicBezTo>
                <a:cubicBezTo>
                  <a:pt x="68231" y="304800"/>
                  <a:pt x="0" y="236568"/>
                  <a:pt x="0" y="152400"/>
                </a:cubicBezTo>
                <a:cubicBezTo>
                  <a:pt x="0" y="68232"/>
                  <a:pt x="68231" y="0"/>
                  <a:pt x="152400" y="0"/>
                </a:cubicBezTo>
                <a:cubicBezTo>
                  <a:pt x="236569" y="0"/>
                  <a:pt x="304800" y="68232"/>
                  <a:pt x="304800" y="152400"/>
                </a:cubicBezTo>
                <a:close/>
              </a:path>
            </a:pathLst>
          </a:custGeom>
          <a:solidFill>
            <a:schemeClr val="bg1"/>
          </a:solidFill>
          <a:ln w="12700" cap="flat">
            <a:solidFill>
              <a:schemeClr val="accent1">
                <a:lumMod val="100000"/>
              </a:schemeClr>
            </a:solidFill>
            <a:prstDash val="solid"/>
            <a:miter/>
          </a:ln>
          <a:effectLst>
            <a:outerShdw blurRad="635000" dist="254000" dir="5400000" algn="t" rotWithShape="0">
              <a:schemeClr val="accent1">
                <a:lumMod val="100000"/>
                <a:alpha val="9804"/>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accent3"/>
              </a:solidFill>
            </a:endParaRPr>
          </a:p>
        </p:txBody>
      </p:sp>
      <p:sp>
        <p:nvSpPr>
          <p:cNvPr id="315" name="任意多边形: 形状 314">
            <a:extLst>
              <a:ext uri="{FF2B5EF4-FFF2-40B4-BE49-F238E27FC236}">
                <a16:creationId xmlns:a16="http://schemas.microsoft.com/office/drawing/2014/main" id="{AD0A0E60-7479-597E-9B6D-8747BD7FBDAD}"/>
              </a:ext>
            </a:extLst>
          </p:cNvPr>
          <p:cNvSpPr/>
          <p:nvPr/>
        </p:nvSpPr>
        <p:spPr>
          <a:xfrm>
            <a:off x="5962650" y="2952750"/>
            <a:ext cx="279400" cy="279400"/>
          </a:xfrm>
          <a:custGeom>
            <a:avLst/>
            <a:gdLst>
              <a:gd name="connsiteX0" fmla="*/ 279400 w 279400"/>
              <a:gd name="connsiteY0" fmla="*/ 139700 h 279400"/>
              <a:gd name="connsiteX1" fmla="*/ 139700 w 279400"/>
              <a:gd name="connsiteY1" fmla="*/ 279400 h 279400"/>
              <a:gd name="connsiteX2" fmla="*/ 0 w 279400"/>
              <a:gd name="connsiteY2" fmla="*/ 139700 h 279400"/>
              <a:gd name="connsiteX3" fmla="*/ 139700 w 279400"/>
              <a:gd name="connsiteY3" fmla="*/ 0 h 279400"/>
              <a:gd name="connsiteX4" fmla="*/ 279400 w 279400"/>
              <a:gd name="connsiteY4" fmla="*/ 1397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00" h="279400">
                <a:moveTo>
                  <a:pt x="279400" y="139700"/>
                </a:moveTo>
                <a:cubicBezTo>
                  <a:pt x="279400" y="216854"/>
                  <a:pt x="216854" y="279400"/>
                  <a:pt x="139700" y="279400"/>
                </a:cubicBezTo>
                <a:cubicBezTo>
                  <a:pt x="62546" y="279400"/>
                  <a:pt x="0" y="216854"/>
                  <a:pt x="0" y="139700"/>
                </a:cubicBezTo>
                <a:cubicBezTo>
                  <a:pt x="0" y="62546"/>
                  <a:pt x="62546" y="0"/>
                  <a:pt x="139700" y="0"/>
                </a:cubicBezTo>
                <a:cubicBezTo>
                  <a:pt x="216854" y="0"/>
                  <a:pt x="279400" y="62546"/>
                  <a:pt x="279400" y="139700"/>
                </a:cubicBez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16" name="任意多边形: 形状 315">
            <a:extLst>
              <a:ext uri="{FF2B5EF4-FFF2-40B4-BE49-F238E27FC236}">
                <a16:creationId xmlns:a16="http://schemas.microsoft.com/office/drawing/2014/main" id="{AAB43BCD-EEC8-443B-1D68-4F98AF8A0AA1}"/>
              </a:ext>
            </a:extLst>
          </p:cNvPr>
          <p:cNvSpPr/>
          <p:nvPr/>
        </p:nvSpPr>
        <p:spPr>
          <a:xfrm>
            <a:off x="6102350" y="4470400"/>
            <a:ext cx="279400" cy="279400"/>
          </a:xfrm>
          <a:custGeom>
            <a:avLst/>
            <a:gdLst>
              <a:gd name="connsiteX0" fmla="*/ 279400 w 279400"/>
              <a:gd name="connsiteY0" fmla="*/ 139700 h 279400"/>
              <a:gd name="connsiteX1" fmla="*/ 139700 w 279400"/>
              <a:gd name="connsiteY1" fmla="*/ 279400 h 279400"/>
              <a:gd name="connsiteX2" fmla="*/ 0 w 279400"/>
              <a:gd name="connsiteY2" fmla="*/ 139700 h 279400"/>
              <a:gd name="connsiteX3" fmla="*/ 139700 w 279400"/>
              <a:gd name="connsiteY3" fmla="*/ 0 h 279400"/>
              <a:gd name="connsiteX4" fmla="*/ 279400 w 279400"/>
              <a:gd name="connsiteY4" fmla="*/ 1397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00" h="279400">
                <a:moveTo>
                  <a:pt x="279400" y="139700"/>
                </a:moveTo>
                <a:cubicBezTo>
                  <a:pt x="279400" y="216854"/>
                  <a:pt x="216854" y="279400"/>
                  <a:pt x="139700" y="279400"/>
                </a:cubicBezTo>
                <a:cubicBezTo>
                  <a:pt x="62546" y="279400"/>
                  <a:pt x="0" y="216854"/>
                  <a:pt x="0" y="139700"/>
                </a:cubicBezTo>
                <a:cubicBezTo>
                  <a:pt x="0" y="62546"/>
                  <a:pt x="62546" y="0"/>
                  <a:pt x="139700" y="0"/>
                </a:cubicBezTo>
                <a:cubicBezTo>
                  <a:pt x="216854" y="0"/>
                  <a:pt x="279400" y="62546"/>
                  <a:pt x="279400" y="139700"/>
                </a:cubicBez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24" name="任意多边形: 形状 323">
            <a:extLst>
              <a:ext uri="{FF2B5EF4-FFF2-40B4-BE49-F238E27FC236}">
                <a16:creationId xmlns:a16="http://schemas.microsoft.com/office/drawing/2014/main" id="{EB897923-CD49-B4CF-63A5-9D327DFB2F40}"/>
              </a:ext>
            </a:extLst>
          </p:cNvPr>
          <p:cNvSpPr/>
          <p:nvPr/>
        </p:nvSpPr>
        <p:spPr>
          <a:xfrm>
            <a:off x="3556000" y="3981450"/>
            <a:ext cx="2155825" cy="6350"/>
          </a:xfrm>
          <a:custGeom>
            <a:avLst/>
            <a:gdLst>
              <a:gd name="connsiteX0" fmla="*/ 0 w 2155825"/>
              <a:gd name="connsiteY0" fmla="*/ 0 h 6350"/>
              <a:gd name="connsiteX1" fmla="*/ 2155825 w 2155825"/>
              <a:gd name="connsiteY1" fmla="*/ 0 h 6350"/>
            </a:gdLst>
            <a:ahLst/>
            <a:cxnLst>
              <a:cxn ang="0">
                <a:pos x="connsiteX0" y="connsiteY0"/>
              </a:cxn>
              <a:cxn ang="0">
                <a:pos x="connsiteX1" y="connsiteY1"/>
              </a:cxn>
            </a:cxnLst>
            <a:rect l="l" t="t" r="r" b="b"/>
            <a:pathLst>
              <a:path w="2155825" h="6350">
                <a:moveTo>
                  <a:pt x="0" y="0"/>
                </a:moveTo>
                <a:lnTo>
                  <a:pt x="2155825" y="0"/>
                </a:lnTo>
              </a:path>
            </a:pathLst>
          </a:custGeom>
          <a:noFill/>
          <a:ln w="6350" cap="flat">
            <a:solidFill>
              <a:srgbClr val="4D4D4D">
                <a:alpha val="50000"/>
              </a:srgbClr>
            </a:solidFill>
            <a:custDash>
              <a:ds d="600000" sp="600000"/>
            </a:custDash>
            <a:miter/>
          </a:ln>
        </p:spPr>
        <p:txBody>
          <a:bodyPr rtlCol="0" anchor="ctr"/>
          <a:lstStyle/>
          <a:p>
            <a:endParaRPr lang="zh-CN" altLang="en-US"/>
          </a:p>
        </p:txBody>
      </p:sp>
      <p:sp>
        <p:nvSpPr>
          <p:cNvPr id="325" name="任意多边形: 形状 324">
            <a:extLst>
              <a:ext uri="{FF2B5EF4-FFF2-40B4-BE49-F238E27FC236}">
                <a16:creationId xmlns:a16="http://schemas.microsoft.com/office/drawing/2014/main" id="{2A26895F-86C3-F687-80FC-09E7C9FB6A06}"/>
              </a:ext>
            </a:extLst>
          </p:cNvPr>
          <p:cNvSpPr/>
          <p:nvPr/>
        </p:nvSpPr>
        <p:spPr>
          <a:xfrm>
            <a:off x="641350" y="3746500"/>
            <a:ext cx="2155825" cy="6350"/>
          </a:xfrm>
          <a:custGeom>
            <a:avLst/>
            <a:gdLst>
              <a:gd name="connsiteX0" fmla="*/ 0 w 2155825"/>
              <a:gd name="connsiteY0" fmla="*/ 0 h 6350"/>
              <a:gd name="connsiteX1" fmla="*/ 2155825 w 2155825"/>
              <a:gd name="connsiteY1" fmla="*/ 0 h 6350"/>
            </a:gdLst>
            <a:ahLst/>
            <a:cxnLst>
              <a:cxn ang="0">
                <a:pos x="connsiteX0" y="connsiteY0"/>
              </a:cxn>
              <a:cxn ang="0">
                <a:pos x="connsiteX1" y="connsiteY1"/>
              </a:cxn>
            </a:cxnLst>
            <a:rect l="l" t="t" r="r" b="b"/>
            <a:pathLst>
              <a:path w="2155825" h="6350">
                <a:moveTo>
                  <a:pt x="0" y="0"/>
                </a:moveTo>
                <a:lnTo>
                  <a:pt x="2155825" y="0"/>
                </a:lnTo>
              </a:path>
            </a:pathLst>
          </a:custGeom>
          <a:noFill/>
          <a:ln w="6350" cap="flat">
            <a:solidFill>
              <a:srgbClr val="4D4D4D">
                <a:alpha val="50000"/>
              </a:srgbClr>
            </a:solidFill>
            <a:custDash>
              <a:ds d="600000" sp="600000"/>
            </a:custDash>
            <a:miter/>
          </a:ln>
        </p:spPr>
        <p:txBody>
          <a:bodyPr rtlCol="0" anchor="ctr"/>
          <a:lstStyle/>
          <a:p>
            <a:endParaRPr lang="zh-CN" altLang="en-US"/>
          </a:p>
        </p:txBody>
      </p:sp>
      <p:sp>
        <p:nvSpPr>
          <p:cNvPr id="326" name="任意多边形: 形状 325">
            <a:extLst>
              <a:ext uri="{FF2B5EF4-FFF2-40B4-BE49-F238E27FC236}">
                <a16:creationId xmlns:a16="http://schemas.microsoft.com/office/drawing/2014/main" id="{E5D7263D-8360-A5F7-11AE-AFC58B06C35D}"/>
              </a:ext>
            </a:extLst>
          </p:cNvPr>
          <p:cNvSpPr/>
          <p:nvPr/>
        </p:nvSpPr>
        <p:spPr>
          <a:xfrm>
            <a:off x="3556000" y="4540250"/>
            <a:ext cx="2155825" cy="6350"/>
          </a:xfrm>
          <a:custGeom>
            <a:avLst/>
            <a:gdLst>
              <a:gd name="connsiteX0" fmla="*/ 0 w 2155825"/>
              <a:gd name="connsiteY0" fmla="*/ 0 h 6350"/>
              <a:gd name="connsiteX1" fmla="*/ 2155825 w 2155825"/>
              <a:gd name="connsiteY1" fmla="*/ 0 h 6350"/>
            </a:gdLst>
            <a:ahLst/>
            <a:cxnLst>
              <a:cxn ang="0">
                <a:pos x="connsiteX0" y="connsiteY0"/>
              </a:cxn>
              <a:cxn ang="0">
                <a:pos x="connsiteX1" y="connsiteY1"/>
              </a:cxn>
            </a:cxnLst>
            <a:rect l="l" t="t" r="r" b="b"/>
            <a:pathLst>
              <a:path w="2155825" h="6350">
                <a:moveTo>
                  <a:pt x="0" y="0"/>
                </a:moveTo>
                <a:lnTo>
                  <a:pt x="2155825" y="0"/>
                </a:lnTo>
              </a:path>
            </a:pathLst>
          </a:custGeom>
          <a:noFill/>
          <a:ln w="6350" cap="flat">
            <a:solidFill>
              <a:srgbClr val="4D4D4D">
                <a:alpha val="50000"/>
              </a:srgbClr>
            </a:solidFill>
            <a:custDash>
              <a:ds d="600000" sp="600000"/>
            </a:custDash>
            <a:miter/>
          </a:ln>
        </p:spPr>
        <p:txBody>
          <a:bodyPr rtlCol="0" anchor="ctr"/>
          <a:lstStyle/>
          <a:p>
            <a:endParaRPr lang="zh-CN" altLang="en-US"/>
          </a:p>
        </p:txBody>
      </p:sp>
      <p:sp>
        <p:nvSpPr>
          <p:cNvPr id="328" name="文本框 327">
            <a:extLst>
              <a:ext uri="{FF2B5EF4-FFF2-40B4-BE49-F238E27FC236}">
                <a16:creationId xmlns:a16="http://schemas.microsoft.com/office/drawing/2014/main" id="{63FB49DF-45B0-9907-59E2-CFE4F23C2053}"/>
              </a:ext>
            </a:extLst>
          </p:cNvPr>
          <p:cNvSpPr txBox="1"/>
          <p:nvPr/>
        </p:nvSpPr>
        <p:spPr>
          <a:xfrm>
            <a:off x="144482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流量导入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9" name="文本框 328">
            <a:extLst>
              <a:ext uri="{FF2B5EF4-FFF2-40B4-BE49-F238E27FC236}">
                <a16:creationId xmlns:a16="http://schemas.microsoft.com/office/drawing/2014/main" id="{20723670-8318-A64B-A171-8222568D73E8}"/>
              </a:ext>
            </a:extLst>
          </p:cNvPr>
          <p:cNvSpPr txBox="1"/>
          <p:nvPr/>
        </p:nvSpPr>
        <p:spPr>
          <a:xfrm>
            <a:off x="435947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资产沉淀</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0" name="文本框 329">
            <a:extLst>
              <a:ext uri="{FF2B5EF4-FFF2-40B4-BE49-F238E27FC236}">
                <a16:creationId xmlns:a16="http://schemas.microsoft.com/office/drawing/2014/main" id="{72BB3532-5AC6-7F2A-3C82-DC8E91234D95}"/>
              </a:ext>
            </a:extLst>
          </p:cNvPr>
          <p:cNvSpPr txBox="1"/>
          <p:nvPr/>
        </p:nvSpPr>
        <p:spPr>
          <a:xfrm>
            <a:off x="727412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促进转化</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1" name="文本框 330">
            <a:extLst>
              <a:ext uri="{FF2B5EF4-FFF2-40B4-BE49-F238E27FC236}">
                <a16:creationId xmlns:a16="http://schemas.microsoft.com/office/drawing/2014/main" id="{9FDC3CFC-5A0B-B91B-BEE7-863D790E9BE2}"/>
              </a:ext>
            </a:extLst>
          </p:cNvPr>
          <p:cNvSpPr txBox="1"/>
          <p:nvPr/>
        </p:nvSpPr>
        <p:spPr>
          <a:xfrm>
            <a:off x="10188774" y="1939667"/>
            <a:ext cx="615553"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持续运营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2" name="文本框 331">
            <a:extLst>
              <a:ext uri="{FF2B5EF4-FFF2-40B4-BE49-F238E27FC236}">
                <a16:creationId xmlns:a16="http://schemas.microsoft.com/office/drawing/2014/main" id="{A7AE4719-9F72-05CA-7421-07007980BB3C}"/>
              </a:ext>
            </a:extLst>
          </p:cNvPr>
          <p:cNvSpPr txBox="1"/>
          <p:nvPr/>
        </p:nvSpPr>
        <p:spPr>
          <a:xfrm>
            <a:off x="1047652" y="2693718"/>
            <a:ext cx="1333698"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公域（原生关注）</a:t>
            </a:r>
          </a:p>
        </p:txBody>
      </p:sp>
      <p:sp>
        <p:nvSpPr>
          <p:cNvPr id="333" name="文本框 332">
            <a:extLst>
              <a:ext uri="{FF2B5EF4-FFF2-40B4-BE49-F238E27FC236}">
                <a16:creationId xmlns:a16="http://schemas.microsoft.com/office/drawing/2014/main" id="{A2545E9F-0A01-4784-E8D4-A2D2A2C52193}"/>
              </a:ext>
            </a:extLst>
          </p:cNvPr>
          <p:cNvSpPr txBox="1"/>
          <p:nvPr/>
        </p:nvSpPr>
        <p:spPr>
          <a:xfrm>
            <a:off x="1047652" y="3922185"/>
            <a:ext cx="1333698"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商域（推广广告）</a:t>
            </a:r>
          </a:p>
        </p:txBody>
      </p:sp>
      <p:sp>
        <p:nvSpPr>
          <p:cNvPr id="334" name="文本框 333">
            <a:extLst>
              <a:ext uri="{FF2B5EF4-FFF2-40B4-BE49-F238E27FC236}">
                <a16:creationId xmlns:a16="http://schemas.microsoft.com/office/drawing/2014/main" id="{69220CFC-28C8-8320-E59C-11D4481297DD}"/>
              </a:ext>
            </a:extLst>
          </p:cNvPr>
          <p:cNvSpPr txBox="1"/>
          <p:nvPr/>
        </p:nvSpPr>
        <p:spPr>
          <a:xfrm>
            <a:off x="983134" y="33253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内容</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5" name="文本框 334">
            <a:extLst>
              <a:ext uri="{FF2B5EF4-FFF2-40B4-BE49-F238E27FC236}">
                <a16:creationId xmlns:a16="http://schemas.microsoft.com/office/drawing/2014/main" id="{3EDA5C75-D79A-D398-3BC1-44FFD99F4031}"/>
              </a:ext>
            </a:extLst>
          </p:cNvPr>
          <p:cNvSpPr txBox="1"/>
          <p:nvPr/>
        </p:nvSpPr>
        <p:spPr>
          <a:xfrm>
            <a:off x="1605433" y="33253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服务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6" name="文本框 335">
            <a:extLst>
              <a:ext uri="{FF2B5EF4-FFF2-40B4-BE49-F238E27FC236}">
                <a16:creationId xmlns:a16="http://schemas.microsoft.com/office/drawing/2014/main" id="{8EABE68C-A678-9819-7324-EB0C8C6A3B55}"/>
              </a:ext>
            </a:extLst>
          </p:cNvPr>
          <p:cNvSpPr txBox="1"/>
          <p:nvPr/>
        </p:nvSpPr>
        <p:spPr>
          <a:xfrm>
            <a:off x="2227734" y="33253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社区</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8" name="文本框 337">
            <a:extLst>
              <a:ext uri="{FF2B5EF4-FFF2-40B4-BE49-F238E27FC236}">
                <a16:creationId xmlns:a16="http://schemas.microsoft.com/office/drawing/2014/main" id="{06077305-400C-80EC-3005-B4F3C4E0A03B}"/>
              </a:ext>
            </a:extLst>
          </p:cNvPr>
          <p:cNvSpPr txBox="1"/>
          <p:nvPr/>
        </p:nvSpPr>
        <p:spPr>
          <a:xfrm>
            <a:off x="945464" y="4557272"/>
            <a:ext cx="306173"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第</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0</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9" name="文本框 338">
            <a:extLst>
              <a:ext uri="{FF2B5EF4-FFF2-40B4-BE49-F238E27FC236}">
                <a16:creationId xmlns:a16="http://schemas.microsoft.com/office/drawing/2014/main" id="{F22112EA-AEB8-D6BA-578C-A5C2D0A44CA5}"/>
              </a:ext>
            </a:extLst>
          </p:cNvPr>
          <p:cNvSpPr txBox="1"/>
          <p:nvPr/>
        </p:nvSpPr>
        <p:spPr>
          <a:xfrm>
            <a:off x="1547725" y="4557272"/>
            <a:ext cx="346249"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全场景</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4" name="文本框 363">
            <a:extLst>
              <a:ext uri="{FF2B5EF4-FFF2-40B4-BE49-F238E27FC236}">
                <a16:creationId xmlns:a16="http://schemas.microsoft.com/office/drawing/2014/main" id="{213FB01A-8D84-F332-AA08-85D8FA2F3C39}"/>
              </a:ext>
            </a:extLst>
          </p:cNvPr>
          <p:cNvSpPr txBox="1"/>
          <p:nvPr/>
        </p:nvSpPr>
        <p:spPr>
          <a:xfrm>
            <a:off x="2227734" y="45572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联盟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8" name="文本框 367">
            <a:extLst>
              <a:ext uri="{FF2B5EF4-FFF2-40B4-BE49-F238E27FC236}">
                <a16:creationId xmlns:a16="http://schemas.microsoft.com/office/drawing/2014/main" id="{66E5A0B8-DC0D-9615-5E70-705BE9E6AE84}"/>
              </a:ext>
            </a:extLst>
          </p:cNvPr>
          <p:cNvSpPr txBox="1"/>
          <p:nvPr/>
        </p:nvSpPr>
        <p:spPr>
          <a:xfrm>
            <a:off x="983134" y="52938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线上</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9" name="文本框 368">
            <a:extLst>
              <a:ext uri="{FF2B5EF4-FFF2-40B4-BE49-F238E27FC236}">
                <a16:creationId xmlns:a16="http://schemas.microsoft.com/office/drawing/2014/main" id="{DCDEEC40-811B-1E76-30EB-C917D35B175E}"/>
              </a:ext>
            </a:extLst>
          </p:cNvPr>
          <p:cNvSpPr txBox="1"/>
          <p:nvPr/>
        </p:nvSpPr>
        <p:spPr>
          <a:xfrm>
            <a:off x="2227734" y="52938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线下</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0" name="文本框 369">
            <a:extLst>
              <a:ext uri="{FF2B5EF4-FFF2-40B4-BE49-F238E27FC236}">
                <a16:creationId xmlns:a16="http://schemas.microsoft.com/office/drawing/2014/main" id="{0ACC58D7-3DFB-8EB4-FEAB-91E44080EFE0}"/>
              </a:ext>
            </a:extLst>
          </p:cNvPr>
          <p:cNvSpPr txBox="1"/>
          <p:nvPr/>
        </p:nvSpPr>
        <p:spPr>
          <a:xfrm>
            <a:off x="3756968" y="31221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乐划锁屏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1" name="文本框 370">
            <a:extLst>
              <a:ext uri="{FF2B5EF4-FFF2-40B4-BE49-F238E27FC236}">
                <a16:creationId xmlns:a16="http://schemas.microsoft.com/office/drawing/2014/main" id="{555DBC4C-86DD-19B0-94BC-31F73F5A07DE}"/>
              </a:ext>
            </a:extLst>
          </p:cNvPr>
          <p:cNvSpPr txBox="1"/>
          <p:nvPr/>
        </p:nvSpPr>
        <p:spPr>
          <a:xfrm>
            <a:off x="4462376" y="3122172"/>
            <a:ext cx="346249"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小游戏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2" name="文本框 371">
            <a:extLst>
              <a:ext uri="{FF2B5EF4-FFF2-40B4-BE49-F238E27FC236}">
                <a16:creationId xmlns:a16="http://schemas.microsoft.com/office/drawing/2014/main" id="{1F8E1800-580A-963C-F1C6-1CD6C76AC16F}"/>
              </a:ext>
            </a:extLst>
          </p:cNvPr>
          <p:cNvSpPr txBox="1"/>
          <p:nvPr/>
        </p:nvSpPr>
        <p:spPr>
          <a:xfrm>
            <a:off x="5167784" y="312217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视频</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3" name="文本框 372">
            <a:extLst>
              <a:ext uri="{FF2B5EF4-FFF2-40B4-BE49-F238E27FC236}">
                <a16:creationId xmlns:a16="http://schemas.microsoft.com/office/drawing/2014/main" id="{2C18DE8A-D2A5-DC3E-26C7-C9ED990155BC}"/>
              </a:ext>
            </a:extLst>
          </p:cNvPr>
          <p:cNvSpPr txBox="1"/>
          <p:nvPr/>
        </p:nvSpPr>
        <p:spPr>
          <a:xfrm>
            <a:off x="4017318" y="35539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智能短信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4" name="文本框 373">
            <a:extLst>
              <a:ext uri="{FF2B5EF4-FFF2-40B4-BE49-F238E27FC236}">
                <a16:creationId xmlns:a16="http://schemas.microsoft.com/office/drawing/2014/main" id="{E35DF0A7-1E4D-5941-FC42-E60A4FF6F1F7}"/>
              </a:ext>
            </a:extLst>
          </p:cNvPr>
          <p:cNvSpPr txBox="1"/>
          <p:nvPr/>
        </p:nvSpPr>
        <p:spPr>
          <a:xfrm>
            <a:off x="4802561" y="3553972"/>
            <a:ext cx="415178" cy="141705"/>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OPPO+</a:t>
            </a:r>
          </a:p>
        </p:txBody>
      </p:sp>
      <p:sp>
        <p:nvSpPr>
          <p:cNvPr id="375" name="文本框 374">
            <a:extLst>
              <a:ext uri="{FF2B5EF4-FFF2-40B4-BE49-F238E27FC236}">
                <a16:creationId xmlns:a16="http://schemas.microsoft.com/office/drawing/2014/main" id="{8E88E0BD-C4BF-5501-A544-4721C8F51401}"/>
              </a:ext>
            </a:extLst>
          </p:cNvPr>
          <p:cNvSpPr txBox="1"/>
          <p:nvPr/>
        </p:nvSpPr>
        <p:spPr>
          <a:xfrm>
            <a:off x="4302076" y="2693718"/>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私域流量</a:t>
            </a:r>
          </a:p>
        </p:txBody>
      </p:sp>
      <p:sp>
        <p:nvSpPr>
          <p:cNvPr id="376" name="文本框 375">
            <a:extLst>
              <a:ext uri="{FF2B5EF4-FFF2-40B4-BE49-F238E27FC236}">
                <a16:creationId xmlns:a16="http://schemas.microsoft.com/office/drawing/2014/main" id="{CA6DCC9C-5D7C-D5C3-E83F-D4F1A7936392}"/>
              </a:ext>
            </a:extLst>
          </p:cNvPr>
          <p:cNvSpPr txBox="1"/>
          <p:nvPr/>
        </p:nvSpPr>
        <p:spPr>
          <a:xfrm>
            <a:off x="4302076" y="4678830"/>
            <a:ext cx="666849"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b="1" dirty="0">
                <a:solidFill>
                  <a:schemeClr val="accent1">
                    <a:lumMod val="100000"/>
                  </a:schemeClr>
                </a:solidFill>
                <a:latin typeface="阿里巴巴普惠体" panose="00020600040101010101" pitchFamily="18" charset="-122"/>
                <a:ea typeface="阿里巴巴普惠体" panose="00020600040101010101" pitchFamily="18" charset="-122"/>
              </a:rPr>
              <a:t>品牌自有</a:t>
            </a:r>
          </a:p>
        </p:txBody>
      </p:sp>
      <p:sp>
        <p:nvSpPr>
          <p:cNvPr id="377" name="文本框 376">
            <a:extLst>
              <a:ext uri="{FF2B5EF4-FFF2-40B4-BE49-F238E27FC236}">
                <a16:creationId xmlns:a16="http://schemas.microsoft.com/office/drawing/2014/main" id="{3F83D0A0-B15B-4D36-A85A-96A0820F6F0C}"/>
              </a:ext>
            </a:extLst>
          </p:cNvPr>
          <p:cNvSpPr txBox="1"/>
          <p:nvPr/>
        </p:nvSpPr>
        <p:spPr>
          <a:xfrm>
            <a:off x="4462376" y="4188972"/>
            <a:ext cx="346249"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快应用</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8" name="文本框 377">
            <a:extLst>
              <a:ext uri="{FF2B5EF4-FFF2-40B4-BE49-F238E27FC236}">
                <a16:creationId xmlns:a16="http://schemas.microsoft.com/office/drawing/2014/main" id="{36A7C5AF-C422-73D0-FCB2-271CE8D0D438}"/>
              </a:ext>
            </a:extLst>
          </p:cNvPr>
          <p:cNvSpPr txBox="1"/>
          <p:nvPr/>
        </p:nvSpPr>
        <p:spPr>
          <a:xfrm>
            <a:off x="3904134" y="52748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官网</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9" name="文本框 378">
            <a:extLst>
              <a:ext uri="{FF2B5EF4-FFF2-40B4-BE49-F238E27FC236}">
                <a16:creationId xmlns:a16="http://schemas.microsoft.com/office/drawing/2014/main" id="{80DAFC7B-D60F-29CE-9EB2-FCA116478C33}"/>
              </a:ext>
            </a:extLst>
          </p:cNvPr>
          <p:cNvSpPr txBox="1"/>
          <p:nvPr/>
        </p:nvSpPr>
        <p:spPr>
          <a:xfrm>
            <a:off x="4524091" y="5274822"/>
            <a:ext cx="222817" cy="141705"/>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APP</a:t>
            </a:r>
          </a:p>
        </p:txBody>
      </p:sp>
      <p:sp>
        <p:nvSpPr>
          <p:cNvPr id="380" name="文本框 379">
            <a:extLst>
              <a:ext uri="{FF2B5EF4-FFF2-40B4-BE49-F238E27FC236}">
                <a16:creationId xmlns:a16="http://schemas.microsoft.com/office/drawing/2014/main" id="{59C03653-C84B-86B6-FDD2-318354766EC9}"/>
              </a:ext>
            </a:extLst>
          </p:cNvPr>
          <p:cNvSpPr txBox="1"/>
          <p:nvPr/>
        </p:nvSpPr>
        <p:spPr>
          <a:xfrm>
            <a:off x="5185603" y="5274822"/>
            <a:ext cx="157094" cy="143757"/>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H5</a:t>
            </a:r>
          </a:p>
        </p:txBody>
      </p:sp>
      <p:sp>
        <p:nvSpPr>
          <p:cNvPr id="381" name="文本框 380">
            <a:extLst>
              <a:ext uri="{FF2B5EF4-FFF2-40B4-BE49-F238E27FC236}">
                <a16:creationId xmlns:a16="http://schemas.microsoft.com/office/drawing/2014/main" id="{F3154CDD-8088-CA4D-6E4F-897D4B427A89}"/>
              </a:ext>
            </a:extLst>
          </p:cNvPr>
          <p:cNvSpPr txBox="1"/>
          <p:nvPr/>
        </p:nvSpPr>
        <p:spPr>
          <a:xfrm>
            <a:off x="6714952" y="335712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资产运营管理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2" name="文本框 381">
            <a:extLst>
              <a:ext uri="{FF2B5EF4-FFF2-40B4-BE49-F238E27FC236}">
                <a16:creationId xmlns:a16="http://schemas.microsoft.com/office/drawing/2014/main" id="{013B98B3-1858-BE26-F3D8-D58973A11170}"/>
              </a:ext>
            </a:extLst>
          </p:cNvPr>
          <p:cNvSpPr txBox="1"/>
          <p:nvPr/>
        </p:nvSpPr>
        <p:spPr>
          <a:xfrm>
            <a:off x="7737302" y="335712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深度关系运维</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3" name="文本框 382">
            <a:extLst>
              <a:ext uri="{FF2B5EF4-FFF2-40B4-BE49-F238E27FC236}">
                <a16:creationId xmlns:a16="http://schemas.microsoft.com/office/drawing/2014/main" id="{F26D245B-1D14-E63E-FF11-91E8E17376C3}"/>
              </a:ext>
            </a:extLst>
          </p:cNvPr>
          <p:cNvSpPr txBox="1"/>
          <p:nvPr/>
        </p:nvSpPr>
        <p:spPr>
          <a:xfrm>
            <a:off x="7101186" y="2693718"/>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内容自主生产</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4" name="文本框 383">
            <a:extLst>
              <a:ext uri="{FF2B5EF4-FFF2-40B4-BE49-F238E27FC236}">
                <a16:creationId xmlns:a16="http://schemas.microsoft.com/office/drawing/2014/main" id="{0C25FF1F-460C-6292-23FB-502B8EE55DF2}"/>
              </a:ext>
            </a:extLst>
          </p:cNvPr>
          <p:cNvSpPr txBox="1"/>
          <p:nvPr/>
        </p:nvSpPr>
        <p:spPr>
          <a:xfrm>
            <a:off x="7101186" y="2946142"/>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内容联合运营</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5" name="文本框 384">
            <a:extLst>
              <a:ext uri="{FF2B5EF4-FFF2-40B4-BE49-F238E27FC236}">
                <a16:creationId xmlns:a16="http://schemas.microsoft.com/office/drawing/2014/main" id="{C4BBD4D3-7F7A-F552-6430-0791E42E70DC}"/>
              </a:ext>
            </a:extLst>
          </p:cNvPr>
          <p:cNvSpPr txBox="1"/>
          <p:nvPr/>
        </p:nvSpPr>
        <p:spPr>
          <a:xfrm>
            <a:off x="6179493" y="4036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直接转化</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6" name="文本框 385">
            <a:extLst>
              <a:ext uri="{FF2B5EF4-FFF2-40B4-BE49-F238E27FC236}">
                <a16:creationId xmlns:a16="http://schemas.microsoft.com/office/drawing/2014/main" id="{CF72EDCB-73D8-28BB-04AB-E7E985F9D531}"/>
              </a:ext>
            </a:extLst>
          </p:cNvPr>
          <p:cNvSpPr txBox="1"/>
          <p:nvPr/>
        </p:nvSpPr>
        <p:spPr>
          <a:xfrm>
            <a:off x="6065689" y="4958522"/>
            <a:ext cx="359073" cy="230256"/>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粉丝关注</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后反推</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7" name="文本框 386">
            <a:extLst>
              <a:ext uri="{FF2B5EF4-FFF2-40B4-BE49-F238E27FC236}">
                <a16:creationId xmlns:a16="http://schemas.microsoft.com/office/drawing/2014/main" id="{BBF59E9A-B9C7-8E4E-F723-26502AF30F10}"/>
              </a:ext>
            </a:extLst>
          </p:cNvPr>
          <p:cNvSpPr txBox="1"/>
          <p:nvPr/>
        </p:nvSpPr>
        <p:spPr>
          <a:xfrm>
            <a:off x="7148364" y="46145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锁屏杂志</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88" name="文本框 387">
            <a:extLst>
              <a:ext uri="{FF2B5EF4-FFF2-40B4-BE49-F238E27FC236}">
                <a16:creationId xmlns:a16="http://schemas.microsoft.com/office/drawing/2014/main" id="{C818012C-9772-3E64-E5A8-52F48F9C24BB}"/>
              </a:ext>
            </a:extLst>
          </p:cNvPr>
          <p:cNvSpPr txBox="1"/>
          <p:nvPr/>
        </p:nvSpPr>
        <p:spPr>
          <a:xfrm>
            <a:off x="7133937" y="4887594"/>
            <a:ext cx="387927"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主动</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Push</a:t>
            </a:r>
          </a:p>
        </p:txBody>
      </p:sp>
      <p:sp>
        <p:nvSpPr>
          <p:cNvPr id="389" name="文本框 388">
            <a:extLst>
              <a:ext uri="{FF2B5EF4-FFF2-40B4-BE49-F238E27FC236}">
                <a16:creationId xmlns:a16="http://schemas.microsoft.com/office/drawing/2014/main" id="{2F9E9BED-54C1-5DDB-4E57-95D252F330F1}"/>
              </a:ext>
            </a:extLst>
          </p:cNvPr>
          <p:cNvSpPr txBox="1"/>
          <p:nvPr/>
        </p:nvSpPr>
        <p:spPr>
          <a:xfrm>
            <a:off x="7148364" y="51606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全局搜索</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0" name="文本框 389">
            <a:extLst>
              <a:ext uri="{FF2B5EF4-FFF2-40B4-BE49-F238E27FC236}">
                <a16:creationId xmlns:a16="http://schemas.microsoft.com/office/drawing/2014/main" id="{3E684170-B567-7A68-AFB0-AE63AAA86431}"/>
              </a:ext>
            </a:extLst>
          </p:cNvPr>
          <p:cNvSpPr txBox="1"/>
          <p:nvPr/>
        </p:nvSpPr>
        <p:spPr>
          <a:xfrm>
            <a:off x="7148364" y="543369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应用分发</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1" name="文本框 390">
            <a:extLst>
              <a:ext uri="{FF2B5EF4-FFF2-40B4-BE49-F238E27FC236}">
                <a16:creationId xmlns:a16="http://schemas.microsoft.com/office/drawing/2014/main" id="{0FAF0D06-2CAA-A0BB-3749-D7DCFAB4DBC7}"/>
              </a:ext>
            </a:extLst>
          </p:cNvPr>
          <p:cNvSpPr txBox="1"/>
          <p:nvPr/>
        </p:nvSpPr>
        <p:spPr>
          <a:xfrm>
            <a:off x="7967862" y="4967129"/>
            <a:ext cx="205184" cy="24622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关系</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2" name="文本框 391">
            <a:extLst>
              <a:ext uri="{FF2B5EF4-FFF2-40B4-BE49-F238E27FC236}">
                <a16:creationId xmlns:a16="http://schemas.microsoft.com/office/drawing/2014/main" id="{842D7FE9-871A-D0FF-C601-E1179CC8637B}"/>
              </a:ext>
            </a:extLst>
          </p:cNvPr>
          <p:cNvSpPr txBox="1"/>
          <p:nvPr/>
        </p:nvSpPr>
        <p:spPr>
          <a:xfrm>
            <a:off x="8396139" y="4971222"/>
            <a:ext cx="359073" cy="230256"/>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商品</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品牌详情</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3" name="文本框 392">
            <a:extLst>
              <a:ext uri="{FF2B5EF4-FFF2-40B4-BE49-F238E27FC236}">
                <a16:creationId xmlns:a16="http://schemas.microsoft.com/office/drawing/2014/main" id="{9B783477-E2F4-443A-CE42-BF623B0AE72B}"/>
              </a:ext>
            </a:extLst>
          </p:cNvPr>
          <p:cNvSpPr txBox="1"/>
          <p:nvPr/>
        </p:nvSpPr>
        <p:spPr>
          <a:xfrm>
            <a:off x="2863986" y="4533704"/>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消费者链路分析</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4" name="文本框 393">
            <a:extLst>
              <a:ext uri="{FF2B5EF4-FFF2-40B4-BE49-F238E27FC236}">
                <a16:creationId xmlns:a16="http://schemas.microsoft.com/office/drawing/2014/main" id="{A79D8B1F-60E0-3AFF-5B54-05C6F4103F93}"/>
              </a:ext>
            </a:extLst>
          </p:cNvPr>
          <p:cNvSpPr txBox="1"/>
          <p:nvPr/>
        </p:nvSpPr>
        <p:spPr>
          <a:xfrm>
            <a:off x="2908870" y="4807178"/>
            <a:ext cx="538610"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转化数据分析</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5" name="文本框 394">
            <a:extLst>
              <a:ext uri="{FF2B5EF4-FFF2-40B4-BE49-F238E27FC236}">
                <a16:creationId xmlns:a16="http://schemas.microsoft.com/office/drawing/2014/main" id="{27FD0F77-5CB2-1ECF-DD7F-EFE8C857C4F5}"/>
              </a:ext>
            </a:extLst>
          </p:cNvPr>
          <p:cNvSpPr txBox="1"/>
          <p:nvPr/>
        </p:nvSpPr>
        <p:spPr>
          <a:xfrm>
            <a:off x="2908870" y="3216909"/>
            <a:ext cx="538610"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有效流量导入</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6" name="文本框 395">
            <a:extLst>
              <a:ext uri="{FF2B5EF4-FFF2-40B4-BE49-F238E27FC236}">
                <a16:creationId xmlns:a16="http://schemas.microsoft.com/office/drawing/2014/main" id="{C0FCD956-C2CE-428E-5837-DE1D3BE91E2D}"/>
              </a:ext>
            </a:extLst>
          </p:cNvPr>
          <p:cNvSpPr txBox="1"/>
          <p:nvPr/>
        </p:nvSpPr>
        <p:spPr>
          <a:xfrm>
            <a:off x="2998638" y="3490383"/>
            <a:ext cx="359073"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拉新扩增</a:t>
            </a:r>
            <a:endParaRPr lang="zh-CN" altLang="en-US" sz="7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397" name="文本框 396">
            <a:extLst>
              <a:ext uri="{FF2B5EF4-FFF2-40B4-BE49-F238E27FC236}">
                <a16:creationId xmlns:a16="http://schemas.microsoft.com/office/drawing/2014/main" id="{534AC9F0-F341-2E88-D195-4F579BD1F63F}"/>
              </a:ext>
            </a:extLst>
          </p:cNvPr>
          <p:cNvSpPr txBox="1"/>
          <p:nvPr/>
        </p:nvSpPr>
        <p:spPr>
          <a:xfrm>
            <a:off x="9008804" y="3682940"/>
            <a:ext cx="227727" cy="800219"/>
          </a:xfrm>
          <a:prstGeom prst="rect">
            <a:avLst/>
          </a:prstGeom>
          <a:solidFill>
            <a:schemeClr val="bg1"/>
          </a:solidFill>
          <a:ln w="6350" cap="flat">
            <a:no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zh-CN"/>
            </a:defPPr>
            <a:lvl1pPr algn="ctr">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转</a:t>
            </a:r>
            <a:b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br>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化</a:t>
            </a:r>
            <a:b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br>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成</a:t>
            </a:r>
            <a:b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br>
            <a:r>
              <a:rPr lang="zh-CN" altLang="en-US" sz="1100" b="1" dirty="0">
                <a:solidFill>
                  <a:schemeClr val="accent1">
                    <a:lumMod val="100000"/>
                  </a:schemeClr>
                </a:solidFill>
                <a:latin typeface="阿里巴巴普惠体" panose="00020600040101010101" pitchFamily="18" charset="-122"/>
                <a:ea typeface="阿里巴巴普惠体" panose="00020600040101010101" pitchFamily="18" charset="-122"/>
              </a:rPr>
              <a:t>交</a:t>
            </a:r>
          </a:p>
        </p:txBody>
      </p:sp>
      <p:sp>
        <p:nvSpPr>
          <p:cNvPr id="398" name="文本框 397">
            <a:extLst>
              <a:ext uri="{FF2B5EF4-FFF2-40B4-BE49-F238E27FC236}">
                <a16:creationId xmlns:a16="http://schemas.microsoft.com/office/drawing/2014/main" id="{734EC3DF-F59D-7CD1-970D-B584C55B1BAF}"/>
              </a:ext>
            </a:extLst>
          </p:cNvPr>
          <p:cNvSpPr txBox="1"/>
          <p:nvPr/>
        </p:nvSpPr>
        <p:spPr>
          <a:xfrm>
            <a:off x="10124902" y="27919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关系管理工具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99" name="文本框 398">
            <a:extLst>
              <a:ext uri="{FF2B5EF4-FFF2-40B4-BE49-F238E27FC236}">
                <a16:creationId xmlns:a16="http://schemas.microsoft.com/office/drawing/2014/main" id="{54AF9A35-7C6B-CCBE-CD92-72F699AAD64E}"/>
              </a:ext>
            </a:extLst>
          </p:cNvPr>
          <p:cNvSpPr txBox="1"/>
          <p:nvPr/>
        </p:nvSpPr>
        <p:spPr>
          <a:xfrm>
            <a:off x="10009485" y="3401572"/>
            <a:ext cx="923331"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品牌资产运营工具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0" name="文本框 399">
            <a:extLst>
              <a:ext uri="{FF2B5EF4-FFF2-40B4-BE49-F238E27FC236}">
                <a16:creationId xmlns:a16="http://schemas.microsoft.com/office/drawing/2014/main" id="{D047851F-B05B-0323-D874-0C030506909F}"/>
              </a:ext>
            </a:extLst>
          </p:cNvPr>
          <p:cNvSpPr txBox="1"/>
          <p:nvPr/>
        </p:nvSpPr>
        <p:spPr>
          <a:xfrm>
            <a:off x="10124902" y="40111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内容运营工具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1" name="文本框 400">
            <a:extLst>
              <a:ext uri="{FF2B5EF4-FFF2-40B4-BE49-F238E27FC236}">
                <a16:creationId xmlns:a16="http://schemas.microsoft.com/office/drawing/2014/main" id="{F7CE974D-2A4C-203E-934A-D7C387781FDE}"/>
              </a:ext>
            </a:extLst>
          </p:cNvPr>
          <p:cNvSpPr txBox="1"/>
          <p:nvPr/>
        </p:nvSpPr>
        <p:spPr>
          <a:xfrm>
            <a:off x="10124902" y="46207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投放指导工具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2" name="文本框 401">
            <a:extLst>
              <a:ext uri="{FF2B5EF4-FFF2-40B4-BE49-F238E27FC236}">
                <a16:creationId xmlns:a16="http://schemas.microsoft.com/office/drawing/2014/main" id="{C28CFE9B-3227-8537-4BB9-A73671255871}"/>
              </a:ext>
            </a:extLst>
          </p:cNvPr>
          <p:cNvSpPr txBox="1"/>
          <p:nvPr/>
        </p:nvSpPr>
        <p:spPr>
          <a:xfrm>
            <a:off x="10124902" y="52303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数据评估体系</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403" name="文本框 402">
            <a:extLst>
              <a:ext uri="{FF2B5EF4-FFF2-40B4-BE49-F238E27FC236}">
                <a16:creationId xmlns:a16="http://schemas.microsoft.com/office/drawing/2014/main" id="{817D7100-7712-A201-F097-ED7155431A8E}"/>
              </a:ext>
            </a:extLst>
          </p:cNvPr>
          <p:cNvSpPr txBox="1"/>
          <p:nvPr/>
        </p:nvSpPr>
        <p:spPr>
          <a:xfrm>
            <a:off x="3107674" y="3988401"/>
            <a:ext cx="134652" cy="138499"/>
          </a:xfrm>
          <a:prstGeom prst="rect">
            <a:avLst/>
          </a:prstGeom>
          <a:noFill/>
        </p:spPr>
        <p:txBody>
          <a:bodyPr wrap="none" lIns="0" tIns="0" rIns="0" bIns="0" rtlCol="0">
            <a:spAutoFit/>
          </a:bodyPr>
          <a:lstStyle/>
          <a:p>
            <a:pPr algn="ctr"/>
            <a:r>
              <a:rPr lang="en-US" altLang="zh-CN" sz="900" dirty="0">
                <a:solidFill>
                  <a:schemeClr val="bg1"/>
                </a:solidFill>
                <a:effectLst/>
                <a:latin typeface="阿里巴巴普惠体" panose="00020600040101010101" pitchFamily="18" charset="-122"/>
                <a:ea typeface="阿里巴巴普惠体" panose="00020600040101010101" pitchFamily="18" charset="-122"/>
              </a:rPr>
              <a:t>01</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404" name="文本框 403">
            <a:extLst>
              <a:ext uri="{FF2B5EF4-FFF2-40B4-BE49-F238E27FC236}">
                <a16:creationId xmlns:a16="http://schemas.microsoft.com/office/drawing/2014/main" id="{DB1EDEB2-8EE7-8DB1-1725-F3CC44107410}"/>
              </a:ext>
            </a:extLst>
          </p:cNvPr>
          <p:cNvSpPr txBox="1"/>
          <p:nvPr/>
        </p:nvSpPr>
        <p:spPr>
          <a:xfrm>
            <a:off x="6035024" y="3023201"/>
            <a:ext cx="134652" cy="138499"/>
          </a:xfrm>
          <a:prstGeom prst="rect">
            <a:avLst/>
          </a:prstGeom>
          <a:noFill/>
        </p:spPr>
        <p:txBody>
          <a:bodyPr wrap="none" lIns="0" tIns="0" rIns="0" bIns="0" rtlCol="0">
            <a:spAutoFit/>
          </a:bodyPr>
          <a:lstStyle/>
          <a:p>
            <a:pPr algn="ctr"/>
            <a:r>
              <a:rPr lang="en-US" altLang="zh-CN" sz="900" dirty="0">
                <a:solidFill>
                  <a:schemeClr val="bg1"/>
                </a:solidFill>
                <a:effectLst/>
                <a:latin typeface="阿里巴巴普惠体" panose="00020600040101010101" pitchFamily="18" charset="-122"/>
                <a:ea typeface="阿里巴巴普惠体" panose="00020600040101010101" pitchFamily="18" charset="-122"/>
              </a:rPr>
              <a:t>02</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405" name="文本框 404">
            <a:extLst>
              <a:ext uri="{FF2B5EF4-FFF2-40B4-BE49-F238E27FC236}">
                <a16:creationId xmlns:a16="http://schemas.microsoft.com/office/drawing/2014/main" id="{FA8BF0A9-B5AC-368B-0F2E-6FA07C7CD32A}"/>
              </a:ext>
            </a:extLst>
          </p:cNvPr>
          <p:cNvSpPr txBox="1"/>
          <p:nvPr/>
        </p:nvSpPr>
        <p:spPr>
          <a:xfrm>
            <a:off x="6174724" y="4540851"/>
            <a:ext cx="134652" cy="138499"/>
          </a:xfrm>
          <a:prstGeom prst="rect">
            <a:avLst/>
          </a:prstGeom>
          <a:noFill/>
        </p:spPr>
        <p:txBody>
          <a:bodyPr wrap="none" lIns="0" tIns="0" rIns="0" bIns="0" rtlCol="0">
            <a:spAutoFit/>
          </a:bodyPr>
          <a:lstStyle/>
          <a:p>
            <a:pPr algn="ctr"/>
            <a:r>
              <a:rPr lang="en-US" altLang="zh-CN" sz="900" dirty="0">
                <a:solidFill>
                  <a:schemeClr val="bg1"/>
                </a:solidFill>
                <a:effectLst/>
                <a:latin typeface="阿里巴巴普惠体" panose="00020600040101010101" pitchFamily="18" charset="-122"/>
                <a:ea typeface="阿里巴巴普惠体" panose="00020600040101010101" pitchFamily="18" charset="-122"/>
              </a:rPr>
              <a:t>03</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406" name="文本框 405">
            <a:extLst>
              <a:ext uri="{FF2B5EF4-FFF2-40B4-BE49-F238E27FC236}">
                <a16:creationId xmlns:a16="http://schemas.microsoft.com/office/drawing/2014/main" id="{5EA2EFF5-E275-71C3-B574-FA5E7EA372E5}"/>
              </a:ext>
            </a:extLst>
          </p:cNvPr>
          <p:cNvSpPr txBox="1"/>
          <p:nvPr/>
        </p:nvSpPr>
        <p:spPr>
          <a:xfrm>
            <a:off x="1664745" y="5946517"/>
            <a:ext cx="112211" cy="184666"/>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A</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407" name="文本框 406">
            <a:extLst>
              <a:ext uri="{FF2B5EF4-FFF2-40B4-BE49-F238E27FC236}">
                <a16:creationId xmlns:a16="http://schemas.microsoft.com/office/drawing/2014/main" id="{B269B740-082A-BC7A-9603-75473BE65FA5}"/>
              </a:ext>
            </a:extLst>
          </p:cNvPr>
          <p:cNvSpPr txBox="1"/>
          <p:nvPr/>
        </p:nvSpPr>
        <p:spPr>
          <a:xfrm>
            <a:off x="4585807" y="5946517"/>
            <a:ext cx="99387" cy="184666"/>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B</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408" name="文本框 407">
            <a:extLst>
              <a:ext uri="{FF2B5EF4-FFF2-40B4-BE49-F238E27FC236}">
                <a16:creationId xmlns:a16="http://schemas.microsoft.com/office/drawing/2014/main" id="{A0267E9C-84ED-099D-D620-444F238E2D24}"/>
              </a:ext>
            </a:extLst>
          </p:cNvPr>
          <p:cNvSpPr txBox="1"/>
          <p:nvPr/>
        </p:nvSpPr>
        <p:spPr>
          <a:xfrm>
            <a:off x="7878313" y="5946517"/>
            <a:ext cx="92974" cy="184666"/>
          </a:xfrm>
          <a:prstGeom prst="rect">
            <a:avLst/>
          </a:prstGeom>
          <a:noFill/>
        </p:spPr>
        <p:txBody>
          <a:bodyPr wrap="none" lIns="0" tIns="0" rIns="0" bIns="0" rtlCol="0">
            <a:spAutoFit/>
          </a:bodyPr>
          <a:lstStyle>
            <a:defPPr>
              <a:defRPr lang="zh-CN"/>
            </a:defPPr>
            <a:lvl1pPr algn="ctr">
              <a:defRPr sz="1300">
                <a:solidFill>
                  <a:srgbClr val="055DF6"/>
                </a:solidFill>
                <a:effectLst/>
                <a:latin typeface="MiSans Semibold" panose="00000700000000000000" pitchFamily="2" charset="-122"/>
                <a:ea typeface="MiSans Semibold" panose="00000700000000000000" pitchFamily="2" charset="-122"/>
              </a:defRPr>
            </a:lvl1pPr>
          </a:lstStyle>
          <a:p>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C</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2559271715"/>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任意多边形: 形状 8">
            <a:extLst>
              <a:ext uri="{FF2B5EF4-FFF2-40B4-BE49-F238E27FC236}">
                <a16:creationId xmlns:a16="http://schemas.microsoft.com/office/drawing/2014/main" id="{6EF221D5-A4F4-4C87-27BA-72D058EBE120}"/>
              </a:ext>
            </a:extLst>
          </p:cNvPr>
          <p:cNvSpPr/>
          <p:nvPr/>
        </p:nvSpPr>
        <p:spPr>
          <a:xfrm>
            <a:off x="1816100" y="1593850"/>
            <a:ext cx="9717088" cy="914400"/>
          </a:xfrm>
          <a:custGeom>
            <a:avLst/>
            <a:gdLst>
              <a:gd name="connsiteX0" fmla="*/ 0 w 9740900"/>
              <a:gd name="connsiteY0" fmla="*/ 50800 h 914400"/>
              <a:gd name="connsiteX1" fmla="*/ 50800 w 9740900"/>
              <a:gd name="connsiteY1" fmla="*/ 0 h 914400"/>
              <a:gd name="connsiteX2" fmla="*/ 9690100 w 9740900"/>
              <a:gd name="connsiteY2" fmla="*/ 0 h 914400"/>
              <a:gd name="connsiteX3" fmla="*/ 9740900 w 9740900"/>
              <a:gd name="connsiteY3" fmla="*/ 50800 h 914400"/>
              <a:gd name="connsiteX4" fmla="*/ 9740900 w 9740900"/>
              <a:gd name="connsiteY4" fmla="*/ 863600 h 914400"/>
              <a:gd name="connsiteX5" fmla="*/ 9690100 w 9740900"/>
              <a:gd name="connsiteY5" fmla="*/ 914400 h 914400"/>
              <a:gd name="connsiteX6" fmla="*/ 50800 w 9740900"/>
              <a:gd name="connsiteY6" fmla="*/ 914400 h 914400"/>
              <a:gd name="connsiteX7" fmla="*/ 0 w 9740900"/>
              <a:gd name="connsiteY7" fmla="*/ 863600 h 914400"/>
              <a:gd name="connsiteX8" fmla="*/ 0 w 9740900"/>
              <a:gd name="connsiteY8" fmla="*/ 508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900" h="914400">
                <a:moveTo>
                  <a:pt x="0" y="50800"/>
                </a:moveTo>
                <a:cubicBezTo>
                  <a:pt x="0" y="22746"/>
                  <a:pt x="22746" y="0"/>
                  <a:pt x="50800" y="0"/>
                </a:cubicBezTo>
                <a:lnTo>
                  <a:pt x="9690100" y="0"/>
                </a:lnTo>
                <a:cubicBezTo>
                  <a:pt x="9718167" y="0"/>
                  <a:pt x="9740900" y="22746"/>
                  <a:pt x="9740900" y="50800"/>
                </a:cubicBezTo>
                <a:lnTo>
                  <a:pt x="9740900" y="863600"/>
                </a:lnTo>
                <a:cubicBezTo>
                  <a:pt x="9740900" y="891654"/>
                  <a:pt x="9718167" y="914400"/>
                  <a:pt x="9690100" y="914400"/>
                </a:cubicBezTo>
                <a:lnTo>
                  <a:pt x="50800" y="914400"/>
                </a:lnTo>
                <a:cubicBezTo>
                  <a:pt x="22746" y="914400"/>
                  <a:pt x="0" y="891654"/>
                  <a:pt x="0" y="8636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1" name="任意多边形: 形状 10">
            <a:extLst>
              <a:ext uri="{FF2B5EF4-FFF2-40B4-BE49-F238E27FC236}">
                <a16:creationId xmlns:a16="http://schemas.microsoft.com/office/drawing/2014/main" id="{F9BF9163-CAE1-4859-9DAD-DF27FA12DAD4}"/>
              </a:ext>
            </a:extLst>
          </p:cNvPr>
          <p:cNvSpPr/>
          <p:nvPr/>
        </p:nvSpPr>
        <p:spPr>
          <a:xfrm>
            <a:off x="1816100" y="2679700"/>
            <a:ext cx="6254750" cy="1174750"/>
          </a:xfrm>
          <a:custGeom>
            <a:avLst/>
            <a:gdLst>
              <a:gd name="connsiteX0" fmla="*/ 0 w 6254750"/>
              <a:gd name="connsiteY0" fmla="*/ 50800 h 1174750"/>
              <a:gd name="connsiteX1" fmla="*/ 50800 w 6254750"/>
              <a:gd name="connsiteY1" fmla="*/ 0 h 1174750"/>
              <a:gd name="connsiteX2" fmla="*/ 6203950 w 6254750"/>
              <a:gd name="connsiteY2" fmla="*/ 0 h 1174750"/>
              <a:gd name="connsiteX3" fmla="*/ 6254750 w 6254750"/>
              <a:gd name="connsiteY3" fmla="*/ 50800 h 1174750"/>
              <a:gd name="connsiteX4" fmla="*/ 6254750 w 6254750"/>
              <a:gd name="connsiteY4" fmla="*/ 1123950 h 1174750"/>
              <a:gd name="connsiteX5" fmla="*/ 6203950 w 6254750"/>
              <a:gd name="connsiteY5" fmla="*/ 1174750 h 1174750"/>
              <a:gd name="connsiteX6" fmla="*/ 50800 w 6254750"/>
              <a:gd name="connsiteY6" fmla="*/ 1174750 h 1174750"/>
              <a:gd name="connsiteX7" fmla="*/ 0 w 6254750"/>
              <a:gd name="connsiteY7" fmla="*/ 1123950 h 1174750"/>
              <a:gd name="connsiteX8" fmla="*/ 0 w 6254750"/>
              <a:gd name="connsiteY8" fmla="*/ 50800 h 117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54750" h="1174750">
                <a:moveTo>
                  <a:pt x="0" y="50800"/>
                </a:moveTo>
                <a:cubicBezTo>
                  <a:pt x="0" y="22746"/>
                  <a:pt x="22746" y="0"/>
                  <a:pt x="50800" y="0"/>
                </a:cubicBezTo>
                <a:lnTo>
                  <a:pt x="6203950" y="0"/>
                </a:lnTo>
                <a:cubicBezTo>
                  <a:pt x="6232018" y="0"/>
                  <a:pt x="6254750" y="22746"/>
                  <a:pt x="6254750" y="50800"/>
                </a:cubicBezTo>
                <a:lnTo>
                  <a:pt x="6254750" y="1123950"/>
                </a:lnTo>
                <a:cubicBezTo>
                  <a:pt x="6254750" y="1152005"/>
                  <a:pt x="6232018" y="1174750"/>
                  <a:pt x="6203950" y="1174750"/>
                </a:cubicBezTo>
                <a:lnTo>
                  <a:pt x="50800" y="1174750"/>
                </a:lnTo>
                <a:cubicBezTo>
                  <a:pt x="22746" y="1174750"/>
                  <a:pt x="0" y="1152005"/>
                  <a:pt x="0" y="1123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 name="任意多边形: 形状 12">
            <a:extLst>
              <a:ext uri="{FF2B5EF4-FFF2-40B4-BE49-F238E27FC236}">
                <a16:creationId xmlns:a16="http://schemas.microsoft.com/office/drawing/2014/main" id="{37E623FF-34BF-85F3-1C85-2DB012E6E236}"/>
              </a:ext>
            </a:extLst>
          </p:cNvPr>
          <p:cNvSpPr/>
          <p:nvPr/>
        </p:nvSpPr>
        <p:spPr>
          <a:xfrm>
            <a:off x="8242301" y="2679700"/>
            <a:ext cx="3290888" cy="1174750"/>
          </a:xfrm>
          <a:custGeom>
            <a:avLst/>
            <a:gdLst>
              <a:gd name="connsiteX0" fmla="*/ 0 w 3314700"/>
              <a:gd name="connsiteY0" fmla="*/ 50800 h 1174750"/>
              <a:gd name="connsiteX1" fmla="*/ 50800 w 3314700"/>
              <a:gd name="connsiteY1" fmla="*/ 0 h 1174750"/>
              <a:gd name="connsiteX2" fmla="*/ 3263900 w 3314700"/>
              <a:gd name="connsiteY2" fmla="*/ 0 h 1174750"/>
              <a:gd name="connsiteX3" fmla="*/ 3314700 w 3314700"/>
              <a:gd name="connsiteY3" fmla="*/ 50800 h 1174750"/>
              <a:gd name="connsiteX4" fmla="*/ 3314700 w 3314700"/>
              <a:gd name="connsiteY4" fmla="*/ 1123950 h 1174750"/>
              <a:gd name="connsiteX5" fmla="*/ 3263900 w 3314700"/>
              <a:gd name="connsiteY5" fmla="*/ 1174750 h 1174750"/>
              <a:gd name="connsiteX6" fmla="*/ 50800 w 3314700"/>
              <a:gd name="connsiteY6" fmla="*/ 1174750 h 1174750"/>
              <a:gd name="connsiteX7" fmla="*/ 0 w 3314700"/>
              <a:gd name="connsiteY7" fmla="*/ 1123950 h 1174750"/>
              <a:gd name="connsiteX8" fmla="*/ 0 w 3314700"/>
              <a:gd name="connsiteY8" fmla="*/ 50800 h 117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4700" h="1174750">
                <a:moveTo>
                  <a:pt x="0" y="50800"/>
                </a:moveTo>
                <a:cubicBezTo>
                  <a:pt x="0" y="22746"/>
                  <a:pt x="22733" y="0"/>
                  <a:pt x="50800" y="0"/>
                </a:cubicBezTo>
                <a:lnTo>
                  <a:pt x="3263900" y="0"/>
                </a:lnTo>
                <a:cubicBezTo>
                  <a:pt x="3291967" y="0"/>
                  <a:pt x="3314700" y="22746"/>
                  <a:pt x="3314700" y="50800"/>
                </a:cubicBezTo>
                <a:lnTo>
                  <a:pt x="3314700" y="1123950"/>
                </a:lnTo>
                <a:cubicBezTo>
                  <a:pt x="3314700" y="1152005"/>
                  <a:pt x="3291967" y="1174750"/>
                  <a:pt x="3263900" y="1174750"/>
                </a:cubicBezTo>
                <a:lnTo>
                  <a:pt x="50800" y="1174750"/>
                </a:lnTo>
                <a:cubicBezTo>
                  <a:pt x="22733" y="1174750"/>
                  <a:pt x="0" y="1152005"/>
                  <a:pt x="0" y="112395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 name="任意多边形: 形状 15">
            <a:extLst>
              <a:ext uri="{FF2B5EF4-FFF2-40B4-BE49-F238E27FC236}">
                <a16:creationId xmlns:a16="http://schemas.microsoft.com/office/drawing/2014/main" id="{FCB696B7-3F66-7092-2549-1F0DB9B636BE}"/>
              </a:ext>
            </a:extLst>
          </p:cNvPr>
          <p:cNvSpPr/>
          <p:nvPr/>
        </p:nvSpPr>
        <p:spPr>
          <a:xfrm>
            <a:off x="1816100" y="4025900"/>
            <a:ext cx="9717088" cy="914400"/>
          </a:xfrm>
          <a:custGeom>
            <a:avLst/>
            <a:gdLst>
              <a:gd name="connsiteX0" fmla="*/ 0 w 9740900"/>
              <a:gd name="connsiteY0" fmla="*/ 50800 h 914400"/>
              <a:gd name="connsiteX1" fmla="*/ 50800 w 9740900"/>
              <a:gd name="connsiteY1" fmla="*/ 0 h 914400"/>
              <a:gd name="connsiteX2" fmla="*/ 9690100 w 9740900"/>
              <a:gd name="connsiteY2" fmla="*/ 0 h 914400"/>
              <a:gd name="connsiteX3" fmla="*/ 9740900 w 9740900"/>
              <a:gd name="connsiteY3" fmla="*/ 50800 h 914400"/>
              <a:gd name="connsiteX4" fmla="*/ 9740900 w 9740900"/>
              <a:gd name="connsiteY4" fmla="*/ 863600 h 914400"/>
              <a:gd name="connsiteX5" fmla="*/ 9690100 w 9740900"/>
              <a:gd name="connsiteY5" fmla="*/ 914400 h 914400"/>
              <a:gd name="connsiteX6" fmla="*/ 50800 w 9740900"/>
              <a:gd name="connsiteY6" fmla="*/ 914400 h 914400"/>
              <a:gd name="connsiteX7" fmla="*/ 0 w 9740900"/>
              <a:gd name="connsiteY7" fmla="*/ 863600 h 914400"/>
              <a:gd name="connsiteX8" fmla="*/ 0 w 9740900"/>
              <a:gd name="connsiteY8" fmla="*/ 508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900" h="914400">
                <a:moveTo>
                  <a:pt x="0" y="50800"/>
                </a:moveTo>
                <a:cubicBezTo>
                  <a:pt x="0" y="22746"/>
                  <a:pt x="22746" y="0"/>
                  <a:pt x="50800" y="0"/>
                </a:cubicBezTo>
                <a:lnTo>
                  <a:pt x="9690100" y="0"/>
                </a:lnTo>
                <a:cubicBezTo>
                  <a:pt x="9718167" y="0"/>
                  <a:pt x="9740900" y="22746"/>
                  <a:pt x="9740900" y="50800"/>
                </a:cubicBezTo>
                <a:lnTo>
                  <a:pt x="9740900" y="863600"/>
                </a:lnTo>
                <a:cubicBezTo>
                  <a:pt x="9740900" y="891655"/>
                  <a:pt x="9718167" y="914400"/>
                  <a:pt x="9690100" y="914400"/>
                </a:cubicBezTo>
                <a:lnTo>
                  <a:pt x="50800" y="914400"/>
                </a:lnTo>
                <a:cubicBezTo>
                  <a:pt x="22746" y="914400"/>
                  <a:pt x="0" y="891655"/>
                  <a:pt x="0" y="8636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 name="任意多边形: 形状 18">
            <a:extLst>
              <a:ext uri="{FF2B5EF4-FFF2-40B4-BE49-F238E27FC236}">
                <a16:creationId xmlns:a16="http://schemas.microsoft.com/office/drawing/2014/main" id="{B0C0DCC7-058A-22DF-7446-BDD854501B8B}"/>
              </a:ext>
            </a:extLst>
          </p:cNvPr>
          <p:cNvSpPr/>
          <p:nvPr/>
        </p:nvSpPr>
        <p:spPr>
          <a:xfrm>
            <a:off x="1816100" y="5111750"/>
            <a:ext cx="9717088" cy="1079500"/>
          </a:xfrm>
          <a:custGeom>
            <a:avLst/>
            <a:gdLst>
              <a:gd name="connsiteX0" fmla="*/ 0 w 9740900"/>
              <a:gd name="connsiteY0" fmla="*/ 50800 h 1079500"/>
              <a:gd name="connsiteX1" fmla="*/ 50800 w 9740900"/>
              <a:gd name="connsiteY1" fmla="*/ 0 h 1079500"/>
              <a:gd name="connsiteX2" fmla="*/ 9690100 w 9740900"/>
              <a:gd name="connsiteY2" fmla="*/ 0 h 1079500"/>
              <a:gd name="connsiteX3" fmla="*/ 9740900 w 9740900"/>
              <a:gd name="connsiteY3" fmla="*/ 50800 h 1079500"/>
              <a:gd name="connsiteX4" fmla="*/ 9740900 w 9740900"/>
              <a:gd name="connsiteY4" fmla="*/ 1028700 h 1079500"/>
              <a:gd name="connsiteX5" fmla="*/ 9690100 w 9740900"/>
              <a:gd name="connsiteY5" fmla="*/ 1079500 h 1079500"/>
              <a:gd name="connsiteX6" fmla="*/ 50800 w 9740900"/>
              <a:gd name="connsiteY6" fmla="*/ 1079500 h 1079500"/>
              <a:gd name="connsiteX7" fmla="*/ 0 w 9740900"/>
              <a:gd name="connsiteY7" fmla="*/ 1028700 h 1079500"/>
              <a:gd name="connsiteX8" fmla="*/ 0 w 9740900"/>
              <a:gd name="connsiteY8" fmla="*/ 50800 h 107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900" h="1079500">
                <a:moveTo>
                  <a:pt x="0" y="50800"/>
                </a:moveTo>
                <a:cubicBezTo>
                  <a:pt x="0" y="22746"/>
                  <a:pt x="22746" y="0"/>
                  <a:pt x="50800" y="0"/>
                </a:cubicBezTo>
                <a:lnTo>
                  <a:pt x="9690100" y="0"/>
                </a:lnTo>
                <a:cubicBezTo>
                  <a:pt x="9718167" y="0"/>
                  <a:pt x="9740900" y="22746"/>
                  <a:pt x="9740900" y="50800"/>
                </a:cubicBezTo>
                <a:lnTo>
                  <a:pt x="9740900" y="1028700"/>
                </a:lnTo>
                <a:cubicBezTo>
                  <a:pt x="9740900" y="1056755"/>
                  <a:pt x="9718167" y="1079500"/>
                  <a:pt x="9690100" y="1079500"/>
                </a:cubicBezTo>
                <a:lnTo>
                  <a:pt x="50800" y="1079500"/>
                </a:lnTo>
                <a:cubicBezTo>
                  <a:pt x="22746" y="1079500"/>
                  <a:pt x="0" y="1056755"/>
                  <a:pt x="0" y="10287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 name="矩形: 圆角 26">
            <a:extLst>
              <a:ext uri="{FF2B5EF4-FFF2-40B4-BE49-F238E27FC236}">
                <a16:creationId xmlns:a16="http://schemas.microsoft.com/office/drawing/2014/main" id="{2A432CF0-D421-AE17-8F49-3957E8F064C3}"/>
              </a:ext>
            </a:extLst>
          </p:cNvPr>
          <p:cNvSpPr/>
          <p:nvPr/>
        </p:nvSpPr>
        <p:spPr>
          <a:xfrm>
            <a:off x="635000" y="5111750"/>
            <a:ext cx="1181100" cy="107950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9" name="矩形: 圆角 38">
            <a:extLst>
              <a:ext uri="{FF2B5EF4-FFF2-40B4-BE49-F238E27FC236}">
                <a16:creationId xmlns:a16="http://schemas.microsoft.com/office/drawing/2014/main" id="{76D660AB-8359-6290-6334-92A5FF968D32}"/>
              </a:ext>
            </a:extLst>
          </p:cNvPr>
          <p:cNvSpPr/>
          <p:nvPr/>
        </p:nvSpPr>
        <p:spPr>
          <a:xfrm>
            <a:off x="635000" y="4025900"/>
            <a:ext cx="1181100" cy="91440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1" name="矩形: 圆角 50">
            <a:extLst>
              <a:ext uri="{FF2B5EF4-FFF2-40B4-BE49-F238E27FC236}">
                <a16:creationId xmlns:a16="http://schemas.microsoft.com/office/drawing/2014/main" id="{811ED73E-3363-5AF1-BB15-98199581AF9E}"/>
              </a:ext>
            </a:extLst>
          </p:cNvPr>
          <p:cNvSpPr/>
          <p:nvPr/>
        </p:nvSpPr>
        <p:spPr>
          <a:xfrm>
            <a:off x="635000" y="2679700"/>
            <a:ext cx="1181100" cy="117475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5" name="矩形: 圆角 54">
            <a:extLst>
              <a:ext uri="{FF2B5EF4-FFF2-40B4-BE49-F238E27FC236}">
                <a16:creationId xmlns:a16="http://schemas.microsoft.com/office/drawing/2014/main" id="{EDFF5DAA-A317-CC8B-963D-17A3800C69C0}"/>
              </a:ext>
            </a:extLst>
          </p:cNvPr>
          <p:cNvSpPr/>
          <p:nvPr/>
        </p:nvSpPr>
        <p:spPr>
          <a:xfrm>
            <a:off x="635000" y="1593850"/>
            <a:ext cx="1181100" cy="914400"/>
          </a:xfrm>
          <a:prstGeom prst="roundRect">
            <a:avLst>
              <a:gd name="adj" fmla="val 47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1" name="矩形: 圆角 60">
            <a:extLst>
              <a:ext uri="{FF2B5EF4-FFF2-40B4-BE49-F238E27FC236}">
                <a16:creationId xmlns:a16="http://schemas.microsoft.com/office/drawing/2014/main" id="{41C69F03-ED4A-6955-0377-69EB026F2E70}"/>
              </a:ext>
            </a:extLst>
          </p:cNvPr>
          <p:cNvSpPr/>
          <p:nvPr/>
        </p:nvSpPr>
        <p:spPr>
          <a:xfrm>
            <a:off x="2317750" y="5213350"/>
            <a:ext cx="36258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9" name="矩形: 圆角 128">
            <a:extLst>
              <a:ext uri="{FF2B5EF4-FFF2-40B4-BE49-F238E27FC236}">
                <a16:creationId xmlns:a16="http://schemas.microsoft.com/office/drawing/2014/main" id="{408B6AD1-ABB3-376D-42E3-E6FFB8E24265}"/>
              </a:ext>
            </a:extLst>
          </p:cNvPr>
          <p:cNvSpPr/>
          <p:nvPr/>
        </p:nvSpPr>
        <p:spPr>
          <a:xfrm>
            <a:off x="7378700" y="5213350"/>
            <a:ext cx="36258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2" name="矩形: 圆角 131">
            <a:extLst>
              <a:ext uri="{FF2B5EF4-FFF2-40B4-BE49-F238E27FC236}">
                <a16:creationId xmlns:a16="http://schemas.microsoft.com/office/drawing/2014/main" id="{60A177BA-4689-0E32-AED1-2FDCAE4455D4}"/>
              </a:ext>
            </a:extLst>
          </p:cNvPr>
          <p:cNvSpPr/>
          <p:nvPr/>
        </p:nvSpPr>
        <p:spPr>
          <a:xfrm>
            <a:off x="2317750" y="5702300"/>
            <a:ext cx="8743950" cy="381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5" name="矩形: 圆角 134">
            <a:extLst>
              <a:ext uri="{FF2B5EF4-FFF2-40B4-BE49-F238E27FC236}">
                <a16:creationId xmlns:a16="http://schemas.microsoft.com/office/drawing/2014/main" id="{1D545D79-9698-8FCF-BF8B-BBE5B9552D86}"/>
              </a:ext>
            </a:extLst>
          </p:cNvPr>
          <p:cNvSpPr/>
          <p:nvPr/>
        </p:nvSpPr>
        <p:spPr>
          <a:xfrm>
            <a:off x="23177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8" name="矩形: 圆角 137">
            <a:extLst>
              <a:ext uri="{FF2B5EF4-FFF2-40B4-BE49-F238E27FC236}">
                <a16:creationId xmlns:a16="http://schemas.microsoft.com/office/drawing/2014/main" id="{2CE93B69-A56F-AA73-1395-86C0182FA387}"/>
              </a:ext>
            </a:extLst>
          </p:cNvPr>
          <p:cNvSpPr/>
          <p:nvPr/>
        </p:nvSpPr>
        <p:spPr>
          <a:xfrm>
            <a:off x="35242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2" name="矩形: 圆角 141">
            <a:extLst>
              <a:ext uri="{FF2B5EF4-FFF2-40B4-BE49-F238E27FC236}">
                <a16:creationId xmlns:a16="http://schemas.microsoft.com/office/drawing/2014/main" id="{73CDEB41-1701-8D35-DB8C-6D1EBA4BA2BB}"/>
              </a:ext>
            </a:extLst>
          </p:cNvPr>
          <p:cNvSpPr/>
          <p:nvPr/>
        </p:nvSpPr>
        <p:spPr>
          <a:xfrm>
            <a:off x="472440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6" name="矩形: 圆角 145">
            <a:extLst>
              <a:ext uri="{FF2B5EF4-FFF2-40B4-BE49-F238E27FC236}">
                <a16:creationId xmlns:a16="http://schemas.microsoft.com/office/drawing/2014/main" id="{7638C481-A258-D88F-D03F-7CE9929E7028}"/>
              </a:ext>
            </a:extLst>
          </p:cNvPr>
          <p:cNvSpPr/>
          <p:nvPr/>
        </p:nvSpPr>
        <p:spPr>
          <a:xfrm>
            <a:off x="593090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0" name="矩形: 圆角 149">
            <a:extLst>
              <a:ext uri="{FF2B5EF4-FFF2-40B4-BE49-F238E27FC236}">
                <a16:creationId xmlns:a16="http://schemas.microsoft.com/office/drawing/2014/main" id="{E512005D-BA92-7E69-5F08-23138D21FD37}"/>
              </a:ext>
            </a:extLst>
          </p:cNvPr>
          <p:cNvSpPr/>
          <p:nvPr/>
        </p:nvSpPr>
        <p:spPr>
          <a:xfrm>
            <a:off x="23177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4" name="矩形: 圆角 153">
            <a:extLst>
              <a:ext uri="{FF2B5EF4-FFF2-40B4-BE49-F238E27FC236}">
                <a16:creationId xmlns:a16="http://schemas.microsoft.com/office/drawing/2014/main" id="{DBC55C42-5422-B80B-C53C-28F8B53F53A4}"/>
              </a:ext>
            </a:extLst>
          </p:cNvPr>
          <p:cNvSpPr/>
          <p:nvPr/>
        </p:nvSpPr>
        <p:spPr>
          <a:xfrm>
            <a:off x="35242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8" name="矩形: 圆角 157">
            <a:extLst>
              <a:ext uri="{FF2B5EF4-FFF2-40B4-BE49-F238E27FC236}">
                <a16:creationId xmlns:a16="http://schemas.microsoft.com/office/drawing/2014/main" id="{71CF56B3-A665-348C-14D5-8F10D722B1C9}"/>
              </a:ext>
            </a:extLst>
          </p:cNvPr>
          <p:cNvSpPr/>
          <p:nvPr/>
        </p:nvSpPr>
        <p:spPr>
          <a:xfrm>
            <a:off x="472440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2" name="矩形: 圆角 161">
            <a:extLst>
              <a:ext uri="{FF2B5EF4-FFF2-40B4-BE49-F238E27FC236}">
                <a16:creationId xmlns:a16="http://schemas.microsoft.com/office/drawing/2014/main" id="{4B2D2A61-40C2-FE5E-FBFA-4ED3E62EF27D}"/>
              </a:ext>
            </a:extLst>
          </p:cNvPr>
          <p:cNvSpPr/>
          <p:nvPr/>
        </p:nvSpPr>
        <p:spPr>
          <a:xfrm>
            <a:off x="87947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68" name="矩形: 圆角 167">
            <a:extLst>
              <a:ext uri="{FF2B5EF4-FFF2-40B4-BE49-F238E27FC236}">
                <a16:creationId xmlns:a16="http://schemas.microsoft.com/office/drawing/2014/main" id="{8E4A8E16-95AC-9ADB-9F86-A7172C2BEA69}"/>
              </a:ext>
            </a:extLst>
          </p:cNvPr>
          <p:cNvSpPr/>
          <p:nvPr/>
        </p:nvSpPr>
        <p:spPr>
          <a:xfrm>
            <a:off x="10001250" y="3092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73" name="矩形: 圆角 172">
            <a:extLst>
              <a:ext uri="{FF2B5EF4-FFF2-40B4-BE49-F238E27FC236}">
                <a16:creationId xmlns:a16="http://schemas.microsoft.com/office/drawing/2014/main" id="{7C1D6030-2AE6-9346-5076-F1E6DD31EB79}"/>
              </a:ext>
            </a:extLst>
          </p:cNvPr>
          <p:cNvSpPr/>
          <p:nvPr/>
        </p:nvSpPr>
        <p:spPr>
          <a:xfrm>
            <a:off x="87947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79" name="矩形: 圆角 178">
            <a:extLst>
              <a:ext uri="{FF2B5EF4-FFF2-40B4-BE49-F238E27FC236}">
                <a16:creationId xmlns:a16="http://schemas.microsoft.com/office/drawing/2014/main" id="{5AB8214F-0C33-DA4C-BD46-1B9C52466E3D}"/>
              </a:ext>
            </a:extLst>
          </p:cNvPr>
          <p:cNvSpPr/>
          <p:nvPr/>
        </p:nvSpPr>
        <p:spPr>
          <a:xfrm>
            <a:off x="10001250" y="34734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84" name="矩形: 圆角 183">
            <a:extLst>
              <a:ext uri="{FF2B5EF4-FFF2-40B4-BE49-F238E27FC236}">
                <a16:creationId xmlns:a16="http://schemas.microsoft.com/office/drawing/2014/main" id="{55516A16-9314-5603-E1C5-EB6B9F8CA80C}"/>
              </a:ext>
            </a:extLst>
          </p:cNvPr>
          <p:cNvSpPr/>
          <p:nvPr/>
        </p:nvSpPr>
        <p:spPr>
          <a:xfrm>
            <a:off x="87947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89" name="矩形: 圆角 188">
            <a:extLst>
              <a:ext uri="{FF2B5EF4-FFF2-40B4-BE49-F238E27FC236}">
                <a16:creationId xmlns:a16="http://schemas.microsoft.com/office/drawing/2014/main" id="{1714680B-6D49-2C32-C602-857E03E412E2}"/>
              </a:ext>
            </a:extLst>
          </p:cNvPr>
          <p:cNvSpPr/>
          <p:nvPr/>
        </p:nvSpPr>
        <p:spPr>
          <a:xfrm>
            <a:off x="100012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94" name="矩形: 圆角 193">
            <a:extLst>
              <a:ext uri="{FF2B5EF4-FFF2-40B4-BE49-F238E27FC236}">
                <a16:creationId xmlns:a16="http://schemas.microsoft.com/office/drawing/2014/main" id="{AB0F8E7B-3670-2E05-692A-AA57B86E5FFF}"/>
              </a:ext>
            </a:extLst>
          </p:cNvPr>
          <p:cNvSpPr/>
          <p:nvPr/>
        </p:nvSpPr>
        <p:spPr>
          <a:xfrm>
            <a:off x="87947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199" name="矩形: 圆角 198">
            <a:extLst>
              <a:ext uri="{FF2B5EF4-FFF2-40B4-BE49-F238E27FC236}">
                <a16:creationId xmlns:a16="http://schemas.microsoft.com/office/drawing/2014/main" id="{9E72F861-1E9A-1BD6-F42A-5B20742143DD}"/>
              </a:ext>
            </a:extLst>
          </p:cNvPr>
          <p:cNvSpPr/>
          <p:nvPr/>
        </p:nvSpPr>
        <p:spPr>
          <a:xfrm>
            <a:off x="100012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6"/>
                </a:solidFill>
              </a:ln>
              <a:solidFill>
                <a:schemeClr val="accent3"/>
              </a:solidFill>
            </a:endParaRPr>
          </a:p>
        </p:txBody>
      </p:sp>
      <p:sp>
        <p:nvSpPr>
          <p:cNvPr id="204" name="矩形: 圆角 203">
            <a:extLst>
              <a:ext uri="{FF2B5EF4-FFF2-40B4-BE49-F238E27FC236}">
                <a16:creationId xmlns:a16="http://schemas.microsoft.com/office/drawing/2014/main" id="{163101D4-F7A3-D5B4-883B-79DBA4B294FA}"/>
              </a:ext>
            </a:extLst>
          </p:cNvPr>
          <p:cNvSpPr/>
          <p:nvPr/>
        </p:nvSpPr>
        <p:spPr>
          <a:xfrm>
            <a:off x="23177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9" name="矩形: 圆角 208">
            <a:extLst>
              <a:ext uri="{FF2B5EF4-FFF2-40B4-BE49-F238E27FC236}">
                <a16:creationId xmlns:a16="http://schemas.microsoft.com/office/drawing/2014/main" id="{58A55FE1-4B6B-73FB-D010-ADDDA923BEF1}"/>
              </a:ext>
            </a:extLst>
          </p:cNvPr>
          <p:cNvSpPr/>
          <p:nvPr/>
        </p:nvSpPr>
        <p:spPr>
          <a:xfrm>
            <a:off x="35242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3" name="矩形: 圆角 212">
            <a:extLst>
              <a:ext uri="{FF2B5EF4-FFF2-40B4-BE49-F238E27FC236}">
                <a16:creationId xmlns:a16="http://schemas.microsoft.com/office/drawing/2014/main" id="{A5BD9F7F-95B7-7EF1-333D-F7465D08B063}"/>
              </a:ext>
            </a:extLst>
          </p:cNvPr>
          <p:cNvSpPr/>
          <p:nvPr/>
        </p:nvSpPr>
        <p:spPr>
          <a:xfrm>
            <a:off x="47307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7" name="矩形: 圆角 216">
            <a:extLst>
              <a:ext uri="{FF2B5EF4-FFF2-40B4-BE49-F238E27FC236}">
                <a16:creationId xmlns:a16="http://schemas.microsoft.com/office/drawing/2014/main" id="{0CE584B2-EEA8-D9D2-BAF6-7B1F6802CEE9}"/>
              </a:ext>
            </a:extLst>
          </p:cNvPr>
          <p:cNvSpPr/>
          <p:nvPr/>
        </p:nvSpPr>
        <p:spPr>
          <a:xfrm>
            <a:off x="5937250" y="4165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1" name="矩形: 圆角 220">
            <a:extLst>
              <a:ext uri="{FF2B5EF4-FFF2-40B4-BE49-F238E27FC236}">
                <a16:creationId xmlns:a16="http://schemas.microsoft.com/office/drawing/2014/main" id="{878D2F70-C242-2054-4030-2C29C5134BC1}"/>
              </a:ext>
            </a:extLst>
          </p:cNvPr>
          <p:cNvSpPr/>
          <p:nvPr/>
        </p:nvSpPr>
        <p:spPr>
          <a:xfrm>
            <a:off x="59372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5" name="矩形: 圆角 224">
            <a:extLst>
              <a:ext uri="{FF2B5EF4-FFF2-40B4-BE49-F238E27FC236}">
                <a16:creationId xmlns:a16="http://schemas.microsoft.com/office/drawing/2014/main" id="{4BBBF40A-56CB-AFF4-2213-FB733FE6741C}"/>
              </a:ext>
            </a:extLst>
          </p:cNvPr>
          <p:cNvSpPr/>
          <p:nvPr/>
        </p:nvSpPr>
        <p:spPr>
          <a:xfrm>
            <a:off x="23177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0" name="矩形: 圆角 229">
            <a:extLst>
              <a:ext uri="{FF2B5EF4-FFF2-40B4-BE49-F238E27FC236}">
                <a16:creationId xmlns:a16="http://schemas.microsoft.com/office/drawing/2014/main" id="{174F8609-8BC9-60B5-A2B1-D0D11105C4C7}"/>
              </a:ext>
            </a:extLst>
          </p:cNvPr>
          <p:cNvSpPr/>
          <p:nvPr/>
        </p:nvSpPr>
        <p:spPr>
          <a:xfrm>
            <a:off x="35242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9" name="矩形: 圆角 238">
            <a:extLst>
              <a:ext uri="{FF2B5EF4-FFF2-40B4-BE49-F238E27FC236}">
                <a16:creationId xmlns:a16="http://schemas.microsoft.com/office/drawing/2014/main" id="{2DE1BAC2-1BFF-B0CD-89F9-1F8A2513F752}"/>
              </a:ext>
            </a:extLst>
          </p:cNvPr>
          <p:cNvSpPr/>
          <p:nvPr/>
        </p:nvSpPr>
        <p:spPr>
          <a:xfrm>
            <a:off x="4730750" y="454660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3" name="矩形: 圆角 242">
            <a:extLst>
              <a:ext uri="{FF2B5EF4-FFF2-40B4-BE49-F238E27FC236}">
                <a16:creationId xmlns:a16="http://schemas.microsoft.com/office/drawing/2014/main" id="{4818CA27-0456-7EDB-735D-5FE4DE117B89}"/>
              </a:ext>
            </a:extLst>
          </p:cNvPr>
          <p:cNvSpPr/>
          <p:nvPr/>
        </p:nvSpPr>
        <p:spPr>
          <a:xfrm>
            <a:off x="43751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7" name="矩形: 圆角 246">
            <a:extLst>
              <a:ext uri="{FF2B5EF4-FFF2-40B4-BE49-F238E27FC236}">
                <a16:creationId xmlns:a16="http://schemas.microsoft.com/office/drawing/2014/main" id="{A70C8BEB-122E-368C-B4CA-9FE0276D00BA}"/>
              </a:ext>
            </a:extLst>
          </p:cNvPr>
          <p:cNvSpPr/>
          <p:nvPr/>
        </p:nvSpPr>
        <p:spPr>
          <a:xfrm>
            <a:off x="55816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0" name="矩形: 圆角 249">
            <a:extLst>
              <a:ext uri="{FF2B5EF4-FFF2-40B4-BE49-F238E27FC236}">
                <a16:creationId xmlns:a16="http://schemas.microsoft.com/office/drawing/2014/main" id="{F5F6ABBC-DD0A-08C8-481D-083190F0D748}"/>
              </a:ext>
            </a:extLst>
          </p:cNvPr>
          <p:cNvSpPr/>
          <p:nvPr/>
        </p:nvSpPr>
        <p:spPr>
          <a:xfrm>
            <a:off x="67881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5" name="矩形: 圆角 254">
            <a:extLst>
              <a:ext uri="{FF2B5EF4-FFF2-40B4-BE49-F238E27FC236}">
                <a16:creationId xmlns:a16="http://schemas.microsoft.com/office/drawing/2014/main" id="{F07891D8-D299-C36A-897B-8B021EE17178}"/>
              </a:ext>
            </a:extLst>
          </p:cNvPr>
          <p:cNvSpPr/>
          <p:nvPr/>
        </p:nvSpPr>
        <p:spPr>
          <a:xfrm>
            <a:off x="7994650" y="2063750"/>
            <a:ext cx="1003300" cy="254000"/>
          </a:xfrm>
          <a:prstGeom prst="roundRect">
            <a:avLst>
              <a:gd name="adj" fmla="val 10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1" name="任意多边形: 形状 260">
            <a:extLst>
              <a:ext uri="{FF2B5EF4-FFF2-40B4-BE49-F238E27FC236}">
                <a16:creationId xmlns:a16="http://schemas.microsoft.com/office/drawing/2014/main" id="{ADFD8324-D07F-E1F5-F38C-456D1CA1D1E2}"/>
              </a:ext>
            </a:extLst>
          </p:cNvPr>
          <p:cNvSpPr/>
          <p:nvPr/>
        </p:nvSpPr>
        <p:spPr>
          <a:xfrm>
            <a:off x="10001250" y="24066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46 w 254000"/>
              <a:gd name="connsiteY5" fmla="*/ 323850 h 323850"/>
              <a:gd name="connsiteX6" fmla="*/ 194246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46" y="323850"/>
                </a:lnTo>
                <a:lnTo>
                  <a:pt x="194246"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2" name="任意多边形: 形状 261">
            <a:extLst>
              <a:ext uri="{FF2B5EF4-FFF2-40B4-BE49-F238E27FC236}">
                <a16:creationId xmlns:a16="http://schemas.microsoft.com/office/drawing/2014/main" id="{003B9C63-5EC7-3484-594B-215C271729F5}"/>
              </a:ext>
            </a:extLst>
          </p:cNvPr>
          <p:cNvSpPr/>
          <p:nvPr/>
        </p:nvSpPr>
        <p:spPr>
          <a:xfrm>
            <a:off x="4762500" y="24066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34 w 254000"/>
              <a:gd name="connsiteY5" fmla="*/ 323850 h 323850"/>
              <a:gd name="connsiteX6" fmla="*/ 194234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34" y="323850"/>
                </a:lnTo>
                <a:lnTo>
                  <a:pt x="194234"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3" name="任意多边形: 形状 262">
            <a:extLst>
              <a:ext uri="{FF2B5EF4-FFF2-40B4-BE49-F238E27FC236}">
                <a16:creationId xmlns:a16="http://schemas.microsoft.com/office/drawing/2014/main" id="{A2655EF8-4262-BE58-442E-5C2CE6BB9DD1}"/>
              </a:ext>
            </a:extLst>
          </p:cNvPr>
          <p:cNvSpPr/>
          <p:nvPr/>
        </p:nvSpPr>
        <p:spPr>
          <a:xfrm>
            <a:off x="10001250" y="37782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46 w 254000"/>
              <a:gd name="connsiteY5" fmla="*/ 323850 h 323850"/>
              <a:gd name="connsiteX6" fmla="*/ 194246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46" y="323850"/>
                </a:lnTo>
                <a:lnTo>
                  <a:pt x="194246"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5" name="任意多边形: 形状 264">
            <a:extLst>
              <a:ext uri="{FF2B5EF4-FFF2-40B4-BE49-F238E27FC236}">
                <a16:creationId xmlns:a16="http://schemas.microsoft.com/office/drawing/2014/main" id="{D567B14E-1756-22EE-1C6C-FCEB00A849B4}"/>
              </a:ext>
            </a:extLst>
          </p:cNvPr>
          <p:cNvSpPr/>
          <p:nvPr/>
        </p:nvSpPr>
        <p:spPr>
          <a:xfrm>
            <a:off x="4762500" y="377825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34 w 254000"/>
              <a:gd name="connsiteY5" fmla="*/ 323850 h 323850"/>
              <a:gd name="connsiteX6" fmla="*/ 194234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34" y="323850"/>
                </a:lnTo>
                <a:lnTo>
                  <a:pt x="194234"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6" name="任意多边形: 形状 265">
            <a:extLst>
              <a:ext uri="{FF2B5EF4-FFF2-40B4-BE49-F238E27FC236}">
                <a16:creationId xmlns:a16="http://schemas.microsoft.com/office/drawing/2014/main" id="{0B783F92-96D8-DA2B-A59A-CD62EE4476CA}"/>
              </a:ext>
            </a:extLst>
          </p:cNvPr>
          <p:cNvSpPr/>
          <p:nvPr/>
        </p:nvSpPr>
        <p:spPr>
          <a:xfrm>
            <a:off x="10001250" y="486410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46 w 254000"/>
              <a:gd name="connsiteY5" fmla="*/ 323850 h 323850"/>
              <a:gd name="connsiteX6" fmla="*/ 194246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46" y="323850"/>
                </a:lnTo>
                <a:lnTo>
                  <a:pt x="194246"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7" name="任意多边形: 形状 266">
            <a:extLst>
              <a:ext uri="{FF2B5EF4-FFF2-40B4-BE49-F238E27FC236}">
                <a16:creationId xmlns:a16="http://schemas.microsoft.com/office/drawing/2014/main" id="{7D7BCB37-14EA-56AA-C499-7223CF8715A3}"/>
              </a:ext>
            </a:extLst>
          </p:cNvPr>
          <p:cNvSpPr/>
          <p:nvPr/>
        </p:nvSpPr>
        <p:spPr>
          <a:xfrm>
            <a:off x="4749800" y="4864100"/>
            <a:ext cx="254000" cy="323850"/>
          </a:xfrm>
          <a:custGeom>
            <a:avLst/>
            <a:gdLst>
              <a:gd name="connsiteX0" fmla="*/ 254000 w 254000"/>
              <a:gd name="connsiteY0" fmla="*/ 183382 h 323850"/>
              <a:gd name="connsiteX1" fmla="*/ 127000 w 254000"/>
              <a:gd name="connsiteY1" fmla="*/ 0 h 323850"/>
              <a:gd name="connsiteX2" fmla="*/ 0 w 254000"/>
              <a:gd name="connsiteY2" fmla="*/ 183382 h 323850"/>
              <a:gd name="connsiteX3" fmla="*/ 63500 w 254000"/>
              <a:gd name="connsiteY3" fmla="*/ 183382 h 323850"/>
              <a:gd name="connsiteX4" fmla="*/ 63500 w 254000"/>
              <a:gd name="connsiteY4" fmla="*/ 323850 h 323850"/>
              <a:gd name="connsiteX5" fmla="*/ 194234 w 254000"/>
              <a:gd name="connsiteY5" fmla="*/ 323850 h 323850"/>
              <a:gd name="connsiteX6" fmla="*/ 194234 w 254000"/>
              <a:gd name="connsiteY6" fmla="*/ 183382 h 323850"/>
              <a:gd name="connsiteX7" fmla="*/ 254000 w 254000"/>
              <a:gd name="connsiteY7" fmla="*/ 18338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254000" y="183382"/>
                </a:moveTo>
                <a:lnTo>
                  <a:pt x="127000" y="0"/>
                </a:lnTo>
                <a:lnTo>
                  <a:pt x="0" y="183382"/>
                </a:lnTo>
                <a:lnTo>
                  <a:pt x="63500" y="183382"/>
                </a:lnTo>
                <a:lnTo>
                  <a:pt x="63500" y="323850"/>
                </a:lnTo>
                <a:lnTo>
                  <a:pt x="194234" y="323850"/>
                </a:lnTo>
                <a:lnTo>
                  <a:pt x="194234" y="183382"/>
                </a:lnTo>
                <a:lnTo>
                  <a:pt x="254000" y="183382"/>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8" name="任意多边形: 形状 267">
            <a:extLst>
              <a:ext uri="{FF2B5EF4-FFF2-40B4-BE49-F238E27FC236}">
                <a16:creationId xmlns:a16="http://schemas.microsoft.com/office/drawing/2014/main" id="{8C8EED75-BDFB-69CA-90B7-007E37D06554}"/>
              </a:ext>
            </a:extLst>
          </p:cNvPr>
          <p:cNvSpPr/>
          <p:nvPr/>
        </p:nvSpPr>
        <p:spPr>
          <a:xfrm>
            <a:off x="9525000" y="24066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54 w 254000"/>
              <a:gd name="connsiteY5" fmla="*/ 0 h 323850"/>
              <a:gd name="connsiteX6" fmla="*/ 59754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54" y="0"/>
                </a:lnTo>
                <a:lnTo>
                  <a:pt x="59754"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9" name="任意多边形: 形状 268">
            <a:extLst>
              <a:ext uri="{FF2B5EF4-FFF2-40B4-BE49-F238E27FC236}">
                <a16:creationId xmlns:a16="http://schemas.microsoft.com/office/drawing/2014/main" id="{8BBEDB0E-7E71-F86A-134D-AED0053A39E4}"/>
              </a:ext>
            </a:extLst>
          </p:cNvPr>
          <p:cNvSpPr/>
          <p:nvPr/>
        </p:nvSpPr>
        <p:spPr>
          <a:xfrm>
            <a:off x="4286250" y="24066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66 w 254000"/>
              <a:gd name="connsiteY5" fmla="*/ 0 h 323850"/>
              <a:gd name="connsiteX6" fmla="*/ 59766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66" y="0"/>
                </a:lnTo>
                <a:lnTo>
                  <a:pt x="59766"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0" name="任意多边形: 形状 269">
            <a:extLst>
              <a:ext uri="{FF2B5EF4-FFF2-40B4-BE49-F238E27FC236}">
                <a16:creationId xmlns:a16="http://schemas.microsoft.com/office/drawing/2014/main" id="{5C8F8D83-F8E0-764F-84A5-C9DC7CF3CE95}"/>
              </a:ext>
            </a:extLst>
          </p:cNvPr>
          <p:cNvSpPr/>
          <p:nvPr/>
        </p:nvSpPr>
        <p:spPr>
          <a:xfrm>
            <a:off x="9525000" y="37782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54 w 254000"/>
              <a:gd name="connsiteY5" fmla="*/ 0 h 323850"/>
              <a:gd name="connsiteX6" fmla="*/ 59754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54" y="0"/>
                </a:lnTo>
                <a:lnTo>
                  <a:pt x="59754"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1" name="任意多边形: 形状 270">
            <a:extLst>
              <a:ext uri="{FF2B5EF4-FFF2-40B4-BE49-F238E27FC236}">
                <a16:creationId xmlns:a16="http://schemas.microsoft.com/office/drawing/2014/main" id="{9506C82E-920A-0DBE-E5C6-7807398F91C9}"/>
              </a:ext>
            </a:extLst>
          </p:cNvPr>
          <p:cNvSpPr/>
          <p:nvPr/>
        </p:nvSpPr>
        <p:spPr>
          <a:xfrm>
            <a:off x="4286250" y="377825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66 w 254000"/>
              <a:gd name="connsiteY5" fmla="*/ 0 h 323850"/>
              <a:gd name="connsiteX6" fmla="*/ 59766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66" y="0"/>
                </a:lnTo>
                <a:lnTo>
                  <a:pt x="59766"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2" name="任意多边形: 形状 271">
            <a:extLst>
              <a:ext uri="{FF2B5EF4-FFF2-40B4-BE49-F238E27FC236}">
                <a16:creationId xmlns:a16="http://schemas.microsoft.com/office/drawing/2014/main" id="{4E9A94B1-9F08-A711-0ABF-9E8253DD9EB7}"/>
              </a:ext>
            </a:extLst>
          </p:cNvPr>
          <p:cNvSpPr/>
          <p:nvPr/>
        </p:nvSpPr>
        <p:spPr>
          <a:xfrm>
            <a:off x="9525000" y="486410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54 w 254000"/>
              <a:gd name="connsiteY5" fmla="*/ 0 h 323850"/>
              <a:gd name="connsiteX6" fmla="*/ 59754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54" y="0"/>
                </a:lnTo>
                <a:lnTo>
                  <a:pt x="59754"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4" name="任意多边形: 形状 273">
            <a:extLst>
              <a:ext uri="{FF2B5EF4-FFF2-40B4-BE49-F238E27FC236}">
                <a16:creationId xmlns:a16="http://schemas.microsoft.com/office/drawing/2014/main" id="{15A24CDC-6C7A-2D19-3F74-68D2E02B00E4}"/>
              </a:ext>
            </a:extLst>
          </p:cNvPr>
          <p:cNvSpPr/>
          <p:nvPr/>
        </p:nvSpPr>
        <p:spPr>
          <a:xfrm>
            <a:off x="4286250" y="4864100"/>
            <a:ext cx="254000" cy="323850"/>
          </a:xfrm>
          <a:custGeom>
            <a:avLst/>
            <a:gdLst>
              <a:gd name="connsiteX0" fmla="*/ 0 w 254000"/>
              <a:gd name="connsiteY0" fmla="*/ 140468 h 323850"/>
              <a:gd name="connsiteX1" fmla="*/ 127000 w 254000"/>
              <a:gd name="connsiteY1" fmla="*/ 323850 h 323850"/>
              <a:gd name="connsiteX2" fmla="*/ 254000 w 254000"/>
              <a:gd name="connsiteY2" fmla="*/ 140468 h 323850"/>
              <a:gd name="connsiteX3" fmla="*/ 190500 w 254000"/>
              <a:gd name="connsiteY3" fmla="*/ 140468 h 323850"/>
              <a:gd name="connsiteX4" fmla="*/ 190500 w 254000"/>
              <a:gd name="connsiteY4" fmla="*/ 0 h 323850"/>
              <a:gd name="connsiteX5" fmla="*/ 59766 w 254000"/>
              <a:gd name="connsiteY5" fmla="*/ 0 h 323850"/>
              <a:gd name="connsiteX6" fmla="*/ 59766 w 254000"/>
              <a:gd name="connsiteY6" fmla="*/ 140468 h 323850"/>
              <a:gd name="connsiteX7" fmla="*/ 0 w 254000"/>
              <a:gd name="connsiteY7" fmla="*/ 14046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323850">
                <a:moveTo>
                  <a:pt x="0" y="140468"/>
                </a:moveTo>
                <a:lnTo>
                  <a:pt x="127000" y="323850"/>
                </a:lnTo>
                <a:lnTo>
                  <a:pt x="254000" y="140468"/>
                </a:lnTo>
                <a:lnTo>
                  <a:pt x="190500" y="140468"/>
                </a:lnTo>
                <a:lnTo>
                  <a:pt x="190500" y="0"/>
                </a:lnTo>
                <a:lnTo>
                  <a:pt x="59766" y="0"/>
                </a:lnTo>
                <a:lnTo>
                  <a:pt x="59766" y="140468"/>
                </a:lnTo>
                <a:lnTo>
                  <a:pt x="0" y="140468"/>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5" name="任意多边形: 形状 274">
            <a:extLst>
              <a:ext uri="{FF2B5EF4-FFF2-40B4-BE49-F238E27FC236}">
                <a16:creationId xmlns:a16="http://schemas.microsoft.com/office/drawing/2014/main" id="{58AF76E1-061F-BD1C-6FC4-53B8BFC0A043}"/>
              </a:ext>
            </a:extLst>
          </p:cNvPr>
          <p:cNvSpPr/>
          <p:nvPr/>
        </p:nvSpPr>
        <p:spPr>
          <a:xfrm>
            <a:off x="6286500" y="5403850"/>
            <a:ext cx="749300" cy="6350"/>
          </a:xfrm>
          <a:custGeom>
            <a:avLst/>
            <a:gdLst>
              <a:gd name="connsiteX0" fmla="*/ 0 w 749300"/>
              <a:gd name="connsiteY0" fmla="*/ 0 h 6350"/>
              <a:gd name="connsiteX1" fmla="*/ 749300 w 749300"/>
              <a:gd name="connsiteY1" fmla="*/ 0 h 6350"/>
            </a:gdLst>
            <a:ahLst/>
            <a:cxnLst>
              <a:cxn ang="0">
                <a:pos x="connsiteX0" y="connsiteY0"/>
              </a:cxn>
              <a:cxn ang="0">
                <a:pos x="connsiteX1" y="connsiteY1"/>
              </a:cxn>
            </a:cxnLst>
            <a:rect l="l" t="t" r="r" b="b"/>
            <a:pathLst>
              <a:path w="749300" h="6350">
                <a:moveTo>
                  <a:pt x="0" y="0"/>
                </a:moveTo>
                <a:lnTo>
                  <a:pt x="749300" y="0"/>
                </a:lnTo>
              </a:path>
            </a:pathLst>
          </a:custGeom>
          <a:noFill/>
          <a:ln w="12700" cap="flat">
            <a:solidFill>
              <a:schemeClr val="accent1">
                <a:lumMod val="100000"/>
              </a:schemeClr>
            </a:solidFill>
            <a:custDash>
              <a:ds d="450000" sp="450000"/>
            </a:custDash>
            <a:miter/>
            <a:headEnd type="triangle"/>
            <a:tailEnd type="triangle"/>
          </a:ln>
        </p:spPr>
        <p:txBody>
          <a:bodyPr rtlCol="0" anchor="ctr"/>
          <a:lstStyle/>
          <a:p>
            <a:endParaRPr lang="zh-CN" altLang="en-US"/>
          </a:p>
        </p:txBody>
      </p:sp>
      <p:sp>
        <p:nvSpPr>
          <p:cNvPr id="276" name="任意多边形: 形状 275">
            <a:extLst>
              <a:ext uri="{FF2B5EF4-FFF2-40B4-BE49-F238E27FC236}">
                <a16:creationId xmlns:a16="http://schemas.microsoft.com/office/drawing/2014/main" id="{06D769FB-9026-A564-1978-F7C16F4F428B}"/>
              </a:ext>
            </a:extLst>
          </p:cNvPr>
          <p:cNvSpPr/>
          <p:nvPr/>
        </p:nvSpPr>
        <p:spPr>
          <a:xfrm>
            <a:off x="2673350" y="5283200"/>
            <a:ext cx="6350" cy="749300"/>
          </a:xfrm>
          <a:custGeom>
            <a:avLst/>
            <a:gdLst>
              <a:gd name="connsiteX0" fmla="*/ 0 w 6350"/>
              <a:gd name="connsiteY0" fmla="*/ 0 h 749300"/>
              <a:gd name="connsiteX1" fmla="*/ 0 w 6350"/>
              <a:gd name="connsiteY1" fmla="*/ 749300 h 749300"/>
            </a:gdLst>
            <a:ahLst/>
            <a:cxnLst>
              <a:cxn ang="0">
                <a:pos x="connsiteX0" y="connsiteY0"/>
              </a:cxn>
              <a:cxn ang="0">
                <a:pos x="connsiteX1" y="connsiteY1"/>
              </a:cxn>
            </a:cxnLst>
            <a:rect l="l" t="t" r="r" b="b"/>
            <a:pathLst>
              <a:path w="6350" h="749300">
                <a:moveTo>
                  <a:pt x="0" y="0"/>
                </a:moveTo>
                <a:lnTo>
                  <a:pt x="0" y="749300"/>
                </a:lnTo>
              </a:path>
            </a:pathLst>
          </a:custGeom>
          <a:noFill/>
          <a:ln w="12700" cap="flat">
            <a:solidFill>
              <a:schemeClr val="accent1">
                <a:lumMod val="100000"/>
              </a:schemeClr>
            </a:solidFill>
            <a:custDash>
              <a:ds d="450000" sp="450000"/>
            </a:custDash>
            <a:miter/>
            <a:headEnd type="triangle"/>
            <a:tailEnd type="triangle"/>
          </a:ln>
        </p:spPr>
        <p:txBody>
          <a:bodyPr rtlCol="0" anchor="ctr"/>
          <a:lstStyle/>
          <a:p>
            <a:endParaRPr lang="zh-CN" altLang="en-US"/>
          </a:p>
        </p:txBody>
      </p:sp>
      <p:sp>
        <p:nvSpPr>
          <p:cNvPr id="277" name="任意多边形: 形状 276">
            <a:extLst>
              <a:ext uri="{FF2B5EF4-FFF2-40B4-BE49-F238E27FC236}">
                <a16:creationId xmlns:a16="http://schemas.microsoft.com/office/drawing/2014/main" id="{917AF036-6EC2-B057-3558-5408B62379BA}"/>
              </a:ext>
            </a:extLst>
          </p:cNvPr>
          <p:cNvSpPr/>
          <p:nvPr/>
        </p:nvSpPr>
        <p:spPr>
          <a:xfrm>
            <a:off x="10604500" y="5257800"/>
            <a:ext cx="6350" cy="749300"/>
          </a:xfrm>
          <a:custGeom>
            <a:avLst/>
            <a:gdLst>
              <a:gd name="connsiteX0" fmla="*/ 0 w 6350"/>
              <a:gd name="connsiteY0" fmla="*/ 0 h 749300"/>
              <a:gd name="connsiteX1" fmla="*/ 0 w 6350"/>
              <a:gd name="connsiteY1" fmla="*/ 749300 h 749300"/>
            </a:gdLst>
            <a:ahLst/>
            <a:cxnLst>
              <a:cxn ang="0">
                <a:pos x="connsiteX0" y="connsiteY0"/>
              </a:cxn>
              <a:cxn ang="0">
                <a:pos x="connsiteX1" y="connsiteY1"/>
              </a:cxn>
            </a:cxnLst>
            <a:rect l="l" t="t" r="r" b="b"/>
            <a:pathLst>
              <a:path w="6350" h="749300">
                <a:moveTo>
                  <a:pt x="0" y="0"/>
                </a:moveTo>
                <a:lnTo>
                  <a:pt x="0" y="749300"/>
                </a:lnTo>
              </a:path>
            </a:pathLst>
          </a:custGeom>
          <a:noFill/>
          <a:ln w="12700" cap="flat">
            <a:solidFill>
              <a:schemeClr val="accent1">
                <a:lumMod val="100000"/>
              </a:schemeClr>
            </a:solidFill>
            <a:custDash>
              <a:ds d="450000" sp="450000"/>
            </a:custDash>
            <a:miter/>
            <a:headEnd type="triangle"/>
            <a:tailEnd type="triangle"/>
          </a:ln>
        </p:spPr>
        <p:txBody>
          <a:bodyPr rtlCol="0" anchor="ctr"/>
          <a:lstStyle/>
          <a:p>
            <a:endParaRPr lang="zh-CN" altLang="en-US"/>
          </a:p>
        </p:txBody>
      </p:sp>
      <p:sp>
        <p:nvSpPr>
          <p:cNvPr id="278" name="文本框 277">
            <a:extLst>
              <a:ext uri="{FF2B5EF4-FFF2-40B4-BE49-F238E27FC236}">
                <a16:creationId xmlns:a16="http://schemas.microsoft.com/office/drawing/2014/main" id="{3448D57C-5BE4-F6E7-5C49-7953E5F16A5A}"/>
              </a:ext>
            </a:extLst>
          </p:cNvPr>
          <p:cNvSpPr txBox="1"/>
          <p:nvPr/>
        </p:nvSpPr>
        <p:spPr>
          <a:xfrm>
            <a:off x="543433" y="805688"/>
            <a:ext cx="1787669"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系统架构图</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543433" y="604070"/>
            <a:ext cx="2302233"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System Architecture Diagram</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282" name="文本框 281">
            <a:extLst>
              <a:ext uri="{FF2B5EF4-FFF2-40B4-BE49-F238E27FC236}">
                <a16:creationId xmlns:a16="http://schemas.microsoft.com/office/drawing/2014/main" id="{B16CAEC2-9C63-4163-51B6-5938123E547B}"/>
              </a:ext>
            </a:extLst>
          </p:cNvPr>
          <p:cNvSpPr txBox="1"/>
          <p:nvPr/>
        </p:nvSpPr>
        <p:spPr>
          <a:xfrm>
            <a:off x="975482" y="195102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表现层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3" name="文本框 282">
            <a:extLst>
              <a:ext uri="{FF2B5EF4-FFF2-40B4-BE49-F238E27FC236}">
                <a16:creationId xmlns:a16="http://schemas.microsoft.com/office/drawing/2014/main" id="{40FF9EFF-1F7E-7BCD-DDE8-C7640EA98848}"/>
              </a:ext>
            </a:extLst>
          </p:cNvPr>
          <p:cNvSpPr txBox="1"/>
          <p:nvPr/>
        </p:nvSpPr>
        <p:spPr>
          <a:xfrm>
            <a:off x="975482" y="3167048"/>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应用层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4" name="文本框 283">
            <a:extLst>
              <a:ext uri="{FF2B5EF4-FFF2-40B4-BE49-F238E27FC236}">
                <a16:creationId xmlns:a16="http://schemas.microsoft.com/office/drawing/2014/main" id="{08650CAE-EF2E-3665-AF8E-AEACC5608C7B}"/>
              </a:ext>
            </a:extLst>
          </p:cNvPr>
          <p:cNvSpPr txBox="1"/>
          <p:nvPr/>
        </p:nvSpPr>
        <p:spPr>
          <a:xfrm>
            <a:off x="975482" y="43830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服务层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5" name="文本框 284">
            <a:extLst>
              <a:ext uri="{FF2B5EF4-FFF2-40B4-BE49-F238E27FC236}">
                <a16:creationId xmlns:a16="http://schemas.microsoft.com/office/drawing/2014/main" id="{6225A643-C245-4146-692C-EBB83206B24D}"/>
              </a:ext>
            </a:extLst>
          </p:cNvPr>
          <p:cNvSpPr txBox="1"/>
          <p:nvPr/>
        </p:nvSpPr>
        <p:spPr>
          <a:xfrm>
            <a:off x="975482" y="55514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系统层</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6" name="文本框 285">
            <a:extLst>
              <a:ext uri="{FF2B5EF4-FFF2-40B4-BE49-F238E27FC236}">
                <a16:creationId xmlns:a16="http://schemas.microsoft.com/office/drawing/2014/main" id="{A1F3BA23-3053-B961-10B5-1B6BCC5FBC86}"/>
              </a:ext>
            </a:extLst>
          </p:cNvPr>
          <p:cNvSpPr txBox="1"/>
          <p:nvPr/>
        </p:nvSpPr>
        <p:spPr>
          <a:xfrm>
            <a:off x="6098251" y="1736695"/>
            <a:ext cx="1176604" cy="200055"/>
          </a:xfrm>
          <a:prstGeom prst="rect">
            <a:avLst/>
          </a:prstGeom>
          <a:noFill/>
        </p:spPr>
        <p:txBody>
          <a:bodyPr wrap="none" lIns="0" tIns="0" rIns="0" bIns="0" rtlCol="0">
            <a:spAutoFit/>
          </a:bodyPr>
          <a:lstStyle/>
          <a:p>
            <a:pPr algn="ctr"/>
            <a:r>
              <a:rPr lang="en-US" altLang="zh-CN"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Portal</a:t>
            </a: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（门户）</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7" name="文本框 286">
            <a:extLst>
              <a:ext uri="{FF2B5EF4-FFF2-40B4-BE49-F238E27FC236}">
                <a16:creationId xmlns:a16="http://schemas.microsoft.com/office/drawing/2014/main" id="{0B814D28-D618-1706-9A1C-F87564A1FCD6}"/>
              </a:ext>
            </a:extLst>
          </p:cNvPr>
          <p:cNvSpPr txBox="1"/>
          <p:nvPr/>
        </p:nvSpPr>
        <p:spPr>
          <a:xfrm>
            <a:off x="4214109" y="2789828"/>
            <a:ext cx="1458733" cy="200055"/>
          </a:xfrm>
          <a:prstGeom prst="rect">
            <a:avLst/>
          </a:prstGeom>
          <a:noFill/>
        </p:spPr>
        <p:txBody>
          <a:bodyPr wrap="none" lIns="0" tIns="0" rIns="0" bIns="0" rtlCol="0">
            <a:spAutoFit/>
          </a:bodyPr>
          <a:lstStyle/>
          <a:p>
            <a:pPr algn="ctr"/>
            <a:r>
              <a:rPr lang="en-US" altLang="zh-CN" sz="13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Elearning</a:t>
            </a: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管理平台</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8" name="文本框 287">
            <a:extLst>
              <a:ext uri="{FF2B5EF4-FFF2-40B4-BE49-F238E27FC236}">
                <a16:creationId xmlns:a16="http://schemas.microsoft.com/office/drawing/2014/main" id="{776814DF-C8A6-14CE-6E90-167D93CCFE17}"/>
              </a:ext>
            </a:extLst>
          </p:cNvPr>
          <p:cNvSpPr txBox="1"/>
          <p:nvPr/>
        </p:nvSpPr>
        <p:spPr>
          <a:xfrm>
            <a:off x="9482869" y="2789828"/>
            <a:ext cx="833562"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第三方系统</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9" name="文本框 288">
            <a:extLst>
              <a:ext uri="{FF2B5EF4-FFF2-40B4-BE49-F238E27FC236}">
                <a16:creationId xmlns:a16="http://schemas.microsoft.com/office/drawing/2014/main" id="{71FD7027-58DE-7A09-F2D8-9AF721B25D84}"/>
              </a:ext>
            </a:extLst>
          </p:cNvPr>
          <p:cNvSpPr txBox="1"/>
          <p:nvPr/>
        </p:nvSpPr>
        <p:spPr>
          <a:xfrm>
            <a:off x="37950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培训实施</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0" name="文本框 289">
            <a:extLst>
              <a:ext uri="{FF2B5EF4-FFF2-40B4-BE49-F238E27FC236}">
                <a16:creationId xmlns:a16="http://schemas.microsoft.com/office/drawing/2014/main" id="{905EDA9A-D54E-6111-0EF5-6243228F43A1}"/>
              </a:ext>
            </a:extLst>
          </p:cNvPr>
          <p:cNvSpPr txBox="1"/>
          <p:nvPr/>
        </p:nvSpPr>
        <p:spPr>
          <a:xfrm>
            <a:off x="464596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公众门户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1" name="文本框 290">
            <a:extLst>
              <a:ext uri="{FF2B5EF4-FFF2-40B4-BE49-F238E27FC236}">
                <a16:creationId xmlns:a16="http://schemas.microsoft.com/office/drawing/2014/main" id="{ADFF2962-B124-881B-12CF-EF17DF9B11D3}"/>
              </a:ext>
            </a:extLst>
          </p:cNvPr>
          <p:cNvSpPr txBox="1"/>
          <p:nvPr/>
        </p:nvSpPr>
        <p:spPr>
          <a:xfrm>
            <a:off x="586741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学习中心</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2" name="文本框 291">
            <a:extLst>
              <a:ext uri="{FF2B5EF4-FFF2-40B4-BE49-F238E27FC236}">
                <a16:creationId xmlns:a16="http://schemas.microsoft.com/office/drawing/2014/main" id="{2B54F0F1-0733-8EB1-1BC0-7E753B14793B}"/>
              </a:ext>
            </a:extLst>
          </p:cNvPr>
          <p:cNvSpPr txBox="1"/>
          <p:nvPr/>
        </p:nvSpPr>
        <p:spPr>
          <a:xfrm>
            <a:off x="705896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资源中心</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3" name="文本框 292">
            <a:extLst>
              <a:ext uri="{FF2B5EF4-FFF2-40B4-BE49-F238E27FC236}">
                <a16:creationId xmlns:a16="http://schemas.microsoft.com/office/drawing/2014/main" id="{9D9BF718-7A09-A52B-9B38-144E2404A4C4}"/>
              </a:ext>
            </a:extLst>
          </p:cNvPr>
          <p:cNvSpPr txBox="1"/>
          <p:nvPr/>
        </p:nvSpPr>
        <p:spPr>
          <a:xfrm>
            <a:off x="8265468" y="21188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管理中心</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4" name="文本框 293">
            <a:extLst>
              <a:ext uri="{FF2B5EF4-FFF2-40B4-BE49-F238E27FC236}">
                <a16:creationId xmlns:a16="http://schemas.microsoft.com/office/drawing/2014/main" id="{69149CF0-16F7-6C12-0519-9181CD301D7A}"/>
              </a:ext>
            </a:extLst>
          </p:cNvPr>
          <p:cNvSpPr txBox="1"/>
          <p:nvPr/>
        </p:nvSpPr>
        <p:spPr>
          <a:xfrm>
            <a:off x="499521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网络考试</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96" name="文本框 295">
            <a:extLst>
              <a:ext uri="{FF2B5EF4-FFF2-40B4-BE49-F238E27FC236}">
                <a16:creationId xmlns:a16="http://schemas.microsoft.com/office/drawing/2014/main" id="{99BF1F95-7491-B786-DE52-39213C56B952}"/>
              </a:ext>
            </a:extLst>
          </p:cNvPr>
          <p:cNvSpPr txBox="1"/>
          <p:nvPr/>
        </p:nvSpPr>
        <p:spPr>
          <a:xfrm>
            <a:off x="620171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人才管理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7" name="文本框 306">
            <a:extLst>
              <a:ext uri="{FF2B5EF4-FFF2-40B4-BE49-F238E27FC236}">
                <a16:creationId xmlns:a16="http://schemas.microsoft.com/office/drawing/2014/main" id="{24177BB0-E46D-39CA-55BF-B2394D98A086}"/>
              </a:ext>
            </a:extLst>
          </p:cNvPr>
          <p:cNvSpPr txBox="1"/>
          <p:nvPr/>
        </p:nvSpPr>
        <p:spPr>
          <a:xfrm>
            <a:off x="25885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8" name="文本框 307">
            <a:extLst>
              <a:ext uri="{FF2B5EF4-FFF2-40B4-BE49-F238E27FC236}">
                <a16:creationId xmlns:a16="http://schemas.microsoft.com/office/drawing/2014/main" id="{0CD2A5E0-D1D0-D98A-3AC9-AA328B27EE67}"/>
              </a:ext>
            </a:extLst>
          </p:cNvPr>
          <p:cNvSpPr txBox="1"/>
          <p:nvPr/>
        </p:nvSpPr>
        <p:spPr>
          <a:xfrm>
            <a:off x="37950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课件制作</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9" name="文本框 308">
            <a:extLst>
              <a:ext uri="{FF2B5EF4-FFF2-40B4-BE49-F238E27FC236}">
                <a16:creationId xmlns:a16="http://schemas.microsoft.com/office/drawing/2014/main" id="{CF79A380-A538-52A4-075C-DFD07B94BFA8}"/>
              </a:ext>
            </a:extLst>
          </p:cNvPr>
          <p:cNvSpPr txBox="1"/>
          <p:nvPr/>
        </p:nvSpPr>
        <p:spPr>
          <a:xfrm>
            <a:off x="499521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只是管理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0" name="文本框 309">
            <a:extLst>
              <a:ext uri="{FF2B5EF4-FFF2-40B4-BE49-F238E27FC236}">
                <a16:creationId xmlns:a16="http://schemas.microsoft.com/office/drawing/2014/main" id="{BCC772ED-D326-3048-4675-070CC86C627B}"/>
              </a:ext>
            </a:extLst>
          </p:cNvPr>
          <p:cNvSpPr txBox="1"/>
          <p:nvPr/>
        </p:nvSpPr>
        <p:spPr>
          <a:xfrm>
            <a:off x="25885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教学辅助</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7" name="文本框 316">
            <a:extLst>
              <a:ext uri="{FF2B5EF4-FFF2-40B4-BE49-F238E27FC236}">
                <a16:creationId xmlns:a16="http://schemas.microsoft.com/office/drawing/2014/main" id="{08C97D7C-56BA-6C2A-7CBF-2BAE5B3B84E6}"/>
              </a:ext>
            </a:extLst>
          </p:cNvPr>
          <p:cNvSpPr txBox="1"/>
          <p:nvPr/>
        </p:nvSpPr>
        <p:spPr>
          <a:xfrm>
            <a:off x="90655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即时通讯</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8" name="文本框 317">
            <a:extLst>
              <a:ext uri="{FF2B5EF4-FFF2-40B4-BE49-F238E27FC236}">
                <a16:creationId xmlns:a16="http://schemas.microsoft.com/office/drawing/2014/main" id="{7550A9D2-B975-E425-ADB2-AFB807D184AE}"/>
              </a:ext>
            </a:extLst>
          </p:cNvPr>
          <p:cNvSpPr txBox="1"/>
          <p:nvPr/>
        </p:nvSpPr>
        <p:spPr>
          <a:xfrm>
            <a:off x="10272068" y="3147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档案管理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9" name="文本框 318">
            <a:extLst>
              <a:ext uri="{FF2B5EF4-FFF2-40B4-BE49-F238E27FC236}">
                <a16:creationId xmlns:a16="http://schemas.microsoft.com/office/drawing/2014/main" id="{5A65DF1E-4985-D1AE-1C9C-5E5E0E1353A8}"/>
              </a:ext>
            </a:extLst>
          </p:cNvPr>
          <p:cNvSpPr txBox="1"/>
          <p:nvPr/>
        </p:nvSpPr>
        <p:spPr>
          <a:xfrm>
            <a:off x="90655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人力资源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0" name="文本框 319">
            <a:extLst>
              <a:ext uri="{FF2B5EF4-FFF2-40B4-BE49-F238E27FC236}">
                <a16:creationId xmlns:a16="http://schemas.microsoft.com/office/drawing/2014/main" id="{7C3546FF-5477-8BCB-5F90-528EB5B41B57}"/>
              </a:ext>
            </a:extLst>
          </p:cNvPr>
          <p:cNvSpPr txBox="1"/>
          <p:nvPr/>
        </p:nvSpPr>
        <p:spPr>
          <a:xfrm>
            <a:off x="10272068" y="35285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外部邮件</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1" name="文本框 320">
            <a:extLst>
              <a:ext uri="{FF2B5EF4-FFF2-40B4-BE49-F238E27FC236}">
                <a16:creationId xmlns:a16="http://schemas.microsoft.com/office/drawing/2014/main" id="{DFA1D5A6-6F3D-1FB1-515C-8072B6DD2ABB}"/>
              </a:ext>
            </a:extLst>
          </p:cNvPr>
          <p:cNvSpPr txBox="1"/>
          <p:nvPr/>
        </p:nvSpPr>
        <p:spPr>
          <a:xfrm>
            <a:off x="9100032" y="4220722"/>
            <a:ext cx="392736" cy="143757"/>
          </a:xfrm>
          <a:prstGeom prst="rect">
            <a:avLst/>
          </a:prstGeom>
          <a:noFill/>
        </p:spPr>
        <p:txBody>
          <a:bodyPr wrap="none" lIns="0" tIns="0" rIns="0" bIns="0" rtlCol="0">
            <a:spAutoFit/>
          </a:bodyPr>
          <a:lstStyle/>
          <a:p>
            <a:pPr algn="ctr">
              <a:lnSpc>
                <a:spcPct val="110000"/>
              </a:lnSpc>
            </a:pP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HR</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2" name="文本框 321">
            <a:extLst>
              <a:ext uri="{FF2B5EF4-FFF2-40B4-BE49-F238E27FC236}">
                <a16:creationId xmlns:a16="http://schemas.microsoft.com/office/drawing/2014/main" id="{3B6771AD-9B6F-2C7A-ACDA-8A00B631C3B9}"/>
              </a:ext>
            </a:extLst>
          </p:cNvPr>
          <p:cNvSpPr txBox="1"/>
          <p:nvPr/>
        </p:nvSpPr>
        <p:spPr>
          <a:xfrm>
            <a:off x="10272068" y="4220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档案接口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3" name="文本框 322">
            <a:extLst>
              <a:ext uri="{FF2B5EF4-FFF2-40B4-BE49-F238E27FC236}">
                <a16:creationId xmlns:a16="http://schemas.microsoft.com/office/drawing/2014/main" id="{113ADE82-14DF-6369-1B9F-A8D316364719}"/>
              </a:ext>
            </a:extLst>
          </p:cNvPr>
          <p:cNvSpPr txBox="1"/>
          <p:nvPr/>
        </p:nvSpPr>
        <p:spPr>
          <a:xfrm>
            <a:off x="9065568" y="4601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邮件接口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7" name="文本框 326">
            <a:extLst>
              <a:ext uri="{FF2B5EF4-FFF2-40B4-BE49-F238E27FC236}">
                <a16:creationId xmlns:a16="http://schemas.microsoft.com/office/drawing/2014/main" id="{7112F628-1500-CCD8-8F38-F3EC341ED8C4}"/>
              </a:ext>
            </a:extLst>
          </p:cNvPr>
          <p:cNvSpPr txBox="1"/>
          <p:nvPr/>
        </p:nvSpPr>
        <p:spPr>
          <a:xfrm>
            <a:off x="10272068" y="46017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门户接口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7" name="文本框 336">
            <a:extLst>
              <a:ext uri="{FF2B5EF4-FFF2-40B4-BE49-F238E27FC236}">
                <a16:creationId xmlns:a16="http://schemas.microsoft.com/office/drawing/2014/main" id="{79C99243-6A6A-3B07-17A5-1455C515BFBB}"/>
              </a:ext>
            </a:extLst>
          </p:cNvPr>
          <p:cNvSpPr txBox="1"/>
          <p:nvPr/>
        </p:nvSpPr>
        <p:spPr>
          <a:xfrm>
            <a:off x="391048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组织</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0" name="文本框 339">
            <a:extLst>
              <a:ext uri="{FF2B5EF4-FFF2-40B4-BE49-F238E27FC236}">
                <a16:creationId xmlns:a16="http://schemas.microsoft.com/office/drawing/2014/main" id="{28BD2C56-56CC-FAB1-AABC-6B02FC9F3884}"/>
              </a:ext>
            </a:extLst>
          </p:cNvPr>
          <p:cNvSpPr txBox="1"/>
          <p:nvPr/>
        </p:nvSpPr>
        <p:spPr>
          <a:xfrm>
            <a:off x="511063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用户</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1" name="文本框 340">
            <a:extLst>
              <a:ext uri="{FF2B5EF4-FFF2-40B4-BE49-F238E27FC236}">
                <a16:creationId xmlns:a16="http://schemas.microsoft.com/office/drawing/2014/main" id="{F8489C40-01FF-478D-25AD-B69BBFFDF9CB}"/>
              </a:ext>
            </a:extLst>
          </p:cNvPr>
          <p:cNvSpPr txBox="1"/>
          <p:nvPr/>
        </p:nvSpPr>
        <p:spPr>
          <a:xfrm>
            <a:off x="631713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配置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2" name="文本框 341">
            <a:extLst>
              <a:ext uri="{FF2B5EF4-FFF2-40B4-BE49-F238E27FC236}">
                <a16:creationId xmlns:a16="http://schemas.microsoft.com/office/drawing/2014/main" id="{FCDBC8AA-B48F-E048-7C0F-2961DC4165E7}"/>
              </a:ext>
            </a:extLst>
          </p:cNvPr>
          <p:cNvSpPr txBox="1"/>
          <p:nvPr/>
        </p:nvSpPr>
        <p:spPr>
          <a:xfrm>
            <a:off x="2703984" y="4220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单位</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3" name="文本框 342">
            <a:extLst>
              <a:ext uri="{FF2B5EF4-FFF2-40B4-BE49-F238E27FC236}">
                <a16:creationId xmlns:a16="http://schemas.microsoft.com/office/drawing/2014/main" id="{D4061438-25B5-91A1-A96A-D9D5162C945A}"/>
              </a:ext>
            </a:extLst>
          </p:cNvPr>
          <p:cNvSpPr txBox="1"/>
          <p:nvPr/>
        </p:nvSpPr>
        <p:spPr>
          <a:xfrm>
            <a:off x="391048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权限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4" name="文本框 343">
            <a:extLst>
              <a:ext uri="{FF2B5EF4-FFF2-40B4-BE49-F238E27FC236}">
                <a16:creationId xmlns:a16="http://schemas.microsoft.com/office/drawing/2014/main" id="{09A65C09-4D81-4B06-9CEF-9A1CB5EBCF79}"/>
              </a:ext>
            </a:extLst>
          </p:cNvPr>
          <p:cNvSpPr txBox="1"/>
          <p:nvPr/>
        </p:nvSpPr>
        <p:spPr>
          <a:xfrm>
            <a:off x="511063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日志</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5" name="文本框 344">
            <a:extLst>
              <a:ext uri="{FF2B5EF4-FFF2-40B4-BE49-F238E27FC236}">
                <a16:creationId xmlns:a16="http://schemas.microsoft.com/office/drawing/2014/main" id="{258E7AFC-B5FB-7755-5E4F-52B48698D59E}"/>
              </a:ext>
            </a:extLst>
          </p:cNvPr>
          <p:cNvSpPr txBox="1"/>
          <p:nvPr/>
        </p:nvSpPr>
        <p:spPr>
          <a:xfrm>
            <a:off x="631713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安全</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6" name="文本框 345">
            <a:extLst>
              <a:ext uri="{FF2B5EF4-FFF2-40B4-BE49-F238E27FC236}">
                <a16:creationId xmlns:a16="http://schemas.microsoft.com/office/drawing/2014/main" id="{CCDE1B9B-25E6-0CBA-2381-C743366A8EFD}"/>
              </a:ext>
            </a:extLst>
          </p:cNvPr>
          <p:cNvSpPr txBox="1"/>
          <p:nvPr/>
        </p:nvSpPr>
        <p:spPr>
          <a:xfrm>
            <a:off x="2703984" y="4601722"/>
            <a:ext cx="23083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47" name="文本框 346">
            <a:extLst>
              <a:ext uri="{FF2B5EF4-FFF2-40B4-BE49-F238E27FC236}">
                <a16:creationId xmlns:a16="http://schemas.microsoft.com/office/drawing/2014/main" id="{70724FC9-B36F-8402-E5AB-1E99204CD41B}"/>
              </a:ext>
            </a:extLst>
          </p:cNvPr>
          <p:cNvSpPr txBox="1"/>
          <p:nvPr/>
        </p:nvSpPr>
        <p:spPr>
          <a:xfrm>
            <a:off x="3066281" y="5308022"/>
            <a:ext cx="2128788" cy="194156"/>
          </a:xfrm>
          <a:prstGeom prst="rect">
            <a:avLst/>
          </a:prstGeom>
          <a:noFill/>
        </p:spPr>
        <p:txBody>
          <a:bodyPr wrap="none" lIns="0" tIns="0" rIns="0" bIns="0" rtlCol="0">
            <a:spAutoFit/>
          </a:bodyPr>
          <a:lstStyle/>
          <a:p>
            <a:pPr algn="ctr">
              <a:lnSpc>
                <a:spcPct val="110000"/>
              </a:lnSpc>
            </a:pP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数据库</a:t>
            </a:r>
            <a:r>
              <a:rPr lang="en-US" altLang="zh-CN" sz="1200" b="1" dirty="0" err="1">
                <a:solidFill>
                  <a:schemeClr val="accent1">
                    <a:lumMod val="100000"/>
                  </a:schemeClr>
                </a:solidFill>
                <a:effectLst/>
                <a:latin typeface="阿里巴巴普惠体" panose="00020600040101010101" pitchFamily="18" charset="-122"/>
                <a:ea typeface="阿里巴巴普惠体" panose="00020600040101010101" pitchFamily="18" charset="-122"/>
              </a:rPr>
              <a:t>mysql</a:t>
            </a:r>
            <a:r>
              <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/sql2005/oracle</a:t>
            </a:r>
          </a:p>
        </p:txBody>
      </p:sp>
      <p:sp>
        <p:nvSpPr>
          <p:cNvPr id="348" name="文本框 347">
            <a:extLst>
              <a:ext uri="{FF2B5EF4-FFF2-40B4-BE49-F238E27FC236}">
                <a16:creationId xmlns:a16="http://schemas.microsoft.com/office/drawing/2014/main" id="{BF195DDC-641E-DCC1-78AA-4D52ABFF6728}"/>
              </a:ext>
            </a:extLst>
          </p:cNvPr>
          <p:cNvSpPr txBox="1"/>
          <p:nvPr/>
        </p:nvSpPr>
        <p:spPr>
          <a:xfrm>
            <a:off x="8540390" y="5308022"/>
            <a:ext cx="1302472" cy="194156"/>
          </a:xfrm>
          <a:prstGeom prst="rect">
            <a:avLst/>
          </a:prstGeom>
          <a:noFill/>
        </p:spPr>
        <p:txBody>
          <a:bodyPr wrap="none" lIns="0" tIns="0" rIns="0" bIns="0" rtlCol="0">
            <a:spAutoFit/>
          </a:bodyPr>
          <a:lstStyle/>
          <a:p>
            <a:pPr algn="ctr">
              <a:lnSpc>
                <a:spcPct val="110000"/>
              </a:lnSpc>
            </a:pP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中间件</a:t>
            </a:r>
            <a:r>
              <a:rPr lang="en-US" altLang="zh-CN" sz="1200" b="1" dirty="0" err="1">
                <a:solidFill>
                  <a:schemeClr val="accent1">
                    <a:lumMod val="100000"/>
                  </a:schemeClr>
                </a:solidFill>
                <a:effectLst/>
                <a:latin typeface="阿里巴巴普惠体" panose="00020600040101010101" pitchFamily="18" charset="-122"/>
                <a:ea typeface="阿里巴巴普惠体" panose="00020600040101010101" pitchFamily="18" charset="-122"/>
              </a:rPr>
              <a:t>weblogic</a:t>
            </a: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等</a:t>
            </a:r>
            <a:endPar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49" name="文本框 348">
            <a:extLst>
              <a:ext uri="{FF2B5EF4-FFF2-40B4-BE49-F238E27FC236}">
                <a16:creationId xmlns:a16="http://schemas.microsoft.com/office/drawing/2014/main" id="{8F9E59FC-20FC-C914-7C69-5F9CDB5567A5}"/>
              </a:ext>
            </a:extLst>
          </p:cNvPr>
          <p:cNvSpPr txBox="1"/>
          <p:nvPr/>
        </p:nvSpPr>
        <p:spPr>
          <a:xfrm>
            <a:off x="5513122" y="5796972"/>
            <a:ext cx="2353208" cy="194156"/>
          </a:xfrm>
          <a:prstGeom prst="rect">
            <a:avLst/>
          </a:prstGeom>
          <a:noFill/>
        </p:spPr>
        <p:txBody>
          <a:bodyPr wrap="none" lIns="0" tIns="0" rIns="0" bIns="0" rtlCol="0">
            <a:spAutoFit/>
          </a:bodyPr>
          <a:lstStyle/>
          <a:p>
            <a:pPr algn="ctr">
              <a:lnSpc>
                <a:spcPct val="110000"/>
              </a:lnSpc>
            </a:pP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操作系统</a:t>
            </a:r>
            <a:r>
              <a:rPr lang="en-US" altLang="zh-CN" sz="1200" b="1" dirty="0" err="1">
                <a:solidFill>
                  <a:schemeClr val="accent1">
                    <a:lumMod val="100000"/>
                  </a:schemeClr>
                </a:solidFill>
                <a:effectLst/>
                <a:latin typeface="阿里巴巴普惠体" panose="00020600040101010101" pitchFamily="18" charset="-122"/>
                <a:ea typeface="阿里巴巴普惠体" panose="00020600040101010101" pitchFamily="18" charset="-122"/>
              </a:rPr>
              <a:t>linux</a:t>
            </a: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windows2003</a:t>
            </a:r>
            <a:r>
              <a:rPr lang="zh-CN" altLang="en-US" sz="1200" b="1" dirty="0">
                <a:solidFill>
                  <a:schemeClr val="accent1">
                    <a:lumMod val="100000"/>
                  </a:schemeClr>
                </a:solidFill>
                <a:effectLst/>
                <a:latin typeface="阿里巴巴普惠体" panose="00020600040101010101" pitchFamily="18" charset="-122"/>
                <a:ea typeface="阿里巴巴普惠体" panose="00020600040101010101" pitchFamily="18" charset="-122"/>
              </a:rPr>
              <a:t>等</a:t>
            </a:r>
            <a:endParaRPr lang="en-US" altLang="zh-CN" sz="1200" b="1"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277324765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a:extLst>
              <a:ext uri="{FF2B5EF4-FFF2-40B4-BE49-F238E27FC236}">
                <a16:creationId xmlns:a16="http://schemas.microsoft.com/office/drawing/2014/main" id="{3448D57C-5BE4-F6E7-5C49-7953E5F16A5A}"/>
              </a:ext>
            </a:extLst>
          </p:cNvPr>
          <p:cNvSpPr txBox="1"/>
          <p:nvPr/>
        </p:nvSpPr>
        <p:spPr>
          <a:xfrm>
            <a:off x="543433" y="805688"/>
            <a:ext cx="3711272"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企业级技术产品设计探索</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543433" y="604070"/>
            <a:ext cx="43220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Exploration Of Enterprise Level Technical Product Design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7" name="任意多边形: 形状 16">
            <a:extLst>
              <a:ext uri="{FF2B5EF4-FFF2-40B4-BE49-F238E27FC236}">
                <a16:creationId xmlns:a16="http://schemas.microsoft.com/office/drawing/2014/main" id="{45166E93-07F1-EC34-4E04-F5A3BC12BE1B}"/>
              </a:ext>
            </a:extLst>
          </p:cNvPr>
          <p:cNvSpPr/>
          <p:nvPr/>
        </p:nvSpPr>
        <p:spPr>
          <a:xfrm>
            <a:off x="1651000" y="1581150"/>
            <a:ext cx="2307504" cy="495300"/>
          </a:xfrm>
          <a:custGeom>
            <a:avLst/>
            <a:gdLst>
              <a:gd name="connsiteX0" fmla="*/ 0 w 2307504"/>
              <a:gd name="connsiteY0" fmla="*/ 50800 h 495300"/>
              <a:gd name="connsiteX1" fmla="*/ 50800 w 2307504"/>
              <a:gd name="connsiteY1" fmla="*/ 0 h 495300"/>
              <a:gd name="connsiteX2" fmla="*/ 2085093 w 2307504"/>
              <a:gd name="connsiteY2" fmla="*/ 0 h 495300"/>
              <a:gd name="connsiteX3" fmla="*/ 2123383 w 2307504"/>
              <a:gd name="connsiteY3" fmla="*/ 17418 h 495300"/>
              <a:gd name="connsiteX4" fmla="*/ 2294998 w 2307504"/>
              <a:gd name="connsiteY4" fmla="*/ 214268 h 495300"/>
              <a:gd name="connsiteX5" fmla="*/ 2294998 w 2307504"/>
              <a:gd name="connsiteY5" fmla="*/ 281032 h 495300"/>
              <a:gd name="connsiteX6" fmla="*/ 2123383 w 2307504"/>
              <a:gd name="connsiteY6" fmla="*/ 477882 h 495300"/>
              <a:gd name="connsiteX7" fmla="*/ 2085093 w 2307504"/>
              <a:gd name="connsiteY7" fmla="*/ 495300 h 495300"/>
              <a:gd name="connsiteX8" fmla="*/ 50800 w 2307504"/>
              <a:gd name="connsiteY8" fmla="*/ 495300 h 495300"/>
              <a:gd name="connsiteX9" fmla="*/ 0 w 2307504"/>
              <a:gd name="connsiteY9" fmla="*/ 444500 h 495300"/>
              <a:gd name="connsiteX10" fmla="*/ 0 w 2307504"/>
              <a:gd name="connsiteY10" fmla="*/ 508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7504" h="495300">
                <a:moveTo>
                  <a:pt x="0" y="50800"/>
                </a:moveTo>
                <a:cubicBezTo>
                  <a:pt x="0" y="22746"/>
                  <a:pt x="22746" y="0"/>
                  <a:pt x="50800" y="0"/>
                </a:cubicBezTo>
                <a:lnTo>
                  <a:pt x="2085093" y="0"/>
                </a:lnTo>
                <a:cubicBezTo>
                  <a:pt x="2099774" y="0"/>
                  <a:pt x="2113737" y="6350"/>
                  <a:pt x="2123383" y="17418"/>
                </a:cubicBezTo>
                <a:lnTo>
                  <a:pt x="2294998" y="214268"/>
                </a:lnTo>
                <a:cubicBezTo>
                  <a:pt x="2311673" y="233401"/>
                  <a:pt x="2311673" y="261899"/>
                  <a:pt x="2294998" y="281032"/>
                </a:cubicBezTo>
                <a:lnTo>
                  <a:pt x="2123383" y="477882"/>
                </a:lnTo>
                <a:cubicBezTo>
                  <a:pt x="2113737" y="488950"/>
                  <a:pt x="2099774" y="495300"/>
                  <a:pt x="2085093" y="495300"/>
                </a:cubicBezTo>
                <a:lnTo>
                  <a:pt x="50800" y="495300"/>
                </a:lnTo>
                <a:cubicBezTo>
                  <a:pt x="22746" y="495300"/>
                  <a:pt x="0" y="472554"/>
                  <a:pt x="0" y="444500"/>
                </a:cubicBezTo>
                <a:lnTo>
                  <a:pt x="0" y="50800"/>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 name="任意多边形: 形状 17">
            <a:extLst>
              <a:ext uri="{FF2B5EF4-FFF2-40B4-BE49-F238E27FC236}">
                <a16:creationId xmlns:a16="http://schemas.microsoft.com/office/drawing/2014/main" id="{7431F8FA-5E2E-208A-7838-11D4C1D87758}"/>
              </a:ext>
            </a:extLst>
          </p:cNvPr>
          <p:cNvSpPr/>
          <p:nvPr/>
        </p:nvSpPr>
        <p:spPr>
          <a:xfrm>
            <a:off x="4228487" y="1581150"/>
            <a:ext cx="2257306" cy="495300"/>
          </a:xfrm>
          <a:custGeom>
            <a:avLst/>
            <a:gdLst>
              <a:gd name="connsiteX0" fmla="*/ 10124 w 2257306"/>
              <a:gd name="connsiteY0" fmla="*/ 81115 h 495300"/>
              <a:gd name="connsiteX1" fmla="*/ 50892 w 2257306"/>
              <a:gd name="connsiteY1" fmla="*/ 0 h 495300"/>
              <a:gd name="connsiteX2" fmla="*/ 2034905 w 2257306"/>
              <a:gd name="connsiteY2" fmla="*/ 0 h 495300"/>
              <a:gd name="connsiteX3" fmla="*/ 2073195 w 2257306"/>
              <a:gd name="connsiteY3" fmla="*/ 17418 h 495300"/>
              <a:gd name="connsiteX4" fmla="*/ 2244829 w 2257306"/>
              <a:gd name="connsiteY4" fmla="*/ 214268 h 495300"/>
              <a:gd name="connsiteX5" fmla="*/ 2244829 w 2257306"/>
              <a:gd name="connsiteY5" fmla="*/ 281032 h 495300"/>
              <a:gd name="connsiteX6" fmla="*/ 2073195 w 2257306"/>
              <a:gd name="connsiteY6" fmla="*/ 477882 h 495300"/>
              <a:gd name="connsiteX7" fmla="*/ 2034905 w 2257306"/>
              <a:gd name="connsiteY7" fmla="*/ 495300 h 495300"/>
              <a:gd name="connsiteX8" fmla="*/ 50892 w 2257306"/>
              <a:gd name="connsiteY8" fmla="*/ 495300 h 495300"/>
              <a:gd name="connsiteX9" fmla="*/ 10124 w 2257306"/>
              <a:gd name="connsiteY9" fmla="*/ 414185 h 495300"/>
              <a:gd name="connsiteX10" fmla="*/ 111420 w 2257306"/>
              <a:gd name="connsiteY10" fmla="*/ 277965 h 495300"/>
              <a:gd name="connsiteX11" fmla="*/ 111420 w 2257306"/>
              <a:gd name="connsiteY11" fmla="*/ 217335 h 495300"/>
              <a:gd name="connsiteX12" fmla="*/ 10124 w 2257306"/>
              <a:gd name="connsiteY12" fmla="*/ 8111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7306" h="495300">
                <a:moveTo>
                  <a:pt x="10124" y="81115"/>
                </a:moveTo>
                <a:cubicBezTo>
                  <a:pt x="-14793" y="47600"/>
                  <a:pt x="9128" y="0"/>
                  <a:pt x="50892" y="0"/>
                </a:cubicBezTo>
                <a:lnTo>
                  <a:pt x="2034905" y="0"/>
                </a:lnTo>
                <a:cubicBezTo>
                  <a:pt x="2049586" y="0"/>
                  <a:pt x="2063549" y="6350"/>
                  <a:pt x="2073195" y="17418"/>
                </a:cubicBezTo>
                <a:lnTo>
                  <a:pt x="2244829" y="214268"/>
                </a:lnTo>
                <a:cubicBezTo>
                  <a:pt x="2261466" y="233401"/>
                  <a:pt x="2261466" y="261899"/>
                  <a:pt x="2244829" y="281032"/>
                </a:cubicBezTo>
                <a:lnTo>
                  <a:pt x="2073195" y="477882"/>
                </a:lnTo>
                <a:cubicBezTo>
                  <a:pt x="2063549" y="488950"/>
                  <a:pt x="2049586" y="495300"/>
                  <a:pt x="2034905" y="495300"/>
                </a:cubicBezTo>
                <a:lnTo>
                  <a:pt x="50892" y="495300"/>
                </a:lnTo>
                <a:cubicBezTo>
                  <a:pt x="9128" y="495300"/>
                  <a:pt x="-14793" y="447700"/>
                  <a:pt x="10124" y="414185"/>
                </a:cubicBezTo>
                <a:lnTo>
                  <a:pt x="111420" y="277965"/>
                </a:lnTo>
                <a:cubicBezTo>
                  <a:pt x="124799" y="259969"/>
                  <a:pt x="124799" y="235331"/>
                  <a:pt x="111420" y="217335"/>
                </a:cubicBezTo>
                <a:lnTo>
                  <a:pt x="10124" y="81115"/>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 name="任意多边形: 形状 19">
            <a:extLst>
              <a:ext uri="{FF2B5EF4-FFF2-40B4-BE49-F238E27FC236}">
                <a16:creationId xmlns:a16="http://schemas.microsoft.com/office/drawing/2014/main" id="{2AB3AE50-0634-4A45-81C2-E20228B75D8C}"/>
              </a:ext>
            </a:extLst>
          </p:cNvPr>
          <p:cNvSpPr/>
          <p:nvPr/>
        </p:nvSpPr>
        <p:spPr>
          <a:xfrm>
            <a:off x="6755780" y="1581150"/>
            <a:ext cx="2257314" cy="495300"/>
          </a:xfrm>
          <a:custGeom>
            <a:avLst/>
            <a:gdLst>
              <a:gd name="connsiteX0" fmla="*/ 10144 w 2257314"/>
              <a:gd name="connsiteY0" fmla="*/ 81115 h 495300"/>
              <a:gd name="connsiteX1" fmla="*/ 50912 w 2257314"/>
              <a:gd name="connsiteY1" fmla="*/ 0 h 495300"/>
              <a:gd name="connsiteX2" fmla="*/ 2034905 w 2257314"/>
              <a:gd name="connsiteY2" fmla="*/ 0 h 495300"/>
              <a:gd name="connsiteX3" fmla="*/ 2073196 w 2257314"/>
              <a:gd name="connsiteY3" fmla="*/ 17418 h 495300"/>
              <a:gd name="connsiteX4" fmla="*/ 2244837 w 2257314"/>
              <a:gd name="connsiteY4" fmla="*/ 214268 h 495300"/>
              <a:gd name="connsiteX5" fmla="*/ 2244837 w 2257314"/>
              <a:gd name="connsiteY5" fmla="*/ 281032 h 495300"/>
              <a:gd name="connsiteX6" fmla="*/ 2073196 w 2257314"/>
              <a:gd name="connsiteY6" fmla="*/ 477882 h 495300"/>
              <a:gd name="connsiteX7" fmla="*/ 2034905 w 2257314"/>
              <a:gd name="connsiteY7" fmla="*/ 495300 h 495300"/>
              <a:gd name="connsiteX8" fmla="*/ 50912 w 2257314"/>
              <a:gd name="connsiteY8" fmla="*/ 495300 h 495300"/>
              <a:gd name="connsiteX9" fmla="*/ 10144 w 2257314"/>
              <a:gd name="connsiteY9" fmla="*/ 414185 h 495300"/>
              <a:gd name="connsiteX10" fmla="*/ 111427 w 2257314"/>
              <a:gd name="connsiteY10" fmla="*/ 277965 h 495300"/>
              <a:gd name="connsiteX11" fmla="*/ 111427 w 2257314"/>
              <a:gd name="connsiteY11" fmla="*/ 217335 h 495300"/>
              <a:gd name="connsiteX12" fmla="*/ 10144 w 2257314"/>
              <a:gd name="connsiteY12" fmla="*/ 8111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7314" h="495300">
                <a:moveTo>
                  <a:pt x="10144" y="81115"/>
                </a:moveTo>
                <a:cubicBezTo>
                  <a:pt x="-14812" y="47600"/>
                  <a:pt x="9128" y="0"/>
                  <a:pt x="50912" y="0"/>
                </a:cubicBezTo>
                <a:lnTo>
                  <a:pt x="2034905" y="0"/>
                </a:lnTo>
                <a:cubicBezTo>
                  <a:pt x="2049574" y="0"/>
                  <a:pt x="2063544" y="6350"/>
                  <a:pt x="2073196" y="17418"/>
                </a:cubicBezTo>
                <a:lnTo>
                  <a:pt x="2244837" y="214268"/>
                </a:lnTo>
                <a:cubicBezTo>
                  <a:pt x="2261474" y="233401"/>
                  <a:pt x="2261474" y="261899"/>
                  <a:pt x="2244837" y="281032"/>
                </a:cubicBezTo>
                <a:lnTo>
                  <a:pt x="2073196" y="477882"/>
                </a:lnTo>
                <a:cubicBezTo>
                  <a:pt x="2063544" y="488950"/>
                  <a:pt x="2049574" y="495300"/>
                  <a:pt x="2034905" y="495300"/>
                </a:cubicBezTo>
                <a:lnTo>
                  <a:pt x="50912" y="495300"/>
                </a:lnTo>
                <a:cubicBezTo>
                  <a:pt x="9128" y="495300"/>
                  <a:pt x="-14812" y="447700"/>
                  <a:pt x="10144" y="414185"/>
                </a:cubicBezTo>
                <a:lnTo>
                  <a:pt x="111427" y="277965"/>
                </a:lnTo>
                <a:cubicBezTo>
                  <a:pt x="124826" y="259969"/>
                  <a:pt x="124826" y="235331"/>
                  <a:pt x="111427" y="217335"/>
                </a:cubicBezTo>
                <a:lnTo>
                  <a:pt x="10144" y="81115"/>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 name="任意多边形: 形状 20">
            <a:extLst>
              <a:ext uri="{FF2B5EF4-FFF2-40B4-BE49-F238E27FC236}">
                <a16:creationId xmlns:a16="http://schemas.microsoft.com/office/drawing/2014/main" id="{454B6708-2861-03F9-9261-78C4D6EB8981}"/>
              </a:ext>
            </a:extLst>
          </p:cNvPr>
          <p:cNvSpPr/>
          <p:nvPr/>
        </p:nvSpPr>
        <p:spPr>
          <a:xfrm>
            <a:off x="9283080" y="1581150"/>
            <a:ext cx="2273919" cy="495300"/>
          </a:xfrm>
          <a:custGeom>
            <a:avLst/>
            <a:gdLst>
              <a:gd name="connsiteX0" fmla="*/ 10144 w 2273919"/>
              <a:gd name="connsiteY0" fmla="*/ 81115 h 495300"/>
              <a:gd name="connsiteX1" fmla="*/ 50912 w 2273919"/>
              <a:gd name="connsiteY1" fmla="*/ 0 h 495300"/>
              <a:gd name="connsiteX2" fmla="*/ 2223119 w 2273919"/>
              <a:gd name="connsiteY2" fmla="*/ 0 h 495300"/>
              <a:gd name="connsiteX3" fmla="*/ 2273919 w 2273919"/>
              <a:gd name="connsiteY3" fmla="*/ 50800 h 495300"/>
              <a:gd name="connsiteX4" fmla="*/ 2273919 w 2273919"/>
              <a:gd name="connsiteY4" fmla="*/ 247650 h 495300"/>
              <a:gd name="connsiteX5" fmla="*/ 2273919 w 2273919"/>
              <a:gd name="connsiteY5" fmla="*/ 444500 h 495300"/>
              <a:gd name="connsiteX6" fmla="*/ 2223119 w 2273919"/>
              <a:gd name="connsiteY6" fmla="*/ 495300 h 495300"/>
              <a:gd name="connsiteX7" fmla="*/ 50912 w 2273919"/>
              <a:gd name="connsiteY7" fmla="*/ 495300 h 495300"/>
              <a:gd name="connsiteX8" fmla="*/ 10144 w 2273919"/>
              <a:gd name="connsiteY8" fmla="*/ 414185 h 495300"/>
              <a:gd name="connsiteX9" fmla="*/ 111427 w 2273919"/>
              <a:gd name="connsiteY9" fmla="*/ 277965 h 495300"/>
              <a:gd name="connsiteX10" fmla="*/ 111427 w 2273919"/>
              <a:gd name="connsiteY10" fmla="*/ 217335 h 495300"/>
              <a:gd name="connsiteX11" fmla="*/ 10144 w 2273919"/>
              <a:gd name="connsiteY11" fmla="*/ 8111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3919" h="495300">
                <a:moveTo>
                  <a:pt x="10144" y="81115"/>
                </a:moveTo>
                <a:cubicBezTo>
                  <a:pt x="-14812" y="47600"/>
                  <a:pt x="9128" y="0"/>
                  <a:pt x="50912" y="0"/>
                </a:cubicBezTo>
                <a:lnTo>
                  <a:pt x="2223119" y="0"/>
                </a:lnTo>
                <a:cubicBezTo>
                  <a:pt x="2251187" y="0"/>
                  <a:pt x="2273919" y="22746"/>
                  <a:pt x="2273919" y="50800"/>
                </a:cubicBezTo>
                <a:lnTo>
                  <a:pt x="2273919" y="247650"/>
                </a:lnTo>
                <a:lnTo>
                  <a:pt x="2273919" y="444500"/>
                </a:lnTo>
                <a:cubicBezTo>
                  <a:pt x="2273919" y="472554"/>
                  <a:pt x="2251187" y="495300"/>
                  <a:pt x="2223119" y="495300"/>
                </a:cubicBezTo>
                <a:lnTo>
                  <a:pt x="50912" y="495300"/>
                </a:lnTo>
                <a:cubicBezTo>
                  <a:pt x="9128" y="495300"/>
                  <a:pt x="-14812" y="447700"/>
                  <a:pt x="10144" y="414185"/>
                </a:cubicBezTo>
                <a:lnTo>
                  <a:pt x="111427" y="277965"/>
                </a:lnTo>
                <a:cubicBezTo>
                  <a:pt x="124826" y="259969"/>
                  <a:pt x="124826" y="235331"/>
                  <a:pt x="111427" y="217335"/>
                </a:cubicBezTo>
                <a:lnTo>
                  <a:pt x="10144" y="81115"/>
                </a:lnTo>
                <a:close/>
              </a:path>
            </a:pathLst>
          </a:cu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 name="矩形: 圆角 27">
            <a:extLst>
              <a:ext uri="{FF2B5EF4-FFF2-40B4-BE49-F238E27FC236}">
                <a16:creationId xmlns:a16="http://schemas.microsoft.com/office/drawing/2014/main" id="{D75E9990-9F3C-2CCB-8BE0-50A901D13C07}"/>
              </a:ext>
            </a:extLst>
          </p:cNvPr>
          <p:cNvSpPr/>
          <p:nvPr/>
        </p:nvSpPr>
        <p:spPr>
          <a:xfrm>
            <a:off x="635000" y="16065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32" name="矩形: 圆角 31">
            <a:extLst>
              <a:ext uri="{FF2B5EF4-FFF2-40B4-BE49-F238E27FC236}">
                <a16:creationId xmlns:a16="http://schemas.microsoft.com/office/drawing/2014/main" id="{872501C2-6103-D1DB-7830-4FA9AB2410B9}"/>
              </a:ext>
            </a:extLst>
          </p:cNvPr>
          <p:cNvSpPr/>
          <p:nvPr/>
        </p:nvSpPr>
        <p:spPr>
          <a:xfrm>
            <a:off x="635000" y="23939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36" name="矩形: 圆角 35">
            <a:extLst>
              <a:ext uri="{FF2B5EF4-FFF2-40B4-BE49-F238E27FC236}">
                <a16:creationId xmlns:a16="http://schemas.microsoft.com/office/drawing/2014/main" id="{8C43F4DA-F361-A06B-B512-C02E2AFD7941}"/>
              </a:ext>
            </a:extLst>
          </p:cNvPr>
          <p:cNvSpPr/>
          <p:nvPr/>
        </p:nvSpPr>
        <p:spPr>
          <a:xfrm>
            <a:off x="635000" y="34861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1" name="矩形: 圆角 40">
            <a:extLst>
              <a:ext uri="{FF2B5EF4-FFF2-40B4-BE49-F238E27FC236}">
                <a16:creationId xmlns:a16="http://schemas.microsoft.com/office/drawing/2014/main" id="{6326A093-6A95-50E2-2026-926CDE1DA8AB}"/>
              </a:ext>
            </a:extLst>
          </p:cNvPr>
          <p:cNvSpPr/>
          <p:nvPr/>
        </p:nvSpPr>
        <p:spPr>
          <a:xfrm>
            <a:off x="635000" y="473710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5" name="矩形: 圆角 44">
            <a:extLst>
              <a:ext uri="{FF2B5EF4-FFF2-40B4-BE49-F238E27FC236}">
                <a16:creationId xmlns:a16="http://schemas.microsoft.com/office/drawing/2014/main" id="{83AE0F60-8DB4-7713-EA0F-DAFA26446654}"/>
              </a:ext>
            </a:extLst>
          </p:cNvPr>
          <p:cNvSpPr/>
          <p:nvPr/>
        </p:nvSpPr>
        <p:spPr>
          <a:xfrm>
            <a:off x="635000" y="5746750"/>
            <a:ext cx="698500" cy="444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8" name="任意多边形: 形状 47">
            <a:extLst>
              <a:ext uri="{FF2B5EF4-FFF2-40B4-BE49-F238E27FC236}">
                <a16:creationId xmlns:a16="http://schemas.microsoft.com/office/drawing/2014/main" id="{A60AF51B-E401-58C2-1793-45B8A59FC0C5}"/>
              </a:ext>
            </a:extLst>
          </p:cNvPr>
          <p:cNvSpPr/>
          <p:nvPr/>
        </p:nvSpPr>
        <p:spPr>
          <a:xfrm>
            <a:off x="869950" y="2095500"/>
            <a:ext cx="228600" cy="254000"/>
          </a:xfrm>
          <a:custGeom>
            <a:avLst/>
            <a:gdLst>
              <a:gd name="connsiteX0" fmla="*/ 0 w 228600"/>
              <a:gd name="connsiteY0" fmla="*/ 85973 h 254000"/>
              <a:gd name="connsiteX1" fmla="*/ 114300 w 228600"/>
              <a:gd name="connsiteY1" fmla="*/ 254000 h 254000"/>
              <a:gd name="connsiteX2" fmla="*/ 228600 w 228600"/>
              <a:gd name="connsiteY2" fmla="*/ 85973 h 254000"/>
              <a:gd name="connsiteX3" fmla="*/ 169824 w 228600"/>
              <a:gd name="connsiteY3" fmla="*/ 85973 h 254000"/>
              <a:gd name="connsiteX4" fmla="*/ 169824 w 228600"/>
              <a:gd name="connsiteY4" fmla="*/ 0 h 254000"/>
              <a:gd name="connsiteX5" fmla="*/ 52254 w 228600"/>
              <a:gd name="connsiteY5" fmla="*/ 0 h 254000"/>
              <a:gd name="connsiteX6" fmla="*/ 52254 w 228600"/>
              <a:gd name="connsiteY6" fmla="*/ 85973 h 254000"/>
              <a:gd name="connsiteX7" fmla="*/ 0 w 228600"/>
              <a:gd name="connsiteY7" fmla="*/ 85973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0" y="85973"/>
                </a:moveTo>
                <a:lnTo>
                  <a:pt x="114300" y="254000"/>
                </a:lnTo>
                <a:lnTo>
                  <a:pt x="228600" y="85973"/>
                </a:lnTo>
                <a:lnTo>
                  <a:pt x="169824" y="85973"/>
                </a:lnTo>
                <a:lnTo>
                  <a:pt x="169824" y="0"/>
                </a:lnTo>
                <a:lnTo>
                  <a:pt x="52254" y="0"/>
                </a:lnTo>
                <a:lnTo>
                  <a:pt x="52254" y="85973"/>
                </a:lnTo>
                <a:lnTo>
                  <a:pt x="0" y="85973"/>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49" name="任意多边形: 形状 48">
            <a:extLst>
              <a:ext uri="{FF2B5EF4-FFF2-40B4-BE49-F238E27FC236}">
                <a16:creationId xmlns:a16="http://schemas.microsoft.com/office/drawing/2014/main" id="{5350CBC0-119A-9272-B2BA-D7DE71604C7F}"/>
              </a:ext>
            </a:extLst>
          </p:cNvPr>
          <p:cNvSpPr/>
          <p:nvPr/>
        </p:nvSpPr>
        <p:spPr>
          <a:xfrm>
            <a:off x="869950" y="3035300"/>
            <a:ext cx="228600" cy="254000"/>
          </a:xfrm>
          <a:custGeom>
            <a:avLst/>
            <a:gdLst>
              <a:gd name="connsiteX0" fmla="*/ 0 w 228600"/>
              <a:gd name="connsiteY0" fmla="*/ 85973 h 254000"/>
              <a:gd name="connsiteX1" fmla="*/ 114300 w 228600"/>
              <a:gd name="connsiteY1" fmla="*/ 254000 h 254000"/>
              <a:gd name="connsiteX2" fmla="*/ 228600 w 228600"/>
              <a:gd name="connsiteY2" fmla="*/ 85973 h 254000"/>
              <a:gd name="connsiteX3" fmla="*/ 169824 w 228600"/>
              <a:gd name="connsiteY3" fmla="*/ 85973 h 254000"/>
              <a:gd name="connsiteX4" fmla="*/ 169824 w 228600"/>
              <a:gd name="connsiteY4" fmla="*/ 0 h 254000"/>
              <a:gd name="connsiteX5" fmla="*/ 52254 w 228600"/>
              <a:gd name="connsiteY5" fmla="*/ 0 h 254000"/>
              <a:gd name="connsiteX6" fmla="*/ 52254 w 228600"/>
              <a:gd name="connsiteY6" fmla="*/ 85973 h 254000"/>
              <a:gd name="connsiteX7" fmla="*/ 0 w 228600"/>
              <a:gd name="connsiteY7" fmla="*/ 85973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0" y="85973"/>
                </a:moveTo>
                <a:lnTo>
                  <a:pt x="114300" y="254000"/>
                </a:lnTo>
                <a:lnTo>
                  <a:pt x="228600" y="85973"/>
                </a:lnTo>
                <a:lnTo>
                  <a:pt x="169824" y="85973"/>
                </a:lnTo>
                <a:lnTo>
                  <a:pt x="169824" y="0"/>
                </a:lnTo>
                <a:lnTo>
                  <a:pt x="52254" y="0"/>
                </a:lnTo>
                <a:lnTo>
                  <a:pt x="52254" y="85973"/>
                </a:lnTo>
                <a:lnTo>
                  <a:pt x="0" y="85973"/>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0" name="任意多边形: 形状 49">
            <a:extLst>
              <a:ext uri="{FF2B5EF4-FFF2-40B4-BE49-F238E27FC236}">
                <a16:creationId xmlns:a16="http://schemas.microsoft.com/office/drawing/2014/main" id="{2092E79D-E1FF-F092-23B2-D093074BBD3F}"/>
              </a:ext>
            </a:extLst>
          </p:cNvPr>
          <p:cNvSpPr/>
          <p:nvPr/>
        </p:nvSpPr>
        <p:spPr>
          <a:xfrm>
            <a:off x="869950" y="4210050"/>
            <a:ext cx="228600" cy="254000"/>
          </a:xfrm>
          <a:custGeom>
            <a:avLst/>
            <a:gdLst>
              <a:gd name="connsiteX0" fmla="*/ 0 w 228600"/>
              <a:gd name="connsiteY0" fmla="*/ 85973 h 254000"/>
              <a:gd name="connsiteX1" fmla="*/ 114300 w 228600"/>
              <a:gd name="connsiteY1" fmla="*/ 254000 h 254000"/>
              <a:gd name="connsiteX2" fmla="*/ 228600 w 228600"/>
              <a:gd name="connsiteY2" fmla="*/ 85973 h 254000"/>
              <a:gd name="connsiteX3" fmla="*/ 169824 w 228600"/>
              <a:gd name="connsiteY3" fmla="*/ 85973 h 254000"/>
              <a:gd name="connsiteX4" fmla="*/ 169824 w 228600"/>
              <a:gd name="connsiteY4" fmla="*/ 0 h 254000"/>
              <a:gd name="connsiteX5" fmla="*/ 52254 w 228600"/>
              <a:gd name="connsiteY5" fmla="*/ 0 h 254000"/>
              <a:gd name="connsiteX6" fmla="*/ 52254 w 228600"/>
              <a:gd name="connsiteY6" fmla="*/ 85973 h 254000"/>
              <a:gd name="connsiteX7" fmla="*/ 0 w 228600"/>
              <a:gd name="connsiteY7" fmla="*/ 85973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0" y="85973"/>
                </a:moveTo>
                <a:lnTo>
                  <a:pt x="114300" y="254000"/>
                </a:lnTo>
                <a:lnTo>
                  <a:pt x="228600" y="85973"/>
                </a:lnTo>
                <a:lnTo>
                  <a:pt x="169824" y="85973"/>
                </a:lnTo>
                <a:lnTo>
                  <a:pt x="169824" y="0"/>
                </a:lnTo>
                <a:lnTo>
                  <a:pt x="52254" y="0"/>
                </a:lnTo>
                <a:lnTo>
                  <a:pt x="52254" y="85973"/>
                </a:lnTo>
                <a:lnTo>
                  <a:pt x="0" y="85973"/>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2" name="任意多边形: 形状 51">
            <a:extLst>
              <a:ext uri="{FF2B5EF4-FFF2-40B4-BE49-F238E27FC236}">
                <a16:creationId xmlns:a16="http://schemas.microsoft.com/office/drawing/2014/main" id="{F1136421-4DE2-7E80-69B6-690D6CF8E72D}"/>
              </a:ext>
            </a:extLst>
          </p:cNvPr>
          <p:cNvSpPr/>
          <p:nvPr/>
        </p:nvSpPr>
        <p:spPr>
          <a:xfrm>
            <a:off x="869950" y="5302250"/>
            <a:ext cx="228600" cy="254000"/>
          </a:xfrm>
          <a:custGeom>
            <a:avLst/>
            <a:gdLst>
              <a:gd name="connsiteX0" fmla="*/ 228600 w 228600"/>
              <a:gd name="connsiteY0" fmla="*/ 168027 h 254000"/>
              <a:gd name="connsiteX1" fmla="*/ 114300 w 228600"/>
              <a:gd name="connsiteY1" fmla="*/ 0 h 254000"/>
              <a:gd name="connsiteX2" fmla="*/ 0 w 228600"/>
              <a:gd name="connsiteY2" fmla="*/ 168027 h 254000"/>
              <a:gd name="connsiteX3" fmla="*/ 58776 w 228600"/>
              <a:gd name="connsiteY3" fmla="*/ 168027 h 254000"/>
              <a:gd name="connsiteX4" fmla="*/ 58776 w 228600"/>
              <a:gd name="connsiteY4" fmla="*/ 254000 h 254000"/>
              <a:gd name="connsiteX5" fmla="*/ 176346 w 228600"/>
              <a:gd name="connsiteY5" fmla="*/ 254000 h 254000"/>
              <a:gd name="connsiteX6" fmla="*/ 176346 w 228600"/>
              <a:gd name="connsiteY6" fmla="*/ 168027 h 254000"/>
              <a:gd name="connsiteX7" fmla="*/ 228600 w 228600"/>
              <a:gd name="connsiteY7" fmla="*/ 168027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254000">
                <a:moveTo>
                  <a:pt x="228600" y="168027"/>
                </a:moveTo>
                <a:lnTo>
                  <a:pt x="114300" y="0"/>
                </a:lnTo>
                <a:lnTo>
                  <a:pt x="0" y="168027"/>
                </a:lnTo>
                <a:lnTo>
                  <a:pt x="58776" y="168027"/>
                </a:lnTo>
                <a:lnTo>
                  <a:pt x="58776" y="254000"/>
                </a:lnTo>
                <a:lnTo>
                  <a:pt x="176346" y="254000"/>
                </a:lnTo>
                <a:lnTo>
                  <a:pt x="176346" y="168027"/>
                </a:lnTo>
                <a:lnTo>
                  <a:pt x="228600" y="168027"/>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3" name="任意多边形: 形状 52">
            <a:extLst>
              <a:ext uri="{FF2B5EF4-FFF2-40B4-BE49-F238E27FC236}">
                <a16:creationId xmlns:a16="http://schemas.microsoft.com/office/drawing/2014/main" id="{EA6AB099-D8E5-2551-AD26-8BF719BA8581}"/>
              </a:ext>
            </a:extLst>
          </p:cNvPr>
          <p:cNvSpPr/>
          <p:nvPr/>
        </p:nvSpPr>
        <p:spPr>
          <a:xfrm>
            <a:off x="16510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55" y="0"/>
                  <a:pt x="2324100" y="22746"/>
                  <a:pt x="2324100" y="50800"/>
                </a:cubicBezTo>
                <a:lnTo>
                  <a:pt x="2324100" y="1066800"/>
                </a:lnTo>
                <a:cubicBezTo>
                  <a:pt x="2324100" y="1094855"/>
                  <a:pt x="2301355"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8" name="矩形: 圆角 57">
            <a:extLst>
              <a:ext uri="{FF2B5EF4-FFF2-40B4-BE49-F238E27FC236}">
                <a16:creationId xmlns:a16="http://schemas.microsoft.com/office/drawing/2014/main" id="{68558B71-E2F5-DEB8-1F0B-0CBFAEC831C2}"/>
              </a:ext>
            </a:extLst>
          </p:cNvPr>
          <p:cNvSpPr/>
          <p:nvPr/>
        </p:nvSpPr>
        <p:spPr>
          <a:xfrm>
            <a:off x="17780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2" name="矩形: 圆角 61">
            <a:extLst>
              <a:ext uri="{FF2B5EF4-FFF2-40B4-BE49-F238E27FC236}">
                <a16:creationId xmlns:a16="http://schemas.microsoft.com/office/drawing/2014/main" id="{B5B85D6E-B2B7-9188-3E17-6973C00FF9D9}"/>
              </a:ext>
            </a:extLst>
          </p:cNvPr>
          <p:cNvSpPr/>
          <p:nvPr/>
        </p:nvSpPr>
        <p:spPr>
          <a:xfrm>
            <a:off x="17780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8" name="任意多边形: 形状 127">
            <a:extLst>
              <a:ext uri="{FF2B5EF4-FFF2-40B4-BE49-F238E27FC236}">
                <a16:creationId xmlns:a16="http://schemas.microsoft.com/office/drawing/2014/main" id="{6127C59D-EE5C-2B04-A540-E5199E9B5D5A}"/>
              </a:ext>
            </a:extLst>
          </p:cNvPr>
          <p:cNvSpPr/>
          <p:nvPr/>
        </p:nvSpPr>
        <p:spPr>
          <a:xfrm>
            <a:off x="41783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4" name="矩形: 圆角 133">
            <a:extLst>
              <a:ext uri="{FF2B5EF4-FFF2-40B4-BE49-F238E27FC236}">
                <a16:creationId xmlns:a16="http://schemas.microsoft.com/office/drawing/2014/main" id="{E126FAD6-1D36-FB82-E928-F55D2E2027C6}"/>
              </a:ext>
            </a:extLst>
          </p:cNvPr>
          <p:cNvSpPr/>
          <p:nvPr/>
        </p:nvSpPr>
        <p:spPr>
          <a:xfrm>
            <a:off x="43053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9" name="矩形: 圆角 138">
            <a:extLst>
              <a:ext uri="{FF2B5EF4-FFF2-40B4-BE49-F238E27FC236}">
                <a16:creationId xmlns:a16="http://schemas.microsoft.com/office/drawing/2014/main" id="{A5840A5A-FA88-57E4-8C31-C4B0E0A15A62}"/>
              </a:ext>
            </a:extLst>
          </p:cNvPr>
          <p:cNvSpPr/>
          <p:nvPr/>
        </p:nvSpPr>
        <p:spPr>
          <a:xfrm>
            <a:off x="43053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1" name="任意多边形: 形状 140">
            <a:extLst>
              <a:ext uri="{FF2B5EF4-FFF2-40B4-BE49-F238E27FC236}">
                <a16:creationId xmlns:a16="http://schemas.microsoft.com/office/drawing/2014/main" id="{6A38D84E-4315-3E4F-7E0E-0CE3468848E2}"/>
              </a:ext>
            </a:extLst>
          </p:cNvPr>
          <p:cNvSpPr/>
          <p:nvPr/>
        </p:nvSpPr>
        <p:spPr>
          <a:xfrm>
            <a:off x="67056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7" name="矩形: 圆角 146">
            <a:extLst>
              <a:ext uri="{FF2B5EF4-FFF2-40B4-BE49-F238E27FC236}">
                <a16:creationId xmlns:a16="http://schemas.microsoft.com/office/drawing/2014/main" id="{51A6F0F4-E9C9-940D-C619-25A5F3C155C8}"/>
              </a:ext>
            </a:extLst>
          </p:cNvPr>
          <p:cNvSpPr/>
          <p:nvPr/>
        </p:nvSpPr>
        <p:spPr>
          <a:xfrm>
            <a:off x="68326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1" name="矩形: 圆角 150">
            <a:extLst>
              <a:ext uri="{FF2B5EF4-FFF2-40B4-BE49-F238E27FC236}">
                <a16:creationId xmlns:a16="http://schemas.microsoft.com/office/drawing/2014/main" id="{3C2A6332-32E6-5002-8436-BF426F34D9A6}"/>
              </a:ext>
            </a:extLst>
          </p:cNvPr>
          <p:cNvSpPr/>
          <p:nvPr/>
        </p:nvSpPr>
        <p:spPr>
          <a:xfrm>
            <a:off x="68326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3" name="任意多边形: 形状 152">
            <a:extLst>
              <a:ext uri="{FF2B5EF4-FFF2-40B4-BE49-F238E27FC236}">
                <a16:creationId xmlns:a16="http://schemas.microsoft.com/office/drawing/2014/main" id="{CCA8E21D-E085-8982-7060-C5DFFD8FE672}"/>
              </a:ext>
            </a:extLst>
          </p:cNvPr>
          <p:cNvSpPr/>
          <p:nvPr/>
        </p:nvSpPr>
        <p:spPr>
          <a:xfrm>
            <a:off x="9232900" y="314960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9" name="矩形: 圆角 158">
            <a:extLst>
              <a:ext uri="{FF2B5EF4-FFF2-40B4-BE49-F238E27FC236}">
                <a16:creationId xmlns:a16="http://schemas.microsoft.com/office/drawing/2014/main" id="{98B10465-2C7F-ED9C-C4D2-49A224F6DC2E}"/>
              </a:ext>
            </a:extLst>
          </p:cNvPr>
          <p:cNvSpPr/>
          <p:nvPr/>
        </p:nvSpPr>
        <p:spPr>
          <a:xfrm>
            <a:off x="9359900" y="35750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3" name="矩形: 圆角 162">
            <a:extLst>
              <a:ext uri="{FF2B5EF4-FFF2-40B4-BE49-F238E27FC236}">
                <a16:creationId xmlns:a16="http://schemas.microsoft.com/office/drawing/2014/main" id="{C7E9A5A6-2626-DBD0-019E-7FB2219A4493}"/>
              </a:ext>
            </a:extLst>
          </p:cNvPr>
          <p:cNvSpPr/>
          <p:nvPr/>
        </p:nvSpPr>
        <p:spPr>
          <a:xfrm>
            <a:off x="9359900" y="391795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5" name="任意多边形: 形状 164">
            <a:extLst>
              <a:ext uri="{FF2B5EF4-FFF2-40B4-BE49-F238E27FC236}">
                <a16:creationId xmlns:a16="http://schemas.microsoft.com/office/drawing/2014/main" id="{158C012B-992E-F166-ABE4-214C80A97E25}"/>
              </a:ext>
            </a:extLst>
          </p:cNvPr>
          <p:cNvSpPr/>
          <p:nvPr/>
        </p:nvSpPr>
        <p:spPr>
          <a:xfrm>
            <a:off x="16510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55" y="0"/>
                  <a:pt x="2324100" y="22746"/>
                  <a:pt x="2324100" y="50800"/>
                </a:cubicBezTo>
                <a:lnTo>
                  <a:pt x="2324100" y="1066800"/>
                </a:lnTo>
                <a:cubicBezTo>
                  <a:pt x="2324100" y="1094855"/>
                  <a:pt x="2301355"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0" name="矩形: 圆角 169">
            <a:extLst>
              <a:ext uri="{FF2B5EF4-FFF2-40B4-BE49-F238E27FC236}">
                <a16:creationId xmlns:a16="http://schemas.microsoft.com/office/drawing/2014/main" id="{34C87A3D-FB58-CEA4-9BEA-B18A2AB2A43F}"/>
              </a:ext>
            </a:extLst>
          </p:cNvPr>
          <p:cNvSpPr/>
          <p:nvPr/>
        </p:nvSpPr>
        <p:spPr>
          <a:xfrm>
            <a:off x="17780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4" name="矩形: 圆角 173">
            <a:extLst>
              <a:ext uri="{FF2B5EF4-FFF2-40B4-BE49-F238E27FC236}">
                <a16:creationId xmlns:a16="http://schemas.microsoft.com/office/drawing/2014/main" id="{469DD3D8-5B05-F856-A817-D772B24A0AB1}"/>
              </a:ext>
            </a:extLst>
          </p:cNvPr>
          <p:cNvSpPr/>
          <p:nvPr/>
        </p:nvSpPr>
        <p:spPr>
          <a:xfrm>
            <a:off x="17780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6" name="任意多边形: 形状 175">
            <a:extLst>
              <a:ext uri="{FF2B5EF4-FFF2-40B4-BE49-F238E27FC236}">
                <a16:creationId xmlns:a16="http://schemas.microsoft.com/office/drawing/2014/main" id="{934A7474-3A58-B9FD-C62A-1A925F81BF3E}"/>
              </a:ext>
            </a:extLst>
          </p:cNvPr>
          <p:cNvSpPr/>
          <p:nvPr/>
        </p:nvSpPr>
        <p:spPr>
          <a:xfrm>
            <a:off x="41783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46"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46"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1" name="矩形: 圆角 180">
            <a:extLst>
              <a:ext uri="{FF2B5EF4-FFF2-40B4-BE49-F238E27FC236}">
                <a16:creationId xmlns:a16="http://schemas.microsoft.com/office/drawing/2014/main" id="{9454EEE9-18CE-D435-4898-93450E3C1200}"/>
              </a:ext>
            </a:extLst>
          </p:cNvPr>
          <p:cNvSpPr/>
          <p:nvPr/>
        </p:nvSpPr>
        <p:spPr>
          <a:xfrm>
            <a:off x="43053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5" name="矩形: 圆角 184">
            <a:extLst>
              <a:ext uri="{FF2B5EF4-FFF2-40B4-BE49-F238E27FC236}">
                <a16:creationId xmlns:a16="http://schemas.microsoft.com/office/drawing/2014/main" id="{85D1CDF7-C38B-7565-3D38-AF50AC98676A}"/>
              </a:ext>
            </a:extLst>
          </p:cNvPr>
          <p:cNvSpPr/>
          <p:nvPr/>
        </p:nvSpPr>
        <p:spPr>
          <a:xfrm>
            <a:off x="43053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7" name="任意多边形: 形状 186">
            <a:extLst>
              <a:ext uri="{FF2B5EF4-FFF2-40B4-BE49-F238E27FC236}">
                <a16:creationId xmlns:a16="http://schemas.microsoft.com/office/drawing/2014/main" id="{395FD8EF-08AA-0071-48C4-BFEC6D17DF47}"/>
              </a:ext>
            </a:extLst>
          </p:cNvPr>
          <p:cNvSpPr/>
          <p:nvPr/>
        </p:nvSpPr>
        <p:spPr>
          <a:xfrm>
            <a:off x="67056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2" name="矩形: 圆角 191">
            <a:extLst>
              <a:ext uri="{FF2B5EF4-FFF2-40B4-BE49-F238E27FC236}">
                <a16:creationId xmlns:a16="http://schemas.microsoft.com/office/drawing/2014/main" id="{1B4E3994-B928-A535-2916-95A29948B244}"/>
              </a:ext>
            </a:extLst>
          </p:cNvPr>
          <p:cNvSpPr/>
          <p:nvPr/>
        </p:nvSpPr>
        <p:spPr>
          <a:xfrm>
            <a:off x="68326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6" name="矩形: 圆角 195">
            <a:extLst>
              <a:ext uri="{FF2B5EF4-FFF2-40B4-BE49-F238E27FC236}">
                <a16:creationId xmlns:a16="http://schemas.microsoft.com/office/drawing/2014/main" id="{3F1E465E-5ACE-493D-1A1F-9E0B81BE676F}"/>
              </a:ext>
            </a:extLst>
          </p:cNvPr>
          <p:cNvSpPr/>
          <p:nvPr/>
        </p:nvSpPr>
        <p:spPr>
          <a:xfrm>
            <a:off x="68326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8" name="任意多边形: 形状 197">
            <a:extLst>
              <a:ext uri="{FF2B5EF4-FFF2-40B4-BE49-F238E27FC236}">
                <a16:creationId xmlns:a16="http://schemas.microsoft.com/office/drawing/2014/main" id="{DFCF9A83-5DD0-32AB-D847-7392A8EDC7C4}"/>
              </a:ext>
            </a:extLst>
          </p:cNvPr>
          <p:cNvSpPr/>
          <p:nvPr/>
        </p:nvSpPr>
        <p:spPr>
          <a:xfrm>
            <a:off x="9232900" y="4400550"/>
            <a:ext cx="2324100" cy="1117600"/>
          </a:xfrm>
          <a:custGeom>
            <a:avLst/>
            <a:gdLst>
              <a:gd name="connsiteX0" fmla="*/ 0 w 2324100"/>
              <a:gd name="connsiteY0" fmla="*/ 50800 h 1117600"/>
              <a:gd name="connsiteX1" fmla="*/ 50800 w 2324100"/>
              <a:gd name="connsiteY1" fmla="*/ 0 h 1117600"/>
              <a:gd name="connsiteX2" fmla="*/ 2273300 w 2324100"/>
              <a:gd name="connsiteY2" fmla="*/ 0 h 1117600"/>
              <a:gd name="connsiteX3" fmla="*/ 2324100 w 2324100"/>
              <a:gd name="connsiteY3" fmla="*/ 50800 h 1117600"/>
              <a:gd name="connsiteX4" fmla="*/ 2324100 w 2324100"/>
              <a:gd name="connsiteY4" fmla="*/ 1066800 h 1117600"/>
              <a:gd name="connsiteX5" fmla="*/ 2273300 w 2324100"/>
              <a:gd name="connsiteY5" fmla="*/ 1117600 h 1117600"/>
              <a:gd name="connsiteX6" fmla="*/ 50800 w 2324100"/>
              <a:gd name="connsiteY6" fmla="*/ 1117600 h 1117600"/>
              <a:gd name="connsiteX7" fmla="*/ 0 w 2324100"/>
              <a:gd name="connsiteY7" fmla="*/ 1066800 h 1117600"/>
              <a:gd name="connsiteX8" fmla="*/ 0 w 2324100"/>
              <a:gd name="connsiteY8" fmla="*/ 50800 h 11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4100" h="1117600">
                <a:moveTo>
                  <a:pt x="0" y="50800"/>
                </a:moveTo>
                <a:cubicBezTo>
                  <a:pt x="0" y="22746"/>
                  <a:pt x="22733" y="0"/>
                  <a:pt x="50800" y="0"/>
                </a:cubicBezTo>
                <a:lnTo>
                  <a:pt x="2273300" y="0"/>
                </a:lnTo>
                <a:cubicBezTo>
                  <a:pt x="2301367" y="0"/>
                  <a:pt x="2324100" y="22746"/>
                  <a:pt x="2324100" y="50800"/>
                </a:cubicBezTo>
                <a:lnTo>
                  <a:pt x="2324100" y="1066800"/>
                </a:lnTo>
                <a:cubicBezTo>
                  <a:pt x="2324100" y="1094855"/>
                  <a:pt x="2301367" y="1117600"/>
                  <a:pt x="2273300" y="1117600"/>
                </a:cubicBezTo>
                <a:lnTo>
                  <a:pt x="50800" y="1117600"/>
                </a:lnTo>
                <a:cubicBezTo>
                  <a:pt x="22733" y="1117600"/>
                  <a:pt x="0" y="1094855"/>
                  <a:pt x="0" y="1066800"/>
                </a:cubicBezTo>
                <a:lnTo>
                  <a:pt x="0" y="50800"/>
                </a:lnTo>
                <a:close/>
              </a:path>
            </a:pathLst>
          </a:custGeom>
          <a:solidFill>
            <a:srgbClr val="F7F7F7">
              <a:alpha val="20000"/>
            </a:srgbClr>
          </a:solidFill>
          <a:ln w="6350" cap="flat">
            <a:solidFill>
              <a:schemeClr val="accent1">
                <a:lumMod val="100000"/>
                <a:alpha val="50000"/>
              </a:schemeClr>
            </a:solidFill>
            <a:prstDash val="lg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3" name="矩形: 圆角 202">
            <a:extLst>
              <a:ext uri="{FF2B5EF4-FFF2-40B4-BE49-F238E27FC236}">
                <a16:creationId xmlns:a16="http://schemas.microsoft.com/office/drawing/2014/main" id="{29A0507F-8229-07E3-CCCB-F993C57B6932}"/>
              </a:ext>
            </a:extLst>
          </p:cNvPr>
          <p:cNvSpPr/>
          <p:nvPr/>
        </p:nvSpPr>
        <p:spPr>
          <a:xfrm>
            <a:off x="9359900" y="48260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7" name="矩形: 圆角 206">
            <a:extLst>
              <a:ext uri="{FF2B5EF4-FFF2-40B4-BE49-F238E27FC236}">
                <a16:creationId xmlns:a16="http://schemas.microsoft.com/office/drawing/2014/main" id="{069DA444-9194-75C6-CF65-0272A3E21B80}"/>
              </a:ext>
            </a:extLst>
          </p:cNvPr>
          <p:cNvSpPr/>
          <p:nvPr/>
        </p:nvSpPr>
        <p:spPr>
          <a:xfrm>
            <a:off x="9359900" y="5168900"/>
            <a:ext cx="2070100" cy="266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0" name="矩形: 圆角 209">
            <a:extLst>
              <a:ext uri="{FF2B5EF4-FFF2-40B4-BE49-F238E27FC236}">
                <a16:creationId xmlns:a16="http://schemas.microsoft.com/office/drawing/2014/main" id="{06A70557-109D-D10B-CE2B-262628424BE7}"/>
              </a:ext>
            </a:extLst>
          </p:cNvPr>
          <p:cNvSpPr/>
          <p:nvPr/>
        </p:nvSpPr>
        <p:spPr>
          <a:xfrm>
            <a:off x="1613570" y="2184400"/>
            <a:ext cx="9906000" cy="393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dirty="0"/>
          </a:p>
        </p:txBody>
      </p:sp>
      <p:grpSp>
        <p:nvGrpSpPr>
          <p:cNvPr id="212" name="图形 2">
            <a:extLst>
              <a:ext uri="{FF2B5EF4-FFF2-40B4-BE49-F238E27FC236}">
                <a16:creationId xmlns:a16="http://schemas.microsoft.com/office/drawing/2014/main" id="{6EA0E1E3-CB94-3C7C-6614-F5CB3984318E}"/>
              </a:ext>
            </a:extLst>
          </p:cNvPr>
          <p:cNvGrpSpPr/>
          <p:nvPr/>
        </p:nvGrpSpPr>
        <p:grpSpPr>
          <a:xfrm>
            <a:off x="2260600" y="2298700"/>
            <a:ext cx="165100" cy="165100"/>
            <a:chOff x="2260600" y="2298700"/>
            <a:chExt cx="165100" cy="165100"/>
          </a:xfrm>
          <a:noFill/>
        </p:grpSpPr>
        <p:sp>
          <p:nvSpPr>
            <p:cNvPr id="214" name="任意多边形: 形状 213">
              <a:extLst>
                <a:ext uri="{FF2B5EF4-FFF2-40B4-BE49-F238E27FC236}">
                  <a16:creationId xmlns:a16="http://schemas.microsoft.com/office/drawing/2014/main" id="{26B5BE67-B911-D7A0-6C5F-0088FBD4FB28}"/>
                </a:ext>
              </a:extLst>
            </p:cNvPr>
            <p:cNvSpPr/>
            <p:nvPr/>
          </p:nvSpPr>
          <p:spPr>
            <a:xfrm>
              <a:off x="2260600" y="2298700"/>
              <a:ext cx="165100" cy="165100"/>
            </a:xfrm>
            <a:custGeom>
              <a:avLst/>
              <a:gdLst>
                <a:gd name="connsiteX0" fmla="*/ 139700 w 165100"/>
                <a:gd name="connsiteY0" fmla="*/ 0 h 165100"/>
                <a:gd name="connsiteX1" fmla="*/ 165100 w 165100"/>
                <a:gd name="connsiteY1" fmla="*/ 0 h 165100"/>
                <a:gd name="connsiteX2" fmla="*/ 165100 w 165100"/>
                <a:gd name="connsiteY2" fmla="*/ 165100 h 165100"/>
                <a:gd name="connsiteX3" fmla="*/ 139700 w 165100"/>
                <a:gd name="connsiteY3" fmla="*/ 165100 h 165100"/>
                <a:gd name="connsiteX4" fmla="*/ 25400 w 165100"/>
                <a:gd name="connsiteY4" fmla="*/ 165100 h 165100"/>
                <a:gd name="connsiteX5" fmla="*/ 0 w 165100"/>
                <a:gd name="connsiteY5" fmla="*/ 165100 h 165100"/>
                <a:gd name="connsiteX6" fmla="*/ 0 w 165100"/>
                <a:gd name="connsiteY6" fmla="*/ 0 h 165100"/>
                <a:gd name="connsiteX7" fmla="*/ 25400 w 165100"/>
                <a:gd name="connsiteY7"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00" h="165100">
                  <a:moveTo>
                    <a:pt x="139700" y="0"/>
                  </a:moveTo>
                  <a:cubicBezTo>
                    <a:pt x="153728" y="0"/>
                    <a:pt x="165100" y="0"/>
                    <a:pt x="165100" y="0"/>
                  </a:cubicBezTo>
                  <a:lnTo>
                    <a:pt x="165100" y="165100"/>
                  </a:lnTo>
                  <a:cubicBezTo>
                    <a:pt x="165100" y="165100"/>
                    <a:pt x="153728" y="165100"/>
                    <a:pt x="139700" y="165100"/>
                  </a:cubicBezTo>
                  <a:lnTo>
                    <a:pt x="25400" y="165100"/>
                  </a:lnTo>
                  <a:cubicBezTo>
                    <a:pt x="11372" y="165100"/>
                    <a:pt x="0" y="165100"/>
                    <a:pt x="0" y="1651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15" name="任意多边形: 形状 214">
              <a:extLst>
                <a:ext uri="{FF2B5EF4-FFF2-40B4-BE49-F238E27FC236}">
                  <a16:creationId xmlns:a16="http://schemas.microsoft.com/office/drawing/2014/main" id="{85BC18E6-0D7D-5AC1-6933-3963013791F8}"/>
                </a:ext>
              </a:extLst>
            </p:cNvPr>
            <p:cNvSpPr/>
            <p:nvPr/>
          </p:nvSpPr>
          <p:spPr>
            <a:xfrm>
              <a:off x="2298700" y="2413000"/>
              <a:ext cx="88900" cy="6350"/>
            </a:xfrm>
            <a:custGeom>
              <a:avLst/>
              <a:gdLst>
                <a:gd name="connsiteX0" fmla="*/ 0 w 88900"/>
                <a:gd name="connsiteY0" fmla="*/ 0 h 6350"/>
                <a:gd name="connsiteX1" fmla="*/ 88900 w 88900"/>
                <a:gd name="connsiteY1" fmla="*/ 0 h 6350"/>
              </a:gdLst>
              <a:ahLst/>
              <a:cxnLst>
                <a:cxn ang="0">
                  <a:pos x="connsiteX0" y="connsiteY0"/>
                </a:cxn>
                <a:cxn ang="0">
                  <a:pos x="connsiteX1" y="connsiteY1"/>
                </a:cxn>
              </a:cxnLst>
              <a:rect l="l" t="t" r="r" b="b"/>
              <a:pathLst>
                <a:path w="88900" h="6350">
                  <a:moveTo>
                    <a:pt x="0" y="0"/>
                  </a:moveTo>
                  <a:lnTo>
                    <a:pt x="88900" y="0"/>
                  </a:lnTo>
                </a:path>
              </a:pathLst>
            </a:custGeom>
            <a:noFill/>
            <a:ln w="19050" cap="rnd">
              <a:solidFill>
                <a:schemeClr val="accent1">
                  <a:lumMod val="100000"/>
                </a:schemeClr>
              </a:solidFill>
              <a:prstDash val="solid"/>
              <a:miter/>
            </a:ln>
          </p:spPr>
          <p:txBody>
            <a:bodyPr rtlCol="0" anchor="ctr"/>
            <a:lstStyle/>
            <a:p>
              <a:endParaRPr lang="zh-CN" altLang="en-US"/>
            </a:p>
          </p:txBody>
        </p:sp>
      </p:grpSp>
      <p:grpSp>
        <p:nvGrpSpPr>
          <p:cNvPr id="218" name="图形 2_42">
            <a:extLst>
              <a:ext uri="{FF2B5EF4-FFF2-40B4-BE49-F238E27FC236}">
                <a16:creationId xmlns:a16="http://schemas.microsoft.com/office/drawing/2014/main" id="{3A510E1D-3AAA-C19D-4E9A-3F78B252E7C0}"/>
              </a:ext>
            </a:extLst>
          </p:cNvPr>
          <p:cNvGrpSpPr/>
          <p:nvPr/>
        </p:nvGrpSpPr>
        <p:grpSpPr>
          <a:xfrm>
            <a:off x="5048250" y="2292350"/>
            <a:ext cx="152400" cy="177800"/>
            <a:chOff x="5048250" y="2292350"/>
            <a:chExt cx="152400" cy="177800"/>
          </a:xfrm>
          <a:noFill/>
        </p:grpSpPr>
        <p:sp>
          <p:nvSpPr>
            <p:cNvPr id="219" name="任意多边形: 形状 218">
              <a:extLst>
                <a:ext uri="{FF2B5EF4-FFF2-40B4-BE49-F238E27FC236}">
                  <a16:creationId xmlns:a16="http://schemas.microsoft.com/office/drawing/2014/main" id="{4ADB2344-23C1-44E2-658A-E1F70932B001}"/>
                </a:ext>
              </a:extLst>
            </p:cNvPr>
            <p:cNvSpPr/>
            <p:nvPr/>
          </p:nvSpPr>
          <p:spPr>
            <a:xfrm>
              <a:off x="5073650" y="2292350"/>
              <a:ext cx="101600" cy="101600"/>
            </a:xfrm>
            <a:custGeom>
              <a:avLst/>
              <a:gdLst>
                <a:gd name="connsiteX0" fmla="*/ 50800 w 101600"/>
                <a:gd name="connsiteY0" fmla="*/ 0 h 101600"/>
                <a:gd name="connsiteX1" fmla="*/ 101600 w 101600"/>
                <a:gd name="connsiteY1" fmla="*/ 0 h 101600"/>
                <a:gd name="connsiteX2" fmla="*/ 101600 w 101600"/>
                <a:gd name="connsiteY2" fmla="*/ 101600 h 101600"/>
                <a:gd name="connsiteX3" fmla="*/ 50800 w 101600"/>
                <a:gd name="connsiteY3" fmla="*/ 101600 h 101600"/>
                <a:gd name="connsiteX4" fmla="*/ 50800 w 101600"/>
                <a:gd name="connsiteY4" fmla="*/ 101600 h 101600"/>
                <a:gd name="connsiteX5" fmla="*/ 0 w 101600"/>
                <a:gd name="connsiteY5" fmla="*/ 101600 h 101600"/>
                <a:gd name="connsiteX6" fmla="*/ 0 w 101600"/>
                <a:gd name="connsiteY6" fmla="*/ 0 h 101600"/>
                <a:gd name="connsiteX7" fmla="*/ 50800 w 101600"/>
                <a:gd name="connsiteY7"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00" h="101600">
                  <a:moveTo>
                    <a:pt x="50800" y="0"/>
                  </a:moveTo>
                  <a:cubicBezTo>
                    <a:pt x="78856" y="0"/>
                    <a:pt x="101600" y="0"/>
                    <a:pt x="101600" y="0"/>
                  </a:cubicBezTo>
                  <a:lnTo>
                    <a:pt x="101600" y="101600"/>
                  </a:lnTo>
                  <a:cubicBezTo>
                    <a:pt x="101600" y="101600"/>
                    <a:pt x="78856" y="101600"/>
                    <a:pt x="50800" y="101600"/>
                  </a:cubicBezTo>
                  <a:lnTo>
                    <a:pt x="50800" y="101600"/>
                  </a:lnTo>
                  <a:cubicBezTo>
                    <a:pt x="22744" y="101600"/>
                    <a:pt x="0" y="101600"/>
                    <a:pt x="0" y="101600"/>
                  </a:cubicBezTo>
                  <a:lnTo>
                    <a:pt x="0" y="0"/>
                  </a:lnTo>
                  <a:cubicBezTo>
                    <a:pt x="0" y="0"/>
                    <a:pt x="22744" y="0"/>
                    <a:pt x="508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0" name="任意多边形: 形状 219">
              <a:extLst>
                <a:ext uri="{FF2B5EF4-FFF2-40B4-BE49-F238E27FC236}">
                  <a16:creationId xmlns:a16="http://schemas.microsoft.com/office/drawing/2014/main" id="{3EDBA758-C7E8-87C6-D711-9E3E9E27AB2B}"/>
                </a:ext>
              </a:extLst>
            </p:cNvPr>
            <p:cNvSpPr/>
            <p:nvPr/>
          </p:nvSpPr>
          <p:spPr>
            <a:xfrm>
              <a:off x="5048250" y="2393950"/>
              <a:ext cx="152400" cy="76200"/>
            </a:xfrm>
            <a:custGeom>
              <a:avLst/>
              <a:gdLst>
                <a:gd name="connsiteX0" fmla="*/ 0 w 152400"/>
                <a:gd name="connsiteY0" fmla="*/ 76200 h 76200"/>
                <a:gd name="connsiteX1" fmla="*/ 76295 w 152400"/>
                <a:gd name="connsiteY1" fmla="*/ 0 h 76200"/>
                <a:gd name="connsiteX2" fmla="*/ 76295 w 152400"/>
                <a:gd name="connsiteY2" fmla="*/ 0 h 76200"/>
                <a:gd name="connsiteX3" fmla="*/ 152400 w 152400"/>
                <a:gd name="connsiteY3" fmla="*/ 76016 h 76200"/>
                <a:gd name="connsiteX4" fmla="*/ 152400 w 152400"/>
                <a:gd name="connsiteY4" fmla="*/ 76016 h 76200"/>
                <a:gd name="connsiteX5" fmla="*/ 152216 w 152400"/>
                <a:gd name="connsiteY5" fmla="*/ 76200 h 76200"/>
                <a:gd name="connsiteX6" fmla="*/ 0 w 152400"/>
                <a:gd name="connsiteY6" fmla="*/ 76200 h 76200"/>
                <a:gd name="connsiteX7" fmla="*/ 0 w 152400"/>
                <a:gd name="connsiteY7" fmla="*/ 7620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0" y="76200"/>
                  </a:moveTo>
                  <a:cubicBezTo>
                    <a:pt x="0" y="34118"/>
                    <a:pt x="34208" y="0"/>
                    <a:pt x="76295" y="0"/>
                  </a:cubicBezTo>
                  <a:lnTo>
                    <a:pt x="76295" y="0"/>
                  </a:lnTo>
                  <a:cubicBezTo>
                    <a:pt x="118275" y="0"/>
                    <a:pt x="152400" y="34030"/>
                    <a:pt x="152400" y="76016"/>
                  </a:cubicBezTo>
                  <a:lnTo>
                    <a:pt x="152400" y="76016"/>
                  </a:lnTo>
                  <a:cubicBezTo>
                    <a:pt x="152400" y="76117"/>
                    <a:pt x="152317" y="76200"/>
                    <a:pt x="152216" y="76200"/>
                  </a:cubicBezTo>
                  <a:lnTo>
                    <a:pt x="0" y="76200"/>
                  </a:lnTo>
                  <a:lnTo>
                    <a:pt x="0" y="76200"/>
                  </a:lnTo>
                  <a:close/>
                </a:path>
              </a:pathLst>
            </a:custGeom>
            <a:noFill/>
            <a:ln w="19050" cap="flat">
              <a:solidFill>
                <a:schemeClr val="accent1">
                  <a:lumMod val="100000"/>
                </a:schemeClr>
              </a:solidFill>
              <a:prstDash val="solid"/>
              <a:round/>
            </a:ln>
          </p:spPr>
          <p:txBody>
            <a:bodyPr rtlCol="0" anchor="ctr"/>
            <a:lstStyle/>
            <a:p>
              <a:endParaRPr lang="zh-CN" altLang="en-US"/>
            </a:p>
          </p:txBody>
        </p:sp>
      </p:grpSp>
      <p:grpSp>
        <p:nvGrpSpPr>
          <p:cNvPr id="223" name="图形 2_43">
            <a:extLst>
              <a:ext uri="{FF2B5EF4-FFF2-40B4-BE49-F238E27FC236}">
                <a16:creationId xmlns:a16="http://schemas.microsoft.com/office/drawing/2014/main" id="{189A6D16-9C49-6B03-8027-18C043C9E959}"/>
              </a:ext>
            </a:extLst>
          </p:cNvPr>
          <p:cNvGrpSpPr/>
          <p:nvPr/>
        </p:nvGrpSpPr>
        <p:grpSpPr>
          <a:xfrm>
            <a:off x="7429500" y="2292350"/>
            <a:ext cx="184150" cy="184150"/>
            <a:chOff x="7429500" y="2292350"/>
            <a:chExt cx="184150" cy="184150"/>
          </a:xfrm>
          <a:noFill/>
        </p:grpSpPr>
        <p:sp>
          <p:nvSpPr>
            <p:cNvPr id="224" name="任意多边形: 形状 223">
              <a:extLst>
                <a:ext uri="{FF2B5EF4-FFF2-40B4-BE49-F238E27FC236}">
                  <a16:creationId xmlns:a16="http://schemas.microsoft.com/office/drawing/2014/main" id="{28AFBB2B-9B9A-30F4-1A55-1AEE6995BDE7}"/>
                </a:ext>
              </a:extLst>
            </p:cNvPr>
            <p:cNvSpPr/>
            <p:nvPr/>
          </p:nvSpPr>
          <p:spPr>
            <a:xfrm>
              <a:off x="7562850" y="2292350"/>
              <a:ext cx="50800" cy="50800"/>
            </a:xfrm>
            <a:custGeom>
              <a:avLst/>
              <a:gdLst>
                <a:gd name="connsiteX0" fmla="*/ 25400 w 50800"/>
                <a:gd name="connsiteY0" fmla="*/ 0 h 50800"/>
                <a:gd name="connsiteX1" fmla="*/ 50800 w 50800"/>
                <a:gd name="connsiteY1" fmla="*/ 0 h 50800"/>
                <a:gd name="connsiteX2" fmla="*/ 50800 w 50800"/>
                <a:gd name="connsiteY2" fmla="*/ 50800 h 50800"/>
                <a:gd name="connsiteX3" fmla="*/ 25400 w 50800"/>
                <a:gd name="connsiteY3" fmla="*/ 50800 h 50800"/>
                <a:gd name="connsiteX4" fmla="*/ 25400 w 50800"/>
                <a:gd name="connsiteY4" fmla="*/ 50800 h 50800"/>
                <a:gd name="connsiteX5" fmla="*/ 0 w 50800"/>
                <a:gd name="connsiteY5" fmla="*/ 50800 h 50800"/>
                <a:gd name="connsiteX6" fmla="*/ 0 w 50800"/>
                <a:gd name="connsiteY6" fmla="*/ 0 h 50800"/>
                <a:gd name="connsiteX7" fmla="*/ 254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25400" y="0"/>
                  </a:moveTo>
                  <a:cubicBezTo>
                    <a:pt x="39428" y="0"/>
                    <a:pt x="50800" y="0"/>
                    <a:pt x="50800" y="0"/>
                  </a:cubicBezTo>
                  <a:lnTo>
                    <a:pt x="50800" y="50800"/>
                  </a:lnTo>
                  <a:cubicBezTo>
                    <a:pt x="50800" y="50800"/>
                    <a:pt x="39428" y="50800"/>
                    <a:pt x="25400" y="50800"/>
                  </a:cubicBezTo>
                  <a:lnTo>
                    <a:pt x="25400" y="50800"/>
                  </a:lnTo>
                  <a:cubicBezTo>
                    <a:pt x="11372" y="50800"/>
                    <a:pt x="0" y="50800"/>
                    <a:pt x="0" y="508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6" name="任意多边形: 形状 225">
              <a:extLst>
                <a:ext uri="{FF2B5EF4-FFF2-40B4-BE49-F238E27FC236}">
                  <a16:creationId xmlns:a16="http://schemas.microsoft.com/office/drawing/2014/main" id="{B527C37B-EE12-42AC-B897-DF135E36085A}"/>
                </a:ext>
              </a:extLst>
            </p:cNvPr>
            <p:cNvSpPr/>
            <p:nvPr/>
          </p:nvSpPr>
          <p:spPr>
            <a:xfrm>
              <a:off x="7429500" y="2425700"/>
              <a:ext cx="50800" cy="50800"/>
            </a:xfrm>
            <a:custGeom>
              <a:avLst/>
              <a:gdLst>
                <a:gd name="connsiteX0" fmla="*/ 25400 w 50800"/>
                <a:gd name="connsiteY0" fmla="*/ 0 h 50800"/>
                <a:gd name="connsiteX1" fmla="*/ 50800 w 50800"/>
                <a:gd name="connsiteY1" fmla="*/ 0 h 50800"/>
                <a:gd name="connsiteX2" fmla="*/ 50800 w 50800"/>
                <a:gd name="connsiteY2" fmla="*/ 50800 h 50800"/>
                <a:gd name="connsiteX3" fmla="*/ 25400 w 50800"/>
                <a:gd name="connsiteY3" fmla="*/ 50800 h 50800"/>
                <a:gd name="connsiteX4" fmla="*/ 25400 w 50800"/>
                <a:gd name="connsiteY4" fmla="*/ 50800 h 50800"/>
                <a:gd name="connsiteX5" fmla="*/ 0 w 50800"/>
                <a:gd name="connsiteY5" fmla="*/ 50800 h 50800"/>
                <a:gd name="connsiteX6" fmla="*/ 0 w 50800"/>
                <a:gd name="connsiteY6" fmla="*/ 0 h 50800"/>
                <a:gd name="connsiteX7" fmla="*/ 254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25400" y="0"/>
                  </a:moveTo>
                  <a:cubicBezTo>
                    <a:pt x="39428" y="0"/>
                    <a:pt x="50800" y="0"/>
                    <a:pt x="50800" y="0"/>
                  </a:cubicBezTo>
                  <a:lnTo>
                    <a:pt x="50800" y="50800"/>
                  </a:lnTo>
                  <a:cubicBezTo>
                    <a:pt x="50800" y="50800"/>
                    <a:pt x="39428" y="50800"/>
                    <a:pt x="25400" y="50800"/>
                  </a:cubicBezTo>
                  <a:lnTo>
                    <a:pt x="25400" y="50800"/>
                  </a:lnTo>
                  <a:cubicBezTo>
                    <a:pt x="11372" y="50800"/>
                    <a:pt x="0" y="50800"/>
                    <a:pt x="0" y="508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7" name="任意多边形: 形状 226">
              <a:extLst>
                <a:ext uri="{FF2B5EF4-FFF2-40B4-BE49-F238E27FC236}">
                  <a16:creationId xmlns:a16="http://schemas.microsoft.com/office/drawing/2014/main" id="{6CC77524-ADBD-2AC4-3E24-092ADFD06165}"/>
                </a:ext>
              </a:extLst>
            </p:cNvPr>
            <p:cNvSpPr/>
            <p:nvPr/>
          </p:nvSpPr>
          <p:spPr>
            <a:xfrm>
              <a:off x="7448550" y="2317750"/>
              <a:ext cx="120650" cy="69850"/>
            </a:xfrm>
            <a:custGeom>
              <a:avLst/>
              <a:gdLst>
                <a:gd name="connsiteX0" fmla="*/ 120650 w 120650"/>
                <a:gd name="connsiteY0" fmla="*/ 0 h 69850"/>
                <a:gd name="connsiteX1" fmla="*/ 31750 w 120650"/>
                <a:gd name="connsiteY1" fmla="*/ 0 h 69850"/>
                <a:gd name="connsiteX2" fmla="*/ 0 w 120650"/>
                <a:gd name="connsiteY2" fmla="*/ 31750 h 69850"/>
                <a:gd name="connsiteX3" fmla="*/ 0 w 120650"/>
                <a:gd name="connsiteY3" fmla="*/ 38100 h 69850"/>
                <a:gd name="connsiteX4" fmla="*/ 31750 w 120650"/>
                <a:gd name="connsiteY4" fmla="*/ 69850 h 69850"/>
                <a:gd name="connsiteX5" fmla="*/ 120650 w 120650"/>
                <a:gd name="connsiteY5" fmla="*/ 6985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50" h="69850">
                  <a:moveTo>
                    <a:pt x="120650" y="0"/>
                  </a:moveTo>
                  <a:lnTo>
                    <a:pt x="31750" y="0"/>
                  </a:lnTo>
                  <a:cubicBezTo>
                    <a:pt x="14224" y="0"/>
                    <a:pt x="0" y="14218"/>
                    <a:pt x="0" y="31750"/>
                  </a:cubicBezTo>
                  <a:lnTo>
                    <a:pt x="0" y="38100"/>
                  </a:lnTo>
                  <a:cubicBezTo>
                    <a:pt x="0" y="55632"/>
                    <a:pt x="14224" y="69850"/>
                    <a:pt x="31750" y="69850"/>
                  </a:cubicBezTo>
                  <a:lnTo>
                    <a:pt x="120650" y="69850"/>
                  </a:lnTo>
                </a:path>
              </a:pathLst>
            </a:custGeom>
            <a:noFill/>
            <a:ln w="19050" cap="flat">
              <a:solidFill>
                <a:schemeClr val="accent1">
                  <a:lumMod val="100000"/>
                </a:schemeClr>
              </a:solidFill>
              <a:prstDash val="solid"/>
              <a:miter/>
            </a:ln>
          </p:spPr>
          <p:txBody>
            <a:bodyPr rtlCol="0" anchor="ctr"/>
            <a:lstStyle/>
            <a:p>
              <a:endParaRPr lang="zh-CN" altLang="en-US"/>
            </a:p>
          </p:txBody>
        </p:sp>
        <p:sp>
          <p:nvSpPr>
            <p:cNvPr id="228" name="任意多边形: 形状 227">
              <a:extLst>
                <a:ext uri="{FF2B5EF4-FFF2-40B4-BE49-F238E27FC236}">
                  <a16:creationId xmlns:a16="http://schemas.microsoft.com/office/drawing/2014/main" id="{BE3B9B67-0088-21A4-9CDA-22D62FE1652B}"/>
                </a:ext>
              </a:extLst>
            </p:cNvPr>
            <p:cNvSpPr/>
            <p:nvPr/>
          </p:nvSpPr>
          <p:spPr>
            <a:xfrm>
              <a:off x="7480300" y="2387600"/>
              <a:ext cx="120650" cy="69850"/>
            </a:xfrm>
            <a:custGeom>
              <a:avLst/>
              <a:gdLst>
                <a:gd name="connsiteX0" fmla="*/ 0 w 120650"/>
                <a:gd name="connsiteY0" fmla="*/ 0 h 69850"/>
                <a:gd name="connsiteX1" fmla="*/ 88900 w 120650"/>
                <a:gd name="connsiteY1" fmla="*/ 0 h 69850"/>
                <a:gd name="connsiteX2" fmla="*/ 120650 w 120650"/>
                <a:gd name="connsiteY2" fmla="*/ 31750 h 69850"/>
                <a:gd name="connsiteX3" fmla="*/ 120650 w 120650"/>
                <a:gd name="connsiteY3" fmla="*/ 38100 h 69850"/>
                <a:gd name="connsiteX4" fmla="*/ 88900 w 120650"/>
                <a:gd name="connsiteY4" fmla="*/ 69850 h 69850"/>
                <a:gd name="connsiteX5" fmla="*/ 0 w 120650"/>
                <a:gd name="connsiteY5" fmla="*/ 6985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50" h="69850">
                  <a:moveTo>
                    <a:pt x="0" y="0"/>
                  </a:moveTo>
                  <a:lnTo>
                    <a:pt x="88900" y="0"/>
                  </a:lnTo>
                  <a:cubicBezTo>
                    <a:pt x="106426" y="0"/>
                    <a:pt x="120650" y="14218"/>
                    <a:pt x="120650" y="31750"/>
                  </a:cubicBezTo>
                  <a:lnTo>
                    <a:pt x="120650" y="38100"/>
                  </a:lnTo>
                  <a:cubicBezTo>
                    <a:pt x="120650" y="55632"/>
                    <a:pt x="106426" y="69850"/>
                    <a:pt x="88900" y="69850"/>
                  </a:cubicBezTo>
                  <a:lnTo>
                    <a:pt x="0" y="69850"/>
                  </a:lnTo>
                </a:path>
              </a:pathLst>
            </a:custGeom>
            <a:noFill/>
            <a:ln w="19050" cap="flat">
              <a:solidFill>
                <a:schemeClr val="accent1">
                  <a:lumMod val="100000"/>
                </a:schemeClr>
              </a:solidFill>
              <a:prstDash val="solid"/>
              <a:miter/>
            </a:ln>
          </p:spPr>
          <p:txBody>
            <a:bodyPr rtlCol="0" anchor="ctr"/>
            <a:lstStyle/>
            <a:p>
              <a:endParaRPr lang="zh-CN" altLang="en-US"/>
            </a:p>
          </p:txBody>
        </p:sp>
      </p:grpSp>
      <p:grpSp>
        <p:nvGrpSpPr>
          <p:cNvPr id="231" name="图形 2_44">
            <a:extLst>
              <a:ext uri="{FF2B5EF4-FFF2-40B4-BE49-F238E27FC236}">
                <a16:creationId xmlns:a16="http://schemas.microsoft.com/office/drawing/2014/main" id="{6A6B4C10-AA02-2C2A-6C13-F6F7F2B360F0}"/>
              </a:ext>
            </a:extLst>
          </p:cNvPr>
          <p:cNvGrpSpPr/>
          <p:nvPr/>
        </p:nvGrpSpPr>
        <p:grpSpPr>
          <a:xfrm>
            <a:off x="10029253" y="2294978"/>
            <a:ext cx="176085" cy="169716"/>
            <a:chOff x="10029253" y="2294978"/>
            <a:chExt cx="176085" cy="169716"/>
          </a:xfrm>
          <a:noFill/>
        </p:grpSpPr>
        <p:sp>
          <p:nvSpPr>
            <p:cNvPr id="232" name="任意多边形: 形状 231">
              <a:extLst>
                <a:ext uri="{FF2B5EF4-FFF2-40B4-BE49-F238E27FC236}">
                  <a16:creationId xmlns:a16="http://schemas.microsoft.com/office/drawing/2014/main" id="{CC976905-1176-50AC-D9E1-F5379C39D972}"/>
                </a:ext>
              </a:extLst>
            </p:cNvPr>
            <p:cNvSpPr/>
            <p:nvPr/>
          </p:nvSpPr>
          <p:spPr>
            <a:xfrm>
              <a:off x="10115708" y="2301779"/>
              <a:ext cx="82851" cy="82858"/>
            </a:xfrm>
            <a:custGeom>
              <a:avLst/>
              <a:gdLst>
                <a:gd name="connsiteX0" fmla="*/ 17811 w 82851"/>
                <a:gd name="connsiteY0" fmla="*/ 11163 h 82858"/>
                <a:gd name="connsiteX1" fmla="*/ 71660 w 82851"/>
                <a:gd name="connsiteY1" fmla="*/ 11163 h 82858"/>
                <a:gd name="connsiteX2" fmla="*/ 71660 w 82851"/>
                <a:gd name="connsiteY2" fmla="*/ 11163 h 82858"/>
                <a:gd name="connsiteX3" fmla="*/ 71660 w 82851"/>
                <a:gd name="connsiteY3" fmla="*/ 65043 h 82858"/>
                <a:gd name="connsiteX4" fmla="*/ 53943 w 82851"/>
                <a:gd name="connsiteY4" fmla="*/ 82753 h 82858"/>
                <a:gd name="connsiteX5" fmla="*/ 53498 w 82851"/>
                <a:gd name="connsiteY5" fmla="*/ 82753 h 82858"/>
                <a:gd name="connsiteX6" fmla="*/ 95 w 82851"/>
                <a:gd name="connsiteY6" fmla="*/ 29369 h 82858"/>
                <a:gd name="connsiteX7" fmla="*/ 95 w 82851"/>
                <a:gd name="connsiteY7" fmla="*/ 28874 h 82858"/>
                <a:gd name="connsiteX8" fmla="*/ 17811 w 82851"/>
                <a:gd name="connsiteY8" fmla="*/ 11163 h 82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51" h="82858">
                  <a:moveTo>
                    <a:pt x="17811" y="11163"/>
                  </a:moveTo>
                  <a:cubicBezTo>
                    <a:pt x="32671" y="-3721"/>
                    <a:pt x="56800" y="-3721"/>
                    <a:pt x="71660" y="11163"/>
                  </a:cubicBezTo>
                  <a:lnTo>
                    <a:pt x="71660" y="11163"/>
                  </a:lnTo>
                  <a:cubicBezTo>
                    <a:pt x="86582" y="26041"/>
                    <a:pt x="86582" y="50165"/>
                    <a:pt x="71660" y="65043"/>
                  </a:cubicBezTo>
                  <a:lnTo>
                    <a:pt x="53943" y="82753"/>
                  </a:lnTo>
                  <a:cubicBezTo>
                    <a:pt x="53816" y="82893"/>
                    <a:pt x="53625" y="82893"/>
                    <a:pt x="53498" y="82753"/>
                  </a:cubicBezTo>
                  <a:lnTo>
                    <a:pt x="95" y="29369"/>
                  </a:lnTo>
                  <a:cubicBezTo>
                    <a:pt x="-32" y="29229"/>
                    <a:pt x="-32" y="29013"/>
                    <a:pt x="95" y="28874"/>
                  </a:cubicBezTo>
                  <a:lnTo>
                    <a:pt x="17811" y="11163"/>
                  </a:ln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33" name="任意多边形: 形状 232">
              <a:extLst>
                <a:ext uri="{FF2B5EF4-FFF2-40B4-BE49-F238E27FC236}">
                  <a16:creationId xmlns:a16="http://schemas.microsoft.com/office/drawing/2014/main" id="{68843513-4E50-2A7E-F141-225E0E451463}"/>
                </a:ext>
              </a:extLst>
            </p:cNvPr>
            <p:cNvSpPr/>
            <p:nvPr/>
          </p:nvSpPr>
          <p:spPr>
            <a:xfrm>
              <a:off x="10036079" y="2375034"/>
              <a:ext cx="82867" cy="82854"/>
            </a:xfrm>
            <a:custGeom>
              <a:avLst/>
              <a:gdLst>
                <a:gd name="connsiteX0" fmla="*/ 65056 w 82867"/>
                <a:gd name="connsiteY0" fmla="*/ 71696 h 82854"/>
                <a:gd name="connsiteX1" fmla="*/ 11144 w 82867"/>
                <a:gd name="connsiteY1" fmla="*/ 71696 h 82854"/>
                <a:gd name="connsiteX2" fmla="*/ 11144 w 82867"/>
                <a:gd name="connsiteY2" fmla="*/ 71696 h 82854"/>
                <a:gd name="connsiteX3" fmla="*/ 11144 w 82867"/>
                <a:gd name="connsiteY3" fmla="*/ 17817 h 82854"/>
                <a:gd name="connsiteX4" fmla="*/ 28861 w 82867"/>
                <a:gd name="connsiteY4" fmla="*/ 100 h 82854"/>
                <a:gd name="connsiteX5" fmla="*/ 29369 w 82867"/>
                <a:gd name="connsiteY5" fmla="*/ 100 h 82854"/>
                <a:gd name="connsiteX6" fmla="*/ 82772 w 82867"/>
                <a:gd name="connsiteY6" fmla="*/ 53491 h 82854"/>
                <a:gd name="connsiteX7" fmla="*/ 82772 w 82867"/>
                <a:gd name="connsiteY7" fmla="*/ 53980 h 82854"/>
                <a:gd name="connsiteX8" fmla="*/ 65056 w 82867"/>
                <a:gd name="connsiteY8" fmla="*/ 71696 h 8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67" h="82854">
                  <a:moveTo>
                    <a:pt x="65056" y="71696"/>
                  </a:moveTo>
                  <a:cubicBezTo>
                    <a:pt x="50133" y="86574"/>
                    <a:pt x="26066" y="86574"/>
                    <a:pt x="11144" y="71696"/>
                  </a:cubicBezTo>
                  <a:lnTo>
                    <a:pt x="11144" y="71696"/>
                  </a:lnTo>
                  <a:cubicBezTo>
                    <a:pt x="-3715" y="56818"/>
                    <a:pt x="-3715" y="32695"/>
                    <a:pt x="11144" y="17817"/>
                  </a:cubicBezTo>
                  <a:lnTo>
                    <a:pt x="28861" y="100"/>
                  </a:lnTo>
                  <a:cubicBezTo>
                    <a:pt x="28988" y="-33"/>
                    <a:pt x="29241" y="-33"/>
                    <a:pt x="29369" y="100"/>
                  </a:cubicBezTo>
                  <a:lnTo>
                    <a:pt x="82772" y="53491"/>
                  </a:lnTo>
                  <a:cubicBezTo>
                    <a:pt x="82899" y="53624"/>
                    <a:pt x="82899" y="53847"/>
                    <a:pt x="82772" y="53980"/>
                  </a:cubicBezTo>
                  <a:lnTo>
                    <a:pt x="65056" y="71696"/>
                  </a:ln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34" name="任意多边形: 形状 233">
              <a:extLst>
                <a:ext uri="{FF2B5EF4-FFF2-40B4-BE49-F238E27FC236}">
                  <a16:creationId xmlns:a16="http://schemas.microsoft.com/office/drawing/2014/main" id="{3C6227A6-1F7D-5633-3754-96242EA35D6C}"/>
                </a:ext>
              </a:extLst>
            </p:cNvPr>
            <p:cNvSpPr/>
            <p:nvPr/>
          </p:nvSpPr>
          <p:spPr>
            <a:xfrm>
              <a:off x="10191877" y="2294978"/>
              <a:ext cx="13461" cy="13468"/>
            </a:xfrm>
            <a:custGeom>
              <a:avLst/>
              <a:gdLst>
                <a:gd name="connsiteX0" fmla="*/ 13462 w 13461"/>
                <a:gd name="connsiteY0" fmla="*/ 0 h 13468"/>
                <a:gd name="connsiteX1" fmla="*/ 0 w 13461"/>
                <a:gd name="connsiteY1" fmla="*/ 13468 h 13468"/>
              </a:gdLst>
              <a:ahLst/>
              <a:cxnLst>
                <a:cxn ang="0">
                  <a:pos x="connsiteX0" y="connsiteY0"/>
                </a:cxn>
                <a:cxn ang="0">
                  <a:pos x="connsiteX1" y="connsiteY1"/>
                </a:cxn>
              </a:cxnLst>
              <a:rect l="l" t="t" r="r" b="b"/>
              <a:pathLst>
                <a:path w="13461" h="13468">
                  <a:moveTo>
                    <a:pt x="13462" y="0"/>
                  </a:moveTo>
                  <a:lnTo>
                    <a:pt x="0" y="13468"/>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35" name="任意多边形: 形状 234">
              <a:extLst>
                <a:ext uri="{FF2B5EF4-FFF2-40B4-BE49-F238E27FC236}">
                  <a16:creationId xmlns:a16="http://schemas.microsoft.com/office/drawing/2014/main" id="{BC92872F-36C8-7ACE-9980-F1D7D7A2D6F1}"/>
                </a:ext>
              </a:extLst>
            </p:cNvPr>
            <p:cNvSpPr/>
            <p:nvPr/>
          </p:nvSpPr>
          <p:spPr>
            <a:xfrm>
              <a:off x="10029253" y="2451220"/>
              <a:ext cx="13525" cy="13474"/>
            </a:xfrm>
            <a:custGeom>
              <a:avLst/>
              <a:gdLst>
                <a:gd name="connsiteX0" fmla="*/ 0 w 13525"/>
                <a:gd name="connsiteY0" fmla="*/ 13475 h 13474"/>
                <a:gd name="connsiteX1" fmla="*/ 13526 w 13525"/>
                <a:gd name="connsiteY1" fmla="*/ 0 h 13474"/>
              </a:gdLst>
              <a:ahLst/>
              <a:cxnLst>
                <a:cxn ang="0">
                  <a:pos x="connsiteX0" y="connsiteY0"/>
                </a:cxn>
                <a:cxn ang="0">
                  <a:pos x="connsiteX1" y="connsiteY1"/>
                </a:cxn>
              </a:cxnLst>
              <a:rect l="l" t="t" r="r" b="b"/>
              <a:pathLst>
                <a:path w="13525" h="13474">
                  <a:moveTo>
                    <a:pt x="0" y="13475"/>
                  </a:moveTo>
                  <a:lnTo>
                    <a:pt x="13526"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36" name="任意多边形: 形状 235">
              <a:extLst>
                <a:ext uri="{FF2B5EF4-FFF2-40B4-BE49-F238E27FC236}">
                  <a16:creationId xmlns:a16="http://schemas.microsoft.com/office/drawing/2014/main" id="{01F53DEE-E2BD-5731-BAE0-346838D5D497}"/>
                </a:ext>
              </a:extLst>
            </p:cNvPr>
            <p:cNvSpPr/>
            <p:nvPr/>
          </p:nvSpPr>
          <p:spPr>
            <a:xfrm>
              <a:off x="10115550" y="2344362"/>
              <a:ext cx="13461" cy="13474"/>
            </a:xfrm>
            <a:custGeom>
              <a:avLst/>
              <a:gdLst>
                <a:gd name="connsiteX0" fmla="*/ 13462 w 13461"/>
                <a:gd name="connsiteY0" fmla="*/ 0 h 13474"/>
                <a:gd name="connsiteX1" fmla="*/ 0 w 13461"/>
                <a:gd name="connsiteY1" fmla="*/ 13475 h 13474"/>
              </a:gdLst>
              <a:ahLst/>
              <a:cxnLst>
                <a:cxn ang="0">
                  <a:pos x="connsiteX0" y="connsiteY0"/>
                </a:cxn>
                <a:cxn ang="0">
                  <a:pos x="connsiteX1" y="connsiteY1"/>
                </a:cxn>
              </a:cxnLst>
              <a:rect l="l" t="t" r="r" b="b"/>
              <a:pathLst>
                <a:path w="13461" h="13474">
                  <a:moveTo>
                    <a:pt x="13462" y="0"/>
                  </a:moveTo>
                  <a:lnTo>
                    <a:pt x="0" y="13475"/>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37" name="任意多边形: 形状 236">
              <a:extLst>
                <a:ext uri="{FF2B5EF4-FFF2-40B4-BE49-F238E27FC236}">
                  <a16:creationId xmlns:a16="http://schemas.microsoft.com/office/drawing/2014/main" id="{9D37AC2E-606D-807F-0E4B-1FE3EC8A0D05}"/>
                </a:ext>
              </a:extLst>
            </p:cNvPr>
            <p:cNvSpPr/>
            <p:nvPr/>
          </p:nvSpPr>
          <p:spPr>
            <a:xfrm>
              <a:off x="10142473" y="2371305"/>
              <a:ext cx="13461" cy="13468"/>
            </a:xfrm>
            <a:custGeom>
              <a:avLst/>
              <a:gdLst>
                <a:gd name="connsiteX0" fmla="*/ 13462 w 13461"/>
                <a:gd name="connsiteY0" fmla="*/ 0 h 13468"/>
                <a:gd name="connsiteX1" fmla="*/ 0 w 13461"/>
                <a:gd name="connsiteY1" fmla="*/ 13468 h 13468"/>
              </a:gdLst>
              <a:ahLst/>
              <a:cxnLst>
                <a:cxn ang="0">
                  <a:pos x="connsiteX0" y="connsiteY0"/>
                </a:cxn>
                <a:cxn ang="0">
                  <a:pos x="connsiteX1" y="connsiteY1"/>
                </a:cxn>
              </a:cxnLst>
              <a:rect l="l" t="t" r="r" b="b"/>
              <a:pathLst>
                <a:path w="13461" h="13468">
                  <a:moveTo>
                    <a:pt x="13462" y="0"/>
                  </a:moveTo>
                  <a:lnTo>
                    <a:pt x="0" y="13468"/>
                  </a:lnTo>
                </a:path>
              </a:pathLst>
            </a:custGeom>
            <a:noFill/>
            <a:ln w="19050" cap="rnd">
              <a:solidFill>
                <a:schemeClr val="accent1">
                  <a:lumMod val="100000"/>
                </a:schemeClr>
              </a:solidFill>
              <a:prstDash val="solid"/>
              <a:miter/>
            </a:ln>
          </p:spPr>
          <p:txBody>
            <a:bodyPr rtlCol="0" anchor="ctr"/>
            <a:lstStyle/>
            <a:p>
              <a:endParaRPr lang="zh-CN" altLang="en-US"/>
            </a:p>
          </p:txBody>
        </p:sp>
      </p:grpSp>
      <p:sp>
        <p:nvSpPr>
          <p:cNvPr id="238" name="任意多边形: 形状 237">
            <a:extLst>
              <a:ext uri="{FF2B5EF4-FFF2-40B4-BE49-F238E27FC236}">
                <a16:creationId xmlns:a16="http://schemas.microsoft.com/office/drawing/2014/main" id="{41EE8CDA-AB73-0AD5-C5B8-580B06E18EF7}"/>
              </a:ext>
            </a:extLst>
          </p:cNvPr>
          <p:cNvSpPr/>
          <p:nvPr/>
        </p:nvSpPr>
        <p:spPr>
          <a:xfrm>
            <a:off x="3822700" y="23445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7 w 755650"/>
              <a:gd name="connsiteY45" fmla="*/ 30315 h 73329"/>
              <a:gd name="connsiteX46" fmla="*/ 355917 w 755650"/>
              <a:gd name="connsiteY46" fmla="*/ 36665 h 73329"/>
              <a:gd name="connsiteX47" fmla="*/ 362267 w 755650"/>
              <a:gd name="connsiteY47" fmla="*/ 43015 h 73329"/>
              <a:gd name="connsiteX48" fmla="*/ 362267 w 755650"/>
              <a:gd name="connsiteY48" fmla="*/ 30315 h 73329"/>
              <a:gd name="connsiteX49" fmla="*/ 399733 w 755650"/>
              <a:gd name="connsiteY49" fmla="*/ 43015 h 73329"/>
              <a:gd name="connsiteX50" fmla="*/ 406083 w 755650"/>
              <a:gd name="connsiteY50" fmla="*/ 36665 h 73329"/>
              <a:gd name="connsiteX51" fmla="*/ 399733 w 755650"/>
              <a:gd name="connsiteY51" fmla="*/ 30315 h 73329"/>
              <a:gd name="connsiteX52" fmla="*/ 399733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2 w 755650"/>
              <a:gd name="connsiteY65" fmla="*/ 43015 h 73329"/>
              <a:gd name="connsiteX66" fmla="*/ 555942 w 755650"/>
              <a:gd name="connsiteY66" fmla="*/ 36665 h 73329"/>
              <a:gd name="connsiteX67" fmla="*/ 549592 w 755650"/>
              <a:gd name="connsiteY67" fmla="*/ 30315 h 73329"/>
              <a:gd name="connsiteX68" fmla="*/ 549592 w 755650"/>
              <a:gd name="connsiteY68" fmla="*/ 43015 h 73329"/>
              <a:gd name="connsiteX69" fmla="*/ 587058 w 755650"/>
              <a:gd name="connsiteY69" fmla="*/ 30315 h 73329"/>
              <a:gd name="connsiteX70" fmla="*/ 580708 w 755650"/>
              <a:gd name="connsiteY70" fmla="*/ 36665 h 73329"/>
              <a:gd name="connsiteX71" fmla="*/ 587058 w 755650"/>
              <a:gd name="connsiteY71" fmla="*/ 43015 h 73329"/>
              <a:gd name="connsiteX72" fmla="*/ 587058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7 w 755650"/>
              <a:gd name="connsiteY85" fmla="*/ 30315 h 73329"/>
              <a:gd name="connsiteX86" fmla="*/ 730567 w 755650"/>
              <a:gd name="connsiteY86" fmla="*/ 36665 h 73329"/>
              <a:gd name="connsiteX87" fmla="*/ 736917 w 755650"/>
              <a:gd name="connsiteY87" fmla="*/ 43015 h 73329"/>
              <a:gd name="connsiteX88" fmla="*/ 736917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7 w 755650"/>
              <a:gd name="connsiteY114" fmla="*/ 43015 h 73329"/>
              <a:gd name="connsiteX115" fmla="*/ 399733 w 755650"/>
              <a:gd name="connsiteY115" fmla="*/ 43015 h 73329"/>
              <a:gd name="connsiteX116" fmla="*/ 399733 w 755650"/>
              <a:gd name="connsiteY116" fmla="*/ 30315 h 73329"/>
              <a:gd name="connsiteX117" fmla="*/ 362267 w 755650"/>
              <a:gd name="connsiteY117" fmla="*/ 30315 h 73329"/>
              <a:gd name="connsiteX118" fmla="*/ 362267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2 w 755650"/>
              <a:gd name="connsiteY125" fmla="*/ 43015 h 73329"/>
              <a:gd name="connsiteX126" fmla="*/ 549592 w 755650"/>
              <a:gd name="connsiteY126" fmla="*/ 30315 h 73329"/>
              <a:gd name="connsiteX127" fmla="*/ 512128 w 755650"/>
              <a:gd name="connsiteY127" fmla="*/ 30315 h 73329"/>
              <a:gd name="connsiteX128" fmla="*/ 512128 w 755650"/>
              <a:gd name="connsiteY128" fmla="*/ 43015 h 73329"/>
              <a:gd name="connsiteX129" fmla="*/ 587058 w 755650"/>
              <a:gd name="connsiteY129" fmla="*/ 43015 h 73329"/>
              <a:gd name="connsiteX130" fmla="*/ 624522 w 755650"/>
              <a:gd name="connsiteY130" fmla="*/ 43015 h 73329"/>
              <a:gd name="connsiteX131" fmla="*/ 624522 w 755650"/>
              <a:gd name="connsiteY131" fmla="*/ 30315 h 73329"/>
              <a:gd name="connsiteX132" fmla="*/ 587058 w 755650"/>
              <a:gd name="connsiteY132" fmla="*/ 30315 h 73329"/>
              <a:gd name="connsiteX133" fmla="*/ 587058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02" y="30315"/>
                  <a:pt x="206058" y="33160"/>
                  <a:pt x="206058" y="36665"/>
                </a:cubicBezTo>
                <a:cubicBezTo>
                  <a:pt x="206058" y="40170"/>
                  <a:pt x="208902" y="43015"/>
                  <a:pt x="212408" y="43015"/>
                </a:cubicBezTo>
                <a:lnTo>
                  <a:pt x="212408" y="30315"/>
                </a:lnTo>
                <a:close/>
                <a:moveTo>
                  <a:pt x="249872" y="43015"/>
                </a:moveTo>
                <a:cubicBezTo>
                  <a:pt x="253378" y="43015"/>
                  <a:pt x="256222" y="40170"/>
                  <a:pt x="256222" y="36665"/>
                </a:cubicBezTo>
                <a:cubicBezTo>
                  <a:pt x="256222" y="33160"/>
                  <a:pt x="253378" y="30315"/>
                  <a:pt x="249872" y="30315"/>
                </a:cubicBezTo>
                <a:lnTo>
                  <a:pt x="249872" y="43015"/>
                </a:lnTo>
                <a:close/>
                <a:moveTo>
                  <a:pt x="287338" y="30315"/>
                </a:moveTo>
                <a:cubicBezTo>
                  <a:pt x="283832" y="30315"/>
                  <a:pt x="280988" y="33160"/>
                  <a:pt x="280988" y="36665"/>
                </a:cubicBezTo>
                <a:cubicBezTo>
                  <a:pt x="280988" y="40170"/>
                  <a:pt x="283832" y="43015"/>
                  <a:pt x="287338" y="43015"/>
                </a:cubicBezTo>
                <a:lnTo>
                  <a:pt x="287338" y="30315"/>
                </a:lnTo>
                <a:close/>
                <a:moveTo>
                  <a:pt x="324803" y="43015"/>
                </a:moveTo>
                <a:cubicBezTo>
                  <a:pt x="328308" y="43015"/>
                  <a:pt x="331153" y="40170"/>
                  <a:pt x="331153" y="36665"/>
                </a:cubicBezTo>
                <a:cubicBezTo>
                  <a:pt x="331153" y="33160"/>
                  <a:pt x="328308" y="30315"/>
                  <a:pt x="324803" y="30315"/>
                </a:cubicBezTo>
                <a:lnTo>
                  <a:pt x="324803" y="43015"/>
                </a:lnTo>
                <a:close/>
                <a:moveTo>
                  <a:pt x="362267" y="30315"/>
                </a:moveTo>
                <a:cubicBezTo>
                  <a:pt x="358762" y="30315"/>
                  <a:pt x="355917" y="33160"/>
                  <a:pt x="355917" y="36665"/>
                </a:cubicBezTo>
                <a:cubicBezTo>
                  <a:pt x="355917" y="40170"/>
                  <a:pt x="358762" y="43015"/>
                  <a:pt x="362267" y="43015"/>
                </a:cubicBezTo>
                <a:lnTo>
                  <a:pt x="362267" y="30315"/>
                </a:lnTo>
                <a:close/>
                <a:moveTo>
                  <a:pt x="399733" y="43015"/>
                </a:moveTo>
                <a:cubicBezTo>
                  <a:pt x="403238" y="43015"/>
                  <a:pt x="406083" y="40170"/>
                  <a:pt x="406083" y="36665"/>
                </a:cubicBezTo>
                <a:cubicBezTo>
                  <a:pt x="406083" y="33160"/>
                  <a:pt x="403238" y="30315"/>
                  <a:pt x="399733" y="30315"/>
                </a:cubicBezTo>
                <a:lnTo>
                  <a:pt x="399733" y="43015"/>
                </a:lnTo>
                <a:close/>
                <a:moveTo>
                  <a:pt x="437197" y="30315"/>
                </a:moveTo>
                <a:cubicBezTo>
                  <a:pt x="433692" y="30315"/>
                  <a:pt x="430847" y="33160"/>
                  <a:pt x="430847" y="36665"/>
                </a:cubicBezTo>
                <a:cubicBezTo>
                  <a:pt x="430847" y="40170"/>
                  <a:pt x="433692" y="43015"/>
                  <a:pt x="437197" y="43015"/>
                </a:cubicBezTo>
                <a:lnTo>
                  <a:pt x="437197" y="30315"/>
                </a:lnTo>
                <a:close/>
                <a:moveTo>
                  <a:pt x="474663" y="43015"/>
                </a:moveTo>
                <a:cubicBezTo>
                  <a:pt x="478168" y="43015"/>
                  <a:pt x="481013" y="40170"/>
                  <a:pt x="481013" y="36665"/>
                </a:cubicBezTo>
                <a:cubicBezTo>
                  <a:pt x="481013" y="33160"/>
                  <a:pt x="478168" y="30315"/>
                  <a:pt x="474663" y="30315"/>
                </a:cubicBezTo>
                <a:lnTo>
                  <a:pt x="474663" y="43015"/>
                </a:lnTo>
                <a:close/>
                <a:moveTo>
                  <a:pt x="512128" y="30315"/>
                </a:moveTo>
                <a:cubicBezTo>
                  <a:pt x="508622" y="30315"/>
                  <a:pt x="505778" y="33160"/>
                  <a:pt x="505778" y="36665"/>
                </a:cubicBezTo>
                <a:cubicBezTo>
                  <a:pt x="505778" y="40170"/>
                  <a:pt x="508622" y="43015"/>
                  <a:pt x="512128" y="43015"/>
                </a:cubicBezTo>
                <a:lnTo>
                  <a:pt x="512128" y="30315"/>
                </a:lnTo>
                <a:close/>
                <a:moveTo>
                  <a:pt x="549592" y="43015"/>
                </a:moveTo>
                <a:cubicBezTo>
                  <a:pt x="553098" y="43015"/>
                  <a:pt x="555942" y="40170"/>
                  <a:pt x="555942" y="36665"/>
                </a:cubicBezTo>
                <a:cubicBezTo>
                  <a:pt x="555942" y="33160"/>
                  <a:pt x="553098" y="30315"/>
                  <a:pt x="549592" y="30315"/>
                </a:cubicBezTo>
                <a:lnTo>
                  <a:pt x="549592" y="43015"/>
                </a:lnTo>
                <a:close/>
                <a:moveTo>
                  <a:pt x="587058" y="30315"/>
                </a:moveTo>
                <a:cubicBezTo>
                  <a:pt x="583552" y="30315"/>
                  <a:pt x="580708" y="33160"/>
                  <a:pt x="580708" y="36665"/>
                </a:cubicBezTo>
                <a:cubicBezTo>
                  <a:pt x="580708" y="40170"/>
                  <a:pt x="583552" y="43015"/>
                  <a:pt x="587058" y="43015"/>
                </a:cubicBezTo>
                <a:lnTo>
                  <a:pt x="587058" y="30315"/>
                </a:lnTo>
                <a:close/>
                <a:moveTo>
                  <a:pt x="624522" y="43015"/>
                </a:moveTo>
                <a:cubicBezTo>
                  <a:pt x="628028" y="43015"/>
                  <a:pt x="630872" y="40170"/>
                  <a:pt x="630872" y="36665"/>
                </a:cubicBezTo>
                <a:cubicBezTo>
                  <a:pt x="630872" y="33160"/>
                  <a:pt x="628028" y="30315"/>
                  <a:pt x="624522" y="30315"/>
                </a:cubicBezTo>
                <a:lnTo>
                  <a:pt x="624522" y="43015"/>
                </a:lnTo>
                <a:close/>
                <a:moveTo>
                  <a:pt x="661988" y="30315"/>
                </a:moveTo>
                <a:cubicBezTo>
                  <a:pt x="658482" y="30315"/>
                  <a:pt x="655638" y="33160"/>
                  <a:pt x="655638" y="36665"/>
                </a:cubicBezTo>
                <a:cubicBezTo>
                  <a:pt x="655638" y="40170"/>
                  <a:pt x="658482" y="43015"/>
                  <a:pt x="661988" y="43015"/>
                </a:cubicBezTo>
                <a:lnTo>
                  <a:pt x="661988" y="30315"/>
                </a:lnTo>
                <a:close/>
                <a:moveTo>
                  <a:pt x="699453" y="43015"/>
                </a:moveTo>
                <a:cubicBezTo>
                  <a:pt x="702958" y="43015"/>
                  <a:pt x="705803" y="40170"/>
                  <a:pt x="705803" y="36665"/>
                </a:cubicBezTo>
                <a:cubicBezTo>
                  <a:pt x="705803" y="33160"/>
                  <a:pt x="702958" y="30315"/>
                  <a:pt x="699453" y="30315"/>
                </a:cubicBezTo>
                <a:lnTo>
                  <a:pt x="699453" y="43015"/>
                </a:lnTo>
                <a:close/>
                <a:moveTo>
                  <a:pt x="736917" y="30315"/>
                </a:moveTo>
                <a:cubicBezTo>
                  <a:pt x="733412" y="30315"/>
                  <a:pt x="730567" y="33160"/>
                  <a:pt x="730567" y="36665"/>
                </a:cubicBezTo>
                <a:cubicBezTo>
                  <a:pt x="730567" y="40170"/>
                  <a:pt x="733412" y="43015"/>
                  <a:pt x="736917" y="43015"/>
                </a:cubicBezTo>
                <a:lnTo>
                  <a:pt x="736917"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7" y="43015"/>
                </a:moveTo>
                <a:lnTo>
                  <a:pt x="399733" y="43015"/>
                </a:lnTo>
                <a:lnTo>
                  <a:pt x="399733" y="30315"/>
                </a:lnTo>
                <a:lnTo>
                  <a:pt x="362267" y="30315"/>
                </a:lnTo>
                <a:lnTo>
                  <a:pt x="362267" y="43015"/>
                </a:lnTo>
                <a:close/>
                <a:moveTo>
                  <a:pt x="437197" y="43015"/>
                </a:moveTo>
                <a:lnTo>
                  <a:pt x="474663" y="43015"/>
                </a:lnTo>
                <a:lnTo>
                  <a:pt x="474663" y="30315"/>
                </a:lnTo>
                <a:lnTo>
                  <a:pt x="437197" y="30315"/>
                </a:lnTo>
                <a:lnTo>
                  <a:pt x="437197" y="43015"/>
                </a:lnTo>
                <a:close/>
                <a:moveTo>
                  <a:pt x="512128" y="43015"/>
                </a:moveTo>
                <a:lnTo>
                  <a:pt x="549592" y="43015"/>
                </a:lnTo>
                <a:lnTo>
                  <a:pt x="549592" y="30315"/>
                </a:lnTo>
                <a:lnTo>
                  <a:pt x="512128" y="30315"/>
                </a:lnTo>
                <a:lnTo>
                  <a:pt x="512128" y="43015"/>
                </a:lnTo>
                <a:close/>
                <a:moveTo>
                  <a:pt x="587058" y="43015"/>
                </a:moveTo>
                <a:lnTo>
                  <a:pt x="624522" y="43015"/>
                </a:lnTo>
                <a:lnTo>
                  <a:pt x="624522" y="30315"/>
                </a:lnTo>
                <a:lnTo>
                  <a:pt x="587058" y="30315"/>
                </a:lnTo>
                <a:lnTo>
                  <a:pt x="587058"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dirty="0"/>
          </a:p>
        </p:txBody>
      </p:sp>
      <p:sp>
        <p:nvSpPr>
          <p:cNvPr id="240" name="任意多边形: 形状 239">
            <a:extLst>
              <a:ext uri="{FF2B5EF4-FFF2-40B4-BE49-F238E27FC236}">
                <a16:creationId xmlns:a16="http://schemas.microsoft.com/office/drawing/2014/main" id="{4655FC23-8801-9A43-2527-08416D324931}"/>
              </a:ext>
            </a:extLst>
          </p:cNvPr>
          <p:cNvSpPr/>
          <p:nvPr/>
        </p:nvSpPr>
        <p:spPr>
          <a:xfrm>
            <a:off x="6159500" y="23445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15" y="30315"/>
                  <a:pt x="206058" y="33160"/>
                  <a:pt x="206058" y="36665"/>
                </a:cubicBezTo>
                <a:cubicBezTo>
                  <a:pt x="206058" y="40170"/>
                  <a:pt x="208915" y="43015"/>
                  <a:pt x="212408" y="43015"/>
                </a:cubicBezTo>
                <a:lnTo>
                  <a:pt x="212408"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41" name="任意多边形: 形状 240">
            <a:extLst>
              <a:ext uri="{FF2B5EF4-FFF2-40B4-BE49-F238E27FC236}">
                <a16:creationId xmlns:a16="http://schemas.microsoft.com/office/drawing/2014/main" id="{325330C3-A576-7962-F7D5-BC7BB27902B3}"/>
              </a:ext>
            </a:extLst>
          </p:cNvPr>
          <p:cNvSpPr/>
          <p:nvPr/>
        </p:nvSpPr>
        <p:spPr>
          <a:xfrm>
            <a:off x="8782050" y="23445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2 w 755650"/>
              <a:gd name="connsiteY9" fmla="*/ 43015 h 73329"/>
              <a:gd name="connsiteX10" fmla="*/ 31432 w 755650"/>
              <a:gd name="connsiteY10" fmla="*/ 36665 h 73329"/>
              <a:gd name="connsiteX11" fmla="*/ 25082 w 755650"/>
              <a:gd name="connsiteY11" fmla="*/ 30315 h 73329"/>
              <a:gd name="connsiteX12" fmla="*/ 25082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3 w 755650"/>
              <a:gd name="connsiteY25" fmla="*/ 43015 h 73329"/>
              <a:gd name="connsiteX26" fmla="*/ 181293 w 755650"/>
              <a:gd name="connsiteY26" fmla="*/ 36665 h 73329"/>
              <a:gd name="connsiteX27" fmla="*/ 174943 w 755650"/>
              <a:gd name="connsiteY27" fmla="*/ 30315 h 73329"/>
              <a:gd name="connsiteX28" fmla="*/ 174943 w 755650"/>
              <a:gd name="connsiteY28" fmla="*/ 43015 h 73329"/>
              <a:gd name="connsiteX29" fmla="*/ 212407 w 755650"/>
              <a:gd name="connsiteY29" fmla="*/ 30315 h 73329"/>
              <a:gd name="connsiteX30" fmla="*/ 206057 w 755650"/>
              <a:gd name="connsiteY30" fmla="*/ 36665 h 73329"/>
              <a:gd name="connsiteX31" fmla="*/ 212407 w 755650"/>
              <a:gd name="connsiteY31" fmla="*/ 43015 h 73329"/>
              <a:gd name="connsiteX32" fmla="*/ 212407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2 w 755650"/>
              <a:gd name="connsiteY90" fmla="*/ 43015 h 73329"/>
              <a:gd name="connsiteX91" fmla="*/ 25082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3 w 755650"/>
              <a:gd name="connsiteY100" fmla="*/ 43015 h 73329"/>
              <a:gd name="connsiteX101" fmla="*/ 174943 w 755650"/>
              <a:gd name="connsiteY101" fmla="*/ 30315 h 73329"/>
              <a:gd name="connsiteX102" fmla="*/ 137478 w 755650"/>
              <a:gd name="connsiteY102" fmla="*/ 30315 h 73329"/>
              <a:gd name="connsiteX103" fmla="*/ 137478 w 755650"/>
              <a:gd name="connsiteY103" fmla="*/ 43015 h 73329"/>
              <a:gd name="connsiteX104" fmla="*/ 212407 w 755650"/>
              <a:gd name="connsiteY104" fmla="*/ 43015 h 73329"/>
              <a:gd name="connsiteX105" fmla="*/ 249872 w 755650"/>
              <a:gd name="connsiteY105" fmla="*/ 43015 h 73329"/>
              <a:gd name="connsiteX106" fmla="*/ 249872 w 755650"/>
              <a:gd name="connsiteY106" fmla="*/ 30315 h 73329"/>
              <a:gd name="connsiteX107" fmla="*/ 212407 w 755650"/>
              <a:gd name="connsiteY107" fmla="*/ 30315 h 73329"/>
              <a:gd name="connsiteX108" fmla="*/ 212407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2" y="43015"/>
                </a:moveTo>
                <a:cubicBezTo>
                  <a:pt x="28575" y="43015"/>
                  <a:pt x="31432" y="40170"/>
                  <a:pt x="31432" y="36665"/>
                </a:cubicBezTo>
                <a:cubicBezTo>
                  <a:pt x="31432" y="33160"/>
                  <a:pt x="28575" y="30315"/>
                  <a:pt x="25082" y="30315"/>
                </a:cubicBezTo>
                <a:lnTo>
                  <a:pt x="25082" y="43015"/>
                </a:lnTo>
                <a:close/>
                <a:moveTo>
                  <a:pt x="62547" y="30315"/>
                </a:moveTo>
                <a:cubicBezTo>
                  <a:pt x="59055" y="30315"/>
                  <a:pt x="56197" y="33160"/>
                  <a:pt x="56197" y="36665"/>
                </a:cubicBezTo>
                <a:cubicBezTo>
                  <a:pt x="56197" y="40170"/>
                  <a:pt x="59055" y="43015"/>
                  <a:pt x="62547" y="43015"/>
                </a:cubicBezTo>
                <a:lnTo>
                  <a:pt x="62547" y="30315"/>
                </a:lnTo>
                <a:close/>
                <a:moveTo>
                  <a:pt x="100013" y="43015"/>
                </a:moveTo>
                <a:cubicBezTo>
                  <a:pt x="103505" y="43015"/>
                  <a:pt x="106363" y="40170"/>
                  <a:pt x="106363" y="36665"/>
                </a:cubicBezTo>
                <a:cubicBezTo>
                  <a:pt x="106363" y="33160"/>
                  <a:pt x="103505" y="30315"/>
                  <a:pt x="100013" y="30315"/>
                </a:cubicBezTo>
                <a:lnTo>
                  <a:pt x="100013" y="43015"/>
                </a:lnTo>
                <a:close/>
                <a:moveTo>
                  <a:pt x="137478" y="30315"/>
                </a:moveTo>
                <a:cubicBezTo>
                  <a:pt x="133985" y="30315"/>
                  <a:pt x="131128" y="33160"/>
                  <a:pt x="131128" y="36665"/>
                </a:cubicBezTo>
                <a:cubicBezTo>
                  <a:pt x="131128" y="40170"/>
                  <a:pt x="133985" y="43015"/>
                  <a:pt x="137478" y="43015"/>
                </a:cubicBezTo>
                <a:lnTo>
                  <a:pt x="137478" y="30315"/>
                </a:lnTo>
                <a:close/>
                <a:moveTo>
                  <a:pt x="174943" y="43015"/>
                </a:moveTo>
                <a:cubicBezTo>
                  <a:pt x="178435" y="43015"/>
                  <a:pt x="181293" y="40170"/>
                  <a:pt x="181293" y="36665"/>
                </a:cubicBezTo>
                <a:cubicBezTo>
                  <a:pt x="181293" y="33160"/>
                  <a:pt x="178435" y="30315"/>
                  <a:pt x="174943" y="30315"/>
                </a:cubicBezTo>
                <a:lnTo>
                  <a:pt x="174943" y="43015"/>
                </a:lnTo>
                <a:close/>
                <a:moveTo>
                  <a:pt x="212407" y="30315"/>
                </a:moveTo>
                <a:cubicBezTo>
                  <a:pt x="208915" y="30315"/>
                  <a:pt x="206057" y="33160"/>
                  <a:pt x="206057" y="36665"/>
                </a:cubicBezTo>
                <a:cubicBezTo>
                  <a:pt x="206057" y="40170"/>
                  <a:pt x="208915" y="43015"/>
                  <a:pt x="212407" y="43015"/>
                </a:cubicBezTo>
                <a:lnTo>
                  <a:pt x="212407"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2" y="43015"/>
                </a:lnTo>
                <a:lnTo>
                  <a:pt x="25082"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3" y="43015"/>
                </a:lnTo>
                <a:lnTo>
                  <a:pt x="174943" y="30315"/>
                </a:lnTo>
                <a:lnTo>
                  <a:pt x="137478" y="30315"/>
                </a:lnTo>
                <a:lnTo>
                  <a:pt x="137478" y="43015"/>
                </a:lnTo>
                <a:close/>
                <a:moveTo>
                  <a:pt x="212407" y="43015"/>
                </a:moveTo>
                <a:lnTo>
                  <a:pt x="249872" y="43015"/>
                </a:lnTo>
                <a:lnTo>
                  <a:pt x="249872" y="30315"/>
                </a:lnTo>
                <a:lnTo>
                  <a:pt x="212407" y="30315"/>
                </a:lnTo>
                <a:lnTo>
                  <a:pt x="212407"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42" name="矩形: 圆角 241">
            <a:extLst>
              <a:ext uri="{FF2B5EF4-FFF2-40B4-BE49-F238E27FC236}">
                <a16:creationId xmlns:a16="http://schemas.microsoft.com/office/drawing/2014/main" id="{89BFD23F-0A65-DA5E-D2A5-3021DCA2FF41}"/>
              </a:ext>
            </a:extLst>
          </p:cNvPr>
          <p:cNvSpPr/>
          <p:nvPr/>
        </p:nvSpPr>
        <p:spPr>
          <a:xfrm>
            <a:off x="1613570" y="2641600"/>
            <a:ext cx="9906000" cy="3937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dirty="0"/>
          </a:p>
        </p:txBody>
      </p:sp>
      <p:grpSp>
        <p:nvGrpSpPr>
          <p:cNvPr id="245" name="图形 2_49">
            <a:extLst>
              <a:ext uri="{FF2B5EF4-FFF2-40B4-BE49-F238E27FC236}">
                <a16:creationId xmlns:a16="http://schemas.microsoft.com/office/drawing/2014/main" id="{7C794389-4637-AF97-DDF8-B056AFF4538E}"/>
              </a:ext>
            </a:extLst>
          </p:cNvPr>
          <p:cNvGrpSpPr/>
          <p:nvPr/>
        </p:nvGrpSpPr>
        <p:grpSpPr>
          <a:xfrm>
            <a:off x="10026650" y="2743200"/>
            <a:ext cx="177800" cy="190500"/>
            <a:chOff x="10026650" y="2743200"/>
            <a:chExt cx="177800" cy="190500"/>
          </a:xfrm>
        </p:grpSpPr>
        <p:sp>
          <p:nvSpPr>
            <p:cNvPr id="246" name="任意多边形: 形状 245">
              <a:extLst>
                <a:ext uri="{FF2B5EF4-FFF2-40B4-BE49-F238E27FC236}">
                  <a16:creationId xmlns:a16="http://schemas.microsoft.com/office/drawing/2014/main" id="{24598685-C43F-5721-6A37-8EC7FB974ACB}"/>
                </a:ext>
              </a:extLst>
            </p:cNvPr>
            <p:cNvSpPr/>
            <p:nvPr/>
          </p:nvSpPr>
          <p:spPr>
            <a:xfrm>
              <a:off x="10026650" y="2768600"/>
              <a:ext cx="177800" cy="6350"/>
            </a:xfrm>
            <a:custGeom>
              <a:avLst/>
              <a:gdLst>
                <a:gd name="connsiteX0" fmla="*/ 0 w 177800"/>
                <a:gd name="connsiteY0" fmla="*/ 0 h 6350"/>
                <a:gd name="connsiteX1" fmla="*/ 177800 w 177800"/>
                <a:gd name="connsiteY1" fmla="*/ 0 h 6350"/>
              </a:gdLst>
              <a:ahLst/>
              <a:cxnLst>
                <a:cxn ang="0">
                  <a:pos x="connsiteX0" y="connsiteY0"/>
                </a:cxn>
                <a:cxn ang="0">
                  <a:pos x="connsiteX1" y="connsiteY1"/>
                </a:cxn>
              </a:cxnLst>
              <a:rect l="l" t="t" r="r" b="b"/>
              <a:pathLst>
                <a:path w="177800" h="6350">
                  <a:moveTo>
                    <a:pt x="0" y="0"/>
                  </a:moveTo>
                  <a:lnTo>
                    <a:pt x="177800"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48" name="任意多边形: 形状 247">
              <a:extLst>
                <a:ext uri="{FF2B5EF4-FFF2-40B4-BE49-F238E27FC236}">
                  <a16:creationId xmlns:a16="http://schemas.microsoft.com/office/drawing/2014/main" id="{A52F4959-CA9A-637F-FC61-1B5969ECC2B1}"/>
                </a:ext>
              </a:extLst>
            </p:cNvPr>
            <p:cNvSpPr/>
            <p:nvPr/>
          </p:nvSpPr>
          <p:spPr>
            <a:xfrm>
              <a:off x="10026650" y="2838450"/>
              <a:ext cx="177800" cy="6350"/>
            </a:xfrm>
            <a:custGeom>
              <a:avLst/>
              <a:gdLst>
                <a:gd name="connsiteX0" fmla="*/ 0 w 177800"/>
                <a:gd name="connsiteY0" fmla="*/ 0 h 6350"/>
                <a:gd name="connsiteX1" fmla="*/ 177800 w 177800"/>
                <a:gd name="connsiteY1" fmla="*/ 0 h 6350"/>
              </a:gdLst>
              <a:ahLst/>
              <a:cxnLst>
                <a:cxn ang="0">
                  <a:pos x="connsiteX0" y="connsiteY0"/>
                </a:cxn>
                <a:cxn ang="0">
                  <a:pos x="connsiteX1" y="connsiteY1"/>
                </a:cxn>
              </a:cxnLst>
              <a:rect l="l" t="t" r="r" b="b"/>
              <a:pathLst>
                <a:path w="177800" h="6350">
                  <a:moveTo>
                    <a:pt x="0" y="0"/>
                  </a:moveTo>
                  <a:lnTo>
                    <a:pt x="177800"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49" name="任意多边形: 形状 248">
              <a:extLst>
                <a:ext uri="{FF2B5EF4-FFF2-40B4-BE49-F238E27FC236}">
                  <a16:creationId xmlns:a16="http://schemas.microsoft.com/office/drawing/2014/main" id="{63E410DF-D024-CC99-69FC-254CE6847D59}"/>
                </a:ext>
              </a:extLst>
            </p:cNvPr>
            <p:cNvSpPr/>
            <p:nvPr/>
          </p:nvSpPr>
          <p:spPr>
            <a:xfrm>
              <a:off x="10026650" y="2908300"/>
              <a:ext cx="177800" cy="6350"/>
            </a:xfrm>
            <a:custGeom>
              <a:avLst/>
              <a:gdLst>
                <a:gd name="connsiteX0" fmla="*/ 0 w 177800"/>
                <a:gd name="connsiteY0" fmla="*/ 0 h 6350"/>
                <a:gd name="connsiteX1" fmla="*/ 177800 w 177800"/>
                <a:gd name="connsiteY1" fmla="*/ 0 h 6350"/>
              </a:gdLst>
              <a:ahLst/>
              <a:cxnLst>
                <a:cxn ang="0">
                  <a:pos x="connsiteX0" y="connsiteY0"/>
                </a:cxn>
                <a:cxn ang="0">
                  <a:pos x="connsiteX1" y="connsiteY1"/>
                </a:cxn>
              </a:cxnLst>
              <a:rect l="l" t="t" r="r" b="b"/>
              <a:pathLst>
                <a:path w="177800" h="6350">
                  <a:moveTo>
                    <a:pt x="0" y="0"/>
                  </a:moveTo>
                  <a:lnTo>
                    <a:pt x="177800" y="0"/>
                  </a:lnTo>
                </a:path>
              </a:pathLst>
            </a:custGeom>
            <a:noFill/>
            <a:ln w="19050" cap="rnd">
              <a:solidFill>
                <a:schemeClr val="accent1">
                  <a:lumMod val="100000"/>
                </a:schemeClr>
              </a:solidFill>
              <a:prstDash val="solid"/>
              <a:miter/>
            </a:ln>
          </p:spPr>
          <p:txBody>
            <a:bodyPr rtlCol="0" anchor="ctr"/>
            <a:lstStyle/>
            <a:p>
              <a:endParaRPr lang="zh-CN" altLang="en-US"/>
            </a:p>
          </p:txBody>
        </p:sp>
        <p:sp>
          <p:nvSpPr>
            <p:cNvPr id="251" name="任意多边形: 形状 250">
              <a:extLst>
                <a:ext uri="{FF2B5EF4-FFF2-40B4-BE49-F238E27FC236}">
                  <a16:creationId xmlns:a16="http://schemas.microsoft.com/office/drawing/2014/main" id="{3DDD2133-C805-ADC9-9C34-07A8C9D41338}"/>
                </a:ext>
              </a:extLst>
            </p:cNvPr>
            <p:cNvSpPr/>
            <p:nvPr/>
          </p:nvSpPr>
          <p:spPr>
            <a:xfrm>
              <a:off x="10045700" y="2743200"/>
              <a:ext cx="50800" cy="50800"/>
            </a:xfrm>
            <a:custGeom>
              <a:avLst/>
              <a:gdLst>
                <a:gd name="connsiteX0" fmla="*/ 6350 w 50800"/>
                <a:gd name="connsiteY0" fmla="*/ 50800 h 50800"/>
                <a:gd name="connsiteX1" fmla="*/ 0 w 50800"/>
                <a:gd name="connsiteY1" fmla="*/ 44450 h 50800"/>
                <a:gd name="connsiteX2" fmla="*/ 0 w 50800"/>
                <a:gd name="connsiteY2" fmla="*/ 6350 h 50800"/>
                <a:gd name="connsiteX3" fmla="*/ 6350 w 50800"/>
                <a:gd name="connsiteY3" fmla="*/ 0 h 50800"/>
                <a:gd name="connsiteX4" fmla="*/ 44450 w 50800"/>
                <a:gd name="connsiteY4" fmla="*/ 0 h 50800"/>
                <a:gd name="connsiteX5" fmla="*/ 50800 w 50800"/>
                <a:gd name="connsiteY5" fmla="*/ 6350 h 50800"/>
                <a:gd name="connsiteX6" fmla="*/ 50800 w 50800"/>
                <a:gd name="connsiteY6" fmla="*/ 44450 h 50800"/>
                <a:gd name="connsiteX7" fmla="*/ 44450 w 50800"/>
                <a:gd name="connsiteY7" fmla="*/ 50800 h 50800"/>
                <a:gd name="connsiteX8" fmla="*/ 6350 w 50800"/>
                <a:gd name="connsiteY8"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00" h="50800">
                  <a:moveTo>
                    <a:pt x="6350" y="50800"/>
                  </a:moveTo>
                  <a:cubicBezTo>
                    <a:pt x="2857" y="50800"/>
                    <a:pt x="0" y="47955"/>
                    <a:pt x="0" y="44450"/>
                  </a:cubicBezTo>
                  <a:lnTo>
                    <a:pt x="0" y="6350"/>
                  </a:lnTo>
                  <a:cubicBezTo>
                    <a:pt x="0" y="2845"/>
                    <a:pt x="2857" y="0"/>
                    <a:pt x="6350" y="0"/>
                  </a:cubicBezTo>
                  <a:lnTo>
                    <a:pt x="44450" y="0"/>
                  </a:lnTo>
                  <a:cubicBezTo>
                    <a:pt x="47943" y="0"/>
                    <a:pt x="50800" y="2845"/>
                    <a:pt x="50800" y="6350"/>
                  </a:cubicBezTo>
                  <a:lnTo>
                    <a:pt x="50800" y="44450"/>
                  </a:lnTo>
                  <a:cubicBezTo>
                    <a:pt x="50800" y="47955"/>
                    <a:pt x="47943" y="50800"/>
                    <a:pt x="44450" y="50800"/>
                  </a:cubicBezTo>
                  <a:lnTo>
                    <a:pt x="6350" y="50800"/>
                  </a:ln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252" name="任意多边形: 形状 251">
              <a:extLst>
                <a:ext uri="{FF2B5EF4-FFF2-40B4-BE49-F238E27FC236}">
                  <a16:creationId xmlns:a16="http://schemas.microsoft.com/office/drawing/2014/main" id="{A0D81C12-56F5-E698-E026-821AEF727D4C}"/>
                </a:ext>
              </a:extLst>
            </p:cNvPr>
            <p:cNvSpPr/>
            <p:nvPr/>
          </p:nvSpPr>
          <p:spPr>
            <a:xfrm>
              <a:off x="10045700" y="2882900"/>
              <a:ext cx="50800" cy="50800"/>
            </a:xfrm>
            <a:custGeom>
              <a:avLst/>
              <a:gdLst>
                <a:gd name="connsiteX0" fmla="*/ 6350 w 50800"/>
                <a:gd name="connsiteY0" fmla="*/ 50800 h 50800"/>
                <a:gd name="connsiteX1" fmla="*/ 0 w 50800"/>
                <a:gd name="connsiteY1" fmla="*/ 44450 h 50800"/>
                <a:gd name="connsiteX2" fmla="*/ 0 w 50800"/>
                <a:gd name="connsiteY2" fmla="*/ 6350 h 50800"/>
                <a:gd name="connsiteX3" fmla="*/ 6350 w 50800"/>
                <a:gd name="connsiteY3" fmla="*/ 0 h 50800"/>
                <a:gd name="connsiteX4" fmla="*/ 44450 w 50800"/>
                <a:gd name="connsiteY4" fmla="*/ 0 h 50800"/>
                <a:gd name="connsiteX5" fmla="*/ 50800 w 50800"/>
                <a:gd name="connsiteY5" fmla="*/ 6350 h 50800"/>
                <a:gd name="connsiteX6" fmla="*/ 50800 w 50800"/>
                <a:gd name="connsiteY6" fmla="*/ 44450 h 50800"/>
                <a:gd name="connsiteX7" fmla="*/ 44450 w 50800"/>
                <a:gd name="connsiteY7" fmla="*/ 50800 h 50800"/>
                <a:gd name="connsiteX8" fmla="*/ 6350 w 50800"/>
                <a:gd name="connsiteY8"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00" h="50800">
                  <a:moveTo>
                    <a:pt x="6350" y="50800"/>
                  </a:moveTo>
                  <a:cubicBezTo>
                    <a:pt x="2857" y="50800"/>
                    <a:pt x="0" y="47955"/>
                    <a:pt x="0" y="44450"/>
                  </a:cubicBezTo>
                  <a:lnTo>
                    <a:pt x="0" y="6350"/>
                  </a:lnTo>
                  <a:cubicBezTo>
                    <a:pt x="0" y="2845"/>
                    <a:pt x="2857" y="0"/>
                    <a:pt x="6350" y="0"/>
                  </a:cubicBezTo>
                  <a:lnTo>
                    <a:pt x="44450" y="0"/>
                  </a:lnTo>
                  <a:cubicBezTo>
                    <a:pt x="47943" y="0"/>
                    <a:pt x="50800" y="2845"/>
                    <a:pt x="50800" y="6350"/>
                  </a:cubicBezTo>
                  <a:lnTo>
                    <a:pt x="50800" y="44450"/>
                  </a:lnTo>
                  <a:cubicBezTo>
                    <a:pt x="50800" y="47955"/>
                    <a:pt x="47943" y="50800"/>
                    <a:pt x="44450" y="50800"/>
                  </a:cubicBezTo>
                  <a:lnTo>
                    <a:pt x="6350" y="50800"/>
                  </a:ln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253" name="任意多边形: 形状 252">
              <a:extLst>
                <a:ext uri="{FF2B5EF4-FFF2-40B4-BE49-F238E27FC236}">
                  <a16:creationId xmlns:a16="http://schemas.microsoft.com/office/drawing/2014/main" id="{28692EF6-7D03-3C0D-3351-EB9373C8E723}"/>
                </a:ext>
              </a:extLst>
            </p:cNvPr>
            <p:cNvSpPr/>
            <p:nvPr/>
          </p:nvSpPr>
          <p:spPr>
            <a:xfrm>
              <a:off x="10134600" y="2813050"/>
              <a:ext cx="50800" cy="50800"/>
            </a:xfrm>
            <a:custGeom>
              <a:avLst/>
              <a:gdLst>
                <a:gd name="connsiteX0" fmla="*/ 6350 w 50800"/>
                <a:gd name="connsiteY0" fmla="*/ 50800 h 50800"/>
                <a:gd name="connsiteX1" fmla="*/ 0 w 50800"/>
                <a:gd name="connsiteY1" fmla="*/ 44450 h 50800"/>
                <a:gd name="connsiteX2" fmla="*/ 0 w 50800"/>
                <a:gd name="connsiteY2" fmla="*/ 6350 h 50800"/>
                <a:gd name="connsiteX3" fmla="*/ 6350 w 50800"/>
                <a:gd name="connsiteY3" fmla="*/ 0 h 50800"/>
                <a:gd name="connsiteX4" fmla="*/ 44450 w 50800"/>
                <a:gd name="connsiteY4" fmla="*/ 0 h 50800"/>
                <a:gd name="connsiteX5" fmla="*/ 50800 w 50800"/>
                <a:gd name="connsiteY5" fmla="*/ 6350 h 50800"/>
                <a:gd name="connsiteX6" fmla="*/ 50800 w 50800"/>
                <a:gd name="connsiteY6" fmla="*/ 44450 h 50800"/>
                <a:gd name="connsiteX7" fmla="*/ 44450 w 50800"/>
                <a:gd name="connsiteY7" fmla="*/ 50800 h 50800"/>
                <a:gd name="connsiteX8" fmla="*/ 6350 w 50800"/>
                <a:gd name="connsiteY8"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00" h="50800">
                  <a:moveTo>
                    <a:pt x="6350" y="50800"/>
                  </a:moveTo>
                  <a:cubicBezTo>
                    <a:pt x="2857" y="50800"/>
                    <a:pt x="0" y="47955"/>
                    <a:pt x="0" y="44450"/>
                  </a:cubicBezTo>
                  <a:lnTo>
                    <a:pt x="0" y="6350"/>
                  </a:lnTo>
                  <a:cubicBezTo>
                    <a:pt x="0" y="2845"/>
                    <a:pt x="2857" y="0"/>
                    <a:pt x="6350" y="0"/>
                  </a:cubicBezTo>
                  <a:lnTo>
                    <a:pt x="44450" y="0"/>
                  </a:lnTo>
                  <a:cubicBezTo>
                    <a:pt x="47943" y="0"/>
                    <a:pt x="50800" y="2845"/>
                    <a:pt x="50800" y="6350"/>
                  </a:cubicBezTo>
                  <a:lnTo>
                    <a:pt x="50800" y="44450"/>
                  </a:lnTo>
                  <a:cubicBezTo>
                    <a:pt x="50800" y="47955"/>
                    <a:pt x="47943" y="50800"/>
                    <a:pt x="44450" y="50800"/>
                  </a:cubicBezTo>
                  <a:lnTo>
                    <a:pt x="6350" y="50800"/>
                  </a:ln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grpSp>
      <p:grpSp>
        <p:nvGrpSpPr>
          <p:cNvPr id="256" name="图形 2_50">
            <a:extLst>
              <a:ext uri="{FF2B5EF4-FFF2-40B4-BE49-F238E27FC236}">
                <a16:creationId xmlns:a16="http://schemas.microsoft.com/office/drawing/2014/main" id="{6F24D944-674A-101F-6F31-C68422CAEA62}"/>
              </a:ext>
            </a:extLst>
          </p:cNvPr>
          <p:cNvGrpSpPr/>
          <p:nvPr/>
        </p:nvGrpSpPr>
        <p:grpSpPr>
          <a:xfrm>
            <a:off x="7429500" y="2749550"/>
            <a:ext cx="190500" cy="177800"/>
            <a:chOff x="7429500" y="2749550"/>
            <a:chExt cx="190500" cy="177800"/>
          </a:xfrm>
          <a:noFill/>
        </p:grpSpPr>
        <p:sp>
          <p:nvSpPr>
            <p:cNvPr id="257" name="任意多边形: 形状 256">
              <a:extLst>
                <a:ext uri="{FF2B5EF4-FFF2-40B4-BE49-F238E27FC236}">
                  <a16:creationId xmlns:a16="http://schemas.microsoft.com/office/drawing/2014/main" id="{75CD582C-2145-ED67-3A46-B6F93855C1DF}"/>
                </a:ext>
              </a:extLst>
            </p:cNvPr>
            <p:cNvSpPr/>
            <p:nvPr/>
          </p:nvSpPr>
          <p:spPr>
            <a:xfrm>
              <a:off x="7493000" y="2749550"/>
              <a:ext cx="63500" cy="57150"/>
            </a:xfrm>
            <a:custGeom>
              <a:avLst/>
              <a:gdLst>
                <a:gd name="connsiteX0" fmla="*/ 50800 w 63500"/>
                <a:gd name="connsiteY0" fmla="*/ 0 h 57150"/>
                <a:gd name="connsiteX1" fmla="*/ 63500 w 63500"/>
                <a:gd name="connsiteY1" fmla="*/ 0 h 57150"/>
                <a:gd name="connsiteX2" fmla="*/ 63500 w 63500"/>
                <a:gd name="connsiteY2" fmla="*/ 57150 h 57150"/>
                <a:gd name="connsiteX3" fmla="*/ 50800 w 63500"/>
                <a:gd name="connsiteY3" fmla="*/ 57150 h 57150"/>
                <a:gd name="connsiteX4" fmla="*/ 12700 w 63500"/>
                <a:gd name="connsiteY4" fmla="*/ 57150 h 57150"/>
                <a:gd name="connsiteX5" fmla="*/ 0 w 63500"/>
                <a:gd name="connsiteY5" fmla="*/ 57150 h 57150"/>
                <a:gd name="connsiteX6" fmla="*/ 0 w 63500"/>
                <a:gd name="connsiteY6" fmla="*/ 0 h 57150"/>
                <a:gd name="connsiteX7" fmla="*/ 12700 w 63500"/>
                <a:gd name="connsiteY7"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500" h="57150">
                  <a:moveTo>
                    <a:pt x="50800" y="0"/>
                  </a:moveTo>
                  <a:cubicBezTo>
                    <a:pt x="57814" y="0"/>
                    <a:pt x="63500" y="0"/>
                    <a:pt x="63500" y="0"/>
                  </a:cubicBezTo>
                  <a:lnTo>
                    <a:pt x="63500" y="57150"/>
                  </a:lnTo>
                  <a:cubicBezTo>
                    <a:pt x="63500" y="57150"/>
                    <a:pt x="57814" y="57150"/>
                    <a:pt x="50800" y="57150"/>
                  </a:cubicBezTo>
                  <a:lnTo>
                    <a:pt x="12700" y="57150"/>
                  </a:lnTo>
                  <a:cubicBezTo>
                    <a:pt x="5686" y="57150"/>
                    <a:pt x="0" y="57150"/>
                    <a:pt x="0" y="57150"/>
                  </a:cubicBezTo>
                  <a:lnTo>
                    <a:pt x="0" y="0"/>
                  </a:lnTo>
                  <a:cubicBezTo>
                    <a:pt x="0" y="0"/>
                    <a:pt x="5686" y="0"/>
                    <a:pt x="127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58" name="任意多边形: 形状 257">
              <a:extLst>
                <a:ext uri="{FF2B5EF4-FFF2-40B4-BE49-F238E27FC236}">
                  <a16:creationId xmlns:a16="http://schemas.microsoft.com/office/drawing/2014/main" id="{5BE1A661-6CC5-A837-4C6B-D8B949F03731}"/>
                </a:ext>
              </a:extLst>
            </p:cNvPr>
            <p:cNvSpPr/>
            <p:nvPr/>
          </p:nvSpPr>
          <p:spPr>
            <a:xfrm>
              <a:off x="7429500" y="2876550"/>
              <a:ext cx="50800" cy="50800"/>
            </a:xfrm>
            <a:custGeom>
              <a:avLst/>
              <a:gdLst>
                <a:gd name="connsiteX0" fmla="*/ 38100 w 50800"/>
                <a:gd name="connsiteY0" fmla="*/ 0 h 50800"/>
                <a:gd name="connsiteX1" fmla="*/ 50800 w 50800"/>
                <a:gd name="connsiteY1" fmla="*/ 0 h 50800"/>
                <a:gd name="connsiteX2" fmla="*/ 50800 w 50800"/>
                <a:gd name="connsiteY2" fmla="*/ 50800 h 50800"/>
                <a:gd name="connsiteX3" fmla="*/ 38100 w 50800"/>
                <a:gd name="connsiteY3" fmla="*/ 50800 h 50800"/>
                <a:gd name="connsiteX4" fmla="*/ 12700 w 50800"/>
                <a:gd name="connsiteY4" fmla="*/ 50800 h 50800"/>
                <a:gd name="connsiteX5" fmla="*/ 0 w 50800"/>
                <a:gd name="connsiteY5" fmla="*/ 50800 h 50800"/>
                <a:gd name="connsiteX6" fmla="*/ 0 w 50800"/>
                <a:gd name="connsiteY6" fmla="*/ 0 h 50800"/>
                <a:gd name="connsiteX7" fmla="*/ 127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38100" y="0"/>
                  </a:moveTo>
                  <a:cubicBezTo>
                    <a:pt x="45114" y="0"/>
                    <a:pt x="50800" y="0"/>
                    <a:pt x="50800" y="0"/>
                  </a:cubicBezTo>
                  <a:lnTo>
                    <a:pt x="50800" y="50800"/>
                  </a:lnTo>
                  <a:cubicBezTo>
                    <a:pt x="50800" y="50800"/>
                    <a:pt x="45114" y="50800"/>
                    <a:pt x="38100" y="50800"/>
                  </a:cubicBezTo>
                  <a:lnTo>
                    <a:pt x="12700" y="50800"/>
                  </a:lnTo>
                  <a:cubicBezTo>
                    <a:pt x="5686" y="50800"/>
                    <a:pt x="0" y="50800"/>
                    <a:pt x="0" y="50800"/>
                  </a:cubicBezTo>
                  <a:lnTo>
                    <a:pt x="0" y="0"/>
                  </a:lnTo>
                  <a:cubicBezTo>
                    <a:pt x="0" y="0"/>
                    <a:pt x="5686" y="0"/>
                    <a:pt x="127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59" name="任意多边形: 形状 258">
              <a:extLst>
                <a:ext uri="{FF2B5EF4-FFF2-40B4-BE49-F238E27FC236}">
                  <a16:creationId xmlns:a16="http://schemas.microsoft.com/office/drawing/2014/main" id="{2B1934EC-C7E6-6278-94CA-0CEA766EB69B}"/>
                </a:ext>
              </a:extLst>
            </p:cNvPr>
            <p:cNvSpPr/>
            <p:nvPr/>
          </p:nvSpPr>
          <p:spPr>
            <a:xfrm>
              <a:off x="7569200" y="2876550"/>
              <a:ext cx="50800" cy="50800"/>
            </a:xfrm>
            <a:custGeom>
              <a:avLst/>
              <a:gdLst>
                <a:gd name="connsiteX0" fmla="*/ 38100 w 50800"/>
                <a:gd name="connsiteY0" fmla="*/ 0 h 50800"/>
                <a:gd name="connsiteX1" fmla="*/ 50800 w 50800"/>
                <a:gd name="connsiteY1" fmla="*/ 0 h 50800"/>
                <a:gd name="connsiteX2" fmla="*/ 50800 w 50800"/>
                <a:gd name="connsiteY2" fmla="*/ 50800 h 50800"/>
                <a:gd name="connsiteX3" fmla="*/ 38100 w 50800"/>
                <a:gd name="connsiteY3" fmla="*/ 50800 h 50800"/>
                <a:gd name="connsiteX4" fmla="*/ 12700 w 50800"/>
                <a:gd name="connsiteY4" fmla="*/ 50800 h 50800"/>
                <a:gd name="connsiteX5" fmla="*/ 0 w 50800"/>
                <a:gd name="connsiteY5" fmla="*/ 50800 h 50800"/>
                <a:gd name="connsiteX6" fmla="*/ 0 w 50800"/>
                <a:gd name="connsiteY6" fmla="*/ 0 h 50800"/>
                <a:gd name="connsiteX7" fmla="*/ 12700 w 50800"/>
                <a:gd name="connsiteY7" fmla="*/ 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50800">
                  <a:moveTo>
                    <a:pt x="38100" y="0"/>
                  </a:moveTo>
                  <a:cubicBezTo>
                    <a:pt x="45114" y="0"/>
                    <a:pt x="50800" y="0"/>
                    <a:pt x="50800" y="0"/>
                  </a:cubicBezTo>
                  <a:lnTo>
                    <a:pt x="50800" y="50800"/>
                  </a:lnTo>
                  <a:cubicBezTo>
                    <a:pt x="50800" y="50800"/>
                    <a:pt x="45114" y="50800"/>
                    <a:pt x="38100" y="50800"/>
                  </a:cubicBezTo>
                  <a:lnTo>
                    <a:pt x="12700" y="50800"/>
                  </a:lnTo>
                  <a:cubicBezTo>
                    <a:pt x="5686" y="50800"/>
                    <a:pt x="0" y="50800"/>
                    <a:pt x="0" y="50800"/>
                  </a:cubicBezTo>
                  <a:lnTo>
                    <a:pt x="0" y="0"/>
                  </a:lnTo>
                  <a:cubicBezTo>
                    <a:pt x="0" y="0"/>
                    <a:pt x="5686" y="0"/>
                    <a:pt x="127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60" name="任意多边形: 形状 259">
              <a:extLst>
                <a:ext uri="{FF2B5EF4-FFF2-40B4-BE49-F238E27FC236}">
                  <a16:creationId xmlns:a16="http://schemas.microsoft.com/office/drawing/2014/main" id="{DA8B5E63-B5DE-8682-88D4-F079E0591870}"/>
                </a:ext>
              </a:extLst>
            </p:cNvPr>
            <p:cNvSpPr/>
            <p:nvPr/>
          </p:nvSpPr>
          <p:spPr>
            <a:xfrm>
              <a:off x="7454900" y="2806700"/>
              <a:ext cx="139700" cy="69850"/>
            </a:xfrm>
            <a:custGeom>
              <a:avLst/>
              <a:gdLst>
                <a:gd name="connsiteX0" fmla="*/ 0 w 139700"/>
                <a:gd name="connsiteY0" fmla="*/ 69850 h 69850"/>
                <a:gd name="connsiteX1" fmla="*/ 0 w 139700"/>
                <a:gd name="connsiteY1" fmla="*/ 45930 h 69850"/>
                <a:gd name="connsiteX2" fmla="*/ 6350 w 139700"/>
                <a:gd name="connsiteY2" fmla="*/ 39580 h 69850"/>
                <a:gd name="connsiteX3" fmla="*/ 69850 w 139700"/>
                <a:gd name="connsiteY3" fmla="*/ 39580 h 69850"/>
                <a:gd name="connsiteX4" fmla="*/ 139700 w 139700"/>
                <a:gd name="connsiteY4" fmla="*/ 69850 h 69850"/>
                <a:gd name="connsiteX5" fmla="*/ 139700 w 139700"/>
                <a:gd name="connsiteY5" fmla="*/ 45930 h 69850"/>
                <a:gd name="connsiteX6" fmla="*/ 133350 w 139700"/>
                <a:gd name="connsiteY6" fmla="*/ 39580 h 69850"/>
                <a:gd name="connsiteX7" fmla="*/ 69850 w 139700"/>
                <a:gd name="connsiteY7" fmla="*/ 39580 h 69850"/>
                <a:gd name="connsiteX8" fmla="*/ 69850 w 139700"/>
                <a:gd name="connsiteY8" fmla="*/ 39580 h 69850"/>
                <a:gd name="connsiteX9" fmla="*/ 69850 w 139700"/>
                <a:gd name="connsiteY9" fmla="*/ 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700" h="69850">
                  <a:moveTo>
                    <a:pt x="0" y="69850"/>
                  </a:moveTo>
                  <a:lnTo>
                    <a:pt x="0" y="45930"/>
                  </a:lnTo>
                  <a:cubicBezTo>
                    <a:pt x="0" y="42424"/>
                    <a:pt x="2857" y="39580"/>
                    <a:pt x="6350" y="39580"/>
                  </a:cubicBezTo>
                  <a:lnTo>
                    <a:pt x="69850" y="39580"/>
                  </a:lnTo>
                  <a:moveTo>
                    <a:pt x="139700" y="69850"/>
                  </a:moveTo>
                  <a:lnTo>
                    <a:pt x="139700" y="45930"/>
                  </a:lnTo>
                  <a:cubicBezTo>
                    <a:pt x="139700" y="42424"/>
                    <a:pt x="136843" y="39580"/>
                    <a:pt x="133350" y="39580"/>
                  </a:cubicBezTo>
                  <a:lnTo>
                    <a:pt x="69850" y="39580"/>
                  </a:lnTo>
                  <a:moveTo>
                    <a:pt x="69850" y="39580"/>
                  </a:moveTo>
                  <a:lnTo>
                    <a:pt x="69850" y="0"/>
                  </a:lnTo>
                </a:path>
              </a:pathLst>
            </a:custGeom>
            <a:noFill/>
            <a:ln w="19050" cap="rnd">
              <a:solidFill>
                <a:schemeClr val="accent1">
                  <a:lumMod val="100000"/>
                </a:schemeClr>
              </a:solidFill>
              <a:prstDash val="solid"/>
              <a:miter/>
            </a:ln>
          </p:spPr>
          <p:txBody>
            <a:bodyPr rtlCol="0" anchor="ctr"/>
            <a:lstStyle/>
            <a:p>
              <a:endParaRPr lang="zh-CN" altLang="en-US"/>
            </a:p>
          </p:txBody>
        </p:sp>
      </p:grpSp>
      <p:grpSp>
        <p:nvGrpSpPr>
          <p:cNvPr id="273" name="图形 2_51">
            <a:extLst>
              <a:ext uri="{FF2B5EF4-FFF2-40B4-BE49-F238E27FC236}">
                <a16:creationId xmlns:a16="http://schemas.microsoft.com/office/drawing/2014/main" id="{08C2BF0B-5B2F-19B0-FB7B-B5D5A642F901}"/>
              </a:ext>
            </a:extLst>
          </p:cNvPr>
          <p:cNvGrpSpPr/>
          <p:nvPr/>
        </p:nvGrpSpPr>
        <p:grpSpPr>
          <a:xfrm>
            <a:off x="5029200" y="2762250"/>
            <a:ext cx="203200" cy="177800"/>
            <a:chOff x="5029200" y="2762250"/>
            <a:chExt cx="203200" cy="177800"/>
          </a:xfrm>
        </p:grpSpPr>
        <p:sp>
          <p:nvSpPr>
            <p:cNvPr id="279" name="任意多边形: 形状 278">
              <a:extLst>
                <a:ext uri="{FF2B5EF4-FFF2-40B4-BE49-F238E27FC236}">
                  <a16:creationId xmlns:a16="http://schemas.microsoft.com/office/drawing/2014/main" id="{AFD83C9C-682B-DD5F-0EC2-2249AF510BD1}"/>
                </a:ext>
              </a:extLst>
            </p:cNvPr>
            <p:cNvSpPr/>
            <p:nvPr/>
          </p:nvSpPr>
          <p:spPr>
            <a:xfrm>
              <a:off x="5124450" y="2787650"/>
              <a:ext cx="88900" cy="88900"/>
            </a:xfrm>
            <a:custGeom>
              <a:avLst/>
              <a:gdLst>
                <a:gd name="connsiteX0" fmla="*/ 44450 w 88900"/>
                <a:gd name="connsiteY0" fmla="*/ 0 h 88900"/>
                <a:gd name="connsiteX1" fmla="*/ 88900 w 88900"/>
                <a:gd name="connsiteY1" fmla="*/ 0 h 88900"/>
                <a:gd name="connsiteX2" fmla="*/ 88900 w 88900"/>
                <a:gd name="connsiteY2" fmla="*/ 88900 h 88900"/>
                <a:gd name="connsiteX3" fmla="*/ 44450 w 88900"/>
                <a:gd name="connsiteY3" fmla="*/ 88900 h 88900"/>
                <a:gd name="connsiteX4" fmla="*/ 44450 w 88900"/>
                <a:gd name="connsiteY4" fmla="*/ 88900 h 88900"/>
                <a:gd name="connsiteX5" fmla="*/ 0 w 88900"/>
                <a:gd name="connsiteY5" fmla="*/ 88900 h 88900"/>
                <a:gd name="connsiteX6" fmla="*/ 0 w 88900"/>
                <a:gd name="connsiteY6" fmla="*/ 0 h 88900"/>
                <a:gd name="connsiteX7" fmla="*/ 44450 w 88900"/>
                <a:gd name="connsiteY7" fmla="*/ 0 h 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00" h="88900">
                  <a:moveTo>
                    <a:pt x="44450" y="0"/>
                  </a:moveTo>
                  <a:cubicBezTo>
                    <a:pt x="68999" y="0"/>
                    <a:pt x="88900" y="0"/>
                    <a:pt x="88900" y="0"/>
                  </a:cubicBezTo>
                  <a:lnTo>
                    <a:pt x="88900" y="88900"/>
                  </a:lnTo>
                  <a:cubicBezTo>
                    <a:pt x="88900" y="88900"/>
                    <a:pt x="68999" y="88900"/>
                    <a:pt x="44450" y="88900"/>
                  </a:cubicBezTo>
                  <a:lnTo>
                    <a:pt x="44450" y="88900"/>
                  </a:lnTo>
                  <a:cubicBezTo>
                    <a:pt x="19901" y="88900"/>
                    <a:pt x="0" y="88900"/>
                    <a:pt x="0" y="88900"/>
                  </a:cubicBezTo>
                  <a:lnTo>
                    <a:pt x="0" y="0"/>
                  </a:lnTo>
                  <a:cubicBezTo>
                    <a:pt x="0" y="0"/>
                    <a:pt x="19901" y="0"/>
                    <a:pt x="4445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295" name="任意多边形: 形状 294">
              <a:extLst>
                <a:ext uri="{FF2B5EF4-FFF2-40B4-BE49-F238E27FC236}">
                  <a16:creationId xmlns:a16="http://schemas.microsoft.com/office/drawing/2014/main" id="{98FABA00-F37A-7D6B-874E-ED5739284056}"/>
                </a:ext>
              </a:extLst>
            </p:cNvPr>
            <p:cNvSpPr/>
            <p:nvPr/>
          </p:nvSpPr>
          <p:spPr>
            <a:xfrm>
              <a:off x="5099050" y="2876550"/>
              <a:ext cx="133350" cy="63500"/>
            </a:xfrm>
            <a:custGeom>
              <a:avLst/>
              <a:gdLst>
                <a:gd name="connsiteX0" fmla="*/ 0 w 133350"/>
                <a:gd name="connsiteY0" fmla="*/ 63500 h 63500"/>
                <a:gd name="connsiteX1" fmla="*/ 63500 w 133350"/>
                <a:gd name="connsiteY1" fmla="*/ 0 h 63500"/>
                <a:gd name="connsiteX2" fmla="*/ 70002 w 133350"/>
                <a:gd name="connsiteY2" fmla="*/ 0 h 63500"/>
                <a:gd name="connsiteX3" fmla="*/ 133350 w 133350"/>
                <a:gd name="connsiteY3" fmla="*/ 63348 h 63500"/>
                <a:gd name="connsiteX4" fmla="*/ 133350 w 133350"/>
                <a:gd name="connsiteY4" fmla="*/ 63348 h 63500"/>
                <a:gd name="connsiteX5" fmla="*/ 133198 w 133350"/>
                <a:gd name="connsiteY5" fmla="*/ 63500 h 63500"/>
                <a:gd name="connsiteX6" fmla="*/ 0 w 133350"/>
                <a:gd name="connsiteY6" fmla="*/ 63500 h 63500"/>
                <a:gd name="connsiteX7" fmla="*/ 0 w 133350"/>
                <a:gd name="connsiteY7" fmla="*/ 63500 h 6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63500">
                  <a:moveTo>
                    <a:pt x="0" y="63500"/>
                  </a:moveTo>
                  <a:cubicBezTo>
                    <a:pt x="0" y="28429"/>
                    <a:pt x="28429" y="0"/>
                    <a:pt x="63500" y="0"/>
                  </a:cubicBezTo>
                  <a:lnTo>
                    <a:pt x="70002" y="0"/>
                  </a:lnTo>
                  <a:cubicBezTo>
                    <a:pt x="104991" y="0"/>
                    <a:pt x="133350" y="28359"/>
                    <a:pt x="133350" y="63348"/>
                  </a:cubicBezTo>
                  <a:lnTo>
                    <a:pt x="133350" y="63348"/>
                  </a:lnTo>
                  <a:cubicBezTo>
                    <a:pt x="133350" y="63430"/>
                    <a:pt x="133280" y="63500"/>
                    <a:pt x="133198" y="63500"/>
                  </a:cubicBezTo>
                  <a:lnTo>
                    <a:pt x="0" y="63500"/>
                  </a:lnTo>
                  <a:lnTo>
                    <a:pt x="0" y="63500"/>
                  </a:lnTo>
                  <a:close/>
                </a:path>
              </a:pathLst>
            </a:custGeom>
            <a:noFill/>
            <a:ln w="19050" cap="flat">
              <a:solidFill>
                <a:schemeClr val="accent1">
                  <a:lumMod val="100000"/>
                </a:schemeClr>
              </a:solidFill>
              <a:prstDash val="solid"/>
              <a:round/>
            </a:ln>
          </p:spPr>
          <p:txBody>
            <a:bodyPr rtlCol="0" anchor="ctr"/>
            <a:lstStyle/>
            <a:p>
              <a:endParaRPr lang="zh-CN" altLang="en-US"/>
            </a:p>
          </p:txBody>
        </p:sp>
        <p:sp>
          <p:nvSpPr>
            <p:cNvPr id="297" name="任意多边形: 形状 296">
              <a:extLst>
                <a:ext uri="{FF2B5EF4-FFF2-40B4-BE49-F238E27FC236}">
                  <a16:creationId xmlns:a16="http://schemas.microsoft.com/office/drawing/2014/main" id="{F50226B9-5C8D-B49E-DC90-7C8D43AB8DFF}"/>
                </a:ext>
              </a:extLst>
            </p:cNvPr>
            <p:cNvSpPr/>
            <p:nvPr/>
          </p:nvSpPr>
          <p:spPr>
            <a:xfrm>
              <a:off x="5054600" y="2762250"/>
              <a:ext cx="101600" cy="101600"/>
            </a:xfrm>
            <a:custGeom>
              <a:avLst/>
              <a:gdLst>
                <a:gd name="connsiteX0" fmla="*/ 50800 w 101600"/>
                <a:gd name="connsiteY0" fmla="*/ 0 h 101600"/>
                <a:gd name="connsiteX1" fmla="*/ 101600 w 101600"/>
                <a:gd name="connsiteY1" fmla="*/ 0 h 101600"/>
                <a:gd name="connsiteX2" fmla="*/ 101600 w 101600"/>
                <a:gd name="connsiteY2" fmla="*/ 101600 h 101600"/>
                <a:gd name="connsiteX3" fmla="*/ 50800 w 101600"/>
                <a:gd name="connsiteY3" fmla="*/ 101600 h 101600"/>
                <a:gd name="connsiteX4" fmla="*/ 50800 w 101600"/>
                <a:gd name="connsiteY4" fmla="*/ 101600 h 101600"/>
                <a:gd name="connsiteX5" fmla="*/ 0 w 101600"/>
                <a:gd name="connsiteY5" fmla="*/ 101600 h 101600"/>
                <a:gd name="connsiteX6" fmla="*/ 0 w 101600"/>
                <a:gd name="connsiteY6" fmla="*/ 0 h 101600"/>
                <a:gd name="connsiteX7" fmla="*/ 50800 w 101600"/>
                <a:gd name="connsiteY7"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00" h="101600">
                  <a:moveTo>
                    <a:pt x="50800" y="0"/>
                  </a:moveTo>
                  <a:cubicBezTo>
                    <a:pt x="78856" y="0"/>
                    <a:pt x="101600" y="0"/>
                    <a:pt x="101600" y="0"/>
                  </a:cubicBezTo>
                  <a:lnTo>
                    <a:pt x="101600" y="101600"/>
                  </a:lnTo>
                  <a:cubicBezTo>
                    <a:pt x="101600" y="101600"/>
                    <a:pt x="78856" y="101600"/>
                    <a:pt x="50800" y="101600"/>
                  </a:cubicBezTo>
                  <a:lnTo>
                    <a:pt x="50800" y="101600"/>
                  </a:lnTo>
                  <a:cubicBezTo>
                    <a:pt x="22744" y="101600"/>
                    <a:pt x="0" y="101600"/>
                    <a:pt x="0" y="101600"/>
                  </a:cubicBezTo>
                  <a:lnTo>
                    <a:pt x="0" y="0"/>
                  </a:lnTo>
                  <a:cubicBezTo>
                    <a:pt x="0" y="0"/>
                    <a:pt x="22744" y="0"/>
                    <a:pt x="50800" y="0"/>
                  </a:cubicBez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298" name="任意多边形: 形状 297">
              <a:extLst>
                <a:ext uri="{FF2B5EF4-FFF2-40B4-BE49-F238E27FC236}">
                  <a16:creationId xmlns:a16="http://schemas.microsoft.com/office/drawing/2014/main" id="{62E16D40-8938-E332-6F3C-3F3981C74F07}"/>
                </a:ext>
              </a:extLst>
            </p:cNvPr>
            <p:cNvSpPr/>
            <p:nvPr/>
          </p:nvSpPr>
          <p:spPr>
            <a:xfrm>
              <a:off x="5029200" y="2863850"/>
              <a:ext cx="152400" cy="76200"/>
            </a:xfrm>
            <a:custGeom>
              <a:avLst/>
              <a:gdLst>
                <a:gd name="connsiteX0" fmla="*/ 0 w 152400"/>
                <a:gd name="connsiteY0" fmla="*/ 76200 h 76200"/>
                <a:gd name="connsiteX1" fmla="*/ 76295 w 152400"/>
                <a:gd name="connsiteY1" fmla="*/ 0 h 76200"/>
                <a:gd name="connsiteX2" fmla="*/ 152400 w 152400"/>
                <a:gd name="connsiteY2" fmla="*/ 76016 h 76200"/>
                <a:gd name="connsiteX3" fmla="*/ 152216 w 152400"/>
                <a:gd name="connsiteY3" fmla="*/ 76200 h 76200"/>
                <a:gd name="connsiteX4" fmla="*/ 0 w 152400"/>
                <a:gd name="connsiteY4" fmla="*/ 762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76200">
                  <a:moveTo>
                    <a:pt x="0" y="76200"/>
                  </a:moveTo>
                  <a:cubicBezTo>
                    <a:pt x="0" y="34118"/>
                    <a:pt x="34208" y="0"/>
                    <a:pt x="76295" y="0"/>
                  </a:cubicBezTo>
                  <a:cubicBezTo>
                    <a:pt x="118275" y="0"/>
                    <a:pt x="152400" y="34030"/>
                    <a:pt x="152400" y="76016"/>
                  </a:cubicBezTo>
                  <a:cubicBezTo>
                    <a:pt x="152400" y="76117"/>
                    <a:pt x="152317" y="76200"/>
                    <a:pt x="152216" y="76200"/>
                  </a:cubicBezTo>
                  <a:lnTo>
                    <a:pt x="0" y="76200"/>
                  </a:lnTo>
                  <a:close/>
                </a:path>
              </a:pathLst>
            </a:custGeom>
            <a:solidFill>
              <a:srgbClr val="FFFFFF"/>
            </a:solidFill>
            <a:ln w="19050" cap="flat">
              <a:solidFill>
                <a:schemeClr val="accent1">
                  <a:lumMod val="100000"/>
                </a:schemeClr>
              </a:solidFill>
              <a:prstDash val="solid"/>
              <a:round/>
            </a:ln>
          </p:spPr>
          <p:txBody>
            <a:bodyPr rtlCol="0" anchor="ctr"/>
            <a:lstStyle/>
            <a:p>
              <a:endParaRPr lang="zh-CN" altLang="en-US"/>
            </a:p>
          </p:txBody>
        </p:sp>
      </p:grpSp>
      <p:grpSp>
        <p:nvGrpSpPr>
          <p:cNvPr id="300" name="图形 2_52">
            <a:extLst>
              <a:ext uri="{FF2B5EF4-FFF2-40B4-BE49-F238E27FC236}">
                <a16:creationId xmlns:a16="http://schemas.microsoft.com/office/drawing/2014/main" id="{BFB4825F-D2F5-8A04-9E1E-2DBA5DAFEAD2}"/>
              </a:ext>
            </a:extLst>
          </p:cNvPr>
          <p:cNvGrpSpPr/>
          <p:nvPr/>
        </p:nvGrpSpPr>
        <p:grpSpPr>
          <a:xfrm>
            <a:off x="2260600" y="2743200"/>
            <a:ext cx="190500" cy="190500"/>
            <a:chOff x="2260600" y="2743200"/>
            <a:chExt cx="190500" cy="190500"/>
          </a:xfrm>
        </p:grpSpPr>
        <p:sp>
          <p:nvSpPr>
            <p:cNvPr id="301" name="任意多边形: 形状 300">
              <a:extLst>
                <a:ext uri="{FF2B5EF4-FFF2-40B4-BE49-F238E27FC236}">
                  <a16:creationId xmlns:a16="http://schemas.microsoft.com/office/drawing/2014/main" id="{4380A3D3-EB43-F9F2-4F1F-2224AF61437B}"/>
                </a:ext>
              </a:extLst>
            </p:cNvPr>
            <p:cNvSpPr/>
            <p:nvPr/>
          </p:nvSpPr>
          <p:spPr>
            <a:xfrm>
              <a:off x="2324100" y="2743200"/>
              <a:ext cx="127000" cy="139700"/>
            </a:xfrm>
            <a:custGeom>
              <a:avLst/>
              <a:gdLst>
                <a:gd name="connsiteX0" fmla="*/ 101600 w 127000"/>
                <a:gd name="connsiteY0" fmla="*/ 0 h 139700"/>
                <a:gd name="connsiteX1" fmla="*/ 127000 w 127000"/>
                <a:gd name="connsiteY1" fmla="*/ 0 h 139700"/>
                <a:gd name="connsiteX2" fmla="*/ 127000 w 127000"/>
                <a:gd name="connsiteY2" fmla="*/ 139700 h 139700"/>
                <a:gd name="connsiteX3" fmla="*/ 101600 w 127000"/>
                <a:gd name="connsiteY3" fmla="*/ 139700 h 139700"/>
                <a:gd name="connsiteX4" fmla="*/ 25400 w 127000"/>
                <a:gd name="connsiteY4" fmla="*/ 139700 h 139700"/>
                <a:gd name="connsiteX5" fmla="*/ 0 w 127000"/>
                <a:gd name="connsiteY5" fmla="*/ 139700 h 139700"/>
                <a:gd name="connsiteX6" fmla="*/ 0 w 127000"/>
                <a:gd name="connsiteY6" fmla="*/ 0 h 139700"/>
                <a:gd name="connsiteX7" fmla="*/ 25400 w 127000"/>
                <a:gd name="connsiteY7" fmla="*/ 0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000" h="139700">
                  <a:moveTo>
                    <a:pt x="101600" y="0"/>
                  </a:moveTo>
                  <a:cubicBezTo>
                    <a:pt x="115628" y="0"/>
                    <a:pt x="127000" y="0"/>
                    <a:pt x="127000" y="0"/>
                  </a:cubicBezTo>
                  <a:lnTo>
                    <a:pt x="127000" y="139700"/>
                  </a:lnTo>
                  <a:cubicBezTo>
                    <a:pt x="127000" y="139700"/>
                    <a:pt x="115628" y="139700"/>
                    <a:pt x="101600" y="139700"/>
                  </a:cubicBezTo>
                  <a:lnTo>
                    <a:pt x="25400" y="139700"/>
                  </a:lnTo>
                  <a:cubicBezTo>
                    <a:pt x="11372" y="139700"/>
                    <a:pt x="0" y="139700"/>
                    <a:pt x="0" y="139700"/>
                  </a:cubicBezTo>
                  <a:lnTo>
                    <a:pt x="0" y="0"/>
                  </a:lnTo>
                  <a:cubicBezTo>
                    <a:pt x="0" y="0"/>
                    <a:pt x="11372" y="0"/>
                    <a:pt x="25400" y="0"/>
                  </a:cubicBezTo>
                  <a:close/>
                </a:path>
              </a:pathLst>
            </a:custGeom>
            <a:noFill/>
            <a:ln w="19050" cap="flat">
              <a:solidFill>
                <a:schemeClr val="accent1">
                  <a:lumMod val="100000"/>
                </a:schemeClr>
              </a:solidFill>
              <a:prstDash val="solid"/>
              <a:miter/>
            </a:ln>
          </p:spPr>
          <p:txBody>
            <a:bodyPr rtlCol="0" anchor="ctr"/>
            <a:lstStyle/>
            <a:p>
              <a:endParaRPr lang="zh-CN" altLang="en-US"/>
            </a:p>
          </p:txBody>
        </p:sp>
        <p:sp>
          <p:nvSpPr>
            <p:cNvPr id="302" name="任意多边形: 形状 301">
              <a:extLst>
                <a:ext uri="{FF2B5EF4-FFF2-40B4-BE49-F238E27FC236}">
                  <a16:creationId xmlns:a16="http://schemas.microsoft.com/office/drawing/2014/main" id="{834C9695-7A3B-6395-F64F-4CE4C8F0335C}"/>
                </a:ext>
              </a:extLst>
            </p:cNvPr>
            <p:cNvSpPr/>
            <p:nvPr/>
          </p:nvSpPr>
          <p:spPr>
            <a:xfrm>
              <a:off x="2260600" y="2781300"/>
              <a:ext cx="152400" cy="152400"/>
            </a:xfrm>
            <a:custGeom>
              <a:avLst/>
              <a:gdLst>
                <a:gd name="connsiteX0" fmla="*/ 127000 w 152400"/>
                <a:gd name="connsiteY0" fmla="*/ 0 h 152400"/>
                <a:gd name="connsiteX1" fmla="*/ 152400 w 152400"/>
                <a:gd name="connsiteY1" fmla="*/ 0 h 152400"/>
                <a:gd name="connsiteX2" fmla="*/ 152400 w 152400"/>
                <a:gd name="connsiteY2" fmla="*/ 152400 h 152400"/>
                <a:gd name="connsiteX3" fmla="*/ 127000 w 152400"/>
                <a:gd name="connsiteY3" fmla="*/ 152400 h 152400"/>
                <a:gd name="connsiteX4" fmla="*/ 25400 w 152400"/>
                <a:gd name="connsiteY4" fmla="*/ 152400 h 152400"/>
                <a:gd name="connsiteX5" fmla="*/ 0 w 152400"/>
                <a:gd name="connsiteY5" fmla="*/ 152400 h 152400"/>
                <a:gd name="connsiteX6" fmla="*/ 0 w 152400"/>
                <a:gd name="connsiteY6" fmla="*/ 0 h 152400"/>
                <a:gd name="connsiteX7" fmla="*/ 2540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127000" y="0"/>
                  </a:moveTo>
                  <a:cubicBezTo>
                    <a:pt x="141028" y="0"/>
                    <a:pt x="152400" y="0"/>
                    <a:pt x="152400" y="0"/>
                  </a:cubicBezTo>
                  <a:lnTo>
                    <a:pt x="152400" y="152400"/>
                  </a:lnTo>
                  <a:cubicBezTo>
                    <a:pt x="152400" y="152400"/>
                    <a:pt x="141028" y="152400"/>
                    <a:pt x="127000" y="152400"/>
                  </a:cubicBezTo>
                  <a:lnTo>
                    <a:pt x="25400" y="152400"/>
                  </a:lnTo>
                  <a:cubicBezTo>
                    <a:pt x="11372" y="152400"/>
                    <a:pt x="0" y="152400"/>
                    <a:pt x="0" y="152400"/>
                  </a:cubicBezTo>
                  <a:lnTo>
                    <a:pt x="0" y="0"/>
                  </a:lnTo>
                  <a:cubicBezTo>
                    <a:pt x="0" y="0"/>
                    <a:pt x="11372" y="0"/>
                    <a:pt x="25400" y="0"/>
                  </a:cubicBezTo>
                  <a:close/>
                </a:path>
              </a:pathLst>
            </a:custGeom>
            <a:solidFill>
              <a:srgbClr val="FFFFFF"/>
            </a:solidFill>
            <a:ln w="19050" cap="flat">
              <a:solidFill>
                <a:schemeClr val="accent1">
                  <a:lumMod val="100000"/>
                </a:schemeClr>
              </a:solidFill>
              <a:prstDash val="solid"/>
              <a:miter/>
            </a:ln>
          </p:spPr>
          <p:txBody>
            <a:bodyPr rtlCol="0" anchor="ctr"/>
            <a:lstStyle/>
            <a:p>
              <a:endParaRPr lang="zh-CN" altLang="en-US"/>
            </a:p>
          </p:txBody>
        </p:sp>
        <p:sp>
          <p:nvSpPr>
            <p:cNvPr id="303" name="任意多边形: 形状 302">
              <a:extLst>
                <a:ext uri="{FF2B5EF4-FFF2-40B4-BE49-F238E27FC236}">
                  <a16:creationId xmlns:a16="http://schemas.microsoft.com/office/drawing/2014/main" id="{ACF40B8B-B504-C6DD-A288-925667495E4F}"/>
                </a:ext>
              </a:extLst>
            </p:cNvPr>
            <p:cNvSpPr/>
            <p:nvPr/>
          </p:nvSpPr>
          <p:spPr>
            <a:xfrm>
              <a:off x="2292350" y="2895600"/>
              <a:ext cx="88900" cy="6350"/>
            </a:xfrm>
            <a:custGeom>
              <a:avLst/>
              <a:gdLst>
                <a:gd name="connsiteX0" fmla="*/ 0 w 88900"/>
                <a:gd name="connsiteY0" fmla="*/ 0 h 6350"/>
                <a:gd name="connsiteX1" fmla="*/ 88900 w 88900"/>
                <a:gd name="connsiteY1" fmla="*/ 0 h 6350"/>
              </a:gdLst>
              <a:ahLst/>
              <a:cxnLst>
                <a:cxn ang="0">
                  <a:pos x="connsiteX0" y="connsiteY0"/>
                </a:cxn>
                <a:cxn ang="0">
                  <a:pos x="connsiteX1" y="connsiteY1"/>
                </a:cxn>
              </a:cxnLst>
              <a:rect l="l" t="t" r="r" b="b"/>
              <a:pathLst>
                <a:path w="88900" h="6350">
                  <a:moveTo>
                    <a:pt x="0" y="0"/>
                  </a:moveTo>
                  <a:lnTo>
                    <a:pt x="88900" y="0"/>
                  </a:lnTo>
                </a:path>
              </a:pathLst>
            </a:custGeom>
            <a:noFill/>
            <a:ln w="19050" cap="rnd">
              <a:solidFill>
                <a:schemeClr val="accent1">
                  <a:lumMod val="100000"/>
                </a:schemeClr>
              </a:solidFill>
              <a:prstDash val="solid"/>
              <a:miter/>
            </a:ln>
          </p:spPr>
          <p:txBody>
            <a:bodyPr rtlCol="0" anchor="ctr"/>
            <a:lstStyle/>
            <a:p>
              <a:endParaRPr lang="zh-CN" altLang="en-US"/>
            </a:p>
          </p:txBody>
        </p:sp>
      </p:grpSp>
      <p:sp>
        <p:nvSpPr>
          <p:cNvPr id="304" name="任意多边形: 形状 303">
            <a:extLst>
              <a:ext uri="{FF2B5EF4-FFF2-40B4-BE49-F238E27FC236}">
                <a16:creationId xmlns:a16="http://schemas.microsoft.com/office/drawing/2014/main" id="{BE65988E-3CA7-ED78-FF4A-55233B7FB710}"/>
              </a:ext>
            </a:extLst>
          </p:cNvPr>
          <p:cNvSpPr/>
          <p:nvPr/>
        </p:nvSpPr>
        <p:spPr>
          <a:xfrm>
            <a:off x="3822700" y="28017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7 w 755650"/>
              <a:gd name="connsiteY45" fmla="*/ 30315 h 73329"/>
              <a:gd name="connsiteX46" fmla="*/ 355917 w 755650"/>
              <a:gd name="connsiteY46" fmla="*/ 36665 h 73329"/>
              <a:gd name="connsiteX47" fmla="*/ 362267 w 755650"/>
              <a:gd name="connsiteY47" fmla="*/ 43015 h 73329"/>
              <a:gd name="connsiteX48" fmla="*/ 362267 w 755650"/>
              <a:gd name="connsiteY48" fmla="*/ 30315 h 73329"/>
              <a:gd name="connsiteX49" fmla="*/ 399733 w 755650"/>
              <a:gd name="connsiteY49" fmla="*/ 43015 h 73329"/>
              <a:gd name="connsiteX50" fmla="*/ 406083 w 755650"/>
              <a:gd name="connsiteY50" fmla="*/ 36665 h 73329"/>
              <a:gd name="connsiteX51" fmla="*/ 399733 w 755650"/>
              <a:gd name="connsiteY51" fmla="*/ 30315 h 73329"/>
              <a:gd name="connsiteX52" fmla="*/ 399733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2 w 755650"/>
              <a:gd name="connsiteY65" fmla="*/ 43015 h 73329"/>
              <a:gd name="connsiteX66" fmla="*/ 555942 w 755650"/>
              <a:gd name="connsiteY66" fmla="*/ 36665 h 73329"/>
              <a:gd name="connsiteX67" fmla="*/ 549592 w 755650"/>
              <a:gd name="connsiteY67" fmla="*/ 30315 h 73329"/>
              <a:gd name="connsiteX68" fmla="*/ 549592 w 755650"/>
              <a:gd name="connsiteY68" fmla="*/ 43015 h 73329"/>
              <a:gd name="connsiteX69" fmla="*/ 587058 w 755650"/>
              <a:gd name="connsiteY69" fmla="*/ 30315 h 73329"/>
              <a:gd name="connsiteX70" fmla="*/ 580708 w 755650"/>
              <a:gd name="connsiteY70" fmla="*/ 36665 h 73329"/>
              <a:gd name="connsiteX71" fmla="*/ 587058 w 755650"/>
              <a:gd name="connsiteY71" fmla="*/ 43015 h 73329"/>
              <a:gd name="connsiteX72" fmla="*/ 587058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7 w 755650"/>
              <a:gd name="connsiteY85" fmla="*/ 30315 h 73329"/>
              <a:gd name="connsiteX86" fmla="*/ 730567 w 755650"/>
              <a:gd name="connsiteY86" fmla="*/ 36665 h 73329"/>
              <a:gd name="connsiteX87" fmla="*/ 736917 w 755650"/>
              <a:gd name="connsiteY87" fmla="*/ 43015 h 73329"/>
              <a:gd name="connsiteX88" fmla="*/ 736917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7 w 755650"/>
              <a:gd name="connsiteY114" fmla="*/ 43015 h 73329"/>
              <a:gd name="connsiteX115" fmla="*/ 399733 w 755650"/>
              <a:gd name="connsiteY115" fmla="*/ 43015 h 73329"/>
              <a:gd name="connsiteX116" fmla="*/ 399733 w 755650"/>
              <a:gd name="connsiteY116" fmla="*/ 30315 h 73329"/>
              <a:gd name="connsiteX117" fmla="*/ 362267 w 755650"/>
              <a:gd name="connsiteY117" fmla="*/ 30315 h 73329"/>
              <a:gd name="connsiteX118" fmla="*/ 362267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2 w 755650"/>
              <a:gd name="connsiteY125" fmla="*/ 43015 h 73329"/>
              <a:gd name="connsiteX126" fmla="*/ 549592 w 755650"/>
              <a:gd name="connsiteY126" fmla="*/ 30315 h 73329"/>
              <a:gd name="connsiteX127" fmla="*/ 512128 w 755650"/>
              <a:gd name="connsiteY127" fmla="*/ 30315 h 73329"/>
              <a:gd name="connsiteX128" fmla="*/ 512128 w 755650"/>
              <a:gd name="connsiteY128" fmla="*/ 43015 h 73329"/>
              <a:gd name="connsiteX129" fmla="*/ 587058 w 755650"/>
              <a:gd name="connsiteY129" fmla="*/ 43015 h 73329"/>
              <a:gd name="connsiteX130" fmla="*/ 624522 w 755650"/>
              <a:gd name="connsiteY130" fmla="*/ 43015 h 73329"/>
              <a:gd name="connsiteX131" fmla="*/ 624522 w 755650"/>
              <a:gd name="connsiteY131" fmla="*/ 30315 h 73329"/>
              <a:gd name="connsiteX132" fmla="*/ 587058 w 755650"/>
              <a:gd name="connsiteY132" fmla="*/ 30315 h 73329"/>
              <a:gd name="connsiteX133" fmla="*/ 587058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02" y="30315"/>
                  <a:pt x="206058" y="33160"/>
                  <a:pt x="206058" y="36665"/>
                </a:cubicBezTo>
                <a:cubicBezTo>
                  <a:pt x="206058" y="40170"/>
                  <a:pt x="208902" y="43015"/>
                  <a:pt x="212408" y="43015"/>
                </a:cubicBezTo>
                <a:lnTo>
                  <a:pt x="212408" y="30315"/>
                </a:lnTo>
                <a:close/>
                <a:moveTo>
                  <a:pt x="249872" y="43015"/>
                </a:moveTo>
                <a:cubicBezTo>
                  <a:pt x="253378" y="43015"/>
                  <a:pt x="256222" y="40170"/>
                  <a:pt x="256222" y="36665"/>
                </a:cubicBezTo>
                <a:cubicBezTo>
                  <a:pt x="256222" y="33160"/>
                  <a:pt x="253378" y="30315"/>
                  <a:pt x="249872" y="30315"/>
                </a:cubicBezTo>
                <a:lnTo>
                  <a:pt x="249872" y="43015"/>
                </a:lnTo>
                <a:close/>
                <a:moveTo>
                  <a:pt x="287338" y="30315"/>
                </a:moveTo>
                <a:cubicBezTo>
                  <a:pt x="283832" y="30315"/>
                  <a:pt x="280988" y="33160"/>
                  <a:pt x="280988" y="36665"/>
                </a:cubicBezTo>
                <a:cubicBezTo>
                  <a:pt x="280988" y="40170"/>
                  <a:pt x="283832" y="43015"/>
                  <a:pt x="287338" y="43015"/>
                </a:cubicBezTo>
                <a:lnTo>
                  <a:pt x="287338" y="30315"/>
                </a:lnTo>
                <a:close/>
                <a:moveTo>
                  <a:pt x="324803" y="43015"/>
                </a:moveTo>
                <a:cubicBezTo>
                  <a:pt x="328308" y="43015"/>
                  <a:pt x="331153" y="40170"/>
                  <a:pt x="331153" y="36665"/>
                </a:cubicBezTo>
                <a:cubicBezTo>
                  <a:pt x="331153" y="33160"/>
                  <a:pt x="328308" y="30315"/>
                  <a:pt x="324803" y="30315"/>
                </a:cubicBezTo>
                <a:lnTo>
                  <a:pt x="324803" y="43015"/>
                </a:lnTo>
                <a:close/>
                <a:moveTo>
                  <a:pt x="362267" y="30315"/>
                </a:moveTo>
                <a:cubicBezTo>
                  <a:pt x="358762" y="30315"/>
                  <a:pt x="355917" y="33160"/>
                  <a:pt x="355917" y="36665"/>
                </a:cubicBezTo>
                <a:cubicBezTo>
                  <a:pt x="355917" y="40170"/>
                  <a:pt x="358762" y="43015"/>
                  <a:pt x="362267" y="43015"/>
                </a:cubicBezTo>
                <a:lnTo>
                  <a:pt x="362267" y="30315"/>
                </a:lnTo>
                <a:close/>
                <a:moveTo>
                  <a:pt x="399733" y="43015"/>
                </a:moveTo>
                <a:cubicBezTo>
                  <a:pt x="403238" y="43015"/>
                  <a:pt x="406083" y="40170"/>
                  <a:pt x="406083" y="36665"/>
                </a:cubicBezTo>
                <a:cubicBezTo>
                  <a:pt x="406083" y="33160"/>
                  <a:pt x="403238" y="30315"/>
                  <a:pt x="399733" y="30315"/>
                </a:cubicBezTo>
                <a:lnTo>
                  <a:pt x="399733" y="43015"/>
                </a:lnTo>
                <a:close/>
                <a:moveTo>
                  <a:pt x="437197" y="30315"/>
                </a:moveTo>
                <a:cubicBezTo>
                  <a:pt x="433692" y="30315"/>
                  <a:pt x="430847" y="33160"/>
                  <a:pt x="430847" y="36665"/>
                </a:cubicBezTo>
                <a:cubicBezTo>
                  <a:pt x="430847" y="40170"/>
                  <a:pt x="433692" y="43015"/>
                  <a:pt x="437197" y="43015"/>
                </a:cubicBezTo>
                <a:lnTo>
                  <a:pt x="437197" y="30315"/>
                </a:lnTo>
                <a:close/>
                <a:moveTo>
                  <a:pt x="474663" y="43015"/>
                </a:moveTo>
                <a:cubicBezTo>
                  <a:pt x="478168" y="43015"/>
                  <a:pt x="481013" y="40170"/>
                  <a:pt x="481013" y="36665"/>
                </a:cubicBezTo>
                <a:cubicBezTo>
                  <a:pt x="481013" y="33160"/>
                  <a:pt x="478168" y="30315"/>
                  <a:pt x="474663" y="30315"/>
                </a:cubicBezTo>
                <a:lnTo>
                  <a:pt x="474663" y="43015"/>
                </a:lnTo>
                <a:close/>
                <a:moveTo>
                  <a:pt x="512128" y="30315"/>
                </a:moveTo>
                <a:cubicBezTo>
                  <a:pt x="508622" y="30315"/>
                  <a:pt x="505778" y="33160"/>
                  <a:pt x="505778" y="36665"/>
                </a:cubicBezTo>
                <a:cubicBezTo>
                  <a:pt x="505778" y="40170"/>
                  <a:pt x="508622" y="43015"/>
                  <a:pt x="512128" y="43015"/>
                </a:cubicBezTo>
                <a:lnTo>
                  <a:pt x="512128" y="30315"/>
                </a:lnTo>
                <a:close/>
                <a:moveTo>
                  <a:pt x="549592" y="43015"/>
                </a:moveTo>
                <a:cubicBezTo>
                  <a:pt x="553098" y="43015"/>
                  <a:pt x="555942" y="40170"/>
                  <a:pt x="555942" y="36665"/>
                </a:cubicBezTo>
                <a:cubicBezTo>
                  <a:pt x="555942" y="33160"/>
                  <a:pt x="553098" y="30315"/>
                  <a:pt x="549592" y="30315"/>
                </a:cubicBezTo>
                <a:lnTo>
                  <a:pt x="549592" y="43015"/>
                </a:lnTo>
                <a:close/>
                <a:moveTo>
                  <a:pt x="587058" y="30315"/>
                </a:moveTo>
                <a:cubicBezTo>
                  <a:pt x="583552" y="30315"/>
                  <a:pt x="580708" y="33160"/>
                  <a:pt x="580708" y="36665"/>
                </a:cubicBezTo>
                <a:cubicBezTo>
                  <a:pt x="580708" y="40170"/>
                  <a:pt x="583552" y="43015"/>
                  <a:pt x="587058" y="43015"/>
                </a:cubicBezTo>
                <a:lnTo>
                  <a:pt x="587058" y="30315"/>
                </a:lnTo>
                <a:close/>
                <a:moveTo>
                  <a:pt x="624522" y="43015"/>
                </a:moveTo>
                <a:cubicBezTo>
                  <a:pt x="628028" y="43015"/>
                  <a:pt x="630872" y="40170"/>
                  <a:pt x="630872" y="36665"/>
                </a:cubicBezTo>
                <a:cubicBezTo>
                  <a:pt x="630872" y="33160"/>
                  <a:pt x="628028" y="30315"/>
                  <a:pt x="624522" y="30315"/>
                </a:cubicBezTo>
                <a:lnTo>
                  <a:pt x="624522" y="43015"/>
                </a:lnTo>
                <a:close/>
                <a:moveTo>
                  <a:pt x="661988" y="30315"/>
                </a:moveTo>
                <a:cubicBezTo>
                  <a:pt x="658482" y="30315"/>
                  <a:pt x="655638" y="33160"/>
                  <a:pt x="655638" y="36665"/>
                </a:cubicBezTo>
                <a:cubicBezTo>
                  <a:pt x="655638" y="40170"/>
                  <a:pt x="658482" y="43015"/>
                  <a:pt x="661988" y="43015"/>
                </a:cubicBezTo>
                <a:lnTo>
                  <a:pt x="661988" y="30315"/>
                </a:lnTo>
                <a:close/>
                <a:moveTo>
                  <a:pt x="699453" y="43015"/>
                </a:moveTo>
                <a:cubicBezTo>
                  <a:pt x="702958" y="43015"/>
                  <a:pt x="705803" y="40170"/>
                  <a:pt x="705803" y="36665"/>
                </a:cubicBezTo>
                <a:cubicBezTo>
                  <a:pt x="705803" y="33160"/>
                  <a:pt x="702958" y="30315"/>
                  <a:pt x="699453" y="30315"/>
                </a:cubicBezTo>
                <a:lnTo>
                  <a:pt x="699453" y="43015"/>
                </a:lnTo>
                <a:close/>
                <a:moveTo>
                  <a:pt x="736917" y="30315"/>
                </a:moveTo>
                <a:cubicBezTo>
                  <a:pt x="733412" y="30315"/>
                  <a:pt x="730567" y="33160"/>
                  <a:pt x="730567" y="36665"/>
                </a:cubicBezTo>
                <a:cubicBezTo>
                  <a:pt x="730567" y="40170"/>
                  <a:pt x="733412" y="43015"/>
                  <a:pt x="736917" y="43015"/>
                </a:cubicBezTo>
                <a:lnTo>
                  <a:pt x="736917"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7" y="43015"/>
                </a:moveTo>
                <a:lnTo>
                  <a:pt x="399733" y="43015"/>
                </a:lnTo>
                <a:lnTo>
                  <a:pt x="399733" y="30315"/>
                </a:lnTo>
                <a:lnTo>
                  <a:pt x="362267" y="30315"/>
                </a:lnTo>
                <a:lnTo>
                  <a:pt x="362267" y="43015"/>
                </a:lnTo>
                <a:close/>
                <a:moveTo>
                  <a:pt x="437197" y="43015"/>
                </a:moveTo>
                <a:lnTo>
                  <a:pt x="474663" y="43015"/>
                </a:lnTo>
                <a:lnTo>
                  <a:pt x="474663" y="30315"/>
                </a:lnTo>
                <a:lnTo>
                  <a:pt x="437197" y="30315"/>
                </a:lnTo>
                <a:lnTo>
                  <a:pt x="437197" y="43015"/>
                </a:lnTo>
                <a:close/>
                <a:moveTo>
                  <a:pt x="512128" y="43015"/>
                </a:moveTo>
                <a:lnTo>
                  <a:pt x="549592" y="43015"/>
                </a:lnTo>
                <a:lnTo>
                  <a:pt x="549592" y="30315"/>
                </a:lnTo>
                <a:lnTo>
                  <a:pt x="512128" y="30315"/>
                </a:lnTo>
                <a:lnTo>
                  <a:pt x="512128" y="43015"/>
                </a:lnTo>
                <a:close/>
                <a:moveTo>
                  <a:pt x="587058" y="43015"/>
                </a:moveTo>
                <a:lnTo>
                  <a:pt x="624522" y="43015"/>
                </a:lnTo>
                <a:lnTo>
                  <a:pt x="624522" y="30315"/>
                </a:lnTo>
                <a:lnTo>
                  <a:pt x="587058" y="30315"/>
                </a:lnTo>
                <a:lnTo>
                  <a:pt x="587058"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05" name="任意多边形: 形状 304">
            <a:extLst>
              <a:ext uri="{FF2B5EF4-FFF2-40B4-BE49-F238E27FC236}">
                <a16:creationId xmlns:a16="http://schemas.microsoft.com/office/drawing/2014/main" id="{00130BDA-5389-1733-F98D-A40AFF380DC1}"/>
              </a:ext>
            </a:extLst>
          </p:cNvPr>
          <p:cNvSpPr/>
          <p:nvPr/>
        </p:nvSpPr>
        <p:spPr>
          <a:xfrm>
            <a:off x="6159500" y="28017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3 w 755650"/>
              <a:gd name="connsiteY9" fmla="*/ 43015 h 73329"/>
              <a:gd name="connsiteX10" fmla="*/ 31433 w 755650"/>
              <a:gd name="connsiteY10" fmla="*/ 36665 h 73329"/>
              <a:gd name="connsiteX11" fmla="*/ 25083 w 755650"/>
              <a:gd name="connsiteY11" fmla="*/ 30315 h 73329"/>
              <a:gd name="connsiteX12" fmla="*/ 25083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2 w 755650"/>
              <a:gd name="connsiteY25" fmla="*/ 43015 h 73329"/>
              <a:gd name="connsiteX26" fmla="*/ 181292 w 755650"/>
              <a:gd name="connsiteY26" fmla="*/ 36665 h 73329"/>
              <a:gd name="connsiteX27" fmla="*/ 174942 w 755650"/>
              <a:gd name="connsiteY27" fmla="*/ 30315 h 73329"/>
              <a:gd name="connsiteX28" fmla="*/ 174942 w 755650"/>
              <a:gd name="connsiteY28" fmla="*/ 43015 h 73329"/>
              <a:gd name="connsiteX29" fmla="*/ 212408 w 755650"/>
              <a:gd name="connsiteY29" fmla="*/ 30315 h 73329"/>
              <a:gd name="connsiteX30" fmla="*/ 206058 w 755650"/>
              <a:gd name="connsiteY30" fmla="*/ 36665 h 73329"/>
              <a:gd name="connsiteX31" fmla="*/ 212408 w 755650"/>
              <a:gd name="connsiteY31" fmla="*/ 43015 h 73329"/>
              <a:gd name="connsiteX32" fmla="*/ 212408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3 w 755650"/>
              <a:gd name="connsiteY90" fmla="*/ 43015 h 73329"/>
              <a:gd name="connsiteX91" fmla="*/ 25083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2 w 755650"/>
              <a:gd name="connsiteY100" fmla="*/ 43015 h 73329"/>
              <a:gd name="connsiteX101" fmla="*/ 174942 w 755650"/>
              <a:gd name="connsiteY101" fmla="*/ 30315 h 73329"/>
              <a:gd name="connsiteX102" fmla="*/ 137478 w 755650"/>
              <a:gd name="connsiteY102" fmla="*/ 30315 h 73329"/>
              <a:gd name="connsiteX103" fmla="*/ 137478 w 755650"/>
              <a:gd name="connsiteY103" fmla="*/ 43015 h 73329"/>
              <a:gd name="connsiteX104" fmla="*/ 212408 w 755650"/>
              <a:gd name="connsiteY104" fmla="*/ 43015 h 73329"/>
              <a:gd name="connsiteX105" fmla="*/ 249872 w 755650"/>
              <a:gd name="connsiteY105" fmla="*/ 43015 h 73329"/>
              <a:gd name="connsiteX106" fmla="*/ 249872 w 755650"/>
              <a:gd name="connsiteY106" fmla="*/ 30315 h 73329"/>
              <a:gd name="connsiteX107" fmla="*/ 212408 w 755650"/>
              <a:gd name="connsiteY107" fmla="*/ 30315 h 73329"/>
              <a:gd name="connsiteX108" fmla="*/ 212408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3" y="43015"/>
                </a:moveTo>
                <a:cubicBezTo>
                  <a:pt x="28588" y="43015"/>
                  <a:pt x="31433" y="40170"/>
                  <a:pt x="31433" y="36665"/>
                </a:cubicBezTo>
                <a:cubicBezTo>
                  <a:pt x="31433" y="33160"/>
                  <a:pt x="28588" y="30315"/>
                  <a:pt x="25083" y="30315"/>
                </a:cubicBezTo>
                <a:lnTo>
                  <a:pt x="25083" y="43015"/>
                </a:lnTo>
                <a:close/>
                <a:moveTo>
                  <a:pt x="62547" y="30315"/>
                </a:moveTo>
                <a:cubicBezTo>
                  <a:pt x="59042" y="30315"/>
                  <a:pt x="56197" y="33160"/>
                  <a:pt x="56197" y="36665"/>
                </a:cubicBezTo>
                <a:cubicBezTo>
                  <a:pt x="56197" y="40170"/>
                  <a:pt x="59042" y="43015"/>
                  <a:pt x="62547" y="43015"/>
                </a:cubicBezTo>
                <a:lnTo>
                  <a:pt x="62547" y="30315"/>
                </a:lnTo>
                <a:close/>
                <a:moveTo>
                  <a:pt x="100013" y="43015"/>
                </a:moveTo>
                <a:cubicBezTo>
                  <a:pt x="103518" y="43015"/>
                  <a:pt x="106363" y="40170"/>
                  <a:pt x="106363" y="36665"/>
                </a:cubicBezTo>
                <a:cubicBezTo>
                  <a:pt x="106363" y="33160"/>
                  <a:pt x="103518" y="30315"/>
                  <a:pt x="100013" y="30315"/>
                </a:cubicBezTo>
                <a:lnTo>
                  <a:pt x="100013" y="43015"/>
                </a:lnTo>
                <a:close/>
                <a:moveTo>
                  <a:pt x="137478" y="30315"/>
                </a:moveTo>
                <a:cubicBezTo>
                  <a:pt x="133972" y="30315"/>
                  <a:pt x="131128" y="33160"/>
                  <a:pt x="131128" y="36665"/>
                </a:cubicBezTo>
                <a:cubicBezTo>
                  <a:pt x="131128" y="40170"/>
                  <a:pt x="133972" y="43015"/>
                  <a:pt x="137478" y="43015"/>
                </a:cubicBezTo>
                <a:lnTo>
                  <a:pt x="137478" y="30315"/>
                </a:lnTo>
                <a:close/>
                <a:moveTo>
                  <a:pt x="174942" y="43015"/>
                </a:moveTo>
                <a:cubicBezTo>
                  <a:pt x="178448" y="43015"/>
                  <a:pt x="181292" y="40170"/>
                  <a:pt x="181292" y="36665"/>
                </a:cubicBezTo>
                <a:cubicBezTo>
                  <a:pt x="181292" y="33160"/>
                  <a:pt x="178448" y="30315"/>
                  <a:pt x="174942" y="30315"/>
                </a:cubicBezTo>
                <a:lnTo>
                  <a:pt x="174942" y="43015"/>
                </a:lnTo>
                <a:close/>
                <a:moveTo>
                  <a:pt x="212408" y="30315"/>
                </a:moveTo>
                <a:cubicBezTo>
                  <a:pt x="208915" y="30315"/>
                  <a:pt x="206058" y="33160"/>
                  <a:pt x="206058" y="36665"/>
                </a:cubicBezTo>
                <a:cubicBezTo>
                  <a:pt x="206058" y="40170"/>
                  <a:pt x="208915" y="43015"/>
                  <a:pt x="212408" y="43015"/>
                </a:cubicBezTo>
                <a:lnTo>
                  <a:pt x="212408"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3" y="43015"/>
                </a:lnTo>
                <a:lnTo>
                  <a:pt x="25083"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2" y="43015"/>
                </a:lnTo>
                <a:lnTo>
                  <a:pt x="174942" y="30315"/>
                </a:lnTo>
                <a:lnTo>
                  <a:pt x="137478" y="30315"/>
                </a:lnTo>
                <a:lnTo>
                  <a:pt x="137478" y="43015"/>
                </a:lnTo>
                <a:close/>
                <a:moveTo>
                  <a:pt x="212408" y="43015"/>
                </a:moveTo>
                <a:lnTo>
                  <a:pt x="249872" y="43015"/>
                </a:lnTo>
                <a:lnTo>
                  <a:pt x="249872" y="30315"/>
                </a:lnTo>
                <a:lnTo>
                  <a:pt x="212408" y="30315"/>
                </a:lnTo>
                <a:lnTo>
                  <a:pt x="212408"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06" name="任意多边形: 形状 305">
            <a:extLst>
              <a:ext uri="{FF2B5EF4-FFF2-40B4-BE49-F238E27FC236}">
                <a16:creationId xmlns:a16="http://schemas.microsoft.com/office/drawing/2014/main" id="{4A14FA17-AA6C-F2C8-40CE-22EEE62A0603}"/>
              </a:ext>
            </a:extLst>
          </p:cNvPr>
          <p:cNvSpPr/>
          <p:nvPr/>
        </p:nvSpPr>
        <p:spPr>
          <a:xfrm>
            <a:off x="8782050" y="2801785"/>
            <a:ext cx="755650" cy="73329"/>
          </a:xfrm>
          <a:custGeom>
            <a:avLst/>
            <a:gdLst>
              <a:gd name="connsiteX0" fmla="*/ 6350 w 755650"/>
              <a:gd name="connsiteY0" fmla="*/ 30315 h 73329"/>
              <a:gd name="connsiteX1" fmla="*/ 0 w 755650"/>
              <a:gd name="connsiteY1" fmla="*/ 30315 h 73329"/>
              <a:gd name="connsiteX2" fmla="*/ 0 w 755650"/>
              <a:gd name="connsiteY2" fmla="*/ 43015 h 73329"/>
              <a:gd name="connsiteX3" fmla="*/ 6350 w 755650"/>
              <a:gd name="connsiteY3" fmla="*/ 43015 h 73329"/>
              <a:gd name="connsiteX4" fmla="*/ 6350 w 755650"/>
              <a:gd name="connsiteY4" fmla="*/ 30315 h 73329"/>
              <a:gd name="connsiteX5" fmla="*/ 755650 w 755650"/>
              <a:gd name="connsiteY5" fmla="*/ 36665 h 73329"/>
              <a:gd name="connsiteX6" fmla="*/ 692150 w 755650"/>
              <a:gd name="connsiteY6" fmla="*/ 0 h 73329"/>
              <a:gd name="connsiteX7" fmla="*/ 692150 w 755650"/>
              <a:gd name="connsiteY7" fmla="*/ 73330 h 73329"/>
              <a:gd name="connsiteX8" fmla="*/ 755650 w 755650"/>
              <a:gd name="connsiteY8" fmla="*/ 36665 h 73329"/>
              <a:gd name="connsiteX9" fmla="*/ 25082 w 755650"/>
              <a:gd name="connsiteY9" fmla="*/ 43015 h 73329"/>
              <a:gd name="connsiteX10" fmla="*/ 31432 w 755650"/>
              <a:gd name="connsiteY10" fmla="*/ 36665 h 73329"/>
              <a:gd name="connsiteX11" fmla="*/ 25082 w 755650"/>
              <a:gd name="connsiteY11" fmla="*/ 30315 h 73329"/>
              <a:gd name="connsiteX12" fmla="*/ 25082 w 755650"/>
              <a:gd name="connsiteY12" fmla="*/ 43015 h 73329"/>
              <a:gd name="connsiteX13" fmla="*/ 62547 w 755650"/>
              <a:gd name="connsiteY13" fmla="*/ 30315 h 73329"/>
              <a:gd name="connsiteX14" fmla="*/ 56197 w 755650"/>
              <a:gd name="connsiteY14" fmla="*/ 36665 h 73329"/>
              <a:gd name="connsiteX15" fmla="*/ 62547 w 755650"/>
              <a:gd name="connsiteY15" fmla="*/ 43015 h 73329"/>
              <a:gd name="connsiteX16" fmla="*/ 62547 w 755650"/>
              <a:gd name="connsiteY16" fmla="*/ 30315 h 73329"/>
              <a:gd name="connsiteX17" fmla="*/ 100013 w 755650"/>
              <a:gd name="connsiteY17" fmla="*/ 43015 h 73329"/>
              <a:gd name="connsiteX18" fmla="*/ 106363 w 755650"/>
              <a:gd name="connsiteY18" fmla="*/ 36665 h 73329"/>
              <a:gd name="connsiteX19" fmla="*/ 100013 w 755650"/>
              <a:gd name="connsiteY19" fmla="*/ 30315 h 73329"/>
              <a:gd name="connsiteX20" fmla="*/ 100013 w 755650"/>
              <a:gd name="connsiteY20" fmla="*/ 43015 h 73329"/>
              <a:gd name="connsiteX21" fmla="*/ 137478 w 755650"/>
              <a:gd name="connsiteY21" fmla="*/ 30315 h 73329"/>
              <a:gd name="connsiteX22" fmla="*/ 131128 w 755650"/>
              <a:gd name="connsiteY22" fmla="*/ 36665 h 73329"/>
              <a:gd name="connsiteX23" fmla="*/ 137478 w 755650"/>
              <a:gd name="connsiteY23" fmla="*/ 43015 h 73329"/>
              <a:gd name="connsiteX24" fmla="*/ 137478 w 755650"/>
              <a:gd name="connsiteY24" fmla="*/ 30315 h 73329"/>
              <a:gd name="connsiteX25" fmla="*/ 174943 w 755650"/>
              <a:gd name="connsiteY25" fmla="*/ 43015 h 73329"/>
              <a:gd name="connsiteX26" fmla="*/ 181293 w 755650"/>
              <a:gd name="connsiteY26" fmla="*/ 36665 h 73329"/>
              <a:gd name="connsiteX27" fmla="*/ 174943 w 755650"/>
              <a:gd name="connsiteY27" fmla="*/ 30315 h 73329"/>
              <a:gd name="connsiteX28" fmla="*/ 174943 w 755650"/>
              <a:gd name="connsiteY28" fmla="*/ 43015 h 73329"/>
              <a:gd name="connsiteX29" fmla="*/ 212407 w 755650"/>
              <a:gd name="connsiteY29" fmla="*/ 30315 h 73329"/>
              <a:gd name="connsiteX30" fmla="*/ 206057 w 755650"/>
              <a:gd name="connsiteY30" fmla="*/ 36665 h 73329"/>
              <a:gd name="connsiteX31" fmla="*/ 212407 w 755650"/>
              <a:gd name="connsiteY31" fmla="*/ 43015 h 73329"/>
              <a:gd name="connsiteX32" fmla="*/ 212407 w 755650"/>
              <a:gd name="connsiteY32" fmla="*/ 30315 h 73329"/>
              <a:gd name="connsiteX33" fmla="*/ 249872 w 755650"/>
              <a:gd name="connsiteY33" fmla="*/ 43015 h 73329"/>
              <a:gd name="connsiteX34" fmla="*/ 256222 w 755650"/>
              <a:gd name="connsiteY34" fmla="*/ 36665 h 73329"/>
              <a:gd name="connsiteX35" fmla="*/ 249872 w 755650"/>
              <a:gd name="connsiteY35" fmla="*/ 30315 h 73329"/>
              <a:gd name="connsiteX36" fmla="*/ 249872 w 755650"/>
              <a:gd name="connsiteY36" fmla="*/ 43015 h 73329"/>
              <a:gd name="connsiteX37" fmla="*/ 287338 w 755650"/>
              <a:gd name="connsiteY37" fmla="*/ 30315 h 73329"/>
              <a:gd name="connsiteX38" fmla="*/ 280988 w 755650"/>
              <a:gd name="connsiteY38" fmla="*/ 36665 h 73329"/>
              <a:gd name="connsiteX39" fmla="*/ 287338 w 755650"/>
              <a:gd name="connsiteY39" fmla="*/ 43015 h 73329"/>
              <a:gd name="connsiteX40" fmla="*/ 287338 w 755650"/>
              <a:gd name="connsiteY40" fmla="*/ 30315 h 73329"/>
              <a:gd name="connsiteX41" fmla="*/ 324803 w 755650"/>
              <a:gd name="connsiteY41" fmla="*/ 43015 h 73329"/>
              <a:gd name="connsiteX42" fmla="*/ 331153 w 755650"/>
              <a:gd name="connsiteY42" fmla="*/ 36665 h 73329"/>
              <a:gd name="connsiteX43" fmla="*/ 324803 w 755650"/>
              <a:gd name="connsiteY43" fmla="*/ 30315 h 73329"/>
              <a:gd name="connsiteX44" fmla="*/ 324803 w 755650"/>
              <a:gd name="connsiteY44" fmla="*/ 43015 h 73329"/>
              <a:gd name="connsiteX45" fmla="*/ 362268 w 755650"/>
              <a:gd name="connsiteY45" fmla="*/ 30315 h 73329"/>
              <a:gd name="connsiteX46" fmla="*/ 355918 w 755650"/>
              <a:gd name="connsiteY46" fmla="*/ 36665 h 73329"/>
              <a:gd name="connsiteX47" fmla="*/ 362268 w 755650"/>
              <a:gd name="connsiteY47" fmla="*/ 43015 h 73329"/>
              <a:gd name="connsiteX48" fmla="*/ 362268 w 755650"/>
              <a:gd name="connsiteY48" fmla="*/ 30315 h 73329"/>
              <a:gd name="connsiteX49" fmla="*/ 399732 w 755650"/>
              <a:gd name="connsiteY49" fmla="*/ 43015 h 73329"/>
              <a:gd name="connsiteX50" fmla="*/ 406082 w 755650"/>
              <a:gd name="connsiteY50" fmla="*/ 36665 h 73329"/>
              <a:gd name="connsiteX51" fmla="*/ 399732 w 755650"/>
              <a:gd name="connsiteY51" fmla="*/ 30315 h 73329"/>
              <a:gd name="connsiteX52" fmla="*/ 399732 w 755650"/>
              <a:gd name="connsiteY52" fmla="*/ 43015 h 73329"/>
              <a:gd name="connsiteX53" fmla="*/ 437197 w 755650"/>
              <a:gd name="connsiteY53" fmla="*/ 30315 h 73329"/>
              <a:gd name="connsiteX54" fmla="*/ 430847 w 755650"/>
              <a:gd name="connsiteY54" fmla="*/ 36665 h 73329"/>
              <a:gd name="connsiteX55" fmla="*/ 437197 w 755650"/>
              <a:gd name="connsiteY55" fmla="*/ 43015 h 73329"/>
              <a:gd name="connsiteX56" fmla="*/ 437197 w 755650"/>
              <a:gd name="connsiteY56" fmla="*/ 30315 h 73329"/>
              <a:gd name="connsiteX57" fmla="*/ 474663 w 755650"/>
              <a:gd name="connsiteY57" fmla="*/ 43015 h 73329"/>
              <a:gd name="connsiteX58" fmla="*/ 481013 w 755650"/>
              <a:gd name="connsiteY58" fmla="*/ 36665 h 73329"/>
              <a:gd name="connsiteX59" fmla="*/ 474663 w 755650"/>
              <a:gd name="connsiteY59" fmla="*/ 30315 h 73329"/>
              <a:gd name="connsiteX60" fmla="*/ 474663 w 755650"/>
              <a:gd name="connsiteY60" fmla="*/ 43015 h 73329"/>
              <a:gd name="connsiteX61" fmla="*/ 512128 w 755650"/>
              <a:gd name="connsiteY61" fmla="*/ 30315 h 73329"/>
              <a:gd name="connsiteX62" fmla="*/ 505778 w 755650"/>
              <a:gd name="connsiteY62" fmla="*/ 36665 h 73329"/>
              <a:gd name="connsiteX63" fmla="*/ 512128 w 755650"/>
              <a:gd name="connsiteY63" fmla="*/ 43015 h 73329"/>
              <a:gd name="connsiteX64" fmla="*/ 512128 w 755650"/>
              <a:gd name="connsiteY64" fmla="*/ 30315 h 73329"/>
              <a:gd name="connsiteX65" fmla="*/ 549593 w 755650"/>
              <a:gd name="connsiteY65" fmla="*/ 43015 h 73329"/>
              <a:gd name="connsiteX66" fmla="*/ 555943 w 755650"/>
              <a:gd name="connsiteY66" fmla="*/ 36665 h 73329"/>
              <a:gd name="connsiteX67" fmla="*/ 549593 w 755650"/>
              <a:gd name="connsiteY67" fmla="*/ 30315 h 73329"/>
              <a:gd name="connsiteX68" fmla="*/ 549593 w 755650"/>
              <a:gd name="connsiteY68" fmla="*/ 43015 h 73329"/>
              <a:gd name="connsiteX69" fmla="*/ 587057 w 755650"/>
              <a:gd name="connsiteY69" fmla="*/ 30315 h 73329"/>
              <a:gd name="connsiteX70" fmla="*/ 580707 w 755650"/>
              <a:gd name="connsiteY70" fmla="*/ 36665 h 73329"/>
              <a:gd name="connsiteX71" fmla="*/ 587057 w 755650"/>
              <a:gd name="connsiteY71" fmla="*/ 43015 h 73329"/>
              <a:gd name="connsiteX72" fmla="*/ 587057 w 755650"/>
              <a:gd name="connsiteY72" fmla="*/ 30315 h 73329"/>
              <a:gd name="connsiteX73" fmla="*/ 624522 w 755650"/>
              <a:gd name="connsiteY73" fmla="*/ 43015 h 73329"/>
              <a:gd name="connsiteX74" fmla="*/ 630872 w 755650"/>
              <a:gd name="connsiteY74" fmla="*/ 36665 h 73329"/>
              <a:gd name="connsiteX75" fmla="*/ 624522 w 755650"/>
              <a:gd name="connsiteY75" fmla="*/ 30315 h 73329"/>
              <a:gd name="connsiteX76" fmla="*/ 624522 w 755650"/>
              <a:gd name="connsiteY76" fmla="*/ 43015 h 73329"/>
              <a:gd name="connsiteX77" fmla="*/ 661988 w 755650"/>
              <a:gd name="connsiteY77" fmla="*/ 30315 h 73329"/>
              <a:gd name="connsiteX78" fmla="*/ 655638 w 755650"/>
              <a:gd name="connsiteY78" fmla="*/ 36665 h 73329"/>
              <a:gd name="connsiteX79" fmla="*/ 661988 w 755650"/>
              <a:gd name="connsiteY79" fmla="*/ 43015 h 73329"/>
              <a:gd name="connsiteX80" fmla="*/ 661988 w 755650"/>
              <a:gd name="connsiteY80" fmla="*/ 30315 h 73329"/>
              <a:gd name="connsiteX81" fmla="*/ 699453 w 755650"/>
              <a:gd name="connsiteY81" fmla="*/ 43015 h 73329"/>
              <a:gd name="connsiteX82" fmla="*/ 705803 w 755650"/>
              <a:gd name="connsiteY82" fmla="*/ 36665 h 73329"/>
              <a:gd name="connsiteX83" fmla="*/ 699453 w 755650"/>
              <a:gd name="connsiteY83" fmla="*/ 30315 h 73329"/>
              <a:gd name="connsiteX84" fmla="*/ 699453 w 755650"/>
              <a:gd name="connsiteY84" fmla="*/ 43015 h 73329"/>
              <a:gd name="connsiteX85" fmla="*/ 736918 w 755650"/>
              <a:gd name="connsiteY85" fmla="*/ 30315 h 73329"/>
              <a:gd name="connsiteX86" fmla="*/ 730568 w 755650"/>
              <a:gd name="connsiteY86" fmla="*/ 36665 h 73329"/>
              <a:gd name="connsiteX87" fmla="*/ 736918 w 755650"/>
              <a:gd name="connsiteY87" fmla="*/ 43015 h 73329"/>
              <a:gd name="connsiteX88" fmla="*/ 736918 w 755650"/>
              <a:gd name="connsiteY88" fmla="*/ 30315 h 73329"/>
              <a:gd name="connsiteX89" fmla="*/ 6350 w 755650"/>
              <a:gd name="connsiteY89" fmla="*/ 43015 h 73329"/>
              <a:gd name="connsiteX90" fmla="*/ 25082 w 755650"/>
              <a:gd name="connsiteY90" fmla="*/ 43015 h 73329"/>
              <a:gd name="connsiteX91" fmla="*/ 25082 w 755650"/>
              <a:gd name="connsiteY91" fmla="*/ 30315 h 73329"/>
              <a:gd name="connsiteX92" fmla="*/ 6350 w 755650"/>
              <a:gd name="connsiteY92" fmla="*/ 30315 h 73329"/>
              <a:gd name="connsiteX93" fmla="*/ 6350 w 755650"/>
              <a:gd name="connsiteY93" fmla="*/ 43015 h 73329"/>
              <a:gd name="connsiteX94" fmla="*/ 62547 w 755650"/>
              <a:gd name="connsiteY94" fmla="*/ 43015 h 73329"/>
              <a:gd name="connsiteX95" fmla="*/ 100013 w 755650"/>
              <a:gd name="connsiteY95" fmla="*/ 43015 h 73329"/>
              <a:gd name="connsiteX96" fmla="*/ 100013 w 755650"/>
              <a:gd name="connsiteY96" fmla="*/ 30315 h 73329"/>
              <a:gd name="connsiteX97" fmla="*/ 62547 w 755650"/>
              <a:gd name="connsiteY97" fmla="*/ 30315 h 73329"/>
              <a:gd name="connsiteX98" fmla="*/ 62547 w 755650"/>
              <a:gd name="connsiteY98" fmla="*/ 43015 h 73329"/>
              <a:gd name="connsiteX99" fmla="*/ 137478 w 755650"/>
              <a:gd name="connsiteY99" fmla="*/ 43015 h 73329"/>
              <a:gd name="connsiteX100" fmla="*/ 174943 w 755650"/>
              <a:gd name="connsiteY100" fmla="*/ 43015 h 73329"/>
              <a:gd name="connsiteX101" fmla="*/ 174943 w 755650"/>
              <a:gd name="connsiteY101" fmla="*/ 30315 h 73329"/>
              <a:gd name="connsiteX102" fmla="*/ 137478 w 755650"/>
              <a:gd name="connsiteY102" fmla="*/ 30315 h 73329"/>
              <a:gd name="connsiteX103" fmla="*/ 137478 w 755650"/>
              <a:gd name="connsiteY103" fmla="*/ 43015 h 73329"/>
              <a:gd name="connsiteX104" fmla="*/ 212407 w 755650"/>
              <a:gd name="connsiteY104" fmla="*/ 43015 h 73329"/>
              <a:gd name="connsiteX105" fmla="*/ 249872 w 755650"/>
              <a:gd name="connsiteY105" fmla="*/ 43015 h 73329"/>
              <a:gd name="connsiteX106" fmla="*/ 249872 w 755650"/>
              <a:gd name="connsiteY106" fmla="*/ 30315 h 73329"/>
              <a:gd name="connsiteX107" fmla="*/ 212407 w 755650"/>
              <a:gd name="connsiteY107" fmla="*/ 30315 h 73329"/>
              <a:gd name="connsiteX108" fmla="*/ 212407 w 755650"/>
              <a:gd name="connsiteY108" fmla="*/ 43015 h 73329"/>
              <a:gd name="connsiteX109" fmla="*/ 287338 w 755650"/>
              <a:gd name="connsiteY109" fmla="*/ 43015 h 73329"/>
              <a:gd name="connsiteX110" fmla="*/ 324803 w 755650"/>
              <a:gd name="connsiteY110" fmla="*/ 43015 h 73329"/>
              <a:gd name="connsiteX111" fmla="*/ 324803 w 755650"/>
              <a:gd name="connsiteY111" fmla="*/ 30315 h 73329"/>
              <a:gd name="connsiteX112" fmla="*/ 287338 w 755650"/>
              <a:gd name="connsiteY112" fmla="*/ 30315 h 73329"/>
              <a:gd name="connsiteX113" fmla="*/ 287338 w 755650"/>
              <a:gd name="connsiteY113" fmla="*/ 43015 h 73329"/>
              <a:gd name="connsiteX114" fmla="*/ 362268 w 755650"/>
              <a:gd name="connsiteY114" fmla="*/ 43015 h 73329"/>
              <a:gd name="connsiteX115" fmla="*/ 399732 w 755650"/>
              <a:gd name="connsiteY115" fmla="*/ 43015 h 73329"/>
              <a:gd name="connsiteX116" fmla="*/ 399732 w 755650"/>
              <a:gd name="connsiteY116" fmla="*/ 30315 h 73329"/>
              <a:gd name="connsiteX117" fmla="*/ 362268 w 755650"/>
              <a:gd name="connsiteY117" fmla="*/ 30315 h 73329"/>
              <a:gd name="connsiteX118" fmla="*/ 362268 w 755650"/>
              <a:gd name="connsiteY118" fmla="*/ 43015 h 73329"/>
              <a:gd name="connsiteX119" fmla="*/ 437197 w 755650"/>
              <a:gd name="connsiteY119" fmla="*/ 43015 h 73329"/>
              <a:gd name="connsiteX120" fmla="*/ 474663 w 755650"/>
              <a:gd name="connsiteY120" fmla="*/ 43015 h 73329"/>
              <a:gd name="connsiteX121" fmla="*/ 474663 w 755650"/>
              <a:gd name="connsiteY121" fmla="*/ 30315 h 73329"/>
              <a:gd name="connsiteX122" fmla="*/ 437197 w 755650"/>
              <a:gd name="connsiteY122" fmla="*/ 30315 h 73329"/>
              <a:gd name="connsiteX123" fmla="*/ 437197 w 755650"/>
              <a:gd name="connsiteY123" fmla="*/ 43015 h 73329"/>
              <a:gd name="connsiteX124" fmla="*/ 512128 w 755650"/>
              <a:gd name="connsiteY124" fmla="*/ 43015 h 73329"/>
              <a:gd name="connsiteX125" fmla="*/ 549593 w 755650"/>
              <a:gd name="connsiteY125" fmla="*/ 43015 h 73329"/>
              <a:gd name="connsiteX126" fmla="*/ 549593 w 755650"/>
              <a:gd name="connsiteY126" fmla="*/ 30315 h 73329"/>
              <a:gd name="connsiteX127" fmla="*/ 512128 w 755650"/>
              <a:gd name="connsiteY127" fmla="*/ 30315 h 73329"/>
              <a:gd name="connsiteX128" fmla="*/ 512128 w 755650"/>
              <a:gd name="connsiteY128" fmla="*/ 43015 h 73329"/>
              <a:gd name="connsiteX129" fmla="*/ 587057 w 755650"/>
              <a:gd name="connsiteY129" fmla="*/ 43015 h 73329"/>
              <a:gd name="connsiteX130" fmla="*/ 624522 w 755650"/>
              <a:gd name="connsiteY130" fmla="*/ 43015 h 73329"/>
              <a:gd name="connsiteX131" fmla="*/ 624522 w 755650"/>
              <a:gd name="connsiteY131" fmla="*/ 30315 h 73329"/>
              <a:gd name="connsiteX132" fmla="*/ 587057 w 755650"/>
              <a:gd name="connsiteY132" fmla="*/ 30315 h 73329"/>
              <a:gd name="connsiteX133" fmla="*/ 587057 w 755650"/>
              <a:gd name="connsiteY133" fmla="*/ 43015 h 73329"/>
              <a:gd name="connsiteX134" fmla="*/ 661988 w 755650"/>
              <a:gd name="connsiteY134" fmla="*/ 43015 h 73329"/>
              <a:gd name="connsiteX135" fmla="*/ 699453 w 755650"/>
              <a:gd name="connsiteY135" fmla="*/ 43015 h 73329"/>
              <a:gd name="connsiteX136" fmla="*/ 699453 w 755650"/>
              <a:gd name="connsiteY136" fmla="*/ 30315 h 73329"/>
              <a:gd name="connsiteX137" fmla="*/ 661988 w 755650"/>
              <a:gd name="connsiteY137" fmla="*/ 30315 h 73329"/>
              <a:gd name="connsiteX138" fmla="*/ 661988 w 755650"/>
              <a:gd name="connsiteY138" fmla="*/ 43015 h 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650" h="73329">
                <a:moveTo>
                  <a:pt x="6350" y="30315"/>
                </a:moveTo>
                <a:lnTo>
                  <a:pt x="0" y="30315"/>
                </a:lnTo>
                <a:lnTo>
                  <a:pt x="0" y="43015"/>
                </a:lnTo>
                <a:lnTo>
                  <a:pt x="6350" y="43015"/>
                </a:lnTo>
                <a:lnTo>
                  <a:pt x="6350" y="30315"/>
                </a:lnTo>
                <a:close/>
                <a:moveTo>
                  <a:pt x="755650" y="36665"/>
                </a:moveTo>
                <a:lnTo>
                  <a:pt x="692150" y="0"/>
                </a:lnTo>
                <a:lnTo>
                  <a:pt x="692150" y="73330"/>
                </a:lnTo>
                <a:lnTo>
                  <a:pt x="755650" y="36665"/>
                </a:lnTo>
                <a:close/>
                <a:moveTo>
                  <a:pt x="25082" y="43015"/>
                </a:moveTo>
                <a:cubicBezTo>
                  <a:pt x="28575" y="43015"/>
                  <a:pt x="31432" y="40170"/>
                  <a:pt x="31432" y="36665"/>
                </a:cubicBezTo>
                <a:cubicBezTo>
                  <a:pt x="31432" y="33160"/>
                  <a:pt x="28575" y="30315"/>
                  <a:pt x="25082" y="30315"/>
                </a:cubicBezTo>
                <a:lnTo>
                  <a:pt x="25082" y="43015"/>
                </a:lnTo>
                <a:close/>
                <a:moveTo>
                  <a:pt x="62547" y="30315"/>
                </a:moveTo>
                <a:cubicBezTo>
                  <a:pt x="59055" y="30315"/>
                  <a:pt x="56197" y="33160"/>
                  <a:pt x="56197" y="36665"/>
                </a:cubicBezTo>
                <a:cubicBezTo>
                  <a:pt x="56197" y="40170"/>
                  <a:pt x="59055" y="43015"/>
                  <a:pt x="62547" y="43015"/>
                </a:cubicBezTo>
                <a:lnTo>
                  <a:pt x="62547" y="30315"/>
                </a:lnTo>
                <a:close/>
                <a:moveTo>
                  <a:pt x="100013" y="43015"/>
                </a:moveTo>
                <a:cubicBezTo>
                  <a:pt x="103505" y="43015"/>
                  <a:pt x="106363" y="40170"/>
                  <a:pt x="106363" y="36665"/>
                </a:cubicBezTo>
                <a:cubicBezTo>
                  <a:pt x="106363" y="33160"/>
                  <a:pt x="103505" y="30315"/>
                  <a:pt x="100013" y="30315"/>
                </a:cubicBezTo>
                <a:lnTo>
                  <a:pt x="100013" y="43015"/>
                </a:lnTo>
                <a:close/>
                <a:moveTo>
                  <a:pt x="137478" y="30315"/>
                </a:moveTo>
                <a:cubicBezTo>
                  <a:pt x="133985" y="30315"/>
                  <a:pt x="131128" y="33160"/>
                  <a:pt x="131128" y="36665"/>
                </a:cubicBezTo>
                <a:cubicBezTo>
                  <a:pt x="131128" y="40170"/>
                  <a:pt x="133985" y="43015"/>
                  <a:pt x="137478" y="43015"/>
                </a:cubicBezTo>
                <a:lnTo>
                  <a:pt x="137478" y="30315"/>
                </a:lnTo>
                <a:close/>
                <a:moveTo>
                  <a:pt x="174943" y="43015"/>
                </a:moveTo>
                <a:cubicBezTo>
                  <a:pt x="178435" y="43015"/>
                  <a:pt x="181293" y="40170"/>
                  <a:pt x="181293" y="36665"/>
                </a:cubicBezTo>
                <a:cubicBezTo>
                  <a:pt x="181293" y="33160"/>
                  <a:pt x="178435" y="30315"/>
                  <a:pt x="174943" y="30315"/>
                </a:cubicBezTo>
                <a:lnTo>
                  <a:pt x="174943" y="43015"/>
                </a:lnTo>
                <a:close/>
                <a:moveTo>
                  <a:pt x="212407" y="30315"/>
                </a:moveTo>
                <a:cubicBezTo>
                  <a:pt x="208915" y="30315"/>
                  <a:pt x="206057" y="33160"/>
                  <a:pt x="206057" y="36665"/>
                </a:cubicBezTo>
                <a:cubicBezTo>
                  <a:pt x="206057" y="40170"/>
                  <a:pt x="208915" y="43015"/>
                  <a:pt x="212407" y="43015"/>
                </a:cubicBezTo>
                <a:lnTo>
                  <a:pt x="212407" y="30315"/>
                </a:lnTo>
                <a:close/>
                <a:moveTo>
                  <a:pt x="249872" y="43015"/>
                </a:moveTo>
                <a:cubicBezTo>
                  <a:pt x="253365" y="43015"/>
                  <a:pt x="256222" y="40170"/>
                  <a:pt x="256222" y="36665"/>
                </a:cubicBezTo>
                <a:cubicBezTo>
                  <a:pt x="256222" y="33160"/>
                  <a:pt x="253365" y="30315"/>
                  <a:pt x="249872" y="30315"/>
                </a:cubicBezTo>
                <a:lnTo>
                  <a:pt x="249872" y="43015"/>
                </a:lnTo>
                <a:close/>
                <a:moveTo>
                  <a:pt x="287338" y="30315"/>
                </a:moveTo>
                <a:cubicBezTo>
                  <a:pt x="283845" y="30315"/>
                  <a:pt x="280988" y="33160"/>
                  <a:pt x="280988" y="36665"/>
                </a:cubicBezTo>
                <a:cubicBezTo>
                  <a:pt x="280988" y="40170"/>
                  <a:pt x="283845" y="43015"/>
                  <a:pt x="287338" y="43015"/>
                </a:cubicBezTo>
                <a:lnTo>
                  <a:pt x="287338" y="30315"/>
                </a:lnTo>
                <a:close/>
                <a:moveTo>
                  <a:pt x="324803" y="43015"/>
                </a:moveTo>
                <a:cubicBezTo>
                  <a:pt x="328295" y="43015"/>
                  <a:pt x="331153" y="40170"/>
                  <a:pt x="331153" y="36665"/>
                </a:cubicBezTo>
                <a:cubicBezTo>
                  <a:pt x="331153" y="33160"/>
                  <a:pt x="328295" y="30315"/>
                  <a:pt x="324803" y="30315"/>
                </a:cubicBezTo>
                <a:lnTo>
                  <a:pt x="324803" y="43015"/>
                </a:lnTo>
                <a:close/>
                <a:moveTo>
                  <a:pt x="362268" y="30315"/>
                </a:moveTo>
                <a:cubicBezTo>
                  <a:pt x="358775" y="30315"/>
                  <a:pt x="355918" y="33160"/>
                  <a:pt x="355918" y="36665"/>
                </a:cubicBezTo>
                <a:cubicBezTo>
                  <a:pt x="355918" y="40170"/>
                  <a:pt x="358775" y="43015"/>
                  <a:pt x="362268" y="43015"/>
                </a:cubicBezTo>
                <a:lnTo>
                  <a:pt x="362268" y="30315"/>
                </a:lnTo>
                <a:close/>
                <a:moveTo>
                  <a:pt x="399732" y="43015"/>
                </a:moveTo>
                <a:cubicBezTo>
                  <a:pt x="403225" y="43015"/>
                  <a:pt x="406082" y="40170"/>
                  <a:pt x="406082" y="36665"/>
                </a:cubicBezTo>
                <a:cubicBezTo>
                  <a:pt x="406082" y="33160"/>
                  <a:pt x="403225" y="30315"/>
                  <a:pt x="399732" y="30315"/>
                </a:cubicBezTo>
                <a:lnTo>
                  <a:pt x="399732" y="43015"/>
                </a:lnTo>
                <a:close/>
                <a:moveTo>
                  <a:pt x="437197" y="30315"/>
                </a:moveTo>
                <a:cubicBezTo>
                  <a:pt x="433705" y="30315"/>
                  <a:pt x="430847" y="33160"/>
                  <a:pt x="430847" y="36665"/>
                </a:cubicBezTo>
                <a:cubicBezTo>
                  <a:pt x="430847" y="40170"/>
                  <a:pt x="433705" y="43015"/>
                  <a:pt x="437197" y="43015"/>
                </a:cubicBezTo>
                <a:lnTo>
                  <a:pt x="437197" y="30315"/>
                </a:lnTo>
                <a:close/>
                <a:moveTo>
                  <a:pt x="474663" y="43015"/>
                </a:moveTo>
                <a:cubicBezTo>
                  <a:pt x="478155" y="43015"/>
                  <a:pt x="481013" y="40170"/>
                  <a:pt x="481013" y="36665"/>
                </a:cubicBezTo>
                <a:cubicBezTo>
                  <a:pt x="481013" y="33160"/>
                  <a:pt x="478155" y="30315"/>
                  <a:pt x="474663" y="30315"/>
                </a:cubicBezTo>
                <a:lnTo>
                  <a:pt x="474663" y="43015"/>
                </a:lnTo>
                <a:close/>
                <a:moveTo>
                  <a:pt x="512128" y="30315"/>
                </a:moveTo>
                <a:cubicBezTo>
                  <a:pt x="508635" y="30315"/>
                  <a:pt x="505778" y="33160"/>
                  <a:pt x="505778" y="36665"/>
                </a:cubicBezTo>
                <a:cubicBezTo>
                  <a:pt x="505778" y="40170"/>
                  <a:pt x="508635" y="43015"/>
                  <a:pt x="512128" y="43015"/>
                </a:cubicBezTo>
                <a:lnTo>
                  <a:pt x="512128" y="30315"/>
                </a:lnTo>
                <a:close/>
                <a:moveTo>
                  <a:pt x="549593" y="43015"/>
                </a:moveTo>
                <a:cubicBezTo>
                  <a:pt x="553085" y="43015"/>
                  <a:pt x="555943" y="40170"/>
                  <a:pt x="555943" y="36665"/>
                </a:cubicBezTo>
                <a:cubicBezTo>
                  <a:pt x="555943" y="33160"/>
                  <a:pt x="553085" y="30315"/>
                  <a:pt x="549593" y="30315"/>
                </a:cubicBezTo>
                <a:lnTo>
                  <a:pt x="549593" y="43015"/>
                </a:lnTo>
                <a:close/>
                <a:moveTo>
                  <a:pt x="587057" y="30315"/>
                </a:moveTo>
                <a:cubicBezTo>
                  <a:pt x="583565" y="30315"/>
                  <a:pt x="580707" y="33160"/>
                  <a:pt x="580707" y="36665"/>
                </a:cubicBezTo>
                <a:cubicBezTo>
                  <a:pt x="580707" y="40170"/>
                  <a:pt x="583565" y="43015"/>
                  <a:pt x="587057" y="43015"/>
                </a:cubicBezTo>
                <a:lnTo>
                  <a:pt x="587057" y="30315"/>
                </a:lnTo>
                <a:close/>
                <a:moveTo>
                  <a:pt x="624522" y="43015"/>
                </a:moveTo>
                <a:cubicBezTo>
                  <a:pt x="628015" y="43015"/>
                  <a:pt x="630872" y="40170"/>
                  <a:pt x="630872" y="36665"/>
                </a:cubicBezTo>
                <a:cubicBezTo>
                  <a:pt x="630872" y="33160"/>
                  <a:pt x="628015" y="30315"/>
                  <a:pt x="624522" y="30315"/>
                </a:cubicBezTo>
                <a:lnTo>
                  <a:pt x="624522" y="43015"/>
                </a:lnTo>
                <a:close/>
                <a:moveTo>
                  <a:pt x="661988" y="30315"/>
                </a:moveTo>
                <a:cubicBezTo>
                  <a:pt x="658495" y="30315"/>
                  <a:pt x="655638" y="33160"/>
                  <a:pt x="655638" y="36665"/>
                </a:cubicBezTo>
                <a:cubicBezTo>
                  <a:pt x="655638" y="40170"/>
                  <a:pt x="658495" y="43015"/>
                  <a:pt x="661988" y="43015"/>
                </a:cubicBezTo>
                <a:lnTo>
                  <a:pt x="661988" y="30315"/>
                </a:lnTo>
                <a:close/>
                <a:moveTo>
                  <a:pt x="699453" y="43015"/>
                </a:moveTo>
                <a:cubicBezTo>
                  <a:pt x="702945" y="43015"/>
                  <a:pt x="705803" y="40170"/>
                  <a:pt x="705803" y="36665"/>
                </a:cubicBezTo>
                <a:cubicBezTo>
                  <a:pt x="705803" y="33160"/>
                  <a:pt x="702945" y="30315"/>
                  <a:pt x="699453" y="30315"/>
                </a:cubicBezTo>
                <a:lnTo>
                  <a:pt x="699453" y="43015"/>
                </a:lnTo>
                <a:close/>
                <a:moveTo>
                  <a:pt x="736918" y="30315"/>
                </a:moveTo>
                <a:cubicBezTo>
                  <a:pt x="733425" y="30315"/>
                  <a:pt x="730568" y="33160"/>
                  <a:pt x="730568" y="36665"/>
                </a:cubicBezTo>
                <a:cubicBezTo>
                  <a:pt x="730568" y="40170"/>
                  <a:pt x="733425" y="43015"/>
                  <a:pt x="736918" y="43015"/>
                </a:cubicBezTo>
                <a:lnTo>
                  <a:pt x="736918" y="30315"/>
                </a:lnTo>
                <a:close/>
                <a:moveTo>
                  <a:pt x="6350" y="43015"/>
                </a:moveTo>
                <a:lnTo>
                  <a:pt x="25082" y="43015"/>
                </a:lnTo>
                <a:lnTo>
                  <a:pt x="25082" y="30315"/>
                </a:lnTo>
                <a:lnTo>
                  <a:pt x="6350" y="30315"/>
                </a:lnTo>
                <a:lnTo>
                  <a:pt x="6350" y="43015"/>
                </a:lnTo>
                <a:close/>
                <a:moveTo>
                  <a:pt x="62547" y="43015"/>
                </a:moveTo>
                <a:lnTo>
                  <a:pt x="100013" y="43015"/>
                </a:lnTo>
                <a:lnTo>
                  <a:pt x="100013" y="30315"/>
                </a:lnTo>
                <a:lnTo>
                  <a:pt x="62547" y="30315"/>
                </a:lnTo>
                <a:lnTo>
                  <a:pt x="62547" y="43015"/>
                </a:lnTo>
                <a:close/>
                <a:moveTo>
                  <a:pt x="137478" y="43015"/>
                </a:moveTo>
                <a:lnTo>
                  <a:pt x="174943" y="43015"/>
                </a:lnTo>
                <a:lnTo>
                  <a:pt x="174943" y="30315"/>
                </a:lnTo>
                <a:lnTo>
                  <a:pt x="137478" y="30315"/>
                </a:lnTo>
                <a:lnTo>
                  <a:pt x="137478" y="43015"/>
                </a:lnTo>
                <a:close/>
                <a:moveTo>
                  <a:pt x="212407" y="43015"/>
                </a:moveTo>
                <a:lnTo>
                  <a:pt x="249872" y="43015"/>
                </a:lnTo>
                <a:lnTo>
                  <a:pt x="249872" y="30315"/>
                </a:lnTo>
                <a:lnTo>
                  <a:pt x="212407" y="30315"/>
                </a:lnTo>
                <a:lnTo>
                  <a:pt x="212407" y="43015"/>
                </a:lnTo>
                <a:close/>
                <a:moveTo>
                  <a:pt x="287338" y="43015"/>
                </a:moveTo>
                <a:lnTo>
                  <a:pt x="324803" y="43015"/>
                </a:lnTo>
                <a:lnTo>
                  <a:pt x="324803" y="30315"/>
                </a:lnTo>
                <a:lnTo>
                  <a:pt x="287338" y="30315"/>
                </a:lnTo>
                <a:lnTo>
                  <a:pt x="287338" y="43015"/>
                </a:lnTo>
                <a:close/>
                <a:moveTo>
                  <a:pt x="362268" y="43015"/>
                </a:moveTo>
                <a:lnTo>
                  <a:pt x="399732" y="43015"/>
                </a:lnTo>
                <a:lnTo>
                  <a:pt x="399732" y="30315"/>
                </a:lnTo>
                <a:lnTo>
                  <a:pt x="362268" y="30315"/>
                </a:lnTo>
                <a:lnTo>
                  <a:pt x="362268" y="43015"/>
                </a:lnTo>
                <a:close/>
                <a:moveTo>
                  <a:pt x="437197" y="43015"/>
                </a:moveTo>
                <a:lnTo>
                  <a:pt x="474663" y="43015"/>
                </a:lnTo>
                <a:lnTo>
                  <a:pt x="474663" y="30315"/>
                </a:lnTo>
                <a:lnTo>
                  <a:pt x="437197" y="30315"/>
                </a:lnTo>
                <a:lnTo>
                  <a:pt x="437197" y="43015"/>
                </a:lnTo>
                <a:close/>
                <a:moveTo>
                  <a:pt x="512128" y="43015"/>
                </a:moveTo>
                <a:lnTo>
                  <a:pt x="549593" y="43015"/>
                </a:lnTo>
                <a:lnTo>
                  <a:pt x="549593" y="30315"/>
                </a:lnTo>
                <a:lnTo>
                  <a:pt x="512128" y="30315"/>
                </a:lnTo>
                <a:lnTo>
                  <a:pt x="512128" y="43015"/>
                </a:lnTo>
                <a:close/>
                <a:moveTo>
                  <a:pt x="587057" y="43015"/>
                </a:moveTo>
                <a:lnTo>
                  <a:pt x="624522" y="43015"/>
                </a:lnTo>
                <a:lnTo>
                  <a:pt x="624522" y="30315"/>
                </a:lnTo>
                <a:lnTo>
                  <a:pt x="587057" y="30315"/>
                </a:lnTo>
                <a:lnTo>
                  <a:pt x="587057" y="43015"/>
                </a:lnTo>
                <a:close/>
                <a:moveTo>
                  <a:pt x="661988" y="43015"/>
                </a:moveTo>
                <a:lnTo>
                  <a:pt x="699453" y="43015"/>
                </a:lnTo>
                <a:lnTo>
                  <a:pt x="699453" y="30315"/>
                </a:lnTo>
                <a:lnTo>
                  <a:pt x="661988" y="30315"/>
                </a:lnTo>
                <a:lnTo>
                  <a:pt x="661988" y="4301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11" name="文本框 310">
            <a:extLst>
              <a:ext uri="{FF2B5EF4-FFF2-40B4-BE49-F238E27FC236}">
                <a16:creationId xmlns:a16="http://schemas.microsoft.com/office/drawing/2014/main" id="{481B781F-FD08-BAA9-3CCC-BDE0B519C583}"/>
              </a:ext>
            </a:extLst>
          </p:cNvPr>
          <p:cNvSpPr txBox="1"/>
          <p:nvPr/>
        </p:nvSpPr>
        <p:spPr>
          <a:xfrm>
            <a:off x="817538" y="1728773"/>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特征</a:t>
            </a:r>
          </a:p>
        </p:txBody>
      </p:sp>
      <p:sp>
        <p:nvSpPr>
          <p:cNvPr id="312" name="文本框 311">
            <a:extLst>
              <a:ext uri="{FF2B5EF4-FFF2-40B4-BE49-F238E27FC236}">
                <a16:creationId xmlns:a16="http://schemas.microsoft.com/office/drawing/2014/main" id="{5144D0B7-4983-2103-2ED9-2F41583EDF0E}"/>
              </a:ext>
            </a:extLst>
          </p:cNvPr>
          <p:cNvSpPr txBox="1"/>
          <p:nvPr/>
        </p:nvSpPr>
        <p:spPr>
          <a:xfrm>
            <a:off x="817538" y="2516173"/>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判断</a:t>
            </a:r>
          </a:p>
        </p:txBody>
      </p:sp>
      <p:sp>
        <p:nvSpPr>
          <p:cNvPr id="313" name="文本框 312">
            <a:extLst>
              <a:ext uri="{FF2B5EF4-FFF2-40B4-BE49-F238E27FC236}">
                <a16:creationId xmlns:a16="http://schemas.microsoft.com/office/drawing/2014/main" id="{E3223CD2-478D-F619-7CC1-F4948981A2D5}"/>
              </a:ext>
            </a:extLst>
          </p:cNvPr>
          <p:cNvSpPr txBox="1"/>
          <p:nvPr/>
        </p:nvSpPr>
        <p:spPr>
          <a:xfrm>
            <a:off x="817538" y="3606770"/>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定位</a:t>
            </a:r>
          </a:p>
        </p:txBody>
      </p:sp>
      <p:sp>
        <p:nvSpPr>
          <p:cNvPr id="314" name="文本框 313">
            <a:extLst>
              <a:ext uri="{FF2B5EF4-FFF2-40B4-BE49-F238E27FC236}">
                <a16:creationId xmlns:a16="http://schemas.microsoft.com/office/drawing/2014/main" id="{06ED8F26-6F99-A82C-50AF-0CA2E37AAFE4}"/>
              </a:ext>
            </a:extLst>
          </p:cNvPr>
          <p:cNvSpPr txBox="1"/>
          <p:nvPr/>
        </p:nvSpPr>
        <p:spPr>
          <a:xfrm>
            <a:off x="817538" y="4859322"/>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编排</a:t>
            </a:r>
          </a:p>
        </p:txBody>
      </p:sp>
      <p:sp>
        <p:nvSpPr>
          <p:cNvPr id="315" name="文本框 314">
            <a:extLst>
              <a:ext uri="{FF2B5EF4-FFF2-40B4-BE49-F238E27FC236}">
                <a16:creationId xmlns:a16="http://schemas.microsoft.com/office/drawing/2014/main" id="{0C24A456-4046-1848-216D-C119B15DCBCA}"/>
              </a:ext>
            </a:extLst>
          </p:cNvPr>
          <p:cNvSpPr txBox="1"/>
          <p:nvPr/>
        </p:nvSpPr>
        <p:spPr>
          <a:xfrm>
            <a:off x="817538" y="5868972"/>
            <a:ext cx="333425" cy="200055"/>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工具</a:t>
            </a:r>
          </a:p>
        </p:txBody>
      </p:sp>
      <p:sp>
        <p:nvSpPr>
          <p:cNvPr id="316" name="文本框 315">
            <a:extLst>
              <a:ext uri="{FF2B5EF4-FFF2-40B4-BE49-F238E27FC236}">
                <a16:creationId xmlns:a16="http://schemas.microsoft.com/office/drawing/2014/main" id="{55350993-1036-F3DC-85AC-5F434E274540}"/>
              </a:ext>
            </a:extLst>
          </p:cNvPr>
          <p:cNvSpPr txBox="1"/>
          <p:nvPr/>
        </p:nvSpPr>
        <p:spPr>
          <a:xfrm>
            <a:off x="2554684"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阶段性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4" name="文本框 323">
            <a:extLst>
              <a:ext uri="{FF2B5EF4-FFF2-40B4-BE49-F238E27FC236}">
                <a16:creationId xmlns:a16="http://schemas.microsoft.com/office/drawing/2014/main" id="{D7E50583-08C6-68B5-BFF1-A677C34809C2}"/>
              </a:ext>
            </a:extLst>
          </p:cNvPr>
          <p:cNvSpPr txBox="1"/>
          <p:nvPr/>
        </p:nvSpPr>
        <p:spPr>
          <a:xfrm>
            <a:off x="5107072"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驱动性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5" name="文本框 324">
            <a:extLst>
              <a:ext uri="{FF2B5EF4-FFF2-40B4-BE49-F238E27FC236}">
                <a16:creationId xmlns:a16="http://schemas.microsoft.com/office/drawing/2014/main" id="{3D1C1B02-18EC-D15F-AFB5-150054A17962}"/>
              </a:ext>
            </a:extLst>
          </p:cNvPr>
          <p:cNvSpPr txBox="1"/>
          <p:nvPr/>
        </p:nvSpPr>
        <p:spPr>
          <a:xfrm>
            <a:off x="7634369"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流程性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6" name="文本框 325">
            <a:extLst>
              <a:ext uri="{FF2B5EF4-FFF2-40B4-BE49-F238E27FC236}">
                <a16:creationId xmlns:a16="http://schemas.microsoft.com/office/drawing/2014/main" id="{8F78B02B-3869-4FA2-E745-1C147BFAF199}"/>
              </a:ext>
            </a:extLst>
          </p:cNvPr>
          <p:cNvSpPr txBox="1"/>
          <p:nvPr/>
        </p:nvSpPr>
        <p:spPr>
          <a:xfrm>
            <a:off x="10169971" y="1728773"/>
            <a:ext cx="50013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抽象性</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328" name="文本框 327">
            <a:extLst>
              <a:ext uri="{FF2B5EF4-FFF2-40B4-BE49-F238E27FC236}">
                <a16:creationId xmlns:a16="http://schemas.microsoft.com/office/drawing/2014/main" id="{327CFD96-FDC8-571D-F48F-80F13DCD9EDE}"/>
              </a:ext>
            </a:extLst>
          </p:cNvPr>
          <p:cNvSpPr txBox="1"/>
          <p:nvPr/>
        </p:nvSpPr>
        <p:spPr>
          <a:xfrm>
            <a:off x="2562920" y="2301421"/>
            <a:ext cx="89768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单阶段：单场景</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9" name="文本框 328">
            <a:extLst>
              <a:ext uri="{FF2B5EF4-FFF2-40B4-BE49-F238E27FC236}">
                <a16:creationId xmlns:a16="http://schemas.microsoft.com/office/drawing/2014/main" id="{035EF4F1-56A7-524E-D932-2A73C014F004}"/>
              </a:ext>
            </a:extLst>
          </p:cNvPr>
          <p:cNvSpPr txBox="1"/>
          <p:nvPr/>
        </p:nvSpPr>
        <p:spPr>
          <a:xfrm>
            <a:off x="2562920" y="2758621"/>
            <a:ext cx="89768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跨阶段：多场景</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0" name="文本框 329">
            <a:extLst>
              <a:ext uri="{FF2B5EF4-FFF2-40B4-BE49-F238E27FC236}">
                <a16:creationId xmlns:a16="http://schemas.microsoft.com/office/drawing/2014/main" id="{5678601C-DCB4-F3F6-4FCC-6774EC39F759}"/>
              </a:ext>
            </a:extLst>
          </p:cNvPr>
          <p:cNvSpPr txBox="1"/>
          <p:nvPr/>
        </p:nvSpPr>
        <p:spPr>
          <a:xfrm>
            <a:off x="5300463" y="2301421"/>
            <a:ext cx="38472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单角色</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1" name="文本框 330">
            <a:extLst>
              <a:ext uri="{FF2B5EF4-FFF2-40B4-BE49-F238E27FC236}">
                <a16:creationId xmlns:a16="http://schemas.microsoft.com/office/drawing/2014/main" id="{56ACC95F-72BD-48B6-55F0-6853A4B8D177}"/>
              </a:ext>
            </a:extLst>
          </p:cNvPr>
          <p:cNvSpPr txBox="1"/>
          <p:nvPr/>
        </p:nvSpPr>
        <p:spPr>
          <a:xfrm>
            <a:off x="5300463" y="2758621"/>
            <a:ext cx="38472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多角色</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2" name="文本框 331">
            <a:extLst>
              <a:ext uri="{FF2B5EF4-FFF2-40B4-BE49-F238E27FC236}">
                <a16:creationId xmlns:a16="http://schemas.microsoft.com/office/drawing/2014/main" id="{F8C53C40-BDE1-9D14-4012-11667499CCA7}"/>
              </a:ext>
            </a:extLst>
          </p:cNvPr>
          <p:cNvSpPr txBox="1"/>
          <p:nvPr/>
        </p:nvSpPr>
        <p:spPr>
          <a:xfrm>
            <a:off x="7714157" y="2301421"/>
            <a:ext cx="64120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单线任务流</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3" name="文本框 332">
            <a:extLst>
              <a:ext uri="{FF2B5EF4-FFF2-40B4-BE49-F238E27FC236}">
                <a16:creationId xmlns:a16="http://schemas.microsoft.com/office/drawing/2014/main" id="{ED24DA98-D92F-F27D-EC2F-76A118528A34}"/>
              </a:ext>
            </a:extLst>
          </p:cNvPr>
          <p:cNvSpPr txBox="1"/>
          <p:nvPr/>
        </p:nvSpPr>
        <p:spPr>
          <a:xfrm>
            <a:off x="7714157" y="2758621"/>
            <a:ext cx="641201"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多线任务流</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4" name="文本框 333">
            <a:extLst>
              <a:ext uri="{FF2B5EF4-FFF2-40B4-BE49-F238E27FC236}">
                <a16:creationId xmlns:a16="http://schemas.microsoft.com/office/drawing/2014/main" id="{E839E957-9B35-F6EF-B4FE-93C3767786A3}"/>
              </a:ext>
            </a:extLst>
          </p:cNvPr>
          <p:cNvSpPr txBox="1"/>
          <p:nvPr/>
        </p:nvSpPr>
        <p:spPr>
          <a:xfrm>
            <a:off x="10306509" y="2301421"/>
            <a:ext cx="51296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单一功能</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5" name="文本框 334">
            <a:extLst>
              <a:ext uri="{FF2B5EF4-FFF2-40B4-BE49-F238E27FC236}">
                <a16:creationId xmlns:a16="http://schemas.microsoft.com/office/drawing/2014/main" id="{1731188D-58D5-171B-E6DF-045309671FDD}"/>
              </a:ext>
            </a:extLst>
          </p:cNvPr>
          <p:cNvSpPr txBox="1"/>
          <p:nvPr/>
        </p:nvSpPr>
        <p:spPr>
          <a:xfrm>
            <a:off x="10306509" y="2758621"/>
            <a:ext cx="512962" cy="159659"/>
          </a:xfrm>
          <a:prstGeom prst="rect">
            <a:avLst/>
          </a:prstGeom>
          <a:noFill/>
        </p:spPr>
        <p:txBody>
          <a:bodyPr wrap="none" lIns="0" tIns="0" rIns="0" bIns="0" rtlCol="0">
            <a:spAutoFit/>
          </a:bodyPr>
          <a:lstStyle/>
          <a:p>
            <a:pPr>
              <a:lnSpc>
                <a:spcPct val="110000"/>
              </a:lnSpc>
            </a:pPr>
            <a:r>
              <a:rPr lang="zh-CN" altLang="en-US" sz="1000" dirty="0">
                <a:solidFill>
                  <a:schemeClr val="accent1">
                    <a:lumMod val="100000"/>
                  </a:schemeClr>
                </a:solidFill>
                <a:effectLst/>
                <a:latin typeface="MiSans Medium" panose="00000600000000000000" pitchFamily="2" charset="-122"/>
                <a:ea typeface="MiSans Medium" panose="00000600000000000000" pitchFamily="2" charset="-122"/>
              </a:rPr>
              <a:t>聚合功能</a:t>
            </a:r>
            <a:endParaRPr lang="en-US" altLang="zh-CN" sz="10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6" name="文本框 335">
            <a:extLst>
              <a:ext uri="{FF2B5EF4-FFF2-40B4-BE49-F238E27FC236}">
                <a16:creationId xmlns:a16="http://schemas.microsoft.com/office/drawing/2014/main" id="{ED2584CA-E4D2-B3D4-036B-600DA0EA8F57}"/>
              </a:ext>
            </a:extLst>
          </p:cNvPr>
          <p:cNvSpPr txBox="1"/>
          <p:nvPr/>
        </p:nvSpPr>
        <p:spPr>
          <a:xfrm>
            <a:off x="2171849" y="3308350"/>
            <a:ext cx="1282403"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每个阶段的目标是什么</a:t>
            </a:r>
          </a:p>
        </p:txBody>
      </p:sp>
      <p:sp>
        <p:nvSpPr>
          <p:cNvPr id="338" name="文本框 337">
            <a:extLst>
              <a:ext uri="{FF2B5EF4-FFF2-40B4-BE49-F238E27FC236}">
                <a16:creationId xmlns:a16="http://schemas.microsoft.com/office/drawing/2014/main" id="{3A350C0C-AD7E-2318-2206-B7B2A3B0B46D}"/>
              </a:ext>
            </a:extLst>
          </p:cNvPr>
          <p:cNvSpPr txBox="1"/>
          <p:nvPr/>
        </p:nvSpPr>
        <p:spPr>
          <a:xfrm>
            <a:off x="4763269" y="3308350"/>
            <a:ext cx="1154163"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用户角色目标是什么</a:t>
            </a:r>
          </a:p>
        </p:txBody>
      </p:sp>
      <p:sp>
        <p:nvSpPr>
          <p:cNvPr id="339" name="文本框 338">
            <a:extLst>
              <a:ext uri="{FF2B5EF4-FFF2-40B4-BE49-F238E27FC236}">
                <a16:creationId xmlns:a16="http://schemas.microsoft.com/office/drawing/2014/main" id="{5A73E35D-F2D8-77A3-D05E-68E3E15E2F73}"/>
              </a:ext>
            </a:extLst>
          </p:cNvPr>
          <p:cNvSpPr txBox="1"/>
          <p:nvPr/>
        </p:nvSpPr>
        <p:spPr>
          <a:xfrm>
            <a:off x="7323431" y="3308350"/>
            <a:ext cx="1088438"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en-US" altLang="zh-CN" dirty="0" err="1">
                <a:solidFill>
                  <a:schemeClr val="accent1">
                    <a:lumMod val="100000"/>
                  </a:schemeClr>
                </a:solidFill>
              </a:rPr>
              <a:t>Elearning</a:t>
            </a:r>
            <a:r>
              <a:rPr lang="zh-CN" altLang="en-US" dirty="0">
                <a:solidFill>
                  <a:schemeClr val="accent1">
                    <a:lumMod val="100000"/>
                  </a:schemeClr>
                </a:solidFill>
              </a:rPr>
              <a:t>管理平台</a:t>
            </a:r>
          </a:p>
        </p:txBody>
      </p:sp>
      <p:sp>
        <p:nvSpPr>
          <p:cNvPr id="350" name="文本框 349">
            <a:extLst>
              <a:ext uri="{FF2B5EF4-FFF2-40B4-BE49-F238E27FC236}">
                <a16:creationId xmlns:a16="http://schemas.microsoft.com/office/drawing/2014/main" id="{2C559774-237C-98EF-7C81-F33E61A9BC3D}"/>
              </a:ext>
            </a:extLst>
          </p:cNvPr>
          <p:cNvSpPr txBox="1"/>
          <p:nvPr/>
        </p:nvSpPr>
        <p:spPr>
          <a:xfrm>
            <a:off x="9881989" y="3308350"/>
            <a:ext cx="1025922"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功能底层如何实现</a:t>
            </a:r>
          </a:p>
        </p:txBody>
      </p:sp>
      <p:sp>
        <p:nvSpPr>
          <p:cNvPr id="351" name="文本框 350">
            <a:extLst>
              <a:ext uri="{FF2B5EF4-FFF2-40B4-BE49-F238E27FC236}">
                <a16:creationId xmlns:a16="http://schemas.microsoft.com/office/drawing/2014/main" id="{FE854ECF-122B-08D6-AD23-3EBFB51A0BB5}"/>
              </a:ext>
            </a:extLst>
          </p:cNvPr>
          <p:cNvSpPr txBox="1"/>
          <p:nvPr/>
        </p:nvSpPr>
        <p:spPr>
          <a:xfrm>
            <a:off x="2492449" y="4552496"/>
            <a:ext cx="64120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上下游场景</a:t>
            </a:r>
          </a:p>
        </p:txBody>
      </p:sp>
      <p:sp>
        <p:nvSpPr>
          <p:cNvPr id="352" name="文本框 351">
            <a:extLst>
              <a:ext uri="{FF2B5EF4-FFF2-40B4-BE49-F238E27FC236}">
                <a16:creationId xmlns:a16="http://schemas.microsoft.com/office/drawing/2014/main" id="{229D825C-CB7F-1F92-401C-98A5216C671D}"/>
              </a:ext>
            </a:extLst>
          </p:cNvPr>
          <p:cNvSpPr txBox="1"/>
          <p:nvPr/>
        </p:nvSpPr>
        <p:spPr>
          <a:xfrm>
            <a:off x="5083869" y="4552496"/>
            <a:ext cx="51296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角色定义</a:t>
            </a:r>
          </a:p>
        </p:txBody>
      </p:sp>
      <p:sp>
        <p:nvSpPr>
          <p:cNvPr id="353" name="文本框 352">
            <a:extLst>
              <a:ext uri="{FF2B5EF4-FFF2-40B4-BE49-F238E27FC236}">
                <a16:creationId xmlns:a16="http://schemas.microsoft.com/office/drawing/2014/main" id="{40051E7F-142A-31B0-C750-A24C31DCA603}"/>
              </a:ext>
            </a:extLst>
          </p:cNvPr>
          <p:cNvSpPr txBox="1"/>
          <p:nvPr/>
        </p:nvSpPr>
        <p:spPr>
          <a:xfrm>
            <a:off x="7547049" y="4552496"/>
            <a:ext cx="64120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任务流编排</a:t>
            </a:r>
          </a:p>
        </p:txBody>
      </p:sp>
      <p:sp>
        <p:nvSpPr>
          <p:cNvPr id="354" name="文本框 353">
            <a:extLst>
              <a:ext uri="{FF2B5EF4-FFF2-40B4-BE49-F238E27FC236}">
                <a16:creationId xmlns:a16="http://schemas.microsoft.com/office/drawing/2014/main" id="{AEED7671-682D-117F-43A2-92FDAFFF95CB}"/>
              </a:ext>
            </a:extLst>
          </p:cNvPr>
          <p:cNvSpPr txBox="1"/>
          <p:nvPr/>
        </p:nvSpPr>
        <p:spPr>
          <a:xfrm>
            <a:off x="10138469" y="4552496"/>
            <a:ext cx="512961" cy="159659"/>
          </a:xfrm>
          <a:prstGeom prst="rect">
            <a:avLst/>
          </a:prstGeom>
          <a:noFill/>
        </p:spPr>
        <p:txBody>
          <a:bodyPr wrap="none" lIns="0" tIns="0" rIns="0" bIns="0" rtlCol="0">
            <a:spAutoFit/>
          </a:bodyPr>
          <a:lstStyle>
            <a:defPPr>
              <a:defRPr lang="zh-CN"/>
            </a:defPPr>
            <a:lvl1pPr algn="ctr">
              <a:lnSpc>
                <a:spcPct val="110000"/>
              </a:lnSpc>
              <a:defRPr sz="1000">
                <a:solidFill>
                  <a:schemeClr val="accent5"/>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界面编排</a:t>
            </a:r>
          </a:p>
        </p:txBody>
      </p:sp>
      <p:sp>
        <p:nvSpPr>
          <p:cNvPr id="355" name="文本框 354">
            <a:extLst>
              <a:ext uri="{FF2B5EF4-FFF2-40B4-BE49-F238E27FC236}">
                <a16:creationId xmlns:a16="http://schemas.microsoft.com/office/drawing/2014/main" id="{E5C6AE21-929E-926A-AC41-5AF17D4C21F9}"/>
              </a:ext>
            </a:extLst>
          </p:cNvPr>
          <p:cNvSpPr txBox="1"/>
          <p:nvPr/>
        </p:nvSpPr>
        <p:spPr>
          <a:xfrm>
            <a:off x="2409094" y="3636522"/>
            <a:ext cx="807914"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应用的构建部署</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6" name="文本框 355">
            <a:extLst>
              <a:ext uri="{FF2B5EF4-FFF2-40B4-BE49-F238E27FC236}">
                <a16:creationId xmlns:a16="http://schemas.microsoft.com/office/drawing/2014/main" id="{D5555EDA-0FEB-0319-9C40-E1F0F4F065A8}"/>
              </a:ext>
            </a:extLst>
          </p:cNvPr>
          <p:cNvSpPr txBox="1"/>
          <p:nvPr/>
        </p:nvSpPr>
        <p:spPr>
          <a:xfrm>
            <a:off x="2409094" y="3968611"/>
            <a:ext cx="807914"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应用间服务调用</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7" name="文本框 356">
            <a:extLst>
              <a:ext uri="{FF2B5EF4-FFF2-40B4-BE49-F238E27FC236}">
                <a16:creationId xmlns:a16="http://schemas.microsoft.com/office/drawing/2014/main" id="{0032FEE3-1238-D0C3-8701-941F2A047131}"/>
              </a:ext>
            </a:extLst>
          </p:cNvPr>
          <p:cNvSpPr txBox="1"/>
          <p:nvPr/>
        </p:nvSpPr>
        <p:spPr>
          <a:xfrm>
            <a:off x="5109518" y="363652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角色职责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8" name="文本框 357">
            <a:extLst>
              <a:ext uri="{FF2B5EF4-FFF2-40B4-BE49-F238E27FC236}">
                <a16:creationId xmlns:a16="http://schemas.microsoft.com/office/drawing/2014/main" id="{C1365606-BB33-0ABE-C1BC-E0C7923725B1}"/>
              </a:ext>
            </a:extLst>
          </p:cNvPr>
          <p:cNvSpPr txBox="1"/>
          <p:nvPr/>
        </p:nvSpPr>
        <p:spPr>
          <a:xfrm>
            <a:off x="5109518" y="3968611"/>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角色任务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9" name="文本框 358">
            <a:extLst>
              <a:ext uri="{FF2B5EF4-FFF2-40B4-BE49-F238E27FC236}">
                <a16:creationId xmlns:a16="http://schemas.microsoft.com/office/drawing/2014/main" id="{F9C5DEFE-594D-7295-0309-2A695303AEA6}"/>
              </a:ext>
            </a:extLst>
          </p:cNvPr>
          <p:cNvSpPr txBox="1"/>
          <p:nvPr/>
        </p:nvSpPr>
        <p:spPr>
          <a:xfrm>
            <a:off x="7405985" y="3636522"/>
            <a:ext cx="923331"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应用、资源、配置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0" name="文本框 359">
            <a:extLst>
              <a:ext uri="{FF2B5EF4-FFF2-40B4-BE49-F238E27FC236}">
                <a16:creationId xmlns:a16="http://schemas.microsoft.com/office/drawing/2014/main" id="{2A10451E-415D-96A7-8C2D-E496EC746150}"/>
              </a:ext>
            </a:extLst>
          </p:cNvPr>
          <p:cNvSpPr txBox="1"/>
          <p:nvPr/>
        </p:nvSpPr>
        <p:spPr>
          <a:xfrm>
            <a:off x="7521402" y="3968611"/>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信息流、规则</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1" name="文本框 360">
            <a:extLst>
              <a:ext uri="{FF2B5EF4-FFF2-40B4-BE49-F238E27FC236}">
                <a16:creationId xmlns:a16="http://schemas.microsoft.com/office/drawing/2014/main" id="{A02A9142-9C9C-D78B-B897-ACD812265A8D}"/>
              </a:ext>
            </a:extLst>
          </p:cNvPr>
          <p:cNvSpPr txBox="1"/>
          <p:nvPr/>
        </p:nvSpPr>
        <p:spPr>
          <a:xfrm>
            <a:off x="9990994" y="3636522"/>
            <a:ext cx="807914"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技术架构、接口</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2" name="文本框 361">
            <a:extLst>
              <a:ext uri="{FF2B5EF4-FFF2-40B4-BE49-F238E27FC236}">
                <a16:creationId xmlns:a16="http://schemas.microsoft.com/office/drawing/2014/main" id="{A9949D85-2AEE-CED8-F5D2-5DC99F6A0FB2}"/>
              </a:ext>
            </a:extLst>
          </p:cNvPr>
          <p:cNvSpPr txBox="1"/>
          <p:nvPr/>
        </p:nvSpPr>
        <p:spPr>
          <a:xfrm>
            <a:off x="10048702" y="3968611"/>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物理映射关系</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3" name="文本框 362">
            <a:extLst>
              <a:ext uri="{FF2B5EF4-FFF2-40B4-BE49-F238E27FC236}">
                <a16:creationId xmlns:a16="http://schemas.microsoft.com/office/drawing/2014/main" id="{1F83F23B-188B-461E-288F-1D7EACCB905C}"/>
              </a:ext>
            </a:extLst>
          </p:cNvPr>
          <p:cNvSpPr txBox="1"/>
          <p:nvPr/>
        </p:nvSpPr>
        <p:spPr>
          <a:xfrm>
            <a:off x="2524510" y="488747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各阶段侧重</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4" name="文本框 363">
            <a:extLst>
              <a:ext uri="{FF2B5EF4-FFF2-40B4-BE49-F238E27FC236}">
                <a16:creationId xmlns:a16="http://schemas.microsoft.com/office/drawing/2014/main" id="{854ADE6F-1C62-2D5E-5DA1-C5215DABE05A}"/>
              </a:ext>
            </a:extLst>
          </p:cNvPr>
          <p:cNvSpPr txBox="1"/>
          <p:nvPr/>
        </p:nvSpPr>
        <p:spPr>
          <a:xfrm>
            <a:off x="2524510" y="5230372"/>
            <a:ext cx="577082"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前后置条件</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5" name="文本框 364">
            <a:extLst>
              <a:ext uri="{FF2B5EF4-FFF2-40B4-BE49-F238E27FC236}">
                <a16:creationId xmlns:a16="http://schemas.microsoft.com/office/drawing/2014/main" id="{965E8649-C5AB-6C26-041C-CE0679C25A13}"/>
              </a:ext>
            </a:extLst>
          </p:cNvPr>
          <p:cNvSpPr txBox="1"/>
          <p:nvPr/>
        </p:nvSpPr>
        <p:spPr>
          <a:xfrm>
            <a:off x="4994103" y="4887472"/>
            <a:ext cx="692497" cy="144783"/>
          </a:xfrm>
          <a:prstGeom prst="rect">
            <a:avLst/>
          </a:prstGeom>
          <a:noFill/>
        </p:spPr>
        <p:txBody>
          <a:bodyPr wrap="none" lIns="0" tIns="0" rIns="0" bIns="0" rtlCol="0">
            <a:spAutoFit/>
          </a:bodyPr>
          <a:lstStyle>
            <a:defPPr>
              <a:defRPr lang="zh-CN"/>
            </a:defPPr>
            <a:lvl1pPr algn="ctr">
              <a:lnSpc>
                <a:spcPct val="110000"/>
              </a:lnSpc>
              <a:defRPr sz="900">
                <a:solidFill>
                  <a:srgbClr val="055DF6"/>
                </a:solidFill>
                <a:effectLst/>
                <a:latin typeface="MiSans Medium" panose="00000600000000000000" pitchFamily="2" charset="-122"/>
                <a:ea typeface="MiSans Medium" panose="00000600000000000000" pitchFamily="2" charset="-122"/>
              </a:defRPr>
            </a:lvl1pPr>
          </a:lstStyle>
          <a:p>
            <a:r>
              <a:rPr lang="zh-CN" altLang="en-US" dirty="0">
                <a:solidFill>
                  <a:schemeClr val="accent1">
                    <a:lumMod val="100000"/>
                  </a:schemeClr>
                </a:solidFill>
              </a:rPr>
              <a:t>角色</a:t>
            </a:r>
            <a:r>
              <a:rPr lang="zh-CN" altLang="en-US">
                <a:solidFill>
                  <a:schemeClr val="accent1">
                    <a:lumMod val="100000"/>
                  </a:schemeClr>
                </a:solidFill>
              </a:rPr>
              <a:t>权限分配</a:t>
            </a:r>
            <a:endParaRPr lang="en-US" altLang="zh-CN" dirty="0">
              <a:solidFill>
                <a:schemeClr val="accent1">
                  <a:lumMod val="100000"/>
                </a:schemeClr>
              </a:solidFill>
            </a:endParaRPr>
          </a:p>
        </p:txBody>
      </p:sp>
      <p:sp>
        <p:nvSpPr>
          <p:cNvPr id="366" name="文本框 365">
            <a:extLst>
              <a:ext uri="{FF2B5EF4-FFF2-40B4-BE49-F238E27FC236}">
                <a16:creationId xmlns:a16="http://schemas.microsoft.com/office/drawing/2014/main" id="{3CFBF491-E639-2BF9-BD51-D0A13B7017AD}"/>
              </a:ext>
            </a:extLst>
          </p:cNvPr>
          <p:cNvSpPr txBox="1"/>
          <p:nvPr/>
        </p:nvSpPr>
        <p:spPr>
          <a:xfrm>
            <a:off x="4994102" y="5230372"/>
            <a:ext cx="69249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角色协作触点</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7" name="文本框 366">
            <a:extLst>
              <a:ext uri="{FF2B5EF4-FFF2-40B4-BE49-F238E27FC236}">
                <a16:creationId xmlns:a16="http://schemas.microsoft.com/office/drawing/2014/main" id="{0EE2339F-AA74-BEE5-9303-AE001778C6AE}"/>
              </a:ext>
            </a:extLst>
          </p:cNvPr>
          <p:cNvSpPr txBox="1"/>
          <p:nvPr/>
        </p:nvSpPr>
        <p:spPr>
          <a:xfrm>
            <a:off x="7290569" y="4887472"/>
            <a:ext cx="1154163"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任务起点、过程、结果</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8" name="文本框 367">
            <a:extLst>
              <a:ext uri="{FF2B5EF4-FFF2-40B4-BE49-F238E27FC236}">
                <a16:creationId xmlns:a16="http://schemas.microsoft.com/office/drawing/2014/main" id="{2CC4E91F-11E1-72D2-749C-6497B9D483F4}"/>
              </a:ext>
            </a:extLst>
          </p:cNvPr>
          <p:cNvSpPr txBox="1"/>
          <p:nvPr/>
        </p:nvSpPr>
        <p:spPr>
          <a:xfrm>
            <a:off x="7521402" y="52303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下一任务承接</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9" name="文本框 368">
            <a:extLst>
              <a:ext uri="{FF2B5EF4-FFF2-40B4-BE49-F238E27FC236}">
                <a16:creationId xmlns:a16="http://schemas.microsoft.com/office/drawing/2014/main" id="{EB5271DE-CB10-600D-4016-D82015067E19}"/>
              </a:ext>
            </a:extLst>
          </p:cNvPr>
          <p:cNvSpPr txBox="1"/>
          <p:nvPr/>
        </p:nvSpPr>
        <p:spPr>
          <a:xfrm>
            <a:off x="9875577" y="4887472"/>
            <a:ext cx="10387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功能层级、信息架构</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0" name="文本框 369">
            <a:extLst>
              <a:ext uri="{FF2B5EF4-FFF2-40B4-BE49-F238E27FC236}">
                <a16:creationId xmlns:a16="http://schemas.microsoft.com/office/drawing/2014/main" id="{0CE4DC77-2CD4-EE2D-4846-0FEB240670A9}"/>
              </a:ext>
            </a:extLst>
          </p:cNvPr>
          <p:cNvSpPr txBox="1"/>
          <p:nvPr/>
        </p:nvSpPr>
        <p:spPr>
          <a:xfrm>
            <a:off x="9875577" y="5230372"/>
            <a:ext cx="10387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交互逻辑、信息编排</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72" name="文本框 371">
            <a:extLst>
              <a:ext uri="{FF2B5EF4-FFF2-40B4-BE49-F238E27FC236}">
                <a16:creationId xmlns:a16="http://schemas.microsoft.com/office/drawing/2014/main" id="{C9CB981F-24C5-F837-F42C-82B344D74DD1}"/>
              </a:ext>
            </a:extLst>
          </p:cNvPr>
          <p:cNvSpPr txBox="1"/>
          <p:nvPr/>
        </p:nvSpPr>
        <p:spPr>
          <a:xfrm>
            <a:off x="1850447" y="5581194"/>
            <a:ext cx="1925206" cy="769441"/>
          </a:xfrm>
          <a:prstGeom prst="rect">
            <a:avLst/>
          </a:prstGeom>
          <a:noFill/>
        </p:spPr>
        <p:txBody>
          <a:bodyPr wrap="none" lIns="0" tIns="0" rIns="0" bIns="0" rtlCol="0">
            <a:spAutoFit/>
          </a:bodyPr>
          <a:lstStyle/>
          <a:p>
            <a:pPr algn="ctr"/>
            <a:r>
              <a:rPr lang="en-US" altLang="zh-CN" sz="5000" dirty="0">
                <a:solidFill>
                  <a:schemeClr val="accent1">
                    <a:lumMod val="100000"/>
                  </a:schemeClr>
                </a:solidFill>
                <a:effectLst/>
                <a:latin typeface="阿里巴巴普惠体" panose="00020600040101010101" pitchFamily="18" charset="-122"/>
                <a:ea typeface="阿里巴巴普惠体" panose="00020600040101010101" pitchFamily="18" charset="-122"/>
              </a:rPr>
              <a:t>C</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ollaboration</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3" name="文本框 372">
            <a:extLst>
              <a:ext uri="{FF2B5EF4-FFF2-40B4-BE49-F238E27FC236}">
                <a16:creationId xmlns:a16="http://schemas.microsoft.com/office/drawing/2014/main" id="{06836F9C-A15E-8FEA-526A-96DC93B8E870}"/>
              </a:ext>
            </a:extLst>
          </p:cNvPr>
          <p:cNvSpPr txBox="1"/>
          <p:nvPr/>
        </p:nvSpPr>
        <p:spPr>
          <a:xfrm>
            <a:off x="4463000" y="5581194"/>
            <a:ext cx="1763304" cy="769441"/>
          </a:xfrm>
          <a:prstGeom prst="rect">
            <a:avLst/>
          </a:prstGeom>
          <a:noFill/>
        </p:spPr>
        <p:txBody>
          <a:bodyPr wrap="none" lIns="0" tIns="0" rIns="0" bIns="0" rtlCol="0">
            <a:spAutoFit/>
          </a:bodyPr>
          <a:lstStyle/>
          <a:p>
            <a:pPr algn="ctr"/>
            <a:r>
              <a:rPr lang="en-US" altLang="zh-CN" sz="50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M</a:t>
            </a:r>
            <a:r>
              <a:rPr lang="en-US" altLang="zh-CN" sz="20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ulit</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-Roles</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4" name="文本框 373">
            <a:extLst>
              <a:ext uri="{FF2B5EF4-FFF2-40B4-BE49-F238E27FC236}">
                <a16:creationId xmlns:a16="http://schemas.microsoft.com/office/drawing/2014/main" id="{78AE9ADE-F3BB-4BC6-5215-3B413BCC3E81}"/>
              </a:ext>
            </a:extLst>
          </p:cNvPr>
          <p:cNvSpPr txBox="1"/>
          <p:nvPr/>
        </p:nvSpPr>
        <p:spPr>
          <a:xfrm>
            <a:off x="7143894" y="5581194"/>
            <a:ext cx="1447512" cy="769441"/>
          </a:xfrm>
          <a:prstGeom prst="rect">
            <a:avLst/>
          </a:prstGeom>
          <a:noFill/>
        </p:spPr>
        <p:txBody>
          <a:bodyPr wrap="none" lIns="0" tIns="0" rIns="0" bIns="0" rtlCol="0">
            <a:spAutoFit/>
          </a:bodyPr>
          <a:lstStyle/>
          <a:p>
            <a:pPr algn="ctr"/>
            <a:r>
              <a:rPr lang="en-US" altLang="zh-CN" sz="5000" dirty="0">
                <a:solidFill>
                  <a:schemeClr val="accent1">
                    <a:lumMod val="100000"/>
                  </a:schemeClr>
                </a:solidFill>
                <a:effectLst/>
                <a:latin typeface="阿里巴巴普惠体" panose="00020600040101010101" pitchFamily="18" charset="-122"/>
                <a:ea typeface="阿里巴巴普惠体" panose="00020600040101010101" pitchFamily="18" charset="-122"/>
              </a:rPr>
              <a:t>T</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ask Flow</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5" name="文本框 374">
            <a:extLst>
              <a:ext uri="{FF2B5EF4-FFF2-40B4-BE49-F238E27FC236}">
                <a16:creationId xmlns:a16="http://schemas.microsoft.com/office/drawing/2014/main" id="{D541D78F-59DD-ADA3-011A-8A616A354299}"/>
              </a:ext>
            </a:extLst>
          </p:cNvPr>
          <p:cNvSpPr txBox="1"/>
          <p:nvPr/>
        </p:nvSpPr>
        <p:spPr>
          <a:xfrm>
            <a:off x="9922865" y="5581194"/>
            <a:ext cx="944168" cy="769441"/>
          </a:xfrm>
          <a:prstGeom prst="rect">
            <a:avLst/>
          </a:prstGeom>
          <a:noFill/>
        </p:spPr>
        <p:txBody>
          <a:bodyPr wrap="none" lIns="0" tIns="0" rIns="0" bIns="0" rtlCol="0">
            <a:spAutoFit/>
          </a:bodyPr>
          <a:lstStyle/>
          <a:p>
            <a:pPr algn="ctr"/>
            <a:r>
              <a:rPr lang="en-US" altLang="zh-CN" sz="5000" dirty="0">
                <a:solidFill>
                  <a:schemeClr val="accent1">
                    <a:lumMod val="100000"/>
                  </a:schemeClr>
                </a:solidFill>
                <a:effectLst/>
                <a:latin typeface="阿里巴巴普惠体" panose="00020600040101010101" pitchFamily="18" charset="-122"/>
                <a:ea typeface="阿里巴巴普惠体" panose="00020600040101010101" pitchFamily="18" charset="-122"/>
              </a:rPr>
              <a:t>D</a:t>
            </a:r>
            <a:r>
              <a:rPr lang="en-US" altLang="zh-CN" sz="2000" dirty="0">
                <a:solidFill>
                  <a:schemeClr val="accent1">
                    <a:lumMod val="100000"/>
                  </a:schemeClr>
                </a:solidFill>
                <a:effectLst/>
                <a:latin typeface="阿里巴巴普惠体" panose="00020600040101010101" pitchFamily="18" charset="-122"/>
                <a:ea typeface="阿里巴巴普惠体" panose="00020600040101010101" pitchFamily="18" charset="-122"/>
              </a:rPr>
              <a:t>eep</a:t>
            </a:r>
            <a:endParaRPr lang="zh-CN" altLang="en-US" sz="2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279456891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a:extLst>
              <a:ext uri="{FF2B5EF4-FFF2-40B4-BE49-F238E27FC236}">
                <a16:creationId xmlns:a16="http://schemas.microsoft.com/office/drawing/2014/main" id="{3448D57C-5BE4-F6E7-5C49-7953E5F16A5A}"/>
              </a:ext>
            </a:extLst>
          </p:cNvPr>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0" name="矩形: 圆角 9">
            <a:extLst>
              <a:ext uri="{FF2B5EF4-FFF2-40B4-BE49-F238E27FC236}">
                <a16:creationId xmlns:a16="http://schemas.microsoft.com/office/drawing/2014/main" id="{0D23515A-E0DA-6F26-84E4-CD61DFBEEB35}"/>
              </a:ext>
            </a:extLst>
          </p:cNvPr>
          <p:cNvSpPr/>
          <p:nvPr/>
        </p:nvSpPr>
        <p:spPr>
          <a:xfrm>
            <a:off x="1295400" y="1473200"/>
            <a:ext cx="9601200" cy="4762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3" name="矩形: 圆角 12">
            <a:extLst>
              <a:ext uri="{FF2B5EF4-FFF2-40B4-BE49-F238E27FC236}">
                <a16:creationId xmlns:a16="http://schemas.microsoft.com/office/drawing/2014/main" id="{90F694D7-3AB6-77D2-BFA8-AAB57F34088E}"/>
              </a:ext>
            </a:extLst>
          </p:cNvPr>
          <p:cNvSpPr/>
          <p:nvPr/>
        </p:nvSpPr>
        <p:spPr>
          <a:xfrm>
            <a:off x="1295400" y="2089150"/>
            <a:ext cx="1016000" cy="6286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 name="矩形: 圆角 15">
            <a:extLst>
              <a:ext uri="{FF2B5EF4-FFF2-40B4-BE49-F238E27FC236}">
                <a16:creationId xmlns:a16="http://schemas.microsoft.com/office/drawing/2014/main" id="{14128960-C189-680E-94E6-3C4DE44889B7}"/>
              </a:ext>
            </a:extLst>
          </p:cNvPr>
          <p:cNvSpPr/>
          <p:nvPr/>
        </p:nvSpPr>
        <p:spPr>
          <a:xfrm>
            <a:off x="1295400" y="2844800"/>
            <a:ext cx="1016000" cy="1371600"/>
          </a:xfrm>
          <a:prstGeom prst="roundRect">
            <a:avLst>
              <a:gd name="adj" fmla="val 3909"/>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3" name="矩形: 圆角 22">
            <a:extLst>
              <a:ext uri="{FF2B5EF4-FFF2-40B4-BE49-F238E27FC236}">
                <a16:creationId xmlns:a16="http://schemas.microsoft.com/office/drawing/2014/main" id="{D9458E6C-264D-EE1E-A3D9-D75DB73D21DE}"/>
              </a:ext>
            </a:extLst>
          </p:cNvPr>
          <p:cNvSpPr/>
          <p:nvPr/>
        </p:nvSpPr>
        <p:spPr>
          <a:xfrm>
            <a:off x="1295400" y="5302250"/>
            <a:ext cx="30734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 name="矩形: 圆角 25">
            <a:extLst>
              <a:ext uri="{FF2B5EF4-FFF2-40B4-BE49-F238E27FC236}">
                <a16:creationId xmlns:a16="http://schemas.microsoft.com/office/drawing/2014/main" id="{71145E09-1EA7-2BF3-47F7-124FE4C50137}"/>
              </a:ext>
            </a:extLst>
          </p:cNvPr>
          <p:cNvSpPr/>
          <p:nvPr/>
        </p:nvSpPr>
        <p:spPr>
          <a:xfrm>
            <a:off x="4559300" y="5302250"/>
            <a:ext cx="30734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0" name="矩形: 圆角 29">
            <a:extLst>
              <a:ext uri="{FF2B5EF4-FFF2-40B4-BE49-F238E27FC236}">
                <a16:creationId xmlns:a16="http://schemas.microsoft.com/office/drawing/2014/main" id="{8356CD34-9A1E-C945-3E67-14C84311CF96}"/>
              </a:ext>
            </a:extLst>
          </p:cNvPr>
          <p:cNvSpPr/>
          <p:nvPr/>
        </p:nvSpPr>
        <p:spPr>
          <a:xfrm>
            <a:off x="7823200" y="5302250"/>
            <a:ext cx="30734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3" name="任意多边形: 形状 32">
            <a:extLst>
              <a:ext uri="{FF2B5EF4-FFF2-40B4-BE49-F238E27FC236}">
                <a16:creationId xmlns:a16="http://schemas.microsoft.com/office/drawing/2014/main" id="{EA1DC303-E63F-151E-6F98-1D1473BE4E6B}"/>
              </a:ext>
            </a:extLst>
          </p:cNvPr>
          <p:cNvSpPr/>
          <p:nvPr/>
        </p:nvSpPr>
        <p:spPr>
          <a:xfrm>
            <a:off x="2489200" y="2844800"/>
            <a:ext cx="2603500" cy="1371600"/>
          </a:xfrm>
          <a:custGeom>
            <a:avLst/>
            <a:gdLst>
              <a:gd name="connsiteX0" fmla="*/ 0 w 2603500"/>
              <a:gd name="connsiteY0" fmla="*/ 50800 h 1371600"/>
              <a:gd name="connsiteX1" fmla="*/ 50800 w 2603500"/>
              <a:gd name="connsiteY1" fmla="*/ 0 h 1371600"/>
              <a:gd name="connsiteX2" fmla="*/ 2552700 w 2603500"/>
              <a:gd name="connsiteY2" fmla="*/ 0 h 1371600"/>
              <a:gd name="connsiteX3" fmla="*/ 2603500 w 2603500"/>
              <a:gd name="connsiteY3" fmla="*/ 50800 h 1371600"/>
              <a:gd name="connsiteX4" fmla="*/ 2603500 w 2603500"/>
              <a:gd name="connsiteY4" fmla="*/ 1320800 h 1371600"/>
              <a:gd name="connsiteX5" fmla="*/ 2552700 w 2603500"/>
              <a:gd name="connsiteY5" fmla="*/ 1371600 h 1371600"/>
              <a:gd name="connsiteX6" fmla="*/ 50800 w 2603500"/>
              <a:gd name="connsiteY6" fmla="*/ 1371600 h 1371600"/>
              <a:gd name="connsiteX7" fmla="*/ 0 w 2603500"/>
              <a:gd name="connsiteY7" fmla="*/ 1320800 h 1371600"/>
              <a:gd name="connsiteX8" fmla="*/ 0 w 26035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3500" h="1371600">
                <a:moveTo>
                  <a:pt x="0" y="50800"/>
                </a:moveTo>
                <a:cubicBezTo>
                  <a:pt x="0" y="22746"/>
                  <a:pt x="22746" y="0"/>
                  <a:pt x="50800" y="0"/>
                </a:cubicBezTo>
                <a:lnTo>
                  <a:pt x="2552700" y="0"/>
                </a:lnTo>
                <a:cubicBezTo>
                  <a:pt x="2580755" y="0"/>
                  <a:pt x="2603500" y="22746"/>
                  <a:pt x="2603500" y="50800"/>
                </a:cubicBezTo>
                <a:lnTo>
                  <a:pt x="2603500" y="1320800"/>
                </a:lnTo>
                <a:cubicBezTo>
                  <a:pt x="2603500" y="1348855"/>
                  <a:pt x="2580755" y="1371600"/>
                  <a:pt x="2552700" y="1371600"/>
                </a:cubicBezTo>
                <a:lnTo>
                  <a:pt x="50800" y="1371600"/>
                </a:lnTo>
                <a:cubicBezTo>
                  <a:pt x="22746" y="1371600"/>
                  <a:pt x="0" y="1348855"/>
                  <a:pt x="0" y="132080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5" name="任意多边形: 形状 34">
            <a:extLst>
              <a:ext uri="{FF2B5EF4-FFF2-40B4-BE49-F238E27FC236}">
                <a16:creationId xmlns:a16="http://schemas.microsoft.com/office/drawing/2014/main" id="{164F3E44-471E-6B6B-C90C-9BCB85F7A244}"/>
              </a:ext>
            </a:extLst>
          </p:cNvPr>
          <p:cNvSpPr/>
          <p:nvPr/>
        </p:nvSpPr>
        <p:spPr>
          <a:xfrm>
            <a:off x="2489200" y="4318000"/>
            <a:ext cx="7099300" cy="330200"/>
          </a:xfrm>
          <a:custGeom>
            <a:avLst/>
            <a:gdLst>
              <a:gd name="connsiteX0" fmla="*/ 0 w 7099300"/>
              <a:gd name="connsiteY0" fmla="*/ 50800 h 330200"/>
              <a:gd name="connsiteX1" fmla="*/ 50800 w 7099300"/>
              <a:gd name="connsiteY1" fmla="*/ 0 h 330200"/>
              <a:gd name="connsiteX2" fmla="*/ 7048500 w 7099300"/>
              <a:gd name="connsiteY2" fmla="*/ 0 h 330200"/>
              <a:gd name="connsiteX3" fmla="*/ 7099300 w 7099300"/>
              <a:gd name="connsiteY3" fmla="*/ 50800 h 330200"/>
              <a:gd name="connsiteX4" fmla="*/ 7099300 w 7099300"/>
              <a:gd name="connsiteY4" fmla="*/ 279400 h 330200"/>
              <a:gd name="connsiteX5" fmla="*/ 7048500 w 7099300"/>
              <a:gd name="connsiteY5" fmla="*/ 330200 h 330200"/>
              <a:gd name="connsiteX6" fmla="*/ 50800 w 7099300"/>
              <a:gd name="connsiteY6" fmla="*/ 330200 h 330200"/>
              <a:gd name="connsiteX7" fmla="*/ 0 w 7099300"/>
              <a:gd name="connsiteY7" fmla="*/ 279400 h 330200"/>
              <a:gd name="connsiteX8" fmla="*/ 0 w 7099300"/>
              <a:gd name="connsiteY8" fmla="*/ 5080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99300" h="330200">
                <a:moveTo>
                  <a:pt x="0" y="50800"/>
                </a:moveTo>
                <a:cubicBezTo>
                  <a:pt x="0" y="22746"/>
                  <a:pt x="22746" y="0"/>
                  <a:pt x="50800" y="0"/>
                </a:cubicBezTo>
                <a:lnTo>
                  <a:pt x="7048500" y="0"/>
                </a:lnTo>
                <a:cubicBezTo>
                  <a:pt x="7076568" y="0"/>
                  <a:pt x="7099300" y="22746"/>
                  <a:pt x="7099300" y="50800"/>
                </a:cubicBezTo>
                <a:lnTo>
                  <a:pt x="7099300" y="279400"/>
                </a:lnTo>
                <a:cubicBezTo>
                  <a:pt x="7099300" y="307455"/>
                  <a:pt x="7076568" y="330200"/>
                  <a:pt x="7048500" y="330200"/>
                </a:cubicBezTo>
                <a:lnTo>
                  <a:pt x="50800" y="330200"/>
                </a:lnTo>
                <a:cubicBezTo>
                  <a:pt x="22746" y="330200"/>
                  <a:pt x="0" y="307455"/>
                  <a:pt x="0" y="27940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8" name="任意多边形: 形状 37">
            <a:extLst>
              <a:ext uri="{FF2B5EF4-FFF2-40B4-BE49-F238E27FC236}">
                <a16:creationId xmlns:a16="http://schemas.microsoft.com/office/drawing/2014/main" id="{32273F59-5445-7E22-8460-5EAC16E06E50}"/>
              </a:ext>
            </a:extLst>
          </p:cNvPr>
          <p:cNvSpPr/>
          <p:nvPr/>
        </p:nvSpPr>
        <p:spPr>
          <a:xfrm>
            <a:off x="2489200" y="2089150"/>
            <a:ext cx="2603500" cy="628650"/>
          </a:xfrm>
          <a:custGeom>
            <a:avLst/>
            <a:gdLst>
              <a:gd name="connsiteX0" fmla="*/ 0 w 2603500"/>
              <a:gd name="connsiteY0" fmla="*/ 50800 h 628650"/>
              <a:gd name="connsiteX1" fmla="*/ 50800 w 2603500"/>
              <a:gd name="connsiteY1" fmla="*/ 0 h 628650"/>
              <a:gd name="connsiteX2" fmla="*/ 2552700 w 2603500"/>
              <a:gd name="connsiteY2" fmla="*/ 0 h 628650"/>
              <a:gd name="connsiteX3" fmla="*/ 2603500 w 2603500"/>
              <a:gd name="connsiteY3" fmla="*/ 50800 h 628650"/>
              <a:gd name="connsiteX4" fmla="*/ 2603500 w 2603500"/>
              <a:gd name="connsiteY4" fmla="*/ 577850 h 628650"/>
              <a:gd name="connsiteX5" fmla="*/ 2552700 w 2603500"/>
              <a:gd name="connsiteY5" fmla="*/ 628650 h 628650"/>
              <a:gd name="connsiteX6" fmla="*/ 50800 w 2603500"/>
              <a:gd name="connsiteY6" fmla="*/ 628650 h 628650"/>
              <a:gd name="connsiteX7" fmla="*/ 0 w 2603500"/>
              <a:gd name="connsiteY7" fmla="*/ 577850 h 628650"/>
              <a:gd name="connsiteX8" fmla="*/ 0 w 2603500"/>
              <a:gd name="connsiteY8" fmla="*/ 5080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3500" h="628650">
                <a:moveTo>
                  <a:pt x="0" y="50800"/>
                </a:moveTo>
                <a:cubicBezTo>
                  <a:pt x="0" y="22746"/>
                  <a:pt x="22746" y="0"/>
                  <a:pt x="50800" y="0"/>
                </a:cubicBezTo>
                <a:lnTo>
                  <a:pt x="2552700" y="0"/>
                </a:lnTo>
                <a:cubicBezTo>
                  <a:pt x="2580755" y="0"/>
                  <a:pt x="2603500" y="22746"/>
                  <a:pt x="2603500" y="50800"/>
                </a:cubicBezTo>
                <a:lnTo>
                  <a:pt x="2603500" y="577850"/>
                </a:lnTo>
                <a:cubicBezTo>
                  <a:pt x="2603500" y="605904"/>
                  <a:pt x="2580755" y="628650"/>
                  <a:pt x="2552700" y="628650"/>
                </a:cubicBezTo>
                <a:lnTo>
                  <a:pt x="50800" y="628650"/>
                </a:lnTo>
                <a:cubicBezTo>
                  <a:pt x="22746" y="628650"/>
                  <a:pt x="0" y="605904"/>
                  <a:pt x="0" y="57785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0" name="任意多边形: 形状 39">
            <a:extLst>
              <a:ext uri="{FF2B5EF4-FFF2-40B4-BE49-F238E27FC236}">
                <a16:creationId xmlns:a16="http://schemas.microsoft.com/office/drawing/2014/main" id="{3CE21F9C-237E-438D-FF56-3F4A4A5FB5C2}"/>
              </a:ext>
            </a:extLst>
          </p:cNvPr>
          <p:cNvSpPr/>
          <p:nvPr/>
        </p:nvSpPr>
        <p:spPr>
          <a:xfrm>
            <a:off x="5270500" y="2089150"/>
            <a:ext cx="4318000" cy="628650"/>
          </a:xfrm>
          <a:custGeom>
            <a:avLst/>
            <a:gdLst>
              <a:gd name="connsiteX0" fmla="*/ 0 w 4318000"/>
              <a:gd name="connsiteY0" fmla="*/ 50800 h 628650"/>
              <a:gd name="connsiteX1" fmla="*/ 50800 w 4318000"/>
              <a:gd name="connsiteY1" fmla="*/ 0 h 628650"/>
              <a:gd name="connsiteX2" fmla="*/ 4267200 w 4318000"/>
              <a:gd name="connsiteY2" fmla="*/ 0 h 628650"/>
              <a:gd name="connsiteX3" fmla="*/ 4318000 w 4318000"/>
              <a:gd name="connsiteY3" fmla="*/ 50800 h 628650"/>
              <a:gd name="connsiteX4" fmla="*/ 4318000 w 4318000"/>
              <a:gd name="connsiteY4" fmla="*/ 577850 h 628650"/>
              <a:gd name="connsiteX5" fmla="*/ 4267200 w 4318000"/>
              <a:gd name="connsiteY5" fmla="*/ 628650 h 628650"/>
              <a:gd name="connsiteX6" fmla="*/ 50800 w 4318000"/>
              <a:gd name="connsiteY6" fmla="*/ 628650 h 628650"/>
              <a:gd name="connsiteX7" fmla="*/ 0 w 4318000"/>
              <a:gd name="connsiteY7" fmla="*/ 577850 h 628650"/>
              <a:gd name="connsiteX8" fmla="*/ 0 w 4318000"/>
              <a:gd name="connsiteY8" fmla="*/ 5080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8000" h="628650">
                <a:moveTo>
                  <a:pt x="0" y="50800"/>
                </a:moveTo>
                <a:cubicBezTo>
                  <a:pt x="0" y="22746"/>
                  <a:pt x="22746" y="0"/>
                  <a:pt x="50800" y="0"/>
                </a:cubicBezTo>
                <a:lnTo>
                  <a:pt x="4267200" y="0"/>
                </a:lnTo>
                <a:cubicBezTo>
                  <a:pt x="4295268" y="0"/>
                  <a:pt x="4318000" y="22746"/>
                  <a:pt x="4318000" y="50800"/>
                </a:cubicBezTo>
                <a:lnTo>
                  <a:pt x="4318000" y="577850"/>
                </a:lnTo>
                <a:cubicBezTo>
                  <a:pt x="4318000" y="605904"/>
                  <a:pt x="4295268" y="628650"/>
                  <a:pt x="4267200" y="628650"/>
                </a:cubicBezTo>
                <a:lnTo>
                  <a:pt x="50800" y="628650"/>
                </a:lnTo>
                <a:cubicBezTo>
                  <a:pt x="22746" y="628650"/>
                  <a:pt x="0" y="605904"/>
                  <a:pt x="0" y="57785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3" name="任意多边形: 形状 42">
            <a:extLst>
              <a:ext uri="{FF2B5EF4-FFF2-40B4-BE49-F238E27FC236}">
                <a16:creationId xmlns:a16="http://schemas.microsoft.com/office/drawing/2014/main" id="{ADFEE336-B758-1C36-98A3-44F44148D636}"/>
              </a:ext>
            </a:extLst>
          </p:cNvPr>
          <p:cNvSpPr/>
          <p:nvPr/>
        </p:nvSpPr>
        <p:spPr>
          <a:xfrm>
            <a:off x="5270500" y="2844800"/>
            <a:ext cx="4318000" cy="1371600"/>
          </a:xfrm>
          <a:custGeom>
            <a:avLst/>
            <a:gdLst>
              <a:gd name="connsiteX0" fmla="*/ 0 w 4318000"/>
              <a:gd name="connsiteY0" fmla="*/ 50800 h 1371600"/>
              <a:gd name="connsiteX1" fmla="*/ 50800 w 4318000"/>
              <a:gd name="connsiteY1" fmla="*/ 0 h 1371600"/>
              <a:gd name="connsiteX2" fmla="*/ 4267200 w 4318000"/>
              <a:gd name="connsiteY2" fmla="*/ 0 h 1371600"/>
              <a:gd name="connsiteX3" fmla="*/ 4318000 w 4318000"/>
              <a:gd name="connsiteY3" fmla="*/ 50800 h 1371600"/>
              <a:gd name="connsiteX4" fmla="*/ 4318000 w 4318000"/>
              <a:gd name="connsiteY4" fmla="*/ 1320800 h 1371600"/>
              <a:gd name="connsiteX5" fmla="*/ 4267200 w 4318000"/>
              <a:gd name="connsiteY5" fmla="*/ 1371600 h 1371600"/>
              <a:gd name="connsiteX6" fmla="*/ 50800 w 4318000"/>
              <a:gd name="connsiteY6" fmla="*/ 1371600 h 1371600"/>
              <a:gd name="connsiteX7" fmla="*/ 0 w 4318000"/>
              <a:gd name="connsiteY7" fmla="*/ 1320800 h 1371600"/>
              <a:gd name="connsiteX8" fmla="*/ 0 w 43180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8000" h="1371600">
                <a:moveTo>
                  <a:pt x="0" y="50800"/>
                </a:moveTo>
                <a:cubicBezTo>
                  <a:pt x="0" y="22746"/>
                  <a:pt x="22746" y="0"/>
                  <a:pt x="50800" y="0"/>
                </a:cubicBezTo>
                <a:lnTo>
                  <a:pt x="4267200" y="0"/>
                </a:lnTo>
                <a:cubicBezTo>
                  <a:pt x="4295268" y="0"/>
                  <a:pt x="4318000" y="22746"/>
                  <a:pt x="4318000" y="50800"/>
                </a:cubicBezTo>
                <a:lnTo>
                  <a:pt x="4318000" y="1320800"/>
                </a:lnTo>
                <a:cubicBezTo>
                  <a:pt x="4318000" y="1348855"/>
                  <a:pt x="4295268" y="1371600"/>
                  <a:pt x="4267200" y="1371600"/>
                </a:cubicBezTo>
                <a:lnTo>
                  <a:pt x="50800" y="1371600"/>
                </a:lnTo>
                <a:cubicBezTo>
                  <a:pt x="22746" y="1371600"/>
                  <a:pt x="0" y="1348855"/>
                  <a:pt x="0" y="1320800"/>
                </a:cubicBezTo>
                <a:lnTo>
                  <a:pt x="0" y="50800"/>
                </a:ln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6" name="矩形: 圆角 55">
            <a:extLst>
              <a:ext uri="{FF2B5EF4-FFF2-40B4-BE49-F238E27FC236}">
                <a16:creationId xmlns:a16="http://schemas.microsoft.com/office/drawing/2014/main" id="{95211D15-072C-E359-2E02-65227B94282D}"/>
              </a:ext>
            </a:extLst>
          </p:cNvPr>
          <p:cNvSpPr/>
          <p:nvPr/>
        </p:nvSpPr>
        <p:spPr>
          <a:xfrm>
            <a:off x="265430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0" name="矩形: 圆角 59">
            <a:extLst>
              <a:ext uri="{FF2B5EF4-FFF2-40B4-BE49-F238E27FC236}">
                <a16:creationId xmlns:a16="http://schemas.microsoft.com/office/drawing/2014/main" id="{F279EF82-6CBA-4C30-569E-3DFCE0A57E54}"/>
              </a:ext>
            </a:extLst>
          </p:cNvPr>
          <p:cNvSpPr/>
          <p:nvPr/>
        </p:nvSpPr>
        <p:spPr>
          <a:xfrm>
            <a:off x="385445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9" name="矩形: 圆角 128">
            <a:extLst>
              <a:ext uri="{FF2B5EF4-FFF2-40B4-BE49-F238E27FC236}">
                <a16:creationId xmlns:a16="http://schemas.microsoft.com/office/drawing/2014/main" id="{09310616-9E08-6757-C582-02C6B64393BF}"/>
              </a:ext>
            </a:extLst>
          </p:cNvPr>
          <p:cNvSpPr/>
          <p:nvPr/>
        </p:nvSpPr>
        <p:spPr>
          <a:xfrm>
            <a:off x="629285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2" name="矩形: 圆角 131">
            <a:extLst>
              <a:ext uri="{FF2B5EF4-FFF2-40B4-BE49-F238E27FC236}">
                <a16:creationId xmlns:a16="http://schemas.microsoft.com/office/drawing/2014/main" id="{70C980CC-7AB9-3B8A-17CA-475B5DE9293A}"/>
              </a:ext>
            </a:extLst>
          </p:cNvPr>
          <p:cNvSpPr/>
          <p:nvPr/>
        </p:nvSpPr>
        <p:spPr>
          <a:xfrm>
            <a:off x="7493000" y="2463800"/>
            <a:ext cx="1073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6" name="矩形: 圆角 135">
            <a:extLst>
              <a:ext uri="{FF2B5EF4-FFF2-40B4-BE49-F238E27FC236}">
                <a16:creationId xmlns:a16="http://schemas.microsoft.com/office/drawing/2014/main" id="{EAE00634-6F87-DAC3-FCE8-B134626E5FF4}"/>
              </a:ext>
            </a:extLst>
          </p:cNvPr>
          <p:cNvSpPr/>
          <p:nvPr/>
        </p:nvSpPr>
        <p:spPr>
          <a:xfrm>
            <a:off x="54356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0" name="矩形: 圆角 139">
            <a:extLst>
              <a:ext uri="{FF2B5EF4-FFF2-40B4-BE49-F238E27FC236}">
                <a16:creationId xmlns:a16="http://schemas.microsoft.com/office/drawing/2014/main" id="{767728AB-556A-412D-67D9-E928813C67A6}"/>
              </a:ext>
            </a:extLst>
          </p:cNvPr>
          <p:cNvSpPr/>
          <p:nvPr/>
        </p:nvSpPr>
        <p:spPr>
          <a:xfrm>
            <a:off x="629285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4" name="矩形: 圆角 143">
            <a:extLst>
              <a:ext uri="{FF2B5EF4-FFF2-40B4-BE49-F238E27FC236}">
                <a16:creationId xmlns:a16="http://schemas.microsoft.com/office/drawing/2014/main" id="{42EA9498-9DFB-C16C-FB0F-1554F6BE4F81}"/>
              </a:ext>
            </a:extLst>
          </p:cNvPr>
          <p:cNvSpPr/>
          <p:nvPr/>
        </p:nvSpPr>
        <p:spPr>
          <a:xfrm>
            <a:off x="71501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8" name="矩形: 圆角 147">
            <a:extLst>
              <a:ext uri="{FF2B5EF4-FFF2-40B4-BE49-F238E27FC236}">
                <a16:creationId xmlns:a16="http://schemas.microsoft.com/office/drawing/2014/main" id="{505EC028-760A-7AD7-EFE1-FAEA1DF9FB03}"/>
              </a:ext>
            </a:extLst>
          </p:cNvPr>
          <p:cNvSpPr/>
          <p:nvPr/>
        </p:nvSpPr>
        <p:spPr>
          <a:xfrm>
            <a:off x="800735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2" name="矩形: 圆角 151">
            <a:extLst>
              <a:ext uri="{FF2B5EF4-FFF2-40B4-BE49-F238E27FC236}">
                <a16:creationId xmlns:a16="http://schemas.microsoft.com/office/drawing/2014/main" id="{6C8750B7-62E1-CD30-ADD9-2F5021FF5B0F}"/>
              </a:ext>
            </a:extLst>
          </p:cNvPr>
          <p:cNvSpPr/>
          <p:nvPr/>
        </p:nvSpPr>
        <p:spPr>
          <a:xfrm>
            <a:off x="88646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6" name="矩形: 圆角 155">
            <a:extLst>
              <a:ext uri="{FF2B5EF4-FFF2-40B4-BE49-F238E27FC236}">
                <a16:creationId xmlns:a16="http://schemas.microsoft.com/office/drawing/2014/main" id="{776180B9-8E64-75BD-340A-4F63CB53610C}"/>
              </a:ext>
            </a:extLst>
          </p:cNvPr>
          <p:cNvSpPr/>
          <p:nvPr/>
        </p:nvSpPr>
        <p:spPr>
          <a:xfrm>
            <a:off x="54356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0" name="矩形: 圆角 159">
            <a:extLst>
              <a:ext uri="{FF2B5EF4-FFF2-40B4-BE49-F238E27FC236}">
                <a16:creationId xmlns:a16="http://schemas.microsoft.com/office/drawing/2014/main" id="{35AAD786-B36E-7C5E-BE35-9DADC68998DC}"/>
              </a:ext>
            </a:extLst>
          </p:cNvPr>
          <p:cNvSpPr/>
          <p:nvPr/>
        </p:nvSpPr>
        <p:spPr>
          <a:xfrm>
            <a:off x="629285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4" name="矩形: 圆角 163">
            <a:extLst>
              <a:ext uri="{FF2B5EF4-FFF2-40B4-BE49-F238E27FC236}">
                <a16:creationId xmlns:a16="http://schemas.microsoft.com/office/drawing/2014/main" id="{DC454C82-B5F0-7BE2-8B0A-78EF43774B31}"/>
              </a:ext>
            </a:extLst>
          </p:cNvPr>
          <p:cNvSpPr/>
          <p:nvPr/>
        </p:nvSpPr>
        <p:spPr>
          <a:xfrm>
            <a:off x="71501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8" name="矩形: 圆角 167">
            <a:extLst>
              <a:ext uri="{FF2B5EF4-FFF2-40B4-BE49-F238E27FC236}">
                <a16:creationId xmlns:a16="http://schemas.microsoft.com/office/drawing/2014/main" id="{7424F8BC-7534-2044-E938-5A90FD8080A0}"/>
              </a:ext>
            </a:extLst>
          </p:cNvPr>
          <p:cNvSpPr/>
          <p:nvPr/>
        </p:nvSpPr>
        <p:spPr>
          <a:xfrm>
            <a:off x="800735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2" name="矩形: 圆角 171">
            <a:extLst>
              <a:ext uri="{FF2B5EF4-FFF2-40B4-BE49-F238E27FC236}">
                <a16:creationId xmlns:a16="http://schemas.microsoft.com/office/drawing/2014/main" id="{DB31E29E-D815-AF6E-E85D-D233018C650D}"/>
              </a:ext>
            </a:extLst>
          </p:cNvPr>
          <p:cNvSpPr/>
          <p:nvPr/>
        </p:nvSpPr>
        <p:spPr>
          <a:xfrm>
            <a:off x="88646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7" name="矩形: 圆角 176">
            <a:extLst>
              <a:ext uri="{FF2B5EF4-FFF2-40B4-BE49-F238E27FC236}">
                <a16:creationId xmlns:a16="http://schemas.microsoft.com/office/drawing/2014/main" id="{891F72BD-B0E3-8955-7765-DD5475CF0D73}"/>
              </a:ext>
            </a:extLst>
          </p:cNvPr>
          <p:cNvSpPr/>
          <p:nvPr/>
        </p:nvSpPr>
        <p:spPr>
          <a:xfrm>
            <a:off x="1295400" y="4318000"/>
            <a:ext cx="1016000" cy="3302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0" name="矩形: 圆角 179">
            <a:extLst>
              <a:ext uri="{FF2B5EF4-FFF2-40B4-BE49-F238E27FC236}">
                <a16:creationId xmlns:a16="http://schemas.microsoft.com/office/drawing/2014/main" id="{D00115C7-E26E-36E5-ABF5-3A639A6879AC}"/>
              </a:ext>
            </a:extLst>
          </p:cNvPr>
          <p:cNvSpPr/>
          <p:nvPr/>
        </p:nvSpPr>
        <p:spPr>
          <a:xfrm>
            <a:off x="265430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4" name="矩形: 圆角 183">
            <a:extLst>
              <a:ext uri="{FF2B5EF4-FFF2-40B4-BE49-F238E27FC236}">
                <a16:creationId xmlns:a16="http://schemas.microsoft.com/office/drawing/2014/main" id="{F26DC97B-E456-551B-7C49-8F04D2D24EE7}"/>
              </a:ext>
            </a:extLst>
          </p:cNvPr>
          <p:cNvSpPr/>
          <p:nvPr/>
        </p:nvSpPr>
        <p:spPr>
          <a:xfrm>
            <a:off x="439420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9" name="矩形: 圆角 188">
            <a:extLst>
              <a:ext uri="{FF2B5EF4-FFF2-40B4-BE49-F238E27FC236}">
                <a16:creationId xmlns:a16="http://schemas.microsoft.com/office/drawing/2014/main" id="{231D9A08-B1BF-8C61-2CFD-DC1D5CA416DD}"/>
              </a:ext>
            </a:extLst>
          </p:cNvPr>
          <p:cNvSpPr/>
          <p:nvPr/>
        </p:nvSpPr>
        <p:spPr>
          <a:xfrm>
            <a:off x="610235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3" name="矩形: 圆角 192">
            <a:extLst>
              <a:ext uri="{FF2B5EF4-FFF2-40B4-BE49-F238E27FC236}">
                <a16:creationId xmlns:a16="http://schemas.microsoft.com/office/drawing/2014/main" id="{9526CED4-62E9-0976-3AE2-62A5FBF739CD}"/>
              </a:ext>
            </a:extLst>
          </p:cNvPr>
          <p:cNvSpPr/>
          <p:nvPr/>
        </p:nvSpPr>
        <p:spPr>
          <a:xfrm>
            <a:off x="7842250" y="4387850"/>
            <a:ext cx="1581150" cy="190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7" name="矩形: 圆角 196">
            <a:extLst>
              <a:ext uri="{FF2B5EF4-FFF2-40B4-BE49-F238E27FC236}">
                <a16:creationId xmlns:a16="http://schemas.microsoft.com/office/drawing/2014/main" id="{713097D7-4DCB-DBB3-6061-A3A73CD221E1}"/>
              </a:ext>
            </a:extLst>
          </p:cNvPr>
          <p:cNvSpPr/>
          <p:nvPr/>
        </p:nvSpPr>
        <p:spPr>
          <a:xfrm>
            <a:off x="26543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1" name="矩形: 圆角 200">
            <a:extLst>
              <a:ext uri="{FF2B5EF4-FFF2-40B4-BE49-F238E27FC236}">
                <a16:creationId xmlns:a16="http://schemas.microsoft.com/office/drawing/2014/main" id="{9A3B2F2B-4147-889E-BACC-FDE86831DCC1}"/>
              </a:ext>
            </a:extLst>
          </p:cNvPr>
          <p:cNvSpPr/>
          <p:nvPr/>
        </p:nvSpPr>
        <p:spPr>
          <a:xfrm>
            <a:off x="351155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5" name="矩形: 圆角 204">
            <a:extLst>
              <a:ext uri="{FF2B5EF4-FFF2-40B4-BE49-F238E27FC236}">
                <a16:creationId xmlns:a16="http://schemas.microsoft.com/office/drawing/2014/main" id="{409AEF4D-4A6C-8ADA-E138-67798707B9AE}"/>
              </a:ext>
            </a:extLst>
          </p:cNvPr>
          <p:cNvSpPr/>
          <p:nvPr/>
        </p:nvSpPr>
        <p:spPr>
          <a:xfrm>
            <a:off x="4368800" y="32004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9" name="矩形: 圆角 208">
            <a:extLst>
              <a:ext uri="{FF2B5EF4-FFF2-40B4-BE49-F238E27FC236}">
                <a16:creationId xmlns:a16="http://schemas.microsoft.com/office/drawing/2014/main" id="{9CBA54A0-F24A-00FD-AC47-7D2E061AE2ED}"/>
              </a:ext>
            </a:extLst>
          </p:cNvPr>
          <p:cNvSpPr/>
          <p:nvPr/>
        </p:nvSpPr>
        <p:spPr>
          <a:xfrm>
            <a:off x="265430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6" name="矩形: 圆角 215">
            <a:extLst>
              <a:ext uri="{FF2B5EF4-FFF2-40B4-BE49-F238E27FC236}">
                <a16:creationId xmlns:a16="http://schemas.microsoft.com/office/drawing/2014/main" id="{CC283F85-B721-13D2-C248-2220DDF8A370}"/>
              </a:ext>
            </a:extLst>
          </p:cNvPr>
          <p:cNvSpPr/>
          <p:nvPr/>
        </p:nvSpPr>
        <p:spPr>
          <a:xfrm>
            <a:off x="3511550" y="3619500"/>
            <a:ext cx="558800" cy="317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2" name="矩形: 圆角 221">
            <a:extLst>
              <a:ext uri="{FF2B5EF4-FFF2-40B4-BE49-F238E27FC236}">
                <a16:creationId xmlns:a16="http://schemas.microsoft.com/office/drawing/2014/main" id="{7275207E-BFD4-F568-FF00-6266A5549106}"/>
              </a:ext>
            </a:extLst>
          </p:cNvPr>
          <p:cNvSpPr/>
          <p:nvPr/>
        </p:nvSpPr>
        <p:spPr>
          <a:xfrm>
            <a:off x="1295400" y="5822950"/>
            <a:ext cx="96012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30" name="矩形: 圆角 229">
            <a:extLst>
              <a:ext uri="{FF2B5EF4-FFF2-40B4-BE49-F238E27FC236}">
                <a16:creationId xmlns:a16="http://schemas.microsoft.com/office/drawing/2014/main" id="{F6891E11-515E-9EFA-61F2-953EEDC05AE1}"/>
              </a:ext>
            </a:extLst>
          </p:cNvPr>
          <p:cNvSpPr/>
          <p:nvPr/>
        </p:nvSpPr>
        <p:spPr>
          <a:xfrm>
            <a:off x="1295400" y="4781550"/>
            <a:ext cx="9601200" cy="3937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43" name="任意多边形: 形状 242">
            <a:extLst>
              <a:ext uri="{FF2B5EF4-FFF2-40B4-BE49-F238E27FC236}">
                <a16:creationId xmlns:a16="http://schemas.microsoft.com/office/drawing/2014/main" id="{26261438-D657-23DC-DBAE-0742DC2DD7C8}"/>
              </a:ext>
            </a:extLst>
          </p:cNvPr>
          <p:cNvSpPr/>
          <p:nvPr/>
        </p:nvSpPr>
        <p:spPr>
          <a:xfrm>
            <a:off x="9766300" y="2089150"/>
            <a:ext cx="1130300" cy="2565400"/>
          </a:xfrm>
          <a:custGeom>
            <a:avLst/>
            <a:gdLst>
              <a:gd name="connsiteX0" fmla="*/ 1079500 w 1130300"/>
              <a:gd name="connsiteY0" fmla="*/ 0 h 2565400"/>
              <a:gd name="connsiteX1" fmla="*/ 1130300 w 1130300"/>
              <a:gd name="connsiteY1" fmla="*/ 0 h 2565400"/>
              <a:gd name="connsiteX2" fmla="*/ 1130300 w 1130300"/>
              <a:gd name="connsiteY2" fmla="*/ 2565400 h 2565400"/>
              <a:gd name="connsiteX3" fmla="*/ 1079500 w 1130300"/>
              <a:gd name="connsiteY3" fmla="*/ 2565400 h 2565400"/>
              <a:gd name="connsiteX4" fmla="*/ 50800 w 1130300"/>
              <a:gd name="connsiteY4" fmla="*/ 2565400 h 2565400"/>
              <a:gd name="connsiteX5" fmla="*/ 0 w 1130300"/>
              <a:gd name="connsiteY5" fmla="*/ 2565400 h 2565400"/>
              <a:gd name="connsiteX6" fmla="*/ 0 w 1130300"/>
              <a:gd name="connsiteY6" fmla="*/ 0 h 2565400"/>
              <a:gd name="connsiteX7" fmla="*/ 50800 w 1130300"/>
              <a:gd name="connsiteY7" fmla="*/ 0 h 256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300" h="2565400">
                <a:moveTo>
                  <a:pt x="1079500" y="0"/>
                </a:moveTo>
                <a:cubicBezTo>
                  <a:pt x="1107556" y="0"/>
                  <a:pt x="1130300" y="0"/>
                  <a:pt x="1130300" y="0"/>
                </a:cubicBezTo>
                <a:lnTo>
                  <a:pt x="1130300" y="2565400"/>
                </a:lnTo>
                <a:cubicBezTo>
                  <a:pt x="1130300" y="2565400"/>
                  <a:pt x="1107556" y="2565400"/>
                  <a:pt x="1079500" y="2565400"/>
                </a:cubicBezTo>
                <a:lnTo>
                  <a:pt x="50800" y="2565400"/>
                </a:lnTo>
                <a:cubicBezTo>
                  <a:pt x="22744" y="2565400"/>
                  <a:pt x="0" y="2565400"/>
                  <a:pt x="0" y="25654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85" name="矩形: 圆角 284">
            <a:extLst>
              <a:ext uri="{FF2B5EF4-FFF2-40B4-BE49-F238E27FC236}">
                <a16:creationId xmlns:a16="http://schemas.microsoft.com/office/drawing/2014/main" id="{9B2E0335-B9FC-32AB-0938-A74E7A9DF8FA}"/>
              </a:ext>
            </a:extLst>
          </p:cNvPr>
          <p:cNvSpPr/>
          <p:nvPr/>
        </p:nvSpPr>
        <p:spPr>
          <a:xfrm>
            <a:off x="9766300" y="2089150"/>
            <a:ext cx="1130300" cy="6286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7" name="任意多边形: 形状 286">
            <a:extLst>
              <a:ext uri="{FF2B5EF4-FFF2-40B4-BE49-F238E27FC236}">
                <a16:creationId xmlns:a16="http://schemas.microsoft.com/office/drawing/2014/main" id="{8CB8026D-C74C-50A3-E40B-9E8095801281}"/>
              </a:ext>
            </a:extLst>
          </p:cNvPr>
          <p:cNvSpPr/>
          <p:nvPr/>
        </p:nvSpPr>
        <p:spPr>
          <a:xfrm>
            <a:off x="2311400" y="344170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8" name="任意多边形: 形状 287">
            <a:extLst>
              <a:ext uri="{FF2B5EF4-FFF2-40B4-BE49-F238E27FC236}">
                <a16:creationId xmlns:a16="http://schemas.microsoft.com/office/drawing/2014/main" id="{E4483D77-DDD8-637A-504B-AB9806499FB2}"/>
              </a:ext>
            </a:extLst>
          </p:cNvPr>
          <p:cNvSpPr/>
          <p:nvPr/>
        </p:nvSpPr>
        <p:spPr>
          <a:xfrm>
            <a:off x="5060950" y="344170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47" name="矩形: 圆角 246">
            <a:extLst>
              <a:ext uri="{FF2B5EF4-FFF2-40B4-BE49-F238E27FC236}">
                <a16:creationId xmlns:a16="http://schemas.microsoft.com/office/drawing/2014/main" id="{F78F47C4-06F7-0B2F-0B86-B256B074A089}"/>
              </a:ext>
            </a:extLst>
          </p:cNvPr>
          <p:cNvSpPr/>
          <p:nvPr/>
        </p:nvSpPr>
        <p:spPr>
          <a:xfrm>
            <a:off x="9931400" y="27940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1" name="矩形: 圆角 260">
            <a:extLst>
              <a:ext uri="{FF2B5EF4-FFF2-40B4-BE49-F238E27FC236}">
                <a16:creationId xmlns:a16="http://schemas.microsoft.com/office/drawing/2014/main" id="{348D1FB8-6DC1-EEFB-F518-8A89505D769B}"/>
              </a:ext>
            </a:extLst>
          </p:cNvPr>
          <p:cNvSpPr/>
          <p:nvPr/>
        </p:nvSpPr>
        <p:spPr>
          <a:xfrm>
            <a:off x="9931400" y="31115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5" name="矩形: 圆角 264">
            <a:extLst>
              <a:ext uri="{FF2B5EF4-FFF2-40B4-BE49-F238E27FC236}">
                <a16:creationId xmlns:a16="http://schemas.microsoft.com/office/drawing/2014/main" id="{D0AECD8B-3AA7-523B-4368-E1D532811385}"/>
              </a:ext>
            </a:extLst>
          </p:cNvPr>
          <p:cNvSpPr/>
          <p:nvPr/>
        </p:nvSpPr>
        <p:spPr>
          <a:xfrm>
            <a:off x="9931400" y="34290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9" name="矩形: 圆角 268">
            <a:extLst>
              <a:ext uri="{FF2B5EF4-FFF2-40B4-BE49-F238E27FC236}">
                <a16:creationId xmlns:a16="http://schemas.microsoft.com/office/drawing/2014/main" id="{A4940304-4FDA-6A84-937B-82AB360DCAAD}"/>
              </a:ext>
            </a:extLst>
          </p:cNvPr>
          <p:cNvSpPr/>
          <p:nvPr/>
        </p:nvSpPr>
        <p:spPr>
          <a:xfrm>
            <a:off x="9931400" y="37465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4" name="矩形: 圆角 273">
            <a:extLst>
              <a:ext uri="{FF2B5EF4-FFF2-40B4-BE49-F238E27FC236}">
                <a16:creationId xmlns:a16="http://schemas.microsoft.com/office/drawing/2014/main" id="{73FFF917-988C-F9A4-E1A3-0F5C965643E5}"/>
              </a:ext>
            </a:extLst>
          </p:cNvPr>
          <p:cNvSpPr/>
          <p:nvPr/>
        </p:nvSpPr>
        <p:spPr>
          <a:xfrm>
            <a:off x="9931400" y="40640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1" name="矩形: 圆角 280">
            <a:extLst>
              <a:ext uri="{FF2B5EF4-FFF2-40B4-BE49-F238E27FC236}">
                <a16:creationId xmlns:a16="http://schemas.microsoft.com/office/drawing/2014/main" id="{08E3177B-2FC2-1541-1143-0D3BFB9C9D33}"/>
              </a:ext>
            </a:extLst>
          </p:cNvPr>
          <p:cNvSpPr/>
          <p:nvPr/>
        </p:nvSpPr>
        <p:spPr>
          <a:xfrm>
            <a:off x="9931400" y="4381500"/>
            <a:ext cx="800100" cy="190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9" name="文本框 288">
            <a:extLst>
              <a:ext uri="{FF2B5EF4-FFF2-40B4-BE49-F238E27FC236}">
                <a16:creationId xmlns:a16="http://schemas.microsoft.com/office/drawing/2014/main" id="{255DE054-7EBF-AAF9-7A44-37E33C0CCCBE}"/>
              </a:ext>
            </a:extLst>
          </p:cNvPr>
          <p:cNvSpPr txBox="1"/>
          <p:nvPr/>
        </p:nvSpPr>
        <p:spPr>
          <a:xfrm>
            <a:off x="5095727" y="1611298"/>
            <a:ext cx="2000548"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智慧园区整体顶层设计规划</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0" name="文本框 289">
            <a:extLst>
              <a:ext uri="{FF2B5EF4-FFF2-40B4-BE49-F238E27FC236}">
                <a16:creationId xmlns:a16="http://schemas.microsoft.com/office/drawing/2014/main" id="{7E9DC0B4-6017-04F3-235F-BCDB7D56A852}"/>
              </a:ext>
            </a:extLst>
          </p:cNvPr>
          <p:cNvSpPr txBox="1"/>
          <p:nvPr/>
        </p:nvSpPr>
        <p:spPr>
          <a:xfrm>
            <a:off x="1469976" y="2172162"/>
            <a:ext cx="666849" cy="462627"/>
          </a:xfrm>
          <a:prstGeom prst="rect">
            <a:avLst/>
          </a:prstGeom>
          <a:noFill/>
        </p:spPr>
        <p:txBody>
          <a:bodyPr wrap="none" lIns="0" tIns="0" rIns="0" bIns="0" rtlCol="0">
            <a:spAutoFit/>
          </a:bodyPr>
          <a:lstStyle/>
          <a:p>
            <a:pPr algn="ctr">
              <a:lnSpc>
                <a:spcPct val="120000"/>
              </a:lnSpc>
            </a:pP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价值观</a:t>
            </a:r>
            <a:endParaRPr lang="en-US" altLang="zh-CN" sz="1300" b="1"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设计原则</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1" name="文本框 290">
            <a:extLst>
              <a:ext uri="{FF2B5EF4-FFF2-40B4-BE49-F238E27FC236}">
                <a16:creationId xmlns:a16="http://schemas.microsoft.com/office/drawing/2014/main" id="{0F881CBC-2B5D-2FEC-0C46-D89302A8A23F}"/>
              </a:ext>
            </a:extLst>
          </p:cNvPr>
          <p:cNvSpPr txBox="1"/>
          <p:nvPr/>
        </p:nvSpPr>
        <p:spPr>
          <a:xfrm>
            <a:off x="1469976" y="3430573"/>
            <a:ext cx="666849"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设计模式</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2" name="文本框 291">
            <a:extLst>
              <a:ext uri="{FF2B5EF4-FFF2-40B4-BE49-F238E27FC236}">
                <a16:creationId xmlns:a16="http://schemas.microsoft.com/office/drawing/2014/main" id="{B5F18265-3DEC-2FD9-E02C-2A2526E22BAC}"/>
              </a:ext>
            </a:extLst>
          </p:cNvPr>
          <p:cNvSpPr txBox="1"/>
          <p:nvPr/>
        </p:nvSpPr>
        <p:spPr>
          <a:xfrm>
            <a:off x="1386620" y="4383073"/>
            <a:ext cx="833562"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信息汇聚层</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3" name="文本框 292">
            <a:extLst>
              <a:ext uri="{FF2B5EF4-FFF2-40B4-BE49-F238E27FC236}">
                <a16:creationId xmlns:a16="http://schemas.microsoft.com/office/drawing/2014/main" id="{5527195E-CDBA-4C37-D08F-DDDF53A838FF}"/>
              </a:ext>
            </a:extLst>
          </p:cNvPr>
          <p:cNvSpPr txBox="1"/>
          <p:nvPr/>
        </p:nvSpPr>
        <p:spPr>
          <a:xfrm>
            <a:off x="4755890" y="4878373"/>
            <a:ext cx="2680221"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云基础设备（政务云、</a:t>
            </a:r>
            <a:r>
              <a:rPr lang="en-US" altLang="zh-CN" sz="1300" b="1" dirty="0">
                <a:solidFill>
                  <a:schemeClr val="bg1"/>
                </a:solidFill>
                <a:effectLst/>
                <a:latin typeface="阿里巴巴普惠体" panose="00020600040101010101" pitchFamily="18" charset="-122"/>
                <a:ea typeface="阿里巴巴普惠体" panose="00020600040101010101" pitchFamily="18" charset="-122"/>
              </a:rPr>
              <a:t>5G</a:t>
            </a: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边缘</a:t>
            </a:r>
            <a:r>
              <a:rPr lang="en-US" altLang="zh-CN" sz="1300" b="1" dirty="0">
                <a:solidFill>
                  <a:schemeClr val="bg1"/>
                </a:solidFill>
                <a:effectLst/>
                <a:latin typeface="阿里巴巴普惠体" panose="00020600040101010101" pitchFamily="18" charset="-122"/>
                <a:ea typeface="阿里巴巴普惠体" panose="00020600040101010101" pitchFamily="18" charset="-122"/>
              </a:rPr>
              <a:t>MEC</a:t>
            </a: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4" name="文本框 293">
            <a:extLst>
              <a:ext uri="{FF2B5EF4-FFF2-40B4-BE49-F238E27FC236}">
                <a16:creationId xmlns:a16="http://schemas.microsoft.com/office/drawing/2014/main" id="{8AEA26C9-09D9-49B7-8E59-F5BB698A3288}"/>
              </a:ext>
            </a:extLst>
          </p:cNvPr>
          <p:cNvSpPr txBox="1"/>
          <p:nvPr/>
        </p:nvSpPr>
        <p:spPr>
          <a:xfrm>
            <a:off x="4621238" y="5919773"/>
            <a:ext cx="2949525"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光纤</a:t>
            </a:r>
            <a:r>
              <a:rPr lang="en-US" altLang="zh-CN" sz="1300" b="1" dirty="0">
                <a:solidFill>
                  <a:schemeClr val="bg1"/>
                </a:solidFill>
                <a:effectLst/>
                <a:latin typeface="阿里巴巴普惠体" panose="00020600040101010101" pitchFamily="18" charset="-122"/>
                <a:ea typeface="阿里巴巴普惠体" panose="00020600040101010101" pitchFamily="18" charset="-122"/>
              </a:rPr>
              <a:t>/4G/5G/6G/NB-IOT</a:t>
            </a: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数据采集设备</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6" name="文本框 295">
            <a:extLst>
              <a:ext uri="{FF2B5EF4-FFF2-40B4-BE49-F238E27FC236}">
                <a16:creationId xmlns:a16="http://schemas.microsoft.com/office/drawing/2014/main" id="{8934F445-ED6E-CB4A-0B45-DD18C11BE359}"/>
              </a:ext>
            </a:extLst>
          </p:cNvPr>
          <p:cNvSpPr txBox="1"/>
          <p:nvPr/>
        </p:nvSpPr>
        <p:spPr>
          <a:xfrm>
            <a:off x="9998026" y="2303448"/>
            <a:ext cx="666849" cy="200055"/>
          </a:xfrm>
          <a:prstGeom prst="rect">
            <a:avLst/>
          </a:prstGeom>
          <a:noFill/>
        </p:spPr>
        <p:txBody>
          <a:bodyPr wrap="none" lIns="0" tIns="0" rIns="0" bIns="0" rtlCol="0">
            <a:spAutoFit/>
          </a:bodyPr>
          <a:lstStyle/>
          <a:p>
            <a:pPr algn="ctr"/>
            <a:r>
              <a:rPr lang="zh-CN" altLang="en-US" sz="1300" b="1" dirty="0">
                <a:solidFill>
                  <a:schemeClr val="bg1"/>
                </a:solidFill>
                <a:effectLst/>
                <a:latin typeface="阿里巴巴普惠体" panose="00020600040101010101" pitchFamily="18" charset="-122"/>
                <a:ea typeface="阿里巴巴普惠体" panose="00020600040101010101" pitchFamily="18" charset="-122"/>
              </a:rPr>
              <a:t>保障体系</a:t>
            </a:r>
            <a:endParaRPr lang="zh-CN" altLang="en-US" sz="1300" b="1" dirty="0">
              <a:solidFill>
                <a:schemeClr val="bg1"/>
              </a:solidFill>
              <a:latin typeface="阿里巴巴普惠体" panose="00020600040101010101" pitchFamily="18" charset="-122"/>
              <a:ea typeface="阿里巴巴普惠体" panose="00020600040101010101" pitchFamily="18" charset="-122"/>
            </a:endParaRPr>
          </a:p>
        </p:txBody>
      </p:sp>
      <p:sp>
        <p:nvSpPr>
          <p:cNvPr id="299" name="文本框 298">
            <a:extLst>
              <a:ext uri="{FF2B5EF4-FFF2-40B4-BE49-F238E27FC236}">
                <a16:creationId xmlns:a16="http://schemas.microsoft.com/office/drawing/2014/main" id="{0F395CF2-43BE-9145-1948-FA1BB9BA8139}"/>
              </a:ext>
            </a:extLst>
          </p:cNvPr>
          <p:cNvSpPr txBox="1"/>
          <p:nvPr/>
        </p:nvSpPr>
        <p:spPr>
          <a:xfrm>
            <a:off x="2388869" y="5419271"/>
            <a:ext cx="886461"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有线网络全覆盖</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07" name="文本框 306">
            <a:extLst>
              <a:ext uri="{FF2B5EF4-FFF2-40B4-BE49-F238E27FC236}">
                <a16:creationId xmlns:a16="http://schemas.microsoft.com/office/drawing/2014/main" id="{A513BC1C-9ED0-112B-254A-4C5879C6DE30}"/>
              </a:ext>
            </a:extLst>
          </p:cNvPr>
          <p:cNvSpPr txBox="1"/>
          <p:nvPr/>
        </p:nvSpPr>
        <p:spPr>
          <a:xfrm>
            <a:off x="5652769" y="5419271"/>
            <a:ext cx="886461"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无限网络全覆盖</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08" name="文本框 307">
            <a:extLst>
              <a:ext uri="{FF2B5EF4-FFF2-40B4-BE49-F238E27FC236}">
                <a16:creationId xmlns:a16="http://schemas.microsoft.com/office/drawing/2014/main" id="{18FB51E1-61E0-4F67-4826-082435E13F3B}"/>
              </a:ext>
            </a:extLst>
          </p:cNvPr>
          <p:cNvSpPr txBox="1"/>
          <p:nvPr/>
        </p:nvSpPr>
        <p:spPr>
          <a:xfrm>
            <a:off x="8853351" y="5419271"/>
            <a:ext cx="1013098"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物联网应用全覆盖</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09" name="文本框 308">
            <a:extLst>
              <a:ext uri="{FF2B5EF4-FFF2-40B4-BE49-F238E27FC236}">
                <a16:creationId xmlns:a16="http://schemas.microsoft.com/office/drawing/2014/main" id="{E1A57358-B576-FE53-0D3C-1FA37666A2C6}"/>
              </a:ext>
            </a:extLst>
          </p:cNvPr>
          <p:cNvSpPr txBox="1"/>
          <p:nvPr/>
        </p:nvSpPr>
        <p:spPr>
          <a:xfrm>
            <a:off x="6986269" y="2187121"/>
            <a:ext cx="886461"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企业经营者模型</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0" name="文本框 309">
            <a:extLst>
              <a:ext uri="{FF2B5EF4-FFF2-40B4-BE49-F238E27FC236}">
                <a16:creationId xmlns:a16="http://schemas.microsoft.com/office/drawing/2014/main" id="{CA085DAE-48C2-582D-9C35-4E2C94C8C8C1}"/>
              </a:ext>
            </a:extLst>
          </p:cNvPr>
          <p:cNvSpPr txBox="1"/>
          <p:nvPr/>
        </p:nvSpPr>
        <p:spPr>
          <a:xfrm>
            <a:off x="3411038" y="2187121"/>
            <a:ext cx="759823"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园区管理服务</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7" name="文本框 316">
            <a:extLst>
              <a:ext uri="{FF2B5EF4-FFF2-40B4-BE49-F238E27FC236}">
                <a16:creationId xmlns:a16="http://schemas.microsoft.com/office/drawing/2014/main" id="{3B5C170D-F08F-E2F4-9827-18F977256148}"/>
              </a:ext>
            </a:extLst>
          </p:cNvPr>
          <p:cNvSpPr txBox="1"/>
          <p:nvPr/>
        </p:nvSpPr>
        <p:spPr>
          <a:xfrm>
            <a:off x="6922951" y="2938777"/>
            <a:ext cx="1013098"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智慧企业服务平台</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8" name="文本框 317">
            <a:extLst>
              <a:ext uri="{FF2B5EF4-FFF2-40B4-BE49-F238E27FC236}">
                <a16:creationId xmlns:a16="http://schemas.microsoft.com/office/drawing/2014/main" id="{89560A63-C11E-A57C-947F-2622B881B840}"/>
              </a:ext>
            </a:extLst>
          </p:cNvPr>
          <p:cNvSpPr txBox="1"/>
          <p:nvPr/>
        </p:nvSpPr>
        <p:spPr>
          <a:xfrm>
            <a:off x="3284401" y="2938777"/>
            <a:ext cx="1013098" cy="161776"/>
          </a:xfrm>
          <a:prstGeom prst="rect">
            <a:avLst/>
          </a:prstGeom>
          <a:noFill/>
        </p:spPr>
        <p:txBody>
          <a:bodyPr wrap="none" lIns="0" tIns="0" rIns="0" bIns="0" rtlCol="0">
            <a:spAutoFit/>
          </a:bodyPr>
          <a:lstStyle/>
          <a:p>
            <a:pPr algn="ctr">
              <a:lnSpc>
                <a:spcPct val="110000"/>
              </a:lnSpc>
            </a:pP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智慧企业服务平台</a:t>
            </a:r>
            <a:endPar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9" name="文本框 318">
            <a:extLst>
              <a:ext uri="{FF2B5EF4-FFF2-40B4-BE49-F238E27FC236}">
                <a16:creationId xmlns:a16="http://schemas.microsoft.com/office/drawing/2014/main" id="{0E185AEE-D92F-6E7E-A4F2-00F14DE5E21F}"/>
              </a:ext>
            </a:extLst>
          </p:cNvPr>
          <p:cNvSpPr txBox="1"/>
          <p:nvPr/>
        </p:nvSpPr>
        <p:spPr>
          <a:xfrm>
            <a:off x="3011339" y="25031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园区门户</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0" name="文本框 319">
            <a:extLst>
              <a:ext uri="{FF2B5EF4-FFF2-40B4-BE49-F238E27FC236}">
                <a16:creationId xmlns:a16="http://schemas.microsoft.com/office/drawing/2014/main" id="{21EFC3C5-7014-60E4-A84C-A21776DDB5D1}"/>
              </a:ext>
            </a:extLst>
          </p:cNvPr>
          <p:cNvSpPr txBox="1"/>
          <p:nvPr/>
        </p:nvSpPr>
        <p:spPr>
          <a:xfrm>
            <a:off x="4222710" y="2503169"/>
            <a:ext cx="336631"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a:t>
            </a:r>
            <a:r>
              <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APP</a:t>
            </a:r>
          </a:p>
        </p:txBody>
      </p:sp>
      <p:sp>
        <p:nvSpPr>
          <p:cNvPr id="321" name="文本框 320">
            <a:extLst>
              <a:ext uri="{FF2B5EF4-FFF2-40B4-BE49-F238E27FC236}">
                <a16:creationId xmlns:a16="http://schemas.microsoft.com/office/drawing/2014/main" id="{94FDDBAD-2228-AF63-90D2-9D2CD977653F}"/>
              </a:ext>
            </a:extLst>
          </p:cNvPr>
          <p:cNvSpPr txBox="1"/>
          <p:nvPr/>
        </p:nvSpPr>
        <p:spPr>
          <a:xfrm>
            <a:off x="6649889" y="25031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园区门户</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2" name="文本框 321">
            <a:extLst>
              <a:ext uri="{FF2B5EF4-FFF2-40B4-BE49-F238E27FC236}">
                <a16:creationId xmlns:a16="http://schemas.microsoft.com/office/drawing/2014/main" id="{6D63F100-B933-C4DE-8C5C-D71BF69C76A8}"/>
              </a:ext>
            </a:extLst>
          </p:cNvPr>
          <p:cNvSpPr txBox="1"/>
          <p:nvPr/>
        </p:nvSpPr>
        <p:spPr>
          <a:xfrm>
            <a:off x="7861260" y="2503169"/>
            <a:ext cx="336631"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园区</a:t>
            </a:r>
            <a:r>
              <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APP</a:t>
            </a:r>
          </a:p>
        </p:txBody>
      </p:sp>
      <p:sp>
        <p:nvSpPr>
          <p:cNvPr id="323" name="文本框 322">
            <a:extLst>
              <a:ext uri="{FF2B5EF4-FFF2-40B4-BE49-F238E27FC236}">
                <a16:creationId xmlns:a16="http://schemas.microsoft.com/office/drawing/2014/main" id="{67E6C740-48B5-25FD-9F47-6331CED0428C}"/>
              </a:ext>
            </a:extLst>
          </p:cNvPr>
          <p:cNvSpPr txBox="1"/>
          <p:nvPr/>
        </p:nvSpPr>
        <p:spPr>
          <a:xfrm>
            <a:off x="6395920" y="3244022"/>
            <a:ext cx="352661"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服务</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云子系统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7" name="文本框 326">
            <a:extLst>
              <a:ext uri="{FF2B5EF4-FFF2-40B4-BE49-F238E27FC236}">
                <a16:creationId xmlns:a16="http://schemas.microsoft.com/office/drawing/2014/main" id="{05636953-C71F-D561-43FF-92DE4F459EDE}"/>
              </a:ext>
            </a:extLst>
          </p:cNvPr>
          <p:cNvSpPr txBox="1"/>
          <p:nvPr/>
        </p:nvSpPr>
        <p:spPr>
          <a:xfrm>
            <a:off x="5625232" y="3244022"/>
            <a:ext cx="179536" cy="230256"/>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环卫</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37" name="文本框 336">
            <a:extLst>
              <a:ext uri="{FF2B5EF4-FFF2-40B4-BE49-F238E27FC236}">
                <a16:creationId xmlns:a16="http://schemas.microsoft.com/office/drawing/2014/main" id="{9C9FE201-7AB0-7E9F-030C-06D771DA24C0}"/>
              </a:ext>
            </a:extLst>
          </p:cNvPr>
          <p:cNvSpPr txBox="1"/>
          <p:nvPr/>
        </p:nvSpPr>
        <p:spPr>
          <a:xfrm>
            <a:off x="7341335" y="32440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管理</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0" name="文本框 339">
            <a:extLst>
              <a:ext uri="{FF2B5EF4-FFF2-40B4-BE49-F238E27FC236}">
                <a16:creationId xmlns:a16="http://schemas.microsoft.com/office/drawing/2014/main" id="{FC7E65BB-815C-67EC-0714-A7F47A4A9060}"/>
              </a:ext>
            </a:extLst>
          </p:cNvPr>
          <p:cNvSpPr txBox="1"/>
          <p:nvPr/>
        </p:nvSpPr>
        <p:spPr>
          <a:xfrm>
            <a:off x="8198585" y="32440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用水</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1" name="文本框 340">
            <a:extLst>
              <a:ext uri="{FF2B5EF4-FFF2-40B4-BE49-F238E27FC236}">
                <a16:creationId xmlns:a16="http://schemas.microsoft.com/office/drawing/2014/main" id="{F76807E7-C014-CC94-A94E-06F691A9E17E}"/>
              </a:ext>
            </a:extLst>
          </p:cNvPr>
          <p:cNvSpPr txBox="1"/>
          <p:nvPr/>
        </p:nvSpPr>
        <p:spPr>
          <a:xfrm>
            <a:off x="9058712" y="32440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用电</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2" name="文本框 341">
            <a:extLst>
              <a:ext uri="{FF2B5EF4-FFF2-40B4-BE49-F238E27FC236}">
                <a16:creationId xmlns:a16="http://schemas.microsoft.com/office/drawing/2014/main" id="{1C5231B8-96FD-71B5-344D-C0B177CE0FCF}"/>
              </a:ext>
            </a:extLst>
          </p:cNvPr>
          <p:cNvSpPr txBox="1"/>
          <p:nvPr/>
        </p:nvSpPr>
        <p:spPr>
          <a:xfrm>
            <a:off x="648408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消防</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3" name="文本框 342">
            <a:extLst>
              <a:ext uri="{FF2B5EF4-FFF2-40B4-BE49-F238E27FC236}">
                <a16:creationId xmlns:a16="http://schemas.microsoft.com/office/drawing/2014/main" id="{62041B58-C285-2818-4477-672D42080EB8}"/>
              </a:ext>
            </a:extLst>
          </p:cNvPr>
          <p:cNvSpPr txBox="1"/>
          <p:nvPr/>
        </p:nvSpPr>
        <p:spPr>
          <a:xfrm>
            <a:off x="562683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环保</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4" name="文本框 343">
            <a:extLst>
              <a:ext uri="{FF2B5EF4-FFF2-40B4-BE49-F238E27FC236}">
                <a16:creationId xmlns:a16="http://schemas.microsoft.com/office/drawing/2014/main" id="{7CEDDA95-571E-07C5-B64F-EFC3D4507144}"/>
              </a:ext>
            </a:extLst>
          </p:cNvPr>
          <p:cNvSpPr txBox="1"/>
          <p:nvPr/>
        </p:nvSpPr>
        <p:spPr>
          <a:xfrm>
            <a:off x="734133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停车</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5" name="文本框 344">
            <a:extLst>
              <a:ext uri="{FF2B5EF4-FFF2-40B4-BE49-F238E27FC236}">
                <a16:creationId xmlns:a16="http://schemas.microsoft.com/office/drawing/2014/main" id="{42A1DB37-0E84-5EFF-8F87-C5EA7ADA6CD1}"/>
              </a:ext>
            </a:extLst>
          </p:cNvPr>
          <p:cNvSpPr txBox="1"/>
          <p:nvPr/>
        </p:nvSpPr>
        <p:spPr>
          <a:xfrm>
            <a:off x="8198585"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停车</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6" name="文本框 345">
            <a:extLst>
              <a:ext uri="{FF2B5EF4-FFF2-40B4-BE49-F238E27FC236}">
                <a16:creationId xmlns:a16="http://schemas.microsoft.com/office/drawing/2014/main" id="{7E8F5884-58F1-0826-E33E-BFFF18F1F730}"/>
              </a:ext>
            </a:extLst>
          </p:cNvPr>
          <p:cNvSpPr txBox="1"/>
          <p:nvPr/>
        </p:nvSpPr>
        <p:spPr>
          <a:xfrm>
            <a:off x="9058712" y="3663122"/>
            <a:ext cx="176330"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智慧</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路灯</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7" name="文本框 346">
            <a:extLst>
              <a:ext uri="{FF2B5EF4-FFF2-40B4-BE49-F238E27FC236}">
                <a16:creationId xmlns:a16="http://schemas.microsoft.com/office/drawing/2014/main" id="{A2BBD7FB-ED61-7B8A-E9CC-FBC12CE19039}"/>
              </a:ext>
            </a:extLst>
          </p:cNvPr>
          <p:cNvSpPr txBox="1"/>
          <p:nvPr/>
        </p:nvSpPr>
        <p:spPr>
          <a:xfrm>
            <a:off x="3658703" y="32440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生产云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8" name="文本框 347">
            <a:extLst>
              <a:ext uri="{FF2B5EF4-FFF2-40B4-BE49-F238E27FC236}">
                <a16:creationId xmlns:a16="http://schemas.microsoft.com/office/drawing/2014/main" id="{298CC054-8A14-87BF-BE30-CCCC9975014A}"/>
              </a:ext>
            </a:extLst>
          </p:cNvPr>
          <p:cNvSpPr txBox="1"/>
          <p:nvPr/>
        </p:nvSpPr>
        <p:spPr>
          <a:xfrm>
            <a:off x="2801452" y="32440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服务云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9" name="文本框 348">
            <a:extLst>
              <a:ext uri="{FF2B5EF4-FFF2-40B4-BE49-F238E27FC236}">
                <a16:creationId xmlns:a16="http://schemas.microsoft.com/office/drawing/2014/main" id="{638C3137-F4E4-0C2C-F2E2-2A29C0764A60}"/>
              </a:ext>
            </a:extLst>
          </p:cNvPr>
          <p:cNvSpPr txBox="1"/>
          <p:nvPr/>
        </p:nvSpPr>
        <p:spPr>
          <a:xfrm>
            <a:off x="4515953" y="32440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管理云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6" name="文本框 375">
            <a:extLst>
              <a:ext uri="{FF2B5EF4-FFF2-40B4-BE49-F238E27FC236}">
                <a16:creationId xmlns:a16="http://schemas.microsoft.com/office/drawing/2014/main" id="{743501D5-F341-059A-F6D0-1ACCC01DF43C}"/>
              </a:ext>
            </a:extLst>
          </p:cNvPr>
          <p:cNvSpPr txBox="1"/>
          <p:nvPr/>
        </p:nvSpPr>
        <p:spPr>
          <a:xfrm>
            <a:off x="3658703" y="36631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产融云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7" name="文本框 376">
            <a:extLst>
              <a:ext uri="{FF2B5EF4-FFF2-40B4-BE49-F238E27FC236}">
                <a16:creationId xmlns:a16="http://schemas.microsoft.com/office/drawing/2014/main" id="{3AE27C22-3AB7-E983-027F-CBE4197CBAC3}"/>
              </a:ext>
            </a:extLst>
          </p:cNvPr>
          <p:cNvSpPr txBox="1"/>
          <p:nvPr/>
        </p:nvSpPr>
        <p:spPr>
          <a:xfrm>
            <a:off x="2801453" y="3663122"/>
            <a:ext cx="264496" cy="233525"/>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政策云</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子系统</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8" name="文本框 377">
            <a:extLst>
              <a:ext uri="{FF2B5EF4-FFF2-40B4-BE49-F238E27FC236}">
                <a16:creationId xmlns:a16="http://schemas.microsoft.com/office/drawing/2014/main" id="{6F780D0A-D2B3-A7AB-4B42-76DBED2A7AD0}"/>
              </a:ext>
            </a:extLst>
          </p:cNvPr>
          <p:cNvSpPr txBox="1"/>
          <p:nvPr/>
        </p:nvSpPr>
        <p:spPr>
          <a:xfrm>
            <a:off x="313068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大数据共享中心</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79" name="文本框 378">
            <a:extLst>
              <a:ext uri="{FF2B5EF4-FFF2-40B4-BE49-F238E27FC236}">
                <a16:creationId xmlns:a16="http://schemas.microsoft.com/office/drawing/2014/main" id="{06BA5157-5341-4A51-4F5E-65803981982B}"/>
              </a:ext>
            </a:extLst>
          </p:cNvPr>
          <p:cNvSpPr txBox="1"/>
          <p:nvPr/>
        </p:nvSpPr>
        <p:spPr>
          <a:xfrm>
            <a:off x="487058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企业基础信息库</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0" name="文本框 379">
            <a:extLst>
              <a:ext uri="{FF2B5EF4-FFF2-40B4-BE49-F238E27FC236}">
                <a16:creationId xmlns:a16="http://schemas.microsoft.com/office/drawing/2014/main" id="{3E2B9DFD-D81D-6AE8-5828-8ABCD76153A7}"/>
              </a:ext>
            </a:extLst>
          </p:cNvPr>
          <p:cNvSpPr txBox="1"/>
          <p:nvPr/>
        </p:nvSpPr>
        <p:spPr>
          <a:xfrm>
            <a:off x="657873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企业运行数据库</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1" name="文本框 380">
            <a:extLst>
              <a:ext uri="{FF2B5EF4-FFF2-40B4-BE49-F238E27FC236}">
                <a16:creationId xmlns:a16="http://schemas.microsoft.com/office/drawing/2014/main" id="{F6F4E824-6D0A-E021-A01E-AF966E642C71}"/>
              </a:ext>
            </a:extLst>
          </p:cNvPr>
          <p:cNvSpPr txBox="1"/>
          <p:nvPr/>
        </p:nvSpPr>
        <p:spPr>
          <a:xfrm>
            <a:off x="8318637" y="4427219"/>
            <a:ext cx="628378" cy="10772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工业项目数据库</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2" name="文本框 381">
            <a:extLst>
              <a:ext uri="{FF2B5EF4-FFF2-40B4-BE49-F238E27FC236}">
                <a16:creationId xmlns:a16="http://schemas.microsoft.com/office/drawing/2014/main" id="{B82376AA-FC17-D73F-D634-C6CEF279ED3A}"/>
              </a:ext>
            </a:extLst>
          </p:cNvPr>
          <p:cNvSpPr txBox="1"/>
          <p:nvPr/>
        </p:nvSpPr>
        <p:spPr>
          <a:xfrm>
            <a:off x="10151914" y="28333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政策保障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3" name="文本框 382">
            <a:extLst>
              <a:ext uri="{FF2B5EF4-FFF2-40B4-BE49-F238E27FC236}">
                <a16:creationId xmlns:a16="http://schemas.microsoft.com/office/drawing/2014/main" id="{4070BBA3-A6B8-6899-CC0A-5A5C616B2EE2}"/>
              </a:ext>
            </a:extLst>
          </p:cNvPr>
          <p:cNvSpPr txBox="1"/>
          <p:nvPr/>
        </p:nvSpPr>
        <p:spPr>
          <a:xfrm>
            <a:off x="10151914" y="31508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标准保障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4" name="文本框 383">
            <a:extLst>
              <a:ext uri="{FF2B5EF4-FFF2-40B4-BE49-F238E27FC236}">
                <a16:creationId xmlns:a16="http://schemas.microsoft.com/office/drawing/2014/main" id="{2376B3E0-315C-E0DF-11E3-B1A91520128C}"/>
              </a:ext>
            </a:extLst>
          </p:cNvPr>
          <p:cNvSpPr txBox="1"/>
          <p:nvPr/>
        </p:nvSpPr>
        <p:spPr>
          <a:xfrm>
            <a:off x="10151914" y="34683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资金保障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5" name="文本框 384">
            <a:extLst>
              <a:ext uri="{FF2B5EF4-FFF2-40B4-BE49-F238E27FC236}">
                <a16:creationId xmlns:a16="http://schemas.microsoft.com/office/drawing/2014/main" id="{02F982EC-434C-6628-0E55-5CA6A3BC2943}"/>
              </a:ext>
            </a:extLst>
          </p:cNvPr>
          <p:cNvSpPr txBox="1"/>
          <p:nvPr/>
        </p:nvSpPr>
        <p:spPr>
          <a:xfrm>
            <a:off x="10151914" y="37858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运维保障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6" name="文本框 385">
            <a:extLst>
              <a:ext uri="{FF2B5EF4-FFF2-40B4-BE49-F238E27FC236}">
                <a16:creationId xmlns:a16="http://schemas.microsoft.com/office/drawing/2014/main" id="{893802A8-2CAF-0FB4-39CD-3BC3DDEF5A20}"/>
              </a:ext>
            </a:extLst>
          </p:cNvPr>
          <p:cNvSpPr txBox="1"/>
          <p:nvPr/>
        </p:nvSpPr>
        <p:spPr>
          <a:xfrm>
            <a:off x="10151914" y="41033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安全保障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87" name="文本框 386">
            <a:extLst>
              <a:ext uri="{FF2B5EF4-FFF2-40B4-BE49-F238E27FC236}">
                <a16:creationId xmlns:a16="http://schemas.microsoft.com/office/drawing/2014/main" id="{4DC81C18-56D8-91E1-7EF8-1AA750FAE443}"/>
              </a:ext>
            </a:extLst>
          </p:cNvPr>
          <p:cNvSpPr txBox="1"/>
          <p:nvPr/>
        </p:nvSpPr>
        <p:spPr>
          <a:xfrm>
            <a:off x="10151914" y="4420869"/>
            <a:ext cx="359073" cy="111762"/>
          </a:xfrm>
          <a:prstGeom prst="rect">
            <a:avLst/>
          </a:prstGeom>
          <a:noFill/>
        </p:spPr>
        <p:txBody>
          <a:bodyPr wrap="none" lIns="0" tIns="0" rIns="0" bIns="0" rtlCol="0">
            <a:spAutoFit/>
          </a:bodyPr>
          <a:lstStyle/>
          <a:p>
            <a:pPr algn="ctr"/>
            <a:r>
              <a:rPr lang="zh-CN" altLang="en-US"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组织保障</a:t>
            </a:r>
            <a:endParaRPr lang="en-US" altLang="zh-CN" sz="7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Tree>
    <p:extLst>
      <p:ext uri="{BB962C8B-B14F-4D97-AF65-F5344CB8AC3E}">
        <p14:creationId xmlns:p14="http://schemas.microsoft.com/office/powerpoint/2010/main" val="357420781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a:extLst>
              <a:ext uri="{FF2B5EF4-FFF2-40B4-BE49-F238E27FC236}">
                <a16:creationId xmlns:a16="http://schemas.microsoft.com/office/drawing/2014/main" id="{3448D57C-5BE4-F6E7-5C49-7953E5F16A5A}"/>
              </a:ext>
            </a:extLst>
          </p:cNvPr>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组织现状</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543433" y="604070"/>
            <a:ext cx="1757725"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Organizational Status</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90" name="任意多边形: 形状 189">
            <a:extLst>
              <a:ext uri="{FF2B5EF4-FFF2-40B4-BE49-F238E27FC236}">
                <a16:creationId xmlns:a16="http://schemas.microsoft.com/office/drawing/2014/main" id="{180DBF65-3F98-2575-A5D0-2383F7AA28A2}"/>
              </a:ext>
            </a:extLst>
          </p:cNvPr>
          <p:cNvSpPr/>
          <p:nvPr/>
        </p:nvSpPr>
        <p:spPr>
          <a:xfrm>
            <a:off x="2692400" y="4000500"/>
            <a:ext cx="565150" cy="1028700"/>
          </a:xfrm>
          <a:custGeom>
            <a:avLst/>
            <a:gdLst>
              <a:gd name="connsiteX0" fmla="*/ 0 w 565150"/>
              <a:gd name="connsiteY0" fmla="*/ 1028700 h 1028700"/>
              <a:gd name="connsiteX1" fmla="*/ 565150 w 565150"/>
              <a:gd name="connsiteY1" fmla="*/ 745592 h 1028700"/>
              <a:gd name="connsiteX2" fmla="*/ 565150 w 565150"/>
              <a:gd name="connsiteY2" fmla="*/ 289592 h 1028700"/>
              <a:gd name="connsiteX3" fmla="*/ 0 w 565150"/>
              <a:gd name="connsiteY3" fmla="*/ 0 h 1028700"/>
              <a:gd name="connsiteX4" fmla="*/ 0 w 565150"/>
              <a:gd name="connsiteY4" fmla="*/ 1028700 h 1028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50" h="1028700">
                <a:moveTo>
                  <a:pt x="0" y="1028700"/>
                </a:moveTo>
                <a:lnTo>
                  <a:pt x="565150" y="745592"/>
                </a:lnTo>
                <a:lnTo>
                  <a:pt x="565150" y="289592"/>
                </a:lnTo>
                <a:lnTo>
                  <a:pt x="0" y="0"/>
                </a:lnTo>
                <a:lnTo>
                  <a:pt x="0" y="1028700"/>
                </a:lnTo>
                <a:close/>
              </a:path>
            </a:pathLst>
          </a:custGeom>
          <a:gradFill flip="none" rotWithShape="1">
            <a:gsLst>
              <a:gs pos="0">
                <a:schemeClr val="accent1">
                  <a:lumMod val="60000"/>
                  <a:lumOff val="40000"/>
                  <a:alpha val="0"/>
                </a:schemeClr>
              </a:gs>
              <a:gs pos="84000">
                <a:schemeClr val="accent1">
                  <a:lumMod val="75000"/>
                  <a:alpha val="18000"/>
                </a:schemeClr>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1" name="任意多边形: 形状 190">
            <a:extLst>
              <a:ext uri="{FF2B5EF4-FFF2-40B4-BE49-F238E27FC236}">
                <a16:creationId xmlns:a16="http://schemas.microsoft.com/office/drawing/2014/main" id="{BD61879E-8FE1-92A3-35B2-04BA923F613D}"/>
              </a:ext>
            </a:extLst>
          </p:cNvPr>
          <p:cNvSpPr/>
          <p:nvPr/>
        </p:nvSpPr>
        <p:spPr>
          <a:xfrm>
            <a:off x="9093200" y="4000500"/>
            <a:ext cx="565150" cy="1028700"/>
          </a:xfrm>
          <a:custGeom>
            <a:avLst/>
            <a:gdLst>
              <a:gd name="connsiteX0" fmla="*/ 565150 w 565150"/>
              <a:gd name="connsiteY0" fmla="*/ 0 h 1028700"/>
              <a:gd name="connsiteX1" fmla="*/ 0 w 565150"/>
              <a:gd name="connsiteY1" fmla="*/ 283108 h 1028700"/>
              <a:gd name="connsiteX2" fmla="*/ 0 w 565150"/>
              <a:gd name="connsiteY2" fmla="*/ 739108 h 1028700"/>
              <a:gd name="connsiteX3" fmla="*/ 565150 w 565150"/>
              <a:gd name="connsiteY3" fmla="*/ 1028700 h 1028700"/>
              <a:gd name="connsiteX4" fmla="*/ 565150 w 565150"/>
              <a:gd name="connsiteY4" fmla="*/ 0 h 1028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50" h="1028700">
                <a:moveTo>
                  <a:pt x="565150" y="0"/>
                </a:moveTo>
                <a:lnTo>
                  <a:pt x="0" y="283108"/>
                </a:lnTo>
                <a:lnTo>
                  <a:pt x="0" y="739108"/>
                </a:lnTo>
                <a:lnTo>
                  <a:pt x="565150" y="1028700"/>
                </a:lnTo>
                <a:lnTo>
                  <a:pt x="565150" y="0"/>
                </a:lnTo>
                <a:close/>
              </a:path>
            </a:pathLst>
          </a:custGeom>
          <a:gradFill flip="none" rotWithShape="1">
            <a:gsLst>
              <a:gs pos="0">
                <a:schemeClr val="accent1">
                  <a:lumMod val="60000"/>
                  <a:lumOff val="40000"/>
                  <a:alpha val="0"/>
                </a:schemeClr>
              </a:gs>
              <a:gs pos="84000">
                <a:schemeClr val="accent1">
                  <a:lumMod val="75000"/>
                  <a:alpha val="18000"/>
                </a:schemeClr>
              </a:gs>
            </a:gsLst>
            <a:lin ang="108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4" name="矩形: 圆角 13">
            <a:extLst>
              <a:ext uri="{FF2B5EF4-FFF2-40B4-BE49-F238E27FC236}">
                <a16:creationId xmlns:a16="http://schemas.microsoft.com/office/drawing/2014/main" id="{3F066B25-D7F6-A38E-0A00-E19DEC682E76}"/>
              </a:ext>
            </a:extLst>
          </p:cNvPr>
          <p:cNvSpPr/>
          <p:nvPr/>
        </p:nvSpPr>
        <p:spPr>
          <a:xfrm>
            <a:off x="1574800" y="1568450"/>
            <a:ext cx="9042400" cy="47625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 name="矩形: 圆角 17">
            <a:extLst>
              <a:ext uri="{FF2B5EF4-FFF2-40B4-BE49-F238E27FC236}">
                <a16:creationId xmlns:a16="http://schemas.microsoft.com/office/drawing/2014/main" id="{5AFF6A8F-037B-12B3-3B50-6E367FC10D5D}"/>
              </a:ext>
            </a:extLst>
          </p:cNvPr>
          <p:cNvSpPr/>
          <p:nvPr/>
        </p:nvSpPr>
        <p:spPr>
          <a:xfrm>
            <a:off x="1574800" y="2419350"/>
            <a:ext cx="111760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 name="矩形: 圆角 20">
            <a:extLst>
              <a:ext uri="{FF2B5EF4-FFF2-40B4-BE49-F238E27FC236}">
                <a16:creationId xmlns:a16="http://schemas.microsoft.com/office/drawing/2014/main" id="{18FBDDDC-C4DD-9883-BD91-470A4CE2F7B2}"/>
              </a:ext>
            </a:extLst>
          </p:cNvPr>
          <p:cNvSpPr/>
          <p:nvPr/>
        </p:nvSpPr>
        <p:spPr>
          <a:xfrm>
            <a:off x="1574800" y="4000500"/>
            <a:ext cx="11176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 name="矩形: 圆角 26">
            <a:extLst>
              <a:ext uri="{FF2B5EF4-FFF2-40B4-BE49-F238E27FC236}">
                <a16:creationId xmlns:a16="http://schemas.microsoft.com/office/drawing/2014/main" id="{7962ED7D-A861-2D98-17BF-C632D3E14150}"/>
              </a:ext>
            </a:extLst>
          </p:cNvPr>
          <p:cNvSpPr/>
          <p:nvPr/>
        </p:nvSpPr>
        <p:spPr>
          <a:xfrm>
            <a:off x="9664700" y="4000500"/>
            <a:ext cx="9525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2" name="矩形: 圆角 31">
            <a:extLst>
              <a:ext uri="{FF2B5EF4-FFF2-40B4-BE49-F238E27FC236}">
                <a16:creationId xmlns:a16="http://schemas.microsoft.com/office/drawing/2014/main" id="{F483FFB2-49D4-0755-66D2-9BF887347293}"/>
              </a:ext>
            </a:extLst>
          </p:cNvPr>
          <p:cNvSpPr/>
          <p:nvPr/>
        </p:nvSpPr>
        <p:spPr>
          <a:xfrm>
            <a:off x="1574800" y="4597400"/>
            <a:ext cx="11176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9" name="矩形: 圆角 38">
            <a:extLst>
              <a:ext uri="{FF2B5EF4-FFF2-40B4-BE49-F238E27FC236}">
                <a16:creationId xmlns:a16="http://schemas.microsoft.com/office/drawing/2014/main" id="{797ED3FE-5729-735E-2CE2-C447555424A1}"/>
              </a:ext>
            </a:extLst>
          </p:cNvPr>
          <p:cNvSpPr/>
          <p:nvPr/>
        </p:nvSpPr>
        <p:spPr>
          <a:xfrm>
            <a:off x="9664700" y="4597400"/>
            <a:ext cx="952500" cy="431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5" name="矩形: 圆角 44">
            <a:extLst>
              <a:ext uri="{FF2B5EF4-FFF2-40B4-BE49-F238E27FC236}">
                <a16:creationId xmlns:a16="http://schemas.microsoft.com/office/drawing/2014/main" id="{6BAE3F8B-C5A2-B602-93F8-49545CA8DF52}"/>
              </a:ext>
            </a:extLst>
          </p:cNvPr>
          <p:cNvSpPr/>
          <p:nvPr/>
        </p:nvSpPr>
        <p:spPr>
          <a:xfrm>
            <a:off x="9664700" y="2419350"/>
            <a:ext cx="95250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7" name="任意多边形: 形状 46">
            <a:extLst>
              <a:ext uri="{FF2B5EF4-FFF2-40B4-BE49-F238E27FC236}">
                <a16:creationId xmlns:a16="http://schemas.microsoft.com/office/drawing/2014/main" id="{C29FE28E-09CE-A453-12B2-BC95C853E638}"/>
              </a:ext>
            </a:extLst>
          </p:cNvPr>
          <p:cNvSpPr/>
          <p:nvPr/>
        </p:nvSpPr>
        <p:spPr>
          <a:xfrm>
            <a:off x="3257550" y="2419350"/>
            <a:ext cx="5835650" cy="1333500"/>
          </a:xfrm>
          <a:custGeom>
            <a:avLst/>
            <a:gdLst>
              <a:gd name="connsiteX0" fmla="*/ 5784850 w 5835650"/>
              <a:gd name="connsiteY0" fmla="*/ 0 h 1333500"/>
              <a:gd name="connsiteX1" fmla="*/ 5835650 w 5835650"/>
              <a:gd name="connsiteY1" fmla="*/ 0 h 1333500"/>
              <a:gd name="connsiteX2" fmla="*/ 5835650 w 5835650"/>
              <a:gd name="connsiteY2" fmla="*/ 1333500 h 1333500"/>
              <a:gd name="connsiteX3" fmla="*/ 5784850 w 5835650"/>
              <a:gd name="connsiteY3" fmla="*/ 1333500 h 1333500"/>
              <a:gd name="connsiteX4" fmla="*/ 50800 w 5835650"/>
              <a:gd name="connsiteY4" fmla="*/ 1333500 h 1333500"/>
              <a:gd name="connsiteX5" fmla="*/ 0 w 5835650"/>
              <a:gd name="connsiteY5" fmla="*/ 1333500 h 1333500"/>
              <a:gd name="connsiteX6" fmla="*/ 0 w 5835650"/>
              <a:gd name="connsiteY6" fmla="*/ 0 h 1333500"/>
              <a:gd name="connsiteX7" fmla="*/ 50800 w 5835650"/>
              <a:gd name="connsiteY7"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5650" h="1333500">
                <a:moveTo>
                  <a:pt x="5784850" y="0"/>
                </a:moveTo>
                <a:cubicBezTo>
                  <a:pt x="5812907" y="0"/>
                  <a:pt x="5835650" y="0"/>
                  <a:pt x="5835650" y="0"/>
                </a:cubicBezTo>
                <a:lnTo>
                  <a:pt x="5835650" y="1333500"/>
                </a:lnTo>
                <a:cubicBezTo>
                  <a:pt x="5835650" y="1333500"/>
                  <a:pt x="5812907" y="1333500"/>
                  <a:pt x="5784850" y="1333500"/>
                </a:cubicBezTo>
                <a:lnTo>
                  <a:pt x="50800" y="1333500"/>
                </a:lnTo>
                <a:cubicBezTo>
                  <a:pt x="22744" y="1333500"/>
                  <a:pt x="0" y="1333500"/>
                  <a:pt x="0" y="13335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F81C9741-E9CB-6405-53F3-32EEE896D3FE}"/>
              </a:ext>
            </a:extLst>
          </p:cNvPr>
          <p:cNvSpPr/>
          <p:nvPr/>
        </p:nvSpPr>
        <p:spPr>
          <a:xfrm>
            <a:off x="3257550" y="4000500"/>
            <a:ext cx="5835650" cy="1028700"/>
          </a:xfrm>
          <a:custGeom>
            <a:avLst/>
            <a:gdLst>
              <a:gd name="connsiteX0" fmla="*/ 5784850 w 5835650"/>
              <a:gd name="connsiteY0" fmla="*/ 0 h 1028700"/>
              <a:gd name="connsiteX1" fmla="*/ 5835650 w 5835650"/>
              <a:gd name="connsiteY1" fmla="*/ 0 h 1028700"/>
              <a:gd name="connsiteX2" fmla="*/ 5835650 w 5835650"/>
              <a:gd name="connsiteY2" fmla="*/ 1028700 h 1028700"/>
              <a:gd name="connsiteX3" fmla="*/ 5784850 w 5835650"/>
              <a:gd name="connsiteY3" fmla="*/ 1028700 h 1028700"/>
              <a:gd name="connsiteX4" fmla="*/ 50800 w 5835650"/>
              <a:gd name="connsiteY4" fmla="*/ 1028700 h 1028700"/>
              <a:gd name="connsiteX5" fmla="*/ 0 w 5835650"/>
              <a:gd name="connsiteY5" fmla="*/ 1028700 h 1028700"/>
              <a:gd name="connsiteX6" fmla="*/ 0 w 5835650"/>
              <a:gd name="connsiteY6" fmla="*/ 0 h 1028700"/>
              <a:gd name="connsiteX7" fmla="*/ 50800 w 5835650"/>
              <a:gd name="connsiteY7" fmla="*/ 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5650" h="1028700">
                <a:moveTo>
                  <a:pt x="5784850" y="0"/>
                </a:moveTo>
                <a:cubicBezTo>
                  <a:pt x="5812907" y="0"/>
                  <a:pt x="5835650" y="0"/>
                  <a:pt x="5835650" y="0"/>
                </a:cubicBezTo>
                <a:lnTo>
                  <a:pt x="5835650" y="1028700"/>
                </a:lnTo>
                <a:cubicBezTo>
                  <a:pt x="5835650" y="1028700"/>
                  <a:pt x="5812907" y="1028700"/>
                  <a:pt x="5784850" y="1028700"/>
                </a:cubicBezTo>
                <a:lnTo>
                  <a:pt x="50800" y="1028700"/>
                </a:lnTo>
                <a:cubicBezTo>
                  <a:pt x="22744" y="1028700"/>
                  <a:pt x="0" y="1028700"/>
                  <a:pt x="0" y="10287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50" name="矩形: 圆角 49">
            <a:extLst>
              <a:ext uri="{FF2B5EF4-FFF2-40B4-BE49-F238E27FC236}">
                <a16:creationId xmlns:a16="http://schemas.microsoft.com/office/drawing/2014/main" id="{F84337AF-3D37-986E-B5D2-F39E5A675932}"/>
              </a:ext>
            </a:extLst>
          </p:cNvPr>
          <p:cNvSpPr/>
          <p:nvPr/>
        </p:nvSpPr>
        <p:spPr>
          <a:xfrm>
            <a:off x="4000500" y="26479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3" name="矩形: 圆角 52">
            <a:extLst>
              <a:ext uri="{FF2B5EF4-FFF2-40B4-BE49-F238E27FC236}">
                <a16:creationId xmlns:a16="http://schemas.microsoft.com/office/drawing/2014/main" id="{8F53EAAC-E17A-A13B-9327-39C0CBC94431}"/>
              </a:ext>
            </a:extLst>
          </p:cNvPr>
          <p:cNvSpPr/>
          <p:nvPr/>
        </p:nvSpPr>
        <p:spPr>
          <a:xfrm>
            <a:off x="4000500" y="31940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7" name="矩形: 圆角 56">
            <a:extLst>
              <a:ext uri="{FF2B5EF4-FFF2-40B4-BE49-F238E27FC236}">
                <a16:creationId xmlns:a16="http://schemas.microsoft.com/office/drawing/2014/main" id="{8FADEE1A-681F-4464-2992-43D36CA90D06}"/>
              </a:ext>
            </a:extLst>
          </p:cNvPr>
          <p:cNvSpPr/>
          <p:nvPr/>
        </p:nvSpPr>
        <p:spPr>
          <a:xfrm>
            <a:off x="5588000" y="26479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1" name="矩形: 圆角 60">
            <a:extLst>
              <a:ext uri="{FF2B5EF4-FFF2-40B4-BE49-F238E27FC236}">
                <a16:creationId xmlns:a16="http://schemas.microsoft.com/office/drawing/2014/main" id="{4DD59BEC-8117-6570-D38A-2FBDD1C72365}"/>
              </a:ext>
            </a:extLst>
          </p:cNvPr>
          <p:cNvSpPr/>
          <p:nvPr/>
        </p:nvSpPr>
        <p:spPr>
          <a:xfrm>
            <a:off x="5588000" y="31940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8" name="矩形: 圆角 127">
            <a:extLst>
              <a:ext uri="{FF2B5EF4-FFF2-40B4-BE49-F238E27FC236}">
                <a16:creationId xmlns:a16="http://schemas.microsoft.com/office/drawing/2014/main" id="{30E36E2B-B29D-1C2D-D1DE-F6810788D3B4}"/>
              </a:ext>
            </a:extLst>
          </p:cNvPr>
          <p:cNvSpPr/>
          <p:nvPr/>
        </p:nvSpPr>
        <p:spPr>
          <a:xfrm>
            <a:off x="7175500" y="26479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3" name="矩形: 圆角 132">
            <a:extLst>
              <a:ext uri="{FF2B5EF4-FFF2-40B4-BE49-F238E27FC236}">
                <a16:creationId xmlns:a16="http://schemas.microsoft.com/office/drawing/2014/main" id="{DBE2F0B5-A78A-99EA-2246-0C3F688B7D4A}"/>
              </a:ext>
            </a:extLst>
          </p:cNvPr>
          <p:cNvSpPr/>
          <p:nvPr/>
        </p:nvSpPr>
        <p:spPr>
          <a:xfrm>
            <a:off x="5588000" y="43243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8" name="矩形: 圆角 137">
            <a:extLst>
              <a:ext uri="{FF2B5EF4-FFF2-40B4-BE49-F238E27FC236}">
                <a16:creationId xmlns:a16="http://schemas.microsoft.com/office/drawing/2014/main" id="{0AD14D7E-4F17-0C91-3DB0-B92900E8F922}"/>
              </a:ext>
            </a:extLst>
          </p:cNvPr>
          <p:cNvSpPr/>
          <p:nvPr/>
        </p:nvSpPr>
        <p:spPr>
          <a:xfrm>
            <a:off x="7175500" y="31940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2" name="矩形: 圆角 141">
            <a:extLst>
              <a:ext uri="{FF2B5EF4-FFF2-40B4-BE49-F238E27FC236}">
                <a16:creationId xmlns:a16="http://schemas.microsoft.com/office/drawing/2014/main" id="{424B86D8-F8B8-8B85-AA2B-41340F43BB58}"/>
              </a:ext>
            </a:extLst>
          </p:cNvPr>
          <p:cNvSpPr/>
          <p:nvPr/>
        </p:nvSpPr>
        <p:spPr>
          <a:xfrm>
            <a:off x="7175500" y="43243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7" name="矩形: 圆角 146">
            <a:extLst>
              <a:ext uri="{FF2B5EF4-FFF2-40B4-BE49-F238E27FC236}">
                <a16:creationId xmlns:a16="http://schemas.microsoft.com/office/drawing/2014/main" id="{E63B5EB1-CC06-6B60-06B2-10E922FCCD28}"/>
              </a:ext>
            </a:extLst>
          </p:cNvPr>
          <p:cNvSpPr/>
          <p:nvPr/>
        </p:nvSpPr>
        <p:spPr>
          <a:xfrm>
            <a:off x="4000500" y="4324350"/>
            <a:ext cx="1219200" cy="3810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1" name="任意多边形: 形状 150">
            <a:extLst>
              <a:ext uri="{FF2B5EF4-FFF2-40B4-BE49-F238E27FC236}">
                <a16:creationId xmlns:a16="http://schemas.microsoft.com/office/drawing/2014/main" id="{B6F689CD-FE64-5015-114B-3DAF911B3368}"/>
              </a:ext>
            </a:extLst>
          </p:cNvPr>
          <p:cNvSpPr/>
          <p:nvPr/>
        </p:nvSpPr>
        <p:spPr>
          <a:xfrm>
            <a:off x="2044700" y="2120900"/>
            <a:ext cx="175977" cy="247650"/>
          </a:xfrm>
          <a:custGeom>
            <a:avLst/>
            <a:gdLst>
              <a:gd name="connsiteX0" fmla="*/ 0 w 175977"/>
              <a:gd name="connsiteY0" fmla="*/ 114300 h 247650"/>
              <a:gd name="connsiteX1" fmla="*/ 87986 w 175977"/>
              <a:gd name="connsiteY1" fmla="*/ 247650 h 247650"/>
              <a:gd name="connsiteX2" fmla="*/ 175978 w 175977"/>
              <a:gd name="connsiteY2" fmla="*/ 114300 h 247650"/>
              <a:gd name="connsiteX3" fmla="*/ 132436 w 175977"/>
              <a:gd name="connsiteY3" fmla="*/ 114300 h 247650"/>
              <a:gd name="connsiteX4" fmla="*/ 132436 w 175977"/>
              <a:gd name="connsiteY4" fmla="*/ 0 h 247650"/>
              <a:gd name="connsiteX5" fmla="*/ 43536 w 175977"/>
              <a:gd name="connsiteY5" fmla="*/ 0 h 247650"/>
              <a:gd name="connsiteX6" fmla="*/ 43536 w 175977"/>
              <a:gd name="connsiteY6" fmla="*/ 114300 h 247650"/>
              <a:gd name="connsiteX7" fmla="*/ 0 w 175977"/>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0" y="114300"/>
                </a:moveTo>
                <a:lnTo>
                  <a:pt x="87986" y="247650"/>
                </a:lnTo>
                <a:lnTo>
                  <a:pt x="175978" y="114300"/>
                </a:lnTo>
                <a:lnTo>
                  <a:pt x="132436" y="114300"/>
                </a:lnTo>
                <a:lnTo>
                  <a:pt x="132436" y="0"/>
                </a:lnTo>
                <a:lnTo>
                  <a:pt x="43536" y="0"/>
                </a:lnTo>
                <a:lnTo>
                  <a:pt x="43536"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3" name="任意多边形: 形状 152">
            <a:extLst>
              <a:ext uri="{FF2B5EF4-FFF2-40B4-BE49-F238E27FC236}">
                <a16:creationId xmlns:a16="http://schemas.microsoft.com/office/drawing/2014/main" id="{678DFFBB-7022-FDC3-F96F-A88F6E377C41}"/>
              </a:ext>
            </a:extLst>
          </p:cNvPr>
          <p:cNvSpPr/>
          <p:nvPr/>
        </p:nvSpPr>
        <p:spPr>
          <a:xfrm>
            <a:off x="2044700" y="3752850"/>
            <a:ext cx="175977" cy="247650"/>
          </a:xfrm>
          <a:custGeom>
            <a:avLst/>
            <a:gdLst>
              <a:gd name="connsiteX0" fmla="*/ 0 w 175977"/>
              <a:gd name="connsiteY0" fmla="*/ 114300 h 247650"/>
              <a:gd name="connsiteX1" fmla="*/ 87986 w 175977"/>
              <a:gd name="connsiteY1" fmla="*/ 247650 h 247650"/>
              <a:gd name="connsiteX2" fmla="*/ 175978 w 175977"/>
              <a:gd name="connsiteY2" fmla="*/ 114300 h 247650"/>
              <a:gd name="connsiteX3" fmla="*/ 132436 w 175977"/>
              <a:gd name="connsiteY3" fmla="*/ 114300 h 247650"/>
              <a:gd name="connsiteX4" fmla="*/ 132436 w 175977"/>
              <a:gd name="connsiteY4" fmla="*/ 0 h 247650"/>
              <a:gd name="connsiteX5" fmla="*/ 43536 w 175977"/>
              <a:gd name="connsiteY5" fmla="*/ 0 h 247650"/>
              <a:gd name="connsiteX6" fmla="*/ 43536 w 175977"/>
              <a:gd name="connsiteY6" fmla="*/ 114300 h 247650"/>
              <a:gd name="connsiteX7" fmla="*/ 0 w 175977"/>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0" y="114300"/>
                </a:moveTo>
                <a:lnTo>
                  <a:pt x="87986" y="247650"/>
                </a:lnTo>
                <a:lnTo>
                  <a:pt x="175978" y="114300"/>
                </a:lnTo>
                <a:lnTo>
                  <a:pt x="132436" y="114300"/>
                </a:lnTo>
                <a:lnTo>
                  <a:pt x="132436" y="0"/>
                </a:lnTo>
                <a:lnTo>
                  <a:pt x="43536" y="0"/>
                </a:lnTo>
                <a:lnTo>
                  <a:pt x="43536"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4" name="任意多边形: 形状 153">
            <a:extLst>
              <a:ext uri="{FF2B5EF4-FFF2-40B4-BE49-F238E27FC236}">
                <a16:creationId xmlns:a16="http://schemas.microsoft.com/office/drawing/2014/main" id="{53CC92B5-AEF1-22C1-CE11-36BE85F1ECF3}"/>
              </a:ext>
            </a:extLst>
          </p:cNvPr>
          <p:cNvSpPr/>
          <p:nvPr/>
        </p:nvSpPr>
        <p:spPr>
          <a:xfrm>
            <a:off x="10052050" y="3752850"/>
            <a:ext cx="175958" cy="247650"/>
          </a:xfrm>
          <a:custGeom>
            <a:avLst/>
            <a:gdLst>
              <a:gd name="connsiteX0" fmla="*/ 0 w 175958"/>
              <a:gd name="connsiteY0" fmla="*/ 114300 h 247650"/>
              <a:gd name="connsiteX1" fmla="*/ 88011 w 175958"/>
              <a:gd name="connsiteY1" fmla="*/ 247650 h 247650"/>
              <a:gd name="connsiteX2" fmla="*/ 175958 w 175958"/>
              <a:gd name="connsiteY2" fmla="*/ 114300 h 247650"/>
              <a:gd name="connsiteX3" fmla="*/ 132461 w 175958"/>
              <a:gd name="connsiteY3" fmla="*/ 114300 h 247650"/>
              <a:gd name="connsiteX4" fmla="*/ 132461 w 175958"/>
              <a:gd name="connsiteY4" fmla="*/ 0 h 247650"/>
              <a:gd name="connsiteX5" fmla="*/ 43561 w 175958"/>
              <a:gd name="connsiteY5" fmla="*/ 0 h 247650"/>
              <a:gd name="connsiteX6" fmla="*/ 43561 w 175958"/>
              <a:gd name="connsiteY6" fmla="*/ 114300 h 247650"/>
              <a:gd name="connsiteX7" fmla="*/ 0 w 175958"/>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0" y="114300"/>
                </a:moveTo>
                <a:lnTo>
                  <a:pt x="88011" y="247650"/>
                </a:lnTo>
                <a:lnTo>
                  <a:pt x="175958" y="114300"/>
                </a:lnTo>
                <a:lnTo>
                  <a:pt x="132461" y="114300"/>
                </a:lnTo>
                <a:lnTo>
                  <a:pt x="132461" y="0"/>
                </a:lnTo>
                <a:lnTo>
                  <a:pt x="43561" y="0"/>
                </a:lnTo>
                <a:lnTo>
                  <a:pt x="43561"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5" name="任意多边形: 形状 154">
            <a:extLst>
              <a:ext uri="{FF2B5EF4-FFF2-40B4-BE49-F238E27FC236}">
                <a16:creationId xmlns:a16="http://schemas.microsoft.com/office/drawing/2014/main" id="{5DA34F15-7B7C-0EEA-FF36-9D42195F83B0}"/>
              </a:ext>
            </a:extLst>
          </p:cNvPr>
          <p:cNvSpPr/>
          <p:nvPr/>
        </p:nvSpPr>
        <p:spPr>
          <a:xfrm>
            <a:off x="10052050" y="2120900"/>
            <a:ext cx="175958" cy="247650"/>
          </a:xfrm>
          <a:custGeom>
            <a:avLst/>
            <a:gdLst>
              <a:gd name="connsiteX0" fmla="*/ 0 w 175958"/>
              <a:gd name="connsiteY0" fmla="*/ 114300 h 247650"/>
              <a:gd name="connsiteX1" fmla="*/ 88011 w 175958"/>
              <a:gd name="connsiteY1" fmla="*/ 247650 h 247650"/>
              <a:gd name="connsiteX2" fmla="*/ 175958 w 175958"/>
              <a:gd name="connsiteY2" fmla="*/ 114300 h 247650"/>
              <a:gd name="connsiteX3" fmla="*/ 132461 w 175958"/>
              <a:gd name="connsiteY3" fmla="*/ 114300 h 247650"/>
              <a:gd name="connsiteX4" fmla="*/ 132461 w 175958"/>
              <a:gd name="connsiteY4" fmla="*/ 0 h 247650"/>
              <a:gd name="connsiteX5" fmla="*/ 43561 w 175958"/>
              <a:gd name="connsiteY5" fmla="*/ 0 h 247650"/>
              <a:gd name="connsiteX6" fmla="*/ 43561 w 175958"/>
              <a:gd name="connsiteY6" fmla="*/ 114300 h 247650"/>
              <a:gd name="connsiteX7" fmla="*/ 0 w 175958"/>
              <a:gd name="connsiteY7"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0" y="114300"/>
                </a:moveTo>
                <a:lnTo>
                  <a:pt x="88011" y="247650"/>
                </a:lnTo>
                <a:lnTo>
                  <a:pt x="175958" y="114300"/>
                </a:lnTo>
                <a:lnTo>
                  <a:pt x="132461" y="114300"/>
                </a:lnTo>
                <a:lnTo>
                  <a:pt x="132461" y="0"/>
                </a:lnTo>
                <a:lnTo>
                  <a:pt x="43561" y="0"/>
                </a:lnTo>
                <a:lnTo>
                  <a:pt x="43561" y="114300"/>
                </a:lnTo>
                <a:lnTo>
                  <a:pt x="0" y="11430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7" name="任意多边形: 形状 156">
            <a:extLst>
              <a:ext uri="{FF2B5EF4-FFF2-40B4-BE49-F238E27FC236}">
                <a16:creationId xmlns:a16="http://schemas.microsoft.com/office/drawing/2014/main" id="{2AAE446D-5746-714F-7A91-082048FC8F52}"/>
              </a:ext>
            </a:extLst>
          </p:cNvPr>
          <p:cNvSpPr/>
          <p:nvPr/>
        </p:nvSpPr>
        <p:spPr>
          <a:xfrm>
            <a:off x="2876550" y="3013983"/>
            <a:ext cx="247650" cy="175971"/>
          </a:xfrm>
          <a:custGeom>
            <a:avLst/>
            <a:gdLst>
              <a:gd name="connsiteX0" fmla="*/ 133350 w 247650"/>
              <a:gd name="connsiteY0" fmla="*/ 0 h 175971"/>
              <a:gd name="connsiteX1" fmla="*/ 0 w 247650"/>
              <a:gd name="connsiteY1" fmla="*/ 87986 h 175971"/>
              <a:gd name="connsiteX2" fmla="*/ 133350 w 247650"/>
              <a:gd name="connsiteY2" fmla="*/ 175971 h 175971"/>
              <a:gd name="connsiteX3" fmla="*/ 133350 w 247650"/>
              <a:gd name="connsiteY3" fmla="*/ 132436 h 175971"/>
              <a:gd name="connsiteX4" fmla="*/ 247650 w 247650"/>
              <a:gd name="connsiteY4" fmla="*/ 132436 h 175971"/>
              <a:gd name="connsiteX5" fmla="*/ 247650 w 247650"/>
              <a:gd name="connsiteY5" fmla="*/ 43536 h 175971"/>
              <a:gd name="connsiteX6" fmla="*/ 133350 w 247650"/>
              <a:gd name="connsiteY6" fmla="*/ 43536 h 175971"/>
              <a:gd name="connsiteX7" fmla="*/ 133350 w 247650"/>
              <a:gd name="connsiteY7" fmla="*/ 0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33350" y="0"/>
                </a:moveTo>
                <a:lnTo>
                  <a:pt x="0" y="87986"/>
                </a:lnTo>
                <a:lnTo>
                  <a:pt x="133350" y="175971"/>
                </a:lnTo>
                <a:lnTo>
                  <a:pt x="133350" y="132436"/>
                </a:lnTo>
                <a:lnTo>
                  <a:pt x="247650" y="132436"/>
                </a:lnTo>
                <a:lnTo>
                  <a:pt x="247650" y="43536"/>
                </a:lnTo>
                <a:lnTo>
                  <a:pt x="133350" y="43536"/>
                </a:lnTo>
                <a:lnTo>
                  <a:pt x="133350"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8" name="任意多边形: 形状 157">
            <a:extLst>
              <a:ext uri="{FF2B5EF4-FFF2-40B4-BE49-F238E27FC236}">
                <a16:creationId xmlns:a16="http://schemas.microsoft.com/office/drawing/2014/main" id="{417C9233-3EA6-D5FE-24B9-2B086F80F13B}"/>
              </a:ext>
            </a:extLst>
          </p:cNvPr>
          <p:cNvSpPr/>
          <p:nvPr/>
        </p:nvSpPr>
        <p:spPr>
          <a:xfrm>
            <a:off x="2876550" y="44259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59" name="任意多边形: 形状 158">
            <a:extLst>
              <a:ext uri="{FF2B5EF4-FFF2-40B4-BE49-F238E27FC236}">
                <a16:creationId xmlns:a16="http://schemas.microsoft.com/office/drawing/2014/main" id="{AAA6D5DE-5896-9A17-E0B4-99830C8C9183}"/>
              </a:ext>
            </a:extLst>
          </p:cNvPr>
          <p:cNvSpPr/>
          <p:nvPr/>
        </p:nvSpPr>
        <p:spPr>
          <a:xfrm>
            <a:off x="9258300" y="3013983"/>
            <a:ext cx="247650" cy="175971"/>
          </a:xfrm>
          <a:custGeom>
            <a:avLst/>
            <a:gdLst>
              <a:gd name="connsiteX0" fmla="*/ 114300 w 247650"/>
              <a:gd name="connsiteY0" fmla="*/ 0 h 175971"/>
              <a:gd name="connsiteX1" fmla="*/ 247650 w 247650"/>
              <a:gd name="connsiteY1" fmla="*/ 87986 h 175971"/>
              <a:gd name="connsiteX2" fmla="*/ 114300 w 247650"/>
              <a:gd name="connsiteY2" fmla="*/ 175971 h 175971"/>
              <a:gd name="connsiteX3" fmla="*/ 114300 w 247650"/>
              <a:gd name="connsiteY3" fmla="*/ 132436 h 175971"/>
              <a:gd name="connsiteX4" fmla="*/ 0 w 247650"/>
              <a:gd name="connsiteY4" fmla="*/ 132436 h 175971"/>
              <a:gd name="connsiteX5" fmla="*/ 0 w 247650"/>
              <a:gd name="connsiteY5" fmla="*/ 43536 h 175971"/>
              <a:gd name="connsiteX6" fmla="*/ 114300 w 247650"/>
              <a:gd name="connsiteY6" fmla="*/ 43536 h 175971"/>
              <a:gd name="connsiteX7" fmla="*/ 114300 w 247650"/>
              <a:gd name="connsiteY7" fmla="*/ 0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0"/>
                </a:moveTo>
                <a:lnTo>
                  <a:pt x="247650" y="87986"/>
                </a:lnTo>
                <a:lnTo>
                  <a:pt x="114300" y="175971"/>
                </a:lnTo>
                <a:lnTo>
                  <a:pt x="114300" y="132436"/>
                </a:lnTo>
                <a:lnTo>
                  <a:pt x="0" y="132436"/>
                </a:lnTo>
                <a:lnTo>
                  <a:pt x="0" y="43536"/>
                </a:lnTo>
                <a:lnTo>
                  <a:pt x="114300" y="43536"/>
                </a:lnTo>
                <a:lnTo>
                  <a:pt x="114300" y="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1" name="任意多边形: 形状 160">
            <a:extLst>
              <a:ext uri="{FF2B5EF4-FFF2-40B4-BE49-F238E27FC236}">
                <a16:creationId xmlns:a16="http://schemas.microsoft.com/office/drawing/2014/main" id="{0C12B9C6-82E5-FD38-F8BA-11AE570F8A34}"/>
              </a:ext>
            </a:extLst>
          </p:cNvPr>
          <p:cNvSpPr/>
          <p:nvPr/>
        </p:nvSpPr>
        <p:spPr>
          <a:xfrm>
            <a:off x="9258300" y="4425950"/>
            <a:ext cx="247650" cy="175977"/>
          </a:xfrm>
          <a:custGeom>
            <a:avLst/>
            <a:gdLst>
              <a:gd name="connsiteX0" fmla="*/ 133350 w 247650"/>
              <a:gd name="connsiteY0" fmla="*/ 175978 h 175977"/>
              <a:gd name="connsiteX1" fmla="*/ 0 w 247650"/>
              <a:gd name="connsiteY1" fmla="*/ 87986 h 175977"/>
              <a:gd name="connsiteX2" fmla="*/ 133350 w 247650"/>
              <a:gd name="connsiteY2" fmla="*/ 0 h 175977"/>
              <a:gd name="connsiteX3" fmla="*/ 133350 w 247650"/>
              <a:gd name="connsiteY3" fmla="*/ 43536 h 175977"/>
              <a:gd name="connsiteX4" fmla="*/ 247650 w 247650"/>
              <a:gd name="connsiteY4" fmla="*/ 43536 h 175977"/>
              <a:gd name="connsiteX5" fmla="*/ 247650 w 247650"/>
              <a:gd name="connsiteY5" fmla="*/ 132436 h 175977"/>
              <a:gd name="connsiteX6" fmla="*/ 133350 w 247650"/>
              <a:gd name="connsiteY6" fmla="*/ 132436 h 175977"/>
              <a:gd name="connsiteX7" fmla="*/ 13335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33350" y="175978"/>
                </a:moveTo>
                <a:lnTo>
                  <a:pt x="0" y="87986"/>
                </a:lnTo>
                <a:lnTo>
                  <a:pt x="133350" y="0"/>
                </a:lnTo>
                <a:lnTo>
                  <a:pt x="133350" y="43536"/>
                </a:lnTo>
                <a:lnTo>
                  <a:pt x="247650" y="43536"/>
                </a:lnTo>
                <a:lnTo>
                  <a:pt x="247650" y="132436"/>
                </a:lnTo>
                <a:lnTo>
                  <a:pt x="133350" y="132436"/>
                </a:lnTo>
                <a:lnTo>
                  <a:pt x="133350" y="175978"/>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63" name="矩形: 圆角 162">
            <a:extLst>
              <a:ext uri="{FF2B5EF4-FFF2-40B4-BE49-F238E27FC236}">
                <a16:creationId xmlns:a16="http://schemas.microsoft.com/office/drawing/2014/main" id="{98601EA0-30EC-2B89-E848-EC6D3345AA21}"/>
              </a:ext>
            </a:extLst>
          </p:cNvPr>
          <p:cNvSpPr/>
          <p:nvPr/>
        </p:nvSpPr>
        <p:spPr>
          <a:xfrm>
            <a:off x="1574800" y="5778500"/>
            <a:ext cx="1390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7" name="矩形: 圆角 166">
            <a:extLst>
              <a:ext uri="{FF2B5EF4-FFF2-40B4-BE49-F238E27FC236}">
                <a16:creationId xmlns:a16="http://schemas.microsoft.com/office/drawing/2014/main" id="{3C23A52F-0E48-D6DB-6E8E-159EFF12A496}"/>
              </a:ext>
            </a:extLst>
          </p:cNvPr>
          <p:cNvSpPr/>
          <p:nvPr/>
        </p:nvSpPr>
        <p:spPr>
          <a:xfrm>
            <a:off x="3117850" y="5778500"/>
            <a:ext cx="13970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1" name="矩形: 圆角 170">
            <a:extLst>
              <a:ext uri="{FF2B5EF4-FFF2-40B4-BE49-F238E27FC236}">
                <a16:creationId xmlns:a16="http://schemas.microsoft.com/office/drawing/2014/main" id="{E6CA85CF-385B-E388-7FFF-3D3FB690DCF9}"/>
              </a:ext>
            </a:extLst>
          </p:cNvPr>
          <p:cNvSpPr/>
          <p:nvPr/>
        </p:nvSpPr>
        <p:spPr>
          <a:xfrm>
            <a:off x="4667250" y="5778500"/>
            <a:ext cx="13970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5" name="矩形: 圆角 174">
            <a:extLst>
              <a:ext uri="{FF2B5EF4-FFF2-40B4-BE49-F238E27FC236}">
                <a16:creationId xmlns:a16="http://schemas.microsoft.com/office/drawing/2014/main" id="{921F65E1-558C-3A9F-B777-A663C0A1D5DE}"/>
              </a:ext>
            </a:extLst>
          </p:cNvPr>
          <p:cNvSpPr/>
          <p:nvPr/>
        </p:nvSpPr>
        <p:spPr>
          <a:xfrm>
            <a:off x="7721600" y="5778500"/>
            <a:ext cx="1390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9" name="矩形: 圆角 178">
            <a:extLst>
              <a:ext uri="{FF2B5EF4-FFF2-40B4-BE49-F238E27FC236}">
                <a16:creationId xmlns:a16="http://schemas.microsoft.com/office/drawing/2014/main" id="{4937E2ED-15AA-73D4-D7A6-C93034FD66B3}"/>
              </a:ext>
            </a:extLst>
          </p:cNvPr>
          <p:cNvSpPr/>
          <p:nvPr/>
        </p:nvSpPr>
        <p:spPr>
          <a:xfrm>
            <a:off x="6172200" y="5778500"/>
            <a:ext cx="139700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3" name="矩形: 圆角 182">
            <a:extLst>
              <a:ext uri="{FF2B5EF4-FFF2-40B4-BE49-F238E27FC236}">
                <a16:creationId xmlns:a16="http://schemas.microsoft.com/office/drawing/2014/main" id="{36DACD98-0769-D6E4-8335-DD54E9378FEA}"/>
              </a:ext>
            </a:extLst>
          </p:cNvPr>
          <p:cNvSpPr/>
          <p:nvPr/>
        </p:nvSpPr>
        <p:spPr>
          <a:xfrm>
            <a:off x="9226550" y="5778500"/>
            <a:ext cx="1390650" cy="4064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7" name="矩形: 圆角 186">
            <a:extLst>
              <a:ext uri="{FF2B5EF4-FFF2-40B4-BE49-F238E27FC236}">
                <a16:creationId xmlns:a16="http://schemas.microsoft.com/office/drawing/2014/main" id="{F8628CE1-C71A-3623-6D88-390A1DE8E042}"/>
              </a:ext>
            </a:extLst>
          </p:cNvPr>
          <p:cNvSpPr/>
          <p:nvPr/>
        </p:nvSpPr>
        <p:spPr>
          <a:xfrm>
            <a:off x="1581150" y="5156200"/>
            <a:ext cx="9036050" cy="495300"/>
          </a:xfrm>
          <a:prstGeom prst="roundRect">
            <a:avLst>
              <a:gd name="adj" fmla="val 8000"/>
            </a:avLst>
          </a:prstGeom>
          <a:solidFill>
            <a:schemeClr val="accent1"/>
          </a:soli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2" name="文本框 191">
            <a:extLst>
              <a:ext uri="{FF2B5EF4-FFF2-40B4-BE49-F238E27FC236}">
                <a16:creationId xmlns:a16="http://schemas.microsoft.com/office/drawing/2014/main" id="{84DB7FEE-6BB4-B360-4A0F-F1820D3B5C03}"/>
              </a:ext>
            </a:extLst>
          </p:cNvPr>
          <p:cNvSpPr txBox="1"/>
          <p:nvPr/>
        </p:nvSpPr>
        <p:spPr>
          <a:xfrm>
            <a:off x="5512507" y="1706548"/>
            <a:ext cx="1166986"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传统旧组织现状</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194" name="文本框 193">
            <a:extLst>
              <a:ext uri="{FF2B5EF4-FFF2-40B4-BE49-F238E27FC236}">
                <a16:creationId xmlns:a16="http://schemas.microsoft.com/office/drawing/2014/main" id="{048A2E6C-9842-DF09-3C83-D0130ABEFBDA}"/>
              </a:ext>
            </a:extLst>
          </p:cNvPr>
          <p:cNvSpPr txBox="1"/>
          <p:nvPr/>
        </p:nvSpPr>
        <p:spPr>
          <a:xfrm>
            <a:off x="1966888" y="2986073"/>
            <a:ext cx="333425"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节能</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5" name="文本框 194">
            <a:extLst>
              <a:ext uri="{FF2B5EF4-FFF2-40B4-BE49-F238E27FC236}">
                <a16:creationId xmlns:a16="http://schemas.microsoft.com/office/drawing/2014/main" id="{0E351999-8881-A693-5DB5-D50F15DDC4DB}"/>
              </a:ext>
            </a:extLst>
          </p:cNvPr>
          <p:cNvSpPr txBox="1"/>
          <p:nvPr/>
        </p:nvSpPr>
        <p:spPr>
          <a:xfrm>
            <a:off x="9974238" y="2986073"/>
            <a:ext cx="333425" cy="200055"/>
          </a:xfrm>
          <a:prstGeom prst="rect">
            <a:avLst/>
          </a:prstGeom>
          <a:noFill/>
        </p:spPr>
        <p:txBody>
          <a:bodyPr wrap="none" lIns="0" tIns="0" rIns="0" bIns="0" rtlCol="0">
            <a:spAutoFit/>
          </a:bodyPr>
          <a:lstStyle/>
          <a:p>
            <a:pPr algn="ctr"/>
            <a:r>
              <a:rPr lang="zh-CN" altLang="en-US" sz="1300" dirty="0">
                <a:solidFill>
                  <a:schemeClr val="accent1">
                    <a:lumMod val="100000"/>
                  </a:schemeClr>
                </a:solidFill>
                <a:effectLst/>
                <a:latin typeface="阿里巴巴普惠体" panose="00020600040101010101" pitchFamily="18" charset="-122"/>
                <a:ea typeface="阿里巴巴普惠体" panose="00020600040101010101" pitchFamily="18" charset="-122"/>
              </a:rPr>
              <a:t>增效</a:t>
            </a:r>
            <a:endPar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6" name="文本框 195">
            <a:extLst>
              <a:ext uri="{FF2B5EF4-FFF2-40B4-BE49-F238E27FC236}">
                <a16:creationId xmlns:a16="http://schemas.microsoft.com/office/drawing/2014/main" id="{DD1B4850-1546-895D-DDB9-63F1AE8CA77B}"/>
              </a:ext>
            </a:extLst>
          </p:cNvPr>
          <p:cNvSpPr txBox="1"/>
          <p:nvPr/>
        </p:nvSpPr>
        <p:spPr>
          <a:xfrm>
            <a:off x="7438852" y="27692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用户消费计划</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8" name="文本框 197">
            <a:extLst>
              <a:ext uri="{FF2B5EF4-FFF2-40B4-BE49-F238E27FC236}">
                <a16:creationId xmlns:a16="http://schemas.microsoft.com/office/drawing/2014/main" id="{FE284A71-6B77-4C0A-9397-F39BC4B2DEE8}"/>
              </a:ext>
            </a:extLst>
          </p:cNvPr>
          <p:cNvSpPr txBox="1"/>
          <p:nvPr/>
        </p:nvSpPr>
        <p:spPr>
          <a:xfrm>
            <a:off x="5851351" y="27692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产业机构变化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199" name="文本框 198">
            <a:extLst>
              <a:ext uri="{FF2B5EF4-FFF2-40B4-BE49-F238E27FC236}">
                <a16:creationId xmlns:a16="http://schemas.microsoft.com/office/drawing/2014/main" id="{EB02BE13-E88F-FBDF-4B8A-DE20663D6C5D}"/>
              </a:ext>
            </a:extLst>
          </p:cNvPr>
          <p:cNvSpPr txBox="1"/>
          <p:nvPr/>
        </p:nvSpPr>
        <p:spPr>
          <a:xfrm>
            <a:off x="4263851" y="27692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信息技术变化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4" name="文本框 203">
            <a:extLst>
              <a:ext uri="{FF2B5EF4-FFF2-40B4-BE49-F238E27FC236}">
                <a16:creationId xmlns:a16="http://schemas.microsoft.com/office/drawing/2014/main" id="{69EB029B-9055-C2DD-8DD4-C8D992C18E54}"/>
              </a:ext>
            </a:extLst>
          </p:cNvPr>
          <p:cNvSpPr txBox="1"/>
          <p:nvPr/>
        </p:nvSpPr>
        <p:spPr>
          <a:xfrm>
            <a:off x="7438852" y="3315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团队能力变化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6" name="文本框 205">
            <a:extLst>
              <a:ext uri="{FF2B5EF4-FFF2-40B4-BE49-F238E27FC236}">
                <a16:creationId xmlns:a16="http://schemas.microsoft.com/office/drawing/2014/main" id="{EFF21C40-FF29-DD57-7CC9-0D3E75B1E621}"/>
              </a:ext>
            </a:extLst>
          </p:cNvPr>
          <p:cNvSpPr txBox="1"/>
          <p:nvPr/>
        </p:nvSpPr>
        <p:spPr>
          <a:xfrm>
            <a:off x="5851351" y="3315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产能品类变化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7" name="文本框 206">
            <a:extLst>
              <a:ext uri="{FF2B5EF4-FFF2-40B4-BE49-F238E27FC236}">
                <a16:creationId xmlns:a16="http://schemas.microsoft.com/office/drawing/2014/main" id="{6991FDBB-3C2E-6C70-9F0E-EDF6201062DA}"/>
              </a:ext>
            </a:extLst>
          </p:cNvPr>
          <p:cNvSpPr txBox="1"/>
          <p:nvPr/>
        </p:nvSpPr>
        <p:spPr>
          <a:xfrm>
            <a:off x="4263851" y="3315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营销模式变化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0" name="文本框 209">
            <a:extLst>
              <a:ext uri="{FF2B5EF4-FFF2-40B4-BE49-F238E27FC236}">
                <a16:creationId xmlns:a16="http://schemas.microsoft.com/office/drawing/2014/main" id="{440C2BFC-44B3-D8CB-BBC8-5ABD7F624F8F}"/>
              </a:ext>
            </a:extLst>
          </p:cNvPr>
          <p:cNvSpPr txBox="1"/>
          <p:nvPr/>
        </p:nvSpPr>
        <p:spPr>
          <a:xfrm>
            <a:off x="9852410" y="4665247"/>
            <a:ext cx="577081"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产品及品类</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竞争力升级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1" name="文本框 210">
            <a:extLst>
              <a:ext uri="{FF2B5EF4-FFF2-40B4-BE49-F238E27FC236}">
                <a16:creationId xmlns:a16="http://schemas.microsoft.com/office/drawing/2014/main" id="{977AD761-D103-0BED-803E-CD1D018348BA}"/>
              </a:ext>
            </a:extLst>
          </p:cNvPr>
          <p:cNvSpPr txBox="1"/>
          <p:nvPr/>
        </p:nvSpPr>
        <p:spPr>
          <a:xfrm>
            <a:off x="9910118" y="4068347"/>
            <a:ext cx="461665"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营销内容</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价值升级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3" name="文本框 212">
            <a:extLst>
              <a:ext uri="{FF2B5EF4-FFF2-40B4-BE49-F238E27FC236}">
                <a16:creationId xmlns:a16="http://schemas.microsoft.com/office/drawing/2014/main" id="{4F937B1E-B9CD-9509-7358-708888819E7A}"/>
              </a:ext>
            </a:extLst>
          </p:cNvPr>
          <p:cNvSpPr txBox="1"/>
          <p:nvPr/>
        </p:nvSpPr>
        <p:spPr>
          <a:xfrm>
            <a:off x="1787352" y="4665247"/>
            <a:ext cx="692497"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组织内部结构</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及人效升级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4" name="文本框 213">
            <a:extLst>
              <a:ext uri="{FF2B5EF4-FFF2-40B4-BE49-F238E27FC236}">
                <a16:creationId xmlns:a16="http://schemas.microsoft.com/office/drawing/2014/main" id="{D8D08571-5D48-230C-739F-F2B71DF02764}"/>
              </a:ext>
            </a:extLst>
          </p:cNvPr>
          <p:cNvSpPr txBox="1"/>
          <p:nvPr/>
        </p:nvSpPr>
        <p:spPr>
          <a:xfrm>
            <a:off x="1729644" y="4068347"/>
            <a:ext cx="807913" cy="29610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组织内部信息化</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数据升级</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5" name="文本框 214">
            <a:extLst>
              <a:ext uri="{FF2B5EF4-FFF2-40B4-BE49-F238E27FC236}">
                <a16:creationId xmlns:a16="http://schemas.microsoft.com/office/drawing/2014/main" id="{69A32DBA-2675-25DD-AF47-FD46BD215C0A}"/>
              </a:ext>
            </a:extLst>
          </p:cNvPr>
          <p:cNvSpPr txBox="1"/>
          <p:nvPr/>
        </p:nvSpPr>
        <p:spPr>
          <a:xfrm>
            <a:off x="4090727" y="4445601"/>
            <a:ext cx="103874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新商业项目运营规划</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7" name="文本框 216">
            <a:extLst>
              <a:ext uri="{FF2B5EF4-FFF2-40B4-BE49-F238E27FC236}">
                <a16:creationId xmlns:a16="http://schemas.microsoft.com/office/drawing/2014/main" id="{25087EF6-7203-9C07-0C45-D34A70E392C4}"/>
              </a:ext>
            </a:extLst>
          </p:cNvPr>
          <p:cNvSpPr txBox="1"/>
          <p:nvPr/>
        </p:nvSpPr>
        <p:spPr>
          <a:xfrm>
            <a:off x="5793644" y="4445601"/>
            <a:ext cx="807913"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新消费品牌孵化</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8" name="文本框 217">
            <a:extLst>
              <a:ext uri="{FF2B5EF4-FFF2-40B4-BE49-F238E27FC236}">
                <a16:creationId xmlns:a16="http://schemas.microsoft.com/office/drawing/2014/main" id="{0E980808-9B9A-4D9B-344C-63A1E790387C}"/>
              </a:ext>
            </a:extLst>
          </p:cNvPr>
          <p:cNvSpPr txBox="1"/>
          <p:nvPr/>
        </p:nvSpPr>
        <p:spPr>
          <a:xfrm>
            <a:off x="7323435" y="4445601"/>
            <a:ext cx="923330"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商业架构顶层设计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19" name="文本框 218">
            <a:extLst>
              <a:ext uri="{FF2B5EF4-FFF2-40B4-BE49-F238E27FC236}">
                <a16:creationId xmlns:a16="http://schemas.microsoft.com/office/drawing/2014/main" id="{EC916115-22E1-4786-4194-1C604C4DC957}"/>
              </a:ext>
            </a:extLst>
          </p:cNvPr>
          <p:cNvSpPr txBox="1"/>
          <p:nvPr/>
        </p:nvSpPr>
        <p:spPr>
          <a:xfrm>
            <a:off x="5348970" y="5303823"/>
            <a:ext cx="1500411"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先进组织的新生产力</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20" name="文本框 219">
            <a:extLst>
              <a:ext uri="{FF2B5EF4-FFF2-40B4-BE49-F238E27FC236}">
                <a16:creationId xmlns:a16="http://schemas.microsoft.com/office/drawing/2014/main" id="{33533FB2-685A-EAF0-66FC-0D1120323780}"/>
              </a:ext>
            </a:extLst>
          </p:cNvPr>
          <p:cNvSpPr txBox="1"/>
          <p:nvPr/>
        </p:nvSpPr>
        <p:spPr>
          <a:xfrm>
            <a:off x="4904086"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组织关系迭代</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1" name="文本框 220">
            <a:extLst>
              <a:ext uri="{FF2B5EF4-FFF2-40B4-BE49-F238E27FC236}">
                <a16:creationId xmlns:a16="http://schemas.microsoft.com/office/drawing/2014/main" id="{B2FDFFB5-AEDC-9B93-3402-3D185BC71D20}"/>
              </a:ext>
            </a:extLst>
          </p:cNvPr>
          <p:cNvSpPr txBox="1"/>
          <p:nvPr/>
        </p:nvSpPr>
        <p:spPr>
          <a:xfrm>
            <a:off x="6409036"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用户关系迭代</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3" name="文本框 222">
            <a:extLst>
              <a:ext uri="{FF2B5EF4-FFF2-40B4-BE49-F238E27FC236}">
                <a16:creationId xmlns:a16="http://schemas.microsoft.com/office/drawing/2014/main" id="{3F28A0ED-0498-666C-4AD4-463C07222C27}"/>
              </a:ext>
            </a:extLst>
          </p:cNvPr>
          <p:cNvSpPr txBox="1"/>
          <p:nvPr/>
        </p:nvSpPr>
        <p:spPr>
          <a:xfrm>
            <a:off x="7955261"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交叉综合创新</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4" name="文本框 223">
            <a:extLst>
              <a:ext uri="{FF2B5EF4-FFF2-40B4-BE49-F238E27FC236}">
                <a16:creationId xmlns:a16="http://schemas.microsoft.com/office/drawing/2014/main" id="{7FF8B75F-0069-C163-60BD-57C6389CD22C}"/>
              </a:ext>
            </a:extLst>
          </p:cNvPr>
          <p:cNvSpPr txBox="1"/>
          <p:nvPr/>
        </p:nvSpPr>
        <p:spPr>
          <a:xfrm>
            <a:off x="9460211"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生产资源重构</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5" name="文本框 224">
            <a:extLst>
              <a:ext uri="{FF2B5EF4-FFF2-40B4-BE49-F238E27FC236}">
                <a16:creationId xmlns:a16="http://schemas.microsoft.com/office/drawing/2014/main" id="{4E7205A8-C51E-AEEB-26CE-0D6A19C7F2C8}"/>
              </a:ext>
            </a:extLst>
          </p:cNvPr>
          <p:cNvSpPr txBox="1"/>
          <p:nvPr/>
        </p:nvSpPr>
        <p:spPr>
          <a:xfrm>
            <a:off x="3354686"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团队能力迭代</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6" name="文本框 225">
            <a:extLst>
              <a:ext uri="{FF2B5EF4-FFF2-40B4-BE49-F238E27FC236}">
                <a16:creationId xmlns:a16="http://schemas.microsoft.com/office/drawing/2014/main" id="{FAF80513-9CB1-631E-81F0-15E9455AA701}"/>
              </a:ext>
            </a:extLst>
          </p:cNvPr>
          <p:cNvSpPr txBox="1"/>
          <p:nvPr/>
        </p:nvSpPr>
        <p:spPr>
          <a:xfrm>
            <a:off x="1808461" y="5889367"/>
            <a:ext cx="923330" cy="184666"/>
          </a:xfrm>
          <a:prstGeom prst="rect">
            <a:avLst/>
          </a:prstGeom>
          <a:noFill/>
        </p:spPr>
        <p:txBody>
          <a:bodyPr wrap="none" lIns="0" tIns="0" rIns="0" bIns="0" rtlCol="0">
            <a:spAutoFit/>
          </a:bodyPr>
          <a:lstStyle/>
          <a:p>
            <a:pPr algn="ctr"/>
            <a:r>
              <a:rPr lang="zh-CN" altLang="en-US" sz="12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信息技术赋能</a:t>
            </a:r>
            <a:endPar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56495515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圆角 9">
            <a:extLst>
              <a:ext uri="{FF2B5EF4-FFF2-40B4-BE49-F238E27FC236}">
                <a16:creationId xmlns:a16="http://schemas.microsoft.com/office/drawing/2014/main" id="{86DCF6E6-1A7F-ABC2-2C49-91E926D172C5}"/>
              </a:ext>
            </a:extLst>
          </p:cNvPr>
          <p:cNvSpPr/>
          <p:nvPr/>
        </p:nvSpPr>
        <p:spPr>
          <a:xfrm>
            <a:off x="800100" y="1409700"/>
            <a:ext cx="10560048" cy="1035050"/>
          </a:xfrm>
          <a:prstGeom prst="roundRect">
            <a:avLst>
              <a:gd name="adj" fmla="val 9381"/>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 name="矩形: 圆角 1">
            <a:extLst>
              <a:ext uri="{FF2B5EF4-FFF2-40B4-BE49-F238E27FC236}">
                <a16:creationId xmlns:a16="http://schemas.microsoft.com/office/drawing/2014/main" id="{801022DC-A387-FEC9-5C1A-DAD68000D629}"/>
              </a:ext>
            </a:extLst>
          </p:cNvPr>
          <p:cNvSpPr/>
          <p:nvPr/>
        </p:nvSpPr>
        <p:spPr>
          <a:xfrm>
            <a:off x="800100" y="2552700"/>
            <a:ext cx="10560048" cy="3848100"/>
          </a:xfrm>
          <a:prstGeom prst="roundRect">
            <a:avLst>
              <a:gd name="adj" fmla="val 2558"/>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8" name="文本框 277">
            <a:extLst>
              <a:ext uri="{FF2B5EF4-FFF2-40B4-BE49-F238E27FC236}">
                <a16:creationId xmlns:a16="http://schemas.microsoft.com/office/drawing/2014/main" id="{3448D57C-5BE4-F6E7-5C49-7953E5F16A5A}"/>
              </a:ext>
            </a:extLst>
          </p:cNvPr>
          <p:cNvSpPr txBox="1"/>
          <p:nvPr/>
        </p:nvSpPr>
        <p:spPr>
          <a:xfrm>
            <a:off x="543433" y="805688"/>
            <a:ext cx="3390672"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教育机构私域裂变流量</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543433" y="604070"/>
            <a:ext cx="424186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Fission Flow In Private Domain Of Educational Institutions</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6" name="任意多边形: 形状 5">
            <a:extLst>
              <a:ext uri="{FF2B5EF4-FFF2-40B4-BE49-F238E27FC236}">
                <a16:creationId xmlns:a16="http://schemas.microsoft.com/office/drawing/2014/main" id="{448A6888-3C73-55F9-9188-B13A3C27F5FC}"/>
              </a:ext>
            </a:extLst>
          </p:cNvPr>
          <p:cNvSpPr/>
          <p:nvPr/>
        </p:nvSpPr>
        <p:spPr>
          <a:xfrm>
            <a:off x="9296400" y="2654300"/>
            <a:ext cx="1038225" cy="3022600"/>
          </a:xfrm>
          <a:custGeom>
            <a:avLst/>
            <a:gdLst>
              <a:gd name="connsiteX0" fmla="*/ 0 w 1038225"/>
              <a:gd name="connsiteY0" fmla="*/ 0 h 3022600"/>
              <a:gd name="connsiteX1" fmla="*/ 1038225 w 1038225"/>
              <a:gd name="connsiteY1" fmla="*/ 831850 h 3022600"/>
              <a:gd name="connsiteX2" fmla="*/ 1038225 w 1038225"/>
              <a:gd name="connsiteY2" fmla="*/ 2171700 h 3022600"/>
              <a:gd name="connsiteX3" fmla="*/ 0 w 1038225"/>
              <a:gd name="connsiteY3" fmla="*/ 3022600 h 3022600"/>
              <a:gd name="connsiteX4" fmla="*/ 0 w 1038225"/>
              <a:gd name="connsiteY4" fmla="*/ 0 h 3022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3022600">
                <a:moveTo>
                  <a:pt x="0" y="0"/>
                </a:moveTo>
                <a:lnTo>
                  <a:pt x="1038225" y="831850"/>
                </a:lnTo>
                <a:lnTo>
                  <a:pt x="1038225" y="2171700"/>
                </a:lnTo>
                <a:lnTo>
                  <a:pt x="0" y="3022600"/>
                </a:lnTo>
                <a:lnTo>
                  <a:pt x="0" y="0"/>
                </a:lnTo>
                <a:close/>
              </a:path>
            </a:pathLst>
          </a:custGeom>
          <a:gradFill flip="none" rotWithShape="1">
            <a:gsLst>
              <a:gs pos="0">
                <a:schemeClr val="accent1">
                  <a:lumMod val="60000"/>
                  <a:lumOff val="40000"/>
                  <a:alpha val="0"/>
                </a:schemeClr>
              </a:gs>
              <a:gs pos="84000">
                <a:schemeClr val="accent1">
                  <a:lumMod val="75000"/>
                  <a:alpha val="18000"/>
                </a:schemeClr>
              </a:gs>
            </a:gsLst>
            <a:lin ang="1080000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7" name="任意多边形: 形状 6">
            <a:extLst>
              <a:ext uri="{FF2B5EF4-FFF2-40B4-BE49-F238E27FC236}">
                <a16:creationId xmlns:a16="http://schemas.microsoft.com/office/drawing/2014/main" id="{59135B02-8E3C-FEAC-3FC7-A452FC5A2383}"/>
              </a:ext>
            </a:extLst>
          </p:cNvPr>
          <p:cNvSpPr/>
          <p:nvPr/>
        </p:nvSpPr>
        <p:spPr>
          <a:xfrm>
            <a:off x="1733550" y="2654300"/>
            <a:ext cx="1038225" cy="3022600"/>
          </a:xfrm>
          <a:custGeom>
            <a:avLst/>
            <a:gdLst>
              <a:gd name="connsiteX0" fmla="*/ 1038225 w 1038225"/>
              <a:gd name="connsiteY0" fmla="*/ 0 h 3022600"/>
              <a:gd name="connsiteX1" fmla="*/ 0 w 1038225"/>
              <a:gd name="connsiteY1" fmla="*/ 831850 h 3022600"/>
              <a:gd name="connsiteX2" fmla="*/ 0 w 1038225"/>
              <a:gd name="connsiteY2" fmla="*/ 2171700 h 3022600"/>
              <a:gd name="connsiteX3" fmla="*/ 1038225 w 1038225"/>
              <a:gd name="connsiteY3" fmla="*/ 3022600 h 3022600"/>
              <a:gd name="connsiteX4" fmla="*/ 1038225 w 1038225"/>
              <a:gd name="connsiteY4" fmla="*/ 0 h 3022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3022600">
                <a:moveTo>
                  <a:pt x="1038225" y="0"/>
                </a:moveTo>
                <a:lnTo>
                  <a:pt x="0" y="831850"/>
                </a:lnTo>
                <a:lnTo>
                  <a:pt x="0" y="2171700"/>
                </a:lnTo>
                <a:lnTo>
                  <a:pt x="1038225" y="3022600"/>
                </a:lnTo>
                <a:lnTo>
                  <a:pt x="1038225" y="0"/>
                </a:lnTo>
                <a:close/>
              </a:path>
            </a:pathLst>
          </a:custGeom>
          <a:gradFill flip="none" rotWithShape="1">
            <a:gsLst>
              <a:gs pos="0">
                <a:schemeClr val="accent1">
                  <a:lumMod val="60000"/>
                  <a:lumOff val="40000"/>
                  <a:alpha val="0"/>
                </a:schemeClr>
              </a:gs>
              <a:gs pos="84000">
                <a:schemeClr val="accent1">
                  <a:lumMod val="75000"/>
                  <a:alpha val="18000"/>
                </a:schemeClr>
              </a:gs>
            </a:gsLst>
            <a:lin ang="0" scaled="1"/>
            <a:tileRect/>
          </a:gradFill>
          <a:ln>
            <a:noFill/>
          </a:ln>
          <a:effectLst>
            <a:outerShdw blurRad="165100" dist="38100" dir="2700000" algn="tl" rotWithShape="0">
              <a:schemeClr val="accent1">
                <a:lumMod val="100000"/>
                <a:alpha val="70000"/>
              </a:schemeClr>
            </a:outerShdw>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 name="任意多边形: 形状 7">
            <a:extLst>
              <a:ext uri="{FF2B5EF4-FFF2-40B4-BE49-F238E27FC236}">
                <a16:creationId xmlns:a16="http://schemas.microsoft.com/office/drawing/2014/main" id="{A546C8EE-DB34-585C-EC82-17CB201411C2}"/>
              </a:ext>
            </a:extLst>
          </p:cNvPr>
          <p:cNvSpPr/>
          <p:nvPr/>
        </p:nvSpPr>
        <p:spPr>
          <a:xfrm>
            <a:off x="3632200" y="2660650"/>
            <a:ext cx="2095500" cy="850900"/>
          </a:xfrm>
          <a:custGeom>
            <a:avLst/>
            <a:gdLst>
              <a:gd name="connsiteX0" fmla="*/ 0 w 2095500"/>
              <a:gd name="connsiteY0" fmla="*/ 50800 h 850900"/>
              <a:gd name="connsiteX1" fmla="*/ 50800 w 2095500"/>
              <a:gd name="connsiteY1" fmla="*/ 0 h 850900"/>
              <a:gd name="connsiteX2" fmla="*/ 2044700 w 2095500"/>
              <a:gd name="connsiteY2" fmla="*/ 0 h 850900"/>
              <a:gd name="connsiteX3" fmla="*/ 2095500 w 2095500"/>
              <a:gd name="connsiteY3" fmla="*/ 50800 h 850900"/>
              <a:gd name="connsiteX4" fmla="*/ 2095500 w 2095500"/>
              <a:gd name="connsiteY4" fmla="*/ 800100 h 850900"/>
              <a:gd name="connsiteX5" fmla="*/ 2044700 w 2095500"/>
              <a:gd name="connsiteY5" fmla="*/ 850900 h 850900"/>
              <a:gd name="connsiteX6" fmla="*/ 50800 w 2095500"/>
              <a:gd name="connsiteY6" fmla="*/ 850900 h 850900"/>
              <a:gd name="connsiteX7" fmla="*/ 0 w 2095500"/>
              <a:gd name="connsiteY7" fmla="*/ 800100 h 850900"/>
              <a:gd name="connsiteX8" fmla="*/ 0 w 2095500"/>
              <a:gd name="connsiteY8" fmla="*/ 50800 h 85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850900">
                <a:moveTo>
                  <a:pt x="0" y="50800"/>
                </a:moveTo>
                <a:cubicBezTo>
                  <a:pt x="0" y="22746"/>
                  <a:pt x="22746" y="0"/>
                  <a:pt x="50800" y="0"/>
                </a:cubicBezTo>
                <a:lnTo>
                  <a:pt x="2044700" y="0"/>
                </a:lnTo>
                <a:cubicBezTo>
                  <a:pt x="2072755" y="0"/>
                  <a:pt x="2095500" y="22746"/>
                  <a:pt x="2095500" y="50800"/>
                </a:cubicBezTo>
                <a:lnTo>
                  <a:pt x="2095500" y="800100"/>
                </a:lnTo>
                <a:cubicBezTo>
                  <a:pt x="2095500" y="828155"/>
                  <a:pt x="2072755" y="850900"/>
                  <a:pt x="2044700" y="850900"/>
                </a:cubicBezTo>
                <a:lnTo>
                  <a:pt x="50800" y="850900"/>
                </a:lnTo>
                <a:cubicBezTo>
                  <a:pt x="22746" y="850900"/>
                  <a:pt x="0" y="828155"/>
                  <a:pt x="0" y="8001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 name="任意多边形: 形状 11">
            <a:extLst>
              <a:ext uri="{FF2B5EF4-FFF2-40B4-BE49-F238E27FC236}">
                <a16:creationId xmlns:a16="http://schemas.microsoft.com/office/drawing/2014/main" id="{0350EB38-9838-59E8-B55D-CDCEB3B80C69}"/>
              </a:ext>
            </a:extLst>
          </p:cNvPr>
          <p:cNvSpPr/>
          <p:nvPr/>
        </p:nvSpPr>
        <p:spPr>
          <a:xfrm>
            <a:off x="6261100" y="2660650"/>
            <a:ext cx="2095500" cy="1371600"/>
          </a:xfrm>
          <a:custGeom>
            <a:avLst/>
            <a:gdLst>
              <a:gd name="connsiteX0" fmla="*/ 0 w 2095500"/>
              <a:gd name="connsiteY0" fmla="*/ 50800 h 1371600"/>
              <a:gd name="connsiteX1" fmla="*/ 50800 w 2095500"/>
              <a:gd name="connsiteY1" fmla="*/ 0 h 1371600"/>
              <a:gd name="connsiteX2" fmla="*/ 2044700 w 2095500"/>
              <a:gd name="connsiteY2" fmla="*/ 0 h 1371600"/>
              <a:gd name="connsiteX3" fmla="*/ 2095500 w 2095500"/>
              <a:gd name="connsiteY3" fmla="*/ 50800 h 1371600"/>
              <a:gd name="connsiteX4" fmla="*/ 2095500 w 2095500"/>
              <a:gd name="connsiteY4" fmla="*/ 1320800 h 1371600"/>
              <a:gd name="connsiteX5" fmla="*/ 2044700 w 2095500"/>
              <a:gd name="connsiteY5" fmla="*/ 1371600 h 1371600"/>
              <a:gd name="connsiteX6" fmla="*/ 50800 w 2095500"/>
              <a:gd name="connsiteY6" fmla="*/ 1371600 h 1371600"/>
              <a:gd name="connsiteX7" fmla="*/ 0 w 2095500"/>
              <a:gd name="connsiteY7" fmla="*/ 1320800 h 1371600"/>
              <a:gd name="connsiteX8" fmla="*/ 0 w 20955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1371600">
                <a:moveTo>
                  <a:pt x="0" y="50800"/>
                </a:moveTo>
                <a:cubicBezTo>
                  <a:pt x="0" y="22746"/>
                  <a:pt x="22746" y="0"/>
                  <a:pt x="50800" y="0"/>
                </a:cubicBezTo>
                <a:lnTo>
                  <a:pt x="2044700" y="0"/>
                </a:lnTo>
                <a:cubicBezTo>
                  <a:pt x="2072767" y="0"/>
                  <a:pt x="2095500" y="22746"/>
                  <a:pt x="2095500" y="50800"/>
                </a:cubicBezTo>
                <a:lnTo>
                  <a:pt x="2095500" y="1320800"/>
                </a:lnTo>
                <a:cubicBezTo>
                  <a:pt x="2095500" y="1348855"/>
                  <a:pt x="2072767" y="1371600"/>
                  <a:pt x="2044700" y="1371600"/>
                </a:cubicBezTo>
                <a:lnTo>
                  <a:pt x="50800" y="1371600"/>
                </a:lnTo>
                <a:cubicBezTo>
                  <a:pt x="22746" y="1371600"/>
                  <a:pt x="0" y="1348855"/>
                  <a:pt x="0" y="13208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 name="任意多边形: 形状 14">
            <a:extLst>
              <a:ext uri="{FF2B5EF4-FFF2-40B4-BE49-F238E27FC236}">
                <a16:creationId xmlns:a16="http://schemas.microsoft.com/office/drawing/2014/main" id="{537EC2DF-6065-27FF-9A81-340FD7BE0456}"/>
              </a:ext>
            </a:extLst>
          </p:cNvPr>
          <p:cNvSpPr/>
          <p:nvPr/>
        </p:nvSpPr>
        <p:spPr>
          <a:xfrm>
            <a:off x="6261100" y="4362450"/>
            <a:ext cx="2095500" cy="1371600"/>
          </a:xfrm>
          <a:custGeom>
            <a:avLst/>
            <a:gdLst>
              <a:gd name="connsiteX0" fmla="*/ 0 w 2095500"/>
              <a:gd name="connsiteY0" fmla="*/ 50800 h 1371600"/>
              <a:gd name="connsiteX1" fmla="*/ 50800 w 2095500"/>
              <a:gd name="connsiteY1" fmla="*/ 0 h 1371600"/>
              <a:gd name="connsiteX2" fmla="*/ 2044700 w 2095500"/>
              <a:gd name="connsiteY2" fmla="*/ 0 h 1371600"/>
              <a:gd name="connsiteX3" fmla="*/ 2095500 w 2095500"/>
              <a:gd name="connsiteY3" fmla="*/ 50800 h 1371600"/>
              <a:gd name="connsiteX4" fmla="*/ 2095500 w 2095500"/>
              <a:gd name="connsiteY4" fmla="*/ 1320800 h 1371600"/>
              <a:gd name="connsiteX5" fmla="*/ 2044700 w 2095500"/>
              <a:gd name="connsiteY5" fmla="*/ 1371600 h 1371600"/>
              <a:gd name="connsiteX6" fmla="*/ 50800 w 2095500"/>
              <a:gd name="connsiteY6" fmla="*/ 1371600 h 1371600"/>
              <a:gd name="connsiteX7" fmla="*/ 0 w 2095500"/>
              <a:gd name="connsiteY7" fmla="*/ 1320800 h 1371600"/>
              <a:gd name="connsiteX8" fmla="*/ 0 w 2095500"/>
              <a:gd name="connsiteY8" fmla="*/ 508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1371600">
                <a:moveTo>
                  <a:pt x="0" y="50800"/>
                </a:moveTo>
                <a:cubicBezTo>
                  <a:pt x="0" y="22746"/>
                  <a:pt x="22746" y="0"/>
                  <a:pt x="50800" y="0"/>
                </a:cubicBezTo>
                <a:lnTo>
                  <a:pt x="2044700" y="0"/>
                </a:lnTo>
                <a:cubicBezTo>
                  <a:pt x="2072767" y="0"/>
                  <a:pt x="2095500" y="22746"/>
                  <a:pt x="2095500" y="50800"/>
                </a:cubicBezTo>
                <a:lnTo>
                  <a:pt x="2095500" y="1320800"/>
                </a:lnTo>
                <a:cubicBezTo>
                  <a:pt x="2095500" y="1348855"/>
                  <a:pt x="2072767" y="1371600"/>
                  <a:pt x="2044700" y="1371600"/>
                </a:cubicBezTo>
                <a:lnTo>
                  <a:pt x="50800" y="1371600"/>
                </a:lnTo>
                <a:cubicBezTo>
                  <a:pt x="22746" y="1371600"/>
                  <a:pt x="0" y="1348855"/>
                  <a:pt x="0" y="13208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 name="任意多边形: 形状 16">
            <a:extLst>
              <a:ext uri="{FF2B5EF4-FFF2-40B4-BE49-F238E27FC236}">
                <a16:creationId xmlns:a16="http://schemas.microsoft.com/office/drawing/2014/main" id="{A9CE9233-AB33-1E92-D8A5-0BFFF7CB7E00}"/>
              </a:ext>
            </a:extLst>
          </p:cNvPr>
          <p:cNvSpPr/>
          <p:nvPr/>
        </p:nvSpPr>
        <p:spPr>
          <a:xfrm>
            <a:off x="3632200" y="4025900"/>
            <a:ext cx="2095500" cy="850900"/>
          </a:xfrm>
          <a:custGeom>
            <a:avLst/>
            <a:gdLst>
              <a:gd name="connsiteX0" fmla="*/ 0 w 2095500"/>
              <a:gd name="connsiteY0" fmla="*/ 50800 h 850900"/>
              <a:gd name="connsiteX1" fmla="*/ 50800 w 2095500"/>
              <a:gd name="connsiteY1" fmla="*/ 0 h 850900"/>
              <a:gd name="connsiteX2" fmla="*/ 2044700 w 2095500"/>
              <a:gd name="connsiteY2" fmla="*/ 0 h 850900"/>
              <a:gd name="connsiteX3" fmla="*/ 2095500 w 2095500"/>
              <a:gd name="connsiteY3" fmla="*/ 50800 h 850900"/>
              <a:gd name="connsiteX4" fmla="*/ 2095500 w 2095500"/>
              <a:gd name="connsiteY4" fmla="*/ 800100 h 850900"/>
              <a:gd name="connsiteX5" fmla="*/ 2044700 w 2095500"/>
              <a:gd name="connsiteY5" fmla="*/ 850900 h 850900"/>
              <a:gd name="connsiteX6" fmla="*/ 50800 w 2095500"/>
              <a:gd name="connsiteY6" fmla="*/ 850900 h 850900"/>
              <a:gd name="connsiteX7" fmla="*/ 0 w 2095500"/>
              <a:gd name="connsiteY7" fmla="*/ 800100 h 850900"/>
              <a:gd name="connsiteX8" fmla="*/ 0 w 2095500"/>
              <a:gd name="connsiteY8" fmla="*/ 50800 h 85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0" h="850900">
                <a:moveTo>
                  <a:pt x="0" y="50800"/>
                </a:moveTo>
                <a:cubicBezTo>
                  <a:pt x="0" y="22746"/>
                  <a:pt x="22746" y="0"/>
                  <a:pt x="50800" y="0"/>
                </a:cubicBezTo>
                <a:lnTo>
                  <a:pt x="2044700" y="0"/>
                </a:lnTo>
                <a:cubicBezTo>
                  <a:pt x="2072755" y="0"/>
                  <a:pt x="2095500" y="22746"/>
                  <a:pt x="2095500" y="50800"/>
                </a:cubicBezTo>
                <a:lnTo>
                  <a:pt x="2095500" y="800100"/>
                </a:lnTo>
                <a:cubicBezTo>
                  <a:pt x="2095500" y="828155"/>
                  <a:pt x="2072755" y="850900"/>
                  <a:pt x="2044700" y="850900"/>
                </a:cubicBezTo>
                <a:lnTo>
                  <a:pt x="50800" y="850900"/>
                </a:lnTo>
                <a:cubicBezTo>
                  <a:pt x="22746" y="850900"/>
                  <a:pt x="0" y="828155"/>
                  <a:pt x="0" y="800100"/>
                </a:cubicBezTo>
                <a:lnTo>
                  <a:pt x="0" y="5080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 name="矩形: 圆角 23">
            <a:extLst>
              <a:ext uri="{FF2B5EF4-FFF2-40B4-BE49-F238E27FC236}">
                <a16:creationId xmlns:a16="http://schemas.microsoft.com/office/drawing/2014/main" id="{3D0E10E6-11FF-6C15-DD74-721157311A11}"/>
              </a:ext>
            </a:extLst>
          </p:cNvPr>
          <p:cNvSpPr/>
          <p:nvPr/>
        </p:nvSpPr>
        <p:spPr>
          <a:xfrm>
            <a:off x="2374900" y="2660650"/>
            <a:ext cx="812800" cy="3022600"/>
          </a:xfrm>
          <a:prstGeom prst="roundRect">
            <a:avLst>
              <a:gd name="adj" fmla="val 8000"/>
            </a:avLst>
          </a:prstGeom>
          <a:solidFill>
            <a:schemeClr val="bg1"/>
          </a:solidFill>
          <a:ln w="6350" cap="flat">
            <a:noFill/>
            <a:prstDash val="lgDashDot"/>
            <a:miter/>
          </a:ln>
        </p:spPr>
        <p:txBody>
          <a:bodyPr rtlCol="0" anchor="ctr"/>
          <a:lstStyle/>
          <a:p>
            <a:endParaRPr lang="zh-CN" altLang="en-US"/>
          </a:p>
        </p:txBody>
      </p:sp>
      <p:sp>
        <p:nvSpPr>
          <p:cNvPr id="25" name="矩形: 圆角 24">
            <a:extLst>
              <a:ext uri="{FF2B5EF4-FFF2-40B4-BE49-F238E27FC236}">
                <a16:creationId xmlns:a16="http://schemas.microsoft.com/office/drawing/2014/main" id="{B759AD2B-A874-990A-74F1-FB153D7F1500}"/>
              </a:ext>
            </a:extLst>
          </p:cNvPr>
          <p:cNvSpPr/>
          <p:nvPr/>
        </p:nvSpPr>
        <p:spPr>
          <a:xfrm>
            <a:off x="8864600" y="2660650"/>
            <a:ext cx="869950" cy="3022600"/>
          </a:xfrm>
          <a:prstGeom prst="roundRect">
            <a:avLst>
              <a:gd name="adj" fmla="val 8000"/>
            </a:avLst>
          </a:prstGeom>
          <a:solidFill>
            <a:schemeClr val="bg1"/>
          </a:solidFill>
          <a:ln w="6350" cap="flat">
            <a:noFill/>
            <a:prstDash val="lgDashDot"/>
            <a:miter/>
          </a:ln>
        </p:spPr>
        <p:txBody>
          <a:bodyPr rtlCol="0" anchor="ctr"/>
          <a:lstStyle/>
          <a:p>
            <a:endParaRPr lang="zh-CN" altLang="en-US"/>
          </a:p>
        </p:txBody>
      </p:sp>
      <p:sp>
        <p:nvSpPr>
          <p:cNvPr id="28" name="矩形: 圆角 27">
            <a:extLst>
              <a:ext uri="{FF2B5EF4-FFF2-40B4-BE49-F238E27FC236}">
                <a16:creationId xmlns:a16="http://schemas.microsoft.com/office/drawing/2014/main" id="{36458F6B-AC70-B6E4-C900-EB69C584171D}"/>
              </a:ext>
            </a:extLst>
          </p:cNvPr>
          <p:cNvSpPr/>
          <p:nvPr/>
        </p:nvSpPr>
        <p:spPr>
          <a:xfrm>
            <a:off x="2425700" y="29718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3" name="矩形: 圆角 32">
            <a:extLst>
              <a:ext uri="{FF2B5EF4-FFF2-40B4-BE49-F238E27FC236}">
                <a16:creationId xmlns:a16="http://schemas.microsoft.com/office/drawing/2014/main" id="{2A652B36-317C-3796-A5AE-57E2855F1982}"/>
              </a:ext>
            </a:extLst>
          </p:cNvPr>
          <p:cNvSpPr/>
          <p:nvPr/>
        </p:nvSpPr>
        <p:spPr>
          <a:xfrm>
            <a:off x="8940800" y="32512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7" name="矩形: 圆角 36">
            <a:extLst>
              <a:ext uri="{FF2B5EF4-FFF2-40B4-BE49-F238E27FC236}">
                <a16:creationId xmlns:a16="http://schemas.microsoft.com/office/drawing/2014/main" id="{848FCA40-DF70-D09C-8650-5D305BE0502E}"/>
              </a:ext>
            </a:extLst>
          </p:cNvPr>
          <p:cNvSpPr/>
          <p:nvPr/>
        </p:nvSpPr>
        <p:spPr>
          <a:xfrm>
            <a:off x="3632200" y="266700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1" name="矩形: 圆角 40">
            <a:extLst>
              <a:ext uri="{FF2B5EF4-FFF2-40B4-BE49-F238E27FC236}">
                <a16:creationId xmlns:a16="http://schemas.microsoft.com/office/drawing/2014/main" id="{50903F95-0C0B-0BF7-7C58-7C6CA5E19F06}"/>
              </a:ext>
            </a:extLst>
          </p:cNvPr>
          <p:cNvSpPr/>
          <p:nvPr/>
        </p:nvSpPr>
        <p:spPr>
          <a:xfrm>
            <a:off x="8864600" y="2667000"/>
            <a:ext cx="86995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4" name="矩形: 圆角 43">
            <a:extLst>
              <a:ext uri="{FF2B5EF4-FFF2-40B4-BE49-F238E27FC236}">
                <a16:creationId xmlns:a16="http://schemas.microsoft.com/office/drawing/2014/main" id="{DAED3463-BFFA-8FCB-1B49-2649E832E0E5}"/>
              </a:ext>
            </a:extLst>
          </p:cNvPr>
          <p:cNvSpPr/>
          <p:nvPr/>
        </p:nvSpPr>
        <p:spPr>
          <a:xfrm>
            <a:off x="6261100" y="2667000"/>
            <a:ext cx="2095500" cy="304800"/>
          </a:xfrm>
          <a:prstGeom prst="roundRect">
            <a:avLst>
              <a:gd name="adj" fmla="val 12961"/>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1" name="矩形: 圆角 50">
            <a:extLst>
              <a:ext uri="{FF2B5EF4-FFF2-40B4-BE49-F238E27FC236}">
                <a16:creationId xmlns:a16="http://schemas.microsoft.com/office/drawing/2014/main" id="{80774C1A-57DE-7B66-4F50-BEFC8D35860E}"/>
              </a:ext>
            </a:extLst>
          </p:cNvPr>
          <p:cNvSpPr/>
          <p:nvPr/>
        </p:nvSpPr>
        <p:spPr>
          <a:xfrm>
            <a:off x="6261100" y="436880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5" name="矩形: 圆角 54">
            <a:extLst>
              <a:ext uri="{FF2B5EF4-FFF2-40B4-BE49-F238E27FC236}">
                <a16:creationId xmlns:a16="http://schemas.microsoft.com/office/drawing/2014/main" id="{37857D13-B1BD-7277-0539-B50B7A28C9B3}"/>
              </a:ext>
            </a:extLst>
          </p:cNvPr>
          <p:cNvSpPr/>
          <p:nvPr/>
        </p:nvSpPr>
        <p:spPr>
          <a:xfrm>
            <a:off x="3632200" y="403225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9" name="矩形: 圆角 58">
            <a:extLst>
              <a:ext uri="{FF2B5EF4-FFF2-40B4-BE49-F238E27FC236}">
                <a16:creationId xmlns:a16="http://schemas.microsoft.com/office/drawing/2014/main" id="{A5B84E4C-1E4F-6FF1-5E0A-C27D3B62608D}"/>
              </a:ext>
            </a:extLst>
          </p:cNvPr>
          <p:cNvSpPr/>
          <p:nvPr/>
        </p:nvSpPr>
        <p:spPr>
          <a:xfrm>
            <a:off x="3632200" y="5378450"/>
            <a:ext cx="2095500" cy="304800"/>
          </a:xfrm>
          <a:prstGeom prst="roundRect">
            <a:avLst>
              <a:gd name="adj" fmla="val 13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3" name="矩形: 圆角 62">
            <a:extLst>
              <a:ext uri="{FF2B5EF4-FFF2-40B4-BE49-F238E27FC236}">
                <a16:creationId xmlns:a16="http://schemas.microsoft.com/office/drawing/2014/main" id="{71D4C959-FF08-8B00-5DD2-D736702FF905}"/>
              </a:ext>
            </a:extLst>
          </p:cNvPr>
          <p:cNvSpPr/>
          <p:nvPr/>
        </p:nvSpPr>
        <p:spPr>
          <a:xfrm>
            <a:off x="2425700" y="36385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2" name="矩形: 圆角 131">
            <a:extLst>
              <a:ext uri="{FF2B5EF4-FFF2-40B4-BE49-F238E27FC236}">
                <a16:creationId xmlns:a16="http://schemas.microsoft.com/office/drawing/2014/main" id="{1BD75AD2-EA10-5463-9F20-96B2612427F2}"/>
              </a:ext>
            </a:extLst>
          </p:cNvPr>
          <p:cNvSpPr/>
          <p:nvPr/>
        </p:nvSpPr>
        <p:spPr>
          <a:xfrm>
            <a:off x="8940800" y="38608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7" name="矩形: 圆角 136">
            <a:extLst>
              <a:ext uri="{FF2B5EF4-FFF2-40B4-BE49-F238E27FC236}">
                <a16:creationId xmlns:a16="http://schemas.microsoft.com/office/drawing/2014/main" id="{C7F2A809-67EC-EC08-4595-6A32CC87A233}"/>
              </a:ext>
            </a:extLst>
          </p:cNvPr>
          <p:cNvSpPr/>
          <p:nvPr/>
        </p:nvSpPr>
        <p:spPr>
          <a:xfrm>
            <a:off x="2425700" y="43053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3" name="矩形: 圆角 142">
            <a:extLst>
              <a:ext uri="{FF2B5EF4-FFF2-40B4-BE49-F238E27FC236}">
                <a16:creationId xmlns:a16="http://schemas.microsoft.com/office/drawing/2014/main" id="{6ED0CF63-7CCE-AEB9-2311-B6C154166D27}"/>
              </a:ext>
            </a:extLst>
          </p:cNvPr>
          <p:cNvSpPr/>
          <p:nvPr/>
        </p:nvSpPr>
        <p:spPr>
          <a:xfrm>
            <a:off x="8940800" y="44704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8" name="矩形: 圆角 147">
            <a:extLst>
              <a:ext uri="{FF2B5EF4-FFF2-40B4-BE49-F238E27FC236}">
                <a16:creationId xmlns:a16="http://schemas.microsoft.com/office/drawing/2014/main" id="{D04BB704-A48F-9BF7-6935-D9DC9D36F388}"/>
              </a:ext>
            </a:extLst>
          </p:cNvPr>
          <p:cNvSpPr/>
          <p:nvPr/>
        </p:nvSpPr>
        <p:spPr>
          <a:xfrm>
            <a:off x="2425700" y="49720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6" name="矩形: 圆角 155">
            <a:extLst>
              <a:ext uri="{FF2B5EF4-FFF2-40B4-BE49-F238E27FC236}">
                <a16:creationId xmlns:a16="http://schemas.microsoft.com/office/drawing/2014/main" id="{EF10C6C7-8A91-E219-7736-71E07EBCFD77}"/>
              </a:ext>
            </a:extLst>
          </p:cNvPr>
          <p:cNvSpPr/>
          <p:nvPr/>
        </p:nvSpPr>
        <p:spPr>
          <a:xfrm>
            <a:off x="8940800" y="508000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3" name="任意多边形: 形状 192">
            <a:extLst>
              <a:ext uri="{FF2B5EF4-FFF2-40B4-BE49-F238E27FC236}">
                <a16:creationId xmlns:a16="http://schemas.microsoft.com/office/drawing/2014/main" id="{F0D6CE3D-179A-0438-513B-17FFAF919901}"/>
              </a:ext>
            </a:extLst>
          </p:cNvPr>
          <p:cNvSpPr/>
          <p:nvPr/>
        </p:nvSpPr>
        <p:spPr>
          <a:xfrm>
            <a:off x="4591050" y="3676650"/>
            <a:ext cx="177800" cy="241300"/>
          </a:xfrm>
          <a:custGeom>
            <a:avLst/>
            <a:gdLst>
              <a:gd name="connsiteX0" fmla="*/ 0 w 177800"/>
              <a:gd name="connsiteY0" fmla="*/ 111366 h 241300"/>
              <a:gd name="connsiteX1" fmla="*/ 88900 w 177800"/>
              <a:gd name="connsiteY1" fmla="*/ 241300 h 241300"/>
              <a:gd name="connsiteX2" fmla="*/ 177800 w 177800"/>
              <a:gd name="connsiteY2" fmla="*/ 111366 h 241300"/>
              <a:gd name="connsiteX3" fmla="*/ 133814 w 177800"/>
              <a:gd name="connsiteY3" fmla="*/ 111366 h 241300"/>
              <a:gd name="connsiteX4" fmla="*/ 133814 w 177800"/>
              <a:gd name="connsiteY4" fmla="*/ 0 h 241300"/>
              <a:gd name="connsiteX5" fmla="*/ 43993 w 177800"/>
              <a:gd name="connsiteY5" fmla="*/ 0 h 241300"/>
              <a:gd name="connsiteX6" fmla="*/ 43993 w 177800"/>
              <a:gd name="connsiteY6" fmla="*/ 111366 h 241300"/>
              <a:gd name="connsiteX7" fmla="*/ 0 w 177800"/>
              <a:gd name="connsiteY7" fmla="*/ 111366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00" h="241300">
                <a:moveTo>
                  <a:pt x="0" y="111366"/>
                </a:moveTo>
                <a:lnTo>
                  <a:pt x="88900" y="241300"/>
                </a:lnTo>
                <a:lnTo>
                  <a:pt x="177800" y="111366"/>
                </a:lnTo>
                <a:lnTo>
                  <a:pt x="133814" y="111366"/>
                </a:lnTo>
                <a:lnTo>
                  <a:pt x="133814" y="0"/>
                </a:lnTo>
                <a:lnTo>
                  <a:pt x="43993" y="0"/>
                </a:lnTo>
                <a:lnTo>
                  <a:pt x="43993" y="111366"/>
                </a:lnTo>
                <a:lnTo>
                  <a:pt x="0" y="111366"/>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7" name="任意多边形: 形状 196">
            <a:extLst>
              <a:ext uri="{FF2B5EF4-FFF2-40B4-BE49-F238E27FC236}">
                <a16:creationId xmlns:a16="http://schemas.microsoft.com/office/drawing/2014/main" id="{FBB3337F-3F54-E03A-AF15-701A62FC9062}"/>
              </a:ext>
            </a:extLst>
          </p:cNvPr>
          <p:cNvSpPr/>
          <p:nvPr/>
        </p:nvSpPr>
        <p:spPr>
          <a:xfrm>
            <a:off x="2101850" y="4064000"/>
            <a:ext cx="241300" cy="177800"/>
          </a:xfrm>
          <a:custGeom>
            <a:avLst/>
            <a:gdLst>
              <a:gd name="connsiteX0" fmla="*/ 111366 w 241300"/>
              <a:gd name="connsiteY0" fmla="*/ 177800 h 177800"/>
              <a:gd name="connsiteX1" fmla="*/ 241300 w 241300"/>
              <a:gd name="connsiteY1" fmla="*/ 88900 h 177800"/>
              <a:gd name="connsiteX2" fmla="*/ 111366 w 241300"/>
              <a:gd name="connsiteY2" fmla="*/ 0 h 177800"/>
              <a:gd name="connsiteX3" fmla="*/ 111366 w 241300"/>
              <a:gd name="connsiteY3" fmla="*/ 43986 h 177800"/>
              <a:gd name="connsiteX4" fmla="*/ 0 w 241300"/>
              <a:gd name="connsiteY4" fmla="*/ 43986 h 177800"/>
              <a:gd name="connsiteX5" fmla="*/ 0 w 241300"/>
              <a:gd name="connsiteY5" fmla="*/ 133807 h 177800"/>
              <a:gd name="connsiteX6" fmla="*/ 111366 w 241300"/>
              <a:gd name="connsiteY6" fmla="*/ 133807 h 177800"/>
              <a:gd name="connsiteX7" fmla="*/ 111366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66" y="177800"/>
                </a:moveTo>
                <a:lnTo>
                  <a:pt x="241300" y="88900"/>
                </a:lnTo>
                <a:lnTo>
                  <a:pt x="111366" y="0"/>
                </a:lnTo>
                <a:lnTo>
                  <a:pt x="111366" y="43986"/>
                </a:lnTo>
                <a:lnTo>
                  <a:pt x="0" y="43986"/>
                </a:lnTo>
                <a:lnTo>
                  <a:pt x="0" y="133807"/>
                </a:lnTo>
                <a:lnTo>
                  <a:pt x="111366" y="133807"/>
                </a:lnTo>
                <a:lnTo>
                  <a:pt x="111366"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0" name="任意多边形: 形状 199">
            <a:extLst>
              <a:ext uri="{FF2B5EF4-FFF2-40B4-BE49-F238E27FC236}">
                <a16:creationId xmlns:a16="http://schemas.microsoft.com/office/drawing/2014/main" id="{CA3208A2-9027-F9C1-BCEA-E118EF327806}"/>
              </a:ext>
            </a:extLst>
          </p:cNvPr>
          <p:cNvSpPr/>
          <p:nvPr/>
        </p:nvSpPr>
        <p:spPr>
          <a:xfrm>
            <a:off x="9747250" y="4064000"/>
            <a:ext cx="241300" cy="177800"/>
          </a:xfrm>
          <a:custGeom>
            <a:avLst/>
            <a:gdLst>
              <a:gd name="connsiteX0" fmla="*/ 111379 w 241300"/>
              <a:gd name="connsiteY0" fmla="*/ 177800 h 177800"/>
              <a:gd name="connsiteX1" fmla="*/ 241300 w 241300"/>
              <a:gd name="connsiteY1" fmla="*/ 88900 h 177800"/>
              <a:gd name="connsiteX2" fmla="*/ 111379 w 241300"/>
              <a:gd name="connsiteY2" fmla="*/ 0 h 177800"/>
              <a:gd name="connsiteX3" fmla="*/ 111379 w 241300"/>
              <a:gd name="connsiteY3" fmla="*/ 43986 h 177800"/>
              <a:gd name="connsiteX4" fmla="*/ 0 w 241300"/>
              <a:gd name="connsiteY4" fmla="*/ 43986 h 177800"/>
              <a:gd name="connsiteX5" fmla="*/ 0 w 241300"/>
              <a:gd name="connsiteY5" fmla="*/ 133807 h 177800"/>
              <a:gd name="connsiteX6" fmla="*/ 111379 w 241300"/>
              <a:gd name="connsiteY6" fmla="*/ 133807 h 177800"/>
              <a:gd name="connsiteX7" fmla="*/ 111379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79" y="177800"/>
                </a:moveTo>
                <a:lnTo>
                  <a:pt x="241300" y="88900"/>
                </a:lnTo>
                <a:lnTo>
                  <a:pt x="111379" y="0"/>
                </a:lnTo>
                <a:lnTo>
                  <a:pt x="111379" y="43986"/>
                </a:lnTo>
                <a:lnTo>
                  <a:pt x="0" y="43986"/>
                </a:lnTo>
                <a:lnTo>
                  <a:pt x="0" y="133807"/>
                </a:lnTo>
                <a:lnTo>
                  <a:pt x="111379" y="133807"/>
                </a:lnTo>
                <a:lnTo>
                  <a:pt x="111379"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1" name="任意多边形: 形状 200">
            <a:extLst>
              <a:ext uri="{FF2B5EF4-FFF2-40B4-BE49-F238E27FC236}">
                <a16:creationId xmlns:a16="http://schemas.microsoft.com/office/drawing/2014/main" id="{92A5605F-E964-AEB7-6B91-899AE417C99A}"/>
              </a:ext>
            </a:extLst>
          </p:cNvPr>
          <p:cNvSpPr/>
          <p:nvPr/>
        </p:nvSpPr>
        <p:spPr>
          <a:xfrm>
            <a:off x="4591050" y="5029200"/>
            <a:ext cx="177800" cy="241300"/>
          </a:xfrm>
          <a:custGeom>
            <a:avLst/>
            <a:gdLst>
              <a:gd name="connsiteX0" fmla="*/ 0 w 177800"/>
              <a:gd name="connsiteY0" fmla="*/ 111366 h 241300"/>
              <a:gd name="connsiteX1" fmla="*/ 88900 w 177800"/>
              <a:gd name="connsiteY1" fmla="*/ 241300 h 241300"/>
              <a:gd name="connsiteX2" fmla="*/ 177800 w 177800"/>
              <a:gd name="connsiteY2" fmla="*/ 111366 h 241300"/>
              <a:gd name="connsiteX3" fmla="*/ 133814 w 177800"/>
              <a:gd name="connsiteY3" fmla="*/ 111366 h 241300"/>
              <a:gd name="connsiteX4" fmla="*/ 133814 w 177800"/>
              <a:gd name="connsiteY4" fmla="*/ 0 h 241300"/>
              <a:gd name="connsiteX5" fmla="*/ 43993 w 177800"/>
              <a:gd name="connsiteY5" fmla="*/ 0 h 241300"/>
              <a:gd name="connsiteX6" fmla="*/ 43993 w 177800"/>
              <a:gd name="connsiteY6" fmla="*/ 111366 h 241300"/>
              <a:gd name="connsiteX7" fmla="*/ 0 w 177800"/>
              <a:gd name="connsiteY7" fmla="*/ 111366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00" h="241300">
                <a:moveTo>
                  <a:pt x="0" y="111366"/>
                </a:moveTo>
                <a:lnTo>
                  <a:pt x="88900" y="241300"/>
                </a:lnTo>
                <a:lnTo>
                  <a:pt x="177800" y="111366"/>
                </a:lnTo>
                <a:lnTo>
                  <a:pt x="133814" y="111366"/>
                </a:lnTo>
                <a:lnTo>
                  <a:pt x="133814" y="0"/>
                </a:lnTo>
                <a:lnTo>
                  <a:pt x="43993" y="0"/>
                </a:lnTo>
                <a:lnTo>
                  <a:pt x="43993" y="111366"/>
                </a:lnTo>
                <a:lnTo>
                  <a:pt x="0" y="111366"/>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2" name="任意多边形: 形状 201">
            <a:extLst>
              <a:ext uri="{FF2B5EF4-FFF2-40B4-BE49-F238E27FC236}">
                <a16:creationId xmlns:a16="http://schemas.microsoft.com/office/drawing/2014/main" id="{7BFA5D52-5524-068C-4F20-D9BFE1593C1C}"/>
              </a:ext>
            </a:extLst>
          </p:cNvPr>
          <p:cNvSpPr/>
          <p:nvPr/>
        </p:nvSpPr>
        <p:spPr>
          <a:xfrm>
            <a:off x="7219950" y="4095750"/>
            <a:ext cx="177800" cy="241300"/>
          </a:xfrm>
          <a:custGeom>
            <a:avLst/>
            <a:gdLst>
              <a:gd name="connsiteX0" fmla="*/ 0 w 177800"/>
              <a:gd name="connsiteY0" fmla="*/ 111366 h 241300"/>
              <a:gd name="connsiteX1" fmla="*/ 88900 w 177800"/>
              <a:gd name="connsiteY1" fmla="*/ 241300 h 241300"/>
              <a:gd name="connsiteX2" fmla="*/ 177800 w 177800"/>
              <a:gd name="connsiteY2" fmla="*/ 111366 h 241300"/>
              <a:gd name="connsiteX3" fmla="*/ 133794 w 177800"/>
              <a:gd name="connsiteY3" fmla="*/ 111366 h 241300"/>
              <a:gd name="connsiteX4" fmla="*/ 133794 w 177800"/>
              <a:gd name="connsiteY4" fmla="*/ 0 h 241300"/>
              <a:gd name="connsiteX5" fmla="*/ 44006 w 177800"/>
              <a:gd name="connsiteY5" fmla="*/ 0 h 241300"/>
              <a:gd name="connsiteX6" fmla="*/ 44006 w 177800"/>
              <a:gd name="connsiteY6" fmla="*/ 111366 h 241300"/>
              <a:gd name="connsiteX7" fmla="*/ 0 w 177800"/>
              <a:gd name="connsiteY7" fmla="*/ 111366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00" h="241300">
                <a:moveTo>
                  <a:pt x="0" y="111366"/>
                </a:moveTo>
                <a:lnTo>
                  <a:pt x="88900" y="241300"/>
                </a:lnTo>
                <a:lnTo>
                  <a:pt x="177800" y="111366"/>
                </a:lnTo>
                <a:lnTo>
                  <a:pt x="133794" y="111366"/>
                </a:lnTo>
                <a:lnTo>
                  <a:pt x="133794" y="0"/>
                </a:lnTo>
                <a:lnTo>
                  <a:pt x="44006" y="0"/>
                </a:lnTo>
                <a:lnTo>
                  <a:pt x="44006" y="111366"/>
                </a:lnTo>
                <a:lnTo>
                  <a:pt x="0" y="111366"/>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2" name="任意多边形: 形状 211">
            <a:extLst>
              <a:ext uri="{FF2B5EF4-FFF2-40B4-BE49-F238E27FC236}">
                <a16:creationId xmlns:a16="http://schemas.microsoft.com/office/drawing/2014/main" id="{0867D3A2-FDC7-8AD0-EDE7-2F77C431E9BE}"/>
              </a:ext>
            </a:extLst>
          </p:cNvPr>
          <p:cNvSpPr/>
          <p:nvPr/>
        </p:nvSpPr>
        <p:spPr>
          <a:xfrm>
            <a:off x="5181600" y="2163036"/>
            <a:ext cx="1555765" cy="93526"/>
          </a:xfrm>
          <a:custGeom>
            <a:avLst/>
            <a:gdLst>
              <a:gd name="connsiteX0" fmla="*/ 1553908 w 1555765"/>
              <a:gd name="connsiteY0" fmla="*/ 51252 h 93526"/>
              <a:gd name="connsiteX1" fmla="*/ 1553908 w 1555765"/>
              <a:gd name="connsiteY1" fmla="*/ 42274 h 93526"/>
              <a:gd name="connsiteX2" fmla="*/ 1513459 w 1555765"/>
              <a:gd name="connsiteY2" fmla="*/ 1862 h 93526"/>
              <a:gd name="connsiteX3" fmla="*/ 1504506 w 1555765"/>
              <a:gd name="connsiteY3" fmla="*/ 1862 h 93526"/>
              <a:gd name="connsiteX4" fmla="*/ 1504506 w 1555765"/>
              <a:gd name="connsiteY4" fmla="*/ 10841 h 93526"/>
              <a:gd name="connsiteX5" fmla="*/ 1540446 w 1555765"/>
              <a:gd name="connsiteY5" fmla="*/ 46763 h 93526"/>
              <a:gd name="connsiteX6" fmla="*/ 1504506 w 1555765"/>
              <a:gd name="connsiteY6" fmla="*/ 82685 h 93526"/>
              <a:gd name="connsiteX7" fmla="*/ 1504506 w 1555765"/>
              <a:gd name="connsiteY7" fmla="*/ 91664 h 93526"/>
              <a:gd name="connsiteX8" fmla="*/ 1513459 w 1555765"/>
              <a:gd name="connsiteY8" fmla="*/ 91664 h 93526"/>
              <a:gd name="connsiteX9" fmla="*/ 1553908 w 1555765"/>
              <a:gd name="connsiteY9" fmla="*/ 51252 h 93526"/>
              <a:gd name="connsiteX10" fmla="*/ 0 w 1555765"/>
              <a:gd name="connsiteY10" fmla="*/ 53113 h 93526"/>
              <a:gd name="connsiteX11" fmla="*/ 1549400 w 1555765"/>
              <a:gd name="connsiteY11" fmla="*/ 53113 h 93526"/>
              <a:gd name="connsiteX12" fmla="*/ 1549400 w 1555765"/>
              <a:gd name="connsiteY12" fmla="*/ 40413 h 93526"/>
              <a:gd name="connsiteX13" fmla="*/ 0 w 1555765"/>
              <a:gd name="connsiteY13" fmla="*/ 40413 h 93526"/>
              <a:gd name="connsiteX14" fmla="*/ 0 w 155576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55765" h="93526">
                <a:moveTo>
                  <a:pt x="1553908" y="51252"/>
                </a:moveTo>
                <a:cubicBezTo>
                  <a:pt x="1556385" y="48776"/>
                  <a:pt x="1556385" y="44750"/>
                  <a:pt x="1553908" y="42274"/>
                </a:cubicBezTo>
                <a:lnTo>
                  <a:pt x="1513459" y="1862"/>
                </a:lnTo>
                <a:cubicBezTo>
                  <a:pt x="1510982" y="-621"/>
                  <a:pt x="1506982" y="-621"/>
                  <a:pt x="1504506" y="1862"/>
                </a:cubicBezTo>
                <a:cubicBezTo>
                  <a:pt x="1502029" y="4339"/>
                  <a:pt x="1502029" y="8365"/>
                  <a:pt x="1504506" y="10841"/>
                </a:cubicBezTo>
                <a:lnTo>
                  <a:pt x="1540446" y="46763"/>
                </a:lnTo>
                <a:lnTo>
                  <a:pt x="1504506" y="82685"/>
                </a:lnTo>
                <a:cubicBezTo>
                  <a:pt x="1502029" y="85161"/>
                  <a:pt x="1502029" y="89187"/>
                  <a:pt x="1504506" y="91664"/>
                </a:cubicBezTo>
                <a:cubicBezTo>
                  <a:pt x="1506982" y="94147"/>
                  <a:pt x="1510982" y="94147"/>
                  <a:pt x="1513459" y="91664"/>
                </a:cubicBezTo>
                <a:lnTo>
                  <a:pt x="1553908" y="51252"/>
                </a:lnTo>
                <a:close/>
                <a:moveTo>
                  <a:pt x="0" y="53113"/>
                </a:moveTo>
                <a:lnTo>
                  <a:pt x="1549400" y="53113"/>
                </a:lnTo>
                <a:lnTo>
                  <a:pt x="154940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16" name="任意多边形: 形状 215">
            <a:extLst>
              <a:ext uri="{FF2B5EF4-FFF2-40B4-BE49-F238E27FC236}">
                <a16:creationId xmlns:a16="http://schemas.microsoft.com/office/drawing/2014/main" id="{A64BF105-9276-63ED-DDC5-2267DBC10A0B}"/>
              </a:ext>
            </a:extLst>
          </p:cNvPr>
          <p:cNvSpPr/>
          <p:nvPr/>
        </p:nvSpPr>
        <p:spPr>
          <a:xfrm>
            <a:off x="7886700" y="2163036"/>
            <a:ext cx="2095515" cy="93526"/>
          </a:xfrm>
          <a:custGeom>
            <a:avLst/>
            <a:gdLst>
              <a:gd name="connsiteX0" fmla="*/ 2093658 w 2095515"/>
              <a:gd name="connsiteY0" fmla="*/ 51252 h 93526"/>
              <a:gd name="connsiteX1" fmla="*/ 2093658 w 2095515"/>
              <a:gd name="connsiteY1" fmla="*/ 42274 h 93526"/>
              <a:gd name="connsiteX2" fmla="*/ 2053209 w 2095515"/>
              <a:gd name="connsiteY2" fmla="*/ 1862 h 93526"/>
              <a:gd name="connsiteX3" fmla="*/ 2044256 w 2095515"/>
              <a:gd name="connsiteY3" fmla="*/ 1862 h 93526"/>
              <a:gd name="connsiteX4" fmla="*/ 2044256 w 2095515"/>
              <a:gd name="connsiteY4" fmla="*/ 10841 h 93526"/>
              <a:gd name="connsiteX5" fmla="*/ 2080196 w 2095515"/>
              <a:gd name="connsiteY5" fmla="*/ 46763 h 93526"/>
              <a:gd name="connsiteX6" fmla="*/ 2044256 w 2095515"/>
              <a:gd name="connsiteY6" fmla="*/ 82685 h 93526"/>
              <a:gd name="connsiteX7" fmla="*/ 2044256 w 2095515"/>
              <a:gd name="connsiteY7" fmla="*/ 91664 h 93526"/>
              <a:gd name="connsiteX8" fmla="*/ 2053209 w 2095515"/>
              <a:gd name="connsiteY8" fmla="*/ 91664 h 93526"/>
              <a:gd name="connsiteX9" fmla="*/ 2093658 w 2095515"/>
              <a:gd name="connsiteY9" fmla="*/ 51252 h 93526"/>
              <a:gd name="connsiteX10" fmla="*/ 0 w 2095515"/>
              <a:gd name="connsiteY10" fmla="*/ 53113 h 93526"/>
              <a:gd name="connsiteX11" fmla="*/ 2089150 w 2095515"/>
              <a:gd name="connsiteY11" fmla="*/ 53113 h 93526"/>
              <a:gd name="connsiteX12" fmla="*/ 2089150 w 2095515"/>
              <a:gd name="connsiteY12" fmla="*/ 40413 h 93526"/>
              <a:gd name="connsiteX13" fmla="*/ 0 w 2095515"/>
              <a:gd name="connsiteY13" fmla="*/ 40413 h 93526"/>
              <a:gd name="connsiteX14" fmla="*/ 0 w 2095515"/>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515" h="93526">
                <a:moveTo>
                  <a:pt x="2093658" y="51252"/>
                </a:moveTo>
                <a:cubicBezTo>
                  <a:pt x="2096135" y="48776"/>
                  <a:pt x="2096135" y="44750"/>
                  <a:pt x="2093658" y="42274"/>
                </a:cubicBezTo>
                <a:lnTo>
                  <a:pt x="2053209" y="1862"/>
                </a:lnTo>
                <a:cubicBezTo>
                  <a:pt x="2050732" y="-621"/>
                  <a:pt x="2046732" y="-621"/>
                  <a:pt x="2044256" y="1862"/>
                </a:cubicBezTo>
                <a:cubicBezTo>
                  <a:pt x="2041779" y="4339"/>
                  <a:pt x="2041779" y="8365"/>
                  <a:pt x="2044256" y="10841"/>
                </a:cubicBezTo>
                <a:lnTo>
                  <a:pt x="2080196" y="46763"/>
                </a:lnTo>
                <a:lnTo>
                  <a:pt x="2044256" y="82685"/>
                </a:lnTo>
                <a:cubicBezTo>
                  <a:pt x="2041779" y="85161"/>
                  <a:pt x="2041779" y="89187"/>
                  <a:pt x="2044256" y="91664"/>
                </a:cubicBezTo>
                <a:cubicBezTo>
                  <a:pt x="2046732" y="94147"/>
                  <a:pt x="2050732" y="94147"/>
                  <a:pt x="2053209" y="91664"/>
                </a:cubicBezTo>
                <a:lnTo>
                  <a:pt x="2093658" y="51252"/>
                </a:lnTo>
                <a:close/>
                <a:moveTo>
                  <a:pt x="0" y="53113"/>
                </a:moveTo>
                <a:lnTo>
                  <a:pt x="2089150" y="53113"/>
                </a:lnTo>
                <a:lnTo>
                  <a:pt x="208915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22" name="任意多边形: 形状 221">
            <a:extLst>
              <a:ext uri="{FF2B5EF4-FFF2-40B4-BE49-F238E27FC236}">
                <a16:creationId xmlns:a16="http://schemas.microsoft.com/office/drawing/2014/main" id="{D371189F-840B-47BE-20DA-7AFEAA2307F5}"/>
              </a:ext>
            </a:extLst>
          </p:cNvPr>
          <p:cNvSpPr/>
          <p:nvPr/>
        </p:nvSpPr>
        <p:spPr>
          <a:xfrm>
            <a:off x="3517900" y="2163036"/>
            <a:ext cx="514351" cy="93526"/>
          </a:xfrm>
          <a:custGeom>
            <a:avLst/>
            <a:gdLst>
              <a:gd name="connsiteX0" fmla="*/ 512489 w 514351"/>
              <a:gd name="connsiteY0" fmla="*/ 51252 h 93526"/>
              <a:gd name="connsiteX1" fmla="*/ 512489 w 514351"/>
              <a:gd name="connsiteY1" fmla="*/ 42274 h 93526"/>
              <a:gd name="connsiteX2" fmla="*/ 472078 w 514351"/>
              <a:gd name="connsiteY2" fmla="*/ 1862 h 93526"/>
              <a:gd name="connsiteX3" fmla="*/ 463099 w 514351"/>
              <a:gd name="connsiteY3" fmla="*/ 1862 h 93526"/>
              <a:gd name="connsiteX4" fmla="*/ 463099 w 514351"/>
              <a:gd name="connsiteY4" fmla="*/ 10841 h 93526"/>
              <a:gd name="connsiteX5" fmla="*/ 499021 w 514351"/>
              <a:gd name="connsiteY5" fmla="*/ 46763 h 93526"/>
              <a:gd name="connsiteX6" fmla="*/ 463099 w 514351"/>
              <a:gd name="connsiteY6" fmla="*/ 82685 h 93526"/>
              <a:gd name="connsiteX7" fmla="*/ 463099 w 514351"/>
              <a:gd name="connsiteY7" fmla="*/ 91664 h 93526"/>
              <a:gd name="connsiteX8" fmla="*/ 472078 w 514351"/>
              <a:gd name="connsiteY8" fmla="*/ 91664 h 93526"/>
              <a:gd name="connsiteX9" fmla="*/ 512489 w 514351"/>
              <a:gd name="connsiteY9" fmla="*/ 51252 h 93526"/>
              <a:gd name="connsiteX10" fmla="*/ 0 w 514351"/>
              <a:gd name="connsiteY10" fmla="*/ 53113 h 93526"/>
              <a:gd name="connsiteX11" fmla="*/ 508000 w 514351"/>
              <a:gd name="connsiteY11" fmla="*/ 53113 h 93526"/>
              <a:gd name="connsiteX12" fmla="*/ 508000 w 514351"/>
              <a:gd name="connsiteY12" fmla="*/ 40413 h 93526"/>
              <a:gd name="connsiteX13" fmla="*/ 0 w 514351"/>
              <a:gd name="connsiteY13" fmla="*/ 40413 h 93526"/>
              <a:gd name="connsiteX14" fmla="*/ 0 w 514351"/>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4351" h="93526">
                <a:moveTo>
                  <a:pt x="512489" y="51252"/>
                </a:moveTo>
                <a:cubicBezTo>
                  <a:pt x="514972" y="48776"/>
                  <a:pt x="514972" y="44750"/>
                  <a:pt x="512489" y="42274"/>
                </a:cubicBezTo>
                <a:lnTo>
                  <a:pt x="472078" y="1862"/>
                </a:lnTo>
                <a:cubicBezTo>
                  <a:pt x="469602" y="-621"/>
                  <a:pt x="465575" y="-621"/>
                  <a:pt x="463099" y="1862"/>
                </a:cubicBezTo>
                <a:cubicBezTo>
                  <a:pt x="460616" y="4339"/>
                  <a:pt x="460616" y="8365"/>
                  <a:pt x="463099" y="10841"/>
                </a:cubicBezTo>
                <a:lnTo>
                  <a:pt x="499021" y="46763"/>
                </a:lnTo>
                <a:lnTo>
                  <a:pt x="463099" y="82685"/>
                </a:lnTo>
                <a:cubicBezTo>
                  <a:pt x="460616" y="85161"/>
                  <a:pt x="460616" y="89187"/>
                  <a:pt x="463099" y="91664"/>
                </a:cubicBezTo>
                <a:cubicBezTo>
                  <a:pt x="465575" y="94147"/>
                  <a:pt x="469602" y="94147"/>
                  <a:pt x="472078" y="91664"/>
                </a:cubicBezTo>
                <a:lnTo>
                  <a:pt x="512489" y="51252"/>
                </a:lnTo>
                <a:close/>
                <a:moveTo>
                  <a:pt x="0" y="53113"/>
                </a:moveTo>
                <a:lnTo>
                  <a:pt x="508000" y="53113"/>
                </a:lnTo>
                <a:lnTo>
                  <a:pt x="50800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27" name="任意多边形: 形状 226">
            <a:extLst>
              <a:ext uri="{FF2B5EF4-FFF2-40B4-BE49-F238E27FC236}">
                <a16:creationId xmlns:a16="http://schemas.microsoft.com/office/drawing/2014/main" id="{E398B9D0-18A9-48EF-1CDB-71089D57DA3E}"/>
              </a:ext>
            </a:extLst>
          </p:cNvPr>
          <p:cNvSpPr/>
          <p:nvPr/>
        </p:nvSpPr>
        <p:spPr>
          <a:xfrm>
            <a:off x="2165350" y="2163036"/>
            <a:ext cx="203201" cy="93526"/>
          </a:xfrm>
          <a:custGeom>
            <a:avLst/>
            <a:gdLst>
              <a:gd name="connsiteX0" fmla="*/ 201339 w 203201"/>
              <a:gd name="connsiteY0" fmla="*/ 51252 h 93526"/>
              <a:gd name="connsiteX1" fmla="*/ 201339 w 203201"/>
              <a:gd name="connsiteY1" fmla="*/ 42274 h 93526"/>
              <a:gd name="connsiteX2" fmla="*/ 160928 w 203201"/>
              <a:gd name="connsiteY2" fmla="*/ 1862 h 93526"/>
              <a:gd name="connsiteX3" fmla="*/ 151949 w 203201"/>
              <a:gd name="connsiteY3" fmla="*/ 1862 h 93526"/>
              <a:gd name="connsiteX4" fmla="*/ 151949 w 203201"/>
              <a:gd name="connsiteY4" fmla="*/ 10841 h 93526"/>
              <a:gd name="connsiteX5" fmla="*/ 187871 w 203201"/>
              <a:gd name="connsiteY5" fmla="*/ 46763 h 93526"/>
              <a:gd name="connsiteX6" fmla="*/ 151949 w 203201"/>
              <a:gd name="connsiteY6" fmla="*/ 82685 h 93526"/>
              <a:gd name="connsiteX7" fmla="*/ 151949 w 203201"/>
              <a:gd name="connsiteY7" fmla="*/ 91664 h 93526"/>
              <a:gd name="connsiteX8" fmla="*/ 160928 w 203201"/>
              <a:gd name="connsiteY8" fmla="*/ 91664 h 93526"/>
              <a:gd name="connsiteX9" fmla="*/ 201339 w 203201"/>
              <a:gd name="connsiteY9" fmla="*/ 51252 h 93526"/>
              <a:gd name="connsiteX10" fmla="*/ 0 w 203201"/>
              <a:gd name="connsiteY10" fmla="*/ 53113 h 93526"/>
              <a:gd name="connsiteX11" fmla="*/ 196850 w 203201"/>
              <a:gd name="connsiteY11" fmla="*/ 53113 h 93526"/>
              <a:gd name="connsiteX12" fmla="*/ 196850 w 203201"/>
              <a:gd name="connsiteY12" fmla="*/ 40413 h 93526"/>
              <a:gd name="connsiteX13" fmla="*/ 0 w 203201"/>
              <a:gd name="connsiteY13" fmla="*/ 40413 h 93526"/>
              <a:gd name="connsiteX14" fmla="*/ 0 w 203201"/>
              <a:gd name="connsiteY14" fmla="*/ 53113 h 9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01" h="93526">
                <a:moveTo>
                  <a:pt x="201339" y="51252"/>
                </a:moveTo>
                <a:cubicBezTo>
                  <a:pt x="203822" y="48776"/>
                  <a:pt x="203822" y="44750"/>
                  <a:pt x="201339" y="42274"/>
                </a:cubicBezTo>
                <a:lnTo>
                  <a:pt x="160928" y="1862"/>
                </a:lnTo>
                <a:cubicBezTo>
                  <a:pt x="158452" y="-621"/>
                  <a:pt x="154426" y="-621"/>
                  <a:pt x="151949" y="1862"/>
                </a:cubicBezTo>
                <a:cubicBezTo>
                  <a:pt x="149466" y="4339"/>
                  <a:pt x="149466" y="8365"/>
                  <a:pt x="151949" y="10841"/>
                </a:cubicBezTo>
                <a:lnTo>
                  <a:pt x="187871" y="46763"/>
                </a:lnTo>
                <a:lnTo>
                  <a:pt x="151949" y="82685"/>
                </a:lnTo>
                <a:cubicBezTo>
                  <a:pt x="149466" y="85161"/>
                  <a:pt x="149466" y="89187"/>
                  <a:pt x="151949" y="91664"/>
                </a:cubicBezTo>
                <a:cubicBezTo>
                  <a:pt x="154426" y="94147"/>
                  <a:pt x="158452" y="94147"/>
                  <a:pt x="160928" y="91664"/>
                </a:cubicBezTo>
                <a:lnTo>
                  <a:pt x="201339" y="51252"/>
                </a:lnTo>
                <a:close/>
                <a:moveTo>
                  <a:pt x="0" y="53113"/>
                </a:moveTo>
                <a:lnTo>
                  <a:pt x="196850" y="53113"/>
                </a:lnTo>
                <a:lnTo>
                  <a:pt x="196850" y="40413"/>
                </a:lnTo>
                <a:lnTo>
                  <a:pt x="0" y="40413"/>
                </a:lnTo>
                <a:lnTo>
                  <a:pt x="0" y="53113"/>
                </a:lnTo>
                <a:close/>
              </a:path>
            </a:pathLst>
          </a:custGeom>
          <a:solidFill>
            <a:srgbClr val="4D4D4D">
              <a:alpha val="50000"/>
            </a:srgbClr>
          </a:solidFill>
          <a:ln w="6350" cap="flat">
            <a:noFill/>
            <a:prstDash val="solid"/>
            <a:miter/>
          </a:ln>
        </p:spPr>
        <p:txBody>
          <a:bodyPr rtlCol="0" anchor="ctr"/>
          <a:lstStyle/>
          <a:p>
            <a:endParaRPr lang="zh-CN" altLang="en-US"/>
          </a:p>
        </p:txBody>
      </p:sp>
      <p:sp>
        <p:nvSpPr>
          <p:cNvPr id="229" name="矩形: 圆角 228">
            <a:extLst>
              <a:ext uri="{FF2B5EF4-FFF2-40B4-BE49-F238E27FC236}">
                <a16:creationId xmlns:a16="http://schemas.microsoft.com/office/drawing/2014/main" id="{0EDA3D18-D49B-E8BC-B58A-4C93621D41BC}"/>
              </a:ext>
            </a:extLst>
          </p:cNvPr>
          <p:cNvSpPr/>
          <p:nvPr/>
        </p:nvSpPr>
        <p:spPr>
          <a:xfrm>
            <a:off x="1390650" y="3333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2" name="矩形: 圆角 231">
            <a:extLst>
              <a:ext uri="{FF2B5EF4-FFF2-40B4-BE49-F238E27FC236}">
                <a16:creationId xmlns:a16="http://schemas.microsoft.com/office/drawing/2014/main" id="{8ACABEAC-B743-6914-53D3-DC416AAA5B93}"/>
              </a:ext>
            </a:extLst>
          </p:cNvPr>
          <p:cNvSpPr/>
          <p:nvPr/>
        </p:nvSpPr>
        <p:spPr>
          <a:xfrm>
            <a:off x="1390650" y="3778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5" name="矩形: 圆角 234">
            <a:extLst>
              <a:ext uri="{FF2B5EF4-FFF2-40B4-BE49-F238E27FC236}">
                <a16:creationId xmlns:a16="http://schemas.microsoft.com/office/drawing/2014/main" id="{AE55EE8B-2EF4-1FEC-45E4-CF31E816CA87}"/>
              </a:ext>
            </a:extLst>
          </p:cNvPr>
          <p:cNvSpPr/>
          <p:nvPr/>
        </p:nvSpPr>
        <p:spPr>
          <a:xfrm>
            <a:off x="1390650" y="4222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8" name="矩形: 圆角 237">
            <a:extLst>
              <a:ext uri="{FF2B5EF4-FFF2-40B4-BE49-F238E27FC236}">
                <a16:creationId xmlns:a16="http://schemas.microsoft.com/office/drawing/2014/main" id="{DB680AF1-4C28-0223-FAB9-A299DDB90CCD}"/>
              </a:ext>
            </a:extLst>
          </p:cNvPr>
          <p:cNvSpPr/>
          <p:nvPr/>
        </p:nvSpPr>
        <p:spPr>
          <a:xfrm>
            <a:off x="1390650" y="4667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1" name="任意多边形: 形状 240">
            <a:extLst>
              <a:ext uri="{FF2B5EF4-FFF2-40B4-BE49-F238E27FC236}">
                <a16:creationId xmlns:a16="http://schemas.microsoft.com/office/drawing/2014/main" id="{BE566586-3306-5B6F-7AA3-9AF903354870}"/>
              </a:ext>
            </a:extLst>
          </p:cNvPr>
          <p:cNvSpPr/>
          <p:nvPr/>
        </p:nvSpPr>
        <p:spPr>
          <a:xfrm>
            <a:off x="4324350" y="30924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43" name="任意多边形: 形状 242">
            <a:extLst>
              <a:ext uri="{FF2B5EF4-FFF2-40B4-BE49-F238E27FC236}">
                <a16:creationId xmlns:a16="http://schemas.microsoft.com/office/drawing/2014/main" id="{4D19C1EF-4A8D-E31C-6D38-0AF9BB913A99}"/>
              </a:ext>
            </a:extLst>
          </p:cNvPr>
          <p:cNvSpPr/>
          <p:nvPr/>
        </p:nvSpPr>
        <p:spPr>
          <a:xfrm>
            <a:off x="6951341" y="30988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47" name="任意多边形: 形状 246">
            <a:extLst>
              <a:ext uri="{FF2B5EF4-FFF2-40B4-BE49-F238E27FC236}">
                <a16:creationId xmlns:a16="http://schemas.microsoft.com/office/drawing/2014/main" id="{FAA0FBF5-767A-C630-029E-080EFECE2B70}"/>
              </a:ext>
            </a:extLst>
          </p:cNvPr>
          <p:cNvSpPr/>
          <p:nvPr/>
        </p:nvSpPr>
        <p:spPr>
          <a:xfrm>
            <a:off x="5022850" y="30924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49" name="任意多边形: 形状 248">
            <a:extLst>
              <a:ext uri="{FF2B5EF4-FFF2-40B4-BE49-F238E27FC236}">
                <a16:creationId xmlns:a16="http://schemas.microsoft.com/office/drawing/2014/main" id="{91467CD2-CC98-790F-B074-F67619F9D139}"/>
              </a:ext>
            </a:extLst>
          </p:cNvPr>
          <p:cNvSpPr/>
          <p:nvPr/>
        </p:nvSpPr>
        <p:spPr>
          <a:xfrm>
            <a:off x="7656191" y="30988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257" name="矩形: 圆角 256">
            <a:extLst>
              <a:ext uri="{FF2B5EF4-FFF2-40B4-BE49-F238E27FC236}">
                <a16:creationId xmlns:a16="http://schemas.microsoft.com/office/drawing/2014/main" id="{F078840D-078A-ADBF-A0FA-9B2F75D9A9E1}"/>
              </a:ext>
            </a:extLst>
          </p:cNvPr>
          <p:cNvSpPr/>
          <p:nvPr/>
        </p:nvSpPr>
        <p:spPr>
          <a:xfrm>
            <a:off x="182880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0" name="矩形: 圆角 259">
            <a:extLst>
              <a:ext uri="{FF2B5EF4-FFF2-40B4-BE49-F238E27FC236}">
                <a16:creationId xmlns:a16="http://schemas.microsoft.com/office/drawing/2014/main" id="{1567A19B-20D0-AA03-CFB9-7725C007D21E}"/>
              </a:ext>
            </a:extLst>
          </p:cNvPr>
          <p:cNvSpPr/>
          <p:nvPr/>
        </p:nvSpPr>
        <p:spPr>
          <a:xfrm>
            <a:off x="408940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3" name="矩形: 圆角 262">
            <a:extLst>
              <a:ext uri="{FF2B5EF4-FFF2-40B4-BE49-F238E27FC236}">
                <a16:creationId xmlns:a16="http://schemas.microsoft.com/office/drawing/2014/main" id="{E2D4C63A-8462-2145-49DF-D2A48EC7FC59}"/>
              </a:ext>
            </a:extLst>
          </p:cNvPr>
          <p:cNvSpPr/>
          <p:nvPr/>
        </p:nvSpPr>
        <p:spPr>
          <a:xfrm>
            <a:off x="677545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6" name="矩形: 圆角 265">
            <a:extLst>
              <a:ext uri="{FF2B5EF4-FFF2-40B4-BE49-F238E27FC236}">
                <a16:creationId xmlns:a16="http://schemas.microsoft.com/office/drawing/2014/main" id="{B0AB1101-8323-BFED-4236-958289C34DD9}"/>
              </a:ext>
            </a:extLst>
          </p:cNvPr>
          <p:cNvSpPr/>
          <p:nvPr/>
        </p:nvSpPr>
        <p:spPr>
          <a:xfrm>
            <a:off x="9302750" y="1543050"/>
            <a:ext cx="10287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3" name="矩形: 圆角 272">
            <a:extLst>
              <a:ext uri="{FF2B5EF4-FFF2-40B4-BE49-F238E27FC236}">
                <a16:creationId xmlns:a16="http://schemas.microsoft.com/office/drawing/2014/main" id="{8A3AF85D-EF54-EE00-F172-13F4DB30F1C7}"/>
              </a:ext>
            </a:extLst>
          </p:cNvPr>
          <p:cNvSpPr/>
          <p:nvPr/>
        </p:nvSpPr>
        <p:spPr>
          <a:xfrm>
            <a:off x="10039350" y="3333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6" name="矩形: 圆角 275">
            <a:extLst>
              <a:ext uri="{FF2B5EF4-FFF2-40B4-BE49-F238E27FC236}">
                <a16:creationId xmlns:a16="http://schemas.microsoft.com/office/drawing/2014/main" id="{A6EA0526-608C-9856-5E83-257E4B8B20A6}"/>
              </a:ext>
            </a:extLst>
          </p:cNvPr>
          <p:cNvSpPr/>
          <p:nvPr/>
        </p:nvSpPr>
        <p:spPr>
          <a:xfrm>
            <a:off x="10039350" y="3778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1" name="矩形: 圆角 280">
            <a:extLst>
              <a:ext uri="{FF2B5EF4-FFF2-40B4-BE49-F238E27FC236}">
                <a16:creationId xmlns:a16="http://schemas.microsoft.com/office/drawing/2014/main" id="{CF57468D-F574-E08B-52CE-3E418ABAD449}"/>
              </a:ext>
            </a:extLst>
          </p:cNvPr>
          <p:cNvSpPr/>
          <p:nvPr/>
        </p:nvSpPr>
        <p:spPr>
          <a:xfrm>
            <a:off x="10039350" y="42227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4" name="矩形: 圆角 283">
            <a:extLst>
              <a:ext uri="{FF2B5EF4-FFF2-40B4-BE49-F238E27FC236}">
                <a16:creationId xmlns:a16="http://schemas.microsoft.com/office/drawing/2014/main" id="{2AFC1855-49E1-070B-3B87-363EB441A93B}"/>
              </a:ext>
            </a:extLst>
          </p:cNvPr>
          <p:cNvSpPr/>
          <p:nvPr/>
        </p:nvSpPr>
        <p:spPr>
          <a:xfrm>
            <a:off x="10039350" y="4667250"/>
            <a:ext cx="711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6" name="任意多边形: 形状 285">
            <a:extLst>
              <a:ext uri="{FF2B5EF4-FFF2-40B4-BE49-F238E27FC236}">
                <a16:creationId xmlns:a16="http://schemas.microsoft.com/office/drawing/2014/main" id="{94EC02DE-80DB-DAC4-D3F3-5BEE10F46A8E}"/>
              </a:ext>
            </a:extLst>
          </p:cNvPr>
          <p:cNvSpPr/>
          <p:nvPr/>
        </p:nvSpPr>
        <p:spPr>
          <a:xfrm>
            <a:off x="1390650" y="5861050"/>
            <a:ext cx="1797050" cy="88900"/>
          </a:xfrm>
          <a:custGeom>
            <a:avLst/>
            <a:gdLst>
              <a:gd name="connsiteX0" fmla="*/ 0 w 1797050"/>
              <a:gd name="connsiteY0" fmla="*/ 0 h 88900"/>
              <a:gd name="connsiteX1" fmla="*/ 0 w 1797050"/>
              <a:gd name="connsiteY1" fmla="*/ 88900 h 88900"/>
              <a:gd name="connsiteX2" fmla="*/ 1797050 w 1797050"/>
              <a:gd name="connsiteY2" fmla="*/ 88900 h 88900"/>
              <a:gd name="connsiteX3" fmla="*/ 1797050 w 1797050"/>
              <a:gd name="connsiteY3" fmla="*/ 0 h 88900"/>
            </a:gdLst>
            <a:ahLst/>
            <a:cxnLst>
              <a:cxn ang="0">
                <a:pos x="connsiteX0" y="connsiteY0"/>
              </a:cxn>
              <a:cxn ang="0">
                <a:pos x="connsiteX1" y="connsiteY1"/>
              </a:cxn>
              <a:cxn ang="0">
                <a:pos x="connsiteX2" y="connsiteY2"/>
              </a:cxn>
              <a:cxn ang="0">
                <a:pos x="connsiteX3" y="connsiteY3"/>
              </a:cxn>
            </a:cxnLst>
            <a:rect l="l" t="t" r="r" b="b"/>
            <a:pathLst>
              <a:path w="1797050" h="88900">
                <a:moveTo>
                  <a:pt x="0" y="0"/>
                </a:moveTo>
                <a:lnTo>
                  <a:pt x="0" y="88900"/>
                </a:lnTo>
                <a:lnTo>
                  <a:pt x="1797050" y="88900"/>
                </a:lnTo>
                <a:lnTo>
                  <a:pt x="179705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87" name="任意多边形: 形状 286">
            <a:extLst>
              <a:ext uri="{FF2B5EF4-FFF2-40B4-BE49-F238E27FC236}">
                <a16:creationId xmlns:a16="http://schemas.microsoft.com/office/drawing/2014/main" id="{A701E2DB-16C0-E6E6-20B0-C58E24318BCE}"/>
              </a:ext>
            </a:extLst>
          </p:cNvPr>
          <p:cNvSpPr/>
          <p:nvPr/>
        </p:nvSpPr>
        <p:spPr>
          <a:xfrm>
            <a:off x="3632200" y="5861050"/>
            <a:ext cx="2095500" cy="88900"/>
          </a:xfrm>
          <a:custGeom>
            <a:avLst/>
            <a:gdLst>
              <a:gd name="connsiteX0" fmla="*/ 0 w 2095500"/>
              <a:gd name="connsiteY0" fmla="*/ 0 h 88900"/>
              <a:gd name="connsiteX1" fmla="*/ 0 w 2095500"/>
              <a:gd name="connsiteY1" fmla="*/ 88900 h 88900"/>
              <a:gd name="connsiteX2" fmla="*/ 2095500 w 2095500"/>
              <a:gd name="connsiteY2" fmla="*/ 88900 h 88900"/>
              <a:gd name="connsiteX3" fmla="*/ 2095500 w 2095500"/>
              <a:gd name="connsiteY3" fmla="*/ 0 h 88900"/>
            </a:gdLst>
            <a:ahLst/>
            <a:cxnLst>
              <a:cxn ang="0">
                <a:pos x="connsiteX0" y="connsiteY0"/>
              </a:cxn>
              <a:cxn ang="0">
                <a:pos x="connsiteX1" y="connsiteY1"/>
              </a:cxn>
              <a:cxn ang="0">
                <a:pos x="connsiteX2" y="connsiteY2"/>
              </a:cxn>
              <a:cxn ang="0">
                <a:pos x="connsiteX3" y="connsiteY3"/>
              </a:cxn>
            </a:cxnLst>
            <a:rect l="l" t="t" r="r" b="b"/>
            <a:pathLst>
              <a:path w="2095500" h="88900">
                <a:moveTo>
                  <a:pt x="0" y="0"/>
                </a:moveTo>
                <a:lnTo>
                  <a:pt x="0" y="88900"/>
                </a:lnTo>
                <a:lnTo>
                  <a:pt x="2095500" y="88900"/>
                </a:lnTo>
                <a:lnTo>
                  <a:pt x="209550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88" name="任意多边形: 形状 287">
            <a:extLst>
              <a:ext uri="{FF2B5EF4-FFF2-40B4-BE49-F238E27FC236}">
                <a16:creationId xmlns:a16="http://schemas.microsoft.com/office/drawing/2014/main" id="{B365A7EE-5E9C-9356-C301-C153BA0392E3}"/>
              </a:ext>
            </a:extLst>
          </p:cNvPr>
          <p:cNvSpPr/>
          <p:nvPr/>
        </p:nvSpPr>
        <p:spPr>
          <a:xfrm>
            <a:off x="6261100" y="5861050"/>
            <a:ext cx="2095500" cy="88900"/>
          </a:xfrm>
          <a:custGeom>
            <a:avLst/>
            <a:gdLst>
              <a:gd name="connsiteX0" fmla="*/ 0 w 2095500"/>
              <a:gd name="connsiteY0" fmla="*/ 0 h 88900"/>
              <a:gd name="connsiteX1" fmla="*/ 0 w 2095500"/>
              <a:gd name="connsiteY1" fmla="*/ 88900 h 88900"/>
              <a:gd name="connsiteX2" fmla="*/ 2095500 w 2095500"/>
              <a:gd name="connsiteY2" fmla="*/ 88900 h 88900"/>
              <a:gd name="connsiteX3" fmla="*/ 2095500 w 2095500"/>
              <a:gd name="connsiteY3" fmla="*/ 0 h 88900"/>
            </a:gdLst>
            <a:ahLst/>
            <a:cxnLst>
              <a:cxn ang="0">
                <a:pos x="connsiteX0" y="connsiteY0"/>
              </a:cxn>
              <a:cxn ang="0">
                <a:pos x="connsiteX1" y="connsiteY1"/>
              </a:cxn>
              <a:cxn ang="0">
                <a:pos x="connsiteX2" y="connsiteY2"/>
              </a:cxn>
              <a:cxn ang="0">
                <a:pos x="connsiteX3" y="connsiteY3"/>
              </a:cxn>
            </a:cxnLst>
            <a:rect l="l" t="t" r="r" b="b"/>
            <a:pathLst>
              <a:path w="2095500" h="88900">
                <a:moveTo>
                  <a:pt x="0" y="0"/>
                </a:moveTo>
                <a:lnTo>
                  <a:pt x="0" y="88900"/>
                </a:lnTo>
                <a:lnTo>
                  <a:pt x="2095500" y="88900"/>
                </a:lnTo>
                <a:lnTo>
                  <a:pt x="209550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89" name="任意多边形: 形状 288">
            <a:extLst>
              <a:ext uri="{FF2B5EF4-FFF2-40B4-BE49-F238E27FC236}">
                <a16:creationId xmlns:a16="http://schemas.microsoft.com/office/drawing/2014/main" id="{D7589981-083A-13D7-5298-00EC139FAA00}"/>
              </a:ext>
            </a:extLst>
          </p:cNvPr>
          <p:cNvSpPr/>
          <p:nvPr/>
        </p:nvSpPr>
        <p:spPr>
          <a:xfrm>
            <a:off x="8864600" y="5861050"/>
            <a:ext cx="1885950" cy="88900"/>
          </a:xfrm>
          <a:custGeom>
            <a:avLst/>
            <a:gdLst>
              <a:gd name="connsiteX0" fmla="*/ 0 w 1885950"/>
              <a:gd name="connsiteY0" fmla="*/ 0 h 88900"/>
              <a:gd name="connsiteX1" fmla="*/ 0 w 1885950"/>
              <a:gd name="connsiteY1" fmla="*/ 88900 h 88900"/>
              <a:gd name="connsiteX2" fmla="*/ 1885950 w 1885950"/>
              <a:gd name="connsiteY2" fmla="*/ 88900 h 88900"/>
              <a:gd name="connsiteX3" fmla="*/ 1885950 w 1885950"/>
              <a:gd name="connsiteY3" fmla="*/ 0 h 88900"/>
            </a:gdLst>
            <a:ahLst/>
            <a:cxnLst>
              <a:cxn ang="0">
                <a:pos x="connsiteX0" y="connsiteY0"/>
              </a:cxn>
              <a:cxn ang="0">
                <a:pos x="connsiteX1" y="connsiteY1"/>
              </a:cxn>
              <a:cxn ang="0">
                <a:pos x="connsiteX2" y="connsiteY2"/>
              </a:cxn>
              <a:cxn ang="0">
                <a:pos x="connsiteX3" y="connsiteY3"/>
              </a:cxn>
            </a:cxnLst>
            <a:rect l="l" t="t" r="r" b="b"/>
            <a:pathLst>
              <a:path w="1885950" h="88900">
                <a:moveTo>
                  <a:pt x="0" y="0"/>
                </a:moveTo>
                <a:lnTo>
                  <a:pt x="0" y="88900"/>
                </a:lnTo>
                <a:lnTo>
                  <a:pt x="1885950" y="88900"/>
                </a:lnTo>
                <a:lnTo>
                  <a:pt x="1885950" y="0"/>
                </a:lnTo>
              </a:path>
            </a:pathLst>
          </a:custGeom>
          <a:noFill/>
          <a:ln w="6350" cap="flat">
            <a:solidFill>
              <a:schemeClr val="accent1">
                <a:lumMod val="100000"/>
              </a:schemeClr>
            </a:solidFill>
            <a:prstDash val="solid"/>
            <a:miter/>
          </a:ln>
        </p:spPr>
        <p:txBody>
          <a:bodyPr rtlCol="0" anchor="ctr"/>
          <a:lstStyle/>
          <a:p>
            <a:endParaRPr lang="zh-CN" altLang="en-US"/>
          </a:p>
        </p:txBody>
      </p:sp>
      <p:sp>
        <p:nvSpPr>
          <p:cNvPr id="290" name="任意多边形: 形状 289">
            <a:extLst>
              <a:ext uri="{FF2B5EF4-FFF2-40B4-BE49-F238E27FC236}">
                <a16:creationId xmlns:a16="http://schemas.microsoft.com/office/drawing/2014/main" id="{7F83E7E6-80FD-A2A7-818E-A95727D09C7D}"/>
              </a:ext>
            </a:extLst>
          </p:cNvPr>
          <p:cNvSpPr/>
          <p:nvPr/>
        </p:nvSpPr>
        <p:spPr>
          <a:xfrm>
            <a:off x="226695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1" name="任意多边形: 形状 290">
            <a:extLst>
              <a:ext uri="{FF2B5EF4-FFF2-40B4-BE49-F238E27FC236}">
                <a16:creationId xmlns:a16="http://schemas.microsoft.com/office/drawing/2014/main" id="{D6E1F366-6D58-23B4-12F1-FB92836006F1}"/>
              </a:ext>
            </a:extLst>
          </p:cNvPr>
          <p:cNvSpPr/>
          <p:nvPr/>
        </p:nvSpPr>
        <p:spPr>
          <a:xfrm>
            <a:off x="466090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2" name="任意多边形: 形状 291">
            <a:extLst>
              <a:ext uri="{FF2B5EF4-FFF2-40B4-BE49-F238E27FC236}">
                <a16:creationId xmlns:a16="http://schemas.microsoft.com/office/drawing/2014/main" id="{D7EB0A73-1A33-1D44-8433-D77536359B8B}"/>
              </a:ext>
            </a:extLst>
          </p:cNvPr>
          <p:cNvSpPr/>
          <p:nvPr/>
        </p:nvSpPr>
        <p:spPr>
          <a:xfrm>
            <a:off x="728980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3" name="任意多边形: 形状 292">
            <a:extLst>
              <a:ext uri="{FF2B5EF4-FFF2-40B4-BE49-F238E27FC236}">
                <a16:creationId xmlns:a16="http://schemas.microsoft.com/office/drawing/2014/main" id="{28146DB1-A63A-4873-5AB2-6C4007CB8006}"/>
              </a:ext>
            </a:extLst>
          </p:cNvPr>
          <p:cNvSpPr/>
          <p:nvPr/>
        </p:nvSpPr>
        <p:spPr>
          <a:xfrm>
            <a:off x="9785350" y="59309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4" name="文本框 293">
            <a:extLst>
              <a:ext uri="{FF2B5EF4-FFF2-40B4-BE49-F238E27FC236}">
                <a16:creationId xmlns:a16="http://schemas.microsoft.com/office/drawing/2014/main" id="{F6786B54-9076-B1EB-9F1B-AADBB2E3ADC9}"/>
              </a:ext>
            </a:extLst>
          </p:cNvPr>
          <p:cNvSpPr txBox="1"/>
          <p:nvPr/>
        </p:nvSpPr>
        <p:spPr>
          <a:xfrm>
            <a:off x="206102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传播裂变</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5" name="文本框 294">
            <a:extLst>
              <a:ext uri="{FF2B5EF4-FFF2-40B4-BE49-F238E27FC236}">
                <a16:creationId xmlns:a16="http://schemas.microsoft.com/office/drawing/2014/main" id="{4EB347BE-D6DC-17BA-44E8-C64BABC2F7F0}"/>
              </a:ext>
            </a:extLst>
          </p:cNvPr>
          <p:cNvSpPr txBox="1"/>
          <p:nvPr/>
        </p:nvSpPr>
        <p:spPr>
          <a:xfrm>
            <a:off x="432162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网校管理</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6" name="文本框 295">
            <a:extLst>
              <a:ext uri="{FF2B5EF4-FFF2-40B4-BE49-F238E27FC236}">
                <a16:creationId xmlns:a16="http://schemas.microsoft.com/office/drawing/2014/main" id="{8FB51D64-FCF8-F0CC-03A8-EF5D77232AE0}"/>
              </a:ext>
            </a:extLst>
          </p:cNvPr>
          <p:cNvSpPr txBox="1"/>
          <p:nvPr/>
        </p:nvSpPr>
        <p:spPr>
          <a:xfrm>
            <a:off x="700767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互动教学</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7" name="文本框 296">
            <a:extLst>
              <a:ext uri="{FF2B5EF4-FFF2-40B4-BE49-F238E27FC236}">
                <a16:creationId xmlns:a16="http://schemas.microsoft.com/office/drawing/2014/main" id="{565585F5-C566-B606-27BE-9B386278538A}"/>
              </a:ext>
            </a:extLst>
          </p:cNvPr>
          <p:cNvSpPr txBox="1"/>
          <p:nvPr/>
        </p:nvSpPr>
        <p:spPr>
          <a:xfrm>
            <a:off x="9534972" y="16679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用户运营</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8" name="文本框 297">
            <a:extLst>
              <a:ext uri="{FF2B5EF4-FFF2-40B4-BE49-F238E27FC236}">
                <a16:creationId xmlns:a16="http://schemas.microsoft.com/office/drawing/2014/main" id="{F7634F92-02FA-7C7C-63BC-4C1F1396972F}"/>
              </a:ext>
            </a:extLst>
          </p:cNvPr>
          <p:cNvSpPr txBox="1"/>
          <p:nvPr/>
        </p:nvSpPr>
        <p:spPr>
          <a:xfrm>
            <a:off x="1515417" y="3416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个人微信</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9" name="文本框 298">
            <a:extLst>
              <a:ext uri="{FF2B5EF4-FFF2-40B4-BE49-F238E27FC236}">
                <a16:creationId xmlns:a16="http://schemas.microsoft.com/office/drawing/2014/main" id="{3A632CA8-0F08-6E97-DADD-D110AB7EB2E9}"/>
              </a:ext>
            </a:extLst>
          </p:cNvPr>
          <p:cNvSpPr txBox="1"/>
          <p:nvPr/>
        </p:nvSpPr>
        <p:spPr>
          <a:xfrm>
            <a:off x="1457709" y="386140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机构公众号</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0" name="文本框 299">
            <a:extLst>
              <a:ext uri="{FF2B5EF4-FFF2-40B4-BE49-F238E27FC236}">
                <a16:creationId xmlns:a16="http://schemas.microsoft.com/office/drawing/2014/main" id="{3B6B6C26-CE31-281C-21D2-E1FA32F6D8E3}"/>
              </a:ext>
            </a:extLst>
          </p:cNvPr>
          <p:cNvSpPr txBox="1"/>
          <p:nvPr/>
        </p:nvSpPr>
        <p:spPr>
          <a:xfrm>
            <a:off x="1515417" y="4305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微信社群</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1" name="文本框 300">
            <a:extLst>
              <a:ext uri="{FF2B5EF4-FFF2-40B4-BE49-F238E27FC236}">
                <a16:creationId xmlns:a16="http://schemas.microsoft.com/office/drawing/2014/main" id="{BB47534F-F25C-4AF7-6B23-F91913A8980B}"/>
              </a:ext>
            </a:extLst>
          </p:cNvPr>
          <p:cNvSpPr txBox="1"/>
          <p:nvPr/>
        </p:nvSpPr>
        <p:spPr>
          <a:xfrm>
            <a:off x="1457709" y="475040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微信朋友圈</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2" name="文本框 301">
            <a:extLst>
              <a:ext uri="{FF2B5EF4-FFF2-40B4-BE49-F238E27FC236}">
                <a16:creationId xmlns:a16="http://schemas.microsoft.com/office/drawing/2014/main" id="{65D5452A-4460-B1C6-1468-143E45E1E298}"/>
              </a:ext>
            </a:extLst>
          </p:cNvPr>
          <p:cNvSpPr txBox="1"/>
          <p:nvPr/>
        </p:nvSpPr>
        <p:spPr>
          <a:xfrm>
            <a:off x="10164117" y="3416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持续运营</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3" name="文本框 302">
            <a:extLst>
              <a:ext uri="{FF2B5EF4-FFF2-40B4-BE49-F238E27FC236}">
                <a16:creationId xmlns:a16="http://schemas.microsoft.com/office/drawing/2014/main" id="{A2C8D616-1D44-0B9B-F305-1B036B61CC83}"/>
              </a:ext>
            </a:extLst>
          </p:cNvPr>
          <p:cNvSpPr txBox="1"/>
          <p:nvPr/>
        </p:nvSpPr>
        <p:spPr>
          <a:xfrm>
            <a:off x="10164117" y="38614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增购复购</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4" name="文本框 303">
            <a:extLst>
              <a:ext uri="{FF2B5EF4-FFF2-40B4-BE49-F238E27FC236}">
                <a16:creationId xmlns:a16="http://schemas.microsoft.com/office/drawing/2014/main" id="{F80B1428-2324-9D84-2A0F-A29967A52CCD}"/>
              </a:ext>
            </a:extLst>
          </p:cNvPr>
          <p:cNvSpPr txBox="1"/>
          <p:nvPr/>
        </p:nvSpPr>
        <p:spPr>
          <a:xfrm>
            <a:off x="10164117" y="43059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口碑传播</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5" name="文本框 304">
            <a:extLst>
              <a:ext uri="{FF2B5EF4-FFF2-40B4-BE49-F238E27FC236}">
                <a16:creationId xmlns:a16="http://schemas.microsoft.com/office/drawing/2014/main" id="{1B4D798C-A3D6-7A35-9954-0A97948644B5}"/>
              </a:ext>
            </a:extLst>
          </p:cNvPr>
          <p:cNvSpPr txBox="1"/>
          <p:nvPr/>
        </p:nvSpPr>
        <p:spPr>
          <a:xfrm>
            <a:off x="10106409" y="475040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老带新裂变</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6" name="文本框 305">
            <a:extLst>
              <a:ext uri="{FF2B5EF4-FFF2-40B4-BE49-F238E27FC236}">
                <a16:creationId xmlns:a16="http://schemas.microsoft.com/office/drawing/2014/main" id="{A5E55068-1367-B98E-A986-CF1418927A74}"/>
              </a:ext>
            </a:extLst>
          </p:cNvPr>
          <p:cNvSpPr txBox="1"/>
          <p:nvPr/>
        </p:nvSpPr>
        <p:spPr>
          <a:xfrm>
            <a:off x="996949"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公域流量</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7" name="文本框 306">
            <a:extLst>
              <a:ext uri="{FF2B5EF4-FFF2-40B4-BE49-F238E27FC236}">
                <a16:creationId xmlns:a16="http://schemas.microsoft.com/office/drawing/2014/main" id="{C43C9FE5-3CC4-CC29-13E1-4AC8D7E6E1DB}"/>
              </a:ext>
            </a:extLst>
          </p:cNvPr>
          <p:cNvSpPr txBox="1"/>
          <p:nvPr/>
        </p:nvSpPr>
        <p:spPr>
          <a:xfrm>
            <a:off x="11074397" y="3579480"/>
            <a:ext cx="88902" cy="1184940"/>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高质量私域流量</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8" name="文本框 307">
            <a:extLst>
              <a:ext uri="{FF2B5EF4-FFF2-40B4-BE49-F238E27FC236}">
                <a16:creationId xmlns:a16="http://schemas.microsoft.com/office/drawing/2014/main" id="{5ECEB533-3FCD-A658-0141-E8EE60EBD86E}"/>
              </a:ext>
            </a:extLst>
          </p:cNvPr>
          <p:cNvSpPr txBox="1"/>
          <p:nvPr/>
        </p:nvSpPr>
        <p:spPr>
          <a:xfrm>
            <a:off x="3361265"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成交变现</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9" name="文本框 308">
            <a:extLst>
              <a:ext uri="{FF2B5EF4-FFF2-40B4-BE49-F238E27FC236}">
                <a16:creationId xmlns:a16="http://schemas.microsoft.com/office/drawing/2014/main" id="{36AFAE9A-5D7B-D69F-3B78-769C5597E47D}"/>
              </a:ext>
            </a:extLst>
          </p:cNvPr>
          <p:cNvSpPr txBox="1"/>
          <p:nvPr/>
        </p:nvSpPr>
        <p:spPr>
          <a:xfrm>
            <a:off x="5952070"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高效管理</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0" name="文本框 309">
            <a:extLst>
              <a:ext uri="{FF2B5EF4-FFF2-40B4-BE49-F238E27FC236}">
                <a16:creationId xmlns:a16="http://schemas.microsoft.com/office/drawing/2014/main" id="{2C5335B4-9DB7-868D-D38B-63ED9A908CA1}"/>
              </a:ext>
            </a:extLst>
          </p:cNvPr>
          <p:cNvSpPr txBox="1"/>
          <p:nvPr/>
        </p:nvSpPr>
        <p:spPr>
          <a:xfrm>
            <a:off x="8570591" y="3833396"/>
            <a:ext cx="88902" cy="677108"/>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口碑提升</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1" name="文本框 310">
            <a:extLst>
              <a:ext uri="{FF2B5EF4-FFF2-40B4-BE49-F238E27FC236}">
                <a16:creationId xmlns:a16="http://schemas.microsoft.com/office/drawing/2014/main" id="{7E7EF37C-8FBB-C128-3424-6CC0CF50B82C}"/>
              </a:ext>
            </a:extLst>
          </p:cNvPr>
          <p:cNvSpPr txBox="1"/>
          <p:nvPr/>
        </p:nvSpPr>
        <p:spPr>
          <a:xfrm>
            <a:off x="1421193"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流量入口</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2" name="文本框 311">
            <a:extLst>
              <a:ext uri="{FF2B5EF4-FFF2-40B4-BE49-F238E27FC236}">
                <a16:creationId xmlns:a16="http://schemas.microsoft.com/office/drawing/2014/main" id="{9B5B1A04-52F4-1133-AF5E-FC33D653121B}"/>
              </a:ext>
            </a:extLst>
          </p:cNvPr>
          <p:cNvSpPr txBox="1"/>
          <p:nvPr/>
        </p:nvSpPr>
        <p:spPr>
          <a:xfrm>
            <a:off x="2661097"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转化裂变</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3" name="文本框 312">
            <a:extLst>
              <a:ext uri="{FF2B5EF4-FFF2-40B4-BE49-F238E27FC236}">
                <a16:creationId xmlns:a16="http://schemas.microsoft.com/office/drawing/2014/main" id="{587C99C3-4CBD-4322-9420-8C2A4234E58B}"/>
              </a:ext>
            </a:extLst>
          </p:cNvPr>
          <p:cNvSpPr txBox="1"/>
          <p:nvPr/>
        </p:nvSpPr>
        <p:spPr>
          <a:xfrm>
            <a:off x="4183732" y="2125162"/>
            <a:ext cx="846387"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教务教学管理</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4" name="文本框 313">
            <a:extLst>
              <a:ext uri="{FF2B5EF4-FFF2-40B4-BE49-F238E27FC236}">
                <a16:creationId xmlns:a16="http://schemas.microsoft.com/office/drawing/2014/main" id="{5E526EB8-D7E0-6557-7726-5C5EF1D28032}"/>
              </a:ext>
            </a:extLst>
          </p:cNvPr>
          <p:cNvSpPr txBox="1"/>
          <p:nvPr/>
        </p:nvSpPr>
        <p:spPr>
          <a:xfrm>
            <a:off x="7029904"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学生服务</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5" name="文本框 314">
            <a:extLst>
              <a:ext uri="{FF2B5EF4-FFF2-40B4-BE49-F238E27FC236}">
                <a16:creationId xmlns:a16="http://schemas.microsoft.com/office/drawing/2014/main" id="{68E08B18-CDF9-A630-81D0-D676CD4A0F9D}"/>
              </a:ext>
            </a:extLst>
          </p:cNvPr>
          <p:cNvSpPr txBox="1"/>
          <p:nvPr/>
        </p:nvSpPr>
        <p:spPr>
          <a:xfrm>
            <a:off x="10190386" y="2125162"/>
            <a:ext cx="564258" cy="169277"/>
          </a:xfrm>
          <a:prstGeom prst="rect">
            <a:avLst/>
          </a:prstGeom>
          <a:noFill/>
        </p:spPr>
        <p:txBody>
          <a:bodyPr wrap="non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转化留存</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16" name="文本框 315">
            <a:extLst>
              <a:ext uri="{FF2B5EF4-FFF2-40B4-BE49-F238E27FC236}">
                <a16:creationId xmlns:a16="http://schemas.microsoft.com/office/drawing/2014/main" id="{5ED9505C-0FDD-5A97-58DE-E50F543CDA4A}"/>
              </a:ext>
            </a:extLst>
          </p:cNvPr>
          <p:cNvSpPr txBox="1"/>
          <p:nvPr/>
        </p:nvSpPr>
        <p:spPr>
          <a:xfrm>
            <a:off x="2579322" y="3060337"/>
            <a:ext cx="403957" cy="131446"/>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机构官网</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17" name="文本框 316">
            <a:extLst>
              <a:ext uri="{FF2B5EF4-FFF2-40B4-BE49-F238E27FC236}">
                <a16:creationId xmlns:a16="http://schemas.microsoft.com/office/drawing/2014/main" id="{C7BC27A1-909F-6257-9754-6FB7DE81225B}"/>
              </a:ext>
            </a:extLst>
          </p:cNvPr>
          <p:cNvSpPr txBox="1"/>
          <p:nvPr/>
        </p:nvSpPr>
        <p:spPr>
          <a:xfrm>
            <a:off x="2579322" y="365937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营销</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裂变模版</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18" name="文本框 317">
            <a:extLst>
              <a:ext uri="{FF2B5EF4-FFF2-40B4-BE49-F238E27FC236}">
                <a16:creationId xmlns:a16="http://schemas.microsoft.com/office/drawing/2014/main" id="{1E4E02FE-541D-918C-B98D-6AA8DD85D776}"/>
              </a:ext>
            </a:extLst>
          </p:cNvPr>
          <p:cNvSpPr txBox="1"/>
          <p:nvPr/>
        </p:nvSpPr>
        <p:spPr>
          <a:xfrm>
            <a:off x="2579322" y="43261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线上</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营销活动</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19" name="文本框 318">
            <a:extLst>
              <a:ext uri="{FF2B5EF4-FFF2-40B4-BE49-F238E27FC236}">
                <a16:creationId xmlns:a16="http://schemas.microsoft.com/office/drawing/2014/main" id="{56E5FC24-8B16-C983-A394-CEAD611B6BE6}"/>
              </a:ext>
            </a:extLst>
          </p:cNvPr>
          <p:cNvSpPr txBox="1"/>
          <p:nvPr/>
        </p:nvSpPr>
        <p:spPr>
          <a:xfrm>
            <a:off x="2579322" y="499287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机构</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电子名片</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0" name="文本框 319">
            <a:extLst>
              <a:ext uri="{FF2B5EF4-FFF2-40B4-BE49-F238E27FC236}">
                <a16:creationId xmlns:a16="http://schemas.microsoft.com/office/drawing/2014/main" id="{111041CE-6E2D-CFFF-2E71-59205AB6D0EE}"/>
              </a:ext>
            </a:extLst>
          </p:cNvPr>
          <p:cNvSpPr txBox="1"/>
          <p:nvPr/>
        </p:nvSpPr>
        <p:spPr>
          <a:xfrm>
            <a:off x="9094422" y="32720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信息获取</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1" name="文本框 320">
            <a:extLst>
              <a:ext uri="{FF2B5EF4-FFF2-40B4-BE49-F238E27FC236}">
                <a16:creationId xmlns:a16="http://schemas.microsoft.com/office/drawing/2014/main" id="{D7E555FD-AA54-9B1F-1AE6-BB0B421F26BA}"/>
              </a:ext>
            </a:extLst>
          </p:cNvPr>
          <p:cNvSpPr txBox="1"/>
          <p:nvPr/>
        </p:nvSpPr>
        <p:spPr>
          <a:xfrm>
            <a:off x="9094422" y="38816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数据分析</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2" name="文本框 321">
            <a:extLst>
              <a:ext uri="{FF2B5EF4-FFF2-40B4-BE49-F238E27FC236}">
                <a16:creationId xmlns:a16="http://schemas.microsoft.com/office/drawing/2014/main" id="{8032E2EB-D87D-119F-5DFE-A0556A3EDB3D}"/>
              </a:ext>
            </a:extLst>
          </p:cNvPr>
          <p:cNvSpPr txBox="1"/>
          <p:nvPr/>
        </p:nvSpPr>
        <p:spPr>
          <a:xfrm>
            <a:off x="9094422" y="44912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维护跟进</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3" name="文本框 322">
            <a:extLst>
              <a:ext uri="{FF2B5EF4-FFF2-40B4-BE49-F238E27FC236}">
                <a16:creationId xmlns:a16="http://schemas.microsoft.com/office/drawing/2014/main" id="{7A13406E-CD3E-2316-DBF4-440280F47878}"/>
              </a:ext>
            </a:extLst>
          </p:cNvPr>
          <p:cNvSpPr txBox="1"/>
          <p:nvPr/>
        </p:nvSpPr>
        <p:spPr>
          <a:xfrm>
            <a:off x="9094422" y="5100826"/>
            <a:ext cx="403957" cy="266868"/>
          </a:xfrm>
          <a:prstGeom prst="rect">
            <a:avLst/>
          </a:prstGeom>
          <a:noFill/>
        </p:spPr>
        <p:txBody>
          <a:bodyPr wrap="none" lIns="0" tIns="0" rIns="0" bIns="0" rtlCol="0">
            <a:spAutoFit/>
          </a:bodyPr>
          <a:lstStyle/>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线索</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a:p>
            <a:pPr algn="ctr">
              <a:lnSpc>
                <a:spcPct val="110000"/>
              </a:lnSpc>
            </a:pP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状态变更</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24" name="文本框 323">
            <a:extLst>
              <a:ext uri="{FF2B5EF4-FFF2-40B4-BE49-F238E27FC236}">
                <a16:creationId xmlns:a16="http://schemas.microsoft.com/office/drawing/2014/main" id="{7EF76813-E329-6084-772B-747C372E3845}"/>
              </a:ext>
            </a:extLst>
          </p:cNvPr>
          <p:cNvSpPr txBox="1"/>
          <p:nvPr/>
        </p:nvSpPr>
        <p:spPr>
          <a:xfrm>
            <a:off x="1750566" y="6008672"/>
            <a:ext cx="1077219"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营销方案、模版</a:t>
            </a:r>
          </a:p>
        </p:txBody>
      </p:sp>
      <p:sp>
        <p:nvSpPr>
          <p:cNvPr id="325" name="文本框 324">
            <a:extLst>
              <a:ext uri="{FF2B5EF4-FFF2-40B4-BE49-F238E27FC236}">
                <a16:creationId xmlns:a16="http://schemas.microsoft.com/office/drawing/2014/main" id="{C23328D7-1D52-1A04-9B72-0779B8787DE8}"/>
              </a:ext>
            </a:extLst>
          </p:cNvPr>
          <p:cNvSpPr txBox="1"/>
          <p:nvPr/>
        </p:nvSpPr>
        <p:spPr>
          <a:xfrm>
            <a:off x="4218285" y="6008672"/>
            <a:ext cx="923331"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数据服务支持</a:t>
            </a:r>
          </a:p>
        </p:txBody>
      </p:sp>
      <p:sp>
        <p:nvSpPr>
          <p:cNvPr id="326" name="文本框 325">
            <a:extLst>
              <a:ext uri="{FF2B5EF4-FFF2-40B4-BE49-F238E27FC236}">
                <a16:creationId xmlns:a16="http://schemas.microsoft.com/office/drawing/2014/main" id="{BEA7E7AA-9C30-E711-579F-C47E720DA2FF}"/>
              </a:ext>
            </a:extLst>
          </p:cNvPr>
          <p:cNvSpPr txBox="1"/>
          <p:nvPr/>
        </p:nvSpPr>
        <p:spPr>
          <a:xfrm>
            <a:off x="6847185" y="6008672"/>
            <a:ext cx="923331"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海量精选课程</a:t>
            </a:r>
          </a:p>
        </p:txBody>
      </p:sp>
      <p:sp>
        <p:nvSpPr>
          <p:cNvPr id="327" name="文本框 326">
            <a:extLst>
              <a:ext uri="{FF2B5EF4-FFF2-40B4-BE49-F238E27FC236}">
                <a16:creationId xmlns:a16="http://schemas.microsoft.com/office/drawing/2014/main" id="{FFF83B11-1F5E-DAF6-7782-C14D69836AA1}"/>
              </a:ext>
            </a:extLst>
          </p:cNvPr>
          <p:cNvSpPr txBox="1"/>
          <p:nvPr/>
        </p:nvSpPr>
        <p:spPr>
          <a:xfrm>
            <a:off x="9352771" y="6008672"/>
            <a:ext cx="909608"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en-US" altLang="zh-CN" sz="1200" dirty="0">
                <a:solidFill>
                  <a:schemeClr val="accent1">
                    <a:lumMod val="100000"/>
                  </a:schemeClr>
                </a:solidFill>
                <a:latin typeface="阿里巴巴普惠体" panose="00020600040101010101" pitchFamily="18" charset="-122"/>
                <a:ea typeface="阿里巴巴普惠体" panose="00020600040101010101" pitchFamily="18" charset="-122"/>
              </a:rPr>
              <a:t>KOL</a:t>
            </a: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分析复盘</a:t>
            </a:r>
          </a:p>
        </p:txBody>
      </p:sp>
      <p:sp>
        <p:nvSpPr>
          <p:cNvPr id="328" name="文本框 327">
            <a:extLst>
              <a:ext uri="{FF2B5EF4-FFF2-40B4-BE49-F238E27FC236}">
                <a16:creationId xmlns:a16="http://schemas.microsoft.com/office/drawing/2014/main" id="{14BE4951-1328-7C06-9FA1-60A9E581C438}"/>
              </a:ext>
            </a:extLst>
          </p:cNvPr>
          <p:cNvSpPr txBox="1"/>
          <p:nvPr/>
        </p:nvSpPr>
        <p:spPr>
          <a:xfrm>
            <a:off x="4423469" y="274245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创课入班</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9" name="文本框 328">
            <a:extLst>
              <a:ext uri="{FF2B5EF4-FFF2-40B4-BE49-F238E27FC236}">
                <a16:creationId xmlns:a16="http://schemas.microsoft.com/office/drawing/2014/main" id="{77B84D25-0E95-BAD1-7EAA-8B857F659497}"/>
              </a:ext>
            </a:extLst>
          </p:cNvPr>
          <p:cNvSpPr txBox="1"/>
          <p:nvPr/>
        </p:nvSpPr>
        <p:spPr>
          <a:xfrm>
            <a:off x="6702915" y="2742456"/>
            <a:ext cx="121187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高清直播</a:t>
            </a:r>
            <a:r>
              <a:rPr lang="en-US" altLang="zh-CN" sz="1000" dirty="0">
                <a:solidFill>
                  <a:schemeClr val="bg1"/>
                </a:solidFill>
                <a:effectLst/>
                <a:latin typeface="阿里巴巴普惠体" panose="00020600040101010101" pitchFamily="18" charset="-122"/>
                <a:ea typeface="阿里巴巴普惠体" panose="00020600040101010101" pitchFamily="18" charset="-122"/>
              </a:rPr>
              <a:t>/</a:t>
            </a:r>
            <a:r>
              <a:rPr lang="zh-CN" altLang="en-US" sz="1000" dirty="0">
                <a:solidFill>
                  <a:schemeClr val="bg1"/>
                </a:solidFill>
                <a:effectLst/>
                <a:latin typeface="阿里巴巴普惠体" panose="00020600040101010101" pitchFamily="18" charset="-122"/>
                <a:ea typeface="阿里巴巴普惠体" panose="00020600040101010101" pitchFamily="18" charset="-122"/>
              </a:rPr>
              <a:t>录播系列课</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0" name="文本框 329">
            <a:extLst>
              <a:ext uri="{FF2B5EF4-FFF2-40B4-BE49-F238E27FC236}">
                <a16:creationId xmlns:a16="http://schemas.microsoft.com/office/drawing/2014/main" id="{A6551E75-089F-D970-81FC-342CB8F16712}"/>
              </a:ext>
            </a:extLst>
          </p:cNvPr>
          <p:cNvSpPr txBox="1"/>
          <p:nvPr/>
        </p:nvSpPr>
        <p:spPr>
          <a:xfrm>
            <a:off x="4231109" y="4107706"/>
            <a:ext cx="897682"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传统旧组织现状</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1" name="文本框 330">
            <a:extLst>
              <a:ext uri="{FF2B5EF4-FFF2-40B4-BE49-F238E27FC236}">
                <a16:creationId xmlns:a16="http://schemas.microsoft.com/office/drawing/2014/main" id="{ADFD14EE-BDDF-279D-81CC-A02AE1294F8B}"/>
              </a:ext>
            </a:extLst>
          </p:cNvPr>
          <p:cNvSpPr txBox="1"/>
          <p:nvPr/>
        </p:nvSpPr>
        <p:spPr>
          <a:xfrm>
            <a:off x="4423469" y="5453906"/>
            <a:ext cx="51296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学生服务</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2" name="文本框 331">
            <a:extLst>
              <a:ext uri="{FF2B5EF4-FFF2-40B4-BE49-F238E27FC236}">
                <a16:creationId xmlns:a16="http://schemas.microsoft.com/office/drawing/2014/main" id="{E5083C11-89FC-3A3B-E978-4EC1AA63A52E}"/>
              </a:ext>
            </a:extLst>
          </p:cNvPr>
          <p:cNvSpPr txBox="1"/>
          <p:nvPr/>
        </p:nvSpPr>
        <p:spPr>
          <a:xfrm>
            <a:off x="6924129" y="4444256"/>
            <a:ext cx="76944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课后讨论学习</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5" name="文本框 334">
            <a:extLst>
              <a:ext uri="{FF2B5EF4-FFF2-40B4-BE49-F238E27FC236}">
                <a16:creationId xmlns:a16="http://schemas.microsoft.com/office/drawing/2014/main" id="{5656200F-FB51-D47D-F8BE-A22909EC5F93}"/>
              </a:ext>
            </a:extLst>
          </p:cNvPr>
          <p:cNvSpPr txBox="1"/>
          <p:nvPr/>
        </p:nvSpPr>
        <p:spPr>
          <a:xfrm>
            <a:off x="3878858" y="3102504"/>
            <a:ext cx="205184"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开班</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报课</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4" name="文本框 343">
            <a:extLst>
              <a:ext uri="{FF2B5EF4-FFF2-40B4-BE49-F238E27FC236}">
                <a16:creationId xmlns:a16="http://schemas.microsoft.com/office/drawing/2014/main" id="{A4D7AE44-31B3-5C9F-D79B-C2E7E48F111E}"/>
              </a:ext>
            </a:extLst>
          </p:cNvPr>
          <p:cNvSpPr txBox="1"/>
          <p:nvPr/>
        </p:nvSpPr>
        <p:spPr>
          <a:xfrm>
            <a:off x="4474765" y="31025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课程</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资源管理</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5" name="文本框 344">
            <a:extLst>
              <a:ext uri="{FF2B5EF4-FFF2-40B4-BE49-F238E27FC236}">
                <a16:creationId xmlns:a16="http://schemas.microsoft.com/office/drawing/2014/main" id="{5AAF4182-296C-2B5B-E4A1-3C8462BA55E8}"/>
              </a:ext>
            </a:extLst>
          </p:cNvPr>
          <p:cNvSpPr txBox="1"/>
          <p:nvPr/>
        </p:nvSpPr>
        <p:spPr>
          <a:xfrm>
            <a:off x="5173265" y="31025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学生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入学管理</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7" name="任意多边形: 形状 346">
            <a:extLst>
              <a:ext uri="{FF2B5EF4-FFF2-40B4-BE49-F238E27FC236}">
                <a16:creationId xmlns:a16="http://schemas.microsoft.com/office/drawing/2014/main" id="{74549E18-4A7C-B65F-9C92-D37634AC37FA}"/>
              </a:ext>
            </a:extLst>
          </p:cNvPr>
          <p:cNvSpPr/>
          <p:nvPr/>
        </p:nvSpPr>
        <p:spPr>
          <a:xfrm>
            <a:off x="4324350" y="44704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48" name="任意多边形: 形状 347">
            <a:extLst>
              <a:ext uri="{FF2B5EF4-FFF2-40B4-BE49-F238E27FC236}">
                <a16:creationId xmlns:a16="http://schemas.microsoft.com/office/drawing/2014/main" id="{DC1EC2DA-8117-28EA-4B03-F5E582114F03}"/>
              </a:ext>
            </a:extLst>
          </p:cNvPr>
          <p:cNvSpPr/>
          <p:nvPr/>
        </p:nvSpPr>
        <p:spPr>
          <a:xfrm>
            <a:off x="5022850" y="44704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49" name="文本框 348">
            <a:extLst>
              <a:ext uri="{FF2B5EF4-FFF2-40B4-BE49-F238E27FC236}">
                <a16:creationId xmlns:a16="http://schemas.microsoft.com/office/drawing/2014/main" id="{AAFF584A-D950-B558-7641-9158FA10813F}"/>
              </a:ext>
            </a:extLst>
          </p:cNvPr>
          <p:cNvSpPr txBox="1"/>
          <p:nvPr/>
        </p:nvSpPr>
        <p:spPr>
          <a:xfrm>
            <a:off x="3827561" y="4467754"/>
            <a:ext cx="307777"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日活</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学生数</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0" name="文本框 349">
            <a:extLst>
              <a:ext uri="{FF2B5EF4-FFF2-40B4-BE49-F238E27FC236}">
                <a16:creationId xmlns:a16="http://schemas.microsoft.com/office/drawing/2014/main" id="{55A9A59D-B50F-9A18-3D39-96AA6B2AE917}"/>
              </a:ext>
            </a:extLst>
          </p:cNvPr>
          <p:cNvSpPr txBox="1"/>
          <p:nvPr/>
        </p:nvSpPr>
        <p:spPr>
          <a:xfrm>
            <a:off x="4451522" y="4467754"/>
            <a:ext cx="456856"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直播</a:t>
            </a: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录播</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学习时长</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1" name="文本框 350">
            <a:extLst>
              <a:ext uri="{FF2B5EF4-FFF2-40B4-BE49-F238E27FC236}">
                <a16:creationId xmlns:a16="http://schemas.microsoft.com/office/drawing/2014/main" id="{E789B2B7-9933-BF87-473C-95F90D62993C}"/>
              </a:ext>
            </a:extLst>
          </p:cNvPr>
          <p:cNvSpPr txBox="1"/>
          <p:nvPr/>
        </p:nvSpPr>
        <p:spPr>
          <a:xfrm>
            <a:off x="5150022" y="4467754"/>
            <a:ext cx="456856"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作业</a:t>
            </a: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考试</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成绩</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8" name="文本框 357">
            <a:extLst>
              <a:ext uri="{FF2B5EF4-FFF2-40B4-BE49-F238E27FC236}">
                <a16:creationId xmlns:a16="http://schemas.microsoft.com/office/drawing/2014/main" id="{3865C64F-58C1-69CA-A264-A5E52605B93F}"/>
              </a:ext>
            </a:extLst>
          </p:cNvPr>
          <p:cNvSpPr txBox="1"/>
          <p:nvPr/>
        </p:nvSpPr>
        <p:spPr>
          <a:xfrm>
            <a:off x="6363181" y="3094379"/>
            <a:ext cx="490519" cy="286360"/>
          </a:xfrm>
          <a:prstGeom prst="rect">
            <a:avLst/>
          </a:prstGeom>
          <a:noFill/>
        </p:spPr>
        <p:txBody>
          <a:bodyPr wrap="none" lIns="0" tIns="0" rIns="0" bIns="0" rtlCol="0">
            <a:spAutoFit/>
          </a:bodyPr>
          <a:lstStyle/>
          <a:p>
            <a:pPr algn="ctr">
              <a:lnSpc>
                <a:spcPct val="120000"/>
              </a:lnSpc>
            </a:pP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PPT</a:t>
            </a: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、人像</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双屏目录</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9" name="文本框 358">
            <a:extLst>
              <a:ext uri="{FF2B5EF4-FFF2-40B4-BE49-F238E27FC236}">
                <a16:creationId xmlns:a16="http://schemas.microsoft.com/office/drawing/2014/main" id="{AF543323-43FA-A0E5-095C-3CC701189056}"/>
              </a:ext>
            </a:extLst>
          </p:cNvPr>
          <p:cNvSpPr txBox="1"/>
          <p:nvPr/>
        </p:nvSpPr>
        <p:spPr>
          <a:xfrm>
            <a:off x="7101756" y="309437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直播</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互动答疑</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0" name="文本框 359">
            <a:extLst>
              <a:ext uri="{FF2B5EF4-FFF2-40B4-BE49-F238E27FC236}">
                <a16:creationId xmlns:a16="http://schemas.microsoft.com/office/drawing/2014/main" id="{64F57355-901D-D486-94C0-5047D71CED7F}"/>
              </a:ext>
            </a:extLst>
          </p:cNvPr>
          <p:cNvSpPr txBox="1"/>
          <p:nvPr/>
        </p:nvSpPr>
        <p:spPr>
          <a:xfrm>
            <a:off x="7800256" y="309437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师生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在线讨论</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1" name="任意多边形: 形状 360">
            <a:extLst>
              <a:ext uri="{FF2B5EF4-FFF2-40B4-BE49-F238E27FC236}">
                <a16:creationId xmlns:a16="http://schemas.microsoft.com/office/drawing/2014/main" id="{DDE95BDD-75BE-453F-484D-AFC109A1AEE8}"/>
              </a:ext>
            </a:extLst>
          </p:cNvPr>
          <p:cNvSpPr/>
          <p:nvPr/>
        </p:nvSpPr>
        <p:spPr>
          <a:xfrm>
            <a:off x="6951341" y="3624075"/>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2" name="任意多边形: 形状 361">
            <a:extLst>
              <a:ext uri="{FF2B5EF4-FFF2-40B4-BE49-F238E27FC236}">
                <a16:creationId xmlns:a16="http://schemas.microsoft.com/office/drawing/2014/main" id="{AD2EECE6-BD3A-0148-B24C-7E4D69430506}"/>
              </a:ext>
            </a:extLst>
          </p:cNvPr>
          <p:cNvSpPr/>
          <p:nvPr/>
        </p:nvSpPr>
        <p:spPr>
          <a:xfrm>
            <a:off x="7656191" y="3624075"/>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3" name="文本框 362">
            <a:extLst>
              <a:ext uri="{FF2B5EF4-FFF2-40B4-BE49-F238E27FC236}">
                <a16:creationId xmlns:a16="http://schemas.microsoft.com/office/drawing/2014/main" id="{CB8BC24D-9522-A8C4-0282-D872EC9A49F1}"/>
              </a:ext>
            </a:extLst>
          </p:cNvPr>
          <p:cNvSpPr txBox="1"/>
          <p:nvPr/>
        </p:nvSpPr>
        <p:spPr>
          <a:xfrm>
            <a:off x="6403256" y="362142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师生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语音连麦</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4" name="文本框 363">
            <a:extLst>
              <a:ext uri="{FF2B5EF4-FFF2-40B4-BE49-F238E27FC236}">
                <a16:creationId xmlns:a16="http://schemas.microsoft.com/office/drawing/2014/main" id="{4091B8F3-1B3D-156E-AB6A-372F88476300}"/>
              </a:ext>
            </a:extLst>
          </p:cNvPr>
          <p:cNvSpPr txBox="1"/>
          <p:nvPr/>
        </p:nvSpPr>
        <p:spPr>
          <a:xfrm>
            <a:off x="7101756" y="362142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白板</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涂鸦工具</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5" name="文本框 364">
            <a:extLst>
              <a:ext uri="{FF2B5EF4-FFF2-40B4-BE49-F238E27FC236}">
                <a16:creationId xmlns:a16="http://schemas.microsoft.com/office/drawing/2014/main" id="{60224630-B6DD-9DF9-EE89-0AB71B86AE45}"/>
              </a:ext>
            </a:extLst>
          </p:cNvPr>
          <p:cNvSpPr txBox="1"/>
          <p:nvPr/>
        </p:nvSpPr>
        <p:spPr>
          <a:xfrm>
            <a:off x="7800256" y="3621429"/>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课件</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资料上传</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6" name="任意多边形: 形状 365">
            <a:extLst>
              <a:ext uri="{FF2B5EF4-FFF2-40B4-BE49-F238E27FC236}">
                <a16:creationId xmlns:a16="http://schemas.microsoft.com/office/drawing/2014/main" id="{15053EFC-4A83-97BB-020F-DCEA5F7DA3F5}"/>
              </a:ext>
            </a:extLst>
          </p:cNvPr>
          <p:cNvSpPr/>
          <p:nvPr/>
        </p:nvSpPr>
        <p:spPr>
          <a:xfrm>
            <a:off x="6951341" y="48006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7" name="任意多边形: 形状 366">
            <a:extLst>
              <a:ext uri="{FF2B5EF4-FFF2-40B4-BE49-F238E27FC236}">
                <a16:creationId xmlns:a16="http://schemas.microsoft.com/office/drawing/2014/main" id="{A6328242-3249-4D46-A339-6559B805177C}"/>
              </a:ext>
            </a:extLst>
          </p:cNvPr>
          <p:cNvSpPr/>
          <p:nvPr/>
        </p:nvSpPr>
        <p:spPr>
          <a:xfrm>
            <a:off x="7656191" y="480060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68" name="文本框 367">
            <a:extLst>
              <a:ext uri="{FF2B5EF4-FFF2-40B4-BE49-F238E27FC236}">
                <a16:creationId xmlns:a16="http://schemas.microsoft.com/office/drawing/2014/main" id="{C5CA5940-B0CC-8C8F-A004-8FD59A519C81}"/>
              </a:ext>
            </a:extLst>
          </p:cNvPr>
          <p:cNvSpPr txBox="1"/>
          <p:nvPr/>
        </p:nvSpPr>
        <p:spPr>
          <a:xfrm>
            <a:off x="6403256" y="479795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班级</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互动交流</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9" name="文本框 368">
            <a:extLst>
              <a:ext uri="{FF2B5EF4-FFF2-40B4-BE49-F238E27FC236}">
                <a16:creationId xmlns:a16="http://schemas.microsoft.com/office/drawing/2014/main" id="{780524A7-9ADE-81A0-506E-B1AEADF0B8C9}"/>
              </a:ext>
            </a:extLst>
          </p:cNvPr>
          <p:cNvSpPr txBox="1"/>
          <p:nvPr/>
        </p:nvSpPr>
        <p:spPr>
          <a:xfrm>
            <a:off x="7101756" y="479795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倍速</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高清展示</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0" name="文本框 369">
            <a:extLst>
              <a:ext uri="{FF2B5EF4-FFF2-40B4-BE49-F238E27FC236}">
                <a16:creationId xmlns:a16="http://schemas.microsoft.com/office/drawing/2014/main" id="{41E6099D-D591-52FB-DBB7-314C736F2632}"/>
              </a:ext>
            </a:extLst>
          </p:cNvPr>
          <p:cNvSpPr txBox="1"/>
          <p:nvPr/>
        </p:nvSpPr>
        <p:spPr>
          <a:xfrm>
            <a:off x="7800256" y="479795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课后</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精准刷题</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2" name="任意多边形: 形状 371">
            <a:extLst>
              <a:ext uri="{FF2B5EF4-FFF2-40B4-BE49-F238E27FC236}">
                <a16:creationId xmlns:a16="http://schemas.microsoft.com/office/drawing/2014/main" id="{264325C5-90F6-4306-8059-44324F6B2807}"/>
              </a:ext>
            </a:extLst>
          </p:cNvPr>
          <p:cNvSpPr/>
          <p:nvPr/>
        </p:nvSpPr>
        <p:spPr>
          <a:xfrm>
            <a:off x="6951341" y="53276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73" name="任意多边形: 形状 372">
            <a:extLst>
              <a:ext uri="{FF2B5EF4-FFF2-40B4-BE49-F238E27FC236}">
                <a16:creationId xmlns:a16="http://schemas.microsoft.com/office/drawing/2014/main" id="{ECCC9A6A-0782-B517-C8B9-A94427EF5D9B}"/>
              </a:ext>
            </a:extLst>
          </p:cNvPr>
          <p:cNvSpPr/>
          <p:nvPr/>
        </p:nvSpPr>
        <p:spPr>
          <a:xfrm>
            <a:off x="7656191" y="5327650"/>
            <a:ext cx="6350" cy="279400"/>
          </a:xfrm>
          <a:custGeom>
            <a:avLst/>
            <a:gdLst>
              <a:gd name="connsiteX0" fmla="*/ 0 w 6350"/>
              <a:gd name="connsiteY0" fmla="*/ 0 h 279400"/>
              <a:gd name="connsiteX1" fmla="*/ 0 w 6350"/>
              <a:gd name="connsiteY1" fmla="*/ 279400 h 279400"/>
            </a:gdLst>
            <a:ahLst/>
            <a:cxnLst>
              <a:cxn ang="0">
                <a:pos x="connsiteX0" y="connsiteY0"/>
              </a:cxn>
              <a:cxn ang="0">
                <a:pos x="connsiteX1" y="connsiteY1"/>
              </a:cxn>
            </a:cxnLst>
            <a:rect l="l" t="t" r="r" b="b"/>
            <a:pathLst>
              <a:path w="6350" h="279400">
                <a:moveTo>
                  <a:pt x="0" y="0"/>
                </a:moveTo>
                <a:lnTo>
                  <a:pt x="0" y="279400"/>
                </a:lnTo>
              </a:path>
            </a:pathLst>
          </a:custGeom>
          <a:noFill/>
          <a:ln w="6350" cap="flat">
            <a:solidFill>
              <a:srgbClr val="4D4D4D"/>
            </a:solidFill>
            <a:custDash>
              <a:ds d="300000" sp="300000"/>
            </a:custDash>
            <a:miter/>
          </a:ln>
        </p:spPr>
        <p:txBody>
          <a:bodyPr rtlCol="0" anchor="ctr"/>
          <a:lstStyle/>
          <a:p>
            <a:endParaRPr lang="zh-CN" altLang="en-US"/>
          </a:p>
        </p:txBody>
      </p:sp>
      <p:sp>
        <p:nvSpPr>
          <p:cNvPr id="374" name="文本框 373">
            <a:extLst>
              <a:ext uri="{FF2B5EF4-FFF2-40B4-BE49-F238E27FC236}">
                <a16:creationId xmlns:a16="http://schemas.microsoft.com/office/drawing/2014/main" id="{D7F2381B-CB1A-DCDA-4769-418490E222F4}"/>
              </a:ext>
            </a:extLst>
          </p:cNvPr>
          <p:cNvSpPr txBox="1"/>
          <p:nvPr/>
        </p:nvSpPr>
        <p:spPr>
          <a:xfrm>
            <a:off x="6403256" y="53250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教学</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资料下载</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5" name="文本框 374">
            <a:extLst>
              <a:ext uri="{FF2B5EF4-FFF2-40B4-BE49-F238E27FC236}">
                <a16:creationId xmlns:a16="http://schemas.microsoft.com/office/drawing/2014/main" id="{54A269D4-B35E-82FC-745D-95054FB0B409}"/>
              </a:ext>
            </a:extLst>
          </p:cNvPr>
          <p:cNvSpPr txBox="1"/>
          <p:nvPr/>
        </p:nvSpPr>
        <p:spPr>
          <a:xfrm>
            <a:off x="7101756" y="53250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作业</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自动批改</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6" name="文本框 375">
            <a:extLst>
              <a:ext uri="{FF2B5EF4-FFF2-40B4-BE49-F238E27FC236}">
                <a16:creationId xmlns:a16="http://schemas.microsoft.com/office/drawing/2014/main" id="{07182BAB-2D39-F6EB-45D1-74C898D33842}"/>
              </a:ext>
            </a:extLst>
          </p:cNvPr>
          <p:cNvSpPr txBox="1"/>
          <p:nvPr/>
        </p:nvSpPr>
        <p:spPr>
          <a:xfrm>
            <a:off x="7800256" y="5325004"/>
            <a:ext cx="410369" cy="284693"/>
          </a:xfrm>
          <a:prstGeom prst="rect">
            <a:avLst/>
          </a:prstGeom>
          <a:noFill/>
        </p:spPr>
        <p:txBody>
          <a:bodyPr wrap="none" lIns="0" tIns="0" rIns="0" bIns="0" rtlCol="0">
            <a:spAutoFit/>
          </a:bodyPr>
          <a:lstStyle/>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在线</a:t>
            </a:r>
            <a:endPar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a:p>
            <a:pPr algn="ctr">
              <a:lnSpc>
                <a:spcPct val="120000"/>
              </a:lnSpc>
            </a:pP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考试报读</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7" name="文本框 376">
            <a:extLst>
              <a:ext uri="{FF2B5EF4-FFF2-40B4-BE49-F238E27FC236}">
                <a16:creationId xmlns:a16="http://schemas.microsoft.com/office/drawing/2014/main" id="{9BED28C9-5282-0A0D-0AFF-52FAD0673209}"/>
              </a:ext>
            </a:extLst>
          </p:cNvPr>
          <p:cNvSpPr txBox="1"/>
          <p:nvPr/>
        </p:nvSpPr>
        <p:spPr>
          <a:xfrm>
            <a:off x="8914855" y="2742456"/>
            <a:ext cx="769441" cy="153888"/>
          </a:xfrm>
          <a:prstGeom prst="rect">
            <a:avLst/>
          </a:prstGeom>
          <a:noFill/>
        </p:spPr>
        <p:txBody>
          <a:bodyPr wrap="none" lIns="0" tIns="0" rIns="0" bIns="0" rtlCol="0">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线索维护管理</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361197211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a:extLst>
              <a:ext uri="{FF2B5EF4-FFF2-40B4-BE49-F238E27FC236}">
                <a16:creationId xmlns:a16="http://schemas.microsoft.com/office/drawing/2014/main" id="{3448D57C-5BE4-F6E7-5C49-7953E5F16A5A}"/>
              </a:ext>
            </a:extLst>
          </p:cNvPr>
          <p:cNvSpPr txBox="1"/>
          <p:nvPr/>
        </p:nvSpPr>
        <p:spPr>
          <a:xfrm>
            <a:off x="543433" y="805688"/>
            <a:ext cx="3148298" cy="477054"/>
          </a:xfrm>
          <a:prstGeom prst="rect">
            <a:avLst/>
          </a:prstGeom>
          <a:noFill/>
        </p:spPr>
        <p:txBody>
          <a:bodyPr wrap="none" rtlCol="0">
            <a:spAutoFit/>
          </a:bodyPr>
          <a:lstStyle/>
          <a:p>
            <a:r>
              <a:rPr lang="en-US" altLang="zh-CN"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AI</a:t>
            </a: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中台架构</a:t>
            </a:r>
            <a:r>
              <a:rPr lang="en-US" altLang="zh-CN"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a:t>
            </a: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算法层</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543433" y="604070"/>
            <a:ext cx="3642344"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AI Middle Platform Architecture - Algorithm Layer</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9" name="任意多边形: 形状 8">
            <a:extLst>
              <a:ext uri="{FF2B5EF4-FFF2-40B4-BE49-F238E27FC236}">
                <a16:creationId xmlns:a16="http://schemas.microsoft.com/office/drawing/2014/main" id="{A8033E82-22C2-54AC-9DC5-89299554ECC0}"/>
              </a:ext>
            </a:extLst>
          </p:cNvPr>
          <p:cNvSpPr/>
          <p:nvPr/>
        </p:nvSpPr>
        <p:spPr>
          <a:xfrm>
            <a:off x="5454650" y="1022350"/>
            <a:ext cx="6102350" cy="5156200"/>
          </a:xfrm>
          <a:custGeom>
            <a:avLst/>
            <a:gdLst>
              <a:gd name="connsiteX0" fmla="*/ 6051550 w 6102350"/>
              <a:gd name="connsiteY0" fmla="*/ 0 h 5156200"/>
              <a:gd name="connsiteX1" fmla="*/ 6102350 w 6102350"/>
              <a:gd name="connsiteY1" fmla="*/ 0 h 5156200"/>
              <a:gd name="connsiteX2" fmla="*/ 6102350 w 6102350"/>
              <a:gd name="connsiteY2" fmla="*/ 5156200 h 5156200"/>
              <a:gd name="connsiteX3" fmla="*/ 6051550 w 6102350"/>
              <a:gd name="connsiteY3" fmla="*/ 5156200 h 5156200"/>
              <a:gd name="connsiteX4" fmla="*/ 50800 w 6102350"/>
              <a:gd name="connsiteY4" fmla="*/ 5156200 h 5156200"/>
              <a:gd name="connsiteX5" fmla="*/ 0 w 6102350"/>
              <a:gd name="connsiteY5" fmla="*/ 5156200 h 5156200"/>
              <a:gd name="connsiteX6" fmla="*/ 0 w 6102350"/>
              <a:gd name="connsiteY6" fmla="*/ 0 h 5156200"/>
              <a:gd name="connsiteX7" fmla="*/ 50800 w 6102350"/>
              <a:gd name="connsiteY7" fmla="*/ 0 h 515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02350" h="5156200">
                <a:moveTo>
                  <a:pt x="6051550" y="0"/>
                </a:moveTo>
                <a:cubicBezTo>
                  <a:pt x="6079607" y="0"/>
                  <a:pt x="6102350" y="0"/>
                  <a:pt x="6102350" y="0"/>
                </a:cubicBezTo>
                <a:lnTo>
                  <a:pt x="6102350" y="5156200"/>
                </a:lnTo>
                <a:cubicBezTo>
                  <a:pt x="6102350" y="5156200"/>
                  <a:pt x="6079607" y="5156200"/>
                  <a:pt x="6051550" y="5156200"/>
                </a:cubicBezTo>
                <a:lnTo>
                  <a:pt x="50800" y="5156200"/>
                </a:lnTo>
                <a:cubicBezTo>
                  <a:pt x="22744" y="5156200"/>
                  <a:pt x="0" y="5156200"/>
                  <a:pt x="0" y="5156200"/>
                </a:cubicBezTo>
                <a:lnTo>
                  <a:pt x="0" y="0"/>
                </a:lnTo>
                <a:cubicBezTo>
                  <a:pt x="0" y="0"/>
                  <a:pt x="22744" y="0"/>
                  <a:pt x="50800" y="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altLang="zh-CN" dirty="0"/>
              <a:t> </a:t>
            </a:r>
            <a:endParaRPr lang="zh-CN" altLang="en-US" dirty="0"/>
          </a:p>
        </p:txBody>
      </p:sp>
      <p:sp>
        <p:nvSpPr>
          <p:cNvPr id="11" name="任意多边形: 形状 10">
            <a:extLst>
              <a:ext uri="{FF2B5EF4-FFF2-40B4-BE49-F238E27FC236}">
                <a16:creationId xmlns:a16="http://schemas.microsoft.com/office/drawing/2014/main" id="{BF9A9165-EABC-08B8-8274-C4C398FDB864}"/>
              </a:ext>
            </a:extLst>
          </p:cNvPr>
          <p:cNvSpPr/>
          <p:nvPr/>
        </p:nvSpPr>
        <p:spPr>
          <a:xfrm>
            <a:off x="5715000" y="2571750"/>
            <a:ext cx="1479550" cy="2057400"/>
          </a:xfrm>
          <a:custGeom>
            <a:avLst/>
            <a:gdLst>
              <a:gd name="connsiteX0" fmla="*/ 0 w 1479550"/>
              <a:gd name="connsiteY0" fmla="*/ 50800 h 2057400"/>
              <a:gd name="connsiteX1" fmla="*/ 50800 w 1479550"/>
              <a:gd name="connsiteY1" fmla="*/ 0 h 2057400"/>
              <a:gd name="connsiteX2" fmla="*/ 1428750 w 1479550"/>
              <a:gd name="connsiteY2" fmla="*/ 0 h 2057400"/>
              <a:gd name="connsiteX3" fmla="*/ 1479550 w 1479550"/>
              <a:gd name="connsiteY3" fmla="*/ 50800 h 2057400"/>
              <a:gd name="connsiteX4" fmla="*/ 1479550 w 1479550"/>
              <a:gd name="connsiteY4" fmla="*/ 2006600 h 2057400"/>
              <a:gd name="connsiteX5" fmla="*/ 1428750 w 1479550"/>
              <a:gd name="connsiteY5" fmla="*/ 2057400 h 2057400"/>
              <a:gd name="connsiteX6" fmla="*/ 50800 w 1479550"/>
              <a:gd name="connsiteY6" fmla="*/ 2057400 h 2057400"/>
              <a:gd name="connsiteX7" fmla="*/ 0 w 1479550"/>
              <a:gd name="connsiteY7" fmla="*/ 2006600 h 2057400"/>
              <a:gd name="connsiteX8" fmla="*/ 0 w 1479550"/>
              <a:gd name="connsiteY8" fmla="*/ 5080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2057400">
                <a:moveTo>
                  <a:pt x="0" y="50800"/>
                </a:moveTo>
                <a:cubicBezTo>
                  <a:pt x="0" y="22746"/>
                  <a:pt x="22746" y="0"/>
                  <a:pt x="50800" y="0"/>
                </a:cubicBezTo>
                <a:lnTo>
                  <a:pt x="1428750" y="0"/>
                </a:lnTo>
                <a:cubicBezTo>
                  <a:pt x="1456817" y="0"/>
                  <a:pt x="1479550" y="22746"/>
                  <a:pt x="1479550" y="50800"/>
                </a:cubicBezTo>
                <a:lnTo>
                  <a:pt x="1479550" y="2006600"/>
                </a:lnTo>
                <a:cubicBezTo>
                  <a:pt x="1479550" y="2034655"/>
                  <a:pt x="1456817" y="2057400"/>
                  <a:pt x="1428750" y="2057400"/>
                </a:cubicBezTo>
                <a:lnTo>
                  <a:pt x="50800" y="2057400"/>
                </a:lnTo>
                <a:cubicBezTo>
                  <a:pt x="22746" y="2057400"/>
                  <a:pt x="0" y="2034655"/>
                  <a:pt x="0" y="20066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 name="任意多边形: 形状 13">
            <a:extLst>
              <a:ext uri="{FF2B5EF4-FFF2-40B4-BE49-F238E27FC236}">
                <a16:creationId xmlns:a16="http://schemas.microsoft.com/office/drawing/2014/main" id="{779E7CA9-65A2-7E6F-535A-057FECB2B6D6}"/>
              </a:ext>
            </a:extLst>
          </p:cNvPr>
          <p:cNvSpPr/>
          <p:nvPr/>
        </p:nvSpPr>
        <p:spPr>
          <a:xfrm>
            <a:off x="5715000" y="5467350"/>
            <a:ext cx="5581650" cy="520700"/>
          </a:xfrm>
          <a:custGeom>
            <a:avLst/>
            <a:gdLst>
              <a:gd name="connsiteX0" fmla="*/ 0 w 5581650"/>
              <a:gd name="connsiteY0" fmla="*/ 50800 h 520700"/>
              <a:gd name="connsiteX1" fmla="*/ 50800 w 5581650"/>
              <a:gd name="connsiteY1" fmla="*/ 0 h 520700"/>
              <a:gd name="connsiteX2" fmla="*/ 5530850 w 5581650"/>
              <a:gd name="connsiteY2" fmla="*/ 0 h 520700"/>
              <a:gd name="connsiteX3" fmla="*/ 5581650 w 5581650"/>
              <a:gd name="connsiteY3" fmla="*/ 50800 h 520700"/>
              <a:gd name="connsiteX4" fmla="*/ 5581650 w 5581650"/>
              <a:gd name="connsiteY4" fmla="*/ 469900 h 520700"/>
              <a:gd name="connsiteX5" fmla="*/ 5530850 w 5581650"/>
              <a:gd name="connsiteY5" fmla="*/ 520700 h 520700"/>
              <a:gd name="connsiteX6" fmla="*/ 50800 w 5581650"/>
              <a:gd name="connsiteY6" fmla="*/ 520700 h 520700"/>
              <a:gd name="connsiteX7" fmla="*/ 0 w 5581650"/>
              <a:gd name="connsiteY7" fmla="*/ 469900 h 520700"/>
              <a:gd name="connsiteX8" fmla="*/ 0 w 5581650"/>
              <a:gd name="connsiteY8" fmla="*/ 50800 h 52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1650" h="520700">
                <a:moveTo>
                  <a:pt x="0" y="50800"/>
                </a:moveTo>
                <a:cubicBezTo>
                  <a:pt x="0" y="22746"/>
                  <a:pt x="22746" y="0"/>
                  <a:pt x="50800" y="0"/>
                </a:cubicBezTo>
                <a:lnTo>
                  <a:pt x="5530850" y="0"/>
                </a:lnTo>
                <a:cubicBezTo>
                  <a:pt x="5558918" y="0"/>
                  <a:pt x="5581650" y="22746"/>
                  <a:pt x="5581650" y="50800"/>
                </a:cubicBezTo>
                <a:lnTo>
                  <a:pt x="5581650" y="469900"/>
                </a:lnTo>
                <a:cubicBezTo>
                  <a:pt x="5581650" y="497955"/>
                  <a:pt x="5558918" y="520700"/>
                  <a:pt x="5530850" y="520700"/>
                </a:cubicBezTo>
                <a:lnTo>
                  <a:pt x="50800" y="520700"/>
                </a:lnTo>
                <a:cubicBezTo>
                  <a:pt x="22746" y="520700"/>
                  <a:pt x="0" y="497955"/>
                  <a:pt x="0" y="4699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 name="任意多边形: 形状 17">
            <a:extLst>
              <a:ext uri="{FF2B5EF4-FFF2-40B4-BE49-F238E27FC236}">
                <a16:creationId xmlns:a16="http://schemas.microsoft.com/office/drawing/2014/main" id="{DE44867D-9404-35A4-5340-19C2C71EE61A}"/>
              </a:ext>
            </a:extLst>
          </p:cNvPr>
          <p:cNvSpPr/>
          <p:nvPr/>
        </p:nvSpPr>
        <p:spPr>
          <a:xfrm>
            <a:off x="5715000" y="4787900"/>
            <a:ext cx="5581650" cy="520700"/>
          </a:xfrm>
          <a:custGeom>
            <a:avLst/>
            <a:gdLst>
              <a:gd name="connsiteX0" fmla="*/ 0 w 5581650"/>
              <a:gd name="connsiteY0" fmla="*/ 50800 h 520700"/>
              <a:gd name="connsiteX1" fmla="*/ 50800 w 5581650"/>
              <a:gd name="connsiteY1" fmla="*/ 0 h 520700"/>
              <a:gd name="connsiteX2" fmla="*/ 5530850 w 5581650"/>
              <a:gd name="connsiteY2" fmla="*/ 0 h 520700"/>
              <a:gd name="connsiteX3" fmla="*/ 5581650 w 5581650"/>
              <a:gd name="connsiteY3" fmla="*/ 50800 h 520700"/>
              <a:gd name="connsiteX4" fmla="*/ 5581650 w 5581650"/>
              <a:gd name="connsiteY4" fmla="*/ 469900 h 520700"/>
              <a:gd name="connsiteX5" fmla="*/ 5530850 w 5581650"/>
              <a:gd name="connsiteY5" fmla="*/ 520700 h 520700"/>
              <a:gd name="connsiteX6" fmla="*/ 50800 w 5581650"/>
              <a:gd name="connsiteY6" fmla="*/ 520700 h 520700"/>
              <a:gd name="connsiteX7" fmla="*/ 0 w 5581650"/>
              <a:gd name="connsiteY7" fmla="*/ 469900 h 520700"/>
              <a:gd name="connsiteX8" fmla="*/ 0 w 5581650"/>
              <a:gd name="connsiteY8" fmla="*/ 50800 h 52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1650" h="520700">
                <a:moveTo>
                  <a:pt x="0" y="50800"/>
                </a:moveTo>
                <a:cubicBezTo>
                  <a:pt x="0" y="22746"/>
                  <a:pt x="22746" y="0"/>
                  <a:pt x="50800" y="0"/>
                </a:cubicBezTo>
                <a:lnTo>
                  <a:pt x="5530850" y="0"/>
                </a:lnTo>
                <a:cubicBezTo>
                  <a:pt x="5558918" y="0"/>
                  <a:pt x="5581650" y="22746"/>
                  <a:pt x="5581650" y="50800"/>
                </a:cubicBezTo>
                <a:lnTo>
                  <a:pt x="5581650" y="469900"/>
                </a:lnTo>
                <a:cubicBezTo>
                  <a:pt x="5581650" y="497955"/>
                  <a:pt x="5558918" y="520700"/>
                  <a:pt x="5530850" y="520700"/>
                </a:cubicBezTo>
                <a:lnTo>
                  <a:pt x="50800" y="520700"/>
                </a:lnTo>
                <a:cubicBezTo>
                  <a:pt x="22746" y="520700"/>
                  <a:pt x="0" y="497955"/>
                  <a:pt x="0" y="4699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 name="任意多边形: 形状 19">
            <a:extLst>
              <a:ext uri="{FF2B5EF4-FFF2-40B4-BE49-F238E27FC236}">
                <a16:creationId xmlns:a16="http://schemas.microsoft.com/office/drawing/2014/main" id="{13E80D64-9CE9-0736-3CBB-716DDC1BFB85}"/>
              </a:ext>
            </a:extLst>
          </p:cNvPr>
          <p:cNvSpPr/>
          <p:nvPr/>
        </p:nvSpPr>
        <p:spPr>
          <a:xfrm>
            <a:off x="9817100" y="2571750"/>
            <a:ext cx="1479550" cy="2057400"/>
          </a:xfrm>
          <a:custGeom>
            <a:avLst/>
            <a:gdLst>
              <a:gd name="connsiteX0" fmla="*/ 0 w 1479550"/>
              <a:gd name="connsiteY0" fmla="*/ 50800 h 2057400"/>
              <a:gd name="connsiteX1" fmla="*/ 50800 w 1479550"/>
              <a:gd name="connsiteY1" fmla="*/ 0 h 2057400"/>
              <a:gd name="connsiteX2" fmla="*/ 1428750 w 1479550"/>
              <a:gd name="connsiteY2" fmla="*/ 0 h 2057400"/>
              <a:gd name="connsiteX3" fmla="*/ 1479550 w 1479550"/>
              <a:gd name="connsiteY3" fmla="*/ 50800 h 2057400"/>
              <a:gd name="connsiteX4" fmla="*/ 1479550 w 1479550"/>
              <a:gd name="connsiteY4" fmla="*/ 2006600 h 2057400"/>
              <a:gd name="connsiteX5" fmla="*/ 1428750 w 1479550"/>
              <a:gd name="connsiteY5" fmla="*/ 2057400 h 2057400"/>
              <a:gd name="connsiteX6" fmla="*/ 50800 w 1479550"/>
              <a:gd name="connsiteY6" fmla="*/ 2057400 h 2057400"/>
              <a:gd name="connsiteX7" fmla="*/ 0 w 1479550"/>
              <a:gd name="connsiteY7" fmla="*/ 2006600 h 2057400"/>
              <a:gd name="connsiteX8" fmla="*/ 0 w 1479550"/>
              <a:gd name="connsiteY8" fmla="*/ 5080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9550" h="2057400">
                <a:moveTo>
                  <a:pt x="0" y="50800"/>
                </a:moveTo>
                <a:cubicBezTo>
                  <a:pt x="0" y="22746"/>
                  <a:pt x="22733" y="0"/>
                  <a:pt x="50800" y="0"/>
                </a:cubicBezTo>
                <a:lnTo>
                  <a:pt x="1428750" y="0"/>
                </a:lnTo>
                <a:cubicBezTo>
                  <a:pt x="1456817" y="0"/>
                  <a:pt x="1479550" y="22746"/>
                  <a:pt x="1479550" y="50800"/>
                </a:cubicBezTo>
                <a:lnTo>
                  <a:pt x="1479550" y="2006600"/>
                </a:lnTo>
                <a:cubicBezTo>
                  <a:pt x="1479550" y="2034655"/>
                  <a:pt x="1456817" y="2057400"/>
                  <a:pt x="1428750" y="2057400"/>
                </a:cubicBezTo>
                <a:lnTo>
                  <a:pt x="50800" y="2057400"/>
                </a:lnTo>
                <a:cubicBezTo>
                  <a:pt x="22733" y="2057400"/>
                  <a:pt x="0" y="2034655"/>
                  <a:pt x="0" y="2006600"/>
                </a:cubicBezTo>
                <a:lnTo>
                  <a:pt x="0" y="50800"/>
                </a:ln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 name="矩形: 圆角 21">
            <a:extLst>
              <a:ext uri="{FF2B5EF4-FFF2-40B4-BE49-F238E27FC236}">
                <a16:creationId xmlns:a16="http://schemas.microsoft.com/office/drawing/2014/main" id="{27DE5D4D-4524-9B41-C39B-DBBC99C37B73}"/>
              </a:ext>
            </a:extLst>
          </p:cNvPr>
          <p:cNvSpPr/>
          <p:nvPr/>
        </p:nvSpPr>
        <p:spPr>
          <a:xfrm>
            <a:off x="7410450" y="2571750"/>
            <a:ext cx="2190750" cy="2057400"/>
          </a:xfrm>
          <a:prstGeom prst="roundRect">
            <a:avLst>
              <a:gd name="adj" fmla="val 1580"/>
            </a:avLst>
          </a:pr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1" name="矩形: 圆角 30">
            <a:extLst>
              <a:ext uri="{FF2B5EF4-FFF2-40B4-BE49-F238E27FC236}">
                <a16:creationId xmlns:a16="http://schemas.microsoft.com/office/drawing/2014/main" id="{77135DCF-EEFA-1E58-CF6E-8F8AAC550B4F}"/>
              </a:ext>
            </a:extLst>
          </p:cNvPr>
          <p:cNvSpPr/>
          <p:nvPr/>
        </p:nvSpPr>
        <p:spPr>
          <a:xfrm>
            <a:off x="4730750" y="1022350"/>
            <a:ext cx="533400" cy="5168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5" name="矩形: 圆角 34">
            <a:extLst>
              <a:ext uri="{FF2B5EF4-FFF2-40B4-BE49-F238E27FC236}">
                <a16:creationId xmlns:a16="http://schemas.microsoft.com/office/drawing/2014/main" id="{6BACF510-009D-5FA9-A8D5-521C1F6A8072}"/>
              </a:ext>
            </a:extLst>
          </p:cNvPr>
          <p:cNvSpPr/>
          <p:nvPr/>
        </p:nvSpPr>
        <p:spPr>
          <a:xfrm>
            <a:off x="5721350" y="1790700"/>
            <a:ext cx="27178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40" name="矩形: 圆角 39">
            <a:extLst>
              <a:ext uri="{FF2B5EF4-FFF2-40B4-BE49-F238E27FC236}">
                <a16:creationId xmlns:a16="http://schemas.microsoft.com/office/drawing/2014/main" id="{9B818A87-A1BB-D444-E279-68BFAC622D29}"/>
              </a:ext>
            </a:extLst>
          </p:cNvPr>
          <p:cNvSpPr/>
          <p:nvPr/>
        </p:nvSpPr>
        <p:spPr>
          <a:xfrm>
            <a:off x="5892800" y="2368550"/>
            <a:ext cx="1117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5" name="矩形: 圆角 44">
            <a:extLst>
              <a:ext uri="{FF2B5EF4-FFF2-40B4-BE49-F238E27FC236}">
                <a16:creationId xmlns:a16="http://schemas.microsoft.com/office/drawing/2014/main" id="{3C734B19-BBC9-8A1A-87EB-CFFE5B03FD17}"/>
              </a:ext>
            </a:extLst>
          </p:cNvPr>
          <p:cNvSpPr/>
          <p:nvPr/>
        </p:nvSpPr>
        <p:spPr>
          <a:xfrm>
            <a:off x="5835650" y="5556250"/>
            <a:ext cx="800100" cy="342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8" name="矩形: 圆角 47">
            <a:extLst>
              <a:ext uri="{FF2B5EF4-FFF2-40B4-BE49-F238E27FC236}">
                <a16:creationId xmlns:a16="http://schemas.microsoft.com/office/drawing/2014/main" id="{9AD17F37-799C-9893-48AF-F231EDD0AA42}"/>
              </a:ext>
            </a:extLst>
          </p:cNvPr>
          <p:cNvSpPr/>
          <p:nvPr/>
        </p:nvSpPr>
        <p:spPr>
          <a:xfrm>
            <a:off x="5835650" y="4876800"/>
            <a:ext cx="800100" cy="342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2" name="矩形: 圆角 51">
            <a:extLst>
              <a:ext uri="{FF2B5EF4-FFF2-40B4-BE49-F238E27FC236}">
                <a16:creationId xmlns:a16="http://schemas.microsoft.com/office/drawing/2014/main" id="{882A41C6-5FBE-8B61-9F47-FA4FB3DBC176}"/>
              </a:ext>
            </a:extLst>
          </p:cNvPr>
          <p:cNvSpPr/>
          <p:nvPr/>
        </p:nvSpPr>
        <p:spPr>
          <a:xfrm>
            <a:off x="7943850" y="2368550"/>
            <a:ext cx="1117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6" name="矩形: 圆角 55">
            <a:extLst>
              <a:ext uri="{FF2B5EF4-FFF2-40B4-BE49-F238E27FC236}">
                <a16:creationId xmlns:a16="http://schemas.microsoft.com/office/drawing/2014/main" id="{8BDAE578-0E27-ECDE-D034-F4AF841006FA}"/>
              </a:ext>
            </a:extLst>
          </p:cNvPr>
          <p:cNvSpPr/>
          <p:nvPr/>
        </p:nvSpPr>
        <p:spPr>
          <a:xfrm>
            <a:off x="9994900" y="2368550"/>
            <a:ext cx="1117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0" name="矩形: 圆角 59">
            <a:extLst>
              <a:ext uri="{FF2B5EF4-FFF2-40B4-BE49-F238E27FC236}">
                <a16:creationId xmlns:a16="http://schemas.microsoft.com/office/drawing/2014/main" id="{92E266ED-AC8E-383D-9B8D-4F7459FADE74}"/>
              </a:ext>
            </a:extLst>
          </p:cNvPr>
          <p:cNvSpPr/>
          <p:nvPr/>
        </p:nvSpPr>
        <p:spPr>
          <a:xfrm>
            <a:off x="8566150" y="1790700"/>
            <a:ext cx="2717800" cy="419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29" name="矩形: 圆角 128">
            <a:extLst>
              <a:ext uri="{FF2B5EF4-FFF2-40B4-BE49-F238E27FC236}">
                <a16:creationId xmlns:a16="http://schemas.microsoft.com/office/drawing/2014/main" id="{BB8E084C-BF4F-12A1-66CC-63E4E957DFB0}"/>
              </a:ext>
            </a:extLst>
          </p:cNvPr>
          <p:cNvSpPr/>
          <p:nvPr/>
        </p:nvSpPr>
        <p:spPr>
          <a:xfrm>
            <a:off x="5721350" y="1212850"/>
            <a:ext cx="5562600" cy="419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3" name="矩形: 圆角 132">
            <a:extLst>
              <a:ext uri="{FF2B5EF4-FFF2-40B4-BE49-F238E27FC236}">
                <a16:creationId xmlns:a16="http://schemas.microsoft.com/office/drawing/2014/main" id="{18915229-F62E-08FB-B9B8-62080EDF5954}"/>
              </a:ext>
            </a:extLst>
          </p:cNvPr>
          <p:cNvSpPr/>
          <p:nvPr/>
        </p:nvSpPr>
        <p:spPr>
          <a:xfrm>
            <a:off x="6737350" y="555625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6" name="矩形: 圆角 135">
            <a:extLst>
              <a:ext uri="{FF2B5EF4-FFF2-40B4-BE49-F238E27FC236}">
                <a16:creationId xmlns:a16="http://schemas.microsoft.com/office/drawing/2014/main" id="{B58BFBEA-3EB4-AF86-7ED3-6214E597426D}"/>
              </a:ext>
            </a:extLst>
          </p:cNvPr>
          <p:cNvSpPr/>
          <p:nvPr/>
        </p:nvSpPr>
        <p:spPr>
          <a:xfrm>
            <a:off x="7378700" y="5556250"/>
            <a:ext cx="7556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0" name="矩形: 圆角 139">
            <a:extLst>
              <a:ext uri="{FF2B5EF4-FFF2-40B4-BE49-F238E27FC236}">
                <a16:creationId xmlns:a16="http://schemas.microsoft.com/office/drawing/2014/main" id="{26DF14F5-4B91-5E79-EC95-15B807B7FD7C}"/>
              </a:ext>
            </a:extLst>
          </p:cNvPr>
          <p:cNvSpPr/>
          <p:nvPr/>
        </p:nvSpPr>
        <p:spPr>
          <a:xfrm>
            <a:off x="8197850" y="555625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4" name="矩形: 圆角 143">
            <a:extLst>
              <a:ext uri="{FF2B5EF4-FFF2-40B4-BE49-F238E27FC236}">
                <a16:creationId xmlns:a16="http://schemas.microsoft.com/office/drawing/2014/main" id="{98802677-606B-BCCB-8402-F82AB41F623A}"/>
              </a:ext>
            </a:extLst>
          </p:cNvPr>
          <p:cNvSpPr/>
          <p:nvPr/>
        </p:nvSpPr>
        <p:spPr>
          <a:xfrm>
            <a:off x="8839200" y="555625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7" name="矩形: 圆角 146">
            <a:extLst>
              <a:ext uri="{FF2B5EF4-FFF2-40B4-BE49-F238E27FC236}">
                <a16:creationId xmlns:a16="http://schemas.microsoft.com/office/drawing/2014/main" id="{1AE54E56-7C03-D33A-6F33-7806BB9CEC00}"/>
              </a:ext>
            </a:extLst>
          </p:cNvPr>
          <p:cNvSpPr/>
          <p:nvPr/>
        </p:nvSpPr>
        <p:spPr>
          <a:xfrm>
            <a:off x="9480550" y="5556250"/>
            <a:ext cx="7874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1" name="矩形: 圆角 150">
            <a:extLst>
              <a:ext uri="{FF2B5EF4-FFF2-40B4-BE49-F238E27FC236}">
                <a16:creationId xmlns:a16="http://schemas.microsoft.com/office/drawing/2014/main" id="{CF36EEDA-18CC-129F-0AE2-45B14A7E1C14}"/>
              </a:ext>
            </a:extLst>
          </p:cNvPr>
          <p:cNvSpPr/>
          <p:nvPr/>
        </p:nvSpPr>
        <p:spPr>
          <a:xfrm>
            <a:off x="10331450" y="5556250"/>
            <a:ext cx="5334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4" name="矩形: 圆角 153">
            <a:extLst>
              <a:ext uri="{FF2B5EF4-FFF2-40B4-BE49-F238E27FC236}">
                <a16:creationId xmlns:a16="http://schemas.microsoft.com/office/drawing/2014/main" id="{E9D1AE07-FFE8-6F66-A8EA-F53211EEC950}"/>
              </a:ext>
            </a:extLst>
          </p:cNvPr>
          <p:cNvSpPr/>
          <p:nvPr/>
        </p:nvSpPr>
        <p:spPr>
          <a:xfrm>
            <a:off x="6737350" y="4876800"/>
            <a:ext cx="5778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8" name="矩形: 圆角 157">
            <a:extLst>
              <a:ext uri="{FF2B5EF4-FFF2-40B4-BE49-F238E27FC236}">
                <a16:creationId xmlns:a16="http://schemas.microsoft.com/office/drawing/2014/main" id="{8F7897F5-5EDB-5FEF-2775-013D7893F5A0}"/>
              </a:ext>
            </a:extLst>
          </p:cNvPr>
          <p:cNvSpPr/>
          <p:nvPr/>
        </p:nvSpPr>
        <p:spPr>
          <a:xfrm>
            <a:off x="7378700" y="4876800"/>
            <a:ext cx="10033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1" name="矩形: 圆角 160">
            <a:extLst>
              <a:ext uri="{FF2B5EF4-FFF2-40B4-BE49-F238E27FC236}">
                <a16:creationId xmlns:a16="http://schemas.microsoft.com/office/drawing/2014/main" id="{ACA79D25-F4DE-7D6F-C064-F2F236CBC9D6}"/>
              </a:ext>
            </a:extLst>
          </p:cNvPr>
          <p:cNvSpPr/>
          <p:nvPr/>
        </p:nvSpPr>
        <p:spPr>
          <a:xfrm>
            <a:off x="8445500" y="4876800"/>
            <a:ext cx="10033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4" name="矩形: 圆角 163">
            <a:extLst>
              <a:ext uri="{FF2B5EF4-FFF2-40B4-BE49-F238E27FC236}">
                <a16:creationId xmlns:a16="http://schemas.microsoft.com/office/drawing/2014/main" id="{871EF485-B2C2-02AD-AE6C-6370A66EBF03}"/>
              </a:ext>
            </a:extLst>
          </p:cNvPr>
          <p:cNvSpPr/>
          <p:nvPr/>
        </p:nvSpPr>
        <p:spPr>
          <a:xfrm>
            <a:off x="9512300" y="4876800"/>
            <a:ext cx="9906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7" name="矩形: 圆角 166">
            <a:extLst>
              <a:ext uri="{FF2B5EF4-FFF2-40B4-BE49-F238E27FC236}">
                <a16:creationId xmlns:a16="http://schemas.microsoft.com/office/drawing/2014/main" id="{9BBE9E77-0BD4-B80E-4266-2ECE98114811}"/>
              </a:ext>
            </a:extLst>
          </p:cNvPr>
          <p:cNvSpPr/>
          <p:nvPr/>
        </p:nvSpPr>
        <p:spPr>
          <a:xfrm>
            <a:off x="5873750" y="29337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0" name="矩形: 圆角 169">
            <a:extLst>
              <a:ext uri="{FF2B5EF4-FFF2-40B4-BE49-F238E27FC236}">
                <a16:creationId xmlns:a16="http://schemas.microsoft.com/office/drawing/2014/main" id="{EF73AC4C-9080-A5D4-036F-8FA209E7347C}"/>
              </a:ext>
            </a:extLst>
          </p:cNvPr>
          <p:cNvSpPr/>
          <p:nvPr/>
        </p:nvSpPr>
        <p:spPr>
          <a:xfrm>
            <a:off x="7594600" y="29337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3" name="矩形: 圆角 172">
            <a:extLst>
              <a:ext uri="{FF2B5EF4-FFF2-40B4-BE49-F238E27FC236}">
                <a16:creationId xmlns:a16="http://schemas.microsoft.com/office/drawing/2014/main" id="{0E450B53-C901-E08B-1554-1E5DA315AF91}"/>
              </a:ext>
            </a:extLst>
          </p:cNvPr>
          <p:cNvSpPr/>
          <p:nvPr/>
        </p:nvSpPr>
        <p:spPr>
          <a:xfrm>
            <a:off x="8566150" y="29337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6" name="矩形: 圆角 175">
            <a:extLst>
              <a:ext uri="{FF2B5EF4-FFF2-40B4-BE49-F238E27FC236}">
                <a16:creationId xmlns:a16="http://schemas.microsoft.com/office/drawing/2014/main" id="{6F1BC001-299B-2D07-1D79-CBCF765F3691}"/>
              </a:ext>
            </a:extLst>
          </p:cNvPr>
          <p:cNvSpPr/>
          <p:nvPr/>
        </p:nvSpPr>
        <p:spPr>
          <a:xfrm>
            <a:off x="9975850" y="29337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9" name="矩形: 圆角 178">
            <a:extLst>
              <a:ext uri="{FF2B5EF4-FFF2-40B4-BE49-F238E27FC236}">
                <a16:creationId xmlns:a16="http://schemas.microsoft.com/office/drawing/2014/main" id="{5773A1D2-46EF-CE20-130A-EDD57473C4DB}"/>
              </a:ext>
            </a:extLst>
          </p:cNvPr>
          <p:cNvSpPr/>
          <p:nvPr/>
        </p:nvSpPr>
        <p:spPr>
          <a:xfrm>
            <a:off x="5873750" y="33401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2" name="矩形: 圆角 181">
            <a:extLst>
              <a:ext uri="{FF2B5EF4-FFF2-40B4-BE49-F238E27FC236}">
                <a16:creationId xmlns:a16="http://schemas.microsoft.com/office/drawing/2014/main" id="{6E36CB6B-D5EB-3326-B6A1-1873DAC34352}"/>
              </a:ext>
            </a:extLst>
          </p:cNvPr>
          <p:cNvSpPr/>
          <p:nvPr/>
        </p:nvSpPr>
        <p:spPr>
          <a:xfrm>
            <a:off x="7594600" y="33401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5" name="矩形: 圆角 184">
            <a:extLst>
              <a:ext uri="{FF2B5EF4-FFF2-40B4-BE49-F238E27FC236}">
                <a16:creationId xmlns:a16="http://schemas.microsoft.com/office/drawing/2014/main" id="{3FE94D1A-B113-9E8A-F480-206312A2A2DA}"/>
              </a:ext>
            </a:extLst>
          </p:cNvPr>
          <p:cNvSpPr/>
          <p:nvPr/>
        </p:nvSpPr>
        <p:spPr>
          <a:xfrm>
            <a:off x="8566150" y="33401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8" name="矩形: 圆角 187">
            <a:extLst>
              <a:ext uri="{FF2B5EF4-FFF2-40B4-BE49-F238E27FC236}">
                <a16:creationId xmlns:a16="http://schemas.microsoft.com/office/drawing/2014/main" id="{04304F59-96AD-0F0C-629F-68C8ADA7722F}"/>
              </a:ext>
            </a:extLst>
          </p:cNvPr>
          <p:cNvSpPr/>
          <p:nvPr/>
        </p:nvSpPr>
        <p:spPr>
          <a:xfrm>
            <a:off x="9975850" y="33401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1" name="矩形: 圆角 190">
            <a:extLst>
              <a:ext uri="{FF2B5EF4-FFF2-40B4-BE49-F238E27FC236}">
                <a16:creationId xmlns:a16="http://schemas.microsoft.com/office/drawing/2014/main" id="{044E1BFD-34A4-D5FC-6967-DEC315BFCAE1}"/>
              </a:ext>
            </a:extLst>
          </p:cNvPr>
          <p:cNvSpPr/>
          <p:nvPr/>
        </p:nvSpPr>
        <p:spPr>
          <a:xfrm>
            <a:off x="5873750" y="37465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5" name="矩形: 圆角 194">
            <a:extLst>
              <a:ext uri="{FF2B5EF4-FFF2-40B4-BE49-F238E27FC236}">
                <a16:creationId xmlns:a16="http://schemas.microsoft.com/office/drawing/2014/main" id="{044843D7-9EF8-51F1-828D-A0A6E6A928E2}"/>
              </a:ext>
            </a:extLst>
          </p:cNvPr>
          <p:cNvSpPr/>
          <p:nvPr/>
        </p:nvSpPr>
        <p:spPr>
          <a:xfrm>
            <a:off x="7594600" y="37465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9" name="矩形: 圆角 198">
            <a:extLst>
              <a:ext uri="{FF2B5EF4-FFF2-40B4-BE49-F238E27FC236}">
                <a16:creationId xmlns:a16="http://schemas.microsoft.com/office/drawing/2014/main" id="{603588E5-7F43-C96A-7A14-5C85F05E90BB}"/>
              </a:ext>
            </a:extLst>
          </p:cNvPr>
          <p:cNvSpPr/>
          <p:nvPr/>
        </p:nvSpPr>
        <p:spPr>
          <a:xfrm>
            <a:off x="8566150" y="37465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5" name="矩形: 圆角 204">
            <a:extLst>
              <a:ext uri="{FF2B5EF4-FFF2-40B4-BE49-F238E27FC236}">
                <a16:creationId xmlns:a16="http://schemas.microsoft.com/office/drawing/2014/main" id="{45CAE9BD-06D1-5A1D-120A-684AF2DF668B}"/>
              </a:ext>
            </a:extLst>
          </p:cNvPr>
          <p:cNvSpPr/>
          <p:nvPr/>
        </p:nvSpPr>
        <p:spPr>
          <a:xfrm>
            <a:off x="7594600" y="41529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8" name="矩形: 圆角 207">
            <a:extLst>
              <a:ext uri="{FF2B5EF4-FFF2-40B4-BE49-F238E27FC236}">
                <a16:creationId xmlns:a16="http://schemas.microsoft.com/office/drawing/2014/main" id="{EBEEBB06-3D3C-E8E5-5F7B-13B022F112D2}"/>
              </a:ext>
            </a:extLst>
          </p:cNvPr>
          <p:cNvSpPr/>
          <p:nvPr/>
        </p:nvSpPr>
        <p:spPr>
          <a:xfrm>
            <a:off x="8566150" y="4152900"/>
            <a:ext cx="85090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1" name="矩形: 圆角 210">
            <a:extLst>
              <a:ext uri="{FF2B5EF4-FFF2-40B4-BE49-F238E27FC236}">
                <a16:creationId xmlns:a16="http://schemas.microsoft.com/office/drawing/2014/main" id="{A2D85F04-7A8A-09CB-31E8-335AF91FEF12}"/>
              </a:ext>
            </a:extLst>
          </p:cNvPr>
          <p:cNvSpPr/>
          <p:nvPr/>
        </p:nvSpPr>
        <p:spPr>
          <a:xfrm>
            <a:off x="9975850" y="37465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5" name="矩形: 圆角 214">
            <a:extLst>
              <a:ext uri="{FF2B5EF4-FFF2-40B4-BE49-F238E27FC236}">
                <a16:creationId xmlns:a16="http://schemas.microsoft.com/office/drawing/2014/main" id="{6E16E77A-E7B0-7BF0-A0B8-992B3D0A3DB7}"/>
              </a:ext>
            </a:extLst>
          </p:cNvPr>
          <p:cNvSpPr/>
          <p:nvPr/>
        </p:nvSpPr>
        <p:spPr>
          <a:xfrm>
            <a:off x="5873750" y="4152900"/>
            <a:ext cx="1162050" cy="3429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8" name="矩形: 圆角 217">
            <a:extLst>
              <a:ext uri="{FF2B5EF4-FFF2-40B4-BE49-F238E27FC236}">
                <a16:creationId xmlns:a16="http://schemas.microsoft.com/office/drawing/2014/main" id="{2BE59E9D-28CE-43BE-F1C2-0903A0BDBCDD}"/>
              </a:ext>
            </a:extLst>
          </p:cNvPr>
          <p:cNvSpPr/>
          <p:nvPr/>
        </p:nvSpPr>
        <p:spPr>
          <a:xfrm>
            <a:off x="635000" y="1758950"/>
            <a:ext cx="3498850" cy="11366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1" name="矩形: 圆角 220">
            <a:extLst>
              <a:ext uri="{FF2B5EF4-FFF2-40B4-BE49-F238E27FC236}">
                <a16:creationId xmlns:a16="http://schemas.microsoft.com/office/drawing/2014/main" id="{C7C49597-9600-D93F-910B-28715C13DA36}"/>
              </a:ext>
            </a:extLst>
          </p:cNvPr>
          <p:cNvSpPr/>
          <p:nvPr/>
        </p:nvSpPr>
        <p:spPr>
          <a:xfrm>
            <a:off x="4083050" y="2019300"/>
            <a:ext cx="114300" cy="615950"/>
          </a:xfrm>
          <a:prstGeom prst="roundRect">
            <a:avLst/>
          </a:prstGeom>
          <a:solidFill>
            <a:schemeClr val="accent1">
              <a:lumMod val="100000"/>
            </a:schemeClr>
          </a:solidFill>
          <a:ln w="6350" cap="flat">
            <a:noFill/>
            <a:prstDash val="solid"/>
            <a:miter/>
          </a:ln>
        </p:spPr>
        <p:txBody>
          <a:bodyPr rtlCol="0" anchor="ctr"/>
          <a:lstStyle/>
          <a:p>
            <a:endParaRPr lang="zh-CN" altLang="en-US"/>
          </a:p>
        </p:txBody>
      </p:sp>
      <p:grpSp>
        <p:nvGrpSpPr>
          <p:cNvPr id="254" name="组合 253">
            <a:extLst>
              <a:ext uri="{FF2B5EF4-FFF2-40B4-BE49-F238E27FC236}">
                <a16:creationId xmlns:a16="http://schemas.microsoft.com/office/drawing/2014/main" id="{6D6304F6-1CAF-8BB5-F4C6-26301F68D4FB}"/>
              </a:ext>
            </a:extLst>
          </p:cNvPr>
          <p:cNvGrpSpPr/>
          <p:nvPr/>
        </p:nvGrpSpPr>
        <p:grpSpPr>
          <a:xfrm>
            <a:off x="3468166" y="1944560"/>
            <a:ext cx="322656" cy="359969"/>
            <a:chOff x="3468166" y="1944560"/>
            <a:chExt cx="322656" cy="359969"/>
          </a:xfrm>
          <a:solidFill>
            <a:schemeClr val="accent1"/>
          </a:solidFill>
        </p:grpSpPr>
        <p:sp>
          <p:nvSpPr>
            <p:cNvPr id="223" name="任意多边形: 形状 222">
              <a:extLst>
                <a:ext uri="{FF2B5EF4-FFF2-40B4-BE49-F238E27FC236}">
                  <a16:creationId xmlns:a16="http://schemas.microsoft.com/office/drawing/2014/main" id="{15E67ACE-4F40-7B6C-99A5-DC849EE30116}"/>
                </a:ext>
              </a:extLst>
            </p:cNvPr>
            <p:cNvSpPr/>
            <p:nvPr/>
          </p:nvSpPr>
          <p:spPr>
            <a:xfrm>
              <a:off x="3486277" y="1961616"/>
              <a:ext cx="286658" cy="331012"/>
            </a:xfrm>
            <a:custGeom>
              <a:avLst/>
              <a:gdLst>
                <a:gd name="connsiteX0" fmla="*/ 143326 w 286658"/>
                <a:gd name="connsiteY0" fmla="*/ 331013 h 331012"/>
                <a:gd name="connsiteX1" fmla="*/ 0 w 286658"/>
                <a:gd name="connsiteY1" fmla="*/ 248260 h 331012"/>
                <a:gd name="connsiteX2" fmla="*/ 0 w 286658"/>
                <a:gd name="connsiteY2" fmla="*/ 82753 h 331012"/>
                <a:gd name="connsiteX3" fmla="*/ 143326 w 286658"/>
                <a:gd name="connsiteY3" fmla="*/ 0 h 331012"/>
                <a:gd name="connsiteX4" fmla="*/ 286658 w 286658"/>
                <a:gd name="connsiteY4" fmla="*/ 82753 h 331012"/>
                <a:gd name="connsiteX5" fmla="*/ 286658 w 286658"/>
                <a:gd name="connsiteY5" fmla="*/ 248260 h 331012"/>
                <a:gd name="connsiteX6" fmla="*/ 143326 w 286658"/>
                <a:gd name="connsiteY6" fmla="*/ 331013 h 331012"/>
                <a:gd name="connsiteX7" fmla="*/ 11906 w 286658"/>
                <a:gd name="connsiteY7" fmla="*/ 241383 h 331012"/>
                <a:gd name="connsiteX8" fmla="*/ 143326 w 286658"/>
                <a:gd name="connsiteY8" fmla="*/ 317265 h 331012"/>
                <a:gd name="connsiteX9" fmla="*/ 274752 w 286658"/>
                <a:gd name="connsiteY9" fmla="*/ 241383 h 331012"/>
                <a:gd name="connsiteX10" fmla="*/ 274752 w 286658"/>
                <a:gd name="connsiteY10" fmla="*/ 89624 h 331012"/>
                <a:gd name="connsiteX11" fmla="*/ 143326 w 286658"/>
                <a:gd name="connsiteY11" fmla="*/ 13748 h 331012"/>
                <a:gd name="connsiteX12" fmla="*/ 11906 w 286658"/>
                <a:gd name="connsiteY12" fmla="*/ 89624 h 331012"/>
                <a:gd name="connsiteX13" fmla="*/ 11906 w 286658"/>
                <a:gd name="connsiteY13" fmla="*/ 241383 h 33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6658" h="331012">
                  <a:moveTo>
                    <a:pt x="143326" y="331013"/>
                  </a:moveTo>
                  <a:lnTo>
                    <a:pt x="0" y="248260"/>
                  </a:lnTo>
                  <a:lnTo>
                    <a:pt x="0" y="82753"/>
                  </a:lnTo>
                  <a:lnTo>
                    <a:pt x="143326" y="0"/>
                  </a:lnTo>
                  <a:lnTo>
                    <a:pt x="286658" y="82753"/>
                  </a:lnTo>
                  <a:lnTo>
                    <a:pt x="286658" y="248260"/>
                  </a:lnTo>
                  <a:lnTo>
                    <a:pt x="143326" y="331013"/>
                  </a:lnTo>
                  <a:close/>
                  <a:moveTo>
                    <a:pt x="11906" y="241383"/>
                  </a:moveTo>
                  <a:lnTo>
                    <a:pt x="143326" y="317265"/>
                  </a:lnTo>
                  <a:lnTo>
                    <a:pt x="274752" y="241383"/>
                  </a:lnTo>
                  <a:lnTo>
                    <a:pt x="274752" y="89624"/>
                  </a:lnTo>
                  <a:lnTo>
                    <a:pt x="143326" y="13748"/>
                  </a:lnTo>
                  <a:lnTo>
                    <a:pt x="11906" y="89624"/>
                  </a:lnTo>
                  <a:lnTo>
                    <a:pt x="11906" y="241383"/>
                  </a:lnTo>
                  <a:close/>
                </a:path>
              </a:pathLst>
            </a:custGeom>
            <a:grpFill/>
            <a:ln w="6350" cap="flat">
              <a:noFill/>
              <a:prstDash val="solid"/>
              <a:miter/>
            </a:ln>
          </p:spPr>
          <p:txBody>
            <a:bodyPr rtlCol="0" anchor="ctr"/>
            <a:lstStyle/>
            <a:p>
              <a:endParaRPr lang="zh-CN" altLang="en-US"/>
            </a:p>
          </p:txBody>
        </p:sp>
        <p:sp>
          <p:nvSpPr>
            <p:cNvPr id="224" name="任意多边形: 形状 223">
              <a:extLst>
                <a:ext uri="{FF2B5EF4-FFF2-40B4-BE49-F238E27FC236}">
                  <a16:creationId xmlns:a16="http://schemas.microsoft.com/office/drawing/2014/main" id="{1C4050F4-BA0D-BEEE-C203-288692DF8AF2}"/>
                </a:ext>
              </a:extLst>
            </p:cNvPr>
            <p:cNvSpPr/>
            <p:nvPr/>
          </p:nvSpPr>
          <p:spPr>
            <a:xfrm>
              <a:off x="3489248" y="2122747"/>
              <a:ext cx="280714" cy="91344"/>
            </a:xfrm>
            <a:custGeom>
              <a:avLst/>
              <a:gdLst>
                <a:gd name="connsiteX0" fmla="*/ 274765 w 280714"/>
                <a:gd name="connsiteY0" fmla="*/ 91345 h 91344"/>
                <a:gd name="connsiteX1" fmla="*/ 140354 w 280714"/>
                <a:gd name="connsiteY1" fmla="*/ 13748 h 91344"/>
                <a:gd name="connsiteX2" fmla="*/ 5957 w 280714"/>
                <a:gd name="connsiteY2" fmla="*/ 91345 h 91344"/>
                <a:gd name="connsiteX3" fmla="*/ 0 w 280714"/>
                <a:gd name="connsiteY3" fmla="*/ 81032 h 91344"/>
                <a:gd name="connsiteX4" fmla="*/ 140354 w 280714"/>
                <a:gd name="connsiteY4" fmla="*/ 0 h 91344"/>
                <a:gd name="connsiteX5" fmla="*/ 280715 w 280714"/>
                <a:gd name="connsiteY5" fmla="*/ 81032 h 91344"/>
                <a:gd name="connsiteX6" fmla="*/ 274765 w 280714"/>
                <a:gd name="connsiteY6"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714" h="91344">
                  <a:moveTo>
                    <a:pt x="274765" y="91345"/>
                  </a:moveTo>
                  <a:lnTo>
                    <a:pt x="140354" y="13748"/>
                  </a:lnTo>
                  <a:lnTo>
                    <a:pt x="5957" y="91345"/>
                  </a:lnTo>
                  <a:lnTo>
                    <a:pt x="0" y="81032"/>
                  </a:lnTo>
                  <a:lnTo>
                    <a:pt x="140354" y="0"/>
                  </a:lnTo>
                  <a:lnTo>
                    <a:pt x="280715" y="81032"/>
                  </a:lnTo>
                  <a:lnTo>
                    <a:pt x="274765" y="91345"/>
                  </a:lnTo>
                  <a:close/>
                </a:path>
              </a:pathLst>
            </a:custGeom>
            <a:grpFill/>
            <a:ln w="6350" cap="flat">
              <a:noFill/>
              <a:prstDash val="solid"/>
              <a:miter/>
            </a:ln>
          </p:spPr>
          <p:txBody>
            <a:bodyPr rtlCol="0" anchor="ctr"/>
            <a:lstStyle/>
            <a:p>
              <a:endParaRPr lang="zh-CN" altLang="en-US"/>
            </a:p>
          </p:txBody>
        </p:sp>
        <p:sp>
          <p:nvSpPr>
            <p:cNvPr id="225" name="任意多边形: 形状 224">
              <a:extLst>
                <a:ext uri="{FF2B5EF4-FFF2-40B4-BE49-F238E27FC236}">
                  <a16:creationId xmlns:a16="http://schemas.microsoft.com/office/drawing/2014/main" id="{B00DA2CE-434B-1B40-B6A5-CD139F3A528F}"/>
                </a:ext>
              </a:extLst>
            </p:cNvPr>
            <p:cNvSpPr/>
            <p:nvPr/>
          </p:nvSpPr>
          <p:spPr>
            <a:xfrm>
              <a:off x="3489248" y="2040331"/>
              <a:ext cx="280714" cy="91351"/>
            </a:xfrm>
            <a:custGeom>
              <a:avLst/>
              <a:gdLst>
                <a:gd name="connsiteX0" fmla="*/ 140354 w 280714"/>
                <a:gd name="connsiteY0" fmla="*/ 91351 h 91351"/>
                <a:gd name="connsiteX1" fmla="*/ 0 w 280714"/>
                <a:gd name="connsiteY1" fmla="*/ 10312 h 91351"/>
                <a:gd name="connsiteX2" fmla="*/ 5957 w 280714"/>
                <a:gd name="connsiteY2" fmla="*/ 0 h 91351"/>
                <a:gd name="connsiteX3" fmla="*/ 140354 w 280714"/>
                <a:gd name="connsiteY3" fmla="*/ 77603 h 91351"/>
                <a:gd name="connsiteX4" fmla="*/ 274765 w 280714"/>
                <a:gd name="connsiteY4" fmla="*/ 0 h 91351"/>
                <a:gd name="connsiteX5" fmla="*/ 280715 w 280714"/>
                <a:gd name="connsiteY5" fmla="*/ 10312 h 91351"/>
                <a:gd name="connsiteX6" fmla="*/ 140354 w 280714"/>
                <a:gd name="connsiteY6" fmla="*/ 91351 h 9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714" h="91351">
                  <a:moveTo>
                    <a:pt x="140354" y="91351"/>
                  </a:moveTo>
                  <a:lnTo>
                    <a:pt x="0" y="10312"/>
                  </a:lnTo>
                  <a:lnTo>
                    <a:pt x="5957" y="0"/>
                  </a:lnTo>
                  <a:lnTo>
                    <a:pt x="140354" y="77603"/>
                  </a:lnTo>
                  <a:lnTo>
                    <a:pt x="274765" y="0"/>
                  </a:lnTo>
                  <a:lnTo>
                    <a:pt x="280715" y="10312"/>
                  </a:lnTo>
                  <a:lnTo>
                    <a:pt x="140354" y="91351"/>
                  </a:lnTo>
                  <a:close/>
                </a:path>
              </a:pathLst>
            </a:custGeom>
            <a:grpFill/>
            <a:ln w="6350" cap="flat">
              <a:noFill/>
              <a:prstDash val="solid"/>
              <a:miter/>
            </a:ln>
          </p:spPr>
          <p:txBody>
            <a:bodyPr rtlCol="0" anchor="ctr"/>
            <a:lstStyle/>
            <a:p>
              <a:endParaRPr lang="zh-CN" altLang="en-US"/>
            </a:p>
          </p:txBody>
        </p:sp>
        <p:sp>
          <p:nvSpPr>
            <p:cNvPr id="226" name="任意多边形: 形状 225">
              <a:extLst>
                <a:ext uri="{FF2B5EF4-FFF2-40B4-BE49-F238E27FC236}">
                  <a16:creationId xmlns:a16="http://schemas.microsoft.com/office/drawing/2014/main" id="{289B3561-2DA6-5E2C-2EF8-346E41B15131}"/>
                </a:ext>
              </a:extLst>
            </p:cNvPr>
            <p:cNvSpPr/>
            <p:nvPr/>
          </p:nvSpPr>
          <p:spPr>
            <a:xfrm>
              <a:off x="3623646" y="1968500"/>
              <a:ext cx="11906" cy="321564"/>
            </a:xfrm>
            <a:custGeom>
              <a:avLst/>
              <a:gdLst>
                <a:gd name="connsiteX0" fmla="*/ 0 w 11906"/>
                <a:gd name="connsiteY0" fmla="*/ 0 h 321564"/>
                <a:gd name="connsiteX1" fmla="*/ 11906 w 11906"/>
                <a:gd name="connsiteY1" fmla="*/ 0 h 321564"/>
                <a:gd name="connsiteX2" fmla="*/ 11906 w 11906"/>
                <a:gd name="connsiteY2" fmla="*/ 321564 h 321564"/>
                <a:gd name="connsiteX3" fmla="*/ 0 w 11906"/>
                <a:gd name="connsiteY3" fmla="*/ 321564 h 321564"/>
                <a:gd name="connsiteX4" fmla="*/ 0 w 11906"/>
                <a:gd name="connsiteY4" fmla="*/ 0 h 32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6" h="321564">
                  <a:moveTo>
                    <a:pt x="0" y="0"/>
                  </a:moveTo>
                  <a:lnTo>
                    <a:pt x="11906" y="0"/>
                  </a:lnTo>
                  <a:lnTo>
                    <a:pt x="11906" y="321564"/>
                  </a:lnTo>
                  <a:lnTo>
                    <a:pt x="0" y="321564"/>
                  </a:lnTo>
                  <a:lnTo>
                    <a:pt x="0" y="0"/>
                  </a:lnTo>
                  <a:close/>
                </a:path>
              </a:pathLst>
            </a:custGeom>
            <a:grpFill/>
            <a:ln w="6350" cap="flat">
              <a:noFill/>
              <a:prstDash val="solid"/>
              <a:miter/>
            </a:ln>
          </p:spPr>
          <p:txBody>
            <a:bodyPr rtlCol="0" anchor="ctr"/>
            <a:lstStyle/>
            <a:p>
              <a:endParaRPr lang="zh-CN" altLang="en-US"/>
            </a:p>
          </p:txBody>
        </p:sp>
        <p:sp>
          <p:nvSpPr>
            <p:cNvPr id="228" name="任意多边形: 形状 227">
              <a:extLst>
                <a:ext uri="{FF2B5EF4-FFF2-40B4-BE49-F238E27FC236}">
                  <a16:creationId xmlns:a16="http://schemas.microsoft.com/office/drawing/2014/main" id="{FCC16C36-4E8F-E03D-1DE4-D41DB5F2B727}"/>
                </a:ext>
              </a:extLst>
            </p:cNvPr>
            <p:cNvSpPr/>
            <p:nvPr/>
          </p:nvSpPr>
          <p:spPr>
            <a:xfrm>
              <a:off x="3606101" y="1944560"/>
              <a:ext cx="47625" cy="47625"/>
            </a:xfrm>
            <a:custGeom>
              <a:avLst/>
              <a:gdLst>
                <a:gd name="connsiteX0" fmla="*/ 0 w 47625"/>
                <a:gd name="connsiteY0" fmla="*/ 23813 h 47625"/>
                <a:gd name="connsiteX1" fmla="*/ 1810 w 47625"/>
                <a:gd name="connsiteY1" fmla="*/ 32931 h 47625"/>
                <a:gd name="connsiteX2" fmla="*/ 6972 w 47625"/>
                <a:gd name="connsiteY2" fmla="*/ 40653 h 47625"/>
                <a:gd name="connsiteX3" fmla="*/ 14700 w 47625"/>
                <a:gd name="connsiteY3" fmla="*/ 45815 h 47625"/>
                <a:gd name="connsiteX4" fmla="*/ 23813 w 47625"/>
                <a:gd name="connsiteY4" fmla="*/ 47625 h 47625"/>
                <a:gd name="connsiteX5" fmla="*/ 32925 w 47625"/>
                <a:gd name="connsiteY5" fmla="*/ 45815 h 47625"/>
                <a:gd name="connsiteX6" fmla="*/ 40646 w 47625"/>
                <a:gd name="connsiteY6" fmla="*/ 40653 h 47625"/>
                <a:gd name="connsiteX7" fmla="*/ 45809 w 47625"/>
                <a:gd name="connsiteY7" fmla="*/ 32931 h 47625"/>
                <a:gd name="connsiteX8" fmla="*/ 47625 w 47625"/>
                <a:gd name="connsiteY8" fmla="*/ 23813 h 47625"/>
                <a:gd name="connsiteX9" fmla="*/ 45809 w 47625"/>
                <a:gd name="connsiteY9" fmla="*/ 14700 h 47625"/>
                <a:gd name="connsiteX10" fmla="*/ 40646 w 47625"/>
                <a:gd name="connsiteY10" fmla="*/ 6979 h 47625"/>
                <a:gd name="connsiteX11" fmla="*/ 32925 w 47625"/>
                <a:gd name="connsiteY11" fmla="*/ 1816 h 47625"/>
                <a:gd name="connsiteX12" fmla="*/ 23813 w 47625"/>
                <a:gd name="connsiteY12" fmla="*/ 0 h 47625"/>
                <a:gd name="connsiteX13" fmla="*/ 14700 w 47625"/>
                <a:gd name="connsiteY13" fmla="*/ 1816 h 47625"/>
                <a:gd name="connsiteX14" fmla="*/ 6972 w 47625"/>
                <a:gd name="connsiteY14" fmla="*/ 6979 h 47625"/>
                <a:gd name="connsiteX15" fmla="*/ 1810 w 47625"/>
                <a:gd name="connsiteY15" fmla="*/ 14700 h 47625"/>
                <a:gd name="connsiteX16" fmla="*/ 0 w 47625"/>
                <a:gd name="connsiteY16" fmla="*/ 23813 h 47625"/>
                <a:gd name="connsiteX17" fmla="*/ 0 w 47625"/>
                <a:gd name="connsiteY17"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0" y="23813"/>
                  </a:moveTo>
                  <a:cubicBezTo>
                    <a:pt x="0" y="26943"/>
                    <a:pt x="616" y="30042"/>
                    <a:pt x="1810" y="32931"/>
                  </a:cubicBezTo>
                  <a:cubicBezTo>
                    <a:pt x="3010" y="35820"/>
                    <a:pt x="4763" y="38443"/>
                    <a:pt x="6972" y="40653"/>
                  </a:cubicBezTo>
                  <a:cubicBezTo>
                    <a:pt x="9182" y="42863"/>
                    <a:pt x="11811" y="44621"/>
                    <a:pt x="14700" y="45815"/>
                  </a:cubicBezTo>
                  <a:cubicBezTo>
                    <a:pt x="17589" y="47009"/>
                    <a:pt x="20682" y="47625"/>
                    <a:pt x="23813" y="47625"/>
                  </a:cubicBezTo>
                  <a:cubicBezTo>
                    <a:pt x="26937" y="47625"/>
                    <a:pt x="30035" y="47009"/>
                    <a:pt x="32925" y="45815"/>
                  </a:cubicBezTo>
                  <a:cubicBezTo>
                    <a:pt x="35814" y="44621"/>
                    <a:pt x="38436" y="42863"/>
                    <a:pt x="40646" y="40653"/>
                  </a:cubicBezTo>
                  <a:cubicBezTo>
                    <a:pt x="42863" y="38443"/>
                    <a:pt x="44615" y="35820"/>
                    <a:pt x="45809" y="32931"/>
                  </a:cubicBezTo>
                  <a:cubicBezTo>
                    <a:pt x="47009" y="30042"/>
                    <a:pt x="47625" y="26943"/>
                    <a:pt x="47625" y="23813"/>
                  </a:cubicBezTo>
                  <a:cubicBezTo>
                    <a:pt x="47625" y="20688"/>
                    <a:pt x="47009" y="17589"/>
                    <a:pt x="45809" y="14700"/>
                  </a:cubicBezTo>
                  <a:cubicBezTo>
                    <a:pt x="44615" y="11811"/>
                    <a:pt x="42863" y="9188"/>
                    <a:pt x="40646" y="6979"/>
                  </a:cubicBezTo>
                  <a:cubicBezTo>
                    <a:pt x="38436" y="4769"/>
                    <a:pt x="35814" y="3010"/>
                    <a:pt x="32925" y="1816"/>
                  </a:cubicBezTo>
                  <a:cubicBezTo>
                    <a:pt x="30035" y="616"/>
                    <a:pt x="26937" y="0"/>
                    <a:pt x="23813" y="0"/>
                  </a:cubicBezTo>
                  <a:cubicBezTo>
                    <a:pt x="20682" y="0"/>
                    <a:pt x="17589" y="616"/>
                    <a:pt x="14700" y="1816"/>
                  </a:cubicBezTo>
                  <a:cubicBezTo>
                    <a:pt x="11811" y="3010"/>
                    <a:pt x="9182" y="4769"/>
                    <a:pt x="6972" y="6979"/>
                  </a:cubicBezTo>
                  <a:cubicBezTo>
                    <a:pt x="4763" y="9188"/>
                    <a:pt x="3010" y="11811"/>
                    <a:pt x="1810" y="14700"/>
                  </a:cubicBezTo>
                  <a:cubicBezTo>
                    <a:pt x="616" y="17589"/>
                    <a:pt x="0" y="20688"/>
                    <a:pt x="0" y="23813"/>
                  </a:cubicBezTo>
                  <a:lnTo>
                    <a:pt x="0" y="23813"/>
                  </a:lnTo>
                  <a:close/>
                </a:path>
              </a:pathLst>
            </a:custGeom>
            <a:grpFill/>
            <a:ln w="6350" cap="flat">
              <a:noFill/>
              <a:prstDash val="solid"/>
              <a:miter/>
            </a:ln>
          </p:spPr>
          <p:txBody>
            <a:bodyPr rtlCol="0" anchor="ctr"/>
            <a:lstStyle/>
            <a:p>
              <a:endParaRPr lang="zh-CN" altLang="en-US"/>
            </a:p>
          </p:txBody>
        </p:sp>
        <p:sp>
          <p:nvSpPr>
            <p:cNvPr id="230" name="任意多边形: 形状 229">
              <a:extLst>
                <a:ext uri="{FF2B5EF4-FFF2-40B4-BE49-F238E27FC236}">
                  <a16:creationId xmlns:a16="http://schemas.microsoft.com/office/drawing/2014/main" id="{A26E76BB-206D-A3F0-E8A0-E31898511CAC}"/>
                </a:ext>
              </a:extLst>
            </p:cNvPr>
            <p:cNvSpPr/>
            <p:nvPr/>
          </p:nvSpPr>
          <p:spPr>
            <a:xfrm>
              <a:off x="3468166" y="2020703"/>
              <a:ext cx="47625" cy="47625"/>
            </a:xfrm>
            <a:custGeom>
              <a:avLst/>
              <a:gdLst>
                <a:gd name="connsiteX0" fmla="*/ 0 w 47625"/>
                <a:gd name="connsiteY0" fmla="*/ 23813 h 47625"/>
                <a:gd name="connsiteX1" fmla="*/ 1810 w 47625"/>
                <a:gd name="connsiteY1" fmla="*/ 32925 h 47625"/>
                <a:gd name="connsiteX2" fmla="*/ 6972 w 47625"/>
                <a:gd name="connsiteY2" fmla="*/ 40646 h 47625"/>
                <a:gd name="connsiteX3" fmla="*/ 14700 w 47625"/>
                <a:gd name="connsiteY3" fmla="*/ 45809 h 47625"/>
                <a:gd name="connsiteX4" fmla="*/ 23813 w 47625"/>
                <a:gd name="connsiteY4" fmla="*/ 47625 h 47625"/>
                <a:gd name="connsiteX5" fmla="*/ 32925 w 47625"/>
                <a:gd name="connsiteY5" fmla="*/ 45809 h 47625"/>
                <a:gd name="connsiteX6" fmla="*/ 40653 w 47625"/>
                <a:gd name="connsiteY6" fmla="*/ 40646 h 47625"/>
                <a:gd name="connsiteX7" fmla="*/ 45815 w 47625"/>
                <a:gd name="connsiteY7" fmla="*/ 32925 h 47625"/>
                <a:gd name="connsiteX8" fmla="*/ 47625 w 47625"/>
                <a:gd name="connsiteY8" fmla="*/ 23813 h 47625"/>
                <a:gd name="connsiteX9" fmla="*/ 45815 w 47625"/>
                <a:gd name="connsiteY9" fmla="*/ 14700 h 47625"/>
                <a:gd name="connsiteX10" fmla="*/ 40653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 name="connsiteX17" fmla="*/ 0 w 47625"/>
                <a:gd name="connsiteY17"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0" y="23813"/>
                  </a:moveTo>
                  <a:cubicBezTo>
                    <a:pt x="0" y="26937"/>
                    <a:pt x="616" y="30035"/>
                    <a:pt x="1810" y="32925"/>
                  </a:cubicBezTo>
                  <a:cubicBezTo>
                    <a:pt x="3010" y="35814"/>
                    <a:pt x="4763" y="38436"/>
                    <a:pt x="6972" y="40646"/>
                  </a:cubicBezTo>
                  <a:cubicBezTo>
                    <a:pt x="9188" y="42863"/>
                    <a:pt x="11811" y="44615"/>
                    <a:pt x="14700" y="45809"/>
                  </a:cubicBezTo>
                  <a:cubicBezTo>
                    <a:pt x="17589" y="47009"/>
                    <a:pt x="20688" y="47625"/>
                    <a:pt x="23813" y="47625"/>
                  </a:cubicBezTo>
                  <a:cubicBezTo>
                    <a:pt x="26936" y="47625"/>
                    <a:pt x="30035" y="47009"/>
                    <a:pt x="32925" y="45809"/>
                  </a:cubicBezTo>
                  <a:cubicBezTo>
                    <a:pt x="35814" y="44615"/>
                    <a:pt x="38436" y="42863"/>
                    <a:pt x="40653" y="40646"/>
                  </a:cubicBezTo>
                  <a:cubicBezTo>
                    <a:pt x="42863" y="38436"/>
                    <a:pt x="44615" y="35814"/>
                    <a:pt x="45815" y="32925"/>
                  </a:cubicBezTo>
                  <a:cubicBezTo>
                    <a:pt x="47009" y="30035"/>
                    <a:pt x="47625" y="26937"/>
                    <a:pt x="47625" y="23813"/>
                  </a:cubicBezTo>
                  <a:cubicBezTo>
                    <a:pt x="47625" y="20682"/>
                    <a:pt x="47009" y="17589"/>
                    <a:pt x="45815" y="14700"/>
                  </a:cubicBezTo>
                  <a:cubicBezTo>
                    <a:pt x="44615" y="11811"/>
                    <a:pt x="42863" y="9182"/>
                    <a:pt x="40653" y="6972"/>
                  </a:cubicBezTo>
                  <a:cubicBezTo>
                    <a:pt x="38436" y="4763"/>
                    <a:pt x="35814" y="3010"/>
                    <a:pt x="32925" y="1810"/>
                  </a:cubicBezTo>
                  <a:cubicBezTo>
                    <a:pt x="30035" y="616"/>
                    <a:pt x="26936" y="0"/>
                    <a:pt x="23813" y="0"/>
                  </a:cubicBezTo>
                  <a:cubicBezTo>
                    <a:pt x="20688" y="0"/>
                    <a:pt x="17589" y="616"/>
                    <a:pt x="14700" y="1810"/>
                  </a:cubicBezTo>
                  <a:cubicBezTo>
                    <a:pt x="11811" y="3010"/>
                    <a:pt x="9188" y="4763"/>
                    <a:pt x="6972" y="6972"/>
                  </a:cubicBezTo>
                  <a:cubicBezTo>
                    <a:pt x="4763" y="9182"/>
                    <a:pt x="3010" y="11811"/>
                    <a:pt x="1810" y="14700"/>
                  </a:cubicBezTo>
                  <a:cubicBezTo>
                    <a:pt x="616" y="17589"/>
                    <a:pt x="0" y="20682"/>
                    <a:pt x="0" y="23813"/>
                  </a:cubicBezTo>
                  <a:lnTo>
                    <a:pt x="0" y="23813"/>
                  </a:lnTo>
                  <a:close/>
                </a:path>
              </a:pathLst>
            </a:custGeom>
            <a:grpFill/>
            <a:ln w="6350" cap="flat">
              <a:noFill/>
              <a:prstDash val="solid"/>
              <a:miter/>
            </a:ln>
          </p:spPr>
          <p:txBody>
            <a:bodyPr rtlCol="0" anchor="ctr"/>
            <a:lstStyle/>
            <a:p>
              <a:endParaRPr lang="zh-CN" altLang="en-US"/>
            </a:p>
          </p:txBody>
        </p:sp>
        <p:sp>
          <p:nvSpPr>
            <p:cNvPr id="231" name="任意多边形: 形状 230">
              <a:extLst>
                <a:ext uri="{FF2B5EF4-FFF2-40B4-BE49-F238E27FC236}">
                  <a16:creationId xmlns:a16="http://schemas.microsoft.com/office/drawing/2014/main" id="{20D3FCAA-C088-5CFF-93BE-9B70829D92F8}"/>
                </a:ext>
              </a:extLst>
            </p:cNvPr>
            <p:cNvSpPr/>
            <p:nvPr/>
          </p:nvSpPr>
          <p:spPr>
            <a:xfrm>
              <a:off x="3606101" y="2099741"/>
              <a:ext cx="47625" cy="47625"/>
            </a:xfrm>
            <a:custGeom>
              <a:avLst/>
              <a:gdLst>
                <a:gd name="connsiteX0" fmla="*/ 0 w 47625"/>
                <a:gd name="connsiteY0" fmla="*/ 23813 h 47625"/>
                <a:gd name="connsiteX1" fmla="*/ 1810 w 47625"/>
                <a:gd name="connsiteY1" fmla="*/ 32925 h 47625"/>
                <a:gd name="connsiteX2" fmla="*/ 6972 w 47625"/>
                <a:gd name="connsiteY2" fmla="*/ 40653 h 47625"/>
                <a:gd name="connsiteX3" fmla="*/ 14700 w 47625"/>
                <a:gd name="connsiteY3" fmla="*/ 45815 h 47625"/>
                <a:gd name="connsiteX4" fmla="*/ 23813 w 47625"/>
                <a:gd name="connsiteY4" fmla="*/ 47625 h 47625"/>
                <a:gd name="connsiteX5" fmla="*/ 32925 w 47625"/>
                <a:gd name="connsiteY5" fmla="*/ 45815 h 47625"/>
                <a:gd name="connsiteX6" fmla="*/ 40646 w 47625"/>
                <a:gd name="connsiteY6" fmla="*/ 40653 h 47625"/>
                <a:gd name="connsiteX7" fmla="*/ 45809 w 47625"/>
                <a:gd name="connsiteY7" fmla="*/ 32925 h 47625"/>
                <a:gd name="connsiteX8" fmla="*/ 47625 w 47625"/>
                <a:gd name="connsiteY8" fmla="*/ 23813 h 47625"/>
                <a:gd name="connsiteX9" fmla="*/ 45809 w 47625"/>
                <a:gd name="connsiteY9" fmla="*/ 14700 h 47625"/>
                <a:gd name="connsiteX10" fmla="*/ 40646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625" h="47625">
                  <a:moveTo>
                    <a:pt x="0" y="23813"/>
                  </a:moveTo>
                  <a:cubicBezTo>
                    <a:pt x="0" y="26937"/>
                    <a:pt x="616" y="30036"/>
                    <a:pt x="1810" y="32925"/>
                  </a:cubicBezTo>
                  <a:cubicBezTo>
                    <a:pt x="3010" y="35814"/>
                    <a:pt x="4763" y="38437"/>
                    <a:pt x="6972" y="40653"/>
                  </a:cubicBezTo>
                  <a:cubicBezTo>
                    <a:pt x="9182" y="42863"/>
                    <a:pt x="11811" y="44615"/>
                    <a:pt x="14700" y="45815"/>
                  </a:cubicBezTo>
                  <a:cubicBezTo>
                    <a:pt x="17589" y="47009"/>
                    <a:pt x="20682" y="47625"/>
                    <a:pt x="23813" y="47625"/>
                  </a:cubicBezTo>
                  <a:cubicBezTo>
                    <a:pt x="26937" y="47625"/>
                    <a:pt x="30035" y="47009"/>
                    <a:pt x="32925" y="45815"/>
                  </a:cubicBezTo>
                  <a:cubicBezTo>
                    <a:pt x="35814" y="44615"/>
                    <a:pt x="38436" y="42863"/>
                    <a:pt x="40646" y="40653"/>
                  </a:cubicBezTo>
                  <a:cubicBezTo>
                    <a:pt x="42863" y="38437"/>
                    <a:pt x="44615" y="35814"/>
                    <a:pt x="45809" y="32925"/>
                  </a:cubicBezTo>
                  <a:cubicBezTo>
                    <a:pt x="47009" y="30036"/>
                    <a:pt x="47625" y="26937"/>
                    <a:pt x="47625" y="23813"/>
                  </a:cubicBezTo>
                  <a:cubicBezTo>
                    <a:pt x="47625" y="20688"/>
                    <a:pt x="47009" y="17589"/>
                    <a:pt x="45809" y="14700"/>
                  </a:cubicBezTo>
                  <a:cubicBezTo>
                    <a:pt x="44615" y="11811"/>
                    <a:pt x="42863" y="9188"/>
                    <a:pt x="40646" y="6972"/>
                  </a:cubicBezTo>
                  <a:cubicBezTo>
                    <a:pt x="38436" y="4763"/>
                    <a:pt x="35814" y="3010"/>
                    <a:pt x="32925" y="1810"/>
                  </a:cubicBezTo>
                  <a:cubicBezTo>
                    <a:pt x="30035" y="616"/>
                    <a:pt x="26937" y="0"/>
                    <a:pt x="23813" y="0"/>
                  </a:cubicBezTo>
                  <a:cubicBezTo>
                    <a:pt x="20682" y="0"/>
                    <a:pt x="17589" y="616"/>
                    <a:pt x="14700" y="1810"/>
                  </a:cubicBezTo>
                  <a:cubicBezTo>
                    <a:pt x="11811" y="3010"/>
                    <a:pt x="9182" y="4763"/>
                    <a:pt x="6972" y="6972"/>
                  </a:cubicBezTo>
                  <a:cubicBezTo>
                    <a:pt x="4763" y="9188"/>
                    <a:pt x="3010" y="11811"/>
                    <a:pt x="1810" y="14700"/>
                  </a:cubicBezTo>
                  <a:cubicBezTo>
                    <a:pt x="616" y="17589"/>
                    <a:pt x="0" y="20688"/>
                    <a:pt x="0" y="23813"/>
                  </a:cubicBezTo>
                  <a:close/>
                </a:path>
              </a:pathLst>
            </a:custGeom>
            <a:grpFill/>
            <a:ln w="6350" cap="flat">
              <a:noFill/>
              <a:prstDash val="solid"/>
              <a:miter/>
            </a:ln>
          </p:spPr>
          <p:txBody>
            <a:bodyPr rtlCol="0" anchor="ctr"/>
            <a:lstStyle/>
            <a:p>
              <a:endParaRPr lang="zh-CN" altLang="en-US"/>
            </a:p>
          </p:txBody>
        </p:sp>
        <p:sp>
          <p:nvSpPr>
            <p:cNvPr id="233" name="任意多边形: 形状 232">
              <a:extLst>
                <a:ext uri="{FF2B5EF4-FFF2-40B4-BE49-F238E27FC236}">
                  <a16:creationId xmlns:a16="http://schemas.microsoft.com/office/drawing/2014/main" id="{FBE26321-B008-100A-1391-BF0EF4572F95}"/>
                </a:ext>
              </a:extLst>
            </p:cNvPr>
            <p:cNvSpPr/>
            <p:nvPr/>
          </p:nvSpPr>
          <p:spPr>
            <a:xfrm>
              <a:off x="3606101" y="2256904"/>
              <a:ext cx="47625" cy="47625"/>
            </a:xfrm>
            <a:custGeom>
              <a:avLst/>
              <a:gdLst>
                <a:gd name="connsiteX0" fmla="*/ 0 w 47625"/>
                <a:gd name="connsiteY0" fmla="*/ 23813 h 47625"/>
                <a:gd name="connsiteX1" fmla="*/ 1810 w 47625"/>
                <a:gd name="connsiteY1" fmla="*/ 32925 h 47625"/>
                <a:gd name="connsiteX2" fmla="*/ 6972 w 47625"/>
                <a:gd name="connsiteY2" fmla="*/ 40653 h 47625"/>
                <a:gd name="connsiteX3" fmla="*/ 14700 w 47625"/>
                <a:gd name="connsiteY3" fmla="*/ 45815 h 47625"/>
                <a:gd name="connsiteX4" fmla="*/ 23813 w 47625"/>
                <a:gd name="connsiteY4" fmla="*/ 47625 h 47625"/>
                <a:gd name="connsiteX5" fmla="*/ 32925 w 47625"/>
                <a:gd name="connsiteY5" fmla="*/ 45815 h 47625"/>
                <a:gd name="connsiteX6" fmla="*/ 40646 w 47625"/>
                <a:gd name="connsiteY6" fmla="*/ 40653 h 47625"/>
                <a:gd name="connsiteX7" fmla="*/ 45809 w 47625"/>
                <a:gd name="connsiteY7" fmla="*/ 32925 h 47625"/>
                <a:gd name="connsiteX8" fmla="*/ 47625 w 47625"/>
                <a:gd name="connsiteY8" fmla="*/ 23813 h 47625"/>
                <a:gd name="connsiteX9" fmla="*/ 45809 w 47625"/>
                <a:gd name="connsiteY9" fmla="*/ 14700 h 47625"/>
                <a:gd name="connsiteX10" fmla="*/ 40646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625" h="47625">
                  <a:moveTo>
                    <a:pt x="0" y="23813"/>
                  </a:moveTo>
                  <a:cubicBezTo>
                    <a:pt x="0" y="26937"/>
                    <a:pt x="616" y="30036"/>
                    <a:pt x="1810" y="32925"/>
                  </a:cubicBezTo>
                  <a:cubicBezTo>
                    <a:pt x="3010" y="35814"/>
                    <a:pt x="4763" y="38437"/>
                    <a:pt x="6972" y="40653"/>
                  </a:cubicBezTo>
                  <a:cubicBezTo>
                    <a:pt x="9182" y="42863"/>
                    <a:pt x="11811" y="44615"/>
                    <a:pt x="14700" y="45815"/>
                  </a:cubicBezTo>
                  <a:cubicBezTo>
                    <a:pt x="17589" y="47009"/>
                    <a:pt x="20682" y="47625"/>
                    <a:pt x="23813" y="47625"/>
                  </a:cubicBezTo>
                  <a:cubicBezTo>
                    <a:pt x="26937" y="47625"/>
                    <a:pt x="30035" y="47009"/>
                    <a:pt x="32925" y="45815"/>
                  </a:cubicBezTo>
                  <a:cubicBezTo>
                    <a:pt x="35814" y="44615"/>
                    <a:pt x="38436" y="42863"/>
                    <a:pt x="40646" y="40653"/>
                  </a:cubicBezTo>
                  <a:cubicBezTo>
                    <a:pt x="42863" y="38437"/>
                    <a:pt x="44615" y="35814"/>
                    <a:pt x="45809" y="32925"/>
                  </a:cubicBezTo>
                  <a:cubicBezTo>
                    <a:pt x="47009" y="30036"/>
                    <a:pt x="47625" y="26937"/>
                    <a:pt x="47625" y="23813"/>
                  </a:cubicBezTo>
                  <a:cubicBezTo>
                    <a:pt x="47625" y="20688"/>
                    <a:pt x="47009" y="17589"/>
                    <a:pt x="45809" y="14700"/>
                  </a:cubicBezTo>
                  <a:cubicBezTo>
                    <a:pt x="44615" y="11811"/>
                    <a:pt x="42863" y="9188"/>
                    <a:pt x="40646" y="6972"/>
                  </a:cubicBezTo>
                  <a:cubicBezTo>
                    <a:pt x="38436" y="4763"/>
                    <a:pt x="35814" y="3010"/>
                    <a:pt x="32925" y="1810"/>
                  </a:cubicBezTo>
                  <a:cubicBezTo>
                    <a:pt x="30035" y="616"/>
                    <a:pt x="26937" y="0"/>
                    <a:pt x="23813" y="0"/>
                  </a:cubicBezTo>
                  <a:cubicBezTo>
                    <a:pt x="20682" y="0"/>
                    <a:pt x="17589" y="616"/>
                    <a:pt x="14700" y="1810"/>
                  </a:cubicBezTo>
                  <a:cubicBezTo>
                    <a:pt x="11811" y="3010"/>
                    <a:pt x="9182" y="4763"/>
                    <a:pt x="6972" y="6972"/>
                  </a:cubicBezTo>
                  <a:cubicBezTo>
                    <a:pt x="4763" y="9188"/>
                    <a:pt x="3010" y="11811"/>
                    <a:pt x="1810" y="14700"/>
                  </a:cubicBezTo>
                  <a:cubicBezTo>
                    <a:pt x="616" y="17589"/>
                    <a:pt x="0" y="20688"/>
                    <a:pt x="0" y="23813"/>
                  </a:cubicBezTo>
                  <a:close/>
                </a:path>
              </a:pathLst>
            </a:custGeom>
            <a:grpFill/>
            <a:ln w="6350" cap="flat">
              <a:noFill/>
              <a:prstDash val="solid"/>
              <a:miter/>
            </a:ln>
          </p:spPr>
          <p:txBody>
            <a:bodyPr rtlCol="0" anchor="ctr"/>
            <a:lstStyle/>
            <a:p>
              <a:endParaRPr lang="zh-CN" altLang="en-US"/>
            </a:p>
          </p:txBody>
        </p:sp>
        <p:sp>
          <p:nvSpPr>
            <p:cNvPr id="234" name="任意多边形: 形状 233">
              <a:extLst>
                <a:ext uri="{FF2B5EF4-FFF2-40B4-BE49-F238E27FC236}">
                  <a16:creationId xmlns:a16="http://schemas.microsoft.com/office/drawing/2014/main" id="{7C93E487-81CC-F942-004B-A375B41FFEC3}"/>
                </a:ext>
              </a:extLst>
            </p:cNvPr>
            <p:cNvSpPr/>
            <p:nvPr/>
          </p:nvSpPr>
          <p:spPr>
            <a:xfrm>
              <a:off x="3468166" y="2179453"/>
              <a:ext cx="47625" cy="47625"/>
            </a:xfrm>
            <a:custGeom>
              <a:avLst/>
              <a:gdLst>
                <a:gd name="connsiteX0" fmla="*/ 0 w 47625"/>
                <a:gd name="connsiteY0" fmla="*/ 23813 h 47625"/>
                <a:gd name="connsiteX1" fmla="*/ 1810 w 47625"/>
                <a:gd name="connsiteY1" fmla="*/ 32925 h 47625"/>
                <a:gd name="connsiteX2" fmla="*/ 6972 w 47625"/>
                <a:gd name="connsiteY2" fmla="*/ 40646 h 47625"/>
                <a:gd name="connsiteX3" fmla="*/ 14700 w 47625"/>
                <a:gd name="connsiteY3" fmla="*/ 45809 h 47625"/>
                <a:gd name="connsiteX4" fmla="*/ 23813 w 47625"/>
                <a:gd name="connsiteY4" fmla="*/ 47625 h 47625"/>
                <a:gd name="connsiteX5" fmla="*/ 32925 w 47625"/>
                <a:gd name="connsiteY5" fmla="*/ 45809 h 47625"/>
                <a:gd name="connsiteX6" fmla="*/ 40653 w 47625"/>
                <a:gd name="connsiteY6" fmla="*/ 40646 h 47625"/>
                <a:gd name="connsiteX7" fmla="*/ 45815 w 47625"/>
                <a:gd name="connsiteY7" fmla="*/ 32925 h 47625"/>
                <a:gd name="connsiteX8" fmla="*/ 47625 w 47625"/>
                <a:gd name="connsiteY8" fmla="*/ 23813 h 47625"/>
                <a:gd name="connsiteX9" fmla="*/ 45815 w 47625"/>
                <a:gd name="connsiteY9" fmla="*/ 14700 h 47625"/>
                <a:gd name="connsiteX10" fmla="*/ 40653 w 47625"/>
                <a:gd name="connsiteY10" fmla="*/ 6972 h 47625"/>
                <a:gd name="connsiteX11" fmla="*/ 32925 w 47625"/>
                <a:gd name="connsiteY11" fmla="*/ 1810 h 47625"/>
                <a:gd name="connsiteX12" fmla="*/ 23813 w 47625"/>
                <a:gd name="connsiteY12" fmla="*/ 0 h 47625"/>
                <a:gd name="connsiteX13" fmla="*/ 14700 w 47625"/>
                <a:gd name="connsiteY13" fmla="*/ 1810 h 47625"/>
                <a:gd name="connsiteX14" fmla="*/ 6972 w 47625"/>
                <a:gd name="connsiteY14" fmla="*/ 6972 h 47625"/>
                <a:gd name="connsiteX15" fmla="*/ 1810 w 47625"/>
                <a:gd name="connsiteY15" fmla="*/ 14700 h 47625"/>
                <a:gd name="connsiteX16" fmla="*/ 0 w 47625"/>
                <a:gd name="connsiteY16"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625" h="47625">
                  <a:moveTo>
                    <a:pt x="0" y="23813"/>
                  </a:moveTo>
                  <a:cubicBezTo>
                    <a:pt x="0" y="26937"/>
                    <a:pt x="616" y="30035"/>
                    <a:pt x="1810" y="32925"/>
                  </a:cubicBezTo>
                  <a:cubicBezTo>
                    <a:pt x="3010" y="35814"/>
                    <a:pt x="4763" y="38436"/>
                    <a:pt x="6972" y="40646"/>
                  </a:cubicBezTo>
                  <a:cubicBezTo>
                    <a:pt x="9188" y="42863"/>
                    <a:pt x="11811" y="44615"/>
                    <a:pt x="14700" y="45809"/>
                  </a:cubicBezTo>
                  <a:cubicBezTo>
                    <a:pt x="17589" y="47009"/>
                    <a:pt x="20688" y="47625"/>
                    <a:pt x="23813" y="47625"/>
                  </a:cubicBezTo>
                  <a:cubicBezTo>
                    <a:pt x="26936" y="47625"/>
                    <a:pt x="30035" y="47009"/>
                    <a:pt x="32925" y="45809"/>
                  </a:cubicBezTo>
                  <a:cubicBezTo>
                    <a:pt x="35814" y="44615"/>
                    <a:pt x="38436" y="42863"/>
                    <a:pt x="40653" y="40646"/>
                  </a:cubicBezTo>
                  <a:cubicBezTo>
                    <a:pt x="42863" y="38436"/>
                    <a:pt x="44615" y="35814"/>
                    <a:pt x="45815" y="32925"/>
                  </a:cubicBezTo>
                  <a:cubicBezTo>
                    <a:pt x="47009" y="30035"/>
                    <a:pt x="47625" y="26937"/>
                    <a:pt x="47625" y="23813"/>
                  </a:cubicBezTo>
                  <a:cubicBezTo>
                    <a:pt x="47625" y="20682"/>
                    <a:pt x="47009" y="17589"/>
                    <a:pt x="45815" y="14700"/>
                  </a:cubicBezTo>
                  <a:cubicBezTo>
                    <a:pt x="44615" y="11811"/>
                    <a:pt x="42863" y="9182"/>
                    <a:pt x="40653" y="6972"/>
                  </a:cubicBezTo>
                  <a:cubicBezTo>
                    <a:pt x="38436" y="4763"/>
                    <a:pt x="35814" y="3010"/>
                    <a:pt x="32925" y="1810"/>
                  </a:cubicBezTo>
                  <a:cubicBezTo>
                    <a:pt x="30035" y="616"/>
                    <a:pt x="26936" y="0"/>
                    <a:pt x="23813" y="0"/>
                  </a:cubicBezTo>
                  <a:cubicBezTo>
                    <a:pt x="20688" y="0"/>
                    <a:pt x="17589" y="616"/>
                    <a:pt x="14700" y="1810"/>
                  </a:cubicBezTo>
                  <a:cubicBezTo>
                    <a:pt x="11811" y="3010"/>
                    <a:pt x="9188" y="4763"/>
                    <a:pt x="6972" y="6972"/>
                  </a:cubicBezTo>
                  <a:cubicBezTo>
                    <a:pt x="4763" y="9182"/>
                    <a:pt x="3010" y="11811"/>
                    <a:pt x="1810" y="14700"/>
                  </a:cubicBezTo>
                  <a:cubicBezTo>
                    <a:pt x="616" y="17589"/>
                    <a:pt x="0" y="20682"/>
                    <a:pt x="0" y="23813"/>
                  </a:cubicBezTo>
                  <a:close/>
                </a:path>
              </a:pathLst>
            </a:custGeom>
            <a:grpFill/>
            <a:ln w="6350" cap="flat">
              <a:noFill/>
              <a:prstDash val="solid"/>
              <a:miter/>
            </a:ln>
          </p:spPr>
          <p:txBody>
            <a:bodyPr rtlCol="0" anchor="ctr"/>
            <a:lstStyle/>
            <a:p>
              <a:endParaRPr lang="zh-CN" altLang="en-US"/>
            </a:p>
          </p:txBody>
        </p:sp>
        <p:sp>
          <p:nvSpPr>
            <p:cNvPr id="236" name="任意多边形: 形状 235">
              <a:extLst>
                <a:ext uri="{FF2B5EF4-FFF2-40B4-BE49-F238E27FC236}">
                  <a16:creationId xmlns:a16="http://schemas.microsoft.com/office/drawing/2014/main" id="{A9398A34-F135-A3B2-BC2F-D14169C5AD49}"/>
                </a:ext>
              </a:extLst>
            </p:cNvPr>
            <p:cNvSpPr/>
            <p:nvPr/>
          </p:nvSpPr>
          <p:spPr>
            <a:xfrm>
              <a:off x="3743197" y="2020703"/>
              <a:ext cx="47625" cy="47625"/>
            </a:xfrm>
            <a:custGeom>
              <a:avLst/>
              <a:gdLst>
                <a:gd name="connsiteX0" fmla="*/ 0 w 47625"/>
                <a:gd name="connsiteY0" fmla="*/ 23813 h 47625"/>
                <a:gd name="connsiteX1" fmla="*/ 6979 w 47625"/>
                <a:gd name="connsiteY1" fmla="*/ 40646 h 47625"/>
                <a:gd name="connsiteX2" fmla="*/ 23813 w 47625"/>
                <a:gd name="connsiteY2" fmla="*/ 47625 h 47625"/>
                <a:gd name="connsiteX3" fmla="*/ 40653 w 47625"/>
                <a:gd name="connsiteY3" fmla="*/ 40646 h 47625"/>
                <a:gd name="connsiteX4" fmla="*/ 47625 w 47625"/>
                <a:gd name="connsiteY4" fmla="*/ 23813 h 47625"/>
                <a:gd name="connsiteX5" fmla="*/ 40653 w 47625"/>
                <a:gd name="connsiteY5" fmla="*/ 6972 h 47625"/>
                <a:gd name="connsiteX6" fmla="*/ 23813 w 47625"/>
                <a:gd name="connsiteY6" fmla="*/ 0 h 47625"/>
                <a:gd name="connsiteX7" fmla="*/ 6979 w 47625"/>
                <a:gd name="connsiteY7" fmla="*/ 6972 h 47625"/>
                <a:gd name="connsiteX8" fmla="*/ 0 w 47625"/>
                <a:gd name="connsiteY8"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0" y="23813"/>
                  </a:moveTo>
                  <a:cubicBezTo>
                    <a:pt x="0" y="30124"/>
                    <a:pt x="2515" y="36182"/>
                    <a:pt x="6979" y="40646"/>
                  </a:cubicBezTo>
                  <a:cubicBezTo>
                    <a:pt x="11443" y="45117"/>
                    <a:pt x="17501" y="47625"/>
                    <a:pt x="23813" y="47625"/>
                  </a:cubicBezTo>
                  <a:cubicBezTo>
                    <a:pt x="30131" y="47625"/>
                    <a:pt x="36189" y="45117"/>
                    <a:pt x="40653" y="40646"/>
                  </a:cubicBezTo>
                  <a:cubicBezTo>
                    <a:pt x="45117" y="36182"/>
                    <a:pt x="47625" y="30124"/>
                    <a:pt x="47625" y="23813"/>
                  </a:cubicBezTo>
                  <a:cubicBezTo>
                    <a:pt x="47625" y="17494"/>
                    <a:pt x="45117" y="11436"/>
                    <a:pt x="40653" y="6972"/>
                  </a:cubicBezTo>
                  <a:cubicBezTo>
                    <a:pt x="36189" y="2508"/>
                    <a:pt x="30131" y="0"/>
                    <a:pt x="23813" y="0"/>
                  </a:cubicBezTo>
                  <a:cubicBezTo>
                    <a:pt x="17501" y="0"/>
                    <a:pt x="11443" y="2508"/>
                    <a:pt x="6979" y="6972"/>
                  </a:cubicBezTo>
                  <a:cubicBezTo>
                    <a:pt x="2515" y="11436"/>
                    <a:pt x="0" y="17494"/>
                    <a:pt x="0" y="23813"/>
                  </a:cubicBezTo>
                  <a:close/>
                </a:path>
              </a:pathLst>
            </a:custGeom>
            <a:grpFill/>
            <a:ln w="6350" cap="flat">
              <a:noFill/>
              <a:prstDash val="solid"/>
              <a:miter/>
            </a:ln>
          </p:spPr>
          <p:txBody>
            <a:bodyPr rtlCol="0" anchor="ctr"/>
            <a:lstStyle/>
            <a:p>
              <a:endParaRPr lang="zh-CN" altLang="en-US"/>
            </a:p>
          </p:txBody>
        </p:sp>
        <p:sp>
          <p:nvSpPr>
            <p:cNvPr id="237" name="任意多边形: 形状 236">
              <a:extLst>
                <a:ext uri="{FF2B5EF4-FFF2-40B4-BE49-F238E27FC236}">
                  <a16:creationId xmlns:a16="http://schemas.microsoft.com/office/drawing/2014/main" id="{9A36F89E-819C-48A5-1B5A-35451C752119}"/>
                </a:ext>
              </a:extLst>
            </p:cNvPr>
            <p:cNvSpPr/>
            <p:nvPr/>
          </p:nvSpPr>
          <p:spPr>
            <a:xfrm>
              <a:off x="3743197" y="2179453"/>
              <a:ext cx="47625" cy="47625"/>
            </a:xfrm>
            <a:custGeom>
              <a:avLst/>
              <a:gdLst>
                <a:gd name="connsiteX0" fmla="*/ 0 w 47625"/>
                <a:gd name="connsiteY0" fmla="*/ 23813 h 47625"/>
                <a:gd name="connsiteX1" fmla="*/ 6979 w 47625"/>
                <a:gd name="connsiteY1" fmla="*/ 40646 h 47625"/>
                <a:gd name="connsiteX2" fmla="*/ 23813 w 47625"/>
                <a:gd name="connsiteY2" fmla="*/ 47625 h 47625"/>
                <a:gd name="connsiteX3" fmla="*/ 40653 w 47625"/>
                <a:gd name="connsiteY3" fmla="*/ 40646 h 47625"/>
                <a:gd name="connsiteX4" fmla="*/ 47625 w 47625"/>
                <a:gd name="connsiteY4" fmla="*/ 23813 h 47625"/>
                <a:gd name="connsiteX5" fmla="*/ 40653 w 47625"/>
                <a:gd name="connsiteY5" fmla="*/ 6972 h 47625"/>
                <a:gd name="connsiteX6" fmla="*/ 23813 w 47625"/>
                <a:gd name="connsiteY6" fmla="*/ 0 h 47625"/>
                <a:gd name="connsiteX7" fmla="*/ 6979 w 47625"/>
                <a:gd name="connsiteY7" fmla="*/ 6972 h 47625"/>
                <a:gd name="connsiteX8" fmla="*/ 0 w 47625"/>
                <a:gd name="connsiteY8" fmla="*/ 23813 h 47625"/>
                <a:gd name="connsiteX9" fmla="*/ 0 w 47625"/>
                <a:gd name="connsiteY9" fmla="*/ 238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0" y="23813"/>
                  </a:moveTo>
                  <a:cubicBezTo>
                    <a:pt x="0" y="30124"/>
                    <a:pt x="2515" y="36182"/>
                    <a:pt x="6979" y="40646"/>
                  </a:cubicBezTo>
                  <a:cubicBezTo>
                    <a:pt x="11443" y="45117"/>
                    <a:pt x="17501" y="47625"/>
                    <a:pt x="23813" y="47625"/>
                  </a:cubicBezTo>
                  <a:cubicBezTo>
                    <a:pt x="30131" y="47625"/>
                    <a:pt x="36189" y="45117"/>
                    <a:pt x="40653" y="40646"/>
                  </a:cubicBezTo>
                  <a:cubicBezTo>
                    <a:pt x="45117" y="36182"/>
                    <a:pt x="47625" y="30124"/>
                    <a:pt x="47625" y="23813"/>
                  </a:cubicBezTo>
                  <a:cubicBezTo>
                    <a:pt x="47625" y="17494"/>
                    <a:pt x="45117" y="11436"/>
                    <a:pt x="40653" y="6972"/>
                  </a:cubicBezTo>
                  <a:cubicBezTo>
                    <a:pt x="36189" y="2508"/>
                    <a:pt x="30131" y="0"/>
                    <a:pt x="23813" y="0"/>
                  </a:cubicBezTo>
                  <a:cubicBezTo>
                    <a:pt x="17501" y="0"/>
                    <a:pt x="11443" y="2508"/>
                    <a:pt x="6979" y="6972"/>
                  </a:cubicBezTo>
                  <a:cubicBezTo>
                    <a:pt x="2515" y="11436"/>
                    <a:pt x="0" y="17494"/>
                    <a:pt x="0" y="23813"/>
                  </a:cubicBezTo>
                  <a:lnTo>
                    <a:pt x="0" y="23813"/>
                  </a:lnTo>
                  <a:close/>
                </a:path>
              </a:pathLst>
            </a:custGeom>
            <a:grpFill/>
            <a:ln w="6350" cap="flat">
              <a:noFill/>
              <a:prstDash val="solid"/>
              <a:miter/>
            </a:ln>
          </p:spPr>
          <p:txBody>
            <a:bodyPr rtlCol="0" anchor="ctr"/>
            <a:lstStyle/>
            <a:p>
              <a:endParaRPr lang="zh-CN" altLang="en-US"/>
            </a:p>
          </p:txBody>
        </p:sp>
      </p:grpSp>
      <p:sp>
        <p:nvSpPr>
          <p:cNvPr id="239" name="矩形: 圆角 238">
            <a:extLst>
              <a:ext uri="{FF2B5EF4-FFF2-40B4-BE49-F238E27FC236}">
                <a16:creationId xmlns:a16="http://schemas.microsoft.com/office/drawing/2014/main" id="{B78ED11A-A5D2-46AF-BEAD-AB59D7576BC1}"/>
              </a:ext>
            </a:extLst>
          </p:cNvPr>
          <p:cNvSpPr/>
          <p:nvPr/>
        </p:nvSpPr>
        <p:spPr>
          <a:xfrm>
            <a:off x="635000" y="3149600"/>
            <a:ext cx="3498850" cy="1409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4" name="矩形: 圆角 243">
            <a:extLst>
              <a:ext uri="{FF2B5EF4-FFF2-40B4-BE49-F238E27FC236}">
                <a16:creationId xmlns:a16="http://schemas.microsoft.com/office/drawing/2014/main" id="{DE7A2551-CDA4-9F74-724F-F4AAEF25F34E}"/>
              </a:ext>
            </a:extLst>
          </p:cNvPr>
          <p:cNvSpPr/>
          <p:nvPr/>
        </p:nvSpPr>
        <p:spPr>
          <a:xfrm>
            <a:off x="4083050" y="3543300"/>
            <a:ext cx="114300" cy="622300"/>
          </a:xfrm>
          <a:prstGeom prst="roundRect">
            <a:avLst/>
          </a:prstGeom>
          <a:solidFill>
            <a:schemeClr val="accent1">
              <a:lumMod val="100000"/>
            </a:schemeClr>
          </a:solidFill>
          <a:ln w="6350" cap="flat">
            <a:noFill/>
            <a:prstDash val="solid"/>
            <a:miter/>
          </a:ln>
        </p:spPr>
        <p:txBody>
          <a:bodyPr rtlCol="0" anchor="ctr"/>
          <a:lstStyle/>
          <a:p>
            <a:endParaRPr lang="zh-CN" altLang="en-US"/>
          </a:p>
        </p:txBody>
      </p:sp>
      <p:sp>
        <p:nvSpPr>
          <p:cNvPr id="245" name="任意多边形: 形状 244">
            <a:extLst>
              <a:ext uri="{FF2B5EF4-FFF2-40B4-BE49-F238E27FC236}">
                <a16:creationId xmlns:a16="http://schemas.microsoft.com/office/drawing/2014/main" id="{94618593-8471-D65F-F221-EE35A440754A}"/>
              </a:ext>
            </a:extLst>
          </p:cNvPr>
          <p:cNvSpPr/>
          <p:nvPr/>
        </p:nvSpPr>
        <p:spPr>
          <a:xfrm>
            <a:off x="3474954" y="3384353"/>
            <a:ext cx="305604" cy="266934"/>
          </a:xfrm>
          <a:custGeom>
            <a:avLst/>
            <a:gdLst>
              <a:gd name="connsiteX0" fmla="*/ 265475 w 305604"/>
              <a:gd name="connsiteY0" fmla="*/ 186690 h 266934"/>
              <a:gd name="connsiteX1" fmla="*/ 245313 w 305604"/>
              <a:gd name="connsiteY1" fmla="*/ 192284 h 266934"/>
              <a:gd name="connsiteX2" fmla="*/ 216853 w 305604"/>
              <a:gd name="connsiteY2" fmla="*/ 163830 h 266934"/>
              <a:gd name="connsiteX3" fmla="*/ 226339 w 305604"/>
              <a:gd name="connsiteY3" fmla="*/ 133471 h 266934"/>
              <a:gd name="connsiteX4" fmla="*/ 216853 w 305604"/>
              <a:gd name="connsiteY4" fmla="*/ 103105 h 266934"/>
              <a:gd name="connsiteX5" fmla="*/ 245313 w 305604"/>
              <a:gd name="connsiteY5" fmla="*/ 74650 h 266934"/>
              <a:gd name="connsiteX6" fmla="*/ 265475 w 305604"/>
              <a:gd name="connsiteY6" fmla="*/ 80245 h 266934"/>
              <a:gd name="connsiteX7" fmla="*/ 293846 w 305604"/>
              <a:gd name="connsiteY7" fmla="*/ 68497 h 266934"/>
              <a:gd name="connsiteX8" fmla="*/ 293846 w 305604"/>
              <a:gd name="connsiteY8" fmla="*/ 11747 h 266934"/>
              <a:gd name="connsiteX9" fmla="*/ 265475 w 305604"/>
              <a:gd name="connsiteY9" fmla="*/ 0 h 266934"/>
              <a:gd name="connsiteX10" fmla="*/ 237096 w 305604"/>
              <a:gd name="connsiteY10" fmla="*/ 11747 h 266934"/>
              <a:gd name="connsiteX11" fmla="*/ 230943 w 305604"/>
              <a:gd name="connsiteY11" fmla="*/ 60287 h 266934"/>
              <a:gd name="connsiteX12" fmla="*/ 202368 w 305604"/>
              <a:gd name="connsiteY12" fmla="*/ 88862 h 266934"/>
              <a:gd name="connsiteX13" fmla="*/ 172879 w 305604"/>
              <a:gd name="connsiteY13" fmla="*/ 79972 h 266934"/>
              <a:gd name="connsiteX14" fmla="*/ 120415 w 305604"/>
              <a:gd name="connsiteY14" fmla="*/ 123311 h 266934"/>
              <a:gd name="connsiteX15" fmla="*/ 78784 w 305604"/>
              <a:gd name="connsiteY15" fmla="*/ 123311 h 266934"/>
              <a:gd name="connsiteX16" fmla="*/ 40126 w 305604"/>
              <a:gd name="connsiteY16" fmla="*/ 93345 h 266934"/>
              <a:gd name="connsiteX17" fmla="*/ 0 w 305604"/>
              <a:gd name="connsiteY17" fmla="*/ 133471 h 266934"/>
              <a:gd name="connsiteX18" fmla="*/ 40126 w 305604"/>
              <a:gd name="connsiteY18" fmla="*/ 173590 h 266934"/>
              <a:gd name="connsiteX19" fmla="*/ 78784 w 305604"/>
              <a:gd name="connsiteY19" fmla="*/ 143631 h 266934"/>
              <a:gd name="connsiteX20" fmla="*/ 120377 w 305604"/>
              <a:gd name="connsiteY20" fmla="*/ 143631 h 266934"/>
              <a:gd name="connsiteX21" fmla="*/ 172841 w 305604"/>
              <a:gd name="connsiteY21" fmla="*/ 186970 h 266934"/>
              <a:gd name="connsiteX22" fmla="*/ 202330 w 305604"/>
              <a:gd name="connsiteY22" fmla="*/ 178079 h 266934"/>
              <a:gd name="connsiteX23" fmla="*/ 230905 w 305604"/>
              <a:gd name="connsiteY23" fmla="*/ 206654 h 266934"/>
              <a:gd name="connsiteX24" fmla="*/ 237058 w 305604"/>
              <a:gd name="connsiteY24" fmla="*/ 255188 h 266934"/>
              <a:gd name="connsiteX25" fmla="*/ 265430 w 305604"/>
              <a:gd name="connsiteY25" fmla="*/ 266935 h 266934"/>
              <a:gd name="connsiteX26" fmla="*/ 293808 w 305604"/>
              <a:gd name="connsiteY26" fmla="*/ 255188 h 266934"/>
              <a:gd name="connsiteX27" fmla="*/ 293808 w 305604"/>
              <a:gd name="connsiteY27" fmla="*/ 198438 h 266934"/>
              <a:gd name="connsiteX28" fmla="*/ 265475 w 305604"/>
              <a:gd name="connsiteY28" fmla="*/ 186690 h 266934"/>
              <a:gd name="connsiteX29" fmla="*/ 265475 w 305604"/>
              <a:gd name="connsiteY29" fmla="*/ 186690 h 266934"/>
              <a:gd name="connsiteX30" fmla="*/ 40126 w 305604"/>
              <a:gd name="connsiteY30" fmla="*/ 153232 h 266934"/>
              <a:gd name="connsiteX31" fmla="*/ 20364 w 305604"/>
              <a:gd name="connsiteY31" fmla="*/ 133471 h 266934"/>
              <a:gd name="connsiteX32" fmla="*/ 40126 w 305604"/>
              <a:gd name="connsiteY32" fmla="*/ 113703 h 266934"/>
              <a:gd name="connsiteX33" fmla="*/ 59893 w 305604"/>
              <a:gd name="connsiteY33" fmla="*/ 133471 h 266934"/>
              <a:gd name="connsiteX34" fmla="*/ 40126 w 305604"/>
              <a:gd name="connsiteY34" fmla="*/ 153232 h 266934"/>
              <a:gd name="connsiteX35" fmla="*/ 251504 w 305604"/>
              <a:gd name="connsiteY35" fmla="*/ 26156 h 266934"/>
              <a:gd name="connsiteX36" fmla="*/ 265475 w 305604"/>
              <a:gd name="connsiteY36" fmla="*/ 20358 h 266934"/>
              <a:gd name="connsiteX37" fmla="*/ 279445 w 305604"/>
              <a:gd name="connsiteY37" fmla="*/ 26156 h 266934"/>
              <a:gd name="connsiteX38" fmla="*/ 279445 w 305604"/>
              <a:gd name="connsiteY38" fmla="*/ 54134 h 266934"/>
              <a:gd name="connsiteX39" fmla="*/ 265475 w 305604"/>
              <a:gd name="connsiteY39" fmla="*/ 59925 h 266934"/>
              <a:gd name="connsiteX40" fmla="*/ 251504 w 305604"/>
              <a:gd name="connsiteY40" fmla="*/ 54134 h 266934"/>
              <a:gd name="connsiteX41" fmla="*/ 251504 w 305604"/>
              <a:gd name="connsiteY41" fmla="*/ 26156 h 266934"/>
              <a:gd name="connsiteX42" fmla="*/ 172879 w 305604"/>
              <a:gd name="connsiteY42" fmla="*/ 161525 h 266934"/>
              <a:gd name="connsiteX43" fmla="*/ 144825 w 305604"/>
              <a:gd name="connsiteY43" fmla="*/ 133471 h 266934"/>
              <a:gd name="connsiteX44" fmla="*/ 172879 w 305604"/>
              <a:gd name="connsiteY44" fmla="*/ 105410 h 266934"/>
              <a:gd name="connsiteX45" fmla="*/ 200939 w 305604"/>
              <a:gd name="connsiteY45" fmla="*/ 133471 h 266934"/>
              <a:gd name="connsiteX46" fmla="*/ 172879 w 305604"/>
              <a:gd name="connsiteY46" fmla="*/ 161525 h 266934"/>
              <a:gd name="connsiteX47" fmla="*/ 279483 w 305604"/>
              <a:gd name="connsiteY47" fmla="*/ 240786 h 266934"/>
              <a:gd name="connsiteX48" fmla="*/ 265512 w 305604"/>
              <a:gd name="connsiteY48" fmla="*/ 246577 h 266934"/>
              <a:gd name="connsiteX49" fmla="*/ 251542 w 305604"/>
              <a:gd name="connsiteY49" fmla="*/ 240786 h 266934"/>
              <a:gd name="connsiteX50" fmla="*/ 245745 w 305604"/>
              <a:gd name="connsiteY50" fmla="*/ 226816 h 266934"/>
              <a:gd name="connsiteX51" fmla="*/ 251542 w 305604"/>
              <a:gd name="connsiteY51" fmla="*/ 212846 h 266934"/>
              <a:gd name="connsiteX52" fmla="*/ 265512 w 305604"/>
              <a:gd name="connsiteY52" fmla="*/ 207048 h 266934"/>
              <a:gd name="connsiteX53" fmla="*/ 279483 w 305604"/>
              <a:gd name="connsiteY53" fmla="*/ 212846 h 266934"/>
              <a:gd name="connsiteX54" fmla="*/ 285274 w 305604"/>
              <a:gd name="connsiteY54" fmla="*/ 226816 h 266934"/>
              <a:gd name="connsiteX55" fmla="*/ 279483 w 305604"/>
              <a:gd name="connsiteY55" fmla="*/ 240786 h 26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5604" h="266934">
                <a:moveTo>
                  <a:pt x="265475" y="186690"/>
                </a:moveTo>
                <a:cubicBezTo>
                  <a:pt x="258489" y="186690"/>
                  <a:pt x="251542" y="188633"/>
                  <a:pt x="245313" y="192284"/>
                </a:cubicBezTo>
                <a:lnTo>
                  <a:pt x="216853" y="163830"/>
                </a:lnTo>
                <a:cubicBezTo>
                  <a:pt x="222809" y="155220"/>
                  <a:pt x="226339" y="144780"/>
                  <a:pt x="226339" y="133471"/>
                </a:cubicBezTo>
                <a:cubicBezTo>
                  <a:pt x="226339" y="122155"/>
                  <a:pt x="222809" y="111760"/>
                  <a:pt x="216853" y="103105"/>
                </a:cubicBezTo>
                <a:lnTo>
                  <a:pt x="245313" y="74650"/>
                </a:lnTo>
                <a:cubicBezTo>
                  <a:pt x="251542" y="78264"/>
                  <a:pt x="258445" y="80245"/>
                  <a:pt x="265475" y="80245"/>
                </a:cubicBezTo>
                <a:cubicBezTo>
                  <a:pt x="275749" y="80245"/>
                  <a:pt x="286029" y="76321"/>
                  <a:pt x="293846" y="68497"/>
                </a:cubicBezTo>
                <a:cubicBezTo>
                  <a:pt x="309525" y="52826"/>
                  <a:pt x="309525" y="27426"/>
                  <a:pt x="293846" y="11747"/>
                </a:cubicBezTo>
                <a:cubicBezTo>
                  <a:pt x="286029" y="3931"/>
                  <a:pt x="275749" y="0"/>
                  <a:pt x="265475" y="0"/>
                </a:cubicBezTo>
                <a:cubicBezTo>
                  <a:pt x="255194" y="0"/>
                  <a:pt x="244913" y="3931"/>
                  <a:pt x="237096" y="11747"/>
                </a:cubicBezTo>
                <a:cubicBezTo>
                  <a:pt x="223920" y="24924"/>
                  <a:pt x="221977" y="44926"/>
                  <a:pt x="230943" y="60287"/>
                </a:cubicBezTo>
                <a:lnTo>
                  <a:pt x="202368" y="88862"/>
                </a:lnTo>
                <a:cubicBezTo>
                  <a:pt x="193916" y="83261"/>
                  <a:pt x="183795" y="79972"/>
                  <a:pt x="172879" y="79972"/>
                </a:cubicBezTo>
                <a:cubicBezTo>
                  <a:pt x="146806" y="79972"/>
                  <a:pt x="125178" y="98622"/>
                  <a:pt x="120415" y="123311"/>
                </a:cubicBezTo>
                <a:lnTo>
                  <a:pt x="78784" y="123311"/>
                </a:lnTo>
                <a:cubicBezTo>
                  <a:pt x="74257" y="106121"/>
                  <a:pt x="58738" y="93345"/>
                  <a:pt x="40126" y="93345"/>
                </a:cubicBezTo>
                <a:cubicBezTo>
                  <a:pt x="17983" y="93345"/>
                  <a:pt x="0" y="111322"/>
                  <a:pt x="0" y="133471"/>
                </a:cubicBezTo>
                <a:cubicBezTo>
                  <a:pt x="0" y="155613"/>
                  <a:pt x="17983" y="173590"/>
                  <a:pt x="40126" y="173590"/>
                </a:cubicBezTo>
                <a:cubicBezTo>
                  <a:pt x="58738" y="173590"/>
                  <a:pt x="74257" y="160852"/>
                  <a:pt x="78784" y="143631"/>
                </a:cubicBezTo>
                <a:lnTo>
                  <a:pt x="120377" y="143631"/>
                </a:lnTo>
                <a:cubicBezTo>
                  <a:pt x="125139" y="168313"/>
                  <a:pt x="146806" y="186970"/>
                  <a:pt x="172841" y="186970"/>
                </a:cubicBezTo>
                <a:cubicBezTo>
                  <a:pt x="183756" y="186970"/>
                  <a:pt x="193878" y="183674"/>
                  <a:pt x="202330" y="178079"/>
                </a:cubicBezTo>
                <a:lnTo>
                  <a:pt x="230905" y="206654"/>
                </a:lnTo>
                <a:cubicBezTo>
                  <a:pt x="221933" y="222009"/>
                  <a:pt x="223882" y="242011"/>
                  <a:pt x="237058" y="255188"/>
                </a:cubicBezTo>
                <a:cubicBezTo>
                  <a:pt x="244875" y="263011"/>
                  <a:pt x="255156" y="266935"/>
                  <a:pt x="265430" y="266935"/>
                </a:cubicBezTo>
                <a:cubicBezTo>
                  <a:pt x="275711" y="266935"/>
                  <a:pt x="285991" y="263011"/>
                  <a:pt x="293808" y="255188"/>
                </a:cubicBezTo>
                <a:cubicBezTo>
                  <a:pt x="309486" y="239516"/>
                  <a:pt x="309486" y="214116"/>
                  <a:pt x="293808" y="198438"/>
                </a:cubicBezTo>
                <a:cubicBezTo>
                  <a:pt x="286029" y="190621"/>
                  <a:pt x="275749" y="186690"/>
                  <a:pt x="265475" y="186690"/>
                </a:cubicBezTo>
                <a:lnTo>
                  <a:pt x="265475" y="186690"/>
                </a:lnTo>
                <a:close/>
                <a:moveTo>
                  <a:pt x="40126" y="153232"/>
                </a:moveTo>
                <a:cubicBezTo>
                  <a:pt x="29210" y="153232"/>
                  <a:pt x="20364" y="144342"/>
                  <a:pt x="20364" y="133471"/>
                </a:cubicBezTo>
                <a:cubicBezTo>
                  <a:pt x="20364" y="122555"/>
                  <a:pt x="29254" y="113703"/>
                  <a:pt x="40126" y="113703"/>
                </a:cubicBezTo>
                <a:cubicBezTo>
                  <a:pt x="51041" y="113703"/>
                  <a:pt x="59893" y="122593"/>
                  <a:pt x="59893" y="133471"/>
                </a:cubicBezTo>
                <a:cubicBezTo>
                  <a:pt x="59893" y="144380"/>
                  <a:pt x="51041" y="153232"/>
                  <a:pt x="40126" y="153232"/>
                </a:cubicBezTo>
                <a:close/>
                <a:moveTo>
                  <a:pt x="251504" y="26156"/>
                </a:moveTo>
                <a:cubicBezTo>
                  <a:pt x="255232" y="22422"/>
                  <a:pt x="260191" y="20358"/>
                  <a:pt x="265475" y="20358"/>
                </a:cubicBezTo>
                <a:cubicBezTo>
                  <a:pt x="270751" y="20358"/>
                  <a:pt x="275711" y="22422"/>
                  <a:pt x="279445" y="26156"/>
                </a:cubicBezTo>
                <a:cubicBezTo>
                  <a:pt x="287141" y="33852"/>
                  <a:pt x="287141" y="46393"/>
                  <a:pt x="279445" y="54134"/>
                </a:cubicBezTo>
                <a:cubicBezTo>
                  <a:pt x="275711" y="57861"/>
                  <a:pt x="270751" y="59925"/>
                  <a:pt x="265475" y="59925"/>
                </a:cubicBezTo>
                <a:cubicBezTo>
                  <a:pt x="260191" y="59925"/>
                  <a:pt x="255232" y="57861"/>
                  <a:pt x="251504" y="54134"/>
                </a:cubicBezTo>
                <a:cubicBezTo>
                  <a:pt x="243802" y="46393"/>
                  <a:pt x="243802" y="33852"/>
                  <a:pt x="251504" y="26156"/>
                </a:cubicBezTo>
                <a:close/>
                <a:moveTo>
                  <a:pt x="172879" y="161525"/>
                </a:moveTo>
                <a:cubicBezTo>
                  <a:pt x="157404" y="161525"/>
                  <a:pt x="144825" y="148946"/>
                  <a:pt x="144825" y="133471"/>
                </a:cubicBezTo>
                <a:cubicBezTo>
                  <a:pt x="144825" y="117989"/>
                  <a:pt x="157404" y="105410"/>
                  <a:pt x="172879" y="105410"/>
                </a:cubicBezTo>
                <a:cubicBezTo>
                  <a:pt x="188360" y="105410"/>
                  <a:pt x="200939" y="117989"/>
                  <a:pt x="200939" y="133471"/>
                </a:cubicBezTo>
                <a:cubicBezTo>
                  <a:pt x="200939" y="148946"/>
                  <a:pt x="188360" y="161525"/>
                  <a:pt x="172879" y="161525"/>
                </a:cubicBezTo>
                <a:close/>
                <a:moveTo>
                  <a:pt x="279483" y="240786"/>
                </a:moveTo>
                <a:cubicBezTo>
                  <a:pt x="275749" y="244513"/>
                  <a:pt x="270789" y="246577"/>
                  <a:pt x="265512" y="246577"/>
                </a:cubicBezTo>
                <a:cubicBezTo>
                  <a:pt x="260236" y="246577"/>
                  <a:pt x="255270" y="244513"/>
                  <a:pt x="251542" y="240786"/>
                </a:cubicBezTo>
                <a:cubicBezTo>
                  <a:pt x="247809" y="237052"/>
                  <a:pt x="245745" y="232092"/>
                  <a:pt x="245745" y="226816"/>
                </a:cubicBezTo>
                <a:cubicBezTo>
                  <a:pt x="245745" y="221533"/>
                  <a:pt x="247809" y="216573"/>
                  <a:pt x="251542" y="212846"/>
                </a:cubicBezTo>
                <a:cubicBezTo>
                  <a:pt x="255270" y="209112"/>
                  <a:pt x="260236" y="207048"/>
                  <a:pt x="265512" y="207048"/>
                </a:cubicBezTo>
                <a:cubicBezTo>
                  <a:pt x="270789" y="207048"/>
                  <a:pt x="275749" y="209112"/>
                  <a:pt x="279483" y="212846"/>
                </a:cubicBezTo>
                <a:cubicBezTo>
                  <a:pt x="283210" y="216573"/>
                  <a:pt x="285274" y="221533"/>
                  <a:pt x="285274" y="226816"/>
                </a:cubicBezTo>
                <a:cubicBezTo>
                  <a:pt x="285274" y="232092"/>
                  <a:pt x="283210" y="237052"/>
                  <a:pt x="279483" y="240786"/>
                </a:cubicBez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46" name="矩形: 圆角 245">
            <a:extLst>
              <a:ext uri="{FF2B5EF4-FFF2-40B4-BE49-F238E27FC236}">
                <a16:creationId xmlns:a16="http://schemas.microsoft.com/office/drawing/2014/main" id="{358717F7-60EB-D923-EE36-D7C5A656A353}"/>
              </a:ext>
            </a:extLst>
          </p:cNvPr>
          <p:cNvSpPr/>
          <p:nvPr/>
        </p:nvSpPr>
        <p:spPr>
          <a:xfrm>
            <a:off x="635000" y="4813300"/>
            <a:ext cx="3498850" cy="11366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1" name="矩形: 圆角 250">
            <a:extLst>
              <a:ext uri="{FF2B5EF4-FFF2-40B4-BE49-F238E27FC236}">
                <a16:creationId xmlns:a16="http://schemas.microsoft.com/office/drawing/2014/main" id="{C5DAA24C-4A6B-3FC4-4F0F-EBB307BD827B}"/>
              </a:ext>
            </a:extLst>
          </p:cNvPr>
          <p:cNvSpPr/>
          <p:nvPr/>
        </p:nvSpPr>
        <p:spPr>
          <a:xfrm>
            <a:off x="4083050" y="5073650"/>
            <a:ext cx="114300" cy="615950"/>
          </a:xfrm>
          <a:prstGeom prst="roundRect">
            <a:avLst/>
          </a:prstGeom>
          <a:solidFill>
            <a:schemeClr val="accent1">
              <a:lumMod val="100000"/>
            </a:schemeClr>
          </a:solidFill>
          <a:ln w="6350" cap="flat">
            <a:noFill/>
            <a:prstDash val="solid"/>
            <a:miter/>
          </a:ln>
        </p:spPr>
        <p:txBody>
          <a:bodyPr rtlCol="0" anchor="ctr"/>
          <a:lstStyle/>
          <a:p>
            <a:endParaRPr lang="zh-CN" altLang="en-US"/>
          </a:p>
        </p:txBody>
      </p:sp>
      <p:grpSp>
        <p:nvGrpSpPr>
          <p:cNvPr id="255" name="组合 254">
            <a:extLst>
              <a:ext uri="{FF2B5EF4-FFF2-40B4-BE49-F238E27FC236}">
                <a16:creationId xmlns:a16="http://schemas.microsoft.com/office/drawing/2014/main" id="{21BE8C4B-5F7C-B948-E649-0B1ACEFE41A7}"/>
              </a:ext>
            </a:extLst>
          </p:cNvPr>
          <p:cNvGrpSpPr/>
          <p:nvPr/>
        </p:nvGrpSpPr>
        <p:grpSpPr>
          <a:xfrm>
            <a:off x="3463715" y="5003800"/>
            <a:ext cx="336124" cy="355593"/>
            <a:chOff x="3463715" y="5003800"/>
            <a:chExt cx="336124" cy="355593"/>
          </a:xfrm>
          <a:solidFill>
            <a:schemeClr val="accent1"/>
          </a:solidFill>
        </p:grpSpPr>
        <p:sp>
          <p:nvSpPr>
            <p:cNvPr id="252" name="任意多边形: 形状 251">
              <a:extLst>
                <a:ext uri="{FF2B5EF4-FFF2-40B4-BE49-F238E27FC236}">
                  <a16:creationId xmlns:a16="http://schemas.microsoft.com/office/drawing/2014/main" id="{5CD8EA0D-9F67-EBA0-E4C2-6D774BA4E413}"/>
                </a:ext>
              </a:extLst>
            </p:cNvPr>
            <p:cNvSpPr/>
            <p:nvPr/>
          </p:nvSpPr>
          <p:spPr>
            <a:xfrm>
              <a:off x="3463715" y="5118944"/>
              <a:ext cx="336124" cy="240449"/>
            </a:xfrm>
            <a:custGeom>
              <a:avLst/>
              <a:gdLst>
                <a:gd name="connsiteX0" fmla="*/ 281940 w 336124"/>
                <a:gd name="connsiteY0" fmla="*/ 240449 h 240449"/>
                <a:gd name="connsiteX1" fmla="*/ 55029 w 336124"/>
                <a:gd name="connsiteY1" fmla="*/ 240449 h 240449"/>
                <a:gd name="connsiteX2" fmla="*/ 0 w 336124"/>
                <a:gd name="connsiteY2" fmla="*/ 185420 h 240449"/>
                <a:gd name="connsiteX3" fmla="*/ 0 w 336124"/>
                <a:gd name="connsiteY3" fmla="*/ 55029 h 240449"/>
                <a:gd name="connsiteX4" fmla="*/ 55029 w 336124"/>
                <a:gd name="connsiteY4" fmla="*/ 0 h 240449"/>
                <a:gd name="connsiteX5" fmla="*/ 281089 w 336124"/>
                <a:gd name="connsiteY5" fmla="*/ 0 h 240449"/>
                <a:gd name="connsiteX6" fmla="*/ 336125 w 336124"/>
                <a:gd name="connsiteY6" fmla="*/ 55029 h 240449"/>
                <a:gd name="connsiteX7" fmla="*/ 336125 w 336124"/>
                <a:gd name="connsiteY7" fmla="*/ 185420 h 240449"/>
                <a:gd name="connsiteX8" fmla="*/ 281940 w 336124"/>
                <a:gd name="connsiteY8" fmla="*/ 240449 h 240449"/>
                <a:gd name="connsiteX9" fmla="*/ 55029 w 336124"/>
                <a:gd name="connsiteY9" fmla="*/ 25400 h 240449"/>
                <a:gd name="connsiteX10" fmla="*/ 25400 w 336124"/>
                <a:gd name="connsiteY10" fmla="*/ 55029 h 240449"/>
                <a:gd name="connsiteX11" fmla="*/ 25400 w 336124"/>
                <a:gd name="connsiteY11" fmla="*/ 185420 h 240449"/>
                <a:gd name="connsiteX12" fmla="*/ 55029 w 336124"/>
                <a:gd name="connsiteY12" fmla="*/ 215049 h 240449"/>
                <a:gd name="connsiteX13" fmla="*/ 281089 w 336124"/>
                <a:gd name="connsiteY13" fmla="*/ 215049 h 240449"/>
                <a:gd name="connsiteX14" fmla="*/ 310725 w 336124"/>
                <a:gd name="connsiteY14" fmla="*/ 185420 h 240449"/>
                <a:gd name="connsiteX15" fmla="*/ 310725 w 336124"/>
                <a:gd name="connsiteY15" fmla="*/ 55029 h 240449"/>
                <a:gd name="connsiteX16" fmla="*/ 281089 w 336124"/>
                <a:gd name="connsiteY16" fmla="*/ 25400 h 240449"/>
                <a:gd name="connsiteX17" fmla="*/ 55029 w 336124"/>
                <a:gd name="connsiteY17" fmla="*/ 25400 h 24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6124" h="240449">
                  <a:moveTo>
                    <a:pt x="281940" y="240449"/>
                  </a:moveTo>
                  <a:lnTo>
                    <a:pt x="55029" y="240449"/>
                  </a:lnTo>
                  <a:cubicBezTo>
                    <a:pt x="24549" y="240449"/>
                    <a:pt x="0" y="215900"/>
                    <a:pt x="0" y="185420"/>
                  </a:cubicBezTo>
                  <a:lnTo>
                    <a:pt x="0" y="55029"/>
                  </a:lnTo>
                  <a:cubicBezTo>
                    <a:pt x="0" y="24549"/>
                    <a:pt x="24549" y="0"/>
                    <a:pt x="55029" y="0"/>
                  </a:cubicBezTo>
                  <a:lnTo>
                    <a:pt x="281089" y="0"/>
                  </a:lnTo>
                  <a:cubicBezTo>
                    <a:pt x="311569" y="0"/>
                    <a:pt x="336125" y="24549"/>
                    <a:pt x="336125" y="55029"/>
                  </a:cubicBezTo>
                  <a:lnTo>
                    <a:pt x="336125" y="185420"/>
                  </a:lnTo>
                  <a:cubicBezTo>
                    <a:pt x="336125" y="215900"/>
                    <a:pt x="311569" y="240449"/>
                    <a:pt x="281940" y="240449"/>
                  </a:cubicBezTo>
                  <a:close/>
                  <a:moveTo>
                    <a:pt x="55029" y="25400"/>
                  </a:moveTo>
                  <a:cubicBezTo>
                    <a:pt x="38945" y="25400"/>
                    <a:pt x="25400" y="38945"/>
                    <a:pt x="25400" y="55029"/>
                  </a:cubicBezTo>
                  <a:lnTo>
                    <a:pt x="25400" y="185420"/>
                  </a:lnTo>
                  <a:cubicBezTo>
                    <a:pt x="25400" y="201505"/>
                    <a:pt x="38945" y="215049"/>
                    <a:pt x="55029" y="215049"/>
                  </a:cubicBezTo>
                  <a:lnTo>
                    <a:pt x="281089" y="215049"/>
                  </a:lnTo>
                  <a:cubicBezTo>
                    <a:pt x="297180" y="215049"/>
                    <a:pt x="310725" y="201505"/>
                    <a:pt x="310725" y="185420"/>
                  </a:cubicBezTo>
                  <a:lnTo>
                    <a:pt x="310725" y="55029"/>
                  </a:lnTo>
                  <a:cubicBezTo>
                    <a:pt x="310725" y="38945"/>
                    <a:pt x="297180" y="25400"/>
                    <a:pt x="281089" y="25400"/>
                  </a:cubicBezTo>
                  <a:lnTo>
                    <a:pt x="55029" y="25400"/>
                  </a:lnTo>
                  <a:close/>
                </a:path>
              </a:pathLst>
            </a:custGeom>
            <a:grpFill/>
            <a:ln w="6350" cap="flat">
              <a:noFill/>
              <a:prstDash val="solid"/>
              <a:miter/>
            </a:ln>
          </p:spPr>
          <p:txBody>
            <a:bodyPr rtlCol="0" anchor="ctr"/>
            <a:lstStyle/>
            <a:p>
              <a:endParaRPr lang="zh-CN" altLang="en-US"/>
            </a:p>
          </p:txBody>
        </p:sp>
        <p:sp>
          <p:nvSpPr>
            <p:cNvPr id="253" name="任意多边形: 形状 252">
              <a:extLst>
                <a:ext uri="{FF2B5EF4-FFF2-40B4-BE49-F238E27FC236}">
                  <a16:creationId xmlns:a16="http://schemas.microsoft.com/office/drawing/2014/main" id="{81ADCE0A-5FA2-6650-EA10-5D74F6C89CDF}"/>
                </a:ext>
              </a:extLst>
            </p:cNvPr>
            <p:cNvSpPr/>
            <p:nvPr/>
          </p:nvSpPr>
          <p:spPr>
            <a:xfrm>
              <a:off x="3524668" y="5003800"/>
              <a:ext cx="215055" cy="286175"/>
            </a:xfrm>
            <a:custGeom>
              <a:avLst/>
              <a:gdLst>
                <a:gd name="connsiteX0" fmla="*/ 215055 w 215055"/>
                <a:gd name="connsiteY0" fmla="*/ 129540 h 286175"/>
                <a:gd name="connsiteX1" fmla="*/ 189655 w 215055"/>
                <a:gd name="connsiteY1" fmla="*/ 129540 h 286175"/>
                <a:gd name="connsiteX2" fmla="*/ 189655 w 215055"/>
                <a:gd name="connsiteY2" fmla="*/ 106680 h 286175"/>
                <a:gd name="connsiteX3" fmla="*/ 107531 w 215055"/>
                <a:gd name="connsiteY3" fmla="*/ 24555 h 286175"/>
                <a:gd name="connsiteX4" fmla="*/ 25400 w 215055"/>
                <a:gd name="connsiteY4" fmla="*/ 106680 h 286175"/>
                <a:gd name="connsiteX5" fmla="*/ 25400 w 215055"/>
                <a:gd name="connsiteY5" fmla="*/ 129540 h 286175"/>
                <a:gd name="connsiteX6" fmla="*/ 0 w 215055"/>
                <a:gd name="connsiteY6" fmla="*/ 129540 h 286175"/>
                <a:gd name="connsiteX7" fmla="*/ 0 w 215055"/>
                <a:gd name="connsiteY7" fmla="*/ 106680 h 286175"/>
                <a:gd name="connsiteX8" fmla="*/ 107531 w 215055"/>
                <a:gd name="connsiteY8" fmla="*/ 0 h 286175"/>
                <a:gd name="connsiteX9" fmla="*/ 215055 w 215055"/>
                <a:gd name="connsiteY9" fmla="*/ 107524 h 286175"/>
                <a:gd name="connsiteX10" fmla="*/ 215055 w 215055"/>
                <a:gd name="connsiteY10" fmla="*/ 129540 h 286175"/>
                <a:gd name="connsiteX11" fmla="*/ 120231 w 215055"/>
                <a:gd name="connsiteY11" fmla="*/ 286176 h 286175"/>
                <a:gd name="connsiteX12" fmla="*/ 94831 w 215055"/>
                <a:gd name="connsiteY12" fmla="*/ 286176 h 286175"/>
                <a:gd name="connsiteX13" fmla="*/ 56731 w 215055"/>
                <a:gd name="connsiteY13" fmla="*/ 248076 h 286175"/>
                <a:gd name="connsiteX14" fmla="*/ 56731 w 215055"/>
                <a:gd name="connsiteY14" fmla="*/ 222676 h 286175"/>
                <a:gd name="connsiteX15" fmla="*/ 94831 w 215055"/>
                <a:gd name="connsiteY15" fmla="*/ 184576 h 286175"/>
                <a:gd name="connsiteX16" fmla="*/ 120231 w 215055"/>
                <a:gd name="connsiteY16" fmla="*/ 184576 h 286175"/>
                <a:gd name="connsiteX17" fmla="*/ 158331 w 215055"/>
                <a:gd name="connsiteY17" fmla="*/ 222676 h 286175"/>
                <a:gd name="connsiteX18" fmla="*/ 158331 w 215055"/>
                <a:gd name="connsiteY18" fmla="*/ 248076 h 286175"/>
                <a:gd name="connsiteX19" fmla="*/ 120231 w 215055"/>
                <a:gd name="connsiteY19" fmla="*/ 286176 h 286175"/>
                <a:gd name="connsiteX20" fmla="*/ 94831 w 215055"/>
                <a:gd name="connsiteY20" fmla="*/ 209976 h 286175"/>
                <a:gd name="connsiteX21" fmla="*/ 82131 w 215055"/>
                <a:gd name="connsiteY21" fmla="*/ 222676 h 286175"/>
                <a:gd name="connsiteX22" fmla="*/ 82131 w 215055"/>
                <a:gd name="connsiteY22" fmla="*/ 248076 h 286175"/>
                <a:gd name="connsiteX23" fmla="*/ 94831 w 215055"/>
                <a:gd name="connsiteY23" fmla="*/ 260776 h 286175"/>
                <a:gd name="connsiteX24" fmla="*/ 120231 w 215055"/>
                <a:gd name="connsiteY24" fmla="*/ 260776 h 286175"/>
                <a:gd name="connsiteX25" fmla="*/ 132931 w 215055"/>
                <a:gd name="connsiteY25" fmla="*/ 248076 h 286175"/>
                <a:gd name="connsiteX26" fmla="*/ 132931 w 215055"/>
                <a:gd name="connsiteY26" fmla="*/ 222676 h 286175"/>
                <a:gd name="connsiteX27" fmla="*/ 120231 w 215055"/>
                <a:gd name="connsiteY27" fmla="*/ 209976 h 286175"/>
                <a:gd name="connsiteX28" fmla="*/ 94831 w 215055"/>
                <a:gd name="connsiteY28" fmla="*/ 209976 h 28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5055" h="286175">
                  <a:moveTo>
                    <a:pt x="215055" y="129540"/>
                  </a:moveTo>
                  <a:lnTo>
                    <a:pt x="189655" y="129540"/>
                  </a:lnTo>
                  <a:lnTo>
                    <a:pt x="189655" y="106680"/>
                  </a:lnTo>
                  <a:cubicBezTo>
                    <a:pt x="189655" y="60960"/>
                    <a:pt x="153251" y="24555"/>
                    <a:pt x="107531" y="24555"/>
                  </a:cubicBezTo>
                  <a:cubicBezTo>
                    <a:pt x="61811" y="24555"/>
                    <a:pt x="25400" y="60960"/>
                    <a:pt x="25400" y="106680"/>
                  </a:cubicBezTo>
                  <a:lnTo>
                    <a:pt x="25400" y="129540"/>
                  </a:lnTo>
                  <a:lnTo>
                    <a:pt x="0" y="129540"/>
                  </a:lnTo>
                  <a:lnTo>
                    <a:pt x="0" y="106680"/>
                  </a:lnTo>
                  <a:cubicBezTo>
                    <a:pt x="0" y="48260"/>
                    <a:pt x="48260" y="0"/>
                    <a:pt x="107531" y="0"/>
                  </a:cubicBezTo>
                  <a:cubicBezTo>
                    <a:pt x="166796" y="0"/>
                    <a:pt x="215055" y="48260"/>
                    <a:pt x="215055" y="107524"/>
                  </a:cubicBezTo>
                  <a:lnTo>
                    <a:pt x="215055" y="129540"/>
                  </a:lnTo>
                  <a:close/>
                  <a:moveTo>
                    <a:pt x="120231" y="286176"/>
                  </a:moveTo>
                  <a:lnTo>
                    <a:pt x="94831" y="286176"/>
                  </a:lnTo>
                  <a:cubicBezTo>
                    <a:pt x="73660" y="286176"/>
                    <a:pt x="56731" y="269240"/>
                    <a:pt x="56731" y="248076"/>
                  </a:cubicBezTo>
                  <a:lnTo>
                    <a:pt x="56731" y="222676"/>
                  </a:lnTo>
                  <a:cubicBezTo>
                    <a:pt x="56731" y="201504"/>
                    <a:pt x="73660" y="184576"/>
                    <a:pt x="94831" y="184576"/>
                  </a:cubicBezTo>
                  <a:lnTo>
                    <a:pt x="120231" y="184576"/>
                  </a:lnTo>
                  <a:cubicBezTo>
                    <a:pt x="141396" y="184576"/>
                    <a:pt x="158331" y="201504"/>
                    <a:pt x="158331" y="222676"/>
                  </a:cubicBezTo>
                  <a:lnTo>
                    <a:pt x="158331" y="248076"/>
                  </a:lnTo>
                  <a:cubicBezTo>
                    <a:pt x="158331" y="269240"/>
                    <a:pt x="141396" y="286176"/>
                    <a:pt x="120231" y="286176"/>
                  </a:cubicBezTo>
                  <a:close/>
                  <a:moveTo>
                    <a:pt x="94831" y="209976"/>
                  </a:moveTo>
                  <a:cubicBezTo>
                    <a:pt x="88055" y="209976"/>
                    <a:pt x="82131" y="215900"/>
                    <a:pt x="82131" y="222676"/>
                  </a:cubicBezTo>
                  <a:lnTo>
                    <a:pt x="82131" y="248076"/>
                  </a:lnTo>
                  <a:cubicBezTo>
                    <a:pt x="82131" y="254845"/>
                    <a:pt x="88055" y="260776"/>
                    <a:pt x="94831" y="260776"/>
                  </a:cubicBezTo>
                  <a:lnTo>
                    <a:pt x="120231" y="260776"/>
                  </a:lnTo>
                  <a:cubicBezTo>
                    <a:pt x="127000" y="260776"/>
                    <a:pt x="132931" y="254845"/>
                    <a:pt x="132931" y="248076"/>
                  </a:cubicBezTo>
                  <a:lnTo>
                    <a:pt x="132931" y="222676"/>
                  </a:lnTo>
                  <a:cubicBezTo>
                    <a:pt x="132931" y="215900"/>
                    <a:pt x="127000" y="209976"/>
                    <a:pt x="120231" y="209976"/>
                  </a:cubicBezTo>
                  <a:lnTo>
                    <a:pt x="94831" y="209976"/>
                  </a:lnTo>
                  <a:close/>
                </a:path>
              </a:pathLst>
            </a:custGeom>
            <a:grpFill/>
            <a:ln w="6350" cap="flat">
              <a:noFill/>
              <a:prstDash val="solid"/>
              <a:miter/>
            </a:ln>
          </p:spPr>
          <p:txBody>
            <a:bodyPr rtlCol="0" anchor="ctr"/>
            <a:lstStyle/>
            <a:p>
              <a:endParaRPr lang="zh-CN" altLang="en-US"/>
            </a:p>
          </p:txBody>
        </p:sp>
      </p:grpSp>
      <p:sp>
        <p:nvSpPr>
          <p:cNvPr id="256" name="文本框 255">
            <a:extLst>
              <a:ext uri="{FF2B5EF4-FFF2-40B4-BE49-F238E27FC236}">
                <a16:creationId xmlns:a16="http://schemas.microsoft.com/office/drawing/2014/main" id="{5D46A8B2-7071-D627-4657-5FB8672B64E6}"/>
              </a:ext>
            </a:extLst>
          </p:cNvPr>
          <p:cNvSpPr txBox="1"/>
          <p:nvPr/>
        </p:nvSpPr>
        <p:spPr>
          <a:xfrm>
            <a:off x="930487" y="1993739"/>
            <a:ext cx="436017" cy="261610"/>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r>
              <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rPr>
              <a:t>全面</a:t>
            </a:r>
          </a:p>
        </p:txBody>
      </p:sp>
      <p:sp>
        <p:nvSpPr>
          <p:cNvPr id="258" name="文本框 257">
            <a:extLst>
              <a:ext uri="{FF2B5EF4-FFF2-40B4-BE49-F238E27FC236}">
                <a16:creationId xmlns:a16="http://schemas.microsoft.com/office/drawing/2014/main" id="{3809F226-4CC2-785B-E265-F7DB0DAA1550}"/>
              </a:ext>
            </a:extLst>
          </p:cNvPr>
          <p:cNvSpPr txBox="1"/>
          <p:nvPr/>
        </p:nvSpPr>
        <p:spPr>
          <a:xfrm>
            <a:off x="930487" y="2368550"/>
            <a:ext cx="2154436" cy="184666"/>
          </a:xfrm>
          <a:prstGeom prst="rect">
            <a:avLst/>
          </a:prstGeom>
          <a:noFill/>
        </p:spPr>
        <p:txBody>
          <a:bodyPr wrap="none" lIns="0" tIns="0" rIns="0" bIns="0" rtlCol="0">
            <a:spAutoFit/>
          </a:bodyPr>
          <a:lstStyle/>
          <a:p>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包括处理多模态数据的算法模型</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59" name="文本框 258">
            <a:extLst>
              <a:ext uri="{FF2B5EF4-FFF2-40B4-BE49-F238E27FC236}">
                <a16:creationId xmlns:a16="http://schemas.microsoft.com/office/drawing/2014/main" id="{9ED2F450-2EE8-8FC4-6DD0-CB2F11CE9C98}"/>
              </a:ext>
            </a:extLst>
          </p:cNvPr>
          <p:cNvSpPr txBox="1"/>
          <p:nvPr/>
        </p:nvSpPr>
        <p:spPr>
          <a:xfrm>
            <a:off x="930487" y="3384353"/>
            <a:ext cx="436017" cy="261610"/>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r>
              <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rPr>
              <a:t>开放</a:t>
            </a:r>
          </a:p>
        </p:txBody>
      </p:sp>
      <p:sp>
        <p:nvSpPr>
          <p:cNvPr id="261" name="文本框 260">
            <a:extLst>
              <a:ext uri="{FF2B5EF4-FFF2-40B4-BE49-F238E27FC236}">
                <a16:creationId xmlns:a16="http://schemas.microsoft.com/office/drawing/2014/main" id="{851C4353-4821-46E6-7BE1-EA820514C1BE}"/>
              </a:ext>
            </a:extLst>
          </p:cNvPr>
          <p:cNvSpPr txBox="1"/>
          <p:nvPr/>
        </p:nvSpPr>
        <p:spPr>
          <a:xfrm>
            <a:off x="930487" y="3759164"/>
            <a:ext cx="2923877" cy="427105"/>
          </a:xfrm>
          <a:prstGeom prst="rect">
            <a:avLst/>
          </a:prstGeom>
          <a:noFill/>
        </p:spPr>
        <p:txBody>
          <a:bodyPr wrap="none" lIns="0" tIns="0" rIns="0" bIns="0" rtlCol="0">
            <a:spAutoFit/>
          </a:bodyPr>
          <a:lstStyle/>
          <a:p>
            <a:pPr>
              <a:lnSpc>
                <a:spcPct val="120000"/>
              </a:lnSpc>
            </a:pP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直接赋能给业务应用开发者，支持模型开发</a:t>
            </a:r>
            <a:endParaRPr lang="en-US" altLang="zh-CN" sz="12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20000"/>
              </a:lnSpc>
            </a:pPr>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者向平台输出模型</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62" name="文本框 261">
            <a:extLst>
              <a:ext uri="{FF2B5EF4-FFF2-40B4-BE49-F238E27FC236}">
                <a16:creationId xmlns:a16="http://schemas.microsoft.com/office/drawing/2014/main" id="{FD19E354-265D-234B-B0F3-EC6BBC475D92}"/>
              </a:ext>
            </a:extLst>
          </p:cNvPr>
          <p:cNvSpPr txBox="1"/>
          <p:nvPr/>
        </p:nvSpPr>
        <p:spPr>
          <a:xfrm>
            <a:off x="930487" y="5046990"/>
            <a:ext cx="872034" cy="261610"/>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r>
              <a:rPr lang="zh-CN" altLang="en-US" sz="1700" dirty="0">
                <a:solidFill>
                  <a:schemeClr val="accent1">
                    <a:lumMod val="100000"/>
                  </a:schemeClr>
                </a:solidFill>
                <a:latin typeface="阿里巴巴普惠体" panose="00020600040101010101" pitchFamily="18" charset="-122"/>
                <a:ea typeface="阿里巴巴普惠体" panose="00020600040101010101" pitchFamily="18" charset="-122"/>
              </a:rPr>
              <a:t>隐私学习</a:t>
            </a:r>
          </a:p>
        </p:txBody>
      </p:sp>
      <p:sp>
        <p:nvSpPr>
          <p:cNvPr id="264" name="文本框 263">
            <a:extLst>
              <a:ext uri="{FF2B5EF4-FFF2-40B4-BE49-F238E27FC236}">
                <a16:creationId xmlns:a16="http://schemas.microsoft.com/office/drawing/2014/main" id="{41827681-7A82-2AF7-0383-2C648B7F117A}"/>
              </a:ext>
            </a:extLst>
          </p:cNvPr>
          <p:cNvSpPr txBox="1"/>
          <p:nvPr/>
        </p:nvSpPr>
        <p:spPr>
          <a:xfrm>
            <a:off x="930487" y="5421801"/>
            <a:ext cx="2154436" cy="184666"/>
          </a:xfrm>
          <a:prstGeom prst="rect">
            <a:avLst/>
          </a:prstGeom>
          <a:noFill/>
        </p:spPr>
        <p:txBody>
          <a:bodyPr wrap="none" lIns="0" tIns="0" rIns="0" bIns="0" rtlCol="0">
            <a:spAutoFit/>
          </a:bodyPr>
          <a:lstStyle/>
          <a:p>
            <a:r>
              <a:rPr lang="zh-CN" altLang="en-US" sz="1200" dirty="0">
                <a:solidFill>
                  <a:schemeClr val="accent1">
                    <a:lumMod val="100000"/>
                  </a:schemeClr>
                </a:solidFill>
                <a:effectLst/>
                <a:latin typeface="MiSans Medium" panose="00000600000000000000" pitchFamily="2" charset="-122"/>
                <a:ea typeface="MiSans Medium" panose="00000600000000000000" pitchFamily="2" charset="-122"/>
              </a:rPr>
              <a:t>支持联邦学习和同态加密等技术</a:t>
            </a:r>
            <a:endParaRPr lang="zh-CN" altLang="en-US" sz="1200" dirty="0">
              <a:solidFill>
                <a:schemeClr val="accent1">
                  <a:lumMod val="100000"/>
                </a:schemeClr>
              </a:solidFill>
              <a:latin typeface="MiSans Medium" panose="00000600000000000000" pitchFamily="2" charset="-122"/>
              <a:ea typeface="MiSans Medium" panose="00000600000000000000" pitchFamily="2" charset="-122"/>
            </a:endParaRPr>
          </a:p>
        </p:txBody>
      </p:sp>
      <p:sp>
        <p:nvSpPr>
          <p:cNvPr id="265" name="文本框 264">
            <a:extLst>
              <a:ext uri="{FF2B5EF4-FFF2-40B4-BE49-F238E27FC236}">
                <a16:creationId xmlns:a16="http://schemas.microsoft.com/office/drawing/2014/main" id="{3715AC5A-AB4B-3BFA-31F4-EFD9BA0DF281}"/>
              </a:ext>
            </a:extLst>
          </p:cNvPr>
          <p:cNvSpPr txBox="1"/>
          <p:nvPr/>
        </p:nvSpPr>
        <p:spPr>
          <a:xfrm>
            <a:off x="4878487" y="3145135"/>
            <a:ext cx="237927" cy="923330"/>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算</a:t>
            </a:r>
            <a:endParaRPr lang="en-US" altLang="zh-CN" sz="1200" dirty="0">
              <a:solidFill>
                <a:schemeClr val="bg1"/>
              </a:solidFill>
              <a:effectLst/>
              <a:latin typeface="阿里巴巴普惠体" panose="00020600040101010101" pitchFamily="18" charset="-122"/>
              <a:ea typeface="阿里巴巴普惠体" panose="00020600040101010101" pitchFamily="18" charset="-122"/>
            </a:endParaRPr>
          </a:p>
          <a:p>
            <a:pPr algn="ctr"/>
            <a:endParaRPr lang="en-US" altLang="zh-CN" sz="1200" dirty="0">
              <a:solidFill>
                <a:schemeClr val="bg1"/>
              </a:solidFill>
              <a:latin typeface="阿里巴巴普惠体" panose="00020600040101010101" pitchFamily="18" charset="-122"/>
              <a:ea typeface="阿里巴巴普惠体" panose="00020600040101010101" pitchFamily="18" charset="-122"/>
            </a:endParaRPr>
          </a:p>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法</a:t>
            </a:r>
            <a:endParaRPr lang="en-US" altLang="zh-CN" sz="1200" dirty="0">
              <a:solidFill>
                <a:schemeClr val="bg1"/>
              </a:solidFill>
              <a:effectLst/>
              <a:latin typeface="阿里巴巴普惠体" panose="00020600040101010101" pitchFamily="18" charset="-122"/>
              <a:ea typeface="阿里巴巴普惠体" panose="00020600040101010101" pitchFamily="18" charset="-122"/>
            </a:endParaRPr>
          </a:p>
          <a:p>
            <a:pPr algn="ctr"/>
            <a:endParaRPr lang="en-US" altLang="zh-CN" sz="1200" dirty="0">
              <a:solidFill>
                <a:schemeClr val="bg1"/>
              </a:solidFill>
              <a:latin typeface="阿里巴巴普惠体" panose="00020600040101010101" pitchFamily="18" charset="-122"/>
              <a:ea typeface="阿里巴巴普惠体" panose="00020600040101010101" pitchFamily="18" charset="-122"/>
            </a:endParaRPr>
          </a:p>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层</a:t>
            </a:r>
            <a:endParaRPr lang="en-US" altLang="zh-CN" sz="1200" dirty="0">
              <a:solidFill>
                <a:schemeClr val="bg1"/>
              </a:solidFill>
              <a:effectLst/>
              <a:latin typeface="阿里巴巴普惠体" panose="00020600040101010101" pitchFamily="18" charset="-122"/>
              <a:ea typeface="阿里巴巴普惠体" panose="00020600040101010101" pitchFamily="18" charset="-122"/>
            </a:endParaRPr>
          </a:p>
        </p:txBody>
      </p:sp>
      <p:sp>
        <p:nvSpPr>
          <p:cNvPr id="267" name="文本框 266">
            <a:extLst>
              <a:ext uri="{FF2B5EF4-FFF2-40B4-BE49-F238E27FC236}">
                <a16:creationId xmlns:a16="http://schemas.microsoft.com/office/drawing/2014/main" id="{9B0C1645-AA00-1821-3A1E-4FE927D7A6D5}"/>
              </a:ext>
            </a:extLst>
          </p:cNvPr>
          <p:cNvSpPr txBox="1"/>
          <p:nvPr/>
        </p:nvSpPr>
        <p:spPr>
          <a:xfrm>
            <a:off x="8194874" y="1330067"/>
            <a:ext cx="615553" cy="184666"/>
          </a:xfrm>
          <a:prstGeom prst="rect">
            <a:avLst/>
          </a:prstGeom>
          <a:noFill/>
        </p:spPr>
        <p:txBody>
          <a:bodyPr wrap="non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联邦学习</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268" name="文本框 267">
            <a:extLst>
              <a:ext uri="{FF2B5EF4-FFF2-40B4-BE49-F238E27FC236}">
                <a16:creationId xmlns:a16="http://schemas.microsoft.com/office/drawing/2014/main" id="{519CB00C-6B49-FA7D-43A8-BAEB67AFCA41}"/>
              </a:ext>
            </a:extLst>
          </p:cNvPr>
          <p:cNvSpPr txBox="1"/>
          <p:nvPr/>
        </p:nvSpPr>
        <p:spPr>
          <a:xfrm>
            <a:off x="8163615" y="2497309"/>
            <a:ext cx="678071"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文本</a:t>
            </a:r>
            <a:r>
              <a:rPr lang="en-US" altLang="zh-CN" sz="1050" dirty="0">
                <a:solidFill>
                  <a:schemeClr val="bg1"/>
                </a:solidFill>
                <a:effectLst/>
                <a:latin typeface="阿里巴巴普惠体" panose="00020600040101010101" pitchFamily="18" charset="-122"/>
                <a:ea typeface="阿里巴巴普惠体" panose="00020600040101010101" pitchFamily="18" charset="-122"/>
              </a:rPr>
              <a:t>AI</a:t>
            </a:r>
            <a:r>
              <a:rPr lang="zh-CN" altLang="en-US" sz="1050" dirty="0">
                <a:solidFill>
                  <a:schemeClr val="bg1"/>
                </a:solidFill>
                <a:effectLst/>
                <a:latin typeface="阿里巴巴普惠体" panose="00020600040101010101" pitchFamily="18" charset="-122"/>
                <a:ea typeface="阿里巴巴普惠体" panose="00020600040101010101" pitchFamily="18" charset="-122"/>
              </a:rPr>
              <a:t>能力</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69" name="文本框 268">
            <a:extLst>
              <a:ext uri="{FF2B5EF4-FFF2-40B4-BE49-F238E27FC236}">
                <a16:creationId xmlns:a16="http://schemas.microsoft.com/office/drawing/2014/main" id="{3011B974-85CE-E121-413B-C40E9FEDCC39}"/>
              </a:ext>
            </a:extLst>
          </p:cNvPr>
          <p:cNvSpPr txBox="1"/>
          <p:nvPr/>
        </p:nvSpPr>
        <p:spPr>
          <a:xfrm>
            <a:off x="10149744" y="2497309"/>
            <a:ext cx="807913"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语音视频能力</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0" name="文本框 269">
            <a:extLst>
              <a:ext uri="{FF2B5EF4-FFF2-40B4-BE49-F238E27FC236}">
                <a16:creationId xmlns:a16="http://schemas.microsoft.com/office/drawing/2014/main" id="{D7DC926C-7530-DE87-6474-47B9055938BA}"/>
              </a:ext>
            </a:extLst>
          </p:cNvPr>
          <p:cNvSpPr txBox="1"/>
          <p:nvPr/>
        </p:nvSpPr>
        <p:spPr>
          <a:xfrm>
            <a:off x="6112565" y="2497309"/>
            <a:ext cx="678071"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图像</a:t>
            </a:r>
            <a:r>
              <a:rPr lang="en-US" altLang="zh-CN" sz="1050" dirty="0">
                <a:solidFill>
                  <a:schemeClr val="bg1"/>
                </a:solidFill>
                <a:effectLst/>
                <a:latin typeface="阿里巴巴普惠体" panose="00020600040101010101" pitchFamily="18" charset="-122"/>
                <a:ea typeface="阿里巴巴普惠体" panose="00020600040101010101" pitchFamily="18" charset="-122"/>
              </a:rPr>
              <a:t>AI</a:t>
            </a:r>
            <a:r>
              <a:rPr lang="zh-CN" altLang="en-US" sz="1050" dirty="0">
                <a:solidFill>
                  <a:schemeClr val="bg1"/>
                </a:solidFill>
                <a:effectLst/>
                <a:latin typeface="阿里巴巴普惠体" panose="00020600040101010101" pitchFamily="18" charset="-122"/>
                <a:ea typeface="阿里巴巴普惠体" panose="00020600040101010101" pitchFamily="18" charset="-122"/>
              </a:rPr>
              <a:t>能力</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1" name="文本框 270">
            <a:extLst>
              <a:ext uri="{FF2B5EF4-FFF2-40B4-BE49-F238E27FC236}">
                <a16:creationId xmlns:a16="http://schemas.microsoft.com/office/drawing/2014/main" id="{7E9F28C2-9A8A-F7F5-1D1B-03A6833D314E}"/>
              </a:ext>
            </a:extLst>
          </p:cNvPr>
          <p:cNvSpPr txBox="1"/>
          <p:nvPr/>
        </p:nvSpPr>
        <p:spPr>
          <a:xfrm>
            <a:off x="5966396" y="4967459"/>
            <a:ext cx="538609"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应用模型</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2" name="文本框 271">
            <a:extLst>
              <a:ext uri="{FF2B5EF4-FFF2-40B4-BE49-F238E27FC236}">
                <a16:creationId xmlns:a16="http://schemas.microsoft.com/office/drawing/2014/main" id="{BC76138D-13FA-EB33-ED41-9C9823BFE2BA}"/>
              </a:ext>
            </a:extLst>
          </p:cNvPr>
          <p:cNvSpPr txBox="1"/>
          <p:nvPr/>
        </p:nvSpPr>
        <p:spPr>
          <a:xfrm>
            <a:off x="5966396" y="5646909"/>
            <a:ext cx="538609" cy="161583"/>
          </a:xfrm>
          <a:prstGeom prst="rect">
            <a:avLst/>
          </a:prstGeom>
          <a:noFill/>
        </p:spPr>
        <p:txBody>
          <a:bodyPr wrap="none" lIns="0" tIns="0" rIns="0" bIns="0" rtlCol="0">
            <a:spAutoFit/>
          </a:bodyPr>
          <a:lstStyle/>
          <a:p>
            <a:pPr algn="ctr"/>
            <a:r>
              <a:rPr lang="zh-CN" altLang="en-US" sz="1050" dirty="0">
                <a:solidFill>
                  <a:schemeClr val="bg1"/>
                </a:solidFill>
                <a:effectLst/>
                <a:latin typeface="阿里巴巴普惠体" panose="00020600040101010101" pitchFamily="18" charset="-122"/>
                <a:ea typeface="阿里巴巴普惠体" panose="00020600040101010101" pitchFamily="18" charset="-122"/>
              </a:rPr>
              <a:t>基础算法</a:t>
            </a:r>
            <a:endParaRPr lang="zh-CN" altLang="en-US" sz="1050" dirty="0">
              <a:solidFill>
                <a:schemeClr val="bg1"/>
              </a:solidFill>
              <a:latin typeface="阿里巴巴普惠体" panose="00020600040101010101" pitchFamily="18" charset="-122"/>
              <a:ea typeface="阿里巴巴普惠体" panose="00020600040101010101" pitchFamily="18" charset="-122"/>
            </a:endParaRPr>
          </a:p>
        </p:txBody>
      </p:sp>
      <p:sp>
        <p:nvSpPr>
          <p:cNvPr id="274" name="文本框 273">
            <a:extLst>
              <a:ext uri="{FF2B5EF4-FFF2-40B4-BE49-F238E27FC236}">
                <a16:creationId xmlns:a16="http://schemas.microsoft.com/office/drawing/2014/main" id="{41EC8DDD-5B05-0CE5-3CB5-902940F49132}"/>
              </a:ext>
            </a:extLst>
          </p:cNvPr>
          <p:cNvSpPr txBox="1"/>
          <p:nvPr/>
        </p:nvSpPr>
        <p:spPr>
          <a:xfrm>
            <a:off x="6695529" y="1907917"/>
            <a:ext cx="769441"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多模态学习</a:t>
            </a:r>
          </a:p>
        </p:txBody>
      </p:sp>
      <p:sp>
        <p:nvSpPr>
          <p:cNvPr id="275" name="文本框 274">
            <a:extLst>
              <a:ext uri="{FF2B5EF4-FFF2-40B4-BE49-F238E27FC236}">
                <a16:creationId xmlns:a16="http://schemas.microsoft.com/office/drawing/2014/main" id="{BBDC876E-7231-27A6-37B5-BAD9D2EC92E4}"/>
              </a:ext>
            </a:extLst>
          </p:cNvPr>
          <p:cNvSpPr txBox="1"/>
          <p:nvPr/>
        </p:nvSpPr>
        <p:spPr>
          <a:xfrm>
            <a:off x="9694217" y="1907917"/>
            <a:ext cx="461665" cy="184666"/>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defRPr sz="1400">
                <a:gradFill>
                  <a:gsLst>
                    <a:gs pos="0">
                      <a:srgbClr val="5F99FF"/>
                    </a:gs>
                    <a:gs pos="50000">
                      <a:srgbClr val="327BFA"/>
                    </a:gs>
                    <a:gs pos="100000">
                      <a:srgbClr val="055DF6"/>
                    </a:gs>
                  </a:gsLst>
                  <a:lin ang="0" scaled="0"/>
                </a:gradFill>
                <a:effectLst/>
                <a:latin typeface="MiSans Semibold" panose="00000700000000000000" pitchFamily="2" charset="-122"/>
                <a:ea typeface="MiSans Semibold" panose="00000700000000000000" pitchFamily="2" charset="-122"/>
              </a:defRPr>
            </a:lvl1pPr>
          </a:lstStyle>
          <a:p>
            <a:pPr algn="ctr"/>
            <a:r>
              <a:rPr lang="zh-CN" altLang="en-US" sz="1200" dirty="0">
                <a:solidFill>
                  <a:schemeClr val="accent1">
                    <a:lumMod val="100000"/>
                  </a:schemeClr>
                </a:solidFill>
                <a:latin typeface="阿里巴巴普惠体" panose="00020600040101010101" pitchFamily="18" charset="-122"/>
                <a:ea typeface="阿里巴巴普惠体" panose="00020600040101010101" pitchFamily="18" charset="-122"/>
              </a:rPr>
              <a:t>图分析</a:t>
            </a:r>
          </a:p>
        </p:txBody>
      </p:sp>
      <p:sp>
        <p:nvSpPr>
          <p:cNvPr id="277" name="文本框 276">
            <a:extLst>
              <a:ext uri="{FF2B5EF4-FFF2-40B4-BE49-F238E27FC236}">
                <a16:creationId xmlns:a16="http://schemas.microsoft.com/office/drawing/2014/main" id="{33F2E8A0-4650-ED45-E90C-4C7C01A4A687}"/>
              </a:ext>
            </a:extLst>
          </p:cNvPr>
          <p:cNvSpPr txBox="1"/>
          <p:nvPr/>
        </p:nvSpPr>
        <p:spPr>
          <a:xfrm>
            <a:off x="6223942"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人脸识别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79" name="文本框 278">
            <a:extLst>
              <a:ext uri="{FF2B5EF4-FFF2-40B4-BE49-F238E27FC236}">
                <a16:creationId xmlns:a16="http://schemas.microsoft.com/office/drawing/2014/main" id="{7EB26C4F-F76C-4C1E-0FB9-332CB5498368}"/>
              </a:ext>
            </a:extLst>
          </p:cNvPr>
          <p:cNvSpPr txBox="1"/>
          <p:nvPr/>
        </p:nvSpPr>
        <p:spPr>
          <a:xfrm>
            <a:off x="6223942"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图像识别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2" name="文本框 281">
            <a:extLst>
              <a:ext uri="{FF2B5EF4-FFF2-40B4-BE49-F238E27FC236}">
                <a16:creationId xmlns:a16="http://schemas.microsoft.com/office/drawing/2014/main" id="{8F866672-68F0-A788-3EF1-939E47A28DD5}"/>
              </a:ext>
            </a:extLst>
          </p:cNvPr>
          <p:cNvSpPr txBox="1"/>
          <p:nvPr/>
        </p:nvSpPr>
        <p:spPr>
          <a:xfrm>
            <a:off x="6223942"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物体检测</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83" name="文本框 282">
            <a:extLst>
              <a:ext uri="{FF2B5EF4-FFF2-40B4-BE49-F238E27FC236}">
                <a16:creationId xmlns:a16="http://schemas.microsoft.com/office/drawing/2014/main" id="{A5A0DF1D-E0EB-0E29-15BA-39C8DB5F08F9}"/>
              </a:ext>
            </a:extLst>
          </p:cNvPr>
          <p:cNvSpPr txBox="1"/>
          <p:nvPr/>
        </p:nvSpPr>
        <p:spPr>
          <a:xfrm>
            <a:off x="6110129" y="4255101"/>
            <a:ext cx="68929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通用</a:t>
            </a: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OCR</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3" name="文本框 332">
            <a:extLst>
              <a:ext uri="{FF2B5EF4-FFF2-40B4-BE49-F238E27FC236}">
                <a16:creationId xmlns:a16="http://schemas.microsoft.com/office/drawing/2014/main" id="{8F56D83C-AC14-4C2A-4B64-E6F3217554E1}"/>
              </a:ext>
            </a:extLst>
          </p:cNvPr>
          <p:cNvSpPr txBox="1"/>
          <p:nvPr/>
        </p:nvSpPr>
        <p:spPr>
          <a:xfrm>
            <a:off x="7789217"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句法分析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4" name="文本框 333">
            <a:extLst>
              <a:ext uri="{FF2B5EF4-FFF2-40B4-BE49-F238E27FC236}">
                <a16:creationId xmlns:a16="http://schemas.microsoft.com/office/drawing/2014/main" id="{57AFAAC2-C73A-A6C9-183C-CC9166165C36}"/>
              </a:ext>
            </a:extLst>
          </p:cNvPr>
          <p:cNvSpPr txBox="1"/>
          <p:nvPr/>
        </p:nvSpPr>
        <p:spPr>
          <a:xfrm>
            <a:off x="7789217"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词法分析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6" name="文本框 335">
            <a:extLst>
              <a:ext uri="{FF2B5EF4-FFF2-40B4-BE49-F238E27FC236}">
                <a16:creationId xmlns:a16="http://schemas.microsoft.com/office/drawing/2014/main" id="{CA98F16A-2247-FB37-CD4B-E3E4A5BDFE3D}"/>
              </a:ext>
            </a:extLst>
          </p:cNvPr>
          <p:cNvSpPr txBox="1"/>
          <p:nvPr/>
        </p:nvSpPr>
        <p:spPr>
          <a:xfrm>
            <a:off x="7789217"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文档翻译</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7" name="文本框 336">
            <a:extLst>
              <a:ext uri="{FF2B5EF4-FFF2-40B4-BE49-F238E27FC236}">
                <a16:creationId xmlns:a16="http://schemas.microsoft.com/office/drawing/2014/main" id="{D09A4FAF-376B-AFDB-7D3F-CD669F449C34}"/>
              </a:ext>
            </a:extLst>
          </p:cNvPr>
          <p:cNvSpPr txBox="1"/>
          <p:nvPr/>
        </p:nvSpPr>
        <p:spPr>
          <a:xfrm>
            <a:off x="7789217" y="42551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语义分析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8" name="文本框 337">
            <a:extLst>
              <a:ext uri="{FF2B5EF4-FFF2-40B4-BE49-F238E27FC236}">
                <a16:creationId xmlns:a16="http://schemas.microsoft.com/office/drawing/2014/main" id="{DE60C129-50B8-432B-89B0-A1EA4C6B7F13}"/>
              </a:ext>
            </a:extLst>
          </p:cNvPr>
          <p:cNvSpPr txBox="1"/>
          <p:nvPr/>
        </p:nvSpPr>
        <p:spPr>
          <a:xfrm>
            <a:off x="8760767"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词性标注</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9" name="文本框 338">
            <a:extLst>
              <a:ext uri="{FF2B5EF4-FFF2-40B4-BE49-F238E27FC236}">
                <a16:creationId xmlns:a16="http://schemas.microsoft.com/office/drawing/2014/main" id="{857B8315-BC08-0F47-FE3A-C18EFA8755B5}"/>
              </a:ext>
            </a:extLst>
          </p:cNvPr>
          <p:cNvSpPr txBox="1"/>
          <p:nvPr/>
        </p:nvSpPr>
        <p:spPr>
          <a:xfrm>
            <a:off x="8760767"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关系抽取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0" name="文本框 339">
            <a:extLst>
              <a:ext uri="{FF2B5EF4-FFF2-40B4-BE49-F238E27FC236}">
                <a16:creationId xmlns:a16="http://schemas.microsoft.com/office/drawing/2014/main" id="{81C117C3-E75F-99A7-9675-65AD06BD1639}"/>
              </a:ext>
            </a:extLst>
          </p:cNvPr>
          <p:cNvSpPr txBox="1"/>
          <p:nvPr/>
        </p:nvSpPr>
        <p:spPr>
          <a:xfrm>
            <a:off x="8760767"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拼写校正</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1" name="文本框 340">
            <a:extLst>
              <a:ext uri="{FF2B5EF4-FFF2-40B4-BE49-F238E27FC236}">
                <a16:creationId xmlns:a16="http://schemas.microsoft.com/office/drawing/2014/main" id="{B8A531F3-C2D8-3A04-8905-DE6ABA168E11}"/>
              </a:ext>
            </a:extLst>
          </p:cNvPr>
          <p:cNvSpPr txBox="1"/>
          <p:nvPr/>
        </p:nvSpPr>
        <p:spPr>
          <a:xfrm>
            <a:off x="8877787" y="4255101"/>
            <a:ext cx="22762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NER</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2" name="文本框 341">
            <a:extLst>
              <a:ext uri="{FF2B5EF4-FFF2-40B4-BE49-F238E27FC236}">
                <a16:creationId xmlns:a16="http://schemas.microsoft.com/office/drawing/2014/main" id="{23368698-091C-2752-5357-C4A6B97F393D}"/>
              </a:ext>
            </a:extLst>
          </p:cNvPr>
          <p:cNvSpPr txBox="1"/>
          <p:nvPr/>
        </p:nvSpPr>
        <p:spPr>
          <a:xfrm>
            <a:off x="10326042" y="30359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语音识别</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3" name="文本框 342">
            <a:extLst>
              <a:ext uri="{FF2B5EF4-FFF2-40B4-BE49-F238E27FC236}">
                <a16:creationId xmlns:a16="http://schemas.microsoft.com/office/drawing/2014/main" id="{EDD82F8F-EB6C-F23F-4EDD-8A3570B78547}"/>
              </a:ext>
            </a:extLst>
          </p:cNvPr>
          <p:cNvSpPr txBox="1"/>
          <p:nvPr/>
        </p:nvSpPr>
        <p:spPr>
          <a:xfrm>
            <a:off x="10326042" y="3442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视频分析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6" name="文本框 345">
            <a:extLst>
              <a:ext uri="{FF2B5EF4-FFF2-40B4-BE49-F238E27FC236}">
                <a16:creationId xmlns:a16="http://schemas.microsoft.com/office/drawing/2014/main" id="{DD13130E-C320-FE87-D424-F9D35BDD105A}"/>
              </a:ext>
            </a:extLst>
          </p:cNvPr>
          <p:cNvSpPr txBox="1"/>
          <p:nvPr/>
        </p:nvSpPr>
        <p:spPr>
          <a:xfrm>
            <a:off x="10326042" y="38487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语音合成</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2" name="文本框 351">
            <a:extLst>
              <a:ext uri="{FF2B5EF4-FFF2-40B4-BE49-F238E27FC236}">
                <a16:creationId xmlns:a16="http://schemas.microsoft.com/office/drawing/2014/main" id="{84D62770-E636-B2D4-E09C-A849F255D38E}"/>
              </a:ext>
            </a:extLst>
          </p:cNvPr>
          <p:cNvSpPr txBox="1"/>
          <p:nvPr/>
        </p:nvSpPr>
        <p:spPr>
          <a:xfrm>
            <a:off x="6821090" y="498669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资产沉淀</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3" name="文本框 352">
            <a:extLst>
              <a:ext uri="{FF2B5EF4-FFF2-40B4-BE49-F238E27FC236}">
                <a16:creationId xmlns:a16="http://schemas.microsoft.com/office/drawing/2014/main" id="{01A289C1-2DC6-D59B-06BF-4C8FC4CEF8BC}"/>
              </a:ext>
            </a:extLst>
          </p:cNvPr>
          <p:cNvSpPr txBox="1"/>
          <p:nvPr/>
        </p:nvSpPr>
        <p:spPr>
          <a:xfrm>
            <a:off x="7623869" y="4986695"/>
            <a:ext cx="512961"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计算机视觉</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4" name="文本框 353">
            <a:extLst>
              <a:ext uri="{FF2B5EF4-FFF2-40B4-BE49-F238E27FC236}">
                <a16:creationId xmlns:a16="http://schemas.microsoft.com/office/drawing/2014/main" id="{C822EF97-7367-D967-DC86-58155C397F96}"/>
              </a:ext>
            </a:extLst>
          </p:cNvPr>
          <p:cNvSpPr txBox="1"/>
          <p:nvPr/>
        </p:nvSpPr>
        <p:spPr>
          <a:xfrm>
            <a:off x="8690669" y="4986695"/>
            <a:ext cx="512962"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音视频模型</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5" name="文本框 354">
            <a:extLst>
              <a:ext uri="{FF2B5EF4-FFF2-40B4-BE49-F238E27FC236}">
                <a16:creationId xmlns:a16="http://schemas.microsoft.com/office/drawing/2014/main" id="{A700EA10-7703-8CE0-3D45-6DA0AE29E44A}"/>
              </a:ext>
            </a:extLst>
          </p:cNvPr>
          <p:cNvSpPr txBox="1"/>
          <p:nvPr/>
        </p:nvSpPr>
        <p:spPr>
          <a:xfrm>
            <a:off x="9802415" y="4986695"/>
            <a:ext cx="410370"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表单预测</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6" name="文本框 355">
            <a:extLst>
              <a:ext uri="{FF2B5EF4-FFF2-40B4-BE49-F238E27FC236}">
                <a16:creationId xmlns:a16="http://schemas.microsoft.com/office/drawing/2014/main" id="{0D679542-5C1C-156F-18BB-B55D624537FA}"/>
              </a:ext>
            </a:extLst>
          </p:cNvPr>
          <p:cNvSpPr txBox="1"/>
          <p:nvPr/>
        </p:nvSpPr>
        <p:spPr>
          <a:xfrm>
            <a:off x="9564871" y="5666145"/>
            <a:ext cx="618760"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Transformer</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7" name="文本框 356">
            <a:extLst>
              <a:ext uri="{FF2B5EF4-FFF2-40B4-BE49-F238E27FC236}">
                <a16:creationId xmlns:a16="http://schemas.microsoft.com/office/drawing/2014/main" id="{409D0A63-CB34-059C-3DC7-E3A22AA4508F}"/>
              </a:ext>
            </a:extLst>
          </p:cNvPr>
          <p:cNvSpPr txBox="1"/>
          <p:nvPr/>
        </p:nvSpPr>
        <p:spPr>
          <a:xfrm>
            <a:off x="10392965" y="5666145"/>
            <a:ext cx="410370"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迁移学习</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8" name="文本框 377">
            <a:extLst>
              <a:ext uri="{FF2B5EF4-FFF2-40B4-BE49-F238E27FC236}">
                <a16:creationId xmlns:a16="http://schemas.microsoft.com/office/drawing/2014/main" id="{B9E59075-AE12-4E42-6B53-D3809ECB1117}"/>
              </a:ext>
            </a:extLst>
          </p:cNvPr>
          <p:cNvSpPr txBox="1"/>
          <p:nvPr/>
        </p:nvSpPr>
        <p:spPr>
          <a:xfrm>
            <a:off x="9018319" y="5666145"/>
            <a:ext cx="219611"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CNN</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9" name="文本框 378">
            <a:extLst>
              <a:ext uri="{FF2B5EF4-FFF2-40B4-BE49-F238E27FC236}">
                <a16:creationId xmlns:a16="http://schemas.microsoft.com/office/drawing/2014/main" id="{9E5C929A-FAFD-9F55-631E-29320D8DFE8F}"/>
              </a:ext>
            </a:extLst>
          </p:cNvPr>
          <p:cNvSpPr txBox="1"/>
          <p:nvPr/>
        </p:nvSpPr>
        <p:spPr>
          <a:xfrm>
            <a:off x="8397135" y="5666145"/>
            <a:ext cx="219611"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CNN</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0" name="文本框 379">
            <a:extLst>
              <a:ext uri="{FF2B5EF4-FFF2-40B4-BE49-F238E27FC236}">
                <a16:creationId xmlns:a16="http://schemas.microsoft.com/office/drawing/2014/main" id="{6DA49409-1681-56D9-ADBD-439CA151A035}"/>
              </a:ext>
            </a:extLst>
          </p:cNvPr>
          <p:cNvSpPr txBox="1"/>
          <p:nvPr/>
        </p:nvSpPr>
        <p:spPr>
          <a:xfrm>
            <a:off x="7551340" y="5666145"/>
            <a:ext cx="410370"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集成学习</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1" name="文本框 380">
            <a:extLst>
              <a:ext uri="{FF2B5EF4-FFF2-40B4-BE49-F238E27FC236}">
                <a16:creationId xmlns:a16="http://schemas.microsoft.com/office/drawing/2014/main" id="{E6D1AD7E-05B1-65F8-0342-550A31D19860}"/>
              </a:ext>
            </a:extLst>
          </p:cNvPr>
          <p:cNvSpPr txBox="1"/>
          <p:nvPr/>
        </p:nvSpPr>
        <p:spPr>
          <a:xfrm>
            <a:off x="6911660" y="5666145"/>
            <a:ext cx="229230" cy="123111"/>
          </a:xfrm>
          <a:prstGeom prst="rect">
            <a:avLst/>
          </a:prstGeom>
          <a:noFill/>
        </p:spPr>
        <p:txBody>
          <a:bodyPr wrap="none" lIns="0" tIns="0" rIns="0" bIns="0" rtlCol="0">
            <a:spAutoFit/>
          </a:bodyPr>
          <a:lstStyle/>
          <a:p>
            <a:pPr algn="ctr"/>
            <a:r>
              <a:rPr lang="en-US" altLang="zh-CN" sz="800" dirty="0">
                <a:solidFill>
                  <a:schemeClr val="accent1">
                    <a:lumMod val="100000"/>
                  </a:schemeClr>
                </a:solidFill>
                <a:effectLst/>
                <a:latin typeface="阿里巴巴普惠体" panose="00020600040101010101" pitchFamily="18" charset="-122"/>
                <a:ea typeface="阿里巴巴普惠体" panose="00020600040101010101" pitchFamily="18" charset="-122"/>
              </a:rPr>
              <a:t>SVM</a:t>
            </a:r>
            <a:endParaRPr lang="zh-CN" altLang="en-US" sz="8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166399729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a:extLst>
              <a:ext uri="{FF2B5EF4-FFF2-40B4-BE49-F238E27FC236}">
                <a16:creationId xmlns:a16="http://schemas.microsoft.com/office/drawing/2014/main" id="{3448D57C-5BE4-F6E7-5C49-7953E5F16A5A}"/>
              </a:ext>
            </a:extLst>
          </p:cNvPr>
          <p:cNvSpPr txBox="1"/>
          <p:nvPr/>
        </p:nvSpPr>
        <p:spPr>
          <a:xfrm>
            <a:off x="3278562" y="805688"/>
            <a:ext cx="5634877" cy="477054"/>
          </a:xfrm>
          <a:prstGeom prst="rect">
            <a:avLst/>
          </a:prstGeom>
          <a:noFill/>
        </p:spPr>
        <p:txBody>
          <a:bodyPr wrap="none" rtlCol="0">
            <a:spAutoFit/>
          </a:bodyPr>
          <a:lstStyle/>
          <a:p>
            <a:pPr algn="ct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构建全链闭环能力，投放效果持续优化</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2492290" y="604070"/>
            <a:ext cx="7207421" cy="276999"/>
          </a:xfrm>
          <a:prstGeom prst="rect">
            <a:avLst/>
          </a:prstGeom>
          <a:noFill/>
        </p:spPr>
        <p:txBody>
          <a:bodyPr wrap="none" rtlCol="0">
            <a:spAutoFit/>
          </a:bodyPr>
          <a:lstStyle/>
          <a:p>
            <a:pPr algn="ctr"/>
            <a:r>
              <a:rPr lang="en-US" altLang="zh-CN" sz="1200" dirty="0">
                <a:solidFill>
                  <a:schemeClr val="accent1">
                    <a:lumMod val="100000"/>
                    <a:alpha val="50000"/>
                  </a:schemeClr>
                </a:solidFill>
                <a:effectLst/>
                <a:latin typeface="阿里巴巴普惠体 2.0 45 Light" panose="00020600040101010101" pitchFamily="18" charset="-122"/>
              </a:rPr>
              <a:t>Build The Closed-loop Capability Of The Whole Chain And Continuously Optimize The Delivery Effect</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6" name="任意多边形: 形状 5">
            <a:extLst>
              <a:ext uri="{FF2B5EF4-FFF2-40B4-BE49-F238E27FC236}">
                <a16:creationId xmlns:a16="http://schemas.microsoft.com/office/drawing/2014/main" id="{152E7651-7DAE-D4E1-DB64-D02E83483751}"/>
              </a:ext>
            </a:extLst>
          </p:cNvPr>
          <p:cNvSpPr/>
          <p:nvPr/>
        </p:nvSpPr>
        <p:spPr>
          <a:xfrm>
            <a:off x="1830235" y="4349750"/>
            <a:ext cx="73329" cy="546100"/>
          </a:xfrm>
          <a:custGeom>
            <a:avLst/>
            <a:gdLst>
              <a:gd name="connsiteX0" fmla="*/ 43015 w 73329"/>
              <a:gd name="connsiteY0" fmla="*/ 6350 h 546100"/>
              <a:gd name="connsiteX1" fmla="*/ 36665 w 73329"/>
              <a:gd name="connsiteY1" fmla="*/ 0 h 546100"/>
              <a:gd name="connsiteX2" fmla="*/ 30315 w 73329"/>
              <a:gd name="connsiteY2" fmla="*/ 6350 h 546100"/>
              <a:gd name="connsiteX3" fmla="*/ 43015 w 73329"/>
              <a:gd name="connsiteY3" fmla="*/ 6350 h 546100"/>
              <a:gd name="connsiteX4" fmla="*/ 36665 w 73329"/>
              <a:gd name="connsiteY4" fmla="*/ 546100 h 546100"/>
              <a:gd name="connsiteX5" fmla="*/ 73330 w 73329"/>
              <a:gd name="connsiteY5" fmla="*/ 482600 h 546100"/>
              <a:gd name="connsiteX6" fmla="*/ 0 w 73329"/>
              <a:gd name="connsiteY6" fmla="*/ 482600 h 546100"/>
              <a:gd name="connsiteX7" fmla="*/ 36665 w 73329"/>
              <a:gd name="connsiteY7" fmla="*/ 546100 h 546100"/>
              <a:gd name="connsiteX8" fmla="*/ 30315 w 73329"/>
              <a:gd name="connsiteY8" fmla="*/ 6350 h 546100"/>
              <a:gd name="connsiteX9" fmla="*/ 30315 w 73329"/>
              <a:gd name="connsiteY9" fmla="*/ 488950 h 546100"/>
              <a:gd name="connsiteX10" fmla="*/ 43015 w 73329"/>
              <a:gd name="connsiteY10" fmla="*/ 488950 h 546100"/>
              <a:gd name="connsiteX11" fmla="*/ 43015 w 73329"/>
              <a:gd name="connsiteY11" fmla="*/ 6350 h 546100"/>
              <a:gd name="connsiteX12" fmla="*/ 30315 w 7332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29" h="546100">
                <a:moveTo>
                  <a:pt x="43015" y="6350"/>
                </a:moveTo>
                <a:cubicBezTo>
                  <a:pt x="43015" y="2845"/>
                  <a:pt x="40170" y="0"/>
                  <a:pt x="36665" y="0"/>
                </a:cubicBezTo>
                <a:cubicBezTo>
                  <a:pt x="33160" y="0"/>
                  <a:pt x="30315" y="2845"/>
                  <a:pt x="30315" y="6350"/>
                </a:cubicBezTo>
                <a:lnTo>
                  <a:pt x="43015" y="6350"/>
                </a:lnTo>
                <a:close/>
                <a:moveTo>
                  <a:pt x="36665" y="546100"/>
                </a:moveTo>
                <a:lnTo>
                  <a:pt x="73330" y="482600"/>
                </a:lnTo>
                <a:lnTo>
                  <a:pt x="0" y="482600"/>
                </a:lnTo>
                <a:lnTo>
                  <a:pt x="36665" y="546100"/>
                </a:lnTo>
                <a:close/>
                <a:moveTo>
                  <a:pt x="30315" y="6350"/>
                </a:moveTo>
                <a:lnTo>
                  <a:pt x="30315" y="488950"/>
                </a:lnTo>
                <a:lnTo>
                  <a:pt x="43015" y="488950"/>
                </a:lnTo>
                <a:lnTo>
                  <a:pt x="43015" y="6350"/>
                </a:lnTo>
                <a:lnTo>
                  <a:pt x="30315"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7" name="任意多边形: 形状 6">
            <a:extLst>
              <a:ext uri="{FF2B5EF4-FFF2-40B4-BE49-F238E27FC236}">
                <a16:creationId xmlns:a16="http://schemas.microsoft.com/office/drawing/2014/main" id="{41296FCE-F359-AF17-22EF-BFF179535C8C}"/>
              </a:ext>
            </a:extLst>
          </p:cNvPr>
          <p:cNvSpPr/>
          <p:nvPr/>
        </p:nvSpPr>
        <p:spPr>
          <a:xfrm>
            <a:off x="3919385" y="4349750"/>
            <a:ext cx="73329" cy="546100"/>
          </a:xfrm>
          <a:custGeom>
            <a:avLst/>
            <a:gdLst>
              <a:gd name="connsiteX0" fmla="*/ 43015 w 73329"/>
              <a:gd name="connsiteY0" fmla="*/ 6350 h 546100"/>
              <a:gd name="connsiteX1" fmla="*/ 36665 w 73329"/>
              <a:gd name="connsiteY1" fmla="*/ 0 h 546100"/>
              <a:gd name="connsiteX2" fmla="*/ 30315 w 73329"/>
              <a:gd name="connsiteY2" fmla="*/ 6350 h 546100"/>
              <a:gd name="connsiteX3" fmla="*/ 43015 w 73329"/>
              <a:gd name="connsiteY3" fmla="*/ 6350 h 546100"/>
              <a:gd name="connsiteX4" fmla="*/ 36665 w 73329"/>
              <a:gd name="connsiteY4" fmla="*/ 546100 h 546100"/>
              <a:gd name="connsiteX5" fmla="*/ 73330 w 73329"/>
              <a:gd name="connsiteY5" fmla="*/ 482600 h 546100"/>
              <a:gd name="connsiteX6" fmla="*/ 0 w 73329"/>
              <a:gd name="connsiteY6" fmla="*/ 482600 h 546100"/>
              <a:gd name="connsiteX7" fmla="*/ 36665 w 73329"/>
              <a:gd name="connsiteY7" fmla="*/ 546100 h 546100"/>
              <a:gd name="connsiteX8" fmla="*/ 30315 w 73329"/>
              <a:gd name="connsiteY8" fmla="*/ 6350 h 546100"/>
              <a:gd name="connsiteX9" fmla="*/ 30315 w 73329"/>
              <a:gd name="connsiteY9" fmla="*/ 488950 h 546100"/>
              <a:gd name="connsiteX10" fmla="*/ 43015 w 73329"/>
              <a:gd name="connsiteY10" fmla="*/ 488950 h 546100"/>
              <a:gd name="connsiteX11" fmla="*/ 43015 w 73329"/>
              <a:gd name="connsiteY11" fmla="*/ 6350 h 546100"/>
              <a:gd name="connsiteX12" fmla="*/ 30315 w 7332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29" h="546100">
                <a:moveTo>
                  <a:pt x="43015" y="6350"/>
                </a:moveTo>
                <a:cubicBezTo>
                  <a:pt x="43015" y="2845"/>
                  <a:pt x="40170" y="0"/>
                  <a:pt x="36665" y="0"/>
                </a:cubicBezTo>
                <a:cubicBezTo>
                  <a:pt x="33160" y="0"/>
                  <a:pt x="30315" y="2845"/>
                  <a:pt x="30315" y="6350"/>
                </a:cubicBezTo>
                <a:lnTo>
                  <a:pt x="43015" y="6350"/>
                </a:lnTo>
                <a:close/>
                <a:moveTo>
                  <a:pt x="36665" y="546100"/>
                </a:moveTo>
                <a:lnTo>
                  <a:pt x="73330" y="482600"/>
                </a:lnTo>
                <a:lnTo>
                  <a:pt x="0" y="482600"/>
                </a:lnTo>
                <a:lnTo>
                  <a:pt x="36665" y="546100"/>
                </a:lnTo>
                <a:close/>
                <a:moveTo>
                  <a:pt x="30315" y="6350"/>
                </a:moveTo>
                <a:lnTo>
                  <a:pt x="30315" y="488950"/>
                </a:lnTo>
                <a:lnTo>
                  <a:pt x="43015" y="488950"/>
                </a:lnTo>
                <a:lnTo>
                  <a:pt x="43015" y="6350"/>
                </a:lnTo>
                <a:lnTo>
                  <a:pt x="30315"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8" name="任意多边形: 形状 7">
            <a:extLst>
              <a:ext uri="{FF2B5EF4-FFF2-40B4-BE49-F238E27FC236}">
                <a16:creationId xmlns:a16="http://schemas.microsoft.com/office/drawing/2014/main" id="{8F9161DE-DD92-0652-6195-A78967178A2C}"/>
              </a:ext>
            </a:extLst>
          </p:cNvPr>
          <p:cNvSpPr/>
          <p:nvPr/>
        </p:nvSpPr>
        <p:spPr>
          <a:xfrm>
            <a:off x="6046635" y="4349750"/>
            <a:ext cx="73329" cy="546100"/>
          </a:xfrm>
          <a:custGeom>
            <a:avLst/>
            <a:gdLst>
              <a:gd name="connsiteX0" fmla="*/ 43015 w 73329"/>
              <a:gd name="connsiteY0" fmla="*/ 6350 h 546100"/>
              <a:gd name="connsiteX1" fmla="*/ 36665 w 73329"/>
              <a:gd name="connsiteY1" fmla="*/ 0 h 546100"/>
              <a:gd name="connsiteX2" fmla="*/ 30315 w 73329"/>
              <a:gd name="connsiteY2" fmla="*/ 6350 h 546100"/>
              <a:gd name="connsiteX3" fmla="*/ 43015 w 73329"/>
              <a:gd name="connsiteY3" fmla="*/ 6350 h 546100"/>
              <a:gd name="connsiteX4" fmla="*/ 36665 w 73329"/>
              <a:gd name="connsiteY4" fmla="*/ 546100 h 546100"/>
              <a:gd name="connsiteX5" fmla="*/ 73330 w 73329"/>
              <a:gd name="connsiteY5" fmla="*/ 482600 h 546100"/>
              <a:gd name="connsiteX6" fmla="*/ 0 w 73329"/>
              <a:gd name="connsiteY6" fmla="*/ 482600 h 546100"/>
              <a:gd name="connsiteX7" fmla="*/ 36665 w 73329"/>
              <a:gd name="connsiteY7" fmla="*/ 546100 h 546100"/>
              <a:gd name="connsiteX8" fmla="*/ 30315 w 73329"/>
              <a:gd name="connsiteY8" fmla="*/ 6350 h 546100"/>
              <a:gd name="connsiteX9" fmla="*/ 30315 w 73329"/>
              <a:gd name="connsiteY9" fmla="*/ 488950 h 546100"/>
              <a:gd name="connsiteX10" fmla="*/ 43015 w 73329"/>
              <a:gd name="connsiteY10" fmla="*/ 488950 h 546100"/>
              <a:gd name="connsiteX11" fmla="*/ 43015 w 73329"/>
              <a:gd name="connsiteY11" fmla="*/ 6350 h 546100"/>
              <a:gd name="connsiteX12" fmla="*/ 30315 w 7332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29" h="546100">
                <a:moveTo>
                  <a:pt x="43015" y="6350"/>
                </a:moveTo>
                <a:cubicBezTo>
                  <a:pt x="43015" y="2845"/>
                  <a:pt x="40170" y="0"/>
                  <a:pt x="36665" y="0"/>
                </a:cubicBezTo>
                <a:cubicBezTo>
                  <a:pt x="33160" y="0"/>
                  <a:pt x="30315" y="2845"/>
                  <a:pt x="30315" y="6350"/>
                </a:cubicBezTo>
                <a:lnTo>
                  <a:pt x="43015" y="6350"/>
                </a:lnTo>
                <a:close/>
                <a:moveTo>
                  <a:pt x="36665" y="546100"/>
                </a:moveTo>
                <a:lnTo>
                  <a:pt x="73330" y="482600"/>
                </a:lnTo>
                <a:lnTo>
                  <a:pt x="0" y="482600"/>
                </a:lnTo>
                <a:lnTo>
                  <a:pt x="36665" y="546100"/>
                </a:lnTo>
                <a:close/>
                <a:moveTo>
                  <a:pt x="30315" y="6350"/>
                </a:moveTo>
                <a:lnTo>
                  <a:pt x="30315" y="488950"/>
                </a:lnTo>
                <a:lnTo>
                  <a:pt x="43015" y="488950"/>
                </a:lnTo>
                <a:lnTo>
                  <a:pt x="43015" y="6350"/>
                </a:lnTo>
                <a:lnTo>
                  <a:pt x="30315"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10" name="任意多边形: 形状 9">
            <a:extLst>
              <a:ext uri="{FF2B5EF4-FFF2-40B4-BE49-F238E27FC236}">
                <a16:creationId xmlns:a16="http://schemas.microsoft.com/office/drawing/2014/main" id="{B3F95A86-7932-9352-D036-601BEF8014FD}"/>
              </a:ext>
            </a:extLst>
          </p:cNvPr>
          <p:cNvSpPr/>
          <p:nvPr/>
        </p:nvSpPr>
        <p:spPr>
          <a:xfrm>
            <a:off x="8167560" y="4349750"/>
            <a:ext cx="73279" cy="546100"/>
          </a:xfrm>
          <a:custGeom>
            <a:avLst/>
            <a:gdLst>
              <a:gd name="connsiteX0" fmla="*/ 42990 w 73279"/>
              <a:gd name="connsiteY0" fmla="*/ 6350 h 546100"/>
              <a:gd name="connsiteX1" fmla="*/ 36640 w 73279"/>
              <a:gd name="connsiteY1" fmla="*/ 0 h 546100"/>
              <a:gd name="connsiteX2" fmla="*/ 30290 w 73279"/>
              <a:gd name="connsiteY2" fmla="*/ 6350 h 546100"/>
              <a:gd name="connsiteX3" fmla="*/ 42990 w 73279"/>
              <a:gd name="connsiteY3" fmla="*/ 6350 h 546100"/>
              <a:gd name="connsiteX4" fmla="*/ 36640 w 73279"/>
              <a:gd name="connsiteY4" fmla="*/ 546100 h 546100"/>
              <a:gd name="connsiteX5" fmla="*/ 73279 w 73279"/>
              <a:gd name="connsiteY5" fmla="*/ 482600 h 546100"/>
              <a:gd name="connsiteX6" fmla="*/ 0 w 73279"/>
              <a:gd name="connsiteY6" fmla="*/ 482600 h 546100"/>
              <a:gd name="connsiteX7" fmla="*/ 36640 w 73279"/>
              <a:gd name="connsiteY7" fmla="*/ 546100 h 546100"/>
              <a:gd name="connsiteX8" fmla="*/ 30290 w 73279"/>
              <a:gd name="connsiteY8" fmla="*/ 6350 h 546100"/>
              <a:gd name="connsiteX9" fmla="*/ 30290 w 73279"/>
              <a:gd name="connsiteY9" fmla="*/ 488950 h 546100"/>
              <a:gd name="connsiteX10" fmla="*/ 42990 w 73279"/>
              <a:gd name="connsiteY10" fmla="*/ 488950 h 546100"/>
              <a:gd name="connsiteX11" fmla="*/ 42990 w 73279"/>
              <a:gd name="connsiteY11" fmla="*/ 6350 h 546100"/>
              <a:gd name="connsiteX12" fmla="*/ 30290 w 7327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279" h="546100">
                <a:moveTo>
                  <a:pt x="42990" y="6350"/>
                </a:moveTo>
                <a:cubicBezTo>
                  <a:pt x="42990" y="2845"/>
                  <a:pt x="40132" y="0"/>
                  <a:pt x="36640" y="0"/>
                </a:cubicBezTo>
                <a:cubicBezTo>
                  <a:pt x="33147" y="0"/>
                  <a:pt x="30290" y="2845"/>
                  <a:pt x="30290" y="6350"/>
                </a:cubicBezTo>
                <a:lnTo>
                  <a:pt x="42990" y="6350"/>
                </a:lnTo>
                <a:close/>
                <a:moveTo>
                  <a:pt x="36640" y="546100"/>
                </a:moveTo>
                <a:lnTo>
                  <a:pt x="73279" y="482600"/>
                </a:lnTo>
                <a:lnTo>
                  <a:pt x="0" y="482600"/>
                </a:lnTo>
                <a:lnTo>
                  <a:pt x="36640" y="546100"/>
                </a:lnTo>
                <a:close/>
                <a:moveTo>
                  <a:pt x="30290" y="6350"/>
                </a:moveTo>
                <a:lnTo>
                  <a:pt x="30290" y="488950"/>
                </a:lnTo>
                <a:lnTo>
                  <a:pt x="42990" y="488950"/>
                </a:lnTo>
                <a:lnTo>
                  <a:pt x="42990" y="6350"/>
                </a:lnTo>
                <a:lnTo>
                  <a:pt x="30290"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12" name="任意多边形: 形状 11">
            <a:extLst>
              <a:ext uri="{FF2B5EF4-FFF2-40B4-BE49-F238E27FC236}">
                <a16:creationId xmlns:a16="http://schemas.microsoft.com/office/drawing/2014/main" id="{88C1B742-BC73-8AE6-16D2-35ECD1BD98DE}"/>
              </a:ext>
            </a:extLst>
          </p:cNvPr>
          <p:cNvSpPr/>
          <p:nvPr/>
        </p:nvSpPr>
        <p:spPr>
          <a:xfrm>
            <a:off x="10313860" y="4349750"/>
            <a:ext cx="73279" cy="546100"/>
          </a:xfrm>
          <a:custGeom>
            <a:avLst/>
            <a:gdLst>
              <a:gd name="connsiteX0" fmla="*/ 42990 w 73279"/>
              <a:gd name="connsiteY0" fmla="*/ 6350 h 546100"/>
              <a:gd name="connsiteX1" fmla="*/ 36640 w 73279"/>
              <a:gd name="connsiteY1" fmla="*/ 0 h 546100"/>
              <a:gd name="connsiteX2" fmla="*/ 30290 w 73279"/>
              <a:gd name="connsiteY2" fmla="*/ 6350 h 546100"/>
              <a:gd name="connsiteX3" fmla="*/ 42990 w 73279"/>
              <a:gd name="connsiteY3" fmla="*/ 6350 h 546100"/>
              <a:gd name="connsiteX4" fmla="*/ 36640 w 73279"/>
              <a:gd name="connsiteY4" fmla="*/ 546100 h 546100"/>
              <a:gd name="connsiteX5" fmla="*/ 73279 w 73279"/>
              <a:gd name="connsiteY5" fmla="*/ 482600 h 546100"/>
              <a:gd name="connsiteX6" fmla="*/ 0 w 73279"/>
              <a:gd name="connsiteY6" fmla="*/ 482600 h 546100"/>
              <a:gd name="connsiteX7" fmla="*/ 36640 w 73279"/>
              <a:gd name="connsiteY7" fmla="*/ 546100 h 546100"/>
              <a:gd name="connsiteX8" fmla="*/ 30290 w 73279"/>
              <a:gd name="connsiteY8" fmla="*/ 6350 h 546100"/>
              <a:gd name="connsiteX9" fmla="*/ 30290 w 73279"/>
              <a:gd name="connsiteY9" fmla="*/ 488950 h 546100"/>
              <a:gd name="connsiteX10" fmla="*/ 42990 w 73279"/>
              <a:gd name="connsiteY10" fmla="*/ 488950 h 546100"/>
              <a:gd name="connsiteX11" fmla="*/ 42990 w 73279"/>
              <a:gd name="connsiteY11" fmla="*/ 6350 h 546100"/>
              <a:gd name="connsiteX12" fmla="*/ 30290 w 73279"/>
              <a:gd name="connsiteY12" fmla="*/ 6350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279" h="546100">
                <a:moveTo>
                  <a:pt x="42990" y="6350"/>
                </a:moveTo>
                <a:cubicBezTo>
                  <a:pt x="42990" y="2845"/>
                  <a:pt x="40132" y="0"/>
                  <a:pt x="36640" y="0"/>
                </a:cubicBezTo>
                <a:cubicBezTo>
                  <a:pt x="33147" y="0"/>
                  <a:pt x="30290" y="2845"/>
                  <a:pt x="30290" y="6350"/>
                </a:cubicBezTo>
                <a:lnTo>
                  <a:pt x="42990" y="6350"/>
                </a:lnTo>
                <a:close/>
                <a:moveTo>
                  <a:pt x="36640" y="546100"/>
                </a:moveTo>
                <a:lnTo>
                  <a:pt x="73279" y="482600"/>
                </a:lnTo>
                <a:lnTo>
                  <a:pt x="0" y="482600"/>
                </a:lnTo>
                <a:lnTo>
                  <a:pt x="36640" y="546100"/>
                </a:lnTo>
                <a:close/>
                <a:moveTo>
                  <a:pt x="30290" y="6350"/>
                </a:moveTo>
                <a:lnTo>
                  <a:pt x="30290" y="488950"/>
                </a:lnTo>
                <a:lnTo>
                  <a:pt x="42990" y="488950"/>
                </a:lnTo>
                <a:lnTo>
                  <a:pt x="42990" y="6350"/>
                </a:lnTo>
                <a:lnTo>
                  <a:pt x="30290" y="6350"/>
                </a:lnTo>
                <a:close/>
              </a:path>
            </a:pathLst>
          </a:custGeom>
          <a:gradFill flip="none" rotWithShape="1">
            <a:gsLst>
              <a:gs pos="0">
                <a:schemeClr val="accent1">
                  <a:lumMod val="100000"/>
                </a:schemeClr>
              </a:gs>
              <a:gs pos="10">
                <a:schemeClr val="accent1">
                  <a:lumMod val="100000"/>
                </a:schemeClr>
              </a:gs>
              <a:gs pos="99000">
                <a:schemeClr val="accent1">
                  <a:lumMod val="100000"/>
                </a:schemeClr>
              </a:gs>
            </a:gsLst>
            <a:lin ang="5400000" scaled="1"/>
            <a:tileRect/>
          </a:gradFill>
          <a:ln w="6350" cap="flat">
            <a:noFill/>
            <a:prstDash val="solid"/>
            <a:miter/>
          </a:ln>
        </p:spPr>
        <p:txBody>
          <a:bodyPr rtlCol="0" anchor="ctr"/>
          <a:lstStyle/>
          <a:p>
            <a:endParaRPr lang="zh-CN" altLang="en-US"/>
          </a:p>
        </p:txBody>
      </p:sp>
      <p:sp>
        <p:nvSpPr>
          <p:cNvPr id="13" name="任意多边形: 形状 12">
            <a:extLst>
              <a:ext uri="{FF2B5EF4-FFF2-40B4-BE49-F238E27FC236}">
                <a16:creationId xmlns:a16="http://schemas.microsoft.com/office/drawing/2014/main" id="{29D536DB-6AF7-7E3E-F6FA-E765DE352C3C}"/>
              </a:ext>
            </a:extLst>
          </p:cNvPr>
          <p:cNvSpPr/>
          <p:nvPr/>
        </p:nvSpPr>
        <p:spPr>
          <a:xfrm>
            <a:off x="7232650" y="2368550"/>
            <a:ext cx="1943100" cy="1123950"/>
          </a:xfrm>
          <a:custGeom>
            <a:avLst/>
            <a:gdLst>
              <a:gd name="connsiteX0" fmla="*/ 1892300 w 1943100"/>
              <a:gd name="connsiteY0" fmla="*/ 0 h 1123950"/>
              <a:gd name="connsiteX1" fmla="*/ 1943100 w 1943100"/>
              <a:gd name="connsiteY1" fmla="*/ 0 h 1123950"/>
              <a:gd name="connsiteX2" fmla="*/ 1943100 w 1943100"/>
              <a:gd name="connsiteY2" fmla="*/ 1123950 h 1123950"/>
              <a:gd name="connsiteX3" fmla="*/ 1892300 w 1943100"/>
              <a:gd name="connsiteY3" fmla="*/ 1123950 h 1123950"/>
              <a:gd name="connsiteX4" fmla="*/ 50800 w 1943100"/>
              <a:gd name="connsiteY4" fmla="*/ 1123950 h 1123950"/>
              <a:gd name="connsiteX5" fmla="*/ 0 w 1943100"/>
              <a:gd name="connsiteY5" fmla="*/ 1123950 h 1123950"/>
              <a:gd name="connsiteX6" fmla="*/ 0 w 1943100"/>
              <a:gd name="connsiteY6" fmla="*/ 0 h 1123950"/>
              <a:gd name="connsiteX7" fmla="*/ 50800 w 1943100"/>
              <a:gd name="connsiteY7" fmla="*/ 0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23950">
                <a:moveTo>
                  <a:pt x="1892300" y="0"/>
                </a:moveTo>
                <a:cubicBezTo>
                  <a:pt x="1920356" y="0"/>
                  <a:pt x="1943100" y="0"/>
                  <a:pt x="1943100" y="0"/>
                </a:cubicBezTo>
                <a:lnTo>
                  <a:pt x="1943100" y="1123950"/>
                </a:lnTo>
                <a:cubicBezTo>
                  <a:pt x="1943100" y="1123950"/>
                  <a:pt x="1920356" y="1123950"/>
                  <a:pt x="1892300" y="1123950"/>
                </a:cubicBezTo>
                <a:lnTo>
                  <a:pt x="50800" y="1123950"/>
                </a:lnTo>
                <a:cubicBezTo>
                  <a:pt x="22744" y="1123950"/>
                  <a:pt x="0" y="1123950"/>
                  <a:pt x="0" y="112395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tlCol="0" anchor="ctr"/>
          <a:lstStyle/>
          <a:p>
            <a:endParaRPr lang="zh-CN" altLang="en-US"/>
          </a:p>
        </p:txBody>
      </p:sp>
      <p:sp>
        <p:nvSpPr>
          <p:cNvPr id="15" name="任意多边形: 形状 14">
            <a:extLst>
              <a:ext uri="{FF2B5EF4-FFF2-40B4-BE49-F238E27FC236}">
                <a16:creationId xmlns:a16="http://schemas.microsoft.com/office/drawing/2014/main" id="{DFF9DCC1-8768-FEE4-FCBA-BB7A0175B270}"/>
              </a:ext>
            </a:extLst>
          </p:cNvPr>
          <p:cNvSpPr/>
          <p:nvPr/>
        </p:nvSpPr>
        <p:spPr>
          <a:xfrm>
            <a:off x="2984500" y="2368550"/>
            <a:ext cx="1943100" cy="1123950"/>
          </a:xfrm>
          <a:custGeom>
            <a:avLst/>
            <a:gdLst>
              <a:gd name="connsiteX0" fmla="*/ 1892300 w 1943100"/>
              <a:gd name="connsiteY0" fmla="*/ 0 h 1123950"/>
              <a:gd name="connsiteX1" fmla="*/ 1943100 w 1943100"/>
              <a:gd name="connsiteY1" fmla="*/ 0 h 1123950"/>
              <a:gd name="connsiteX2" fmla="*/ 1943100 w 1943100"/>
              <a:gd name="connsiteY2" fmla="*/ 1123950 h 1123950"/>
              <a:gd name="connsiteX3" fmla="*/ 1892300 w 1943100"/>
              <a:gd name="connsiteY3" fmla="*/ 1123950 h 1123950"/>
              <a:gd name="connsiteX4" fmla="*/ 50800 w 1943100"/>
              <a:gd name="connsiteY4" fmla="*/ 1123950 h 1123950"/>
              <a:gd name="connsiteX5" fmla="*/ 0 w 1943100"/>
              <a:gd name="connsiteY5" fmla="*/ 1123950 h 1123950"/>
              <a:gd name="connsiteX6" fmla="*/ 0 w 1943100"/>
              <a:gd name="connsiteY6" fmla="*/ 0 h 1123950"/>
              <a:gd name="connsiteX7" fmla="*/ 50800 w 1943100"/>
              <a:gd name="connsiteY7" fmla="*/ 0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23950">
                <a:moveTo>
                  <a:pt x="1892300" y="0"/>
                </a:moveTo>
                <a:cubicBezTo>
                  <a:pt x="1920356" y="0"/>
                  <a:pt x="1943100" y="0"/>
                  <a:pt x="1943100" y="0"/>
                </a:cubicBezTo>
                <a:lnTo>
                  <a:pt x="1943100" y="1123950"/>
                </a:lnTo>
                <a:cubicBezTo>
                  <a:pt x="1943100" y="1123950"/>
                  <a:pt x="1920356" y="1123950"/>
                  <a:pt x="1892300" y="1123950"/>
                </a:cubicBezTo>
                <a:lnTo>
                  <a:pt x="50800" y="1123950"/>
                </a:lnTo>
                <a:cubicBezTo>
                  <a:pt x="22744" y="1123950"/>
                  <a:pt x="0" y="1123950"/>
                  <a:pt x="0" y="112395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 name="任意多边形: 形状 15">
            <a:extLst>
              <a:ext uri="{FF2B5EF4-FFF2-40B4-BE49-F238E27FC236}">
                <a16:creationId xmlns:a16="http://schemas.microsoft.com/office/drawing/2014/main" id="{C50A4716-62A5-6241-BEEE-2C3164DECE2B}"/>
              </a:ext>
            </a:extLst>
          </p:cNvPr>
          <p:cNvSpPr/>
          <p:nvPr/>
        </p:nvSpPr>
        <p:spPr>
          <a:xfrm>
            <a:off x="7232650" y="3619500"/>
            <a:ext cx="1943100" cy="1143000"/>
          </a:xfrm>
          <a:custGeom>
            <a:avLst/>
            <a:gdLst>
              <a:gd name="connsiteX0" fmla="*/ 1892300 w 1943100"/>
              <a:gd name="connsiteY0" fmla="*/ 0 h 1143000"/>
              <a:gd name="connsiteX1" fmla="*/ 1943100 w 1943100"/>
              <a:gd name="connsiteY1" fmla="*/ 0 h 1143000"/>
              <a:gd name="connsiteX2" fmla="*/ 1943100 w 1943100"/>
              <a:gd name="connsiteY2" fmla="*/ 1143000 h 1143000"/>
              <a:gd name="connsiteX3" fmla="*/ 1892300 w 1943100"/>
              <a:gd name="connsiteY3" fmla="*/ 1143000 h 1143000"/>
              <a:gd name="connsiteX4" fmla="*/ 50800 w 1943100"/>
              <a:gd name="connsiteY4" fmla="*/ 1143000 h 1143000"/>
              <a:gd name="connsiteX5" fmla="*/ 0 w 1943100"/>
              <a:gd name="connsiteY5" fmla="*/ 1143000 h 1143000"/>
              <a:gd name="connsiteX6" fmla="*/ 0 w 1943100"/>
              <a:gd name="connsiteY6" fmla="*/ 0 h 1143000"/>
              <a:gd name="connsiteX7" fmla="*/ 50800 w 1943100"/>
              <a:gd name="connsiteY7" fmla="*/ 0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43000">
                <a:moveTo>
                  <a:pt x="1892300" y="0"/>
                </a:moveTo>
                <a:cubicBezTo>
                  <a:pt x="1920356" y="0"/>
                  <a:pt x="1943100" y="0"/>
                  <a:pt x="1943100" y="0"/>
                </a:cubicBezTo>
                <a:lnTo>
                  <a:pt x="1943100" y="1143000"/>
                </a:lnTo>
                <a:cubicBezTo>
                  <a:pt x="1943100" y="1143000"/>
                  <a:pt x="1920356" y="1143000"/>
                  <a:pt x="1892300" y="1143000"/>
                </a:cubicBezTo>
                <a:lnTo>
                  <a:pt x="50800" y="1143000"/>
                </a:lnTo>
                <a:cubicBezTo>
                  <a:pt x="22744" y="1143000"/>
                  <a:pt x="0" y="1143000"/>
                  <a:pt x="0" y="114300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tlCol="0" anchor="ctr"/>
          <a:lstStyle/>
          <a:p>
            <a:endParaRPr lang="zh-CN" altLang="en-US"/>
          </a:p>
        </p:txBody>
      </p:sp>
      <p:sp>
        <p:nvSpPr>
          <p:cNvPr id="17" name="任意多边形: 形状 16">
            <a:extLst>
              <a:ext uri="{FF2B5EF4-FFF2-40B4-BE49-F238E27FC236}">
                <a16:creationId xmlns:a16="http://schemas.microsoft.com/office/drawing/2014/main" id="{FFD03BA9-7F28-435E-F48E-4E14B6C22854}"/>
              </a:ext>
            </a:extLst>
          </p:cNvPr>
          <p:cNvSpPr/>
          <p:nvPr/>
        </p:nvSpPr>
        <p:spPr>
          <a:xfrm>
            <a:off x="2984500" y="3619500"/>
            <a:ext cx="1943100" cy="1143000"/>
          </a:xfrm>
          <a:custGeom>
            <a:avLst/>
            <a:gdLst>
              <a:gd name="connsiteX0" fmla="*/ 1892300 w 1943100"/>
              <a:gd name="connsiteY0" fmla="*/ 0 h 1143000"/>
              <a:gd name="connsiteX1" fmla="*/ 1943100 w 1943100"/>
              <a:gd name="connsiteY1" fmla="*/ 0 h 1143000"/>
              <a:gd name="connsiteX2" fmla="*/ 1943100 w 1943100"/>
              <a:gd name="connsiteY2" fmla="*/ 1143000 h 1143000"/>
              <a:gd name="connsiteX3" fmla="*/ 1892300 w 1943100"/>
              <a:gd name="connsiteY3" fmla="*/ 1143000 h 1143000"/>
              <a:gd name="connsiteX4" fmla="*/ 50800 w 1943100"/>
              <a:gd name="connsiteY4" fmla="*/ 1143000 h 1143000"/>
              <a:gd name="connsiteX5" fmla="*/ 0 w 1943100"/>
              <a:gd name="connsiteY5" fmla="*/ 1143000 h 1143000"/>
              <a:gd name="connsiteX6" fmla="*/ 0 w 1943100"/>
              <a:gd name="connsiteY6" fmla="*/ 0 h 1143000"/>
              <a:gd name="connsiteX7" fmla="*/ 50800 w 1943100"/>
              <a:gd name="connsiteY7" fmla="*/ 0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100" h="1143000">
                <a:moveTo>
                  <a:pt x="1892300" y="0"/>
                </a:moveTo>
                <a:cubicBezTo>
                  <a:pt x="1920356" y="0"/>
                  <a:pt x="1943100" y="0"/>
                  <a:pt x="1943100" y="0"/>
                </a:cubicBezTo>
                <a:lnTo>
                  <a:pt x="1943100" y="1143000"/>
                </a:lnTo>
                <a:cubicBezTo>
                  <a:pt x="1943100" y="1143000"/>
                  <a:pt x="1920356" y="1143000"/>
                  <a:pt x="1892300" y="1143000"/>
                </a:cubicBezTo>
                <a:lnTo>
                  <a:pt x="50800" y="1143000"/>
                </a:lnTo>
                <a:cubicBezTo>
                  <a:pt x="22744" y="1143000"/>
                  <a:pt x="0" y="1143000"/>
                  <a:pt x="0" y="1143000"/>
                </a:cubicBezTo>
                <a:lnTo>
                  <a:pt x="0" y="0"/>
                </a:lnTo>
                <a:cubicBezTo>
                  <a:pt x="0" y="0"/>
                  <a:pt x="22744" y="0"/>
                  <a:pt x="50800" y="0"/>
                </a:cubicBezTo>
                <a:close/>
              </a:path>
            </a:pathLst>
          </a:custGeom>
          <a:solidFill>
            <a:srgbClr val="F7F7F7">
              <a:alpha val="20000"/>
            </a:srgbClr>
          </a:solidFill>
          <a:ln w="6350" cap="flat">
            <a:solidFill>
              <a:srgbClr val="4D4D4D">
                <a:alpha val="50000"/>
              </a:srgbClr>
            </a:solidFill>
            <a:custDash>
              <a:ds d="600000" sp="600000"/>
            </a:custDash>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 name="任意多边形: 形状 18">
            <a:extLst>
              <a:ext uri="{FF2B5EF4-FFF2-40B4-BE49-F238E27FC236}">
                <a16:creationId xmlns:a16="http://schemas.microsoft.com/office/drawing/2014/main" id="{C9DE261A-FCF4-691F-2A72-647EF7F63BEE}"/>
              </a:ext>
            </a:extLst>
          </p:cNvPr>
          <p:cNvSpPr/>
          <p:nvPr/>
        </p:nvSpPr>
        <p:spPr>
          <a:xfrm>
            <a:off x="9378950" y="2362200"/>
            <a:ext cx="1936750" cy="2400300"/>
          </a:xfrm>
          <a:custGeom>
            <a:avLst/>
            <a:gdLst>
              <a:gd name="connsiteX0" fmla="*/ 1885950 w 1936750"/>
              <a:gd name="connsiteY0" fmla="*/ 0 h 2400300"/>
              <a:gd name="connsiteX1" fmla="*/ 1936750 w 1936750"/>
              <a:gd name="connsiteY1" fmla="*/ 0 h 2400300"/>
              <a:gd name="connsiteX2" fmla="*/ 1936750 w 1936750"/>
              <a:gd name="connsiteY2" fmla="*/ 2400300 h 2400300"/>
              <a:gd name="connsiteX3" fmla="*/ 1885950 w 1936750"/>
              <a:gd name="connsiteY3" fmla="*/ 2400300 h 2400300"/>
              <a:gd name="connsiteX4" fmla="*/ 50800 w 1936750"/>
              <a:gd name="connsiteY4" fmla="*/ 2400300 h 2400300"/>
              <a:gd name="connsiteX5" fmla="*/ 0 w 1936750"/>
              <a:gd name="connsiteY5" fmla="*/ 2400300 h 2400300"/>
              <a:gd name="connsiteX6" fmla="*/ 0 w 1936750"/>
              <a:gd name="connsiteY6" fmla="*/ 0 h 2400300"/>
              <a:gd name="connsiteX7" fmla="*/ 50800 w 1936750"/>
              <a:gd name="connsiteY7" fmla="*/ 0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50" h="2400300">
                <a:moveTo>
                  <a:pt x="1885950" y="0"/>
                </a:moveTo>
                <a:cubicBezTo>
                  <a:pt x="1914006" y="0"/>
                  <a:pt x="1936750" y="0"/>
                  <a:pt x="1936750" y="0"/>
                </a:cubicBezTo>
                <a:lnTo>
                  <a:pt x="1936750" y="2400300"/>
                </a:lnTo>
                <a:cubicBezTo>
                  <a:pt x="1936750" y="2400300"/>
                  <a:pt x="1914006" y="2400300"/>
                  <a:pt x="1885950" y="2400300"/>
                </a:cubicBezTo>
                <a:lnTo>
                  <a:pt x="50800" y="2400300"/>
                </a:lnTo>
                <a:cubicBezTo>
                  <a:pt x="22744" y="2400300"/>
                  <a:pt x="0" y="2400300"/>
                  <a:pt x="0" y="24003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1" name="任意多边形: 形状 20">
            <a:extLst>
              <a:ext uri="{FF2B5EF4-FFF2-40B4-BE49-F238E27FC236}">
                <a16:creationId xmlns:a16="http://schemas.microsoft.com/office/drawing/2014/main" id="{5F4920DA-E563-9ABD-D16A-0D5F48454AFD}"/>
              </a:ext>
            </a:extLst>
          </p:cNvPr>
          <p:cNvSpPr/>
          <p:nvPr/>
        </p:nvSpPr>
        <p:spPr>
          <a:xfrm>
            <a:off x="5111750" y="2362200"/>
            <a:ext cx="1936750" cy="2400300"/>
          </a:xfrm>
          <a:custGeom>
            <a:avLst/>
            <a:gdLst>
              <a:gd name="connsiteX0" fmla="*/ 1885950 w 1936750"/>
              <a:gd name="connsiteY0" fmla="*/ 0 h 2400300"/>
              <a:gd name="connsiteX1" fmla="*/ 1936750 w 1936750"/>
              <a:gd name="connsiteY1" fmla="*/ 0 h 2400300"/>
              <a:gd name="connsiteX2" fmla="*/ 1936750 w 1936750"/>
              <a:gd name="connsiteY2" fmla="*/ 2400300 h 2400300"/>
              <a:gd name="connsiteX3" fmla="*/ 1885950 w 1936750"/>
              <a:gd name="connsiteY3" fmla="*/ 2400300 h 2400300"/>
              <a:gd name="connsiteX4" fmla="*/ 50800 w 1936750"/>
              <a:gd name="connsiteY4" fmla="*/ 2400300 h 2400300"/>
              <a:gd name="connsiteX5" fmla="*/ 0 w 1936750"/>
              <a:gd name="connsiteY5" fmla="*/ 2400300 h 2400300"/>
              <a:gd name="connsiteX6" fmla="*/ 0 w 1936750"/>
              <a:gd name="connsiteY6" fmla="*/ 0 h 2400300"/>
              <a:gd name="connsiteX7" fmla="*/ 50800 w 1936750"/>
              <a:gd name="connsiteY7" fmla="*/ 0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50" h="2400300">
                <a:moveTo>
                  <a:pt x="1885950" y="0"/>
                </a:moveTo>
                <a:cubicBezTo>
                  <a:pt x="1914006" y="0"/>
                  <a:pt x="1936750" y="0"/>
                  <a:pt x="1936750" y="0"/>
                </a:cubicBezTo>
                <a:lnTo>
                  <a:pt x="1936750" y="2400300"/>
                </a:lnTo>
                <a:cubicBezTo>
                  <a:pt x="1936750" y="2400300"/>
                  <a:pt x="1914006" y="2400300"/>
                  <a:pt x="1885950" y="2400300"/>
                </a:cubicBezTo>
                <a:lnTo>
                  <a:pt x="50800" y="2400300"/>
                </a:lnTo>
                <a:cubicBezTo>
                  <a:pt x="22744" y="2400300"/>
                  <a:pt x="0" y="2400300"/>
                  <a:pt x="0" y="24003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3" name="任意多边形: 形状 22">
            <a:extLst>
              <a:ext uri="{FF2B5EF4-FFF2-40B4-BE49-F238E27FC236}">
                <a16:creationId xmlns:a16="http://schemas.microsoft.com/office/drawing/2014/main" id="{60B25C8F-85DB-F4E5-3C6C-830879BB3977}"/>
              </a:ext>
            </a:extLst>
          </p:cNvPr>
          <p:cNvSpPr/>
          <p:nvPr/>
        </p:nvSpPr>
        <p:spPr>
          <a:xfrm>
            <a:off x="889000" y="2362200"/>
            <a:ext cx="1936750" cy="2400300"/>
          </a:xfrm>
          <a:custGeom>
            <a:avLst/>
            <a:gdLst>
              <a:gd name="connsiteX0" fmla="*/ 1885950 w 1936750"/>
              <a:gd name="connsiteY0" fmla="*/ 0 h 2400300"/>
              <a:gd name="connsiteX1" fmla="*/ 1936750 w 1936750"/>
              <a:gd name="connsiteY1" fmla="*/ 0 h 2400300"/>
              <a:gd name="connsiteX2" fmla="*/ 1936750 w 1936750"/>
              <a:gd name="connsiteY2" fmla="*/ 2400300 h 2400300"/>
              <a:gd name="connsiteX3" fmla="*/ 1885950 w 1936750"/>
              <a:gd name="connsiteY3" fmla="*/ 2400300 h 2400300"/>
              <a:gd name="connsiteX4" fmla="*/ 50800 w 1936750"/>
              <a:gd name="connsiteY4" fmla="*/ 2400300 h 2400300"/>
              <a:gd name="connsiteX5" fmla="*/ 0 w 1936750"/>
              <a:gd name="connsiteY5" fmla="*/ 2400300 h 2400300"/>
              <a:gd name="connsiteX6" fmla="*/ 0 w 1936750"/>
              <a:gd name="connsiteY6" fmla="*/ 0 h 2400300"/>
              <a:gd name="connsiteX7" fmla="*/ 50800 w 1936750"/>
              <a:gd name="connsiteY7" fmla="*/ 0 h 240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50" h="2400300">
                <a:moveTo>
                  <a:pt x="1885950" y="0"/>
                </a:moveTo>
                <a:cubicBezTo>
                  <a:pt x="1914006" y="0"/>
                  <a:pt x="1936750" y="0"/>
                  <a:pt x="1936750" y="0"/>
                </a:cubicBezTo>
                <a:lnTo>
                  <a:pt x="1936750" y="2400300"/>
                </a:lnTo>
                <a:cubicBezTo>
                  <a:pt x="1936750" y="2400300"/>
                  <a:pt x="1914006" y="2400300"/>
                  <a:pt x="1885950" y="2400300"/>
                </a:cubicBezTo>
                <a:lnTo>
                  <a:pt x="50800" y="2400300"/>
                </a:lnTo>
                <a:cubicBezTo>
                  <a:pt x="22744" y="2400300"/>
                  <a:pt x="0" y="2400300"/>
                  <a:pt x="0" y="24003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9" name="矩形: 圆角 28">
            <a:extLst>
              <a:ext uri="{FF2B5EF4-FFF2-40B4-BE49-F238E27FC236}">
                <a16:creationId xmlns:a16="http://schemas.microsoft.com/office/drawing/2014/main" id="{B899D673-7E20-BD39-251E-F0604F8ED6AA}"/>
              </a:ext>
            </a:extLst>
          </p:cNvPr>
          <p:cNvSpPr/>
          <p:nvPr/>
        </p:nvSpPr>
        <p:spPr>
          <a:xfrm>
            <a:off x="109855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3" name="矩形: 圆角 32">
            <a:extLst>
              <a:ext uri="{FF2B5EF4-FFF2-40B4-BE49-F238E27FC236}">
                <a16:creationId xmlns:a16="http://schemas.microsoft.com/office/drawing/2014/main" id="{30400630-CECC-31EF-90A7-DE0C8FDFAE01}"/>
              </a:ext>
            </a:extLst>
          </p:cNvPr>
          <p:cNvSpPr/>
          <p:nvPr/>
        </p:nvSpPr>
        <p:spPr>
          <a:xfrm>
            <a:off x="889000" y="5784850"/>
            <a:ext cx="104267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7" name="矩形: 圆角 36">
            <a:extLst>
              <a:ext uri="{FF2B5EF4-FFF2-40B4-BE49-F238E27FC236}">
                <a16:creationId xmlns:a16="http://schemas.microsoft.com/office/drawing/2014/main" id="{D1C43690-7168-353F-07C2-4D1982E48A1E}"/>
              </a:ext>
            </a:extLst>
          </p:cNvPr>
          <p:cNvSpPr/>
          <p:nvPr/>
        </p:nvSpPr>
        <p:spPr>
          <a:xfrm>
            <a:off x="320040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1" name="矩形: 圆角 40">
            <a:extLst>
              <a:ext uri="{FF2B5EF4-FFF2-40B4-BE49-F238E27FC236}">
                <a16:creationId xmlns:a16="http://schemas.microsoft.com/office/drawing/2014/main" id="{E96EBC73-1115-FFEF-3443-564315CF1DF8}"/>
              </a:ext>
            </a:extLst>
          </p:cNvPr>
          <p:cNvSpPr/>
          <p:nvPr/>
        </p:nvSpPr>
        <p:spPr>
          <a:xfrm>
            <a:off x="530225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4" name="矩形: 圆角 43">
            <a:extLst>
              <a:ext uri="{FF2B5EF4-FFF2-40B4-BE49-F238E27FC236}">
                <a16:creationId xmlns:a16="http://schemas.microsoft.com/office/drawing/2014/main" id="{E82B66C4-83C9-9ADE-2CA2-C5B9CBFF942E}"/>
              </a:ext>
            </a:extLst>
          </p:cNvPr>
          <p:cNvSpPr/>
          <p:nvPr/>
        </p:nvSpPr>
        <p:spPr>
          <a:xfrm>
            <a:off x="740410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9" name="矩形: 圆角 48">
            <a:extLst>
              <a:ext uri="{FF2B5EF4-FFF2-40B4-BE49-F238E27FC236}">
                <a16:creationId xmlns:a16="http://schemas.microsoft.com/office/drawing/2014/main" id="{E3162B22-B3CB-98B2-C5D0-EE7EA01B46E2}"/>
              </a:ext>
            </a:extLst>
          </p:cNvPr>
          <p:cNvSpPr/>
          <p:nvPr/>
        </p:nvSpPr>
        <p:spPr>
          <a:xfrm>
            <a:off x="7232650" y="236855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3" name="矩形: 圆角 52">
            <a:extLst>
              <a:ext uri="{FF2B5EF4-FFF2-40B4-BE49-F238E27FC236}">
                <a16:creationId xmlns:a16="http://schemas.microsoft.com/office/drawing/2014/main" id="{49DCA2F5-E9FB-1C5E-29FB-811811444902}"/>
              </a:ext>
            </a:extLst>
          </p:cNvPr>
          <p:cNvSpPr/>
          <p:nvPr/>
        </p:nvSpPr>
        <p:spPr>
          <a:xfrm>
            <a:off x="2984500" y="236855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7" name="矩形: 圆角 56">
            <a:extLst>
              <a:ext uri="{FF2B5EF4-FFF2-40B4-BE49-F238E27FC236}">
                <a16:creationId xmlns:a16="http://schemas.microsoft.com/office/drawing/2014/main" id="{2B498204-C847-CAED-9FE4-02F9159D5E6D}"/>
              </a:ext>
            </a:extLst>
          </p:cNvPr>
          <p:cNvSpPr/>
          <p:nvPr/>
        </p:nvSpPr>
        <p:spPr>
          <a:xfrm>
            <a:off x="7232650" y="361950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1" name="矩形: 圆角 60">
            <a:extLst>
              <a:ext uri="{FF2B5EF4-FFF2-40B4-BE49-F238E27FC236}">
                <a16:creationId xmlns:a16="http://schemas.microsoft.com/office/drawing/2014/main" id="{9A8789AD-FA40-1943-BAFD-2B60082CF13F}"/>
              </a:ext>
            </a:extLst>
          </p:cNvPr>
          <p:cNvSpPr/>
          <p:nvPr/>
        </p:nvSpPr>
        <p:spPr>
          <a:xfrm>
            <a:off x="2984500" y="3619500"/>
            <a:ext cx="19431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28" name="矩形: 圆角 127">
            <a:extLst>
              <a:ext uri="{FF2B5EF4-FFF2-40B4-BE49-F238E27FC236}">
                <a16:creationId xmlns:a16="http://schemas.microsoft.com/office/drawing/2014/main" id="{9AE828A6-3137-016F-90FF-1315C8B69C89}"/>
              </a:ext>
            </a:extLst>
          </p:cNvPr>
          <p:cNvSpPr/>
          <p:nvPr/>
        </p:nvSpPr>
        <p:spPr>
          <a:xfrm>
            <a:off x="9505950" y="1758950"/>
            <a:ext cx="1511300" cy="4254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2" name="矩形: 圆角 131">
            <a:extLst>
              <a:ext uri="{FF2B5EF4-FFF2-40B4-BE49-F238E27FC236}">
                <a16:creationId xmlns:a16="http://schemas.microsoft.com/office/drawing/2014/main" id="{CCD7ED03-0BF4-BCAE-D83A-C3D7A728A0A1}"/>
              </a:ext>
            </a:extLst>
          </p:cNvPr>
          <p:cNvSpPr/>
          <p:nvPr/>
        </p:nvSpPr>
        <p:spPr>
          <a:xfrm>
            <a:off x="733425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7" name="矩形: 圆角 136">
            <a:extLst>
              <a:ext uri="{FF2B5EF4-FFF2-40B4-BE49-F238E27FC236}">
                <a16:creationId xmlns:a16="http://schemas.microsoft.com/office/drawing/2014/main" id="{50826C91-05E3-883D-FEC6-EB2ACD100DE8}"/>
              </a:ext>
            </a:extLst>
          </p:cNvPr>
          <p:cNvSpPr/>
          <p:nvPr/>
        </p:nvSpPr>
        <p:spPr>
          <a:xfrm>
            <a:off x="308610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1" name="矩形: 圆角 140">
            <a:extLst>
              <a:ext uri="{FF2B5EF4-FFF2-40B4-BE49-F238E27FC236}">
                <a16:creationId xmlns:a16="http://schemas.microsoft.com/office/drawing/2014/main" id="{87A5E951-6A5E-1E34-C7C6-9FF9D4C97847}"/>
              </a:ext>
            </a:extLst>
          </p:cNvPr>
          <p:cNvSpPr/>
          <p:nvPr/>
        </p:nvSpPr>
        <p:spPr>
          <a:xfrm>
            <a:off x="1098550" y="4984750"/>
            <a:ext cx="3022600" cy="5143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46" name="矩形: 圆角 145">
            <a:extLst>
              <a:ext uri="{FF2B5EF4-FFF2-40B4-BE49-F238E27FC236}">
                <a16:creationId xmlns:a16="http://schemas.microsoft.com/office/drawing/2014/main" id="{7DB17989-184F-30B8-F03F-62E060B81F97}"/>
              </a:ext>
            </a:extLst>
          </p:cNvPr>
          <p:cNvSpPr/>
          <p:nvPr/>
        </p:nvSpPr>
        <p:spPr>
          <a:xfrm>
            <a:off x="4635500" y="4984750"/>
            <a:ext cx="3022600" cy="5143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52" name="矩形: 圆角 151">
            <a:extLst>
              <a:ext uri="{FF2B5EF4-FFF2-40B4-BE49-F238E27FC236}">
                <a16:creationId xmlns:a16="http://schemas.microsoft.com/office/drawing/2014/main" id="{52D01CB4-2E07-C75C-6944-38B6E8266677}"/>
              </a:ext>
            </a:extLst>
          </p:cNvPr>
          <p:cNvSpPr/>
          <p:nvPr/>
        </p:nvSpPr>
        <p:spPr>
          <a:xfrm>
            <a:off x="8172450" y="4984750"/>
            <a:ext cx="3022600" cy="5143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57" name="矩形: 圆角 156">
            <a:extLst>
              <a:ext uri="{FF2B5EF4-FFF2-40B4-BE49-F238E27FC236}">
                <a16:creationId xmlns:a16="http://schemas.microsoft.com/office/drawing/2014/main" id="{D07E548C-229D-043D-8C22-E01898285591}"/>
              </a:ext>
            </a:extLst>
          </p:cNvPr>
          <p:cNvSpPr/>
          <p:nvPr/>
        </p:nvSpPr>
        <p:spPr>
          <a:xfrm>
            <a:off x="823595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2" name="矩形: 圆角 161">
            <a:extLst>
              <a:ext uri="{FF2B5EF4-FFF2-40B4-BE49-F238E27FC236}">
                <a16:creationId xmlns:a16="http://schemas.microsoft.com/office/drawing/2014/main" id="{E03993F3-59C0-3C48-8EFD-B3E9A3DE8F0E}"/>
              </a:ext>
            </a:extLst>
          </p:cNvPr>
          <p:cNvSpPr/>
          <p:nvPr/>
        </p:nvSpPr>
        <p:spPr>
          <a:xfrm>
            <a:off x="3987800" y="273685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6" name="矩形: 圆角 165">
            <a:extLst>
              <a:ext uri="{FF2B5EF4-FFF2-40B4-BE49-F238E27FC236}">
                <a16:creationId xmlns:a16="http://schemas.microsoft.com/office/drawing/2014/main" id="{73C09AE6-FF7C-5188-86D2-8A7AD769F70F}"/>
              </a:ext>
            </a:extLst>
          </p:cNvPr>
          <p:cNvSpPr/>
          <p:nvPr/>
        </p:nvSpPr>
        <p:spPr>
          <a:xfrm>
            <a:off x="7334250" y="3987800"/>
            <a:ext cx="537633"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1" name="矩形: 圆角 170">
            <a:extLst>
              <a:ext uri="{FF2B5EF4-FFF2-40B4-BE49-F238E27FC236}">
                <a16:creationId xmlns:a16="http://schemas.microsoft.com/office/drawing/2014/main" id="{CFA75402-E9DE-0E81-1D5D-53846E154C93}"/>
              </a:ext>
            </a:extLst>
          </p:cNvPr>
          <p:cNvSpPr/>
          <p:nvPr/>
        </p:nvSpPr>
        <p:spPr>
          <a:xfrm>
            <a:off x="7935404" y="3987800"/>
            <a:ext cx="537633"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5" name="矩形: 圆角 174">
            <a:extLst>
              <a:ext uri="{FF2B5EF4-FFF2-40B4-BE49-F238E27FC236}">
                <a16:creationId xmlns:a16="http://schemas.microsoft.com/office/drawing/2014/main" id="{17B109C6-EDC9-F796-1B5C-90DC10C13F23}"/>
              </a:ext>
            </a:extLst>
          </p:cNvPr>
          <p:cNvSpPr/>
          <p:nvPr/>
        </p:nvSpPr>
        <p:spPr>
          <a:xfrm>
            <a:off x="8536495" y="3987800"/>
            <a:ext cx="537633"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0" name="矩形: 圆角 179">
            <a:extLst>
              <a:ext uri="{FF2B5EF4-FFF2-40B4-BE49-F238E27FC236}">
                <a16:creationId xmlns:a16="http://schemas.microsoft.com/office/drawing/2014/main" id="{2A0C210D-3F28-C60C-7870-E7229882280A}"/>
              </a:ext>
            </a:extLst>
          </p:cNvPr>
          <p:cNvSpPr/>
          <p:nvPr/>
        </p:nvSpPr>
        <p:spPr>
          <a:xfrm>
            <a:off x="3086100" y="3987800"/>
            <a:ext cx="17399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4" name="矩形: 圆角 183">
            <a:extLst>
              <a:ext uri="{FF2B5EF4-FFF2-40B4-BE49-F238E27FC236}">
                <a16:creationId xmlns:a16="http://schemas.microsoft.com/office/drawing/2014/main" id="{C424B293-657E-B4BD-B5C7-7B20CC32BB1C}"/>
              </a:ext>
            </a:extLst>
          </p:cNvPr>
          <p:cNvSpPr/>
          <p:nvPr/>
        </p:nvSpPr>
        <p:spPr>
          <a:xfrm>
            <a:off x="733425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9" name="矩形: 圆角 188">
            <a:extLst>
              <a:ext uri="{FF2B5EF4-FFF2-40B4-BE49-F238E27FC236}">
                <a16:creationId xmlns:a16="http://schemas.microsoft.com/office/drawing/2014/main" id="{FE6D8701-2C0D-7285-3CD6-F9FCD0378BD3}"/>
              </a:ext>
            </a:extLst>
          </p:cNvPr>
          <p:cNvSpPr/>
          <p:nvPr/>
        </p:nvSpPr>
        <p:spPr>
          <a:xfrm>
            <a:off x="308610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3" name="矩形: 圆角 192">
            <a:extLst>
              <a:ext uri="{FF2B5EF4-FFF2-40B4-BE49-F238E27FC236}">
                <a16:creationId xmlns:a16="http://schemas.microsoft.com/office/drawing/2014/main" id="{CC138A92-E04A-5BB0-63C0-1A4A884AE389}"/>
              </a:ext>
            </a:extLst>
          </p:cNvPr>
          <p:cNvSpPr/>
          <p:nvPr/>
        </p:nvSpPr>
        <p:spPr>
          <a:xfrm>
            <a:off x="823595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7" name="矩形: 圆角 196">
            <a:extLst>
              <a:ext uri="{FF2B5EF4-FFF2-40B4-BE49-F238E27FC236}">
                <a16:creationId xmlns:a16="http://schemas.microsoft.com/office/drawing/2014/main" id="{FEE6C0FF-426F-A528-0ED7-CA27E6A77994}"/>
              </a:ext>
            </a:extLst>
          </p:cNvPr>
          <p:cNvSpPr/>
          <p:nvPr/>
        </p:nvSpPr>
        <p:spPr>
          <a:xfrm>
            <a:off x="9505950" y="26670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1" name="矩形: 圆角 200">
            <a:extLst>
              <a:ext uri="{FF2B5EF4-FFF2-40B4-BE49-F238E27FC236}">
                <a16:creationId xmlns:a16="http://schemas.microsoft.com/office/drawing/2014/main" id="{2BE80AB0-96D9-50DE-E148-4CAABB9CA39E}"/>
              </a:ext>
            </a:extLst>
          </p:cNvPr>
          <p:cNvSpPr/>
          <p:nvPr/>
        </p:nvSpPr>
        <p:spPr>
          <a:xfrm>
            <a:off x="9505950" y="31623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4" name="矩形: 圆角 203">
            <a:extLst>
              <a:ext uri="{FF2B5EF4-FFF2-40B4-BE49-F238E27FC236}">
                <a16:creationId xmlns:a16="http://schemas.microsoft.com/office/drawing/2014/main" id="{104EBE34-CFB9-FDA1-5F6F-965D9D6EDDE3}"/>
              </a:ext>
            </a:extLst>
          </p:cNvPr>
          <p:cNvSpPr/>
          <p:nvPr/>
        </p:nvSpPr>
        <p:spPr>
          <a:xfrm>
            <a:off x="9505950" y="36576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9" name="矩形: 圆角 208">
            <a:extLst>
              <a:ext uri="{FF2B5EF4-FFF2-40B4-BE49-F238E27FC236}">
                <a16:creationId xmlns:a16="http://schemas.microsoft.com/office/drawing/2014/main" id="{9618D25B-A6B8-0BED-53CE-F8CCA9A2D47F}"/>
              </a:ext>
            </a:extLst>
          </p:cNvPr>
          <p:cNvSpPr/>
          <p:nvPr/>
        </p:nvSpPr>
        <p:spPr>
          <a:xfrm>
            <a:off x="9505950" y="415290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3" name="矩形: 圆角 212">
            <a:extLst>
              <a:ext uri="{FF2B5EF4-FFF2-40B4-BE49-F238E27FC236}">
                <a16:creationId xmlns:a16="http://schemas.microsoft.com/office/drawing/2014/main" id="{0688C432-7F56-A04F-6703-FD2998699ED2}"/>
              </a:ext>
            </a:extLst>
          </p:cNvPr>
          <p:cNvSpPr/>
          <p:nvPr/>
        </p:nvSpPr>
        <p:spPr>
          <a:xfrm>
            <a:off x="5238750" y="25463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7" name="矩形: 圆角 216">
            <a:extLst>
              <a:ext uri="{FF2B5EF4-FFF2-40B4-BE49-F238E27FC236}">
                <a16:creationId xmlns:a16="http://schemas.microsoft.com/office/drawing/2014/main" id="{E55D7501-4165-8DED-7AE7-215702286C3D}"/>
              </a:ext>
            </a:extLst>
          </p:cNvPr>
          <p:cNvSpPr/>
          <p:nvPr/>
        </p:nvSpPr>
        <p:spPr>
          <a:xfrm>
            <a:off x="1016000" y="28130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2" name="矩形: 圆角 231">
            <a:extLst>
              <a:ext uri="{FF2B5EF4-FFF2-40B4-BE49-F238E27FC236}">
                <a16:creationId xmlns:a16="http://schemas.microsoft.com/office/drawing/2014/main" id="{B9D7095B-BD27-5E5E-561D-ADE7137C2354}"/>
              </a:ext>
            </a:extLst>
          </p:cNvPr>
          <p:cNvSpPr/>
          <p:nvPr/>
        </p:nvSpPr>
        <p:spPr>
          <a:xfrm>
            <a:off x="5238750" y="33083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0" name="矩形: 圆角 239">
            <a:extLst>
              <a:ext uri="{FF2B5EF4-FFF2-40B4-BE49-F238E27FC236}">
                <a16:creationId xmlns:a16="http://schemas.microsoft.com/office/drawing/2014/main" id="{74EF54CB-77EB-EB74-A0F7-B45DD9D29F3B}"/>
              </a:ext>
            </a:extLst>
          </p:cNvPr>
          <p:cNvSpPr/>
          <p:nvPr/>
        </p:nvSpPr>
        <p:spPr>
          <a:xfrm>
            <a:off x="5238750" y="40957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3" name="矩形: 圆角 242">
            <a:extLst>
              <a:ext uri="{FF2B5EF4-FFF2-40B4-BE49-F238E27FC236}">
                <a16:creationId xmlns:a16="http://schemas.microsoft.com/office/drawing/2014/main" id="{3EB4A00D-6A37-58D6-7FDF-F7AA8BFB3C0B}"/>
              </a:ext>
            </a:extLst>
          </p:cNvPr>
          <p:cNvSpPr/>
          <p:nvPr/>
        </p:nvSpPr>
        <p:spPr>
          <a:xfrm>
            <a:off x="1016000" y="3676650"/>
            <a:ext cx="16891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9" name="矩形: 圆角 248">
            <a:extLst>
              <a:ext uri="{FF2B5EF4-FFF2-40B4-BE49-F238E27FC236}">
                <a16:creationId xmlns:a16="http://schemas.microsoft.com/office/drawing/2014/main" id="{4891BC34-F407-E993-4988-86354AFF3473}"/>
              </a:ext>
            </a:extLst>
          </p:cNvPr>
          <p:cNvSpPr/>
          <p:nvPr/>
        </p:nvSpPr>
        <p:spPr>
          <a:xfrm>
            <a:off x="3987800" y="308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0" name="矩形: 圆角 259">
            <a:extLst>
              <a:ext uri="{FF2B5EF4-FFF2-40B4-BE49-F238E27FC236}">
                <a16:creationId xmlns:a16="http://schemas.microsoft.com/office/drawing/2014/main" id="{80EE6B57-EB06-A4BC-EE61-5EFCD960ED91}"/>
              </a:ext>
            </a:extLst>
          </p:cNvPr>
          <p:cNvSpPr/>
          <p:nvPr/>
        </p:nvSpPr>
        <p:spPr>
          <a:xfrm>
            <a:off x="7334250" y="435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3" name="矩形: 圆角 272">
            <a:extLst>
              <a:ext uri="{FF2B5EF4-FFF2-40B4-BE49-F238E27FC236}">
                <a16:creationId xmlns:a16="http://schemas.microsoft.com/office/drawing/2014/main" id="{E47C04CA-C1B4-77A1-5D1A-D8F3A2783877}"/>
              </a:ext>
            </a:extLst>
          </p:cNvPr>
          <p:cNvSpPr/>
          <p:nvPr/>
        </p:nvSpPr>
        <p:spPr>
          <a:xfrm>
            <a:off x="8235950" y="4356100"/>
            <a:ext cx="8382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4" name="矩形: 圆角 283">
            <a:extLst>
              <a:ext uri="{FF2B5EF4-FFF2-40B4-BE49-F238E27FC236}">
                <a16:creationId xmlns:a16="http://schemas.microsoft.com/office/drawing/2014/main" id="{8A9F6277-655F-621D-8604-263890E70FA0}"/>
              </a:ext>
            </a:extLst>
          </p:cNvPr>
          <p:cNvSpPr/>
          <p:nvPr/>
        </p:nvSpPr>
        <p:spPr>
          <a:xfrm>
            <a:off x="3086100" y="4356100"/>
            <a:ext cx="17399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86" name="任意多边形: 形状 285">
            <a:extLst>
              <a:ext uri="{FF2B5EF4-FFF2-40B4-BE49-F238E27FC236}">
                <a16:creationId xmlns:a16="http://schemas.microsoft.com/office/drawing/2014/main" id="{2388002D-EC6D-B8F0-90E2-9775EE2D2B77}"/>
              </a:ext>
            </a:extLst>
          </p:cNvPr>
          <p:cNvSpPr/>
          <p:nvPr/>
        </p:nvSpPr>
        <p:spPr>
          <a:xfrm>
            <a:off x="2787650" y="1885950"/>
            <a:ext cx="241300" cy="177800"/>
          </a:xfrm>
          <a:custGeom>
            <a:avLst/>
            <a:gdLst>
              <a:gd name="connsiteX0" fmla="*/ 111366 w 241300"/>
              <a:gd name="connsiteY0" fmla="*/ 177800 h 177800"/>
              <a:gd name="connsiteX1" fmla="*/ 241300 w 241300"/>
              <a:gd name="connsiteY1" fmla="*/ 88900 h 177800"/>
              <a:gd name="connsiteX2" fmla="*/ 111366 w 241300"/>
              <a:gd name="connsiteY2" fmla="*/ 0 h 177800"/>
              <a:gd name="connsiteX3" fmla="*/ 111366 w 241300"/>
              <a:gd name="connsiteY3" fmla="*/ 43986 h 177800"/>
              <a:gd name="connsiteX4" fmla="*/ 0 w 241300"/>
              <a:gd name="connsiteY4" fmla="*/ 43986 h 177800"/>
              <a:gd name="connsiteX5" fmla="*/ 0 w 241300"/>
              <a:gd name="connsiteY5" fmla="*/ 133807 h 177800"/>
              <a:gd name="connsiteX6" fmla="*/ 111366 w 241300"/>
              <a:gd name="connsiteY6" fmla="*/ 133807 h 177800"/>
              <a:gd name="connsiteX7" fmla="*/ 111366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66" y="177800"/>
                </a:moveTo>
                <a:lnTo>
                  <a:pt x="241300" y="88900"/>
                </a:lnTo>
                <a:lnTo>
                  <a:pt x="111366" y="0"/>
                </a:lnTo>
                <a:lnTo>
                  <a:pt x="111366" y="43986"/>
                </a:lnTo>
                <a:lnTo>
                  <a:pt x="0" y="43986"/>
                </a:lnTo>
                <a:lnTo>
                  <a:pt x="0" y="133807"/>
                </a:lnTo>
                <a:lnTo>
                  <a:pt x="111366" y="133807"/>
                </a:lnTo>
                <a:lnTo>
                  <a:pt x="111366"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7" name="任意多边形: 形状 286">
            <a:extLst>
              <a:ext uri="{FF2B5EF4-FFF2-40B4-BE49-F238E27FC236}">
                <a16:creationId xmlns:a16="http://schemas.microsoft.com/office/drawing/2014/main" id="{27F8B86C-D826-58DB-BEB3-4F4DC50ADD63}"/>
              </a:ext>
            </a:extLst>
          </p:cNvPr>
          <p:cNvSpPr/>
          <p:nvPr/>
        </p:nvSpPr>
        <p:spPr>
          <a:xfrm>
            <a:off x="4254500" y="5156200"/>
            <a:ext cx="241300" cy="177800"/>
          </a:xfrm>
          <a:custGeom>
            <a:avLst/>
            <a:gdLst>
              <a:gd name="connsiteX0" fmla="*/ 129934 w 241300"/>
              <a:gd name="connsiteY0" fmla="*/ 0 h 177800"/>
              <a:gd name="connsiteX1" fmla="*/ 0 w 241300"/>
              <a:gd name="connsiteY1" fmla="*/ 88900 h 177800"/>
              <a:gd name="connsiteX2" fmla="*/ 129934 w 241300"/>
              <a:gd name="connsiteY2" fmla="*/ 177800 h 177800"/>
              <a:gd name="connsiteX3" fmla="*/ 129934 w 241300"/>
              <a:gd name="connsiteY3" fmla="*/ 133814 h 177800"/>
              <a:gd name="connsiteX4" fmla="*/ 241300 w 241300"/>
              <a:gd name="connsiteY4" fmla="*/ 133814 h 177800"/>
              <a:gd name="connsiteX5" fmla="*/ 241300 w 241300"/>
              <a:gd name="connsiteY5" fmla="*/ 43993 h 177800"/>
              <a:gd name="connsiteX6" fmla="*/ 129934 w 241300"/>
              <a:gd name="connsiteY6" fmla="*/ 43993 h 177800"/>
              <a:gd name="connsiteX7" fmla="*/ 129934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34" y="0"/>
                </a:moveTo>
                <a:lnTo>
                  <a:pt x="0" y="88900"/>
                </a:lnTo>
                <a:lnTo>
                  <a:pt x="129934" y="177800"/>
                </a:lnTo>
                <a:lnTo>
                  <a:pt x="129934" y="133814"/>
                </a:lnTo>
                <a:lnTo>
                  <a:pt x="241300" y="133814"/>
                </a:lnTo>
                <a:lnTo>
                  <a:pt x="241300" y="43993"/>
                </a:lnTo>
                <a:lnTo>
                  <a:pt x="129934" y="43993"/>
                </a:lnTo>
                <a:lnTo>
                  <a:pt x="129934"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8" name="任意多边形: 形状 287">
            <a:extLst>
              <a:ext uri="{FF2B5EF4-FFF2-40B4-BE49-F238E27FC236}">
                <a16:creationId xmlns:a16="http://schemas.microsoft.com/office/drawing/2014/main" id="{6F937C36-39EB-6E74-EAB8-1A2F4C7BF4C5}"/>
              </a:ext>
            </a:extLst>
          </p:cNvPr>
          <p:cNvSpPr/>
          <p:nvPr/>
        </p:nvSpPr>
        <p:spPr>
          <a:xfrm>
            <a:off x="768350" y="5156200"/>
            <a:ext cx="241300" cy="177800"/>
          </a:xfrm>
          <a:custGeom>
            <a:avLst/>
            <a:gdLst>
              <a:gd name="connsiteX0" fmla="*/ 129934 w 241300"/>
              <a:gd name="connsiteY0" fmla="*/ 0 h 177800"/>
              <a:gd name="connsiteX1" fmla="*/ 0 w 241300"/>
              <a:gd name="connsiteY1" fmla="*/ 88900 h 177800"/>
              <a:gd name="connsiteX2" fmla="*/ 129934 w 241300"/>
              <a:gd name="connsiteY2" fmla="*/ 177800 h 177800"/>
              <a:gd name="connsiteX3" fmla="*/ 129934 w 241300"/>
              <a:gd name="connsiteY3" fmla="*/ 133814 h 177800"/>
              <a:gd name="connsiteX4" fmla="*/ 241300 w 241300"/>
              <a:gd name="connsiteY4" fmla="*/ 133814 h 177800"/>
              <a:gd name="connsiteX5" fmla="*/ 241300 w 241300"/>
              <a:gd name="connsiteY5" fmla="*/ 43993 h 177800"/>
              <a:gd name="connsiteX6" fmla="*/ 129934 w 241300"/>
              <a:gd name="connsiteY6" fmla="*/ 43993 h 177800"/>
              <a:gd name="connsiteX7" fmla="*/ 129934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34" y="0"/>
                </a:moveTo>
                <a:lnTo>
                  <a:pt x="0" y="88900"/>
                </a:lnTo>
                <a:lnTo>
                  <a:pt x="129934" y="177800"/>
                </a:lnTo>
                <a:lnTo>
                  <a:pt x="129934" y="133814"/>
                </a:lnTo>
                <a:lnTo>
                  <a:pt x="241300" y="133814"/>
                </a:lnTo>
                <a:lnTo>
                  <a:pt x="241300" y="43993"/>
                </a:lnTo>
                <a:lnTo>
                  <a:pt x="129934" y="43993"/>
                </a:lnTo>
                <a:lnTo>
                  <a:pt x="129934"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9" name="任意多边形: 形状 288">
            <a:extLst>
              <a:ext uri="{FF2B5EF4-FFF2-40B4-BE49-F238E27FC236}">
                <a16:creationId xmlns:a16="http://schemas.microsoft.com/office/drawing/2014/main" id="{ADD4AE9F-71FE-49FC-B66A-8EB66044120F}"/>
              </a:ext>
            </a:extLst>
          </p:cNvPr>
          <p:cNvSpPr/>
          <p:nvPr/>
        </p:nvSpPr>
        <p:spPr>
          <a:xfrm>
            <a:off x="7791450" y="5156200"/>
            <a:ext cx="241300" cy="177800"/>
          </a:xfrm>
          <a:custGeom>
            <a:avLst/>
            <a:gdLst>
              <a:gd name="connsiteX0" fmla="*/ 129921 w 241300"/>
              <a:gd name="connsiteY0" fmla="*/ 0 h 177800"/>
              <a:gd name="connsiteX1" fmla="*/ 0 w 241300"/>
              <a:gd name="connsiteY1" fmla="*/ 88900 h 177800"/>
              <a:gd name="connsiteX2" fmla="*/ 129921 w 241300"/>
              <a:gd name="connsiteY2" fmla="*/ 177800 h 177800"/>
              <a:gd name="connsiteX3" fmla="*/ 129921 w 241300"/>
              <a:gd name="connsiteY3" fmla="*/ 133814 h 177800"/>
              <a:gd name="connsiteX4" fmla="*/ 241300 w 241300"/>
              <a:gd name="connsiteY4" fmla="*/ 133814 h 177800"/>
              <a:gd name="connsiteX5" fmla="*/ 241300 w 241300"/>
              <a:gd name="connsiteY5" fmla="*/ 43993 h 177800"/>
              <a:gd name="connsiteX6" fmla="*/ 129921 w 241300"/>
              <a:gd name="connsiteY6" fmla="*/ 43993 h 177800"/>
              <a:gd name="connsiteX7" fmla="*/ 129921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21" y="0"/>
                </a:moveTo>
                <a:lnTo>
                  <a:pt x="0" y="88900"/>
                </a:lnTo>
                <a:lnTo>
                  <a:pt x="129921" y="177800"/>
                </a:lnTo>
                <a:lnTo>
                  <a:pt x="129921" y="133814"/>
                </a:lnTo>
                <a:lnTo>
                  <a:pt x="241300" y="133814"/>
                </a:lnTo>
                <a:lnTo>
                  <a:pt x="241300" y="43993"/>
                </a:lnTo>
                <a:lnTo>
                  <a:pt x="129921" y="43993"/>
                </a:lnTo>
                <a:lnTo>
                  <a:pt x="129921"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0" name="任意多边形: 形状 289">
            <a:extLst>
              <a:ext uri="{FF2B5EF4-FFF2-40B4-BE49-F238E27FC236}">
                <a16:creationId xmlns:a16="http://schemas.microsoft.com/office/drawing/2014/main" id="{56484303-6727-A274-95BF-86A5485EB1DC}"/>
              </a:ext>
            </a:extLst>
          </p:cNvPr>
          <p:cNvSpPr/>
          <p:nvPr/>
        </p:nvSpPr>
        <p:spPr>
          <a:xfrm>
            <a:off x="11195050" y="5156200"/>
            <a:ext cx="241300" cy="177800"/>
          </a:xfrm>
          <a:custGeom>
            <a:avLst/>
            <a:gdLst>
              <a:gd name="connsiteX0" fmla="*/ 129921 w 241300"/>
              <a:gd name="connsiteY0" fmla="*/ 0 h 177800"/>
              <a:gd name="connsiteX1" fmla="*/ 0 w 241300"/>
              <a:gd name="connsiteY1" fmla="*/ 88900 h 177800"/>
              <a:gd name="connsiteX2" fmla="*/ 129921 w 241300"/>
              <a:gd name="connsiteY2" fmla="*/ 177800 h 177800"/>
              <a:gd name="connsiteX3" fmla="*/ 129921 w 241300"/>
              <a:gd name="connsiteY3" fmla="*/ 133814 h 177800"/>
              <a:gd name="connsiteX4" fmla="*/ 241300 w 241300"/>
              <a:gd name="connsiteY4" fmla="*/ 133814 h 177800"/>
              <a:gd name="connsiteX5" fmla="*/ 241300 w 241300"/>
              <a:gd name="connsiteY5" fmla="*/ 43993 h 177800"/>
              <a:gd name="connsiteX6" fmla="*/ 129921 w 241300"/>
              <a:gd name="connsiteY6" fmla="*/ 43993 h 177800"/>
              <a:gd name="connsiteX7" fmla="*/ 129921 w 241300"/>
              <a:gd name="connsiteY7"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29921" y="0"/>
                </a:moveTo>
                <a:lnTo>
                  <a:pt x="0" y="88900"/>
                </a:lnTo>
                <a:lnTo>
                  <a:pt x="129921" y="177800"/>
                </a:lnTo>
                <a:lnTo>
                  <a:pt x="129921" y="133814"/>
                </a:lnTo>
                <a:lnTo>
                  <a:pt x="241300" y="133814"/>
                </a:lnTo>
                <a:lnTo>
                  <a:pt x="241300" y="43993"/>
                </a:lnTo>
                <a:lnTo>
                  <a:pt x="129921" y="43993"/>
                </a:lnTo>
                <a:lnTo>
                  <a:pt x="129921" y="0"/>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1" name="任意多边形: 形状 290">
            <a:extLst>
              <a:ext uri="{FF2B5EF4-FFF2-40B4-BE49-F238E27FC236}">
                <a16:creationId xmlns:a16="http://schemas.microsoft.com/office/drawing/2014/main" id="{538E1CA9-2B7E-D3F9-033E-2B1D967266F7}"/>
              </a:ext>
            </a:extLst>
          </p:cNvPr>
          <p:cNvSpPr/>
          <p:nvPr/>
        </p:nvSpPr>
        <p:spPr>
          <a:xfrm>
            <a:off x="4889500" y="1885950"/>
            <a:ext cx="241300" cy="177800"/>
          </a:xfrm>
          <a:custGeom>
            <a:avLst/>
            <a:gdLst>
              <a:gd name="connsiteX0" fmla="*/ 111366 w 241300"/>
              <a:gd name="connsiteY0" fmla="*/ 177800 h 177800"/>
              <a:gd name="connsiteX1" fmla="*/ 241300 w 241300"/>
              <a:gd name="connsiteY1" fmla="*/ 88900 h 177800"/>
              <a:gd name="connsiteX2" fmla="*/ 111366 w 241300"/>
              <a:gd name="connsiteY2" fmla="*/ 0 h 177800"/>
              <a:gd name="connsiteX3" fmla="*/ 111366 w 241300"/>
              <a:gd name="connsiteY3" fmla="*/ 43986 h 177800"/>
              <a:gd name="connsiteX4" fmla="*/ 0 w 241300"/>
              <a:gd name="connsiteY4" fmla="*/ 43986 h 177800"/>
              <a:gd name="connsiteX5" fmla="*/ 0 w 241300"/>
              <a:gd name="connsiteY5" fmla="*/ 133807 h 177800"/>
              <a:gd name="connsiteX6" fmla="*/ 111366 w 241300"/>
              <a:gd name="connsiteY6" fmla="*/ 133807 h 177800"/>
              <a:gd name="connsiteX7" fmla="*/ 111366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66" y="177800"/>
                </a:moveTo>
                <a:lnTo>
                  <a:pt x="241300" y="88900"/>
                </a:lnTo>
                <a:lnTo>
                  <a:pt x="111366" y="0"/>
                </a:lnTo>
                <a:lnTo>
                  <a:pt x="111366" y="43986"/>
                </a:lnTo>
                <a:lnTo>
                  <a:pt x="0" y="43986"/>
                </a:lnTo>
                <a:lnTo>
                  <a:pt x="0" y="133807"/>
                </a:lnTo>
                <a:lnTo>
                  <a:pt x="111366" y="133807"/>
                </a:lnTo>
                <a:lnTo>
                  <a:pt x="111366"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2" name="任意多边形: 形状 291">
            <a:extLst>
              <a:ext uri="{FF2B5EF4-FFF2-40B4-BE49-F238E27FC236}">
                <a16:creationId xmlns:a16="http://schemas.microsoft.com/office/drawing/2014/main" id="{11603EC1-8A66-9F8B-32DF-C088876FEFAA}"/>
              </a:ext>
            </a:extLst>
          </p:cNvPr>
          <p:cNvSpPr/>
          <p:nvPr/>
        </p:nvSpPr>
        <p:spPr>
          <a:xfrm>
            <a:off x="6985000" y="1885950"/>
            <a:ext cx="241300" cy="177800"/>
          </a:xfrm>
          <a:custGeom>
            <a:avLst/>
            <a:gdLst>
              <a:gd name="connsiteX0" fmla="*/ 111379 w 241300"/>
              <a:gd name="connsiteY0" fmla="*/ 177800 h 177800"/>
              <a:gd name="connsiteX1" fmla="*/ 241300 w 241300"/>
              <a:gd name="connsiteY1" fmla="*/ 88900 h 177800"/>
              <a:gd name="connsiteX2" fmla="*/ 111379 w 241300"/>
              <a:gd name="connsiteY2" fmla="*/ 0 h 177800"/>
              <a:gd name="connsiteX3" fmla="*/ 111379 w 241300"/>
              <a:gd name="connsiteY3" fmla="*/ 43986 h 177800"/>
              <a:gd name="connsiteX4" fmla="*/ 0 w 241300"/>
              <a:gd name="connsiteY4" fmla="*/ 43986 h 177800"/>
              <a:gd name="connsiteX5" fmla="*/ 0 w 241300"/>
              <a:gd name="connsiteY5" fmla="*/ 133807 h 177800"/>
              <a:gd name="connsiteX6" fmla="*/ 111379 w 241300"/>
              <a:gd name="connsiteY6" fmla="*/ 133807 h 177800"/>
              <a:gd name="connsiteX7" fmla="*/ 111379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79" y="177800"/>
                </a:moveTo>
                <a:lnTo>
                  <a:pt x="241300" y="88900"/>
                </a:lnTo>
                <a:lnTo>
                  <a:pt x="111379" y="0"/>
                </a:lnTo>
                <a:lnTo>
                  <a:pt x="111379" y="43986"/>
                </a:lnTo>
                <a:lnTo>
                  <a:pt x="0" y="43986"/>
                </a:lnTo>
                <a:lnTo>
                  <a:pt x="0" y="133807"/>
                </a:lnTo>
                <a:lnTo>
                  <a:pt x="111379" y="133807"/>
                </a:lnTo>
                <a:lnTo>
                  <a:pt x="111379"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3" name="任意多边形: 形状 292">
            <a:extLst>
              <a:ext uri="{FF2B5EF4-FFF2-40B4-BE49-F238E27FC236}">
                <a16:creationId xmlns:a16="http://schemas.microsoft.com/office/drawing/2014/main" id="{4E299D6C-9356-70F6-0E8C-C1001AA62057}"/>
              </a:ext>
            </a:extLst>
          </p:cNvPr>
          <p:cNvSpPr/>
          <p:nvPr/>
        </p:nvSpPr>
        <p:spPr>
          <a:xfrm>
            <a:off x="9086850" y="1885950"/>
            <a:ext cx="241300" cy="177800"/>
          </a:xfrm>
          <a:custGeom>
            <a:avLst/>
            <a:gdLst>
              <a:gd name="connsiteX0" fmla="*/ 111379 w 241300"/>
              <a:gd name="connsiteY0" fmla="*/ 177800 h 177800"/>
              <a:gd name="connsiteX1" fmla="*/ 241300 w 241300"/>
              <a:gd name="connsiteY1" fmla="*/ 88900 h 177800"/>
              <a:gd name="connsiteX2" fmla="*/ 111379 w 241300"/>
              <a:gd name="connsiteY2" fmla="*/ 0 h 177800"/>
              <a:gd name="connsiteX3" fmla="*/ 111379 w 241300"/>
              <a:gd name="connsiteY3" fmla="*/ 43986 h 177800"/>
              <a:gd name="connsiteX4" fmla="*/ 0 w 241300"/>
              <a:gd name="connsiteY4" fmla="*/ 43986 h 177800"/>
              <a:gd name="connsiteX5" fmla="*/ 0 w 241300"/>
              <a:gd name="connsiteY5" fmla="*/ 133807 h 177800"/>
              <a:gd name="connsiteX6" fmla="*/ 111379 w 241300"/>
              <a:gd name="connsiteY6" fmla="*/ 133807 h 177800"/>
              <a:gd name="connsiteX7" fmla="*/ 111379 w 241300"/>
              <a:gd name="connsiteY7"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300" h="177800">
                <a:moveTo>
                  <a:pt x="111379" y="177800"/>
                </a:moveTo>
                <a:lnTo>
                  <a:pt x="241300" y="88900"/>
                </a:lnTo>
                <a:lnTo>
                  <a:pt x="111379" y="0"/>
                </a:lnTo>
                <a:lnTo>
                  <a:pt x="111379" y="43986"/>
                </a:lnTo>
                <a:lnTo>
                  <a:pt x="0" y="43986"/>
                </a:lnTo>
                <a:lnTo>
                  <a:pt x="0" y="133807"/>
                </a:lnTo>
                <a:lnTo>
                  <a:pt x="111379" y="133807"/>
                </a:lnTo>
                <a:lnTo>
                  <a:pt x="111379" y="177800"/>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4" name="任意多边形: 形状 293">
            <a:extLst>
              <a:ext uri="{FF2B5EF4-FFF2-40B4-BE49-F238E27FC236}">
                <a16:creationId xmlns:a16="http://schemas.microsoft.com/office/drawing/2014/main" id="{C1115019-2021-E616-AF06-F096FAD906A7}"/>
              </a:ext>
            </a:extLst>
          </p:cNvPr>
          <p:cNvSpPr/>
          <p:nvPr/>
        </p:nvSpPr>
        <p:spPr>
          <a:xfrm>
            <a:off x="679450" y="1912785"/>
            <a:ext cx="311150" cy="4094314"/>
          </a:xfrm>
          <a:custGeom>
            <a:avLst/>
            <a:gdLst>
              <a:gd name="connsiteX0" fmla="*/ 6350 w 311150"/>
              <a:gd name="connsiteY0" fmla="*/ 36665 h 4094314"/>
              <a:gd name="connsiteX1" fmla="*/ 6350 w 311150"/>
              <a:gd name="connsiteY1" fmla="*/ 30315 h 4094314"/>
              <a:gd name="connsiteX2" fmla="*/ 0 w 311150"/>
              <a:gd name="connsiteY2" fmla="*/ 30315 h 4094314"/>
              <a:gd name="connsiteX3" fmla="*/ 0 w 311150"/>
              <a:gd name="connsiteY3" fmla="*/ 36665 h 4094314"/>
              <a:gd name="connsiteX4" fmla="*/ 6350 w 311150"/>
              <a:gd name="connsiteY4" fmla="*/ 36665 h 4094314"/>
              <a:gd name="connsiteX5" fmla="*/ 311150 w 311150"/>
              <a:gd name="connsiteY5" fmla="*/ 36665 h 4094314"/>
              <a:gd name="connsiteX6" fmla="*/ 247650 w 311150"/>
              <a:gd name="connsiteY6" fmla="*/ 0 h 4094314"/>
              <a:gd name="connsiteX7" fmla="*/ 247650 w 311150"/>
              <a:gd name="connsiteY7" fmla="*/ 73330 h 4094314"/>
              <a:gd name="connsiteX8" fmla="*/ 311150 w 311150"/>
              <a:gd name="connsiteY8" fmla="*/ 36665 h 4094314"/>
              <a:gd name="connsiteX9" fmla="*/ 6350 w 311150"/>
              <a:gd name="connsiteY9" fmla="*/ 4087965 h 4094314"/>
              <a:gd name="connsiteX10" fmla="*/ 0 w 311150"/>
              <a:gd name="connsiteY10" fmla="*/ 4087965 h 4094314"/>
              <a:gd name="connsiteX11" fmla="*/ 0 w 311150"/>
              <a:gd name="connsiteY11" fmla="*/ 4094315 h 4094314"/>
              <a:gd name="connsiteX12" fmla="*/ 6350 w 311150"/>
              <a:gd name="connsiteY12" fmla="*/ 4094315 h 4094314"/>
              <a:gd name="connsiteX13" fmla="*/ 6350 w 311150"/>
              <a:gd name="connsiteY13" fmla="*/ 4087965 h 4094314"/>
              <a:gd name="connsiteX14" fmla="*/ 6350 w 311150"/>
              <a:gd name="connsiteY14" fmla="*/ 43015 h 4094314"/>
              <a:gd name="connsiteX15" fmla="*/ 254000 w 311150"/>
              <a:gd name="connsiteY15" fmla="*/ 43015 h 4094314"/>
              <a:gd name="connsiteX16" fmla="*/ 254000 w 311150"/>
              <a:gd name="connsiteY16" fmla="*/ 30315 h 4094314"/>
              <a:gd name="connsiteX17" fmla="*/ 6350 w 311150"/>
              <a:gd name="connsiteY17" fmla="*/ 30315 h 4094314"/>
              <a:gd name="connsiteX18" fmla="*/ 6350 w 311150"/>
              <a:gd name="connsiteY18" fmla="*/ 43015 h 4094314"/>
              <a:gd name="connsiteX19" fmla="*/ 203200 w 311150"/>
              <a:gd name="connsiteY19" fmla="*/ 4081615 h 4094314"/>
              <a:gd name="connsiteX20" fmla="*/ 6350 w 311150"/>
              <a:gd name="connsiteY20" fmla="*/ 4081615 h 4094314"/>
              <a:gd name="connsiteX21" fmla="*/ 6350 w 311150"/>
              <a:gd name="connsiteY21" fmla="*/ 4094315 h 4094314"/>
              <a:gd name="connsiteX22" fmla="*/ 203200 w 311150"/>
              <a:gd name="connsiteY22" fmla="*/ 4094315 h 4094314"/>
              <a:gd name="connsiteX23" fmla="*/ 203200 w 311150"/>
              <a:gd name="connsiteY23" fmla="*/ 4081615 h 4094314"/>
              <a:gd name="connsiteX24" fmla="*/ 12700 w 311150"/>
              <a:gd name="connsiteY24" fmla="*/ 4087965 h 4094314"/>
              <a:gd name="connsiteX25" fmla="*/ 12700 w 311150"/>
              <a:gd name="connsiteY25" fmla="*/ 36665 h 4094314"/>
              <a:gd name="connsiteX26" fmla="*/ 0 w 311150"/>
              <a:gd name="connsiteY26" fmla="*/ 36665 h 4094314"/>
              <a:gd name="connsiteX27" fmla="*/ 0 w 311150"/>
              <a:gd name="connsiteY27" fmla="*/ 4087965 h 4094314"/>
              <a:gd name="connsiteX28" fmla="*/ 12700 w 311150"/>
              <a:gd name="connsiteY28" fmla="*/ 4087965 h 409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1150" h="4094314">
                <a:moveTo>
                  <a:pt x="6350" y="36665"/>
                </a:moveTo>
                <a:lnTo>
                  <a:pt x="6350" y="30315"/>
                </a:lnTo>
                <a:lnTo>
                  <a:pt x="0" y="30315"/>
                </a:lnTo>
                <a:lnTo>
                  <a:pt x="0" y="36665"/>
                </a:lnTo>
                <a:lnTo>
                  <a:pt x="6350" y="36665"/>
                </a:lnTo>
                <a:close/>
                <a:moveTo>
                  <a:pt x="311150" y="36665"/>
                </a:moveTo>
                <a:lnTo>
                  <a:pt x="247650" y="0"/>
                </a:lnTo>
                <a:lnTo>
                  <a:pt x="247650" y="73330"/>
                </a:lnTo>
                <a:lnTo>
                  <a:pt x="311150" y="36665"/>
                </a:lnTo>
                <a:close/>
                <a:moveTo>
                  <a:pt x="6350" y="4087965"/>
                </a:moveTo>
                <a:lnTo>
                  <a:pt x="0" y="4087965"/>
                </a:lnTo>
                <a:lnTo>
                  <a:pt x="0" y="4094315"/>
                </a:lnTo>
                <a:lnTo>
                  <a:pt x="6350" y="4094315"/>
                </a:lnTo>
                <a:lnTo>
                  <a:pt x="6350" y="4087965"/>
                </a:lnTo>
                <a:close/>
                <a:moveTo>
                  <a:pt x="6350" y="43015"/>
                </a:moveTo>
                <a:lnTo>
                  <a:pt x="254000" y="43015"/>
                </a:lnTo>
                <a:lnTo>
                  <a:pt x="254000" y="30315"/>
                </a:lnTo>
                <a:lnTo>
                  <a:pt x="6350" y="30315"/>
                </a:lnTo>
                <a:lnTo>
                  <a:pt x="6350" y="43015"/>
                </a:lnTo>
                <a:close/>
                <a:moveTo>
                  <a:pt x="203200" y="4081615"/>
                </a:moveTo>
                <a:lnTo>
                  <a:pt x="6350" y="4081615"/>
                </a:lnTo>
                <a:lnTo>
                  <a:pt x="6350" y="4094315"/>
                </a:lnTo>
                <a:lnTo>
                  <a:pt x="203200" y="4094315"/>
                </a:lnTo>
                <a:lnTo>
                  <a:pt x="203200" y="4081615"/>
                </a:lnTo>
                <a:close/>
                <a:moveTo>
                  <a:pt x="12700" y="4087965"/>
                </a:moveTo>
                <a:lnTo>
                  <a:pt x="12700" y="36665"/>
                </a:lnTo>
                <a:lnTo>
                  <a:pt x="0" y="36665"/>
                </a:lnTo>
                <a:lnTo>
                  <a:pt x="0" y="4087965"/>
                </a:lnTo>
                <a:lnTo>
                  <a:pt x="12700" y="408796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295" name="任意多边形: 形状 294">
            <a:extLst>
              <a:ext uri="{FF2B5EF4-FFF2-40B4-BE49-F238E27FC236}">
                <a16:creationId xmlns:a16="http://schemas.microsoft.com/office/drawing/2014/main" id="{5218C9EC-84D5-36E8-5F09-81BC36342DC0}"/>
              </a:ext>
            </a:extLst>
          </p:cNvPr>
          <p:cNvSpPr/>
          <p:nvPr/>
        </p:nvSpPr>
        <p:spPr>
          <a:xfrm>
            <a:off x="11201400" y="1912785"/>
            <a:ext cx="311150" cy="4094314"/>
          </a:xfrm>
          <a:custGeom>
            <a:avLst/>
            <a:gdLst>
              <a:gd name="connsiteX0" fmla="*/ 304800 w 311150"/>
              <a:gd name="connsiteY0" fmla="*/ 36665 h 4094314"/>
              <a:gd name="connsiteX1" fmla="*/ 304800 w 311150"/>
              <a:gd name="connsiteY1" fmla="*/ 30315 h 4094314"/>
              <a:gd name="connsiteX2" fmla="*/ 311150 w 311150"/>
              <a:gd name="connsiteY2" fmla="*/ 30315 h 4094314"/>
              <a:gd name="connsiteX3" fmla="*/ 311150 w 311150"/>
              <a:gd name="connsiteY3" fmla="*/ 36665 h 4094314"/>
              <a:gd name="connsiteX4" fmla="*/ 304800 w 311150"/>
              <a:gd name="connsiteY4" fmla="*/ 36665 h 4094314"/>
              <a:gd name="connsiteX5" fmla="*/ 0 w 311150"/>
              <a:gd name="connsiteY5" fmla="*/ 36665 h 4094314"/>
              <a:gd name="connsiteX6" fmla="*/ 63500 w 311150"/>
              <a:gd name="connsiteY6" fmla="*/ 0 h 4094314"/>
              <a:gd name="connsiteX7" fmla="*/ 63500 w 311150"/>
              <a:gd name="connsiteY7" fmla="*/ 73330 h 4094314"/>
              <a:gd name="connsiteX8" fmla="*/ 0 w 311150"/>
              <a:gd name="connsiteY8" fmla="*/ 36665 h 4094314"/>
              <a:gd name="connsiteX9" fmla="*/ 304800 w 311150"/>
              <a:gd name="connsiteY9" fmla="*/ 4087965 h 4094314"/>
              <a:gd name="connsiteX10" fmla="*/ 311150 w 311150"/>
              <a:gd name="connsiteY10" fmla="*/ 4087965 h 4094314"/>
              <a:gd name="connsiteX11" fmla="*/ 311150 w 311150"/>
              <a:gd name="connsiteY11" fmla="*/ 4094315 h 4094314"/>
              <a:gd name="connsiteX12" fmla="*/ 304800 w 311150"/>
              <a:gd name="connsiteY12" fmla="*/ 4094315 h 4094314"/>
              <a:gd name="connsiteX13" fmla="*/ 304800 w 311150"/>
              <a:gd name="connsiteY13" fmla="*/ 4087965 h 4094314"/>
              <a:gd name="connsiteX14" fmla="*/ 304800 w 311150"/>
              <a:gd name="connsiteY14" fmla="*/ 43015 h 4094314"/>
              <a:gd name="connsiteX15" fmla="*/ 57150 w 311150"/>
              <a:gd name="connsiteY15" fmla="*/ 43015 h 4094314"/>
              <a:gd name="connsiteX16" fmla="*/ 57150 w 311150"/>
              <a:gd name="connsiteY16" fmla="*/ 30315 h 4094314"/>
              <a:gd name="connsiteX17" fmla="*/ 304800 w 311150"/>
              <a:gd name="connsiteY17" fmla="*/ 30315 h 4094314"/>
              <a:gd name="connsiteX18" fmla="*/ 304800 w 311150"/>
              <a:gd name="connsiteY18" fmla="*/ 43015 h 4094314"/>
              <a:gd name="connsiteX19" fmla="*/ 107950 w 311150"/>
              <a:gd name="connsiteY19" fmla="*/ 4081615 h 4094314"/>
              <a:gd name="connsiteX20" fmla="*/ 304800 w 311150"/>
              <a:gd name="connsiteY20" fmla="*/ 4081615 h 4094314"/>
              <a:gd name="connsiteX21" fmla="*/ 304800 w 311150"/>
              <a:gd name="connsiteY21" fmla="*/ 4094315 h 4094314"/>
              <a:gd name="connsiteX22" fmla="*/ 107950 w 311150"/>
              <a:gd name="connsiteY22" fmla="*/ 4094315 h 4094314"/>
              <a:gd name="connsiteX23" fmla="*/ 107950 w 311150"/>
              <a:gd name="connsiteY23" fmla="*/ 4081615 h 4094314"/>
              <a:gd name="connsiteX24" fmla="*/ 298450 w 311150"/>
              <a:gd name="connsiteY24" fmla="*/ 4087965 h 4094314"/>
              <a:gd name="connsiteX25" fmla="*/ 298450 w 311150"/>
              <a:gd name="connsiteY25" fmla="*/ 36665 h 4094314"/>
              <a:gd name="connsiteX26" fmla="*/ 311150 w 311150"/>
              <a:gd name="connsiteY26" fmla="*/ 36665 h 4094314"/>
              <a:gd name="connsiteX27" fmla="*/ 311150 w 311150"/>
              <a:gd name="connsiteY27" fmla="*/ 4087965 h 4094314"/>
              <a:gd name="connsiteX28" fmla="*/ 298450 w 311150"/>
              <a:gd name="connsiteY28" fmla="*/ 4087965 h 409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1150" h="4094314">
                <a:moveTo>
                  <a:pt x="304800" y="36665"/>
                </a:moveTo>
                <a:lnTo>
                  <a:pt x="304800" y="30315"/>
                </a:lnTo>
                <a:lnTo>
                  <a:pt x="311150" y="30315"/>
                </a:lnTo>
                <a:lnTo>
                  <a:pt x="311150" y="36665"/>
                </a:lnTo>
                <a:lnTo>
                  <a:pt x="304800" y="36665"/>
                </a:lnTo>
                <a:close/>
                <a:moveTo>
                  <a:pt x="0" y="36665"/>
                </a:moveTo>
                <a:lnTo>
                  <a:pt x="63500" y="0"/>
                </a:lnTo>
                <a:lnTo>
                  <a:pt x="63500" y="73330"/>
                </a:lnTo>
                <a:lnTo>
                  <a:pt x="0" y="36665"/>
                </a:lnTo>
                <a:close/>
                <a:moveTo>
                  <a:pt x="304800" y="4087965"/>
                </a:moveTo>
                <a:lnTo>
                  <a:pt x="311150" y="4087965"/>
                </a:lnTo>
                <a:lnTo>
                  <a:pt x="311150" y="4094315"/>
                </a:lnTo>
                <a:lnTo>
                  <a:pt x="304800" y="4094315"/>
                </a:lnTo>
                <a:lnTo>
                  <a:pt x="304800" y="4087965"/>
                </a:lnTo>
                <a:close/>
                <a:moveTo>
                  <a:pt x="304800" y="43015"/>
                </a:moveTo>
                <a:lnTo>
                  <a:pt x="57150" y="43015"/>
                </a:lnTo>
                <a:lnTo>
                  <a:pt x="57150" y="30315"/>
                </a:lnTo>
                <a:lnTo>
                  <a:pt x="304800" y="30315"/>
                </a:lnTo>
                <a:lnTo>
                  <a:pt x="304800" y="43015"/>
                </a:lnTo>
                <a:close/>
                <a:moveTo>
                  <a:pt x="107950" y="4081615"/>
                </a:moveTo>
                <a:lnTo>
                  <a:pt x="304800" y="4081615"/>
                </a:lnTo>
                <a:lnTo>
                  <a:pt x="304800" y="4094315"/>
                </a:lnTo>
                <a:lnTo>
                  <a:pt x="107950" y="4094315"/>
                </a:lnTo>
                <a:lnTo>
                  <a:pt x="107950" y="4081615"/>
                </a:lnTo>
                <a:close/>
                <a:moveTo>
                  <a:pt x="298450" y="4087965"/>
                </a:moveTo>
                <a:lnTo>
                  <a:pt x="298450" y="36665"/>
                </a:lnTo>
                <a:lnTo>
                  <a:pt x="311150" y="36665"/>
                </a:lnTo>
                <a:lnTo>
                  <a:pt x="311150" y="4087965"/>
                </a:lnTo>
                <a:lnTo>
                  <a:pt x="298450" y="4087965"/>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303" name="文本框 302">
            <a:extLst>
              <a:ext uri="{FF2B5EF4-FFF2-40B4-BE49-F238E27FC236}">
                <a16:creationId xmlns:a16="http://schemas.microsoft.com/office/drawing/2014/main" id="{83450B33-AC7F-B58E-C3A5-3B7CE6A59E14}"/>
              </a:ext>
            </a:extLst>
          </p:cNvPr>
          <p:cNvSpPr txBox="1"/>
          <p:nvPr/>
        </p:nvSpPr>
        <p:spPr>
          <a:xfrm>
            <a:off x="157207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创意生产</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4" name="文本框 303">
            <a:extLst>
              <a:ext uri="{FF2B5EF4-FFF2-40B4-BE49-F238E27FC236}">
                <a16:creationId xmlns:a16="http://schemas.microsoft.com/office/drawing/2014/main" id="{4E95615F-B276-A95A-0B34-FE96CC18E536}"/>
              </a:ext>
            </a:extLst>
          </p:cNvPr>
          <p:cNvSpPr txBox="1"/>
          <p:nvPr/>
        </p:nvSpPr>
        <p:spPr>
          <a:xfrm>
            <a:off x="367392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精准定向</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5" name="文本框 304">
            <a:extLst>
              <a:ext uri="{FF2B5EF4-FFF2-40B4-BE49-F238E27FC236}">
                <a16:creationId xmlns:a16="http://schemas.microsoft.com/office/drawing/2014/main" id="{3229D512-2DC8-7337-FC1A-4695208E664E}"/>
              </a:ext>
            </a:extLst>
          </p:cNvPr>
          <p:cNvSpPr txBox="1"/>
          <p:nvPr/>
        </p:nvSpPr>
        <p:spPr>
          <a:xfrm>
            <a:off x="577577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智能投放</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6" name="文本框 305">
            <a:extLst>
              <a:ext uri="{FF2B5EF4-FFF2-40B4-BE49-F238E27FC236}">
                <a16:creationId xmlns:a16="http://schemas.microsoft.com/office/drawing/2014/main" id="{3D8751FE-E698-8EC0-8404-2DFE1306328E}"/>
              </a:ext>
            </a:extLst>
          </p:cNvPr>
          <p:cNvSpPr txBox="1"/>
          <p:nvPr/>
        </p:nvSpPr>
        <p:spPr>
          <a:xfrm>
            <a:off x="787762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深度转化</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7" name="文本框 306">
            <a:extLst>
              <a:ext uri="{FF2B5EF4-FFF2-40B4-BE49-F238E27FC236}">
                <a16:creationId xmlns:a16="http://schemas.microsoft.com/office/drawing/2014/main" id="{0751FE21-82F3-EE9D-3DEE-98210D334BCA}"/>
              </a:ext>
            </a:extLst>
          </p:cNvPr>
          <p:cNvSpPr txBox="1"/>
          <p:nvPr/>
        </p:nvSpPr>
        <p:spPr>
          <a:xfrm>
            <a:off x="9979472" y="1887037"/>
            <a:ext cx="564257"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线索管理</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08" name="文本框 307">
            <a:extLst>
              <a:ext uri="{FF2B5EF4-FFF2-40B4-BE49-F238E27FC236}">
                <a16:creationId xmlns:a16="http://schemas.microsoft.com/office/drawing/2014/main" id="{792AAE7D-CF55-7021-785C-F15BED936DE7}"/>
              </a:ext>
            </a:extLst>
          </p:cNvPr>
          <p:cNvSpPr txBox="1"/>
          <p:nvPr/>
        </p:nvSpPr>
        <p:spPr>
          <a:xfrm>
            <a:off x="3725218" y="243265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搜索场景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09" name="文本框 308">
            <a:extLst>
              <a:ext uri="{FF2B5EF4-FFF2-40B4-BE49-F238E27FC236}">
                <a16:creationId xmlns:a16="http://schemas.microsoft.com/office/drawing/2014/main" id="{3D6D29FF-1012-052B-9B59-EFB92C46597F}"/>
              </a:ext>
            </a:extLst>
          </p:cNvPr>
          <p:cNvSpPr txBox="1"/>
          <p:nvPr/>
        </p:nvSpPr>
        <p:spPr>
          <a:xfrm>
            <a:off x="7973368" y="243265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目标转化</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10" name="文本框 309">
            <a:extLst>
              <a:ext uri="{FF2B5EF4-FFF2-40B4-BE49-F238E27FC236}">
                <a16:creationId xmlns:a16="http://schemas.microsoft.com/office/drawing/2014/main" id="{49DB2073-D1F3-22DF-A8D7-4724516F5F73}"/>
              </a:ext>
            </a:extLst>
          </p:cNvPr>
          <p:cNvSpPr txBox="1"/>
          <p:nvPr/>
        </p:nvSpPr>
        <p:spPr>
          <a:xfrm>
            <a:off x="3725218" y="368360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推荐场景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11" name="文本框 310">
            <a:extLst>
              <a:ext uri="{FF2B5EF4-FFF2-40B4-BE49-F238E27FC236}">
                <a16:creationId xmlns:a16="http://schemas.microsoft.com/office/drawing/2014/main" id="{2627CBD7-3D7B-824F-DB0D-C7EFE67193B8}"/>
              </a:ext>
            </a:extLst>
          </p:cNvPr>
          <p:cNvSpPr txBox="1"/>
          <p:nvPr/>
        </p:nvSpPr>
        <p:spPr>
          <a:xfrm>
            <a:off x="7973368" y="368360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联邦学习</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12" name="文本框 311">
            <a:extLst>
              <a:ext uri="{FF2B5EF4-FFF2-40B4-BE49-F238E27FC236}">
                <a16:creationId xmlns:a16="http://schemas.microsoft.com/office/drawing/2014/main" id="{EB24918E-5BA9-C211-A399-F13FB2172953}"/>
              </a:ext>
            </a:extLst>
          </p:cNvPr>
          <p:cNvSpPr txBox="1"/>
          <p:nvPr/>
        </p:nvSpPr>
        <p:spPr>
          <a:xfrm>
            <a:off x="2928405" y="5912937"/>
            <a:ext cx="6347892" cy="169277"/>
          </a:xfrm>
          <a:prstGeom prst="rect">
            <a:avLst/>
          </a:prstGeom>
          <a:noFill/>
        </p:spPr>
        <p:txBody>
          <a:bodyPr wrap="none" lIns="0" tIns="0" rIns="0" bIns="0" rtlCol="0">
            <a:spAutoFit/>
          </a:bodyPr>
          <a:lstStyle/>
          <a:p>
            <a:pPr algn="ctr"/>
            <a:r>
              <a:rPr lang="zh-CN" altLang="en-US" sz="1100" dirty="0">
                <a:solidFill>
                  <a:schemeClr val="bg1"/>
                </a:solidFill>
                <a:effectLst/>
                <a:latin typeface="阿里巴巴普惠体" panose="00020600040101010101" pitchFamily="18" charset="-122"/>
                <a:ea typeface="阿里巴巴普惠体" panose="00020600040101010101" pitchFamily="18" charset="-122"/>
              </a:rPr>
              <a:t>观星盘、创意中心、慧合平台、一站式投放平台（数据报告，诊断优化）、基木鱼、百度统计、爱番番</a:t>
            </a:r>
            <a:endParaRPr lang="zh-CN" altLang="en-US" sz="1100" dirty="0">
              <a:solidFill>
                <a:schemeClr val="bg1"/>
              </a:solidFill>
              <a:latin typeface="阿里巴巴普惠体" panose="00020600040101010101" pitchFamily="18" charset="-122"/>
              <a:ea typeface="阿里巴巴普惠体" panose="00020600040101010101" pitchFamily="18" charset="-122"/>
            </a:endParaRPr>
          </a:p>
        </p:txBody>
      </p:sp>
      <p:sp>
        <p:nvSpPr>
          <p:cNvPr id="314" name="文本框 313">
            <a:extLst>
              <a:ext uri="{FF2B5EF4-FFF2-40B4-BE49-F238E27FC236}">
                <a16:creationId xmlns:a16="http://schemas.microsoft.com/office/drawing/2014/main" id="{A225E6EF-9C6C-FB37-2557-CA9F5461CDD1}"/>
              </a:ext>
            </a:extLst>
          </p:cNvPr>
          <p:cNvSpPr txBox="1"/>
          <p:nvPr/>
        </p:nvSpPr>
        <p:spPr>
          <a:xfrm>
            <a:off x="1632924" y="28935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创意中心</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5" name="文本框 314">
            <a:extLst>
              <a:ext uri="{FF2B5EF4-FFF2-40B4-BE49-F238E27FC236}">
                <a16:creationId xmlns:a16="http://schemas.microsoft.com/office/drawing/2014/main" id="{31996957-60D7-ADAE-ACC4-99989985E733}"/>
              </a:ext>
            </a:extLst>
          </p:cNvPr>
          <p:cNvSpPr txBox="1"/>
          <p:nvPr/>
        </p:nvSpPr>
        <p:spPr>
          <a:xfrm>
            <a:off x="1632924" y="37571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慧合平台</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6" name="文本框 315">
            <a:extLst>
              <a:ext uri="{FF2B5EF4-FFF2-40B4-BE49-F238E27FC236}">
                <a16:creationId xmlns:a16="http://schemas.microsoft.com/office/drawing/2014/main" id="{E1F0D5DB-07F2-AF52-4E4A-75F7A79DA538}"/>
              </a:ext>
            </a:extLst>
          </p:cNvPr>
          <p:cNvSpPr txBox="1"/>
          <p:nvPr/>
        </p:nvSpPr>
        <p:spPr>
          <a:xfrm>
            <a:off x="5855674" y="26268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定向优化</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7" name="文本框 316">
            <a:extLst>
              <a:ext uri="{FF2B5EF4-FFF2-40B4-BE49-F238E27FC236}">
                <a16:creationId xmlns:a16="http://schemas.microsoft.com/office/drawing/2014/main" id="{2187A969-4415-3481-0783-40C58FCB085D}"/>
              </a:ext>
            </a:extLst>
          </p:cNvPr>
          <p:cNvSpPr txBox="1"/>
          <p:nvPr/>
        </p:nvSpPr>
        <p:spPr>
          <a:xfrm>
            <a:off x="5855674" y="33888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智能创意</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8" name="文本框 317">
            <a:extLst>
              <a:ext uri="{FF2B5EF4-FFF2-40B4-BE49-F238E27FC236}">
                <a16:creationId xmlns:a16="http://schemas.microsoft.com/office/drawing/2014/main" id="{208A901A-3BAF-0616-456C-7DEF76A45D13}"/>
              </a:ext>
            </a:extLst>
          </p:cNvPr>
          <p:cNvSpPr txBox="1"/>
          <p:nvPr/>
        </p:nvSpPr>
        <p:spPr>
          <a:xfrm>
            <a:off x="5855674" y="41762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智能出价</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19" name="文本框 318">
            <a:extLst>
              <a:ext uri="{FF2B5EF4-FFF2-40B4-BE49-F238E27FC236}">
                <a16:creationId xmlns:a16="http://schemas.microsoft.com/office/drawing/2014/main" id="{C4BED6EB-6D3C-10CD-6674-D94E555B7108}"/>
              </a:ext>
            </a:extLst>
          </p:cNvPr>
          <p:cNvSpPr txBox="1"/>
          <p:nvPr/>
        </p:nvSpPr>
        <p:spPr>
          <a:xfrm>
            <a:off x="10122874" y="42334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线索运营</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0" name="文本框 319">
            <a:extLst>
              <a:ext uri="{FF2B5EF4-FFF2-40B4-BE49-F238E27FC236}">
                <a16:creationId xmlns:a16="http://schemas.microsoft.com/office/drawing/2014/main" id="{C979B459-E8EF-937F-E9A0-3C5D83C6E58C}"/>
              </a:ext>
            </a:extLst>
          </p:cNvPr>
          <p:cNvSpPr txBox="1"/>
          <p:nvPr/>
        </p:nvSpPr>
        <p:spPr>
          <a:xfrm>
            <a:off x="10122874" y="37381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页面洞察</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1" name="文本框 320">
            <a:extLst>
              <a:ext uri="{FF2B5EF4-FFF2-40B4-BE49-F238E27FC236}">
                <a16:creationId xmlns:a16="http://schemas.microsoft.com/office/drawing/2014/main" id="{B0963C87-FA07-553E-2742-3478D7890D62}"/>
              </a:ext>
            </a:extLst>
          </p:cNvPr>
          <p:cNvSpPr txBox="1"/>
          <p:nvPr/>
        </p:nvSpPr>
        <p:spPr>
          <a:xfrm>
            <a:off x="10122874" y="32428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线索分析</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2" name="文本框 321">
            <a:extLst>
              <a:ext uri="{FF2B5EF4-FFF2-40B4-BE49-F238E27FC236}">
                <a16:creationId xmlns:a16="http://schemas.microsoft.com/office/drawing/2014/main" id="{A57DA17A-0CB2-A1A4-EF8F-32B6D27543F9}"/>
              </a:ext>
            </a:extLst>
          </p:cNvPr>
          <p:cNvSpPr txBox="1"/>
          <p:nvPr/>
        </p:nvSpPr>
        <p:spPr>
          <a:xfrm>
            <a:off x="10122874" y="274752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线索沉淀</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325" name="文本框 324">
            <a:extLst>
              <a:ext uri="{FF2B5EF4-FFF2-40B4-BE49-F238E27FC236}">
                <a16:creationId xmlns:a16="http://schemas.microsoft.com/office/drawing/2014/main" id="{E5C3084D-B72E-D1BE-6F34-42D00F4A625B}"/>
              </a:ext>
            </a:extLst>
          </p:cNvPr>
          <p:cNvSpPr txBox="1"/>
          <p:nvPr/>
        </p:nvSpPr>
        <p:spPr>
          <a:xfrm>
            <a:off x="1840409" y="5050527"/>
            <a:ext cx="1538883" cy="382797"/>
          </a:xfrm>
          <a:prstGeom prst="rect">
            <a:avLst/>
          </a:prstGeom>
          <a:noFill/>
        </p:spPr>
        <p:txBody>
          <a:bodyPr wrap="none" lIns="0" tIns="0" rIns="0" bIns="0" rtlCol="0">
            <a:spAutoFit/>
          </a:bodyPr>
          <a:lstStyle/>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全链路数据</a:t>
            </a:r>
            <a:endParaRPr lang="en-US" altLang="zh-CN" sz="1000"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打通驱动投放效果持续优化</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6" name="文本框 325">
            <a:extLst>
              <a:ext uri="{FF2B5EF4-FFF2-40B4-BE49-F238E27FC236}">
                <a16:creationId xmlns:a16="http://schemas.microsoft.com/office/drawing/2014/main" id="{9B87CDFA-EC8D-98B8-C72F-857A9BA1981E}"/>
              </a:ext>
            </a:extLst>
          </p:cNvPr>
          <p:cNvSpPr txBox="1"/>
          <p:nvPr/>
        </p:nvSpPr>
        <p:spPr>
          <a:xfrm>
            <a:off x="5697959" y="5050527"/>
            <a:ext cx="897682" cy="382797"/>
          </a:xfrm>
          <a:prstGeom prst="rect">
            <a:avLst/>
          </a:prstGeom>
          <a:noFill/>
        </p:spPr>
        <p:txBody>
          <a:bodyPr wrap="none" lIns="0" tIns="0" rIns="0" bIns="0" rtlCol="0">
            <a:spAutoFit/>
          </a:bodyPr>
          <a:lstStyle/>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全方位智能引擎</a:t>
            </a:r>
            <a:endParaRPr lang="en-US" altLang="zh-CN" sz="1000"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触达海量用户</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9" name="文本框 328">
            <a:extLst>
              <a:ext uri="{FF2B5EF4-FFF2-40B4-BE49-F238E27FC236}">
                <a16:creationId xmlns:a16="http://schemas.microsoft.com/office/drawing/2014/main" id="{27B47BEA-2CDE-BBC4-33B2-27248A3E765F}"/>
              </a:ext>
            </a:extLst>
          </p:cNvPr>
          <p:cNvSpPr txBox="1"/>
          <p:nvPr/>
        </p:nvSpPr>
        <p:spPr>
          <a:xfrm>
            <a:off x="9042550" y="5050527"/>
            <a:ext cx="1282402" cy="382797"/>
          </a:xfrm>
          <a:prstGeom prst="rect">
            <a:avLst/>
          </a:prstGeom>
          <a:noFill/>
        </p:spPr>
        <p:txBody>
          <a:bodyPr wrap="none" lIns="0" tIns="0" rIns="0" bIns="0" rtlCol="0">
            <a:spAutoFit/>
          </a:bodyPr>
          <a:lstStyle/>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全环节优化赋能</a:t>
            </a:r>
            <a:endParaRPr lang="en-US" altLang="zh-CN" sz="1000" dirty="0">
              <a:solidFill>
                <a:schemeClr val="bg1"/>
              </a:solidFill>
              <a:effectLst/>
              <a:latin typeface="阿里巴巴普惠体" panose="00020600040101010101" pitchFamily="18" charset="-122"/>
              <a:ea typeface="阿里巴巴普惠体" panose="00020600040101010101" pitchFamily="18" charset="-122"/>
            </a:endParaRPr>
          </a:p>
          <a:p>
            <a:pPr algn="ctr">
              <a:lnSpc>
                <a:spcPct val="130000"/>
              </a:lnSpc>
            </a:pPr>
            <a:r>
              <a:rPr lang="zh-CN" altLang="en-US" sz="1000" dirty="0">
                <a:solidFill>
                  <a:schemeClr val="bg1"/>
                </a:solidFill>
                <a:effectLst/>
                <a:latin typeface="阿里巴巴普惠体" panose="00020600040101010101" pitchFamily="18" charset="-122"/>
                <a:ea typeface="阿里巴巴普惠体" panose="00020600040101010101" pitchFamily="18" charset="-122"/>
              </a:rPr>
              <a:t>提高诊断优化决策效率</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0" name="文本框 329">
            <a:extLst>
              <a:ext uri="{FF2B5EF4-FFF2-40B4-BE49-F238E27FC236}">
                <a16:creationId xmlns:a16="http://schemas.microsoft.com/office/drawing/2014/main" id="{7CE0B756-948D-D1A7-B560-3CA5CB016E8D}"/>
              </a:ext>
            </a:extLst>
          </p:cNvPr>
          <p:cNvSpPr txBox="1"/>
          <p:nvPr/>
        </p:nvSpPr>
        <p:spPr>
          <a:xfrm>
            <a:off x="3332076" y="2820001"/>
            <a:ext cx="346249"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关键词</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1" name="文本框 330">
            <a:extLst>
              <a:ext uri="{FF2B5EF4-FFF2-40B4-BE49-F238E27FC236}">
                <a16:creationId xmlns:a16="http://schemas.microsoft.com/office/drawing/2014/main" id="{04449CA5-8212-CDFC-EDE1-FCEC2FC23578}"/>
              </a:ext>
            </a:extLst>
          </p:cNvPr>
          <p:cNvSpPr txBox="1"/>
          <p:nvPr/>
        </p:nvSpPr>
        <p:spPr>
          <a:xfrm>
            <a:off x="4291484" y="282000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词包</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2" name="文本框 331">
            <a:extLst>
              <a:ext uri="{FF2B5EF4-FFF2-40B4-BE49-F238E27FC236}">
                <a16:creationId xmlns:a16="http://schemas.microsoft.com/office/drawing/2014/main" id="{7A09D280-19CB-CDD0-681D-40CC6E196575}"/>
              </a:ext>
            </a:extLst>
          </p:cNvPr>
          <p:cNvSpPr txBox="1"/>
          <p:nvPr/>
        </p:nvSpPr>
        <p:spPr>
          <a:xfrm>
            <a:off x="3389784" y="316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网址</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35" name="文本框 334">
            <a:extLst>
              <a:ext uri="{FF2B5EF4-FFF2-40B4-BE49-F238E27FC236}">
                <a16:creationId xmlns:a16="http://schemas.microsoft.com/office/drawing/2014/main" id="{532D1F47-E5FB-2D06-56F2-C58BA35E5D0A}"/>
              </a:ext>
            </a:extLst>
          </p:cNvPr>
          <p:cNvSpPr txBox="1"/>
          <p:nvPr/>
        </p:nvSpPr>
        <p:spPr>
          <a:xfrm>
            <a:off x="4291484" y="316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商品</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4" name="文本框 343">
            <a:extLst>
              <a:ext uri="{FF2B5EF4-FFF2-40B4-BE49-F238E27FC236}">
                <a16:creationId xmlns:a16="http://schemas.microsoft.com/office/drawing/2014/main" id="{B9CC76D5-DFA9-B85A-50FF-8459DBA50FF4}"/>
              </a:ext>
            </a:extLst>
          </p:cNvPr>
          <p:cNvSpPr txBox="1"/>
          <p:nvPr/>
        </p:nvSpPr>
        <p:spPr>
          <a:xfrm>
            <a:off x="3725218" y="40709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用户标签</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5" name="文本框 344">
            <a:extLst>
              <a:ext uri="{FF2B5EF4-FFF2-40B4-BE49-F238E27FC236}">
                <a16:creationId xmlns:a16="http://schemas.microsoft.com/office/drawing/2014/main" id="{45FD718B-AFFD-F554-9C58-B050EFB01250}"/>
              </a:ext>
            </a:extLst>
          </p:cNvPr>
          <p:cNvSpPr txBox="1"/>
          <p:nvPr/>
        </p:nvSpPr>
        <p:spPr>
          <a:xfrm>
            <a:off x="3667510" y="4439251"/>
            <a:ext cx="57708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定制人群包</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47" name="文本框 346">
            <a:extLst>
              <a:ext uri="{FF2B5EF4-FFF2-40B4-BE49-F238E27FC236}">
                <a16:creationId xmlns:a16="http://schemas.microsoft.com/office/drawing/2014/main" id="{3A405C1E-B2C7-63EC-18B1-FF4C944ED332}"/>
              </a:ext>
            </a:extLst>
          </p:cNvPr>
          <p:cNvSpPr txBox="1"/>
          <p:nvPr/>
        </p:nvSpPr>
        <p:spPr>
          <a:xfrm>
            <a:off x="1280294" y="3245917"/>
            <a:ext cx="1154163"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t>（标题、图片、视频）</a:t>
            </a:r>
          </a:p>
        </p:txBody>
      </p:sp>
      <p:sp>
        <p:nvSpPr>
          <p:cNvPr id="348" name="文本框 347">
            <a:extLst>
              <a:ext uri="{FF2B5EF4-FFF2-40B4-BE49-F238E27FC236}">
                <a16:creationId xmlns:a16="http://schemas.microsoft.com/office/drawing/2014/main" id="{79A2C7FD-289E-6FF3-5229-81AAAA472241}"/>
              </a:ext>
            </a:extLst>
          </p:cNvPr>
          <p:cNvSpPr txBox="1"/>
          <p:nvPr/>
        </p:nvSpPr>
        <p:spPr>
          <a:xfrm>
            <a:off x="5374928" y="2931672"/>
            <a:ext cx="138499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（关键词推荐、自动定向）</a:t>
            </a:r>
          </a:p>
        </p:txBody>
      </p:sp>
      <p:sp>
        <p:nvSpPr>
          <p:cNvPr id="350" name="文本框 349">
            <a:extLst>
              <a:ext uri="{FF2B5EF4-FFF2-40B4-BE49-F238E27FC236}">
                <a16:creationId xmlns:a16="http://schemas.microsoft.com/office/drawing/2014/main" id="{4F57D84B-4FB7-8F4C-70D2-5BBAA5FE266C}"/>
              </a:ext>
            </a:extLst>
          </p:cNvPr>
          <p:cNvSpPr txBox="1"/>
          <p:nvPr/>
        </p:nvSpPr>
        <p:spPr>
          <a:xfrm>
            <a:off x="5374928" y="3713877"/>
            <a:ext cx="138499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（动态创意、程序化创意）</a:t>
            </a:r>
          </a:p>
        </p:txBody>
      </p:sp>
      <p:sp>
        <p:nvSpPr>
          <p:cNvPr id="358" name="文本框 357">
            <a:extLst>
              <a:ext uri="{FF2B5EF4-FFF2-40B4-BE49-F238E27FC236}">
                <a16:creationId xmlns:a16="http://schemas.microsoft.com/office/drawing/2014/main" id="{0723AEC6-25CD-2862-63BA-FB6654A032E1}"/>
              </a:ext>
            </a:extLst>
          </p:cNvPr>
          <p:cNvSpPr txBox="1"/>
          <p:nvPr/>
        </p:nvSpPr>
        <p:spPr>
          <a:xfrm>
            <a:off x="7522517" y="2820001"/>
            <a:ext cx="46166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APP</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下载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59" name="文本框 358">
            <a:extLst>
              <a:ext uri="{FF2B5EF4-FFF2-40B4-BE49-F238E27FC236}">
                <a16:creationId xmlns:a16="http://schemas.microsoft.com/office/drawing/2014/main" id="{59966E17-62F2-A734-7AB8-2C2107A1DA4A}"/>
              </a:ext>
            </a:extLst>
          </p:cNvPr>
          <p:cNvSpPr txBox="1"/>
          <p:nvPr/>
        </p:nvSpPr>
        <p:spPr>
          <a:xfrm>
            <a:off x="7522517" y="3169251"/>
            <a:ext cx="46166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APP</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激活</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0" name="文本框 359">
            <a:extLst>
              <a:ext uri="{FF2B5EF4-FFF2-40B4-BE49-F238E27FC236}">
                <a16:creationId xmlns:a16="http://schemas.microsoft.com/office/drawing/2014/main" id="{67B3341E-4682-FAFD-7CB3-45E5EFFFB39D}"/>
              </a:ext>
            </a:extLst>
          </p:cNvPr>
          <p:cNvSpPr txBox="1"/>
          <p:nvPr/>
        </p:nvSpPr>
        <p:spPr>
          <a:xfrm>
            <a:off x="8424218" y="28200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表单提交</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1" name="文本框 360">
            <a:extLst>
              <a:ext uri="{FF2B5EF4-FFF2-40B4-BE49-F238E27FC236}">
                <a16:creationId xmlns:a16="http://schemas.microsoft.com/office/drawing/2014/main" id="{6A2D1AAD-0ED2-BF70-E45F-116324A378A8}"/>
              </a:ext>
            </a:extLst>
          </p:cNvPr>
          <p:cNvSpPr txBox="1"/>
          <p:nvPr/>
        </p:nvSpPr>
        <p:spPr>
          <a:xfrm>
            <a:off x="8539634" y="316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咨询</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2" name="文本框 361">
            <a:extLst>
              <a:ext uri="{FF2B5EF4-FFF2-40B4-BE49-F238E27FC236}">
                <a16:creationId xmlns:a16="http://schemas.microsoft.com/office/drawing/2014/main" id="{CD99D987-9492-29FF-68C1-B293841421B2}"/>
              </a:ext>
            </a:extLst>
          </p:cNvPr>
          <p:cNvSpPr txBox="1"/>
          <p:nvPr/>
        </p:nvSpPr>
        <p:spPr>
          <a:xfrm>
            <a:off x="7637934" y="44392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授信</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3" name="文本框 362">
            <a:extLst>
              <a:ext uri="{FF2B5EF4-FFF2-40B4-BE49-F238E27FC236}">
                <a16:creationId xmlns:a16="http://schemas.microsoft.com/office/drawing/2014/main" id="{3C63D377-343E-B1A2-002F-964DECEB139F}"/>
              </a:ext>
            </a:extLst>
          </p:cNvPr>
          <p:cNvSpPr txBox="1"/>
          <p:nvPr/>
        </p:nvSpPr>
        <p:spPr>
          <a:xfrm>
            <a:off x="8481926" y="4439251"/>
            <a:ext cx="346249"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下单等</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4" name="文本框 363">
            <a:extLst>
              <a:ext uri="{FF2B5EF4-FFF2-40B4-BE49-F238E27FC236}">
                <a16:creationId xmlns:a16="http://schemas.microsoft.com/office/drawing/2014/main" id="{E11FF18A-9D6D-99FF-A7C0-DF9D94B5DB5A}"/>
              </a:ext>
            </a:extLst>
          </p:cNvPr>
          <p:cNvSpPr txBox="1"/>
          <p:nvPr/>
        </p:nvSpPr>
        <p:spPr>
          <a:xfrm>
            <a:off x="8706726" y="4070951"/>
            <a:ext cx="197170"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ROI</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5" name="文本框 364">
            <a:extLst>
              <a:ext uri="{FF2B5EF4-FFF2-40B4-BE49-F238E27FC236}">
                <a16:creationId xmlns:a16="http://schemas.microsoft.com/office/drawing/2014/main" id="{C3BD4AC5-8986-AB29-AF93-719D446DA1F9}"/>
              </a:ext>
            </a:extLst>
          </p:cNvPr>
          <p:cNvSpPr txBox="1"/>
          <p:nvPr/>
        </p:nvSpPr>
        <p:spPr>
          <a:xfrm>
            <a:off x="8088804" y="40709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付费</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6" name="文本框 365">
            <a:extLst>
              <a:ext uri="{FF2B5EF4-FFF2-40B4-BE49-F238E27FC236}">
                <a16:creationId xmlns:a16="http://schemas.microsoft.com/office/drawing/2014/main" id="{75AF9C14-1C0F-65A1-4C97-973F50AF1C30}"/>
              </a:ext>
            </a:extLst>
          </p:cNvPr>
          <p:cNvSpPr txBox="1"/>
          <p:nvPr/>
        </p:nvSpPr>
        <p:spPr>
          <a:xfrm>
            <a:off x="7487650" y="4070951"/>
            <a:ext cx="23083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留存</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2990062640"/>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文本框 277">
            <a:extLst>
              <a:ext uri="{FF2B5EF4-FFF2-40B4-BE49-F238E27FC236}">
                <a16:creationId xmlns:a16="http://schemas.microsoft.com/office/drawing/2014/main" id="{3448D57C-5BE4-F6E7-5C49-7953E5F16A5A}"/>
              </a:ext>
            </a:extLst>
          </p:cNvPr>
          <p:cNvSpPr txBox="1"/>
          <p:nvPr/>
        </p:nvSpPr>
        <p:spPr>
          <a:xfrm>
            <a:off x="4721265" y="805688"/>
            <a:ext cx="2749471" cy="477054"/>
          </a:xfrm>
          <a:prstGeom prst="rect">
            <a:avLst/>
          </a:prstGeom>
          <a:noFill/>
        </p:spPr>
        <p:txBody>
          <a:bodyPr wrap="none" rtlCol="0">
            <a:spAutoFit/>
          </a:bodyPr>
          <a:lstStyle/>
          <a:p>
            <a:pPr algn="ctr"/>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智慧民航解决方案</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80" name="文本框 279">
            <a:extLst>
              <a:ext uri="{FF2B5EF4-FFF2-40B4-BE49-F238E27FC236}">
                <a16:creationId xmlns:a16="http://schemas.microsoft.com/office/drawing/2014/main" id="{FE4E80B4-8B69-2658-3DC8-C94C80E8FA8E}"/>
              </a:ext>
            </a:extLst>
          </p:cNvPr>
          <p:cNvSpPr txBox="1"/>
          <p:nvPr/>
        </p:nvSpPr>
        <p:spPr>
          <a:xfrm>
            <a:off x="4975340" y="604070"/>
            <a:ext cx="2241319" cy="276999"/>
          </a:xfrm>
          <a:prstGeom prst="rect">
            <a:avLst/>
          </a:prstGeom>
          <a:noFill/>
        </p:spPr>
        <p:txBody>
          <a:bodyPr wrap="none" rtlCol="0">
            <a:spAutoFit/>
          </a:bodyPr>
          <a:lstStyle/>
          <a:p>
            <a:pPr algn="ctr"/>
            <a:r>
              <a:rPr lang="en-US" altLang="zh-CN" sz="1200" dirty="0">
                <a:solidFill>
                  <a:schemeClr val="accent1">
                    <a:lumMod val="100000"/>
                    <a:alpha val="50000"/>
                  </a:schemeClr>
                </a:solidFill>
                <a:effectLst/>
                <a:latin typeface="阿里巴巴普惠体 2.0 45 Light" panose="00020600040101010101" pitchFamily="18" charset="-122"/>
              </a:rPr>
              <a:t>Smart Civil Aviation Solutions</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5" name="任意多边形: 形状 4">
            <a:extLst>
              <a:ext uri="{FF2B5EF4-FFF2-40B4-BE49-F238E27FC236}">
                <a16:creationId xmlns:a16="http://schemas.microsoft.com/office/drawing/2014/main" id="{24D507DE-FFD0-C82D-926D-2906DC51BFC2}"/>
              </a:ext>
            </a:extLst>
          </p:cNvPr>
          <p:cNvSpPr/>
          <p:nvPr/>
        </p:nvSpPr>
        <p:spPr>
          <a:xfrm>
            <a:off x="635000" y="2406650"/>
            <a:ext cx="5397500" cy="1663700"/>
          </a:xfrm>
          <a:custGeom>
            <a:avLst/>
            <a:gdLst>
              <a:gd name="connsiteX0" fmla="*/ 5346700 w 5397500"/>
              <a:gd name="connsiteY0" fmla="*/ 0 h 1663700"/>
              <a:gd name="connsiteX1" fmla="*/ 5397500 w 5397500"/>
              <a:gd name="connsiteY1" fmla="*/ 0 h 1663700"/>
              <a:gd name="connsiteX2" fmla="*/ 5397500 w 5397500"/>
              <a:gd name="connsiteY2" fmla="*/ 1663700 h 1663700"/>
              <a:gd name="connsiteX3" fmla="*/ 5346700 w 5397500"/>
              <a:gd name="connsiteY3" fmla="*/ 1663700 h 1663700"/>
              <a:gd name="connsiteX4" fmla="*/ 50800 w 5397500"/>
              <a:gd name="connsiteY4" fmla="*/ 1663700 h 1663700"/>
              <a:gd name="connsiteX5" fmla="*/ 0 w 5397500"/>
              <a:gd name="connsiteY5" fmla="*/ 1663700 h 1663700"/>
              <a:gd name="connsiteX6" fmla="*/ 0 w 5397500"/>
              <a:gd name="connsiteY6" fmla="*/ 0 h 1663700"/>
              <a:gd name="connsiteX7" fmla="*/ 50800 w 5397500"/>
              <a:gd name="connsiteY7" fmla="*/ 0 h 166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1663700">
                <a:moveTo>
                  <a:pt x="5346700" y="0"/>
                </a:moveTo>
                <a:cubicBezTo>
                  <a:pt x="5374756" y="0"/>
                  <a:pt x="5397500" y="0"/>
                  <a:pt x="5397500" y="0"/>
                </a:cubicBezTo>
                <a:lnTo>
                  <a:pt x="5397500" y="1663700"/>
                </a:lnTo>
                <a:cubicBezTo>
                  <a:pt x="5397500" y="1663700"/>
                  <a:pt x="5374756" y="1663700"/>
                  <a:pt x="5346700" y="1663700"/>
                </a:cubicBezTo>
                <a:lnTo>
                  <a:pt x="50800" y="1663700"/>
                </a:lnTo>
                <a:cubicBezTo>
                  <a:pt x="22744" y="1663700"/>
                  <a:pt x="0" y="1663700"/>
                  <a:pt x="0" y="16637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9" name="任意多边形: 形状 8">
            <a:extLst>
              <a:ext uri="{FF2B5EF4-FFF2-40B4-BE49-F238E27FC236}">
                <a16:creationId xmlns:a16="http://schemas.microsoft.com/office/drawing/2014/main" id="{72246BF5-71B7-F154-38DF-4C94E9A06CDE}"/>
              </a:ext>
            </a:extLst>
          </p:cNvPr>
          <p:cNvSpPr/>
          <p:nvPr/>
        </p:nvSpPr>
        <p:spPr>
          <a:xfrm>
            <a:off x="635000" y="5251450"/>
            <a:ext cx="5397500" cy="920750"/>
          </a:xfrm>
          <a:custGeom>
            <a:avLst/>
            <a:gdLst>
              <a:gd name="connsiteX0" fmla="*/ 5346700 w 5397500"/>
              <a:gd name="connsiteY0" fmla="*/ 0 h 920750"/>
              <a:gd name="connsiteX1" fmla="*/ 5397500 w 5397500"/>
              <a:gd name="connsiteY1" fmla="*/ 0 h 920750"/>
              <a:gd name="connsiteX2" fmla="*/ 5397500 w 5397500"/>
              <a:gd name="connsiteY2" fmla="*/ 920750 h 920750"/>
              <a:gd name="connsiteX3" fmla="*/ 5346700 w 5397500"/>
              <a:gd name="connsiteY3" fmla="*/ 920750 h 920750"/>
              <a:gd name="connsiteX4" fmla="*/ 50800 w 5397500"/>
              <a:gd name="connsiteY4" fmla="*/ 920750 h 920750"/>
              <a:gd name="connsiteX5" fmla="*/ 0 w 5397500"/>
              <a:gd name="connsiteY5" fmla="*/ 920750 h 920750"/>
              <a:gd name="connsiteX6" fmla="*/ 0 w 5397500"/>
              <a:gd name="connsiteY6" fmla="*/ 0 h 920750"/>
              <a:gd name="connsiteX7" fmla="*/ 50800 w 5397500"/>
              <a:gd name="connsiteY7" fmla="*/ 0 h 92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920750">
                <a:moveTo>
                  <a:pt x="5346700" y="0"/>
                </a:moveTo>
                <a:cubicBezTo>
                  <a:pt x="5374756" y="0"/>
                  <a:pt x="5397500" y="0"/>
                  <a:pt x="5397500" y="0"/>
                </a:cubicBezTo>
                <a:lnTo>
                  <a:pt x="5397500" y="920750"/>
                </a:lnTo>
                <a:cubicBezTo>
                  <a:pt x="5397500" y="920750"/>
                  <a:pt x="5374756" y="920750"/>
                  <a:pt x="5346700" y="920750"/>
                </a:cubicBezTo>
                <a:lnTo>
                  <a:pt x="50800" y="920750"/>
                </a:lnTo>
                <a:cubicBezTo>
                  <a:pt x="22744" y="920750"/>
                  <a:pt x="0" y="920750"/>
                  <a:pt x="0" y="9207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1" name="任意多边形: 形状 10">
            <a:extLst>
              <a:ext uri="{FF2B5EF4-FFF2-40B4-BE49-F238E27FC236}">
                <a16:creationId xmlns:a16="http://schemas.microsoft.com/office/drawing/2014/main" id="{202F418E-34E5-8991-93D9-3B3A5C6459D5}"/>
              </a:ext>
            </a:extLst>
          </p:cNvPr>
          <p:cNvSpPr/>
          <p:nvPr/>
        </p:nvSpPr>
        <p:spPr>
          <a:xfrm>
            <a:off x="6159500" y="5251450"/>
            <a:ext cx="5397500" cy="920750"/>
          </a:xfrm>
          <a:custGeom>
            <a:avLst/>
            <a:gdLst>
              <a:gd name="connsiteX0" fmla="*/ 5346700 w 5397500"/>
              <a:gd name="connsiteY0" fmla="*/ 0 h 920750"/>
              <a:gd name="connsiteX1" fmla="*/ 5397500 w 5397500"/>
              <a:gd name="connsiteY1" fmla="*/ 0 h 920750"/>
              <a:gd name="connsiteX2" fmla="*/ 5397500 w 5397500"/>
              <a:gd name="connsiteY2" fmla="*/ 920750 h 920750"/>
              <a:gd name="connsiteX3" fmla="*/ 5346700 w 5397500"/>
              <a:gd name="connsiteY3" fmla="*/ 920750 h 920750"/>
              <a:gd name="connsiteX4" fmla="*/ 50800 w 5397500"/>
              <a:gd name="connsiteY4" fmla="*/ 920750 h 920750"/>
              <a:gd name="connsiteX5" fmla="*/ 0 w 5397500"/>
              <a:gd name="connsiteY5" fmla="*/ 920750 h 920750"/>
              <a:gd name="connsiteX6" fmla="*/ 0 w 5397500"/>
              <a:gd name="connsiteY6" fmla="*/ 0 h 920750"/>
              <a:gd name="connsiteX7" fmla="*/ 50800 w 5397500"/>
              <a:gd name="connsiteY7" fmla="*/ 0 h 92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920750">
                <a:moveTo>
                  <a:pt x="5346700" y="0"/>
                </a:moveTo>
                <a:cubicBezTo>
                  <a:pt x="5374757" y="0"/>
                  <a:pt x="5397500" y="0"/>
                  <a:pt x="5397500" y="0"/>
                </a:cubicBezTo>
                <a:lnTo>
                  <a:pt x="5397500" y="920750"/>
                </a:lnTo>
                <a:cubicBezTo>
                  <a:pt x="5397500" y="920750"/>
                  <a:pt x="5374757" y="920750"/>
                  <a:pt x="5346700" y="920750"/>
                </a:cubicBezTo>
                <a:lnTo>
                  <a:pt x="50800" y="920750"/>
                </a:lnTo>
                <a:cubicBezTo>
                  <a:pt x="22744" y="920750"/>
                  <a:pt x="0" y="920750"/>
                  <a:pt x="0" y="9207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4" name="任意多边形: 形状 13">
            <a:extLst>
              <a:ext uri="{FF2B5EF4-FFF2-40B4-BE49-F238E27FC236}">
                <a16:creationId xmlns:a16="http://schemas.microsoft.com/office/drawing/2014/main" id="{56D3676A-CBC5-8C2C-8817-BC6FAEAE3C57}"/>
              </a:ext>
            </a:extLst>
          </p:cNvPr>
          <p:cNvSpPr/>
          <p:nvPr/>
        </p:nvSpPr>
        <p:spPr>
          <a:xfrm>
            <a:off x="6159500" y="2406650"/>
            <a:ext cx="5397500" cy="1663700"/>
          </a:xfrm>
          <a:custGeom>
            <a:avLst/>
            <a:gdLst>
              <a:gd name="connsiteX0" fmla="*/ 5346700 w 5397500"/>
              <a:gd name="connsiteY0" fmla="*/ 0 h 1663700"/>
              <a:gd name="connsiteX1" fmla="*/ 5397500 w 5397500"/>
              <a:gd name="connsiteY1" fmla="*/ 0 h 1663700"/>
              <a:gd name="connsiteX2" fmla="*/ 5397500 w 5397500"/>
              <a:gd name="connsiteY2" fmla="*/ 1663700 h 1663700"/>
              <a:gd name="connsiteX3" fmla="*/ 5346700 w 5397500"/>
              <a:gd name="connsiteY3" fmla="*/ 1663700 h 1663700"/>
              <a:gd name="connsiteX4" fmla="*/ 50800 w 5397500"/>
              <a:gd name="connsiteY4" fmla="*/ 1663700 h 1663700"/>
              <a:gd name="connsiteX5" fmla="*/ 0 w 5397500"/>
              <a:gd name="connsiteY5" fmla="*/ 1663700 h 1663700"/>
              <a:gd name="connsiteX6" fmla="*/ 0 w 5397500"/>
              <a:gd name="connsiteY6" fmla="*/ 0 h 1663700"/>
              <a:gd name="connsiteX7" fmla="*/ 50800 w 5397500"/>
              <a:gd name="connsiteY7" fmla="*/ 0 h 166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97500" h="1663700">
                <a:moveTo>
                  <a:pt x="5346700" y="0"/>
                </a:moveTo>
                <a:cubicBezTo>
                  <a:pt x="5374757" y="0"/>
                  <a:pt x="5397500" y="0"/>
                  <a:pt x="5397500" y="0"/>
                </a:cubicBezTo>
                <a:lnTo>
                  <a:pt x="5397500" y="1663700"/>
                </a:lnTo>
                <a:cubicBezTo>
                  <a:pt x="5397500" y="1663700"/>
                  <a:pt x="5374757" y="1663700"/>
                  <a:pt x="5346700" y="1663700"/>
                </a:cubicBezTo>
                <a:lnTo>
                  <a:pt x="50800" y="1663700"/>
                </a:lnTo>
                <a:cubicBezTo>
                  <a:pt x="22744" y="1663700"/>
                  <a:pt x="0" y="1663700"/>
                  <a:pt x="0" y="16637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6" name="矩形: 圆角 25">
            <a:extLst>
              <a:ext uri="{FF2B5EF4-FFF2-40B4-BE49-F238E27FC236}">
                <a16:creationId xmlns:a16="http://schemas.microsoft.com/office/drawing/2014/main" id="{D4C9572A-90DB-7778-0029-765544003B72}"/>
              </a:ext>
            </a:extLst>
          </p:cNvPr>
          <p:cNvSpPr/>
          <p:nvPr/>
        </p:nvSpPr>
        <p:spPr>
          <a:xfrm>
            <a:off x="635000" y="1873250"/>
            <a:ext cx="3556000" cy="406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0" name="矩形: 圆角 29">
            <a:extLst>
              <a:ext uri="{FF2B5EF4-FFF2-40B4-BE49-F238E27FC236}">
                <a16:creationId xmlns:a16="http://schemas.microsoft.com/office/drawing/2014/main" id="{EB713F25-B80A-3219-649C-CA1107A7EFC1}"/>
              </a:ext>
            </a:extLst>
          </p:cNvPr>
          <p:cNvSpPr/>
          <p:nvPr/>
        </p:nvSpPr>
        <p:spPr>
          <a:xfrm>
            <a:off x="4318000" y="1873250"/>
            <a:ext cx="3556000" cy="406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4" name="矩形: 圆角 33">
            <a:extLst>
              <a:ext uri="{FF2B5EF4-FFF2-40B4-BE49-F238E27FC236}">
                <a16:creationId xmlns:a16="http://schemas.microsoft.com/office/drawing/2014/main" id="{87602F1D-FD0B-AA91-AB27-6A5370A3D103}"/>
              </a:ext>
            </a:extLst>
          </p:cNvPr>
          <p:cNvSpPr/>
          <p:nvPr/>
        </p:nvSpPr>
        <p:spPr>
          <a:xfrm>
            <a:off x="8001000" y="1873250"/>
            <a:ext cx="3556000" cy="406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38" name="矩形: 圆角 37">
            <a:extLst>
              <a:ext uri="{FF2B5EF4-FFF2-40B4-BE49-F238E27FC236}">
                <a16:creationId xmlns:a16="http://schemas.microsoft.com/office/drawing/2014/main" id="{D3D95D4E-2A9F-1B04-3EAA-B77165AA544A}"/>
              </a:ext>
            </a:extLst>
          </p:cNvPr>
          <p:cNvSpPr/>
          <p:nvPr/>
        </p:nvSpPr>
        <p:spPr>
          <a:xfrm>
            <a:off x="635000" y="5251450"/>
            <a:ext cx="1117600" cy="920750"/>
          </a:xfrm>
          <a:prstGeom prst="roundRect">
            <a:avLst>
              <a:gd name="adj" fmla="val 251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42" name="矩形: 圆角 41">
            <a:extLst>
              <a:ext uri="{FF2B5EF4-FFF2-40B4-BE49-F238E27FC236}">
                <a16:creationId xmlns:a16="http://schemas.microsoft.com/office/drawing/2014/main" id="{84A6CE29-BB55-AE23-BD91-0C23141EB918}"/>
              </a:ext>
            </a:extLst>
          </p:cNvPr>
          <p:cNvSpPr/>
          <p:nvPr/>
        </p:nvSpPr>
        <p:spPr>
          <a:xfrm>
            <a:off x="6159500" y="5251450"/>
            <a:ext cx="1117600" cy="920750"/>
          </a:xfrm>
          <a:prstGeom prst="roundRect">
            <a:avLst>
              <a:gd name="adj" fmla="val 2483"/>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0" name="矩形: 圆角 49">
            <a:extLst>
              <a:ext uri="{FF2B5EF4-FFF2-40B4-BE49-F238E27FC236}">
                <a16:creationId xmlns:a16="http://schemas.microsoft.com/office/drawing/2014/main" id="{8F9B18C5-4E23-D567-426D-C80A8420A3CA}"/>
              </a:ext>
            </a:extLst>
          </p:cNvPr>
          <p:cNvSpPr/>
          <p:nvPr/>
        </p:nvSpPr>
        <p:spPr>
          <a:xfrm>
            <a:off x="7620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62" name="矩形: 圆角 61">
            <a:extLst>
              <a:ext uri="{FF2B5EF4-FFF2-40B4-BE49-F238E27FC236}">
                <a16:creationId xmlns:a16="http://schemas.microsoft.com/office/drawing/2014/main" id="{E6B52C02-8299-444E-8590-9C508DFED985}"/>
              </a:ext>
            </a:extLst>
          </p:cNvPr>
          <p:cNvSpPr/>
          <p:nvPr/>
        </p:nvSpPr>
        <p:spPr>
          <a:xfrm>
            <a:off x="33655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0" name="矩形: 圆角 129">
            <a:extLst>
              <a:ext uri="{FF2B5EF4-FFF2-40B4-BE49-F238E27FC236}">
                <a16:creationId xmlns:a16="http://schemas.microsoft.com/office/drawing/2014/main" id="{E7DB3211-A0EF-4537-DB72-CAE2F74A8F22}"/>
              </a:ext>
            </a:extLst>
          </p:cNvPr>
          <p:cNvSpPr/>
          <p:nvPr/>
        </p:nvSpPr>
        <p:spPr>
          <a:xfrm>
            <a:off x="762000" y="2901950"/>
            <a:ext cx="51435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4" name="矩形: 圆角 133">
            <a:extLst>
              <a:ext uri="{FF2B5EF4-FFF2-40B4-BE49-F238E27FC236}">
                <a16:creationId xmlns:a16="http://schemas.microsoft.com/office/drawing/2014/main" id="{DA0D9F80-598B-2868-1F57-7E650CD02B76}"/>
              </a:ext>
            </a:extLst>
          </p:cNvPr>
          <p:cNvSpPr/>
          <p:nvPr/>
        </p:nvSpPr>
        <p:spPr>
          <a:xfrm>
            <a:off x="762000" y="3270250"/>
            <a:ext cx="167216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8" name="矩形: 圆角 137">
            <a:extLst>
              <a:ext uri="{FF2B5EF4-FFF2-40B4-BE49-F238E27FC236}">
                <a16:creationId xmlns:a16="http://schemas.microsoft.com/office/drawing/2014/main" id="{CECD4F4C-FC06-8D62-7F21-A76092F0EA0B}"/>
              </a:ext>
            </a:extLst>
          </p:cNvPr>
          <p:cNvSpPr/>
          <p:nvPr/>
        </p:nvSpPr>
        <p:spPr>
          <a:xfrm>
            <a:off x="2497664" y="3270250"/>
            <a:ext cx="167216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2" name="矩形: 圆角 141">
            <a:extLst>
              <a:ext uri="{FF2B5EF4-FFF2-40B4-BE49-F238E27FC236}">
                <a16:creationId xmlns:a16="http://schemas.microsoft.com/office/drawing/2014/main" id="{D547E39B-0C20-30F6-1878-D2310220B188}"/>
              </a:ext>
            </a:extLst>
          </p:cNvPr>
          <p:cNvSpPr/>
          <p:nvPr/>
        </p:nvSpPr>
        <p:spPr>
          <a:xfrm>
            <a:off x="4233335" y="3270250"/>
            <a:ext cx="167216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5" name="矩形: 圆角 144">
            <a:extLst>
              <a:ext uri="{FF2B5EF4-FFF2-40B4-BE49-F238E27FC236}">
                <a16:creationId xmlns:a16="http://schemas.microsoft.com/office/drawing/2014/main" id="{AA444A98-8867-8011-3C62-B9B3CF600001}"/>
              </a:ext>
            </a:extLst>
          </p:cNvPr>
          <p:cNvSpPr/>
          <p:nvPr/>
        </p:nvSpPr>
        <p:spPr>
          <a:xfrm>
            <a:off x="762000"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9" name="矩形: 圆角 148">
            <a:extLst>
              <a:ext uri="{FF2B5EF4-FFF2-40B4-BE49-F238E27FC236}">
                <a16:creationId xmlns:a16="http://schemas.microsoft.com/office/drawing/2014/main" id="{E1209761-2813-2591-0D9A-BA5397FF2079}"/>
              </a:ext>
            </a:extLst>
          </p:cNvPr>
          <p:cNvSpPr/>
          <p:nvPr/>
        </p:nvSpPr>
        <p:spPr>
          <a:xfrm>
            <a:off x="2060575"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3" name="矩形: 圆角 152">
            <a:extLst>
              <a:ext uri="{FF2B5EF4-FFF2-40B4-BE49-F238E27FC236}">
                <a16:creationId xmlns:a16="http://schemas.microsoft.com/office/drawing/2014/main" id="{25CBD4D2-264E-5BBD-F5D2-807A9D1A48C5}"/>
              </a:ext>
            </a:extLst>
          </p:cNvPr>
          <p:cNvSpPr/>
          <p:nvPr/>
        </p:nvSpPr>
        <p:spPr>
          <a:xfrm>
            <a:off x="3359150"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6" name="矩形: 圆角 155">
            <a:extLst>
              <a:ext uri="{FF2B5EF4-FFF2-40B4-BE49-F238E27FC236}">
                <a16:creationId xmlns:a16="http://schemas.microsoft.com/office/drawing/2014/main" id="{02AAE717-A7E9-0849-9277-67428D8213A7}"/>
              </a:ext>
            </a:extLst>
          </p:cNvPr>
          <p:cNvSpPr/>
          <p:nvPr/>
        </p:nvSpPr>
        <p:spPr>
          <a:xfrm>
            <a:off x="4657725" y="3638550"/>
            <a:ext cx="1247775"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7" name="任意多边形: 形状 166">
            <a:extLst>
              <a:ext uri="{FF2B5EF4-FFF2-40B4-BE49-F238E27FC236}">
                <a16:creationId xmlns:a16="http://schemas.microsoft.com/office/drawing/2014/main" id="{4BDE9B79-E12B-EC39-AA88-96B76FD83646}"/>
              </a:ext>
            </a:extLst>
          </p:cNvPr>
          <p:cNvSpPr/>
          <p:nvPr/>
        </p:nvSpPr>
        <p:spPr>
          <a:xfrm>
            <a:off x="635000" y="4197350"/>
            <a:ext cx="10115550" cy="927100"/>
          </a:xfrm>
          <a:custGeom>
            <a:avLst/>
            <a:gdLst>
              <a:gd name="connsiteX0" fmla="*/ 10064750 w 10115550"/>
              <a:gd name="connsiteY0" fmla="*/ 0 h 927100"/>
              <a:gd name="connsiteX1" fmla="*/ 10115550 w 10115550"/>
              <a:gd name="connsiteY1" fmla="*/ 0 h 927100"/>
              <a:gd name="connsiteX2" fmla="*/ 10115550 w 10115550"/>
              <a:gd name="connsiteY2" fmla="*/ 927100 h 927100"/>
              <a:gd name="connsiteX3" fmla="*/ 10064750 w 10115550"/>
              <a:gd name="connsiteY3" fmla="*/ 927100 h 927100"/>
              <a:gd name="connsiteX4" fmla="*/ 50800 w 10115550"/>
              <a:gd name="connsiteY4" fmla="*/ 927100 h 927100"/>
              <a:gd name="connsiteX5" fmla="*/ 0 w 10115550"/>
              <a:gd name="connsiteY5" fmla="*/ 927100 h 927100"/>
              <a:gd name="connsiteX6" fmla="*/ 0 w 10115550"/>
              <a:gd name="connsiteY6" fmla="*/ 0 h 927100"/>
              <a:gd name="connsiteX7" fmla="*/ 50800 w 10115550"/>
              <a:gd name="connsiteY7"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15550" h="927100">
                <a:moveTo>
                  <a:pt x="10064750" y="0"/>
                </a:moveTo>
                <a:cubicBezTo>
                  <a:pt x="10092806" y="0"/>
                  <a:pt x="10115550" y="0"/>
                  <a:pt x="10115550" y="0"/>
                </a:cubicBezTo>
                <a:lnTo>
                  <a:pt x="10115550" y="927100"/>
                </a:lnTo>
                <a:cubicBezTo>
                  <a:pt x="10115550" y="927100"/>
                  <a:pt x="10092806" y="927100"/>
                  <a:pt x="10064750" y="927100"/>
                </a:cubicBezTo>
                <a:lnTo>
                  <a:pt x="50800" y="927100"/>
                </a:lnTo>
                <a:cubicBezTo>
                  <a:pt x="22744" y="927100"/>
                  <a:pt x="0" y="927100"/>
                  <a:pt x="0" y="9271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69" name="矩形: 圆角 168">
            <a:extLst>
              <a:ext uri="{FF2B5EF4-FFF2-40B4-BE49-F238E27FC236}">
                <a16:creationId xmlns:a16="http://schemas.microsoft.com/office/drawing/2014/main" id="{E26D2D4D-8981-DAF9-F635-FFA5DBECC1A1}"/>
              </a:ext>
            </a:extLst>
          </p:cNvPr>
          <p:cNvSpPr/>
          <p:nvPr/>
        </p:nvSpPr>
        <p:spPr>
          <a:xfrm>
            <a:off x="635000" y="4324350"/>
            <a:ext cx="1117600" cy="673100"/>
          </a:xfrm>
          <a:prstGeom prst="roundRect">
            <a:avLst>
              <a:gd name="adj" fmla="val 3283"/>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73" name="矩形: 圆角 172">
            <a:extLst>
              <a:ext uri="{FF2B5EF4-FFF2-40B4-BE49-F238E27FC236}">
                <a16:creationId xmlns:a16="http://schemas.microsoft.com/office/drawing/2014/main" id="{0DBF6D71-1FDD-792A-889D-CC6E1C6EB6B8}"/>
              </a:ext>
            </a:extLst>
          </p:cNvPr>
          <p:cNvSpPr/>
          <p:nvPr/>
        </p:nvSpPr>
        <p:spPr>
          <a:xfrm>
            <a:off x="10833100" y="4197350"/>
            <a:ext cx="330200" cy="927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77" name="矩形: 圆角 176">
            <a:extLst>
              <a:ext uri="{FF2B5EF4-FFF2-40B4-BE49-F238E27FC236}">
                <a16:creationId xmlns:a16="http://schemas.microsoft.com/office/drawing/2014/main" id="{80FD862E-1AB0-3C7D-8355-9565ED18AFA4}"/>
              </a:ext>
            </a:extLst>
          </p:cNvPr>
          <p:cNvSpPr/>
          <p:nvPr/>
        </p:nvSpPr>
        <p:spPr>
          <a:xfrm>
            <a:off x="11226800" y="4197350"/>
            <a:ext cx="330200" cy="927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92" name="矩形: 圆角 191">
            <a:extLst>
              <a:ext uri="{FF2B5EF4-FFF2-40B4-BE49-F238E27FC236}">
                <a16:creationId xmlns:a16="http://schemas.microsoft.com/office/drawing/2014/main" id="{46998438-2ED2-16C5-1C66-97DD6C23AE2E}"/>
              </a:ext>
            </a:extLst>
          </p:cNvPr>
          <p:cNvSpPr/>
          <p:nvPr/>
        </p:nvSpPr>
        <p:spPr>
          <a:xfrm>
            <a:off x="1816100"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6" name="矩形: 圆角 195">
            <a:extLst>
              <a:ext uri="{FF2B5EF4-FFF2-40B4-BE49-F238E27FC236}">
                <a16:creationId xmlns:a16="http://schemas.microsoft.com/office/drawing/2014/main" id="{AA577895-95F6-D68D-2EA3-36E058F90A6B}"/>
              </a:ext>
            </a:extLst>
          </p:cNvPr>
          <p:cNvSpPr/>
          <p:nvPr/>
        </p:nvSpPr>
        <p:spPr>
          <a:xfrm>
            <a:off x="4033837"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0" name="矩形: 圆角 199">
            <a:extLst>
              <a:ext uri="{FF2B5EF4-FFF2-40B4-BE49-F238E27FC236}">
                <a16:creationId xmlns:a16="http://schemas.microsoft.com/office/drawing/2014/main" id="{2164D137-BFC6-F1DB-D59A-54D394B4620E}"/>
              </a:ext>
            </a:extLst>
          </p:cNvPr>
          <p:cNvSpPr/>
          <p:nvPr/>
        </p:nvSpPr>
        <p:spPr>
          <a:xfrm>
            <a:off x="6251575"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5" name="矩形: 圆角 204">
            <a:extLst>
              <a:ext uri="{FF2B5EF4-FFF2-40B4-BE49-F238E27FC236}">
                <a16:creationId xmlns:a16="http://schemas.microsoft.com/office/drawing/2014/main" id="{9C8689AE-E63E-8A77-ADF8-A6621618AB80}"/>
              </a:ext>
            </a:extLst>
          </p:cNvPr>
          <p:cNvSpPr/>
          <p:nvPr/>
        </p:nvSpPr>
        <p:spPr>
          <a:xfrm>
            <a:off x="8469312" y="4324350"/>
            <a:ext cx="2166937"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6" name="文本框 225">
            <a:extLst>
              <a:ext uri="{FF2B5EF4-FFF2-40B4-BE49-F238E27FC236}">
                <a16:creationId xmlns:a16="http://schemas.microsoft.com/office/drawing/2014/main" id="{BDEBD4D3-EC34-D853-A7EC-A79904CD99E0}"/>
              </a:ext>
            </a:extLst>
          </p:cNvPr>
          <p:cNvSpPr txBox="1"/>
          <p:nvPr/>
        </p:nvSpPr>
        <p:spPr>
          <a:xfrm>
            <a:off x="787660" y="1300761"/>
            <a:ext cx="10616689" cy="421077"/>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lnSpc>
                <a:spcPct val="130000"/>
              </a:lnSpc>
            </a:pPr>
            <a:r>
              <a:rPr lang="zh-CN" altLang="en-US" sz="1100" dirty="0">
                <a:solidFill>
                  <a:schemeClr val="accent1">
                    <a:lumMod val="100000"/>
                  </a:schemeClr>
                </a:solidFill>
              </a:rPr>
              <a:t>基于腾讯特色的</a:t>
            </a:r>
            <a:r>
              <a:rPr lang="en-US" altLang="zh-CN" sz="1100" dirty="0">
                <a:solidFill>
                  <a:schemeClr val="accent1">
                    <a:lumMod val="100000"/>
                  </a:schemeClr>
                </a:solidFill>
              </a:rPr>
              <a:t>C</a:t>
            </a:r>
            <a:r>
              <a:rPr lang="zh-CN" altLang="en-US" sz="1100" dirty="0">
                <a:solidFill>
                  <a:schemeClr val="accent1">
                    <a:lumMod val="100000"/>
                  </a:schemeClr>
                </a:solidFill>
              </a:rPr>
              <a:t>端触达、商业运营及数字孪生等能力</a:t>
            </a:r>
            <a:r>
              <a:rPr lang="en-US" altLang="zh-CN" sz="1100" dirty="0">
                <a:solidFill>
                  <a:schemeClr val="accent1">
                    <a:lumMod val="100000"/>
                  </a:schemeClr>
                </a:solidFill>
              </a:rPr>
              <a:t>,</a:t>
            </a:r>
            <a:r>
              <a:rPr lang="zh-CN" altLang="en-US" sz="1100" dirty="0">
                <a:solidFill>
                  <a:schemeClr val="accent1">
                    <a:lumMod val="100000"/>
                  </a:schemeClr>
                </a:solidFill>
              </a:rPr>
              <a:t>面向旅客全流程服芻、商业运营及运行管理</a:t>
            </a:r>
            <a:r>
              <a:rPr lang="en-US" altLang="zh-CN" sz="1100" dirty="0">
                <a:solidFill>
                  <a:schemeClr val="accent1">
                    <a:lumMod val="100000"/>
                  </a:schemeClr>
                </a:solidFill>
              </a:rPr>
              <a:t>,</a:t>
            </a:r>
            <a:r>
              <a:rPr lang="zh-CN" altLang="en-US" sz="1100" dirty="0">
                <a:solidFill>
                  <a:schemeClr val="accent1">
                    <a:lumMod val="100000"/>
                  </a:schemeClr>
                </a:solidFill>
              </a:rPr>
              <a:t>提供跨机场、跨系统数据融合使能的一体化便捷岀行与全局高效协同平台</a:t>
            </a:r>
            <a:endParaRPr lang="en-US" altLang="zh-CN" dirty="0">
              <a:solidFill>
                <a:schemeClr val="accent1">
                  <a:lumMod val="100000"/>
                </a:schemeClr>
              </a:solidFill>
            </a:endParaRPr>
          </a:p>
          <a:p>
            <a:pPr algn="ctr">
              <a:lnSpc>
                <a:spcPct val="130000"/>
              </a:lnSpc>
            </a:pPr>
            <a:r>
              <a:rPr lang="zh-CN" altLang="en-US" sz="1100" dirty="0">
                <a:solidFill>
                  <a:schemeClr val="accent1">
                    <a:lumMod val="100000"/>
                  </a:schemeClr>
                </a:solidFill>
              </a:rPr>
              <a:t>打造数据共享、协同高效、智能运行的智慧机场</a:t>
            </a:r>
            <a:r>
              <a:rPr lang="en-US" altLang="zh-CN" sz="1100" dirty="0">
                <a:solidFill>
                  <a:schemeClr val="accent1">
                    <a:lumMod val="100000"/>
                  </a:schemeClr>
                </a:solidFill>
              </a:rPr>
              <a:t>,</a:t>
            </a:r>
            <a:r>
              <a:rPr lang="zh-CN" altLang="en-US" sz="1100" dirty="0">
                <a:solidFill>
                  <a:schemeClr val="accent1">
                    <a:lumMod val="100000"/>
                  </a:schemeClr>
                </a:solidFill>
              </a:rPr>
              <a:t>助力四型机场建设</a:t>
            </a:r>
          </a:p>
        </p:txBody>
      </p:sp>
      <p:sp>
        <p:nvSpPr>
          <p:cNvPr id="227" name="文本框 226">
            <a:extLst>
              <a:ext uri="{FF2B5EF4-FFF2-40B4-BE49-F238E27FC236}">
                <a16:creationId xmlns:a16="http://schemas.microsoft.com/office/drawing/2014/main" id="{DAE01A94-B1BC-7D2A-409B-F95954CAA6DE}"/>
              </a:ext>
            </a:extLst>
          </p:cNvPr>
          <p:cNvSpPr txBox="1"/>
          <p:nvPr/>
        </p:nvSpPr>
        <p:spPr>
          <a:xfrm>
            <a:off x="2079576" y="1976423"/>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28" name="文本框 227">
            <a:extLst>
              <a:ext uri="{FF2B5EF4-FFF2-40B4-BE49-F238E27FC236}">
                <a16:creationId xmlns:a16="http://schemas.microsoft.com/office/drawing/2014/main" id="{86169EBB-3265-2E36-2B9E-EF517930F0B8}"/>
              </a:ext>
            </a:extLst>
          </p:cNvPr>
          <p:cNvSpPr txBox="1"/>
          <p:nvPr/>
        </p:nvSpPr>
        <p:spPr>
          <a:xfrm>
            <a:off x="5762576" y="1976423"/>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29" name="文本框 228">
            <a:extLst>
              <a:ext uri="{FF2B5EF4-FFF2-40B4-BE49-F238E27FC236}">
                <a16:creationId xmlns:a16="http://schemas.microsoft.com/office/drawing/2014/main" id="{ADC02F13-F222-1028-3C60-2C4260AAB9F9}"/>
              </a:ext>
            </a:extLst>
          </p:cNvPr>
          <p:cNvSpPr txBox="1"/>
          <p:nvPr/>
        </p:nvSpPr>
        <p:spPr>
          <a:xfrm>
            <a:off x="9445576" y="1976423"/>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30" name="文本框 229">
            <a:extLst>
              <a:ext uri="{FF2B5EF4-FFF2-40B4-BE49-F238E27FC236}">
                <a16:creationId xmlns:a16="http://schemas.microsoft.com/office/drawing/2014/main" id="{42E88C5B-666D-B483-5C0F-B348E0413B5B}"/>
              </a:ext>
            </a:extLst>
          </p:cNvPr>
          <p:cNvSpPr txBox="1"/>
          <p:nvPr/>
        </p:nvSpPr>
        <p:spPr>
          <a:xfrm>
            <a:off x="892437" y="4568569"/>
            <a:ext cx="602729" cy="184666"/>
          </a:xfrm>
          <a:prstGeom prst="rect">
            <a:avLst/>
          </a:prstGeom>
          <a:noFill/>
        </p:spPr>
        <p:txBody>
          <a:bodyPr wrap="none" lIns="0" tIns="0" rIns="0" bIns="0" rtlCol="0" anchor="ctr">
            <a:spAutoFit/>
          </a:bodyPr>
          <a:lstStyle/>
          <a:p>
            <a:pPr algn="ctr"/>
            <a:r>
              <a:rPr lang="zh-CN" altLang="en-US" sz="1200" b="1"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200" b="1" dirty="0">
              <a:solidFill>
                <a:schemeClr val="bg1"/>
              </a:solidFill>
              <a:latin typeface="阿里巴巴普惠体" panose="00020600040101010101" pitchFamily="18" charset="-122"/>
              <a:ea typeface="阿里巴巴普惠体" panose="00020600040101010101" pitchFamily="18" charset="-122"/>
            </a:endParaRPr>
          </a:p>
        </p:txBody>
      </p:sp>
      <p:sp>
        <p:nvSpPr>
          <p:cNvPr id="231" name="文本框 230">
            <a:extLst>
              <a:ext uri="{FF2B5EF4-FFF2-40B4-BE49-F238E27FC236}">
                <a16:creationId xmlns:a16="http://schemas.microsoft.com/office/drawing/2014/main" id="{982E35BE-9471-4EF9-167C-850A148AAA7C}"/>
              </a:ext>
            </a:extLst>
          </p:cNvPr>
          <p:cNvSpPr txBox="1"/>
          <p:nvPr/>
        </p:nvSpPr>
        <p:spPr>
          <a:xfrm>
            <a:off x="892437" y="5619494"/>
            <a:ext cx="602729" cy="184666"/>
          </a:xfrm>
          <a:prstGeom prst="rect">
            <a:avLst/>
          </a:prstGeom>
          <a:noFill/>
        </p:spPr>
        <p:txBody>
          <a:bodyPr wrap="none" lIns="0" tIns="0" rIns="0" bIns="0" rtlCol="0" anchor="ctr">
            <a:spAutoFit/>
          </a:bodyPr>
          <a:lstStyle/>
          <a:p>
            <a:pPr algn="ctr"/>
            <a:r>
              <a:rPr lang="zh-CN" altLang="en-US" sz="1200" b="1"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200" b="1" dirty="0">
              <a:solidFill>
                <a:schemeClr val="bg1"/>
              </a:solidFill>
              <a:latin typeface="阿里巴巴普惠体" panose="00020600040101010101" pitchFamily="18" charset="-122"/>
              <a:ea typeface="阿里巴巴普惠体" panose="00020600040101010101" pitchFamily="18" charset="-122"/>
            </a:endParaRPr>
          </a:p>
        </p:txBody>
      </p:sp>
      <p:sp>
        <p:nvSpPr>
          <p:cNvPr id="233" name="文本框 232">
            <a:extLst>
              <a:ext uri="{FF2B5EF4-FFF2-40B4-BE49-F238E27FC236}">
                <a16:creationId xmlns:a16="http://schemas.microsoft.com/office/drawing/2014/main" id="{5A924A29-9AC5-5BC2-4C9A-A9DB3F0AC8B1}"/>
              </a:ext>
            </a:extLst>
          </p:cNvPr>
          <p:cNvSpPr txBox="1"/>
          <p:nvPr/>
        </p:nvSpPr>
        <p:spPr>
          <a:xfrm>
            <a:off x="6416937" y="5619494"/>
            <a:ext cx="602729" cy="184666"/>
          </a:xfrm>
          <a:prstGeom prst="rect">
            <a:avLst/>
          </a:prstGeom>
          <a:noFill/>
        </p:spPr>
        <p:txBody>
          <a:bodyPr wrap="none" lIns="0" tIns="0" rIns="0" bIns="0" rtlCol="0" anchor="ctr">
            <a:spAutoFit/>
          </a:bodyPr>
          <a:lstStyle/>
          <a:p>
            <a:pPr algn="ctr"/>
            <a:r>
              <a:rPr lang="zh-CN" altLang="en-US" sz="1200" b="1" dirty="0">
                <a:solidFill>
                  <a:schemeClr val="bg1"/>
                </a:solidFill>
                <a:effectLst/>
                <a:latin typeface="阿里巴巴普惠体" panose="00020600040101010101" pitchFamily="18" charset="-122"/>
                <a:ea typeface="阿里巴巴普惠体" panose="00020600040101010101" pitchFamily="18" charset="-122"/>
              </a:rPr>
              <a:t>旅客服务</a:t>
            </a:r>
            <a:endParaRPr lang="zh-CN" altLang="en-US" sz="1200" b="1" dirty="0">
              <a:solidFill>
                <a:schemeClr val="bg1"/>
              </a:solidFill>
              <a:latin typeface="阿里巴巴普惠体" panose="00020600040101010101" pitchFamily="18" charset="-122"/>
              <a:ea typeface="阿里巴巴普惠体" panose="00020600040101010101" pitchFamily="18" charset="-122"/>
            </a:endParaRPr>
          </a:p>
        </p:txBody>
      </p:sp>
      <p:sp>
        <p:nvSpPr>
          <p:cNvPr id="234" name="文本框 233">
            <a:extLst>
              <a:ext uri="{FF2B5EF4-FFF2-40B4-BE49-F238E27FC236}">
                <a16:creationId xmlns:a16="http://schemas.microsoft.com/office/drawing/2014/main" id="{683657F8-3FA3-D8A1-BAF4-837BD4379013}"/>
              </a:ext>
            </a:extLst>
          </p:cNvPr>
          <p:cNvSpPr txBox="1"/>
          <p:nvPr/>
        </p:nvSpPr>
        <p:spPr>
          <a:xfrm>
            <a:off x="10917883" y="4353125"/>
            <a:ext cx="160636" cy="615553"/>
          </a:xfrm>
          <a:prstGeom prst="rect">
            <a:avLst/>
          </a:prstGeom>
          <a:noFill/>
        </p:spPr>
        <p:txBody>
          <a:bodyPr wrap="square" lIns="0" tIns="0" rIns="0" bIns="0" rtlCol="0" anchor="ctr">
            <a:spAutoFit/>
          </a:bodyPr>
          <a:lstStyle/>
          <a:p>
            <a:pPr algn="ctr"/>
            <a:r>
              <a:rPr lang="zh-CN" altLang="en-US" sz="1000" b="1" dirty="0">
                <a:solidFill>
                  <a:schemeClr val="bg1"/>
                </a:solidFill>
                <a:effectLst/>
                <a:latin typeface="阿里巴巴普惠体" panose="00020600040101010101" pitchFamily="18" charset="-122"/>
                <a:ea typeface="阿里巴巴普惠体" panose="00020600040101010101" pitchFamily="18" charset="-122"/>
              </a:rPr>
              <a:t>安全体系</a:t>
            </a:r>
            <a:endParaRPr lang="zh-CN" altLang="en-US" sz="1000" b="1" dirty="0">
              <a:solidFill>
                <a:schemeClr val="bg1"/>
              </a:solidFill>
              <a:latin typeface="阿里巴巴普惠体" panose="00020600040101010101" pitchFamily="18" charset="-122"/>
              <a:ea typeface="阿里巴巴普惠体" panose="00020600040101010101" pitchFamily="18" charset="-122"/>
            </a:endParaRPr>
          </a:p>
        </p:txBody>
      </p:sp>
      <p:sp>
        <p:nvSpPr>
          <p:cNvPr id="235" name="文本框 234">
            <a:extLst>
              <a:ext uri="{FF2B5EF4-FFF2-40B4-BE49-F238E27FC236}">
                <a16:creationId xmlns:a16="http://schemas.microsoft.com/office/drawing/2014/main" id="{6BE0291B-E2F2-D61A-2CB7-ECEF6C5ECEC2}"/>
              </a:ext>
            </a:extLst>
          </p:cNvPr>
          <p:cNvSpPr txBox="1"/>
          <p:nvPr/>
        </p:nvSpPr>
        <p:spPr>
          <a:xfrm>
            <a:off x="11311583" y="4353125"/>
            <a:ext cx="160636" cy="615553"/>
          </a:xfrm>
          <a:prstGeom prst="rect">
            <a:avLst/>
          </a:prstGeom>
          <a:noFill/>
        </p:spPr>
        <p:txBody>
          <a:bodyPr wrap="square" lIns="0" tIns="0" rIns="0" bIns="0" rtlCol="0" anchor="ctr">
            <a:spAutoFit/>
          </a:bodyPr>
          <a:lstStyle/>
          <a:p>
            <a:pPr algn="ctr"/>
            <a:r>
              <a:rPr lang="zh-CN" altLang="en-US" sz="1000" b="1" dirty="0">
                <a:solidFill>
                  <a:schemeClr val="bg1"/>
                </a:solidFill>
                <a:effectLst/>
                <a:latin typeface="阿里巴巴普惠体" panose="00020600040101010101" pitchFamily="18" charset="-122"/>
                <a:ea typeface="阿里巴巴普惠体" panose="00020600040101010101" pitchFamily="18" charset="-122"/>
              </a:rPr>
              <a:t>标准体系</a:t>
            </a:r>
            <a:endParaRPr lang="zh-CN" altLang="en-US" sz="1000" b="1" dirty="0">
              <a:solidFill>
                <a:schemeClr val="bg1"/>
              </a:solidFill>
              <a:latin typeface="阿里巴巴普惠体" panose="00020600040101010101" pitchFamily="18" charset="-122"/>
              <a:ea typeface="阿里巴巴普惠体" panose="00020600040101010101" pitchFamily="18" charset="-122"/>
            </a:endParaRPr>
          </a:p>
        </p:txBody>
      </p:sp>
      <p:sp>
        <p:nvSpPr>
          <p:cNvPr id="236" name="文本框 235">
            <a:extLst>
              <a:ext uri="{FF2B5EF4-FFF2-40B4-BE49-F238E27FC236}">
                <a16:creationId xmlns:a16="http://schemas.microsoft.com/office/drawing/2014/main" id="{7BFAC924-C373-71DF-6931-0F56F5B044AD}"/>
              </a:ext>
            </a:extLst>
          </p:cNvPr>
          <p:cNvSpPr txBox="1"/>
          <p:nvPr/>
        </p:nvSpPr>
        <p:spPr>
          <a:xfrm>
            <a:off x="1633655" y="2614172"/>
            <a:ext cx="796692"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数据与治理赋能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37" name="文本框 236">
            <a:extLst>
              <a:ext uri="{FF2B5EF4-FFF2-40B4-BE49-F238E27FC236}">
                <a16:creationId xmlns:a16="http://schemas.microsoft.com/office/drawing/2014/main" id="{E7D4140E-AAA6-CBE3-6B2A-A2D892E9F755}"/>
              </a:ext>
            </a:extLst>
          </p:cNvPr>
          <p:cNvSpPr txBox="1"/>
          <p:nvPr/>
        </p:nvSpPr>
        <p:spPr>
          <a:xfrm>
            <a:off x="4294061" y="2614172"/>
            <a:ext cx="682879"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行业应用赋能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41" name="文本框 240">
            <a:extLst>
              <a:ext uri="{FF2B5EF4-FFF2-40B4-BE49-F238E27FC236}">
                <a16:creationId xmlns:a16="http://schemas.microsoft.com/office/drawing/2014/main" id="{58D520BD-B6AA-0612-3498-A46C517E6636}"/>
              </a:ext>
            </a:extLst>
          </p:cNvPr>
          <p:cNvSpPr txBox="1"/>
          <p:nvPr/>
        </p:nvSpPr>
        <p:spPr>
          <a:xfrm>
            <a:off x="2785523" y="2985101"/>
            <a:ext cx="1096455" cy="138499"/>
          </a:xfrm>
          <a:prstGeom prst="rect">
            <a:avLst/>
          </a:prstGeom>
          <a:noFill/>
        </p:spPr>
        <p:txBody>
          <a:bodyPr wrap="none" lIns="0" tIns="0" rIns="0" bIns="0" rtlCol="0">
            <a:spAutoFit/>
          </a:bodyPr>
          <a:lstStyle/>
          <a:p>
            <a:pPr algn="ctr"/>
            <a:r>
              <a:rPr lang="en-US" altLang="zh-CN" sz="9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OneID</a:t>
            </a: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 </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链接人与服务</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4" name="文本框 243">
            <a:extLst>
              <a:ext uri="{FF2B5EF4-FFF2-40B4-BE49-F238E27FC236}">
                <a16:creationId xmlns:a16="http://schemas.microsoft.com/office/drawing/2014/main" id="{05BD2E53-B642-AA8D-5DC6-D735394F7E60}"/>
              </a:ext>
            </a:extLst>
          </p:cNvPr>
          <p:cNvSpPr txBox="1"/>
          <p:nvPr/>
        </p:nvSpPr>
        <p:spPr>
          <a:xfrm>
            <a:off x="1021001" y="3345578"/>
            <a:ext cx="1154163"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en-US" altLang="zh-CN" sz="900" dirty="0" err="1">
                <a:solidFill>
                  <a:schemeClr val="accent1">
                    <a:lumMod val="100000"/>
                  </a:schemeClr>
                </a:solidFill>
              </a:rPr>
              <a:t>OneID</a:t>
            </a:r>
            <a:r>
              <a:rPr lang="zh-CN" altLang="en-US" sz="900" dirty="0">
                <a:solidFill>
                  <a:schemeClr val="accent1">
                    <a:lumMod val="100000"/>
                  </a:schemeClr>
                </a:solidFill>
              </a:rPr>
              <a:t>全流程旅客服务</a:t>
            </a:r>
          </a:p>
        </p:txBody>
      </p:sp>
      <p:sp>
        <p:nvSpPr>
          <p:cNvPr id="245" name="文本框 244">
            <a:extLst>
              <a:ext uri="{FF2B5EF4-FFF2-40B4-BE49-F238E27FC236}">
                <a16:creationId xmlns:a16="http://schemas.microsoft.com/office/drawing/2014/main" id="{5AB2C942-8F42-736F-9A4E-224CDC3EBA59}"/>
              </a:ext>
            </a:extLst>
          </p:cNvPr>
          <p:cNvSpPr txBox="1"/>
          <p:nvPr/>
        </p:nvSpPr>
        <p:spPr>
          <a:xfrm>
            <a:off x="3102914" y="3345578"/>
            <a:ext cx="461665"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高舱服务</a:t>
            </a:r>
          </a:p>
        </p:txBody>
      </p:sp>
      <p:sp>
        <p:nvSpPr>
          <p:cNvPr id="246" name="文本框 245">
            <a:extLst>
              <a:ext uri="{FF2B5EF4-FFF2-40B4-BE49-F238E27FC236}">
                <a16:creationId xmlns:a16="http://schemas.microsoft.com/office/drawing/2014/main" id="{3BF57686-14D5-BA8C-2833-A747CD905AA9}"/>
              </a:ext>
            </a:extLst>
          </p:cNvPr>
          <p:cNvSpPr txBox="1"/>
          <p:nvPr/>
        </p:nvSpPr>
        <p:spPr>
          <a:xfrm>
            <a:off x="4723169" y="3345578"/>
            <a:ext cx="692497"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综合信息系统</a:t>
            </a:r>
          </a:p>
        </p:txBody>
      </p:sp>
      <p:sp>
        <p:nvSpPr>
          <p:cNvPr id="247" name="文本框 246">
            <a:extLst>
              <a:ext uri="{FF2B5EF4-FFF2-40B4-BE49-F238E27FC236}">
                <a16:creationId xmlns:a16="http://schemas.microsoft.com/office/drawing/2014/main" id="{0853BE7F-5BE8-9059-9342-8745D1865C1D}"/>
              </a:ext>
            </a:extLst>
          </p:cNvPr>
          <p:cNvSpPr txBox="1"/>
          <p:nvPr/>
        </p:nvSpPr>
        <p:spPr>
          <a:xfrm>
            <a:off x="1097346" y="3713878"/>
            <a:ext cx="577082"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室内外导航</a:t>
            </a:r>
          </a:p>
        </p:txBody>
      </p:sp>
      <p:sp>
        <p:nvSpPr>
          <p:cNvPr id="248" name="文本框 247">
            <a:extLst>
              <a:ext uri="{FF2B5EF4-FFF2-40B4-BE49-F238E27FC236}">
                <a16:creationId xmlns:a16="http://schemas.microsoft.com/office/drawing/2014/main" id="{4A4F0015-525E-0552-FCBC-BE4B7270366F}"/>
              </a:ext>
            </a:extLst>
          </p:cNvPr>
          <p:cNvSpPr txBox="1"/>
          <p:nvPr/>
        </p:nvSpPr>
        <p:spPr>
          <a:xfrm>
            <a:off x="2453629" y="37138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智能客服</a:t>
            </a:r>
          </a:p>
        </p:txBody>
      </p:sp>
      <p:sp>
        <p:nvSpPr>
          <p:cNvPr id="250" name="文本框 249">
            <a:extLst>
              <a:ext uri="{FF2B5EF4-FFF2-40B4-BE49-F238E27FC236}">
                <a16:creationId xmlns:a16="http://schemas.microsoft.com/office/drawing/2014/main" id="{A7A94663-7D7B-4016-FB5D-FAE42D7820AC}"/>
              </a:ext>
            </a:extLst>
          </p:cNvPr>
          <p:cNvSpPr txBox="1"/>
          <p:nvPr/>
        </p:nvSpPr>
        <p:spPr>
          <a:xfrm>
            <a:off x="3752204" y="37138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贵宾服务</a:t>
            </a:r>
          </a:p>
        </p:txBody>
      </p:sp>
      <p:sp>
        <p:nvSpPr>
          <p:cNvPr id="251" name="文本框 250">
            <a:extLst>
              <a:ext uri="{FF2B5EF4-FFF2-40B4-BE49-F238E27FC236}">
                <a16:creationId xmlns:a16="http://schemas.microsoft.com/office/drawing/2014/main" id="{C49CDE7D-7514-2E72-B4CB-5D5190D19A69}"/>
              </a:ext>
            </a:extLst>
          </p:cNvPr>
          <p:cNvSpPr txBox="1"/>
          <p:nvPr/>
        </p:nvSpPr>
        <p:spPr>
          <a:xfrm>
            <a:off x="4935363" y="3713878"/>
            <a:ext cx="692498"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商业运营服务</a:t>
            </a:r>
          </a:p>
        </p:txBody>
      </p:sp>
      <p:sp>
        <p:nvSpPr>
          <p:cNvPr id="257" name="文本框 256">
            <a:extLst>
              <a:ext uri="{FF2B5EF4-FFF2-40B4-BE49-F238E27FC236}">
                <a16:creationId xmlns:a16="http://schemas.microsoft.com/office/drawing/2014/main" id="{9D33EE61-C6E1-CE88-6963-8ADCC64AD8AF}"/>
              </a:ext>
            </a:extLst>
          </p:cNvPr>
          <p:cNvSpPr txBox="1"/>
          <p:nvPr/>
        </p:nvSpPr>
        <p:spPr>
          <a:xfrm>
            <a:off x="2690376" y="4399678"/>
            <a:ext cx="418384"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en-US" altLang="zh-CN" sz="900" dirty="0">
                <a:solidFill>
                  <a:schemeClr val="accent1">
                    <a:lumMod val="100000"/>
                  </a:schemeClr>
                </a:solidFill>
              </a:rPr>
              <a:t>API</a:t>
            </a:r>
            <a:r>
              <a:rPr lang="zh-CN" altLang="en-US" sz="900" dirty="0">
                <a:solidFill>
                  <a:schemeClr val="accent1">
                    <a:lumMod val="100000"/>
                  </a:schemeClr>
                </a:solidFill>
              </a:rPr>
              <a:t>集成</a:t>
            </a:r>
          </a:p>
        </p:txBody>
      </p:sp>
      <p:sp>
        <p:nvSpPr>
          <p:cNvPr id="258" name="文本框 257">
            <a:extLst>
              <a:ext uri="{FF2B5EF4-FFF2-40B4-BE49-F238E27FC236}">
                <a16:creationId xmlns:a16="http://schemas.microsoft.com/office/drawing/2014/main" id="{9E966CFD-E476-CC1F-4511-F24A355A1ECD}"/>
              </a:ext>
            </a:extLst>
          </p:cNvPr>
          <p:cNvSpPr txBox="1"/>
          <p:nvPr/>
        </p:nvSpPr>
        <p:spPr>
          <a:xfrm>
            <a:off x="4886472" y="43996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数据集成</a:t>
            </a:r>
          </a:p>
        </p:txBody>
      </p:sp>
      <p:sp>
        <p:nvSpPr>
          <p:cNvPr id="259" name="文本框 258">
            <a:extLst>
              <a:ext uri="{FF2B5EF4-FFF2-40B4-BE49-F238E27FC236}">
                <a16:creationId xmlns:a16="http://schemas.microsoft.com/office/drawing/2014/main" id="{BD0A7199-0EF4-B8FE-73E5-88FE6E38ADF8}"/>
              </a:ext>
            </a:extLst>
          </p:cNvPr>
          <p:cNvSpPr txBox="1"/>
          <p:nvPr/>
        </p:nvSpPr>
        <p:spPr>
          <a:xfrm>
            <a:off x="7104210" y="43996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策略引擎</a:t>
            </a:r>
          </a:p>
        </p:txBody>
      </p:sp>
      <p:sp>
        <p:nvSpPr>
          <p:cNvPr id="261" name="文本框 260">
            <a:extLst>
              <a:ext uri="{FF2B5EF4-FFF2-40B4-BE49-F238E27FC236}">
                <a16:creationId xmlns:a16="http://schemas.microsoft.com/office/drawing/2014/main" id="{9233873F-DE66-8CE4-298D-DE7AB8717C68}"/>
              </a:ext>
            </a:extLst>
          </p:cNvPr>
          <p:cNvSpPr txBox="1"/>
          <p:nvPr/>
        </p:nvSpPr>
        <p:spPr>
          <a:xfrm>
            <a:off x="9321947" y="43996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开发平台</a:t>
            </a:r>
          </a:p>
        </p:txBody>
      </p:sp>
      <p:sp>
        <p:nvSpPr>
          <p:cNvPr id="265" name="文本框 264">
            <a:extLst>
              <a:ext uri="{FF2B5EF4-FFF2-40B4-BE49-F238E27FC236}">
                <a16:creationId xmlns:a16="http://schemas.microsoft.com/office/drawing/2014/main" id="{C5B2CA22-5003-B12B-CF53-64F1D1C86DB8}"/>
              </a:ext>
            </a:extLst>
          </p:cNvPr>
          <p:cNvSpPr txBox="1"/>
          <p:nvPr/>
        </p:nvSpPr>
        <p:spPr>
          <a:xfrm>
            <a:off x="1816100" y="5399549"/>
            <a:ext cx="1154162"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服务断链，个性化不足</a:t>
            </a:r>
          </a:p>
        </p:txBody>
      </p:sp>
      <p:sp>
        <p:nvSpPr>
          <p:cNvPr id="266" name="文本框 265">
            <a:extLst>
              <a:ext uri="{FF2B5EF4-FFF2-40B4-BE49-F238E27FC236}">
                <a16:creationId xmlns:a16="http://schemas.microsoft.com/office/drawing/2014/main" id="{B5F7DF1C-CC0E-15FB-8BC2-32160D91B71B}"/>
              </a:ext>
            </a:extLst>
          </p:cNvPr>
          <p:cNvSpPr txBox="1"/>
          <p:nvPr/>
        </p:nvSpPr>
        <p:spPr>
          <a:xfrm>
            <a:off x="1816100" y="5634753"/>
            <a:ext cx="923330"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非航收入增长乏力</a:t>
            </a:r>
          </a:p>
        </p:txBody>
      </p:sp>
      <p:sp>
        <p:nvSpPr>
          <p:cNvPr id="267" name="文本框 266">
            <a:extLst>
              <a:ext uri="{FF2B5EF4-FFF2-40B4-BE49-F238E27FC236}">
                <a16:creationId xmlns:a16="http://schemas.microsoft.com/office/drawing/2014/main" id="{70A80503-7D41-BC47-1B63-DABE77BAF700}"/>
              </a:ext>
            </a:extLst>
          </p:cNvPr>
          <p:cNvSpPr txBox="1"/>
          <p:nvPr/>
        </p:nvSpPr>
        <p:spPr>
          <a:xfrm>
            <a:off x="1816100" y="5869957"/>
            <a:ext cx="1731243"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安全风险绝对值增大，态势感知弱</a:t>
            </a:r>
          </a:p>
        </p:txBody>
      </p:sp>
      <p:sp>
        <p:nvSpPr>
          <p:cNvPr id="268" name="文本框 267">
            <a:extLst>
              <a:ext uri="{FF2B5EF4-FFF2-40B4-BE49-F238E27FC236}">
                <a16:creationId xmlns:a16="http://schemas.microsoft.com/office/drawing/2014/main" id="{A4CB9141-9EDA-250F-F99B-BBCF5F28D107}"/>
              </a:ext>
            </a:extLst>
          </p:cNvPr>
          <p:cNvSpPr txBox="1"/>
          <p:nvPr/>
        </p:nvSpPr>
        <p:spPr>
          <a:xfrm>
            <a:off x="7335043" y="5399549"/>
            <a:ext cx="2737929"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广泛的</a:t>
            </a:r>
            <a:r>
              <a:rPr lang="en-US" altLang="zh-CN" sz="900" dirty="0">
                <a:solidFill>
                  <a:schemeClr val="accent1">
                    <a:lumMod val="100000"/>
                  </a:schemeClr>
                </a:solidFill>
              </a:rPr>
              <a:t>C</a:t>
            </a:r>
            <a:r>
              <a:rPr lang="zh-CN" altLang="en-US" sz="900" dirty="0">
                <a:solidFill>
                  <a:schemeClr val="accent1">
                    <a:lumMod val="100000"/>
                  </a:schemeClr>
                </a:solidFill>
              </a:rPr>
              <a:t>端触达，精益的数字化运营，持续拓展的生态</a:t>
            </a:r>
          </a:p>
        </p:txBody>
      </p:sp>
      <p:sp>
        <p:nvSpPr>
          <p:cNvPr id="269" name="文本框 268">
            <a:extLst>
              <a:ext uri="{FF2B5EF4-FFF2-40B4-BE49-F238E27FC236}">
                <a16:creationId xmlns:a16="http://schemas.microsoft.com/office/drawing/2014/main" id="{6E5EA095-253D-4418-ABF8-31DB5A1CF78D}"/>
              </a:ext>
            </a:extLst>
          </p:cNvPr>
          <p:cNvSpPr txBox="1"/>
          <p:nvPr/>
        </p:nvSpPr>
        <p:spPr>
          <a:xfrm>
            <a:off x="7335043" y="5634753"/>
            <a:ext cx="3000821"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从粗放的职能管理向基于工作流的作业单元的管理模式转变</a:t>
            </a:r>
          </a:p>
        </p:txBody>
      </p:sp>
      <p:sp>
        <p:nvSpPr>
          <p:cNvPr id="270" name="文本框 269">
            <a:extLst>
              <a:ext uri="{FF2B5EF4-FFF2-40B4-BE49-F238E27FC236}">
                <a16:creationId xmlns:a16="http://schemas.microsoft.com/office/drawing/2014/main" id="{F874599D-ED17-0800-6C1B-B4F2E047CDA8}"/>
              </a:ext>
            </a:extLst>
          </p:cNvPr>
          <p:cNvSpPr txBox="1"/>
          <p:nvPr/>
        </p:nvSpPr>
        <p:spPr>
          <a:xfrm>
            <a:off x="7335043" y="5869957"/>
            <a:ext cx="103874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r>
              <a:rPr lang="zh-CN" altLang="en-US" sz="900" dirty="0">
                <a:solidFill>
                  <a:schemeClr val="accent1">
                    <a:lumMod val="100000"/>
                  </a:schemeClr>
                </a:solidFill>
              </a:rPr>
              <a:t>工业物联，全局协同</a:t>
            </a:r>
          </a:p>
        </p:txBody>
      </p:sp>
      <p:sp>
        <p:nvSpPr>
          <p:cNvPr id="181" name="矩形: 圆角 180">
            <a:extLst>
              <a:ext uri="{FF2B5EF4-FFF2-40B4-BE49-F238E27FC236}">
                <a16:creationId xmlns:a16="http://schemas.microsoft.com/office/drawing/2014/main" id="{13E491D8-A445-D5A4-CFF8-229E31906975}"/>
              </a:ext>
            </a:extLst>
          </p:cNvPr>
          <p:cNvSpPr/>
          <p:nvPr/>
        </p:nvSpPr>
        <p:spPr>
          <a:xfrm>
            <a:off x="1816100" y="4692650"/>
            <a:ext cx="289771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5" name="矩形: 圆角 184">
            <a:extLst>
              <a:ext uri="{FF2B5EF4-FFF2-40B4-BE49-F238E27FC236}">
                <a16:creationId xmlns:a16="http://schemas.microsoft.com/office/drawing/2014/main" id="{74308699-F97C-E48E-288A-ABBDC0C855AD}"/>
              </a:ext>
            </a:extLst>
          </p:cNvPr>
          <p:cNvSpPr/>
          <p:nvPr/>
        </p:nvSpPr>
        <p:spPr>
          <a:xfrm>
            <a:off x="4777314" y="4692650"/>
            <a:ext cx="289771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8" name="矩形: 圆角 187">
            <a:extLst>
              <a:ext uri="{FF2B5EF4-FFF2-40B4-BE49-F238E27FC236}">
                <a16:creationId xmlns:a16="http://schemas.microsoft.com/office/drawing/2014/main" id="{E6F8BB02-8774-41F4-FDC5-67315059FF1E}"/>
              </a:ext>
            </a:extLst>
          </p:cNvPr>
          <p:cNvSpPr/>
          <p:nvPr/>
        </p:nvSpPr>
        <p:spPr>
          <a:xfrm>
            <a:off x="7738554" y="4692650"/>
            <a:ext cx="2897714"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2" name="文本框 261">
            <a:extLst>
              <a:ext uri="{FF2B5EF4-FFF2-40B4-BE49-F238E27FC236}">
                <a16:creationId xmlns:a16="http://schemas.microsoft.com/office/drawing/2014/main" id="{9C4AFECB-588D-0A17-67CB-D509EAE573DD}"/>
              </a:ext>
            </a:extLst>
          </p:cNvPr>
          <p:cNvSpPr txBox="1"/>
          <p:nvPr/>
        </p:nvSpPr>
        <p:spPr>
          <a:xfrm>
            <a:off x="3034124" y="47679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物联平台</a:t>
            </a:r>
          </a:p>
        </p:txBody>
      </p:sp>
      <p:sp>
        <p:nvSpPr>
          <p:cNvPr id="263" name="文本框 262">
            <a:extLst>
              <a:ext uri="{FF2B5EF4-FFF2-40B4-BE49-F238E27FC236}">
                <a16:creationId xmlns:a16="http://schemas.microsoft.com/office/drawing/2014/main" id="{5E7DA4FA-FE8C-5C01-66AB-F5469204E660}"/>
              </a:ext>
            </a:extLst>
          </p:cNvPr>
          <p:cNvSpPr txBox="1"/>
          <p:nvPr/>
        </p:nvSpPr>
        <p:spPr>
          <a:xfrm>
            <a:off x="5937630" y="4767978"/>
            <a:ext cx="577082"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大数据平台</a:t>
            </a:r>
          </a:p>
        </p:txBody>
      </p:sp>
      <p:sp>
        <p:nvSpPr>
          <p:cNvPr id="264" name="文本框 263">
            <a:extLst>
              <a:ext uri="{FF2B5EF4-FFF2-40B4-BE49-F238E27FC236}">
                <a16:creationId xmlns:a16="http://schemas.microsoft.com/office/drawing/2014/main" id="{A9E1877B-B01F-B865-AEDA-85D75B0B65FB}"/>
              </a:ext>
            </a:extLst>
          </p:cNvPr>
          <p:cNvSpPr txBox="1"/>
          <p:nvPr/>
        </p:nvSpPr>
        <p:spPr>
          <a:xfrm>
            <a:off x="8956578" y="476797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算法平台</a:t>
            </a:r>
          </a:p>
        </p:txBody>
      </p:sp>
      <p:sp>
        <p:nvSpPr>
          <p:cNvPr id="54" name="矩形: 圆角 53">
            <a:extLst>
              <a:ext uri="{FF2B5EF4-FFF2-40B4-BE49-F238E27FC236}">
                <a16:creationId xmlns:a16="http://schemas.microsoft.com/office/drawing/2014/main" id="{C9C0B8BF-6267-6A98-6734-3482C7EAAE99}"/>
              </a:ext>
            </a:extLst>
          </p:cNvPr>
          <p:cNvSpPr/>
          <p:nvPr/>
        </p:nvSpPr>
        <p:spPr>
          <a:xfrm>
            <a:off x="62865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8" name="矩形: 圆角 57">
            <a:extLst>
              <a:ext uri="{FF2B5EF4-FFF2-40B4-BE49-F238E27FC236}">
                <a16:creationId xmlns:a16="http://schemas.microsoft.com/office/drawing/2014/main" id="{8326515A-AC01-399C-A6C4-2CA0D8F644E1}"/>
              </a:ext>
            </a:extLst>
          </p:cNvPr>
          <p:cNvSpPr/>
          <p:nvPr/>
        </p:nvSpPr>
        <p:spPr>
          <a:xfrm>
            <a:off x="8890000" y="2533650"/>
            <a:ext cx="25400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8" name="矩形: 圆角 207">
            <a:extLst>
              <a:ext uri="{FF2B5EF4-FFF2-40B4-BE49-F238E27FC236}">
                <a16:creationId xmlns:a16="http://schemas.microsoft.com/office/drawing/2014/main" id="{901D8971-75CD-553A-A37A-9387EC69B6F4}"/>
              </a:ext>
            </a:extLst>
          </p:cNvPr>
          <p:cNvSpPr/>
          <p:nvPr/>
        </p:nvSpPr>
        <p:spPr>
          <a:xfrm>
            <a:off x="62865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2" name="矩形: 圆角 211">
            <a:extLst>
              <a:ext uri="{FF2B5EF4-FFF2-40B4-BE49-F238E27FC236}">
                <a16:creationId xmlns:a16="http://schemas.microsoft.com/office/drawing/2014/main" id="{8B8CDEFF-F8E7-8082-5E08-37A671150E0E}"/>
              </a:ext>
            </a:extLst>
          </p:cNvPr>
          <p:cNvSpPr/>
          <p:nvPr/>
        </p:nvSpPr>
        <p:spPr>
          <a:xfrm>
            <a:off x="73279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6" name="矩形: 圆角 215">
            <a:extLst>
              <a:ext uri="{FF2B5EF4-FFF2-40B4-BE49-F238E27FC236}">
                <a16:creationId xmlns:a16="http://schemas.microsoft.com/office/drawing/2014/main" id="{7E5A0440-D784-A22C-8AF9-CF25C9AD7C0F}"/>
              </a:ext>
            </a:extLst>
          </p:cNvPr>
          <p:cNvSpPr/>
          <p:nvPr/>
        </p:nvSpPr>
        <p:spPr>
          <a:xfrm>
            <a:off x="83693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0" name="矩形: 圆角 219">
            <a:extLst>
              <a:ext uri="{FF2B5EF4-FFF2-40B4-BE49-F238E27FC236}">
                <a16:creationId xmlns:a16="http://schemas.microsoft.com/office/drawing/2014/main" id="{EC65BB58-267F-86AB-93A0-6F65C1EA91F5}"/>
              </a:ext>
            </a:extLst>
          </p:cNvPr>
          <p:cNvSpPr/>
          <p:nvPr/>
        </p:nvSpPr>
        <p:spPr>
          <a:xfrm>
            <a:off x="94107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3" name="矩形: 圆角 222">
            <a:extLst>
              <a:ext uri="{FF2B5EF4-FFF2-40B4-BE49-F238E27FC236}">
                <a16:creationId xmlns:a16="http://schemas.microsoft.com/office/drawing/2014/main" id="{396C301B-8AA3-454D-010B-023113C80070}"/>
              </a:ext>
            </a:extLst>
          </p:cNvPr>
          <p:cNvSpPr/>
          <p:nvPr/>
        </p:nvSpPr>
        <p:spPr>
          <a:xfrm>
            <a:off x="10452100" y="3270250"/>
            <a:ext cx="977900" cy="6731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8" name="文本框 237">
            <a:extLst>
              <a:ext uri="{FF2B5EF4-FFF2-40B4-BE49-F238E27FC236}">
                <a16:creationId xmlns:a16="http://schemas.microsoft.com/office/drawing/2014/main" id="{61E3C4C3-E1D1-046E-6527-91838AC7F916}"/>
              </a:ext>
            </a:extLst>
          </p:cNvPr>
          <p:cNvSpPr txBox="1"/>
          <p:nvPr/>
        </p:nvSpPr>
        <p:spPr>
          <a:xfrm>
            <a:off x="7328874" y="2614172"/>
            <a:ext cx="455253"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集成赋能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39" name="文本框 238">
            <a:extLst>
              <a:ext uri="{FF2B5EF4-FFF2-40B4-BE49-F238E27FC236}">
                <a16:creationId xmlns:a16="http://schemas.microsoft.com/office/drawing/2014/main" id="{BCC2B2E3-B7AA-230F-A381-41646A9D4671}"/>
              </a:ext>
            </a:extLst>
          </p:cNvPr>
          <p:cNvSpPr txBox="1"/>
          <p:nvPr/>
        </p:nvSpPr>
        <p:spPr>
          <a:xfrm>
            <a:off x="9818561" y="2614172"/>
            <a:ext cx="682879" cy="14561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运研一体赋能</a:t>
            </a:r>
            <a:endPar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endParaRPr>
          </a:p>
        </p:txBody>
      </p:sp>
      <p:sp>
        <p:nvSpPr>
          <p:cNvPr id="252" name="文本框 251">
            <a:extLst>
              <a:ext uri="{FF2B5EF4-FFF2-40B4-BE49-F238E27FC236}">
                <a16:creationId xmlns:a16="http://schemas.microsoft.com/office/drawing/2014/main" id="{AC37F9C7-9AA1-D994-BF78-C488FCE19DC8}"/>
              </a:ext>
            </a:extLst>
          </p:cNvPr>
          <p:cNvSpPr txBox="1"/>
          <p:nvPr/>
        </p:nvSpPr>
        <p:spPr>
          <a:xfrm>
            <a:off x="65446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移动办公</a:t>
            </a:r>
          </a:p>
        </p:txBody>
      </p:sp>
      <p:sp>
        <p:nvSpPr>
          <p:cNvPr id="253" name="文本框 252">
            <a:extLst>
              <a:ext uri="{FF2B5EF4-FFF2-40B4-BE49-F238E27FC236}">
                <a16:creationId xmlns:a16="http://schemas.microsoft.com/office/drawing/2014/main" id="{D20CD329-1A75-9F7C-9513-78687754B083}"/>
              </a:ext>
            </a:extLst>
          </p:cNvPr>
          <p:cNvSpPr txBox="1"/>
          <p:nvPr/>
        </p:nvSpPr>
        <p:spPr>
          <a:xfrm>
            <a:off x="75860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生产管理</a:t>
            </a:r>
          </a:p>
        </p:txBody>
      </p:sp>
      <p:sp>
        <p:nvSpPr>
          <p:cNvPr id="254" name="文本框 253">
            <a:extLst>
              <a:ext uri="{FF2B5EF4-FFF2-40B4-BE49-F238E27FC236}">
                <a16:creationId xmlns:a16="http://schemas.microsoft.com/office/drawing/2014/main" id="{892E2732-63E0-F377-4AB9-C296F4AC4F5E}"/>
              </a:ext>
            </a:extLst>
          </p:cNvPr>
          <p:cNvSpPr txBox="1"/>
          <p:nvPr/>
        </p:nvSpPr>
        <p:spPr>
          <a:xfrm>
            <a:off x="86274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工作协同</a:t>
            </a:r>
          </a:p>
        </p:txBody>
      </p:sp>
      <p:sp>
        <p:nvSpPr>
          <p:cNvPr id="255" name="文本框 254">
            <a:extLst>
              <a:ext uri="{FF2B5EF4-FFF2-40B4-BE49-F238E27FC236}">
                <a16:creationId xmlns:a16="http://schemas.microsoft.com/office/drawing/2014/main" id="{1D04D636-0E10-E954-45D1-91B2055A954E}"/>
              </a:ext>
            </a:extLst>
          </p:cNvPr>
          <p:cNvSpPr txBox="1"/>
          <p:nvPr/>
        </p:nvSpPr>
        <p:spPr>
          <a:xfrm>
            <a:off x="9668817" y="3529728"/>
            <a:ext cx="461666" cy="154145"/>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zh-CN" altLang="en-US" sz="900" dirty="0">
                <a:solidFill>
                  <a:schemeClr val="accent1">
                    <a:lumMod val="100000"/>
                  </a:schemeClr>
                </a:solidFill>
              </a:rPr>
              <a:t>生活服务</a:t>
            </a:r>
          </a:p>
        </p:txBody>
      </p:sp>
      <p:sp>
        <p:nvSpPr>
          <p:cNvPr id="256" name="文本框 255">
            <a:extLst>
              <a:ext uri="{FF2B5EF4-FFF2-40B4-BE49-F238E27FC236}">
                <a16:creationId xmlns:a16="http://schemas.microsoft.com/office/drawing/2014/main" id="{85417926-431C-6859-DDE4-EEE1DB13852F}"/>
              </a:ext>
            </a:extLst>
          </p:cNvPr>
          <p:cNvSpPr txBox="1"/>
          <p:nvPr/>
        </p:nvSpPr>
        <p:spPr>
          <a:xfrm>
            <a:off x="10900173" y="3529728"/>
            <a:ext cx="81753" cy="152093"/>
          </a:xfrm>
          <a:prstGeom prst="rect">
            <a:avLst/>
          </a:prstGeom>
          <a:noFill/>
        </p:spPr>
        <p:txBody>
          <a:bodyPr wrap="none" lIns="0" tIns="0" rIns="0" bIns="0" rtlCol="0">
            <a:spAutoFit/>
          </a:bodyPr>
          <a:lstStyle>
            <a:defPPr>
              <a:defRPr lang="zh-CN"/>
            </a:defPPr>
            <a:lvl1pPr>
              <a:lnSpc>
                <a:spcPct val="120000"/>
              </a:lnSpc>
              <a:defRPr sz="1200">
                <a:solidFill>
                  <a:srgbClr val="4D4D4D"/>
                </a:solidFill>
                <a:effectLst/>
                <a:latin typeface="MiSans Medium" panose="00000600000000000000" pitchFamily="2" charset="-122"/>
                <a:ea typeface="MiSans Medium" panose="00000600000000000000" pitchFamily="2" charset="-122"/>
              </a:defRPr>
            </a:lvl1pPr>
          </a:lstStyle>
          <a:p>
            <a:pPr algn="ctr"/>
            <a:r>
              <a:rPr lang="en-US" altLang="zh-CN" sz="900" dirty="0">
                <a:solidFill>
                  <a:schemeClr val="accent1">
                    <a:lumMod val="100000"/>
                  </a:schemeClr>
                </a:solidFill>
              </a:rPr>
              <a:t>...</a:t>
            </a:r>
            <a:endParaRPr lang="zh-CN" altLang="en-US" sz="900" dirty="0">
              <a:solidFill>
                <a:schemeClr val="accent1">
                  <a:lumMod val="100000"/>
                </a:schemeClr>
              </a:solidFill>
            </a:endParaRPr>
          </a:p>
        </p:txBody>
      </p:sp>
      <p:sp>
        <p:nvSpPr>
          <p:cNvPr id="46" name="矩形: 圆角 45">
            <a:extLst>
              <a:ext uri="{FF2B5EF4-FFF2-40B4-BE49-F238E27FC236}">
                <a16:creationId xmlns:a16="http://schemas.microsoft.com/office/drawing/2014/main" id="{07F841FC-2E4B-5E2B-3741-53F0DA5AFD01}"/>
              </a:ext>
            </a:extLst>
          </p:cNvPr>
          <p:cNvSpPr/>
          <p:nvPr/>
        </p:nvSpPr>
        <p:spPr>
          <a:xfrm>
            <a:off x="6286500" y="2901950"/>
            <a:ext cx="5143500" cy="3048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2" name="文本框 241">
            <a:extLst>
              <a:ext uri="{FF2B5EF4-FFF2-40B4-BE49-F238E27FC236}">
                <a16:creationId xmlns:a16="http://schemas.microsoft.com/office/drawing/2014/main" id="{4A33CE1E-8DC1-5309-AFD9-A8EEE434AC29}"/>
              </a:ext>
            </a:extLst>
          </p:cNvPr>
          <p:cNvSpPr txBox="1"/>
          <p:nvPr/>
        </p:nvSpPr>
        <p:spPr>
          <a:xfrm>
            <a:off x="8213843" y="2985101"/>
            <a:ext cx="1288814" cy="138499"/>
          </a:xfrm>
          <a:prstGeom prst="rect">
            <a:avLst/>
          </a:prstGeom>
          <a:noFill/>
        </p:spPr>
        <p:txBody>
          <a:bodyPr wrap="none" lIns="0" tIns="0" rIns="0" bIns="0" rtlCol="0">
            <a:spAutoFit/>
          </a:bodyPr>
          <a:lstStyle/>
          <a:p>
            <a:pPr algn="ctr"/>
            <a:r>
              <a:rPr lang="en-US" altLang="zh-CN" sz="900" dirty="0" err="1">
                <a:solidFill>
                  <a:schemeClr val="accent1">
                    <a:lumMod val="100000"/>
                  </a:schemeClr>
                </a:solidFill>
                <a:effectLst/>
                <a:latin typeface="阿里巴巴普惠体" panose="00020600040101010101" pitchFamily="18" charset="-122"/>
                <a:ea typeface="阿里巴巴普惠体" panose="00020600040101010101" pitchFamily="18" charset="-122"/>
              </a:rPr>
              <a:t>OnePort</a:t>
            </a: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 </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链接组织与职能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130212154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任意多边形: 形状 12">
            <a:extLst>
              <a:ext uri="{FF2B5EF4-FFF2-40B4-BE49-F238E27FC236}">
                <a16:creationId xmlns:a16="http://schemas.microsoft.com/office/drawing/2014/main" id="{8E645185-AF4B-D27A-ACFB-D81E6E610700}"/>
              </a:ext>
            </a:extLst>
          </p:cNvPr>
          <p:cNvSpPr/>
          <p:nvPr/>
        </p:nvSpPr>
        <p:spPr>
          <a:xfrm>
            <a:off x="908050" y="1473200"/>
            <a:ext cx="1530350" cy="2673350"/>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5" name="任意多边形: 形状 14">
            <a:extLst>
              <a:ext uri="{FF2B5EF4-FFF2-40B4-BE49-F238E27FC236}">
                <a16:creationId xmlns:a16="http://schemas.microsoft.com/office/drawing/2014/main" id="{19483B25-FB13-CE28-93DF-402452573125}"/>
              </a:ext>
            </a:extLst>
          </p:cNvPr>
          <p:cNvSpPr/>
          <p:nvPr/>
        </p:nvSpPr>
        <p:spPr>
          <a:xfrm>
            <a:off x="9753600" y="1473200"/>
            <a:ext cx="1530350" cy="2673350"/>
          </a:xfrm>
          <a:custGeom>
            <a:avLst/>
            <a:gdLst>
              <a:gd name="connsiteX0" fmla="*/ 1479550 w 1530350"/>
              <a:gd name="connsiteY0" fmla="*/ 0 h 2673350"/>
              <a:gd name="connsiteX1" fmla="*/ 1530350 w 1530350"/>
              <a:gd name="connsiteY1" fmla="*/ 0 h 2673350"/>
              <a:gd name="connsiteX2" fmla="*/ 1530350 w 1530350"/>
              <a:gd name="connsiteY2" fmla="*/ 2673350 h 2673350"/>
              <a:gd name="connsiteX3" fmla="*/ 1479550 w 1530350"/>
              <a:gd name="connsiteY3" fmla="*/ 2673350 h 2673350"/>
              <a:gd name="connsiteX4" fmla="*/ 50800 w 1530350"/>
              <a:gd name="connsiteY4" fmla="*/ 2673350 h 2673350"/>
              <a:gd name="connsiteX5" fmla="*/ 0 w 1530350"/>
              <a:gd name="connsiteY5" fmla="*/ 2673350 h 2673350"/>
              <a:gd name="connsiteX6" fmla="*/ 0 w 1530350"/>
              <a:gd name="connsiteY6" fmla="*/ 0 h 2673350"/>
              <a:gd name="connsiteX7" fmla="*/ 50800 w 1530350"/>
              <a:gd name="connsiteY7" fmla="*/ 0 h 267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0350" h="2673350">
                <a:moveTo>
                  <a:pt x="1479550" y="0"/>
                </a:moveTo>
                <a:cubicBezTo>
                  <a:pt x="1507606" y="0"/>
                  <a:pt x="1530350" y="0"/>
                  <a:pt x="1530350" y="0"/>
                </a:cubicBezTo>
                <a:lnTo>
                  <a:pt x="1530350" y="2673350"/>
                </a:lnTo>
                <a:cubicBezTo>
                  <a:pt x="1530350" y="2673350"/>
                  <a:pt x="1507606" y="2673350"/>
                  <a:pt x="1479550" y="2673350"/>
                </a:cubicBezTo>
                <a:lnTo>
                  <a:pt x="50800" y="2673350"/>
                </a:lnTo>
                <a:cubicBezTo>
                  <a:pt x="22744" y="2673350"/>
                  <a:pt x="0" y="2673350"/>
                  <a:pt x="0" y="26733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7" name="矩形: 圆角 16">
            <a:extLst>
              <a:ext uri="{FF2B5EF4-FFF2-40B4-BE49-F238E27FC236}">
                <a16:creationId xmlns:a16="http://schemas.microsoft.com/office/drawing/2014/main" id="{F897BB4A-27AB-4AAA-FD84-B3C9A636DC1B}"/>
              </a:ext>
            </a:extLst>
          </p:cNvPr>
          <p:cNvSpPr/>
          <p:nvPr/>
        </p:nvSpPr>
        <p:spPr>
          <a:xfrm>
            <a:off x="1206500" y="21082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3" name="矩形: 圆角 22">
            <a:extLst>
              <a:ext uri="{FF2B5EF4-FFF2-40B4-BE49-F238E27FC236}">
                <a16:creationId xmlns:a16="http://schemas.microsoft.com/office/drawing/2014/main" id="{CE976B62-151B-C3C8-881C-165C7FD28244}"/>
              </a:ext>
            </a:extLst>
          </p:cNvPr>
          <p:cNvSpPr/>
          <p:nvPr/>
        </p:nvSpPr>
        <p:spPr>
          <a:xfrm>
            <a:off x="10052050" y="21082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6" name="矩形: 圆角 25">
            <a:extLst>
              <a:ext uri="{FF2B5EF4-FFF2-40B4-BE49-F238E27FC236}">
                <a16:creationId xmlns:a16="http://schemas.microsoft.com/office/drawing/2014/main" id="{7DAC137D-52B6-0477-33C2-8203D3618866}"/>
              </a:ext>
            </a:extLst>
          </p:cNvPr>
          <p:cNvSpPr/>
          <p:nvPr/>
        </p:nvSpPr>
        <p:spPr>
          <a:xfrm>
            <a:off x="1206500" y="26035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9" name="矩形: 圆角 28">
            <a:extLst>
              <a:ext uri="{FF2B5EF4-FFF2-40B4-BE49-F238E27FC236}">
                <a16:creationId xmlns:a16="http://schemas.microsoft.com/office/drawing/2014/main" id="{E84F51F3-0207-DCFB-2813-D346A35D8C2D}"/>
              </a:ext>
            </a:extLst>
          </p:cNvPr>
          <p:cNvSpPr/>
          <p:nvPr/>
        </p:nvSpPr>
        <p:spPr>
          <a:xfrm>
            <a:off x="10052050" y="26035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33" name="矩形: 圆角 32">
            <a:extLst>
              <a:ext uri="{FF2B5EF4-FFF2-40B4-BE49-F238E27FC236}">
                <a16:creationId xmlns:a16="http://schemas.microsoft.com/office/drawing/2014/main" id="{0302F69F-A94C-3110-0345-6465EDAC4838}"/>
              </a:ext>
            </a:extLst>
          </p:cNvPr>
          <p:cNvSpPr/>
          <p:nvPr/>
        </p:nvSpPr>
        <p:spPr>
          <a:xfrm>
            <a:off x="1206500" y="30988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37" name="矩形: 圆角 36">
            <a:extLst>
              <a:ext uri="{FF2B5EF4-FFF2-40B4-BE49-F238E27FC236}">
                <a16:creationId xmlns:a16="http://schemas.microsoft.com/office/drawing/2014/main" id="{EB43DDAA-5E01-DF4C-1FDC-52F795A83D59}"/>
              </a:ext>
            </a:extLst>
          </p:cNvPr>
          <p:cNvSpPr/>
          <p:nvPr/>
        </p:nvSpPr>
        <p:spPr>
          <a:xfrm>
            <a:off x="10052050" y="30988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1" name="矩形: 圆角 40">
            <a:extLst>
              <a:ext uri="{FF2B5EF4-FFF2-40B4-BE49-F238E27FC236}">
                <a16:creationId xmlns:a16="http://schemas.microsoft.com/office/drawing/2014/main" id="{738A56C2-CEE3-C832-7258-9774BDC2FA0A}"/>
              </a:ext>
            </a:extLst>
          </p:cNvPr>
          <p:cNvSpPr/>
          <p:nvPr/>
        </p:nvSpPr>
        <p:spPr>
          <a:xfrm>
            <a:off x="1206500" y="35941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4" name="矩形: 圆角 43">
            <a:extLst>
              <a:ext uri="{FF2B5EF4-FFF2-40B4-BE49-F238E27FC236}">
                <a16:creationId xmlns:a16="http://schemas.microsoft.com/office/drawing/2014/main" id="{11958256-E656-6DB4-4002-1A8FCF716671}"/>
              </a:ext>
            </a:extLst>
          </p:cNvPr>
          <p:cNvSpPr/>
          <p:nvPr/>
        </p:nvSpPr>
        <p:spPr>
          <a:xfrm>
            <a:off x="10052050" y="3594100"/>
            <a:ext cx="92710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49" name="矩形: 圆角 48">
            <a:extLst>
              <a:ext uri="{FF2B5EF4-FFF2-40B4-BE49-F238E27FC236}">
                <a16:creationId xmlns:a16="http://schemas.microsoft.com/office/drawing/2014/main" id="{8B8DDD87-1431-D041-5D5E-DE686C0FCCB8}"/>
              </a:ext>
            </a:extLst>
          </p:cNvPr>
          <p:cNvSpPr/>
          <p:nvPr/>
        </p:nvSpPr>
        <p:spPr>
          <a:xfrm>
            <a:off x="908050" y="1473200"/>
            <a:ext cx="153035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3" name="矩形: 圆角 52">
            <a:extLst>
              <a:ext uri="{FF2B5EF4-FFF2-40B4-BE49-F238E27FC236}">
                <a16:creationId xmlns:a16="http://schemas.microsoft.com/office/drawing/2014/main" id="{D2FEC1E4-2CCE-6677-10FA-8B3BC9BD08EB}"/>
              </a:ext>
            </a:extLst>
          </p:cNvPr>
          <p:cNvSpPr/>
          <p:nvPr/>
        </p:nvSpPr>
        <p:spPr>
          <a:xfrm>
            <a:off x="2628900" y="1473200"/>
            <a:ext cx="693420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57" name="矩形: 圆角 56">
            <a:extLst>
              <a:ext uri="{FF2B5EF4-FFF2-40B4-BE49-F238E27FC236}">
                <a16:creationId xmlns:a16="http://schemas.microsoft.com/office/drawing/2014/main" id="{7B2A63A3-4AD7-CC92-01F6-30CC9B484005}"/>
              </a:ext>
            </a:extLst>
          </p:cNvPr>
          <p:cNvSpPr/>
          <p:nvPr/>
        </p:nvSpPr>
        <p:spPr>
          <a:xfrm>
            <a:off x="908050" y="5607050"/>
            <a:ext cx="1037590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1" name="矩形: 圆角 60">
            <a:extLst>
              <a:ext uri="{FF2B5EF4-FFF2-40B4-BE49-F238E27FC236}">
                <a16:creationId xmlns:a16="http://schemas.microsoft.com/office/drawing/2014/main" id="{7C2E9696-F62B-98B1-76C3-ADDD136ACE71}"/>
              </a:ext>
            </a:extLst>
          </p:cNvPr>
          <p:cNvSpPr/>
          <p:nvPr/>
        </p:nvSpPr>
        <p:spPr>
          <a:xfrm>
            <a:off x="9753600" y="1473200"/>
            <a:ext cx="1530350"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3" name="任意多边形: 形状 62">
            <a:extLst>
              <a:ext uri="{FF2B5EF4-FFF2-40B4-BE49-F238E27FC236}">
                <a16:creationId xmlns:a16="http://schemas.microsoft.com/office/drawing/2014/main" id="{02EC4817-A0C2-4103-03F0-462D924AB35B}"/>
              </a:ext>
            </a:extLst>
          </p:cNvPr>
          <p:cNvSpPr/>
          <p:nvPr/>
        </p:nvSpPr>
        <p:spPr>
          <a:xfrm>
            <a:off x="2628900" y="2139950"/>
            <a:ext cx="1346200" cy="2012950"/>
          </a:xfrm>
          <a:custGeom>
            <a:avLst/>
            <a:gdLst>
              <a:gd name="connsiteX0" fmla="*/ 1295400 w 1346200"/>
              <a:gd name="connsiteY0" fmla="*/ 0 h 2012950"/>
              <a:gd name="connsiteX1" fmla="*/ 1346200 w 1346200"/>
              <a:gd name="connsiteY1" fmla="*/ 0 h 2012950"/>
              <a:gd name="connsiteX2" fmla="*/ 1346200 w 1346200"/>
              <a:gd name="connsiteY2" fmla="*/ 2012950 h 2012950"/>
              <a:gd name="connsiteX3" fmla="*/ 1295400 w 1346200"/>
              <a:gd name="connsiteY3" fmla="*/ 2012950 h 2012950"/>
              <a:gd name="connsiteX4" fmla="*/ 50800 w 1346200"/>
              <a:gd name="connsiteY4" fmla="*/ 2012950 h 2012950"/>
              <a:gd name="connsiteX5" fmla="*/ 0 w 1346200"/>
              <a:gd name="connsiteY5" fmla="*/ 2012950 h 2012950"/>
              <a:gd name="connsiteX6" fmla="*/ 0 w 1346200"/>
              <a:gd name="connsiteY6" fmla="*/ 0 h 2012950"/>
              <a:gd name="connsiteX7" fmla="*/ 50800 w 1346200"/>
              <a:gd name="connsiteY7" fmla="*/ 0 h 201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2012950">
                <a:moveTo>
                  <a:pt x="1295400" y="0"/>
                </a:moveTo>
                <a:cubicBezTo>
                  <a:pt x="1323456" y="0"/>
                  <a:pt x="1346200" y="0"/>
                  <a:pt x="1346200" y="0"/>
                </a:cubicBezTo>
                <a:lnTo>
                  <a:pt x="1346200" y="2012950"/>
                </a:lnTo>
                <a:cubicBezTo>
                  <a:pt x="1346200" y="2012950"/>
                  <a:pt x="1323456" y="2012950"/>
                  <a:pt x="1295400" y="2012950"/>
                </a:cubicBezTo>
                <a:lnTo>
                  <a:pt x="50800" y="2012950"/>
                </a:lnTo>
                <a:cubicBezTo>
                  <a:pt x="22744" y="2012950"/>
                  <a:pt x="0" y="2012950"/>
                  <a:pt x="0" y="20129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28" name="任意多边形: 形状 127">
            <a:extLst>
              <a:ext uri="{FF2B5EF4-FFF2-40B4-BE49-F238E27FC236}">
                <a16:creationId xmlns:a16="http://schemas.microsoft.com/office/drawing/2014/main" id="{89F2A2F1-BF65-F883-DA09-FD4E8ACD1D7F}"/>
              </a:ext>
            </a:extLst>
          </p:cNvPr>
          <p:cNvSpPr/>
          <p:nvPr/>
        </p:nvSpPr>
        <p:spPr>
          <a:xfrm>
            <a:off x="5422900" y="2139950"/>
            <a:ext cx="1346200" cy="1905000"/>
          </a:xfrm>
          <a:custGeom>
            <a:avLst/>
            <a:gdLst>
              <a:gd name="connsiteX0" fmla="*/ 1295400 w 1346200"/>
              <a:gd name="connsiteY0" fmla="*/ 0 h 1905000"/>
              <a:gd name="connsiteX1" fmla="*/ 1346200 w 1346200"/>
              <a:gd name="connsiteY1" fmla="*/ 0 h 1905000"/>
              <a:gd name="connsiteX2" fmla="*/ 1346200 w 1346200"/>
              <a:gd name="connsiteY2" fmla="*/ 1905000 h 1905000"/>
              <a:gd name="connsiteX3" fmla="*/ 1295400 w 1346200"/>
              <a:gd name="connsiteY3" fmla="*/ 1905000 h 1905000"/>
              <a:gd name="connsiteX4" fmla="*/ 50800 w 1346200"/>
              <a:gd name="connsiteY4" fmla="*/ 1905000 h 1905000"/>
              <a:gd name="connsiteX5" fmla="*/ 0 w 1346200"/>
              <a:gd name="connsiteY5" fmla="*/ 1905000 h 1905000"/>
              <a:gd name="connsiteX6" fmla="*/ 0 w 1346200"/>
              <a:gd name="connsiteY6" fmla="*/ 0 h 1905000"/>
              <a:gd name="connsiteX7" fmla="*/ 50800 w 1346200"/>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1905000">
                <a:moveTo>
                  <a:pt x="1295400" y="0"/>
                </a:moveTo>
                <a:cubicBezTo>
                  <a:pt x="1323456" y="0"/>
                  <a:pt x="1346200" y="0"/>
                  <a:pt x="1346200" y="0"/>
                </a:cubicBezTo>
                <a:lnTo>
                  <a:pt x="1346200" y="1905000"/>
                </a:lnTo>
                <a:cubicBezTo>
                  <a:pt x="1346200" y="1905000"/>
                  <a:pt x="1323456" y="1905000"/>
                  <a:pt x="1295400" y="1905000"/>
                </a:cubicBezTo>
                <a:lnTo>
                  <a:pt x="50800" y="1905000"/>
                </a:lnTo>
                <a:cubicBezTo>
                  <a:pt x="22744" y="1905000"/>
                  <a:pt x="0" y="1905000"/>
                  <a:pt x="0" y="19050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30" name="任意多边形: 形状 129">
            <a:extLst>
              <a:ext uri="{FF2B5EF4-FFF2-40B4-BE49-F238E27FC236}">
                <a16:creationId xmlns:a16="http://schemas.microsoft.com/office/drawing/2014/main" id="{8553BA19-55FE-5705-75AD-FE2D36B12C95}"/>
              </a:ext>
            </a:extLst>
          </p:cNvPr>
          <p:cNvSpPr/>
          <p:nvPr/>
        </p:nvSpPr>
        <p:spPr>
          <a:xfrm>
            <a:off x="8216900" y="2139950"/>
            <a:ext cx="1346200" cy="1905000"/>
          </a:xfrm>
          <a:custGeom>
            <a:avLst/>
            <a:gdLst>
              <a:gd name="connsiteX0" fmla="*/ 1295400 w 1346200"/>
              <a:gd name="connsiteY0" fmla="*/ 0 h 1905000"/>
              <a:gd name="connsiteX1" fmla="*/ 1346200 w 1346200"/>
              <a:gd name="connsiteY1" fmla="*/ 0 h 1905000"/>
              <a:gd name="connsiteX2" fmla="*/ 1346200 w 1346200"/>
              <a:gd name="connsiteY2" fmla="*/ 1905000 h 1905000"/>
              <a:gd name="connsiteX3" fmla="*/ 1295400 w 1346200"/>
              <a:gd name="connsiteY3" fmla="*/ 1905000 h 1905000"/>
              <a:gd name="connsiteX4" fmla="*/ 50800 w 1346200"/>
              <a:gd name="connsiteY4" fmla="*/ 1905000 h 1905000"/>
              <a:gd name="connsiteX5" fmla="*/ 0 w 1346200"/>
              <a:gd name="connsiteY5" fmla="*/ 1905000 h 1905000"/>
              <a:gd name="connsiteX6" fmla="*/ 0 w 1346200"/>
              <a:gd name="connsiteY6" fmla="*/ 0 h 1905000"/>
              <a:gd name="connsiteX7" fmla="*/ 50800 w 1346200"/>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6200" h="1905000">
                <a:moveTo>
                  <a:pt x="1295400" y="0"/>
                </a:moveTo>
                <a:cubicBezTo>
                  <a:pt x="1323456" y="0"/>
                  <a:pt x="1346200" y="0"/>
                  <a:pt x="1346200" y="0"/>
                </a:cubicBezTo>
                <a:lnTo>
                  <a:pt x="1346200" y="1905000"/>
                </a:lnTo>
                <a:cubicBezTo>
                  <a:pt x="1346200" y="1905000"/>
                  <a:pt x="1323456" y="1905000"/>
                  <a:pt x="1295400" y="1905000"/>
                </a:cubicBezTo>
                <a:lnTo>
                  <a:pt x="50800" y="1905000"/>
                </a:lnTo>
                <a:cubicBezTo>
                  <a:pt x="22744" y="1905000"/>
                  <a:pt x="0" y="1905000"/>
                  <a:pt x="0" y="190500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37" name="矩形: 圆角 136">
            <a:extLst>
              <a:ext uri="{FF2B5EF4-FFF2-40B4-BE49-F238E27FC236}">
                <a16:creationId xmlns:a16="http://schemas.microsoft.com/office/drawing/2014/main" id="{C641705A-3DF4-8232-F8EA-CCC1F08028F6}"/>
              </a:ext>
            </a:extLst>
          </p:cNvPr>
          <p:cNvSpPr/>
          <p:nvPr/>
        </p:nvSpPr>
        <p:spPr>
          <a:xfrm>
            <a:off x="2755900" y="25654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1" name="矩形: 圆角 140">
            <a:extLst>
              <a:ext uri="{FF2B5EF4-FFF2-40B4-BE49-F238E27FC236}">
                <a16:creationId xmlns:a16="http://schemas.microsoft.com/office/drawing/2014/main" id="{02FE4A20-CB98-34DC-E208-7D04EC64E747}"/>
              </a:ext>
            </a:extLst>
          </p:cNvPr>
          <p:cNvSpPr/>
          <p:nvPr/>
        </p:nvSpPr>
        <p:spPr>
          <a:xfrm>
            <a:off x="5549900" y="25654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5" name="矩形: 圆角 144">
            <a:extLst>
              <a:ext uri="{FF2B5EF4-FFF2-40B4-BE49-F238E27FC236}">
                <a16:creationId xmlns:a16="http://schemas.microsoft.com/office/drawing/2014/main" id="{97AC766B-2FF4-2748-A823-711BA2B23C11}"/>
              </a:ext>
            </a:extLst>
          </p:cNvPr>
          <p:cNvSpPr/>
          <p:nvPr/>
        </p:nvSpPr>
        <p:spPr>
          <a:xfrm>
            <a:off x="8343900" y="25654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9" name="矩形: 圆角 148">
            <a:extLst>
              <a:ext uri="{FF2B5EF4-FFF2-40B4-BE49-F238E27FC236}">
                <a16:creationId xmlns:a16="http://schemas.microsoft.com/office/drawing/2014/main" id="{8C009D78-E4F0-7157-2F3C-B3713A96A0FB}"/>
              </a:ext>
            </a:extLst>
          </p:cNvPr>
          <p:cNvSpPr/>
          <p:nvPr/>
        </p:nvSpPr>
        <p:spPr>
          <a:xfrm>
            <a:off x="2755900" y="28702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3" name="矩形: 圆角 152">
            <a:extLst>
              <a:ext uri="{FF2B5EF4-FFF2-40B4-BE49-F238E27FC236}">
                <a16:creationId xmlns:a16="http://schemas.microsoft.com/office/drawing/2014/main" id="{FD0093F4-353F-74BF-91BC-E5BD5937ADB4}"/>
              </a:ext>
            </a:extLst>
          </p:cNvPr>
          <p:cNvSpPr/>
          <p:nvPr/>
        </p:nvSpPr>
        <p:spPr>
          <a:xfrm>
            <a:off x="5549900" y="28702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7" name="矩形: 圆角 156">
            <a:extLst>
              <a:ext uri="{FF2B5EF4-FFF2-40B4-BE49-F238E27FC236}">
                <a16:creationId xmlns:a16="http://schemas.microsoft.com/office/drawing/2014/main" id="{08151E9A-06AC-4CB2-8ED2-0002EF48B099}"/>
              </a:ext>
            </a:extLst>
          </p:cNvPr>
          <p:cNvSpPr/>
          <p:nvPr/>
        </p:nvSpPr>
        <p:spPr>
          <a:xfrm>
            <a:off x="8343900" y="28702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2" name="矩形: 圆角 161">
            <a:extLst>
              <a:ext uri="{FF2B5EF4-FFF2-40B4-BE49-F238E27FC236}">
                <a16:creationId xmlns:a16="http://schemas.microsoft.com/office/drawing/2014/main" id="{625719A4-2C3D-AB86-9031-9C75EC23EC1A}"/>
              </a:ext>
            </a:extLst>
          </p:cNvPr>
          <p:cNvSpPr/>
          <p:nvPr/>
        </p:nvSpPr>
        <p:spPr>
          <a:xfrm>
            <a:off x="2755900" y="31750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6" name="矩形: 圆角 165">
            <a:extLst>
              <a:ext uri="{FF2B5EF4-FFF2-40B4-BE49-F238E27FC236}">
                <a16:creationId xmlns:a16="http://schemas.microsoft.com/office/drawing/2014/main" id="{87945ED3-9184-9B49-66D4-51B0F280F71A}"/>
              </a:ext>
            </a:extLst>
          </p:cNvPr>
          <p:cNvSpPr/>
          <p:nvPr/>
        </p:nvSpPr>
        <p:spPr>
          <a:xfrm>
            <a:off x="5549900" y="31750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1" name="矩形: 圆角 170">
            <a:extLst>
              <a:ext uri="{FF2B5EF4-FFF2-40B4-BE49-F238E27FC236}">
                <a16:creationId xmlns:a16="http://schemas.microsoft.com/office/drawing/2014/main" id="{0A68F711-E3BA-6F46-19BF-FFE8FB70B7B8}"/>
              </a:ext>
            </a:extLst>
          </p:cNvPr>
          <p:cNvSpPr/>
          <p:nvPr/>
        </p:nvSpPr>
        <p:spPr>
          <a:xfrm>
            <a:off x="8343900" y="31750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5" name="矩形: 圆角 174">
            <a:extLst>
              <a:ext uri="{FF2B5EF4-FFF2-40B4-BE49-F238E27FC236}">
                <a16:creationId xmlns:a16="http://schemas.microsoft.com/office/drawing/2014/main" id="{8C5857D5-F95A-DC74-4967-4E89BC6F9854}"/>
              </a:ext>
            </a:extLst>
          </p:cNvPr>
          <p:cNvSpPr/>
          <p:nvPr/>
        </p:nvSpPr>
        <p:spPr>
          <a:xfrm>
            <a:off x="2755900" y="34798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0" name="矩形: 圆角 179">
            <a:extLst>
              <a:ext uri="{FF2B5EF4-FFF2-40B4-BE49-F238E27FC236}">
                <a16:creationId xmlns:a16="http://schemas.microsoft.com/office/drawing/2014/main" id="{B53A77CD-8296-5650-F777-A934BCCF36FB}"/>
              </a:ext>
            </a:extLst>
          </p:cNvPr>
          <p:cNvSpPr/>
          <p:nvPr/>
        </p:nvSpPr>
        <p:spPr>
          <a:xfrm>
            <a:off x="2755900" y="37846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4" name="矩形: 圆角 183">
            <a:extLst>
              <a:ext uri="{FF2B5EF4-FFF2-40B4-BE49-F238E27FC236}">
                <a16:creationId xmlns:a16="http://schemas.microsoft.com/office/drawing/2014/main" id="{5366599B-B755-3A8B-AEDE-C251043BAC70}"/>
              </a:ext>
            </a:extLst>
          </p:cNvPr>
          <p:cNvSpPr/>
          <p:nvPr/>
        </p:nvSpPr>
        <p:spPr>
          <a:xfrm>
            <a:off x="5549900" y="34798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9" name="矩形: 圆角 188">
            <a:extLst>
              <a:ext uri="{FF2B5EF4-FFF2-40B4-BE49-F238E27FC236}">
                <a16:creationId xmlns:a16="http://schemas.microsoft.com/office/drawing/2014/main" id="{B5DC3F0D-632A-AC25-DDCF-C5299E556C5E}"/>
              </a:ext>
            </a:extLst>
          </p:cNvPr>
          <p:cNvSpPr/>
          <p:nvPr/>
        </p:nvSpPr>
        <p:spPr>
          <a:xfrm>
            <a:off x="5549900" y="37846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3" name="矩形: 圆角 192">
            <a:extLst>
              <a:ext uri="{FF2B5EF4-FFF2-40B4-BE49-F238E27FC236}">
                <a16:creationId xmlns:a16="http://schemas.microsoft.com/office/drawing/2014/main" id="{EEB15AE3-AB0F-AFAA-09D6-F7C368EFC095}"/>
              </a:ext>
            </a:extLst>
          </p:cNvPr>
          <p:cNvSpPr/>
          <p:nvPr/>
        </p:nvSpPr>
        <p:spPr>
          <a:xfrm>
            <a:off x="8343900" y="34798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97" name="矩形: 圆角 196">
            <a:extLst>
              <a:ext uri="{FF2B5EF4-FFF2-40B4-BE49-F238E27FC236}">
                <a16:creationId xmlns:a16="http://schemas.microsoft.com/office/drawing/2014/main" id="{A4836123-C935-6EAE-BD12-EEABA8B9235A}"/>
              </a:ext>
            </a:extLst>
          </p:cNvPr>
          <p:cNvSpPr/>
          <p:nvPr/>
        </p:nvSpPr>
        <p:spPr>
          <a:xfrm>
            <a:off x="8343900" y="3784600"/>
            <a:ext cx="1098550" cy="1968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0" name="任意多边形: 形状 199">
            <a:extLst>
              <a:ext uri="{FF2B5EF4-FFF2-40B4-BE49-F238E27FC236}">
                <a16:creationId xmlns:a16="http://schemas.microsoft.com/office/drawing/2014/main" id="{19285FFA-D1DF-9427-B446-4DFB158F0404}"/>
              </a:ext>
            </a:extLst>
          </p:cNvPr>
          <p:cNvSpPr/>
          <p:nvPr/>
        </p:nvSpPr>
        <p:spPr>
          <a:xfrm>
            <a:off x="410210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1" name="任意多边形: 形状 200">
            <a:extLst>
              <a:ext uri="{FF2B5EF4-FFF2-40B4-BE49-F238E27FC236}">
                <a16:creationId xmlns:a16="http://schemas.microsoft.com/office/drawing/2014/main" id="{91E2860C-B0AF-CCC1-426F-D4D4E1EDDABF}"/>
              </a:ext>
            </a:extLst>
          </p:cNvPr>
          <p:cNvSpPr/>
          <p:nvPr/>
        </p:nvSpPr>
        <p:spPr>
          <a:xfrm>
            <a:off x="689610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02" name="矩形: 圆角 201">
            <a:extLst>
              <a:ext uri="{FF2B5EF4-FFF2-40B4-BE49-F238E27FC236}">
                <a16:creationId xmlns:a16="http://schemas.microsoft.com/office/drawing/2014/main" id="{3C5CEF80-03F1-7885-143A-A6F60DFB0D84}"/>
              </a:ext>
            </a:extLst>
          </p:cNvPr>
          <p:cNvSpPr/>
          <p:nvPr/>
        </p:nvSpPr>
        <p:spPr>
          <a:xfrm>
            <a:off x="4476750" y="2139950"/>
            <a:ext cx="444500" cy="1905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6" name="矩形: 圆角 205">
            <a:extLst>
              <a:ext uri="{FF2B5EF4-FFF2-40B4-BE49-F238E27FC236}">
                <a16:creationId xmlns:a16="http://schemas.microsoft.com/office/drawing/2014/main" id="{4DCE5AEF-E3C8-0CBB-5D36-80E392C0EF12}"/>
              </a:ext>
            </a:extLst>
          </p:cNvPr>
          <p:cNvSpPr/>
          <p:nvPr/>
        </p:nvSpPr>
        <p:spPr>
          <a:xfrm>
            <a:off x="7270750" y="2139950"/>
            <a:ext cx="444500" cy="1905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0" name="任意多边形: 形状 209">
            <a:extLst>
              <a:ext uri="{FF2B5EF4-FFF2-40B4-BE49-F238E27FC236}">
                <a16:creationId xmlns:a16="http://schemas.microsoft.com/office/drawing/2014/main" id="{225059EC-ABE6-EB4B-DF73-2CF72C8A8C9F}"/>
              </a:ext>
            </a:extLst>
          </p:cNvPr>
          <p:cNvSpPr/>
          <p:nvPr/>
        </p:nvSpPr>
        <p:spPr>
          <a:xfrm>
            <a:off x="504825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2" name="任意多边形: 形状 211">
            <a:extLst>
              <a:ext uri="{FF2B5EF4-FFF2-40B4-BE49-F238E27FC236}">
                <a16:creationId xmlns:a16="http://schemas.microsoft.com/office/drawing/2014/main" id="{3C7286DC-50E2-0D51-EB0E-8FEAE1B21075}"/>
              </a:ext>
            </a:extLst>
          </p:cNvPr>
          <p:cNvSpPr/>
          <p:nvPr/>
        </p:nvSpPr>
        <p:spPr>
          <a:xfrm>
            <a:off x="7842250" y="3004470"/>
            <a:ext cx="247650" cy="175971"/>
          </a:xfrm>
          <a:custGeom>
            <a:avLst/>
            <a:gdLst>
              <a:gd name="connsiteX0" fmla="*/ 114300 w 247650"/>
              <a:gd name="connsiteY0" fmla="*/ 175971 h 175971"/>
              <a:gd name="connsiteX1" fmla="*/ 247650 w 247650"/>
              <a:gd name="connsiteY1" fmla="*/ 87986 h 175971"/>
              <a:gd name="connsiteX2" fmla="*/ 114300 w 247650"/>
              <a:gd name="connsiteY2" fmla="*/ 0 h 175971"/>
              <a:gd name="connsiteX3" fmla="*/ 114300 w 247650"/>
              <a:gd name="connsiteY3" fmla="*/ 43536 h 175971"/>
              <a:gd name="connsiteX4" fmla="*/ 0 w 247650"/>
              <a:gd name="connsiteY4" fmla="*/ 43536 h 175971"/>
              <a:gd name="connsiteX5" fmla="*/ 0 w 247650"/>
              <a:gd name="connsiteY5" fmla="*/ 132436 h 175971"/>
              <a:gd name="connsiteX6" fmla="*/ 114300 w 247650"/>
              <a:gd name="connsiteY6" fmla="*/ 132436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6"/>
                </a:lnTo>
                <a:lnTo>
                  <a:pt x="114300" y="0"/>
                </a:lnTo>
                <a:lnTo>
                  <a:pt x="114300" y="43536"/>
                </a:lnTo>
                <a:lnTo>
                  <a:pt x="0" y="43536"/>
                </a:lnTo>
                <a:lnTo>
                  <a:pt x="0" y="132436"/>
                </a:lnTo>
                <a:lnTo>
                  <a:pt x="114300" y="132436"/>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14" name="矩形: 圆角 213">
            <a:extLst>
              <a:ext uri="{FF2B5EF4-FFF2-40B4-BE49-F238E27FC236}">
                <a16:creationId xmlns:a16="http://schemas.microsoft.com/office/drawing/2014/main" id="{2CD890DC-B8F7-367F-0552-52B1B12D2359}"/>
              </a:ext>
            </a:extLst>
          </p:cNvPr>
          <p:cNvSpPr/>
          <p:nvPr/>
        </p:nvSpPr>
        <p:spPr>
          <a:xfrm>
            <a:off x="90805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19" name="矩形: 圆角 218">
            <a:extLst>
              <a:ext uri="{FF2B5EF4-FFF2-40B4-BE49-F238E27FC236}">
                <a16:creationId xmlns:a16="http://schemas.microsoft.com/office/drawing/2014/main" id="{410D86E2-B9A5-3962-9DAE-1B6487521B21}"/>
              </a:ext>
            </a:extLst>
          </p:cNvPr>
          <p:cNvSpPr/>
          <p:nvPr/>
        </p:nvSpPr>
        <p:spPr>
          <a:xfrm>
            <a:off x="24003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7" name="矩形: 圆角 226">
            <a:extLst>
              <a:ext uri="{FF2B5EF4-FFF2-40B4-BE49-F238E27FC236}">
                <a16:creationId xmlns:a16="http://schemas.microsoft.com/office/drawing/2014/main" id="{CD7DCC78-0FB9-1213-99B7-6E04F0A23429}"/>
              </a:ext>
            </a:extLst>
          </p:cNvPr>
          <p:cNvSpPr/>
          <p:nvPr/>
        </p:nvSpPr>
        <p:spPr>
          <a:xfrm>
            <a:off x="38989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35" name="矩形: 圆角 234">
            <a:extLst>
              <a:ext uri="{FF2B5EF4-FFF2-40B4-BE49-F238E27FC236}">
                <a16:creationId xmlns:a16="http://schemas.microsoft.com/office/drawing/2014/main" id="{65B1BD33-451F-DC82-5091-7BD3CBA9AFAB}"/>
              </a:ext>
            </a:extLst>
          </p:cNvPr>
          <p:cNvSpPr/>
          <p:nvPr/>
        </p:nvSpPr>
        <p:spPr>
          <a:xfrm>
            <a:off x="539115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1" name="矩形: 圆角 240">
            <a:extLst>
              <a:ext uri="{FF2B5EF4-FFF2-40B4-BE49-F238E27FC236}">
                <a16:creationId xmlns:a16="http://schemas.microsoft.com/office/drawing/2014/main" id="{E9C14E78-36CC-FFEA-AF98-50721434AFDE}"/>
              </a:ext>
            </a:extLst>
          </p:cNvPr>
          <p:cNvSpPr/>
          <p:nvPr/>
        </p:nvSpPr>
        <p:spPr>
          <a:xfrm>
            <a:off x="68834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47" name="矩形: 圆角 246">
            <a:extLst>
              <a:ext uri="{FF2B5EF4-FFF2-40B4-BE49-F238E27FC236}">
                <a16:creationId xmlns:a16="http://schemas.microsoft.com/office/drawing/2014/main" id="{30027561-8BD1-60F7-3C38-C23476DA80AD}"/>
              </a:ext>
            </a:extLst>
          </p:cNvPr>
          <p:cNvSpPr/>
          <p:nvPr/>
        </p:nvSpPr>
        <p:spPr>
          <a:xfrm>
            <a:off x="838200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0" name="矩形: 圆角 249">
            <a:extLst>
              <a:ext uri="{FF2B5EF4-FFF2-40B4-BE49-F238E27FC236}">
                <a16:creationId xmlns:a16="http://schemas.microsoft.com/office/drawing/2014/main" id="{7CA6B694-8F89-6D95-1F0F-BF45367BA30E}"/>
              </a:ext>
            </a:extLst>
          </p:cNvPr>
          <p:cNvSpPr/>
          <p:nvPr/>
        </p:nvSpPr>
        <p:spPr>
          <a:xfrm>
            <a:off x="9874250" y="5022850"/>
            <a:ext cx="14097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3" name="矩形: 圆角 262">
            <a:extLst>
              <a:ext uri="{FF2B5EF4-FFF2-40B4-BE49-F238E27FC236}">
                <a16:creationId xmlns:a16="http://schemas.microsoft.com/office/drawing/2014/main" id="{2D953B1A-B410-0485-8F3C-1E954097ADA7}"/>
              </a:ext>
            </a:extLst>
          </p:cNvPr>
          <p:cNvSpPr/>
          <p:nvPr/>
        </p:nvSpPr>
        <p:spPr>
          <a:xfrm>
            <a:off x="908050" y="4337050"/>
            <a:ext cx="10375900" cy="4953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sx="80000" sy="8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73" name="文本框 272">
            <a:extLst>
              <a:ext uri="{FF2B5EF4-FFF2-40B4-BE49-F238E27FC236}">
                <a16:creationId xmlns:a16="http://schemas.microsoft.com/office/drawing/2014/main" id="{5F3993D6-64E1-BCE8-5FB4-9454063C2AFE}"/>
              </a:ext>
            </a:extLst>
          </p:cNvPr>
          <p:cNvSpPr txBox="1"/>
          <p:nvPr/>
        </p:nvSpPr>
        <p:spPr>
          <a:xfrm>
            <a:off x="543433" y="805688"/>
            <a:ext cx="1467068" cy="477054"/>
          </a:xfrm>
          <a:prstGeom prst="rect">
            <a:avLst/>
          </a:prstGeom>
          <a:noFill/>
        </p:spPr>
        <p:txBody>
          <a:bodyPr wrap="none" rtlCol="0">
            <a:spAutoFit/>
          </a:bodyPr>
          <a:lstStyle/>
          <a:p>
            <a:r>
              <a:rPr lang="zh-CN" altLang="en-US" sz="2500"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a:extLst>
              <a:ext uri="{FF2B5EF4-FFF2-40B4-BE49-F238E27FC236}">
                <a16:creationId xmlns:a16="http://schemas.microsoft.com/office/drawing/2014/main" id="{E40ACFEA-CC5D-4964-02EE-0C26E01DCE77}"/>
              </a:ext>
            </a:extLst>
          </p:cNvPr>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284" name="文本框 283">
            <a:extLst>
              <a:ext uri="{FF2B5EF4-FFF2-40B4-BE49-F238E27FC236}">
                <a16:creationId xmlns:a16="http://schemas.microsoft.com/office/drawing/2014/main" id="{9BDB5243-8AA1-DE07-163B-676AE6E01AA7}"/>
              </a:ext>
            </a:extLst>
          </p:cNvPr>
          <p:cNvSpPr txBox="1"/>
          <p:nvPr/>
        </p:nvSpPr>
        <p:spPr>
          <a:xfrm>
            <a:off x="1339801" y="1611298"/>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个体成长</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5" name="文本框 284">
            <a:extLst>
              <a:ext uri="{FF2B5EF4-FFF2-40B4-BE49-F238E27FC236}">
                <a16:creationId xmlns:a16="http://schemas.microsoft.com/office/drawing/2014/main" id="{54432F34-B65F-CC60-0EB5-C09512104526}"/>
              </a:ext>
            </a:extLst>
          </p:cNvPr>
          <p:cNvSpPr txBox="1"/>
          <p:nvPr/>
        </p:nvSpPr>
        <p:spPr>
          <a:xfrm>
            <a:off x="4929015" y="1611298"/>
            <a:ext cx="2333972"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去中心化组织目标协同管理系统</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7" name="文本框 286">
            <a:extLst>
              <a:ext uri="{FF2B5EF4-FFF2-40B4-BE49-F238E27FC236}">
                <a16:creationId xmlns:a16="http://schemas.microsoft.com/office/drawing/2014/main" id="{1ED59D5C-4BDD-C449-2780-7A589BB695EB}"/>
              </a:ext>
            </a:extLst>
          </p:cNvPr>
          <p:cNvSpPr txBox="1"/>
          <p:nvPr/>
        </p:nvSpPr>
        <p:spPr>
          <a:xfrm>
            <a:off x="10185351" y="1611298"/>
            <a:ext cx="666849"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企业成长</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8" name="文本框 287">
            <a:extLst>
              <a:ext uri="{FF2B5EF4-FFF2-40B4-BE49-F238E27FC236}">
                <a16:creationId xmlns:a16="http://schemas.microsoft.com/office/drawing/2014/main" id="{2993C80C-28B3-2C8A-6898-98511E41DCC8}"/>
              </a:ext>
            </a:extLst>
          </p:cNvPr>
          <p:cNvSpPr txBox="1"/>
          <p:nvPr/>
        </p:nvSpPr>
        <p:spPr>
          <a:xfrm>
            <a:off x="4929015" y="5745148"/>
            <a:ext cx="2333972"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去中心化组织目标协同管理系统</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89" name="文本框 288">
            <a:extLst>
              <a:ext uri="{FF2B5EF4-FFF2-40B4-BE49-F238E27FC236}">
                <a16:creationId xmlns:a16="http://schemas.microsoft.com/office/drawing/2014/main" id="{7681F6B5-2160-4FDD-4366-57CDDE4E930B}"/>
              </a:ext>
            </a:extLst>
          </p:cNvPr>
          <p:cNvSpPr txBox="1"/>
          <p:nvPr/>
        </p:nvSpPr>
        <p:spPr>
          <a:xfrm>
            <a:off x="4787950" y="4480922"/>
            <a:ext cx="2616101" cy="211981"/>
          </a:xfrm>
          <a:prstGeom prst="rect">
            <a:avLst/>
          </a:prstGeom>
          <a:noFill/>
        </p:spPr>
        <p:txBody>
          <a:bodyPr wrap="none" lIns="0" tIns="0" rIns="0" bIns="0" rtlCol="0">
            <a:spAutoFit/>
          </a:bodyPr>
          <a:lstStyle>
            <a:defPPr>
              <a:defRPr lang="zh-CN"/>
            </a:defPPr>
            <a:lvl1pPr algn="ctr">
              <a:lnSpc>
                <a:spcPct val="110000"/>
              </a:lnSpc>
              <a:defRPr sz="900">
                <a:solidFill>
                  <a:srgbClr val="055DF6"/>
                </a:solidFill>
                <a:effectLst/>
                <a:latin typeface="MiSans Semibold" panose="00000700000000000000" pitchFamily="2" charset="-122"/>
                <a:ea typeface="MiSans Semibold" panose="00000700000000000000" pitchFamily="2" charset="-122"/>
              </a:defRPr>
            </a:lvl1pPr>
          </a:lstStyle>
          <a:p>
            <a:r>
              <a:rPr lang="zh-CN" altLang="en-US" sz="1300" dirty="0">
                <a:solidFill>
                  <a:schemeClr val="accent1">
                    <a:lumMod val="100000"/>
                  </a:schemeClr>
                </a:solidFill>
                <a:latin typeface="阿里巴巴普惠体" panose="00020600040101010101" pitchFamily="18" charset="-122"/>
                <a:ea typeface="阿里巴巴普惠体" panose="00020600040101010101" pitchFamily="18" charset="-122"/>
              </a:rPr>
              <a:t>大数据基础设施（计算和储存平台）</a:t>
            </a:r>
          </a:p>
        </p:txBody>
      </p:sp>
      <p:sp>
        <p:nvSpPr>
          <p:cNvPr id="290" name="文本框 289">
            <a:extLst>
              <a:ext uri="{FF2B5EF4-FFF2-40B4-BE49-F238E27FC236}">
                <a16:creationId xmlns:a16="http://schemas.microsoft.com/office/drawing/2014/main" id="{C47D58AD-412E-3B43-FFF4-93FD80835951}"/>
              </a:ext>
            </a:extLst>
          </p:cNvPr>
          <p:cNvSpPr txBox="1"/>
          <p:nvPr/>
        </p:nvSpPr>
        <p:spPr>
          <a:xfrm>
            <a:off x="1413569" y="22281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共振对话</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1" name="文本框 290">
            <a:extLst>
              <a:ext uri="{FF2B5EF4-FFF2-40B4-BE49-F238E27FC236}">
                <a16:creationId xmlns:a16="http://schemas.microsoft.com/office/drawing/2014/main" id="{B596E5A5-BC2D-2F78-ED87-97481AD03039}"/>
              </a:ext>
            </a:extLst>
          </p:cNvPr>
          <p:cNvSpPr txBox="1"/>
          <p:nvPr/>
        </p:nvSpPr>
        <p:spPr>
          <a:xfrm>
            <a:off x="1413569" y="27234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协同挑战</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2" name="文本框 291">
            <a:extLst>
              <a:ext uri="{FF2B5EF4-FFF2-40B4-BE49-F238E27FC236}">
                <a16:creationId xmlns:a16="http://schemas.microsoft.com/office/drawing/2014/main" id="{5058511C-CDD7-6CF0-91E4-F88105FD68DA}"/>
              </a:ext>
            </a:extLst>
          </p:cNvPr>
          <p:cNvSpPr txBox="1"/>
          <p:nvPr/>
        </p:nvSpPr>
        <p:spPr>
          <a:xfrm>
            <a:off x="1413569" y="32187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团队赋能</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3" name="文本框 292">
            <a:extLst>
              <a:ext uri="{FF2B5EF4-FFF2-40B4-BE49-F238E27FC236}">
                <a16:creationId xmlns:a16="http://schemas.microsoft.com/office/drawing/2014/main" id="{3CCE89B5-7438-226A-9433-89376C74D1F6}"/>
              </a:ext>
            </a:extLst>
          </p:cNvPr>
          <p:cNvSpPr txBox="1"/>
          <p:nvPr/>
        </p:nvSpPr>
        <p:spPr>
          <a:xfrm>
            <a:off x="1413569" y="37140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肯定认可</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4" name="文本框 293">
            <a:extLst>
              <a:ext uri="{FF2B5EF4-FFF2-40B4-BE49-F238E27FC236}">
                <a16:creationId xmlns:a16="http://schemas.microsoft.com/office/drawing/2014/main" id="{3360DCC9-BE5F-F761-13A3-80063246B62D}"/>
              </a:ext>
            </a:extLst>
          </p:cNvPr>
          <p:cNvSpPr txBox="1"/>
          <p:nvPr/>
        </p:nvSpPr>
        <p:spPr>
          <a:xfrm>
            <a:off x="10323239" y="2228106"/>
            <a:ext cx="38472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去中心</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5" name="文本框 294">
            <a:extLst>
              <a:ext uri="{FF2B5EF4-FFF2-40B4-BE49-F238E27FC236}">
                <a16:creationId xmlns:a16="http://schemas.microsoft.com/office/drawing/2014/main" id="{39531FAB-4133-4CC6-364F-2FBF74283793}"/>
              </a:ext>
            </a:extLst>
          </p:cNvPr>
          <p:cNvSpPr txBox="1"/>
          <p:nvPr/>
        </p:nvSpPr>
        <p:spPr>
          <a:xfrm>
            <a:off x="10259119" y="27234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目标协同</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6" name="文本框 295">
            <a:extLst>
              <a:ext uri="{FF2B5EF4-FFF2-40B4-BE49-F238E27FC236}">
                <a16:creationId xmlns:a16="http://schemas.microsoft.com/office/drawing/2014/main" id="{44408BD6-26E1-0BB7-D911-5E740B627697}"/>
              </a:ext>
            </a:extLst>
          </p:cNvPr>
          <p:cNvSpPr txBox="1"/>
          <p:nvPr/>
        </p:nvSpPr>
        <p:spPr>
          <a:xfrm>
            <a:off x="10259119" y="32187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信息同频</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7" name="文本框 296">
            <a:extLst>
              <a:ext uri="{FF2B5EF4-FFF2-40B4-BE49-F238E27FC236}">
                <a16:creationId xmlns:a16="http://schemas.microsoft.com/office/drawing/2014/main" id="{B2330F80-5247-1B27-A990-211E1851A702}"/>
              </a:ext>
            </a:extLst>
          </p:cNvPr>
          <p:cNvSpPr txBox="1"/>
          <p:nvPr/>
        </p:nvSpPr>
        <p:spPr>
          <a:xfrm>
            <a:off x="10259119" y="3714006"/>
            <a:ext cx="5129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成果展现</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8" name="文本框 297">
            <a:extLst>
              <a:ext uri="{FF2B5EF4-FFF2-40B4-BE49-F238E27FC236}">
                <a16:creationId xmlns:a16="http://schemas.microsoft.com/office/drawing/2014/main" id="{583190E3-8A24-CC41-F348-5BE08F3E8A6F}"/>
              </a:ext>
            </a:extLst>
          </p:cNvPr>
          <p:cNvSpPr txBox="1"/>
          <p:nvPr/>
        </p:nvSpPr>
        <p:spPr>
          <a:xfrm>
            <a:off x="1382068"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目标驱动</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99" name="文本框 298">
            <a:extLst>
              <a:ext uri="{FF2B5EF4-FFF2-40B4-BE49-F238E27FC236}">
                <a16:creationId xmlns:a16="http://schemas.microsoft.com/office/drawing/2014/main" id="{D0C9BD61-83C8-1C3F-87C1-F3B8A0E003FA}"/>
              </a:ext>
            </a:extLst>
          </p:cNvPr>
          <p:cNvSpPr txBox="1"/>
          <p:nvPr/>
        </p:nvSpPr>
        <p:spPr>
          <a:xfrm>
            <a:off x="2874317"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快速反馈</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0" name="文本框 299">
            <a:extLst>
              <a:ext uri="{FF2B5EF4-FFF2-40B4-BE49-F238E27FC236}">
                <a16:creationId xmlns:a16="http://schemas.microsoft.com/office/drawing/2014/main" id="{A35F6395-3AEB-8A3F-9763-F00008A8A9B4}"/>
              </a:ext>
            </a:extLst>
          </p:cNvPr>
          <p:cNvSpPr txBox="1"/>
          <p:nvPr/>
        </p:nvSpPr>
        <p:spPr>
          <a:xfrm>
            <a:off x="4366566"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信息同频</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1" name="文本框 300">
            <a:extLst>
              <a:ext uri="{FF2B5EF4-FFF2-40B4-BE49-F238E27FC236}">
                <a16:creationId xmlns:a16="http://schemas.microsoft.com/office/drawing/2014/main" id="{13C03415-A989-8EA2-5CE9-D102980EA4B2}"/>
              </a:ext>
            </a:extLst>
          </p:cNvPr>
          <p:cNvSpPr txBox="1"/>
          <p:nvPr/>
        </p:nvSpPr>
        <p:spPr>
          <a:xfrm>
            <a:off x="5858815"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进度协同</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2" name="文本框 301">
            <a:extLst>
              <a:ext uri="{FF2B5EF4-FFF2-40B4-BE49-F238E27FC236}">
                <a16:creationId xmlns:a16="http://schemas.microsoft.com/office/drawing/2014/main" id="{28504A62-DD16-464C-48A9-6263AB5AAF06}"/>
              </a:ext>
            </a:extLst>
          </p:cNvPr>
          <p:cNvSpPr txBox="1"/>
          <p:nvPr/>
        </p:nvSpPr>
        <p:spPr>
          <a:xfrm>
            <a:off x="7351064"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激发潜能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3" name="文本框 302">
            <a:extLst>
              <a:ext uri="{FF2B5EF4-FFF2-40B4-BE49-F238E27FC236}">
                <a16:creationId xmlns:a16="http://schemas.microsoft.com/office/drawing/2014/main" id="{4F3E1207-9918-0D29-40F2-3065E81801BD}"/>
              </a:ext>
            </a:extLst>
          </p:cNvPr>
          <p:cNvSpPr txBox="1"/>
          <p:nvPr/>
        </p:nvSpPr>
        <p:spPr>
          <a:xfrm>
            <a:off x="8843313"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集体赋能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4" name="文本框 303">
            <a:extLst>
              <a:ext uri="{FF2B5EF4-FFF2-40B4-BE49-F238E27FC236}">
                <a16:creationId xmlns:a16="http://schemas.microsoft.com/office/drawing/2014/main" id="{6E253424-9DFD-611F-A517-31A839560E98}"/>
              </a:ext>
            </a:extLst>
          </p:cNvPr>
          <p:cNvSpPr txBox="1"/>
          <p:nvPr/>
        </p:nvSpPr>
        <p:spPr>
          <a:xfrm>
            <a:off x="10335562" y="515045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动态优化</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5" name="文本框 304">
            <a:extLst>
              <a:ext uri="{FF2B5EF4-FFF2-40B4-BE49-F238E27FC236}">
                <a16:creationId xmlns:a16="http://schemas.microsoft.com/office/drawing/2014/main" id="{CF5F819F-F017-3C45-D26C-CD273D5EACB7}"/>
              </a:ext>
            </a:extLst>
          </p:cNvPr>
          <p:cNvSpPr txBox="1"/>
          <p:nvPr/>
        </p:nvSpPr>
        <p:spPr>
          <a:xfrm>
            <a:off x="2917279" y="2275731"/>
            <a:ext cx="76944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组织超级个体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6" name="文本框 305">
            <a:extLst>
              <a:ext uri="{FF2B5EF4-FFF2-40B4-BE49-F238E27FC236}">
                <a16:creationId xmlns:a16="http://schemas.microsoft.com/office/drawing/2014/main" id="{7C7E295A-C63B-E053-AE5F-FC809B54D8A5}"/>
              </a:ext>
            </a:extLst>
          </p:cNvPr>
          <p:cNvSpPr txBox="1"/>
          <p:nvPr/>
        </p:nvSpPr>
        <p:spPr>
          <a:xfrm>
            <a:off x="8505279" y="2275731"/>
            <a:ext cx="76944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组织超级个体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7" name="文本框 306">
            <a:extLst>
              <a:ext uri="{FF2B5EF4-FFF2-40B4-BE49-F238E27FC236}">
                <a16:creationId xmlns:a16="http://schemas.microsoft.com/office/drawing/2014/main" id="{71C95A64-F200-E68B-B1E3-29CF307ABD8E}"/>
              </a:ext>
            </a:extLst>
          </p:cNvPr>
          <p:cNvSpPr txBox="1"/>
          <p:nvPr/>
        </p:nvSpPr>
        <p:spPr>
          <a:xfrm>
            <a:off x="5711279" y="2275731"/>
            <a:ext cx="76944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组织超级个体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08" name="文本框 307">
            <a:extLst>
              <a:ext uri="{FF2B5EF4-FFF2-40B4-BE49-F238E27FC236}">
                <a16:creationId xmlns:a16="http://schemas.microsoft.com/office/drawing/2014/main" id="{656CD400-F125-FF4D-2C6B-0353BBC714C7}"/>
              </a:ext>
            </a:extLst>
          </p:cNvPr>
          <p:cNvSpPr txBox="1"/>
          <p:nvPr/>
        </p:nvSpPr>
        <p:spPr>
          <a:xfrm>
            <a:off x="3125639" y="26079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目标对齐</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09" name="文本框 308">
            <a:extLst>
              <a:ext uri="{FF2B5EF4-FFF2-40B4-BE49-F238E27FC236}">
                <a16:creationId xmlns:a16="http://schemas.microsoft.com/office/drawing/2014/main" id="{7732D4C0-6E8A-0243-DE65-57510300E5AF}"/>
              </a:ext>
            </a:extLst>
          </p:cNvPr>
          <p:cNvSpPr txBox="1"/>
          <p:nvPr/>
        </p:nvSpPr>
        <p:spPr>
          <a:xfrm>
            <a:off x="3125639" y="29127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同步协同</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0" name="文本框 309">
            <a:extLst>
              <a:ext uri="{FF2B5EF4-FFF2-40B4-BE49-F238E27FC236}">
                <a16:creationId xmlns:a16="http://schemas.microsoft.com/office/drawing/2014/main" id="{AF30DC91-8D83-F2AB-725B-074EA980EA67}"/>
              </a:ext>
            </a:extLst>
          </p:cNvPr>
          <p:cNvSpPr txBox="1"/>
          <p:nvPr/>
        </p:nvSpPr>
        <p:spPr>
          <a:xfrm>
            <a:off x="3125639" y="32175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动态沟通</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1" name="文本框 310">
            <a:extLst>
              <a:ext uri="{FF2B5EF4-FFF2-40B4-BE49-F238E27FC236}">
                <a16:creationId xmlns:a16="http://schemas.microsoft.com/office/drawing/2014/main" id="{47CA328E-A106-095E-274C-04C4167C16E5}"/>
              </a:ext>
            </a:extLst>
          </p:cNvPr>
          <p:cNvSpPr txBox="1"/>
          <p:nvPr/>
        </p:nvSpPr>
        <p:spPr>
          <a:xfrm>
            <a:off x="3125639" y="35223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执行优化</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2" name="文本框 311">
            <a:extLst>
              <a:ext uri="{FF2B5EF4-FFF2-40B4-BE49-F238E27FC236}">
                <a16:creationId xmlns:a16="http://schemas.microsoft.com/office/drawing/2014/main" id="{B561B344-478B-CD8A-B8C6-158D13515F3B}"/>
              </a:ext>
            </a:extLst>
          </p:cNvPr>
          <p:cNvSpPr txBox="1"/>
          <p:nvPr/>
        </p:nvSpPr>
        <p:spPr>
          <a:xfrm>
            <a:off x="3125639" y="38271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结果反馈</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3" name="文本框 312">
            <a:extLst>
              <a:ext uri="{FF2B5EF4-FFF2-40B4-BE49-F238E27FC236}">
                <a16:creationId xmlns:a16="http://schemas.microsoft.com/office/drawing/2014/main" id="{6F05F955-9C6F-5FCC-2187-EE0BE8E042F6}"/>
              </a:ext>
            </a:extLst>
          </p:cNvPr>
          <p:cNvSpPr txBox="1"/>
          <p:nvPr/>
        </p:nvSpPr>
        <p:spPr>
          <a:xfrm>
            <a:off x="5829871" y="26079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KR1</a:t>
            </a:r>
          </a:p>
        </p:txBody>
      </p:sp>
      <p:sp>
        <p:nvSpPr>
          <p:cNvPr id="314" name="文本框 313">
            <a:extLst>
              <a:ext uri="{FF2B5EF4-FFF2-40B4-BE49-F238E27FC236}">
                <a16:creationId xmlns:a16="http://schemas.microsoft.com/office/drawing/2014/main" id="{DB94C1ED-23E7-1B1B-6F8F-0E12AB12B4A2}"/>
              </a:ext>
            </a:extLst>
          </p:cNvPr>
          <p:cNvSpPr txBox="1"/>
          <p:nvPr/>
        </p:nvSpPr>
        <p:spPr>
          <a:xfrm>
            <a:off x="5829871" y="29127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KR2</a:t>
            </a:r>
          </a:p>
        </p:txBody>
      </p:sp>
      <p:sp>
        <p:nvSpPr>
          <p:cNvPr id="315" name="文本框 314">
            <a:extLst>
              <a:ext uri="{FF2B5EF4-FFF2-40B4-BE49-F238E27FC236}">
                <a16:creationId xmlns:a16="http://schemas.microsoft.com/office/drawing/2014/main" id="{DD77B559-6C82-635F-16C6-BCA475CA594C}"/>
              </a:ext>
            </a:extLst>
          </p:cNvPr>
          <p:cNvSpPr txBox="1"/>
          <p:nvPr/>
        </p:nvSpPr>
        <p:spPr>
          <a:xfrm>
            <a:off x="5829871" y="32175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KR3</a:t>
            </a:r>
          </a:p>
        </p:txBody>
      </p:sp>
      <p:sp>
        <p:nvSpPr>
          <p:cNvPr id="316" name="文本框 315">
            <a:extLst>
              <a:ext uri="{FF2B5EF4-FFF2-40B4-BE49-F238E27FC236}">
                <a16:creationId xmlns:a16="http://schemas.microsoft.com/office/drawing/2014/main" id="{33A7CB39-AC79-B886-C2C2-285C6DB8D600}"/>
              </a:ext>
            </a:extLst>
          </p:cNvPr>
          <p:cNvSpPr txBox="1"/>
          <p:nvPr/>
        </p:nvSpPr>
        <p:spPr>
          <a:xfrm>
            <a:off x="5829871" y="3522344"/>
            <a:ext cx="538609"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KR4</a:t>
            </a:r>
          </a:p>
        </p:txBody>
      </p:sp>
      <p:sp>
        <p:nvSpPr>
          <p:cNvPr id="317" name="文本框 316">
            <a:extLst>
              <a:ext uri="{FF2B5EF4-FFF2-40B4-BE49-F238E27FC236}">
                <a16:creationId xmlns:a16="http://schemas.microsoft.com/office/drawing/2014/main" id="{1F881CA2-9417-36C7-FFBA-28195E3AFB2B}"/>
              </a:ext>
            </a:extLst>
          </p:cNvPr>
          <p:cNvSpPr txBox="1"/>
          <p:nvPr/>
        </p:nvSpPr>
        <p:spPr>
          <a:xfrm>
            <a:off x="5829871" y="3827144"/>
            <a:ext cx="538609" cy="111762"/>
          </a:xfrm>
          <a:prstGeom prst="rect">
            <a:avLst/>
          </a:prstGeom>
          <a:noFill/>
          <a:effectLst/>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关键目标</a:t>
            </a:r>
            <a:r>
              <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rPr>
              <a:t>KR5</a:t>
            </a:r>
          </a:p>
        </p:txBody>
      </p:sp>
      <p:sp>
        <p:nvSpPr>
          <p:cNvPr id="318" name="文本框 317">
            <a:extLst>
              <a:ext uri="{FF2B5EF4-FFF2-40B4-BE49-F238E27FC236}">
                <a16:creationId xmlns:a16="http://schemas.microsoft.com/office/drawing/2014/main" id="{5933AB78-54DD-EC6B-B005-7119D0FEB40D}"/>
              </a:ext>
            </a:extLst>
          </p:cNvPr>
          <p:cNvSpPr txBox="1"/>
          <p:nvPr/>
        </p:nvSpPr>
        <p:spPr>
          <a:xfrm>
            <a:off x="8713639" y="26079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目标拆解</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19" name="文本框 318">
            <a:extLst>
              <a:ext uri="{FF2B5EF4-FFF2-40B4-BE49-F238E27FC236}">
                <a16:creationId xmlns:a16="http://schemas.microsoft.com/office/drawing/2014/main" id="{D4004C48-0420-EA33-1481-F94F359CA9DD}"/>
              </a:ext>
            </a:extLst>
          </p:cNvPr>
          <p:cNvSpPr txBox="1"/>
          <p:nvPr/>
        </p:nvSpPr>
        <p:spPr>
          <a:xfrm>
            <a:off x="8713639" y="29127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进展跟踪</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0" name="文本框 319">
            <a:extLst>
              <a:ext uri="{FF2B5EF4-FFF2-40B4-BE49-F238E27FC236}">
                <a16:creationId xmlns:a16="http://schemas.microsoft.com/office/drawing/2014/main" id="{C4A78E34-87FE-669E-5579-BC982344D620}"/>
              </a:ext>
            </a:extLst>
          </p:cNvPr>
          <p:cNvSpPr txBox="1"/>
          <p:nvPr/>
        </p:nvSpPr>
        <p:spPr>
          <a:xfrm>
            <a:off x="8713639" y="32175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同频调整</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1" name="文本框 320">
            <a:extLst>
              <a:ext uri="{FF2B5EF4-FFF2-40B4-BE49-F238E27FC236}">
                <a16:creationId xmlns:a16="http://schemas.microsoft.com/office/drawing/2014/main" id="{64D6C791-69DD-534E-DABB-850273758A58}"/>
              </a:ext>
            </a:extLst>
          </p:cNvPr>
          <p:cNvSpPr txBox="1"/>
          <p:nvPr/>
        </p:nvSpPr>
        <p:spPr>
          <a:xfrm>
            <a:off x="8713639" y="35223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执行优化</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2" name="文本框 321">
            <a:extLst>
              <a:ext uri="{FF2B5EF4-FFF2-40B4-BE49-F238E27FC236}">
                <a16:creationId xmlns:a16="http://schemas.microsoft.com/office/drawing/2014/main" id="{1E63577C-A35F-0304-D840-3B7DD820E50B}"/>
              </a:ext>
            </a:extLst>
          </p:cNvPr>
          <p:cNvSpPr txBox="1"/>
          <p:nvPr/>
        </p:nvSpPr>
        <p:spPr>
          <a:xfrm>
            <a:off x="8713639" y="3827144"/>
            <a:ext cx="359073" cy="111762"/>
          </a:xfrm>
          <a:prstGeom prst="rect">
            <a:avLst/>
          </a:prstGeom>
          <a:noFill/>
        </p:spPr>
        <p:txBody>
          <a:bodyPr wrap="none" lIns="0" tIns="0" rIns="0" bIns="0" rtlCol="0">
            <a:spAutoFit/>
          </a:bodyPr>
          <a:lstStyle/>
          <a:p>
            <a:pPr algn="ctr">
              <a:lnSpc>
                <a:spcPct val="110000"/>
              </a:lnSpc>
            </a:pPr>
            <a:r>
              <a:rPr lang="zh-CN" altLang="en-US" sz="700" dirty="0">
                <a:solidFill>
                  <a:schemeClr val="accent1">
                    <a:lumMod val="100000"/>
                  </a:schemeClr>
                </a:solidFill>
                <a:effectLst/>
                <a:latin typeface="MiSans Medium" panose="00000600000000000000" pitchFamily="2" charset="-122"/>
                <a:ea typeface="MiSans Medium" panose="00000600000000000000" pitchFamily="2" charset="-122"/>
              </a:rPr>
              <a:t>结果反馈</a:t>
            </a:r>
            <a:endParaRPr lang="en-US" altLang="zh-CN" sz="7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24" name="文本框 323">
            <a:extLst>
              <a:ext uri="{FF2B5EF4-FFF2-40B4-BE49-F238E27FC236}">
                <a16:creationId xmlns:a16="http://schemas.microsoft.com/office/drawing/2014/main" id="{300E4020-AB56-A7F1-49A9-D35BE747A323}"/>
              </a:ext>
            </a:extLst>
          </p:cNvPr>
          <p:cNvSpPr txBox="1"/>
          <p:nvPr/>
        </p:nvSpPr>
        <p:spPr>
          <a:xfrm>
            <a:off x="4569152" y="2923173"/>
            <a:ext cx="259696" cy="338554"/>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25" name="文本框 324">
            <a:extLst>
              <a:ext uri="{FF2B5EF4-FFF2-40B4-BE49-F238E27FC236}">
                <a16:creationId xmlns:a16="http://schemas.microsoft.com/office/drawing/2014/main" id="{E63AD8D1-55A8-5B4F-B902-046EF69A6E3A}"/>
              </a:ext>
            </a:extLst>
          </p:cNvPr>
          <p:cNvSpPr txBox="1"/>
          <p:nvPr/>
        </p:nvSpPr>
        <p:spPr>
          <a:xfrm>
            <a:off x="7363152" y="2923173"/>
            <a:ext cx="259696" cy="338554"/>
          </a:xfrm>
          <a:prstGeom prst="rect">
            <a:avLst/>
          </a:prstGeom>
          <a:noFill/>
        </p:spPr>
        <p:txBody>
          <a:bodyPr wrap="square" lIns="0" tIns="0" rIns="0" bIns="0" rtlCol="0">
            <a:spAutoFit/>
          </a:bodyPr>
          <a:lstStyle/>
          <a:p>
            <a:pPr algn="ctr"/>
            <a:r>
              <a:rPr lang="zh-CN" altLang="en-US" sz="1100" dirty="0">
                <a:solidFill>
                  <a:schemeClr val="accent1">
                    <a:lumMod val="100000"/>
                  </a:schemeClr>
                </a:solidFill>
                <a:effectLst/>
                <a:latin typeface="阿里巴巴普惠体" panose="00020600040101010101" pitchFamily="18" charset="-122"/>
                <a:ea typeface="阿里巴巴普惠体" panose="00020600040101010101" pitchFamily="18" charset="-122"/>
              </a:rPr>
              <a:t>目标</a:t>
            </a:r>
            <a:endParaRPr lang="zh-CN" altLang="en-US" sz="11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69161553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 name="任意多边形: 形状 206">
            <a:extLst>
              <a:ext uri="{FF2B5EF4-FFF2-40B4-BE49-F238E27FC236}">
                <a16:creationId xmlns:a16="http://schemas.microsoft.com/office/drawing/2014/main" id="{BB662057-3731-BBBF-B586-52083BBA3C0A}"/>
              </a:ext>
            </a:extLst>
          </p:cNvPr>
          <p:cNvSpPr/>
          <p:nvPr/>
        </p:nvSpPr>
        <p:spPr>
          <a:xfrm>
            <a:off x="8159750" y="2184400"/>
            <a:ext cx="3397250" cy="984250"/>
          </a:xfrm>
          <a:custGeom>
            <a:avLst/>
            <a:gdLst>
              <a:gd name="connsiteX0" fmla="*/ 3346450 w 3397250"/>
              <a:gd name="connsiteY0" fmla="*/ 0 h 984250"/>
              <a:gd name="connsiteX1" fmla="*/ 3397250 w 3397250"/>
              <a:gd name="connsiteY1" fmla="*/ 0 h 984250"/>
              <a:gd name="connsiteX2" fmla="*/ 3397250 w 3397250"/>
              <a:gd name="connsiteY2" fmla="*/ 984250 h 984250"/>
              <a:gd name="connsiteX3" fmla="*/ 3346450 w 3397250"/>
              <a:gd name="connsiteY3" fmla="*/ 984250 h 984250"/>
              <a:gd name="connsiteX4" fmla="*/ 50800 w 3397250"/>
              <a:gd name="connsiteY4" fmla="*/ 984250 h 984250"/>
              <a:gd name="connsiteX5" fmla="*/ 0 w 3397250"/>
              <a:gd name="connsiteY5" fmla="*/ 984250 h 984250"/>
              <a:gd name="connsiteX6" fmla="*/ 0 w 3397250"/>
              <a:gd name="connsiteY6" fmla="*/ 0 h 984250"/>
              <a:gd name="connsiteX7" fmla="*/ 50800 w 3397250"/>
              <a:gd name="connsiteY7" fmla="*/ 0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7250" h="984250">
                <a:moveTo>
                  <a:pt x="3346450" y="0"/>
                </a:moveTo>
                <a:cubicBezTo>
                  <a:pt x="3374506" y="0"/>
                  <a:pt x="3397250" y="0"/>
                  <a:pt x="3397250" y="0"/>
                </a:cubicBezTo>
                <a:lnTo>
                  <a:pt x="3397250" y="984250"/>
                </a:lnTo>
                <a:cubicBezTo>
                  <a:pt x="3397250" y="984250"/>
                  <a:pt x="3374506" y="984250"/>
                  <a:pt x="3346450" y="984250"/>
                </a:cubicBezTo>
                <a:lnTo>
                  <a:pt x="50800" y="984250"/>
                </a:lnTo>
                <a:cubicBezTo>
                  <a:pt x="22744" y="984250"/>
                  <a:pt x="0" y="984250"/>
                  <a:pt x="0" y="9842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05" name="任意多边形: 形状 204">
            <a:extLst>
              <a:ext uri="{FF2B5EF4-FFF2-40B4-BE49-F238E27FC236}">
                <a16:creationId xmlns:a16="http://schemas.microsoft.com/office/drawing/2014/main" id="{FD753862-ABBB-9D49-F933-2201BCBE5CC9}"/>
              </a:ext>
            </a:extLst>
          </p:cNvPr>
          <p:cNvSpPr/>
          <p:nvPr/>
        </p:nvSpPr>
        <p:spPr>
          <a:xfrm>
            <a:off x="4397375" y="2184400"/>
            <a:ext cx="3397250" cy="984250"/>
          </a:xfrm>
          <a:custGeom>
            <a:avLst/>
            <a:gdLst>
              <a:gd name="connsiteX0" fmla="*/ 3346450 w 3397250"/>
              <a:gd name="connsiteY0" fmla="*/ 0 h 984250"/>
              <a:gd name="connsiteX1" fmla="*/ 3397250 w 3397250"/>
              <a:gd name="connsiteY1" fmla="*/ 0 h 984250"/>
              <a:gd name="connsiteX2" fmla="*/ 3397250 w 3397250"/>
              <a:gd name="connsiteY2" fmla="*/ 984250 h 984250"/>
              <a:gd name="connsiteX3" fmla="*/ 3346450 w 3397250"/>
              <a:gd name="connsiteY3" fmla="*/ 984250 h 984250"/>
              <a:gd name="connsiteX4" fmla="*/ 50800 w 3397250"/>
              <a:gd name="connsiteY4" fmla="*/ 984250 h 984250"/>
              <a:gd name="connsiteX5" fmla="*/ 0 w 3397250"/>
              <a:gd name="connsiteY5" fmla="*/ 984250 h 984250"/>
              <a:gd name="connsiteX6" fmla="*/ 0 w 3397250"/>
              <a:gd name="connsiteY6" fmla="*/ 0 h 984250"/>
              <a:gd name="connsiteX7" fmla="*/ 50800 w 3397250"/>
              <a:gd name="connsiteY7" fmla="*/ 0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7250" h="984250">
                <a:moveTo>
                  <a:pt x="3346450" y="0"/>
                </a:moveTo>
                <a:cubicBezTo>
                  <a:pt x="3374506" y="0"/>
                  <a:pt x="3397250" y="0"/>
                  <a:pt x="3397250" y="0"/>
                </a:cubicBezTo>
                <a:lnTo>
                  <a:pt x="3397250" y="984250"/>
                </a:lnTo>
                <a:cubicBezTo>
                  <a:pt x="3397250" y="984250"/>
                  <a:pt x="3374506" y="984250"/>
                  <a:pt x="3346450" y="984250"/>
                </a:cubicBezTo>
                <a:lnTo>
                  <a:pt x="50800" y="984250"/>
                </a:lnTo>
                <a:cubicBezTo>
                  <a:pt x="22744" y="984250"/>
                  <a:pt x="0" y="984250"/>
                  <a:pt x="0" y="9842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73" name="文本框 272">
            <a:extLst>
              <a:ext uri="{FF2B5EF4-FFF2-40B4-BE49-F238E27FC236}">
                <a16:creationId xmlns:a16="http://schemas.microsoft.com/office/drawing/2014/main" id="{5F3993D6-64E1-BCE8-5FB4-9454063C2AFE}"/>
              </a:ext>
            </a:extLst>
          </p:cNvPr>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a:extLst>
              <a:ext uri="{FF2B5EF4-FFF2-40B4-BE49-F238E27FC236}">
                <a16:creationId xmlns:a16="http://schemas.microsoft.com/office/drawing/2014/main" id="{E40ACFEA-CC5D-4964-02EE-0C26E01DCE77}"/>
              </a:ext>
            </a:extLst>
          </p:cNvPr>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281" name="任意多边形: 形状 280">
            <a:extLst>
              <a:ext uri="{FF2B5EF4-FFF2-40B4-BE49-F238E27FC236}">
                <a16:creationId xmlns:a16="http://schemas.microsoft.com/office/drawing/2014/main" id="{C264363A-A8A7-1B5C-CDE4-00D5D5F55DCB}"/>
              </a:ext>
            </a:extLst>
          </p:cNvPr>
          <p:cNvSpPr/>
          <p:nvPr/>
        </p:nvSpPr>
        <p:spPr>
          <a:xfrm>
            <a:off x="2010501" y="1022350"/>
            <a:ext cx="127000" cy="127000"/>
          </a:xfrm>
          <a:custGeom>
            <a:avLst/>
            <a:gdLst>
              <a:gd name="connsiteX0" fmla="*/ 0 w 127000"/>
              <a:gd name="connsiteY0" fmla="*/ 127000 h 127000"/>
              <a:gd name="connsiteX1" fmla="*/ 127000 w 127000"/>
              <a:gd name="connsiteY1" fmla="*/ 127000 h 127000"/>
              <a:gd name="connsiteX2" fmla="*/ 0 w 127000"/>
              <a:gd name="connsiteY2" fmla="*/ 0 h 127000"/>
              <a:gd name="connsiteX3" fmla="*/ 0 w 127000"/>
              <a:gd name="connsiteY3" fmla="*/ 127000 h 127000"/>
            </a:gdLst>
            <a:ahLst/>
            <a:cxnLst>
              <a:cxn ang="0">
                <a:pos x="connsiteX0" y="connsiteY0"/>
              </a:cxn>
              <a:cxn ang="0">
                <a:pos x="connsiteX1" y="connsiteY1"/>
              </a:cxn>
              <a:cxn ang="0">
                <a:pos x="connsiteX2" y="connsiteY2"/>
              </a:cxn>
              <a:cxn ang="0">
                <a:pos x="connsiteX3" y="connsiteY3"/>
              </a:cxn>
            </a:cxnLst>
            <a:rect l="l" t="t" r="r" b="b"/>
            <a:pathLst>
              <a:path w="127000" h="127000">
                <a:moveTo>
                  <a:pt x="0" y="127000"/>
                </a:moveTo>
                <a:lnTo>
                  <a:pt x="127000" y="127000"/>
                </a:lnTo>
                <a:lnTo>
                  <a:pt x="0" y="0"/>
                </a:lnTo>
                <a:lnTo>
                  <a:pt x="0" y="127000"/>
                </a:lnTo>
                <a:close/>
              </a:path>
            </a:pathLst>
          </a:custGeom>
          <a:gradFill>
            <a:gsLst>
              <a:gs pos="0">
                <a:srgbClr val="FFFFFF"/>
              </a:gs>
              <a:gs pos="100000">
                <a:srgbClr val="FFFAFA"/>
              </a:gs>
            </a:gsLst>
            <a:lin ang="5400000" scaled="1"/>
          </a:gradFill>
          <a:ln w="6350" cap="flat">
            <a:noFill/>
            <a:prstDash val="solid"/>
            <a:miter/>
          </a:ln>
        </p:spPr>
        <p:txBody>
          <a:bodyPr rtlCol="0" anchor="ctr"/>
          <a:lstStyle/>
          <a:p>
            <a:endParaRPr lang="zh-CN" altLang="en-US"/>
          </a:p>
        </p:txBody>
      </p:sp>
      <p:sp>
        <p:nvSpPr>
          <p:cNvPr id="10" name="矩形: 圆角 9">
            <a:extLst>
              <a:ext uri="{FF2B5EF4-FFF2-40B4-BE49-F238E27FC236}">
                <a16:creationId xmlns:a16="http://schemas.microsoft.com/office/drawing/2014/main" id="{DC6A3FED-A7A8-08B1-C654-412FD8A6E716}"/>
              </a:ext>
            </a:extLst>
          </p:cNvPr>
          <p:cNvSpPr/>
          <p:nvPr/>
        </p:nvSpPr>
        <p:spPr>
          <a:xfrm>
            <a:off x="635000" y="1568450"/>
            <a:ext cx="10922000" cy="476250"/>
          </a:xfrm>
          <a:prstGeom prst="roundRect">
            <a:avLst>
              <a:gd name="adj" fmla="val 9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4" name="矩形: 圆角 13">
            <a:extLst>
              <a:ext uri="{FF2B5EF4-FFF2-40B4-BE49-F238E27FC236}">
                <a16:creationId xmlns:a16="http://schemas.microsoft.com/office/drawing/2014/main" id="{1E1255F9-F195-C75A-329C-6325280887DD}"/>
              </a:ext>
            </a:extLst>
          </p:cNvPr>
          <p:cNvSpPr/>
          <p:nvPr/>
        </p:nvSpPr>
        <p:spPr>
          <a:xfrm>
            <a:off x="635000" y="3429000"/>
            <a:ext cx="10922000" cy="476250"/>
          </a:xfrm>
          <a:prstGeom prst="roundRect">
            <a:avLst>
              <a:gd name="adj" fmla="val 9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8" name="任意多边形: 形状 17">
            <a:extLst>
              <a:ext uri="{FF2B5EF4-FFF2-40B4-BE49-F238E27FC236}">
                <a16:creationId xmlns:a16="http://schemas.microsoft.com/office/drawing/2014/main" id="{FCD6BA21-2D26-807D-4B91-66F60B56DEB5}"/>
              </a:ext>
            </a:extLst>
          </p:cNvPr>
          <p:cNvSpPr/>
          <p:nvPr/>
        </p:nvSpPr>
        <p:spPr>
          <a:xfrm>
            <a:off x="635000" y="2184400"/>
            <a:ext cx="3397250" cy="984250"/>
          </a:xfrm>
          <a:custGeom>
            <a:avLst/>
            <a:gdLst>
              <a:gd name="connsiteX0" fmla="*/ 3346450 w 3397250"/>
              <a:gd name="connsiteY0" fmla="*/ 0 h 984250"/>
              <a:gd name="connsiteX1" fmla="*/ 3397250 w 3397250"/>
              <a:gd name="connsiteY1" fmla="*/ 0 h 984250"/>
              <a:gd name="connsiteX2" fmla="*/ 3397250 w 3397250"/>
              <a:gd name="connsiteY2" fmla="*/ 984250 h 984250"/>
              <a:gd name="connsiteX3" fmla="*/ 3346450 w 3397250"/>
              <a:gd name="connsiteY3" fmla="*/ 984250 h 984250"/>
              <a:gd name="connsiteX4" fmla="*/ 50800 w 3397250"/>
              <a:gd name="connsiteY4" fmla="*/ 984250 h 984250"/>
              <a:gd name="connsiteX5" fmla="*/ 0 w 3397250"/>
              <a:gd name="connsiteY5" fmla="*/ 984250 h 984250"/>
              <a:gd name="connsiteX6" fmla="*/ 0 w 3397250"/>
              <a:gd name="connsiteY6" fmla="*/ 0 h 984250"/>
              <a:gd name="connsiteX7" fmla="*/ 50800 w 3397250"/>
              <a:gd name="connsiteY7" fmla="*/ 0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7250" h="984250">
                <a:moveTo>
                  <a:pt x="3346450" y="0"/>
                </a:moveTo>
                <a:cubicBezTo>
                  <a:pt x="3374506" y="0"/>
                  <a:pt x="3397250" y="0"/>
                  <a:pt x="3397250" y="0"/>
                </a:cubicBezTo>
                <a:lnTo>
                  <a:pt x="3397250" y="984250"/>
                </a:lnTo>
                <a:cubicBezTo>
                  <a:pt x="3397250" y="984250"/>
                  <a:pt x="3374506" y="984250"/>
                  <a:pt x="3346450" y="984250"/>
                </a:cubicBezTo>
                <a:lnTo>
                  <a:pt x="50800" y="984250"/>
                </a:lnTo>
                <a:cubicBezTo>
                  <a:pt x="22744" y="984250"/>
                  <a:pt x="0" y="984250"/>
                  <a:pt x="0" y="984250"/>
                </a:cubicBezTo>
                <a:lnTo>
                  <a:pt x="0" y="0"/>
                </a:lnTo>
                <a:cubicBezTo>
                  <a:pt x="0" y="0"/>
                  <a:pt x="22744" y="0"/>
                  <a:pt x="50800" y="0"/>
                </a:cubicBezTo>
                <a:close/>
              </a:path>
            </a:pathLst>
          </a:cu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27" name="矩形: 圆角 26">
            <a:extLst>
              <a:ext uri="{FF2B5EF4-FFF2-40B4-BE49-F238E27FC236}">
                <a16:creationId xmlns:a16="http://schemas.microsoft.com/office/drawing/2014/main" id="{0A3BD2F8-0F84-D1B4-B054-CEB23674AC4C}"/>
              </a:ext>
            </a:extLst>
          </p:cNvPr>
          <p:cNvSpPr/>
          <p:nvPr/>
        </p:nvSpPr>
        <p:spPr>
          <a:xfrm>
            <a:off x="812800" y="2679700"/>
            <a:ext cx="14732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2" name="矩形: 圆角 31">
            <a:extLst>
              <a:ext uri="{FF2B5EF4-FFF2-40B4-BE49-F238E27FC236}">
                <a16:creationId xmlns:a16="http://schemas.microsoft.com/office/drawing/2014/main" id="{47EDBC38-6BA9-5394-E58E-64CED99D896C}"/>
              </a:ext>
            </a:extLst>
          </p:cNvPr>
          <p:cNvSpPr/>
          <p:nvPr/>
        </p:nvSpPr>
        <p:spPr>
          <a:xfrm>
            <a:off x="63500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38" name="矩形: 圆角 37">
            <a:extLst>
              <a:ext uri="{FF2B5EF4-FFF2-40B4-BE49-F238E27FC236}">
                <a16:creationId xmlns:a16="http://schemas.microsoft.com/office/drawing/2014/main" id="{F96F48AF-EEB6-3FF4-E123-AB4D14F1FB9C}"/>
              </a:ext>
            </a:extLst>
          </p:cNvPr>
          <p:cNvSpPr/>
          <p:nvPr/>
        </p:nvSpPr>
        <p:spPr>
          <a:xfrm>
            <a:off x="63500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43" name="矩形: 圆角 42">
            <a:extLst>
              <a:ext uri="{FF2B5EF4-FFF2-40B4-BE49-F238E27FC236}">
                <a16:creationId xmlns:a16="http://schemas.microsoft.com/office/drawing/2014/main" id="{4A5D6CF5-B320-D0F0-D4D1-EA21E102D8C0}"/>
              </a:ext>
            </a:extLst>
          </p:cNvPr>
          <p:cNvSpPr/>
          <p:nvPr/>
        </p:nvSpPr>
        <p:spPr>
          <a:xfrm>
            <a:off x="5060950" y="5226050"/>
            <a:ext cx="2076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48" name="矩形: 圆角 47">
            <a:extLst>
              <a:ext uri="{FF2B5EF4-FFF2-40B4-BE49-F238E27FC236}">
                <a16:creationId xmlns:a16="http://schemas.microsoft.com/office/drawing/2014/main" id="{920D73D1-686D-A1B4-10BF-F620E8E91272}"/>
              </a:ext>
            </a:extLst>
          </p:cNvPr>
          <p:cNvSpPr/>
          <p:nvPr/>
        </p:nvSpPr>
        <p:spPr>
          <a:xfrm>
            <a:off x="5060950" y="5765800"/>
            <a:ext cx="2076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54" name="矩形: 圆角 53">
            <a:extLst>
              <a:ext uri="{FF2B5EF4-FFF2-40B4-BE49-F238E27FC236}">
                <a16:creationId xmlns:a16="http://schemas.microsoft.com/office/drawing/2014/main" id="{C7D6AC13-2377-DC28-2642-F938DE27457B}"/>
              </a:ext>
            </a:extLst>
          </p:cNvPr>
          <p:cNvSpPr/>
          <p:nvPr/>
        </p:nvSpPr>
        <p:spPr>
          <a:xfrm>
            <a:off x="285115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59" name="矩形: 圆角 58">
            <a:extLst>
              <a:ext uri="{FF2B5EF4-FFF2-40B4-BE49-F238E27FC236}">
                <a16:creationId xmlns:a16="http://schemas.microsoft.com/office/drawing/2014/main" id="{AB6C6722-D8E5-DA06-8791-5852ABF1184F}"/>
              </a:ext>
            </a:extLst>
          </p:cNvPr>
          <p:cNvSpPr/>
          <p:nvPr/>
        </p:nvSpPr>
        <p:spPr>
          <a:xfrm>
            <a:off x="285115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131" name="矩形: 圆角 130">
            <a:extLst>
              <a:ext uri="{FF2B5EF4-FFF2-40B4-BE49-F238E27FC236}">
                <a16:creationId xmlns:a16="http://schemas.microsoft.com/office/drawing/2014/main" id="{E5B00401-E9E7-A826-4682-ECB9B5B07A42}"/>
              </a:ext>
            </a:extLst>
          </p:cNvPr>
          <p:cNvSpPr/>
          <p:nvPr/>
        </p:nvSpPr>
        <p:spPr>
          <a:xfrm>
            <a:off x="727710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135" name="矩形: 圆角 134">
            <a:extLst>
              <a:ext uri="{FF2B5EF4-FFF2-40B4-BE49-F238E27FC236}">
                <a16:creationId xmlns:a16="http://schemas.microsoft.com/office/drawing/2014/main" id="{68972096-819D-B207-D62E-E624D9B47C21}"/>
              </a:ext>
            </a:extLst>
          </p:cNvPr>
          <p:cNvSpPr/>
          <p:nvPr/>
        </p:nvSpPr>
        <p:spPr>
          <a:xfrm>
            <a:off x="727710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140" name="矩形: 圆角 139">
            <a:extLst>
              <a:ext uri="{FF2B5EF4-FFF2-40B4-BE49-F238E27FC236}">
                <a16:creationId xmlns:a16="http://schemas.microsoft.com/office/drawing/2014/main" id="{31031FD8-A121-9E9F-E19C-1146A953C12F}"/>
              </a:ext>
            </a:extLst>
          </p:cNvPr>
          <p:cNvSpPr/>
          <p:nvPr/>
        </p:nvSpPr>
        <p:spPr>
          <a:xfrm>
            <a:off x="9493250" y="522605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146" name="矩形: 圆角 145">
            <a:extLst>
              <a:ext uri="{FF2B5EF4-FFF2-40B4-BE49-F238E27FC236}">
                <a16:creationId xmlns:a16="http://schemas.microsoft.com/office/drawing/2014/main" id="{06A999F5-A16F-776C-D94A-3E87C8F32BC3}"/>
              </a:ext>
            </a:extLst>
          </p:cNvPr>
          <p:cNvSpPr/>
          <p:nvPr/>
        </p:nvSpPr>
        <p:spPr>
          <a:xfrm>
            <a:off x="9493250" y="5765800"/>
            <a:ext cx="20701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ln>
                <a:solidFill>
                  <a:schemeClr val="accent2"/>
                </a:solidFill>
              </a:ln>
            </a:endParaRPr>
          </a:p>
        </p:txBody>
      </p:sp>
      <p:sp>
        <p:nvSpPr>
          <p:cNvPr id="151" name="矩形: 圆角 150">
            <a:extLst>
              <a:ext uri="{FF2B5EF4-FFF2-40B4-BE49-F238E27FC236}">
                <a16:creationId xmlns:a16="http://schemas.microsoft.com/office/drawing/2014/main" id="{DF47C9E4-B951-29C4-FC17-7C1CE357E73E}"/>
              </a:ext>
            </a:extLst>
          </p:cNvPr>
          <p:cNvSpPr/>
          <p:nvPr/>
        </p:nvSpPr>
        <p:spPr>
          <a:xfrm>
            <a:off x="8343900" y="2679700"/>
            <a:ext cx="147320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6" name="矩形: 圆角 155">
            <a:extLst>
              <a:ext uri="{FF2B5EF4-FFF2-40B4-BE49-F238E27FC236}">
                <a16:creationId xmlns:a16="http://schemas.microsoft.com/office/drawing/2014/main" id="{F595472E-6ED1-32FC-AF51-6020AB37D551}"/>
              </a:ext>
            </a:extLst>
          </p:cNvPr>
          <p:cNvSpPr/>
          <p:nvPr/>
        </p:nvSpPr>
        <p:spPr>
          <a:xfrm>
            <a:off x="2413000" y="2679700"/>
            <a:ext cx="1441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1" name="矩形: 圆角 160">
            <a:extLst>
              <a:ext uri="{FF2B5EF4-FFF2-40B4-BE49-F238E27FC236}">
                <a16:creationId xmlns:a16="http://schemas.microsoft.com/office/drawing/2014/main" id="{E96C3FF8-8788-4651-9CE8-31B10340B2A7}"/>
              </a:ext>
            </a:extLst>
          </p:cNvPr>
          <p:cNvSpPr/>
          <p:nvPr/>
        </p:nvSpPr>
        <p:spPr>
          <a:xfrm>
            <a:off x="4489450" y="2679700"/>
            <a:ext cx="3219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7" name="矩形: 圆角 166">
            <a:extLst>
              <a:ext uri="{FF2B5EF4-FFF2-40B4-BE49-F238E27FC236}">
                <a16:creationId xmlns:a16="http://schemas.microsoft.com/office/drawing/2014/main" id="{849F31A9-E288-AC6C-4AF0-61A6C19F8BC1}"/>
              </a:ext>
            </a:extLst>
          </p:cNvPr>
          <p:cNvSpPr/>
          <p:nvPr/>
        </p:nvSpPr>
        <p:spPr>
          <a:xfrm>
            <a:off x="9944100" y="2679700"/>
            <a:ext cx="1441450" cy="342900"/>
          </a:xfrm>
          <a:prstGeom prst="roundRect">
            <a:avLst>
              <a:gd name="adj" fmla="val 88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2" name="矩形: 圆角 171">
            <a:extLst>
              <a:ext uri="{FF2B5EF4-FFF2-40B4-BE49-F238E27FC236}">
                <a16:creationId xmlns:a16="http://schemas.microsoft.com/office/drawing/2014/main" id="{7F5B9723-9887-58BC-8729-9E29114302D8}"/>
              </a:ext>
            </a:extLst>
          </p:cNvPr>
          <p:cNvSpPr/>
          <p:nvPr/>
        </p:nvSpPr>
        <p:spPr>
          <a:xfrm>
            <a:off x="635000" y="41021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176" name="矩形: 圆角 175">
            <a:extLst>
              <a:ext uri="{FF2B5EF4-FFF2-40B4-BE49-F238E27FC236}">
                <a16:creationId xmlns:a16="http://schemas.microsoft.com/office/drawing/2014/main" id="{4D5C363A-8391-F1A1-4BB7-5BB227D563AB}"/>
              </a:ext>
            </a:extLst>
          </p:cNvPr>
          <p:cNvSpPr/>
          <p:nvPr/>
        </p:nvSpPr>
        <p:spPr>
          <a:xfrm>
            <a:off x="4489450" y="4102100"/>
            <a:ext cx="32194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179" name="矩形: 圆角 178">
            <a:extLst>
              <a:ext uri="{FF2B5EF4-FFF2-40B4-BE49-F238E27FC236}">
                <a16:creationId xmlns:a16="http://schemas.microsoft.com/office/drawing/2014/main" id="{9C62A169-7DF4-872F-2470-A417EB3DE2F5}"/>
              </a:ext>
            </a:extLst>
          </p:cNvPr>
          <p:cNvSpPr/>
          <p:nvPr/>
        </p:nvSpPr>
        <p:spPr>
          <a:xfrm>
            <a:off x="8337550" y="41021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183" name="矩形: 圆角 182">
            <a:extLst>
              <a:ext uri="{FF2B5EF4-FFF2-40B4-BE49-F238E27FC236}">
                <a16:creationId xmlns:a16="http://schemas.microsoft.com/office/drawing/2014/main" id="{555E1792-EA88-9FEA-6E54-C0E598C189D9}"/>
              </a:ext>
            </a:extLst>
          </p:cNvPr>
          <p:cNvSpPr/>
          <p:nvPr/>
        </p:nvSpPr>
        <p:spPr>
          <a:xfrm>
            <a:off x="635000" y="46355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187" name="矩形: 圆角 186">
            <a:extLst>
              <a:ext uri="{FF2B5EF4-FFF2-40B4-BE49-F238E27FC236}">
                <a16:creationId xmlns:a16="http://schemas.microsoft.com/office/drawing/2014/main" id="{4951A88A-B4EE-51F3-DDEB-6FFC8855C8DF}"/>
              </a:ext>
            </a:extLst>
          </p:cNvPr>
          <p:cNvSpPr/>
          <p:nvPr/>
        </p:nvSpPr>
        <p:spPr>
          <a:xfrm>
            <a:off x="4489450" y="4635500"/>
            <a:ext cx="32194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191" name="矩形: 圆角 190">
            <a:extLst>
              <a:ext uri="{FF2B5EF4-FFF2-40B4-BE49-F238E27FC236}">
                <a16:creationId xmlns:a16="http://schemas.microsoft.com/office/drawing/2014/main" id="{F07F62DA-E25E-5AFF-379D-DF4B0DB9B676}"/>
              </a:ext>
            </a:extLst>
          </p:cNvPr>
          <p:cNvSpPr/>
          <p:nvPr/>
        </p:nvSpPr>
        <p:spPr>
          <a:xfrm>
            <a:off x="8337550" y="4635500"/>
            <a:ext cx="322580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194" name="任意多边形: 形状 193">
            <a:extLst>
              <a:ext uri="{FF2B5EF4-FFF2-40B4-BE49-F238E27FC236}">
                <a16:creationId xmlns:a16="http://schemas.microsoft.com/office/drawing/2014/main" id="{F078EDD4-CC37-50EF-41C6-3B8C65C3EC7B}"/>
              </a:ext>
            </a:extLst>
          </p:cNvPr>
          <p:cNvSpPr/>
          <p:nvPr/>
        </p:nvSpPr>
        <p:spPr>
          <a:xfrm>
            <a:off x="4051300" y="42100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5" name="任意多边形: 形状 194">
            <a:extLst>
              <a:ext uri="{FF2B5EF4-FFF2-40B4-BE49-F238E27FC236}">
                <a16:creationId xmlns:a16="http://schemas.microsoft.com/office/drawing/2014/main" id="{DDDE728F-FC1B-028F-2CFA-65B36B262117}"/>
              </a:ext>
            </a:extLst>
          </p:cNvPr>
          <p:cNvSpPr/>
          <p:nvPr/>
        </p:nvSpPr>
        <p:spPr>
          <a:xfrm>
            <a:off x="7899400" y="42100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6" name="任意多边形: 形状 195">
            <a:extLst>
              <a:ext uri="{FF2B5EF4-FFF2-40B4-BE49-F238E27FC236}">
                <a16:creationId xmlns:a16="http://schemas.microsoft.com/office/drawing/2014/main" id="{477FA2DF-1EB6-2EBA-8586-D5C7A220893A}"/>
              </a:ext>
            </a:extLst>
          </p:cNvPr>
          <p:cNvSpPr/>
          <p:nvPr/>
        </p:nvSpPr>
        <p:spPr>
          <a:xfrm>
            <a:off x="4051300" y="47434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8" name="任意多边形: 形状 197">
            <a:extLst>
              <a:ext uri="{FF2B5EF4-FFF2-40B4-BE49-F238E27FC236}">
                <a16:creationId xmlns:a16="http://schemas.microsoft.com/office/drawing/2014/main" id="{00B9F161-FEC2-0C92-52E0-9A2ED6C1D064}"/>
              </a:ext>
            </a:extLst>
          </p:cNvPr>
          <p:cNvSpPr/>
          <p:nvPr/>
        </p:nvSpPr>
        <p:spPr>
          <a:xfrm>
            <a:off x="7899400" y="47434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5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9" name="文本框 198">
            <a:extLst>
              <a:ext uri="{FF2B5EF4-FFF2-40B4-BE49-F238E27FC236}">
                <a16:creationId xmlns:a16="http://schemas.microsoft.com/office/drawing/2014/main" id="{1D25AC25-D97B-CDF9-4B0D-A9BEBC1AE358}"/>
              </a:ext>
            </a:extLst>
          </p:cNvPr>
          <p:cNvSpPr txBox="1"/>
          <p:nvPr/>
        </p:nvSpPr>
        <p:spPr>
          <a:xfrm>
            <a:off x="4762302" y="1706548"/>
            <a:ext cx="266739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企业数据分析新基建：数据业务流程</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03" name="文本框 202">
            <a:extLst>
              <a:ext uri="{FF2B5EF4-FFF2-40B4-BE49-F238E27FC236}">
                <a16:creationId xmlns:a16="http://schemas.microsoft.com/office/drawing/2014/main" id="{15701121-742C-9F45-A33B-97509EA6B475}"/>
              </a:ext>
            </a:extLst>
          </p:cNvPr>
          <p:cNvSpPr txBox="1"/>
          <p:nvPr/>
        </p:nvSpPr>
        <p:spPr>
          <a:xfrm>
            <a:off x="4762302" y="3567098"/>
            <a:ext cx="2667397"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企业数据分析新基建：数据业务流程</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04" name="文本框 203">
            <a:extLst>
              <a:ext uri="{FF2B5EF4-FFF2-40B4-BE49-F238E27FC236}">
                <a16:creationId xmlns:a16="http://schemas.microsoft.com/office/drawing/2014/main" id="{8AC60C35-EA4A-921F-97C1-225A57F5E52C}"/>
              </a:ext>
            </a:extLst>
          </p:cNvPr>
          <p:cNvSpPr txBox="1"/>
          <p:nvPr/>
        </p:nvSpPr>
        <p:spPr>
          <a:xfrm>
            <a:off x="1884784" y="2355106"/>
            <a:ext cx="89768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部门及分工模式</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8" name="文本框 207">
            <a:extLst>
              <a:ext uri="{FF2B5EF4-FFF2-40B4-BE49-F238E27FC236}">
                <a16:creationId xmlns:a16="http://schemas.microsoft.com/office/drawing/2014/main" id="{A59F820D-4E4A-76B1-F08D-DFBA58185A95}"/>
              </a:ext>
            </a:extLst>
          </p:cNvPr>
          <p:cNvSpPr txBox="1"/>
          <p:nvPr/>
        </p:nvSpPr>
        <p:spPr>
          <a:xfrm>
            <a:off x="5518919" y="2355106"/>
            <a:ext cx="11541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业务流程及运营模型</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09" name="文本框 208">
            <a:extLst>
              <a:ext uri="{FF2B5EF4-FFF2-40B4-BE49-F238E27FC236}">
                <a16:creationId xmlns:a16="http://schemas.microsoft.com/office/drawing/2014/main" id="{5277056D-BB72-EE9E-46C5-70AD269B8DA3}"/>
              </a:ext>
            </a:extLst>
          </p:cNvPr>
          <p:cNvSpPr txBox="1"/>
          <p:nvPr/>
        </p:nvSpPr>
        <p:spPr>
          <a:xfrm>
            <a:off x="9281294" y="2355106"/>
            <a:ext cx="1154162"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组织架构及组织能力</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1" name="文本框 210">
            <a:extLst>
              <a:ext uri="{FF2B5EF4-FFF2-40B4-BE49-F238E27FC236}">
                <a16:creationId xmlns:a16="http://schemas.microsoft.com/office/drawing/2014/main" id="{E442DA53-800D-817E-BB3B-C8DCBEDD02FE}"/>
              </a:ext>
            </a:extLst>
          </p:cNvPr>
          <p:cNvSpPr txBox="1"/>
          <p:nvPr/>
        </p:nvSpPr>
        <p:spPr>
          <a:xfrm>
            <a:off x="1931307" y="4222007"/>
            <a:ext cx="633187"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数据源生成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3" name="文本框 212">
            <a:extLst>
              <a:ext uri="{FF2B5EF4-FFF2-40B4-BE49-F238E27FC236}">
                <a16:creationId xmlns:a16="http://schemas.microsoft.com/office/drawing/2014/main" id="{30C7FC86-EFE6-060C-E1EF-5560935F8691}"/>
              </a:ext>
            </a:extLst>
          </p:cNvPr>
          <p:cNvSpPr txBox="1"/>
          <p:nvPr/>
        </p:nvSpPr>
        <p:spPr>
          <a:xfrm>
            <a:off x="5655945" y="4222007"/>
            <a:ext cx="886461"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数据探索式分析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5" name="文本框 214">
            <a:extLst>
              <a:ext uri="{FF2B5EF4-FFF2-40B4-BE49-F238E27FC236}">
                <a16:creationId xmlns:a16="http://schemas.microsoft.com/office/drawing/2014/main" id="{4C0DE93E-D09C-43B1-DB66-7095FA2C6BAD}"/>
              </a:ext>
            </a:extLst>
          </p:cNvPr>
          <p:cNvSpPr txBox="1"/>
          <p:nvPr/>
        </p:nvSpPr>
        <p:spPr>
          <a:xfrm>
            <a:off x="9570539" y="4222007"/>
            <a:ext cx="759824"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数据输出分析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6" name="文本框 215">
            <a:extLst>
              <a:ext uri="{FF2B5EF4-FFF2-40B4-BE49-F238E27FC236}">
                <a16:creationId xmlns:a16="http://schemas.microsoft.com/office/drawing/2014/main" id="{52785232-3D34-A694-DD1B-7F6627417133}"/>
              </a:ext>
            </a:extLst>
          </p:cNvPr>
          <p:cNvSpPr txBox="1"/>
          <p:nvPr/>
        </p:nvSpPr>
        <p:spPr>
          <a:xfrm>
            <a:off x="1645973" y="4755407"/>
            <a:ext cx="1203856"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工作工具及表单</a:t>
            </a:r>
            <a:r>
              <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a:t>
            </a: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应用</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7" name="文本框 216">
            <a:extLst>
              <a:ext uri="{FF2B5EF4-FFF2-40B4-BE49-F238E27FC236}">
                <a16:creationId xmlns:a16="http://schemas.microsoft.com/office/drawing/2014/main" id="{37698FF6-30E2-EA5E-C7BD-30675AE1F5A4}"/>
              </a:ext>
            </a:extLst>
          </p:cNvPr>
          <p:cNvSpPr txBox="1"/>
          <p:nvPr/>
        </p:nvSpPr>
        <p:spPr>
          <a:xfrm>
            <a:off x="5845901" y="4755407"/>
            <a:ext cx="506550"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公司个体</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8" name="文本框 217">
            <a:extLst>
              <a:ext uri="{FF2B5EF4-FFF2-40B4-BE49-F238E27FC236}">
                <a16:creationId xmlns:a16="http://schemas.microsoft.com/office/drawing/2014/main" id="{10416E09-5FC1-4AED-7811-2F88DC62FF5B}"/>
              </a:ext>
            </a:extLst>
          </p:cNvPr>
          <p:cNvSpPr txBox="1"/>
          <p:nvPr/>
        </p:nvSpPr>
        <p:spPr>
          <a:xfrm>
            <a:off x="9507220" y="4755407"/>
            <a:ext cx="886461"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沟通数据及信息</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0" name="文本框 219">
            <a:extLst>
              <a:ext uri="{FF2B5EF4-FFF2-40B4-BE49-F238E27FC236}">
                <a16:creationId xmlns:a16="http://schemas.microsoft.com/office/drawing/2014/main" id="{9313F61E-89A2-6E84-C3C2-4A25A6CD2B83}"/>
              </a:ext>
            </a:extLst>
          </p:cNvPr>
          <p:cNvSpPr txBox="1"/>
          <p:nvPr/>
        </p:nvSpPr>
        <p:spPr>
          <a:xfrm>
            <a:off x="1318567" y="27792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工作流程</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1" name="文本框 220">
            <a:extLst>
              <a:ext uri="{FF2B5EF4-FFF2-40B4-BE49-F238E27FC236}">
                <a16:creationId xmlns:a16="http://schemas.microsoft.com/office/drawing/2014/main" id="{49E7AC14-EDD4-D7E5-3431-15880AEB9516}"/>
              </a:ext>
            </a:extLst>
          </p:cNvPr>
          <p:cNvSpPr txBox="1"/>
          <p:nvPr/>
        </p:nvSpPr>
        <p:spPr>
          <a:xfrm>
            <a:off x="2902892" y="27792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工作协同</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2" name="文本框 221">
            <a:extLst>
              <a:ext uri="{FF2B5EF4-FFF2-40B4-BE49-F238E27FC236}">
                <a16:creationId xmlns:a16="http://schemas.microsoft.com/office/drawing/2014/main" id="{A70573F1-2320-1A58-F06E-ED32764EA973}"/>
              </a:ext>
            </a:extLst>
          </p:cNvPr>
          <p:cNvSpPr txBox="1"/>
          <p:nvPr/>
        </p:nvSpPr>
        <p:spPr>
          <a:xfrm>
            <a:off x="5579802" y="2779272"/>
            <a:ext cx="1038747"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自定义自主指标设定</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3" name="文本框 222">
            <a:extLst>
              <a:ext uri="{FF2B5EF4-FFF2-40B4-BE49-F238E27FC236}">
                <a16:creationId xmlns:a16="http://schemas.microsoft.com/office/drawing/2014/main" id="{B1177B7D-1210-7EB8-0EDD-AD64E6B3973A}"/>
              </a:ext>
            </a:extLst>
          </p:cNvPr>
          <p:cNvSpPr txBox="1"/>
          <p:nvPr/>
        </p:nvSpPr>
        <p:spPr>
          <a:xfrm>
            <a:off x="8734251" y="27792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提供工作资源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4" name="文本框 223">
            <a:extLst>
              <a:ext uri="{FF2B5EF4-FFF2-40B4-BE49-F238E27FC236}">
                <a16:creationId xmlns:a16="http://schemas.microsoft.com/office/drawing/2014/main" id="{0A8B4CFE-FB0E-4DB6-0643-A76D9D7EC78A}"/>
              </a:ext>
            </a:extLst>
          </p:cNvPr>
          <p:cNvSpPr txBox="1"/>
          <p:nvPr/>
        </p:nvSpPr>
        <p:spPr>
          <a:xfrm>
            <a:off x="10318576" y="2779272"/>
            <a:ext cx="692498"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提供工作资源</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5" name="文本框 224">
            <a:extLst>
              <a:ext uri="{FF2B5EF4-FFF2-40B4-BE49-F238E27FC236}">
                <a16:creationId xmlns:a16="http://schemas.microsoft.com/office/drawing/2014/main" id="{CD4F797B-A11C-BE7D-0A19-5D680825C47E}"/>
              </a:ext>
            </a:extLst>
          </p:cNvPr>
          <p:cNvSpPr txBox="1"/>
          <p:nvPr/>
        </p:nvSpPr>
        <p:spPr>
          <a:xfrm>
            <a:off x="143921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营销数据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6" name="文本框 225">
            <a:extLst>
              <a:ext uri="{FF2B5EF4-FFF2-40B4-BE49-F238E27FC236}">
                <a16:creationId xmlns:a16="http://schemas.microsoft.com/office/drawing/2014/main" id="{B0513098-5E95-5FD0-B2C9-87D2AB04568D}"/>
              </a:ext>
            </a:extLst>
          </p:cNvPr>
          <p:cNvSpPr txBox="1"/>
          <p:nvPr/>
        </p:nvSpPr>
        <p:spPr>
          <a:xfrm>
            <a:off x="365536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销售数据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8" name="文本框 227">
            <a:extLst>
              <a:ext uri="{FF2B5EF4-FFF2-40B4-BE49-F238E27FC236}">
                <a16:creationId xmlns:a16="http://schemas.microsoft.com/office/drawing/2014/main" id="{7F4F227E-0EEF-6956-FC00-5A5EC2CD0F2F}"/>
              </a:ext>
            </a:extLst>
          </p:cNvPr>
          <p:cNvSpPr txBox="1"/>
          <p:nvPr/>
        </p:nvSpPr>
        <p:spPr>
          <a:xfrm>
            <a:off x="587151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财务数据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29" name="文本框 228">
            <a:extLst>
              <a:ext uri="{FF2B5EF4-FFF2-40B4-BE49-F238E27FC236}">
                <a16:creationId xmlns:a16="http://schemas.microsoft.com/office/drawing/2014/main" id="{B496EAA9-49A2-CA6E-193F-8DFA288EA064}"/>
              </a:ext>
            </a:extLst>
          </p:cNvPr>
          <p:cNvSpPr txBox="1"/>
          <p:nvPr/>
        </p:nvSpPr>
        <p:spPr>
          <a:xfrm>
            <a:off x="808766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管理数据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0" name="文本框 229">
            <a:extLst>
              <a:ext uri="{FF2B5EF4-FFF2-40B4-BE49-F238E27FC236}">
                <a16:creationId xmlns:a16="http://schemas.microsoft.com/office/drawing/2014/main" id="{D641B495-10A5-358C-5EFF-283B95C04962}"/>
              </a:ext>
            </a:extLst>
          </p:cNvPr>
          <p:cNvSpPr txBox="1"/>
          <p:nvPr/>
        </p:nvSpPr>
        <p:spPr>
          <a:xfrm>
            <a:off x="10303817" y="532562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用户数据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1" name="文本框 230">
            <a:extLst>
              <a:ext uri="{FF2B5EF4-FFF2-40B4-BE49-F238E27FC236}">
                <a16:creationId xmlns:a16="http://schemas.microsoft.com/office/drawing/2014/main" id="{C5CCE4E5-CE85-8B1B-4D22-D008EA92B337}"/>
              </a:ext>
            </a:extLst>
          </p:cNvPr>
          <p:cNvSpPr txBox="1"/>
          <p:nvPr/>
        </p:nvSpPr>
        <p:spPr>
          <a:xfrm>
            <a:off x="143921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内容数据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2" name="文本框 231">
            <a:extLst>
              <a:ext uri="{FF2B5EF4-FFF2-40B4-BE49-F238E27FC236}">
                <a16:creationId xmlns:a16="http://schemas.microsoft.com/office/drawing/2014/main" id="{41BC9508-EA51-A177-0FB7-68433BA0E9B6}"/>
              </a:ext>
            </a:extLst>
          </p:cNvPr>
          <p:cNvSpPr txBox="1"/>
          <p:nvPr/>
        </p:nvSpPr>
        <p:spPr>
          <a:xfrm>
            <a:off x="365536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私域数据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3" name="文本框 232">
            <a:extLst>
              <a:ext uri="{FF2B5EF4-FFF2-40B4-BE49-F238E27FC236}">
                <a16:creationId xmlns:a16="http://schemas.microsoft.com/office/drawing/2014/main" id="{D267CF77-88AC-85D9-D83F-6A48D09024B1}"/>
              </a:ext>
            </a:extLst>
          </p:cNvPr>
          <p:cNvSpPr txBox="1"/>
          <p:nvPr/>
        </p:nvSpPr>
        <p:spPr>
          <a:xfrm>
            <a:off x="587151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电商数据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4" name="文本框 233">
            <a:extLst>
              <a:ext uri="{FF2B5EF4-FFF2-40B4-BE49-F238E27FC236}">
                <a16:creationId xmlns:a16="http://schemas.microsoft.com/office/drawing/2014/main" id="{13561B17-70A0-B154-67B6-010A520E708B}"/>
              </a:ext>
            </a:extLst>
          </p:cNvPr>
          <p:cNvSpPr txBox="1"/>
          <p:nvPr/>
        </p:nvSpPr>
        <p:spPr>
          <a:xfrm>
            <a:off x="8087667" y="5865372"/>
            <a:ext cx="461666"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人力数据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6" name="文本框 235">
            <a:extLst>
              <a:ext uri="{FF2B5EF4-FFF2-40B4-BE49-F238E27FC236}">
                <a16:creationId xmlns:a16="http://schemas.microsoft.com/office/drawing/2014/main" id="{47C1ED88-4D5E-E8A5-D6EA-54A064411018}"/>
              </a:ext>
            </a:extLst>
          </p:cNvPr>
          <p:cNvSpPr txBox="1"/>
          <p:nvPr/>
        </p:nvSpPr>
        <p:spPr>
          <a:xfrm>
            <a:off x="10303817" y="5865372"/>
            <a:ext cx="461665" cy="143757"/>
          </a:xfrm>
          <a:prstGeom prst="rect">
            <a:avLst/>
          </a:prstGeom>
          <a:noFill/>
        </p:spPr>
        <p:txBody>
          <a:bodyPr wrap="none" lIns="0" tIns="0" rIns="0" bIns="0" rtlCol="0">
            <a:spAutoFit/>
          </a:bodyPr>
          <a:lstStyle/>
          <a:p>
            <a:pPr algn="ct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售后数据</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Tree>
    <p:extLst>
      <p:ext uri="{BB962C8B-B14F-4D97-AF65-F5344CB8AC3E}">
        <p14:creationId xmlns:p14="http://schemas.microsoft.com/office/powerpoint/2010/main" val="2826982498"/>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 name="文本框 272">
            <a:extLst>
              <a:ext uri="{FF2B5EF4-FFF2-40B4-BE49-F238E27FC236}">
                <a16:creationId xmlns:a16="http://schemas.microsoft.com/office/drawing/2014/main" id="{5F3993D6-64E1-BCE8-5FB4-9454063C2AFE}"/>
              </a:ext>
            </a:extLst>
          </p:cNvPr>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a:extLst>
              <a:ext uri="{FF2B5EF4-FFF2-40B4-BE49-F238E27FC236}">
                <a16:creationId xmlns:a16="http://schemas.microsoft.com/office/drawing/2014/main" id="{E40ACFEA-CC5D-4964-02EE-0C26E01DCE77}"/>
              </a:ext>
            </a:extLst>
          </p:cNvPr>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1" name="矩形: 圆角 10">
            <a:extLst>
              <a:ext uri="{FF2B5EF4-FFF2-40B4-BE49-F238E27FC236}">
                <a16:creationId xmlns:a16="http://schemas.microsoft.com/office/drawing/2014/main" id="{DA3DA5A3-9515-6998-A182-CBC969B9D3A8}"/>
              </a:ext>
            </a:extLst>
          </p:cNvPr>
          <p:cNvSpPr/>
          <p:nvPr/>
        </p:nvSpPr>
        <p:spPr>
          <a:xfrm>
            <a:off x="635000" y="1568450"/>
            <a:ext cx="10904574" cy="47625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5" name="矩形: 圆角 14">
            <a:extLst>
              <a:ext uri="{FF2B5EF4-FFF2-40B4-BE49-F238E27FC236}">
                <a16:creationId xmlns:a16="http://schemas.microsoft.com/office/drawing/2014/main" id="{034B076F-844C-CC2A-E117-41AA028B6824}"/>
              </a:ext>
            </a:extLst>
          </p:cNvPr>
          <p:cNvSpPr/>
          <p:nvPr/>
        </p:nvSpPr>
        <p:spPr>
          <a:xfrm>
            <a:off x="635000" y="2228850"/>
            <a:ext cx="59055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0" name="矩形: 圆角 19">
            <a:extLst>
              <a:ext uri="{FF2B5EF4-FFF2-40B4-BE49-F238E27FC236}">
                <a16:creationId xmlns:a16="http://schemas.microsoft.com/office/drawing/2014/main" id="{49D7F218-7766-72DC-74A8-9AEBD0E19EFA}"/>
              </a:ext>
            </a:extLst>
          </p:cNvPr>
          <p:cNvSpPr/>
          <p:nvPr/>
        </p:nvSpPr>
        <p:spPr>
          <a:xfrm>
            <a:off x="10949024" y="2228850"/>
            <a:ext cx="590550" cy="39624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dirty="0"/>
          </a:p>
        </p:txBody>
      </p:sp>
      <p:sp>
        <p:nvSpPr>
          <p:cNvPr id="24" name="矩形: 圆角 23">
            <a:extLst>
              <a:ext uri="{FF2B5EF4-FFF2-40B4-BE49-F238E27FC236}">
                <a16:creationId xmlns:a16="http://schemas.microsoft.com/office/drawing/2014/main" id="{840B88FA-0F75-EA0E-A307-8F34F70DA359}"/>
              </a:ext>
            </a:extLst>
          </p:cNvPr>
          <p:cNvSpPr/>
          <p:nvPr/>
        </p:nvSpPr>
        <p:spPr>
          <a:xfrm>
            <a:off x="635000" y="3854450"/>
            <a:ext cx="590550" cy="133350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 name="矩形: 圆角 28">
            <a:extLst>
              <a:ext uri="{FF2B5EF4-FFF2-40B4-BE49-F238E27FC236}">
                <a16:creationId xmlns:a16="http://schemas.microsoft.com/office/drawing/2014/main" id="{AC1B9BB8-380E-BF4F-85E0-58DB7A6F9D2C}"/>
              </a:ext>
            </a:extLst>
          </p:cNvPr>
          <p:cNvSpPr/>
          <p:nvPr/>
        </p:nvSpPr>
        <p:spPr>
          <a:xfrm>
            <a:off x="635000" y="5410200"/>
            <a:ext cx="590550" cy="781050"/>
          </a:xfrm>
          <a:prstGeom prst="roundRect">
            <a:avLst>
              <a:gd name="adj" fmla="val 8000"/>
            </a:avLst>
          </a:prstGeom>
          <a:solidFill>
            <a:schemeClr val="bg1"/>
          </a:solidFill>
          <a:ln w="6350" cap="flat">
            <a:solidFill>
              <a:schemeClr val="accent1">
                <a:lumMod val="100000"/>
              </a:schemeClr>
            </a:solidFill>
            <a:prstDash val="solid"/>
            <a:miter/>
          </a:ln>
          <a:effectLst>
            <a:outerShdw blurRad="635000" dist="254000" dir="5400000" algn="t" rotWithShape="0">
              <a:schemeClr val="bg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4" name="矩形: 圆角 33">
            <a:extLst>
              <a:ext uri="{FF2B5EF4-FFF2-40B4-BE49-F238E27FC236}">
                <a16:creationId xmlns:a16="http://schemas.microsoft.com/office/drawing/2014/main" id="{91838703-C9EF-F575-282A-61C34ECC2C11}"/>
              </a:ext>
            </a:extLst>
          </p:cNvPr>
          <p:cNvSpPr/>
          <p:nvPr/>
        </p:nvSpPr>
        <p:spPr>
          <a:xfrm>
            <a:off x="2298700" y="22288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p>
        </p:txBody>
      </p:sp>
      <p:sp>
        <p:nvSpPr>
          <p:cNvPr id="37" name="矩形: 圆角 36">
            <a:extLst>
              <a:ext uri="{FF2B5EF4-FFF2-40B4-BE49-F238E27FC236}">
                <a16:creationId xmlns:a16="http://schemas.microsoft.com/office/drawing/2014/main" id="{846213E9-7B72-DF01-1434-FF7498B45175}"/>
              </a:ext>
            </a:extLst>
          </p:cNvPr>
          <p:cNvSpPr/>
          <p:nvPr/>
        </p:nvSpPr>
        <p:spPr>
          <a:xfrm>
            <a:off x="2298700" y="38544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p>
        </p:txBody>
      </p:sp>
      <p:sp>
        <p:nvSpPr>
          <p:cNvPr id="41" name="矩形: 圆角 40">
            <a:extLst>
              <a:ext uri="{FF2B5EF4-FFF2-40B4-BE49-F238E27FC236}">
                <a16:creationId xmlns:a16="http://schemas.microsoft.com/office/drawing/2014/main" id="{F0BE361E-3EB8-C531-0897-DBAE1A8C867A}"/>
              </a:ext>
            </a:extLst>
          </p:cNvPr>
          <p:cNvSpPr/>
          <p:nvPr/>
        </p:nvSpPr>
        <p:spPr>
          <a:xfrm>
            <a:off x="2298700" y="43243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p>
        </p:txBody>
      </p:sp>
      <p:sp>
        <p:nvSpPr>
          <p:cNvPr id="45" name="矩形: 圆角 44">
            <a:extLst>
              <a:ext uri="{FF2B5EF4-FFF2-40B4-BE49-F238E27FC236}">
                <a16:creationId xmlns:a16="http://schemas.microsoft.com/office/drawing/2014/main" id="{A1814133-B90F-E9ED-4C24-0644A6AAB908}"/>
              </a:ext>
            </a:extLst>
          </p:cNvPr>
          <p:cNvSpPr/>
          <p:nvPr/>
        </p:nvSpPr>
        <p:spPr>
          <a:xfrm>
            <a:off x="2298700" y="31686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p>
        </p:txBody>
      </p:sp>
      <p:sp>
        <p:nvSpPr>
          <p:cNvPr id="49" name="矩形: 圆角 48">
            <a:extLst>
              <a:ext uri="{FF2B5EF4-FFF2-40B4-BE49-F238E27FC236}">
                <a16:creationId xmlns:a16="http://schemas.microsoft.com/office/drawing/2014/main" id="{BFBFC4B5-6A05-50BB-CC98-2B35C7F676B3}"/>
              </a:ext>
            </a:extLst>
          </p:cNvPr>
          <p:cNvSpPr/>
          <p:nvPr/>
        </p:nvSpPr>
        <p:spPr>
          <a:xfrm>
            <a:off x="2298700" y="4794250"/>
            <a:ext cx="1720850" cy="39370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p>
        </p:txBody>
      </p:sp>
      <p:sp>
        <p:nvSpPr>
          <p:cNvPr id="52" name="矩形: 圆角 51">
            <a:extLst>
              <a:ext uri="{FF2B5EF4-FFF2-40B4-BE49-F238E27FC236}">
                <a16:creationId xmlns:a16="http://schemas.microsoft.com/office/drawing/2014/main" id="{211DBEFC-6BD0-CCA7-57D3-CC0D45CE6E84}"/>
              </a:ext>
            </a:extLst>
          </p:cNvPr>
          <p:cNvSpPr/>
          <p:nvPr/>
        </p:nvSpPr>
        <p:spPr>
          <a:xfrm>
            <a:off x="2298700" y="5410200"/>
            <a:ext cx="1720850" cy="7810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400"/>
          </a:p>
        </p:txBody>
      </p:sp>
      <p:sp>
        <p:nvSpPr>
          <p:cNvPr id="56" name="矩形: 圆角 55">
            <a:extLst>
              <a:ext uri="{FF2B5EF4-FFF2-40B4-BE49-F238E27FC236}">
                <a16:creationId xmlns:a16="http://schemas.microsoft.com/office/drawing/2014/main" id="{5A1F7111-8409-5BC1-C380-40F6031E0CB3}"/>
              </a:ext>
            </a:extLst>
          </p:cNvPr>
          <p:cNvSpPr/>
          <p:nvPr/>
        </p:nvSpPr>
        <p:spPr>
          <a:xfrm>
            <a:off x="4375150" y="5410200"/>
            <a:ext cx="6267450" cy="781050"/>
          </a:xfrm>
          <a:prstGeom prst="roundRect">
            <a:avLst>
              <a:gd name="adj" fmla="val 8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58" name="矩形: 圆角 57">
            <a:extLst>
              <a:ext uri="{FF2B5EF4-FFF2-40B4-BE49-F238E27FC236}">
                <a16:creationId xmlns:a16="http://schemas.microsoft.com/office/drawing/2014/main" id="{CD053CE7-F9BF-B613-123D-0000DD9DE788}"/>
              </a:ext>
            </a:extLst>
          </p:cNvPr>
          <p:cNvSpPr/>
          <p:nvPr/>
        </p:nvSpPr>
        <p:spPr>
          <a:xfrm>
            <a:off x="4375150" y="2228850"/>
            <a:ext cx="3048000" cy="2959100"/>
          </a:xfrm>
          <a:prstGeom prst="roundRect">
            <a:avLst>
              <a:gd name="adj" fmla="val 3000"/>
            </a:avLst>
          </a:pr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60" name="矩形: 圆角 59">
            <a:extLst>
              <a:ext uri="{FF2B5EF4-FFF2-40B4-BE49-F238E27FC236}">
                <a16:creationId xmlns:a16="http://schemas.microsoft.com/office/drawing/2014/main" id="{42871FA7-D808-63F3-A025-0589F414B45A}"/>
              </a:ext>
            </a:extLst>
          </p:cNvPr>
          <p:cNvSpPr/>
          <p:nvPr/>
        </p:nvSpPr>
        <p:spPr>
          <a:xfrm>
            <a:off x="7594600" y="2228850"/>
            <a:ext cx="3048000" cy="2959100"/>
          </a:xfrm>
          <a:prstGeom prst="roundRect">
            <a:avLst>
              <a:gd name="adj" fmla="val 3000"/>
            </a:avLst>
          </a:prstGeom>
          <a:solidFill>
            <a:srgbClr val="F7F7F7">
              <a:alpha val="20000"/>
            </a:srgbClr>
          </a:solidFill>
          <a:ln w="6350" cap="flat">
            <a:solidFill>
              <a:schemeClr val="accent1">
                <a:lumMod val="100000"/>
                <a:alpha val="50000"/>
              </a:schemeClr>
            </a:solidFill>
            <a:custDash>
              <a:ds d="600000" sp="600000"/>
            </a:custDash>
            <a:miter/>
          </a:ln>
        </p:spPr>
        <p:txBody>
          <a:bodyPr rtlCol="0" anchor="ctr"/>
          <a:lstStyle/>
          <a:p>
            <a:endParaRPr lang="zh-CN" altLang="en-US"/>
          </a:p>
        </p:txBody>
      </p:sp>
      <p:sp>
        <p:nvSpPr>
          <p:cNvPr id="128" name="矩形: 圆角 127">
            <a:extLst>
              <a:ext uri="{FF2B5EF4-FFF2-40B4-BE49-F238E27FC236}">
                <a16:creationId xmlns:a16="http://schemas.microsoft.com/office/drawing/2014/main" id="{83A2AD1E-2F2A-C373-6A50-21F3212B8DF9}"/>
              </a:ext>
            </a:extLst>
          </p:cNvPr>
          <p:cNvSpPr/>
          <p:nvPr/>
        </p:nvSpPr>
        <p:spPr>
          <a:xfrm>
            <a:off x="4565650" y="268605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33" name="矩形: 圆角 132">
            <a:extLst>
              <a:ext uri="{FF2B5EF4-FFF2-40B4-BE49-F238E27FC236}">
                <a16:creationId xmlns:a16="http://schemas.microsoft.com/office/drawing/2014/main" id="{845B49B9-5E41-2E35-5DA7-E60909225114}"/>
              </a:ext>
            </a:extLst>
          </p:cNvPr>
          <p:cNvSpPr/>
          <p:nvPr/>
        </p:nvSpPr>
        <p:spPr>
          <a:xfrm>
            <a:off x="4565650" y="323850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400"/>
          </a:p>
        </p:txBody>
      </p:sp>
      <p:sp>
        <p:nvSpPr>
          <p:cNvPr id="138" name="矩形: 圆角 137">
            <a:extLst>
              <a:ext uri="{FF2B5EF4-FFF2-40B4-BE49-F238E27FC236}">
                <a16:creationId xmlns:a16="http://schemas.microsoft.com/office/drawing/2014/main" id="{E3864E23-F3F3-90A9-140D-1F711D63E3DC}"/>
              </a:ext>
            </a:extLst>
          </p:cNvPr>
          <p:cNvSpPr/>
          <p:nvPr/>
        </p:nvSpPr>
        <p:spPr>
          <a:xfrm>
            <a:off x="6013450" y="268605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3" name="矩形: 圆角 142">
            <a:extLst>
              <a:ext uri="{FF2B5EF4-FFF2-40B4-BE49-F238E27FC236}">
                <a16:creationId xmlns:a16="http://schemas.microsoft.com/office/drawing/2014/main" id="{C5AA5BBB-B8C5-EDAD-14AA-E44A0A7EB160}"/>
              </a:ext>
            </a:extLst>
          </p:cNvPr>
          <p:cNvSpPr/>
          <p:nvPr/>
        </p:nvSpPr>
        <p:spPr>
          <a:xfrm>
            <a:off x="6013450" y="3238500"/>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400"/>
          </a:p>
        </p:txBody>
      </p:sp>
      <p:sp>
        <p:nvSpPr>
          <p:cNvPr id="148" name="矩形: 圆角 147">
            <a:extLst>
              <a:ext uri="{FF2B5EF4-FFF2-40B4-BE49-F238E27FC236}">
                <a16:creationId xmlns:a16="http://schemas.microsoft.com/office/drawing/2014/main" id="{A1873BDB-4250-EF67-3B2F-FD9F84251E77}"/>
              </a:ext>
            </a:extLst>
          </p:cNvPr>
          <p:cNvSpPr/>
          <p:nvPr/>
        </p:nvSpPr>
        <p:spPr>
          <a:xfrm>
            <a:off x="7785100" y="26638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3" name="矩形: 圆角 152">
            <a:extLst>
              <a:ext uri="{FF2B5EF4-FFF2-40B4-BE49-F238E27FC236}">
                <a16:creationId xmlns:a16="http://schemas.microsoft.com/office/drawing/2014/main" id="{05BA4309-D160-3479-7ADA-9F9D82CD0C81}"/>
              </a:ext>
            </a:extLst>
          </p:cNvPr>
          <p:cNvSpPr/>
          <p:nvPr/>
        </p:nvSpPr>
        <p:spPr>
          <a:xfrm>
            <a:off x="9232900" y="26638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58" name="矩形: 圆角 157">
            <a:extLst>
              <a:ext uri="{FF2B5EF4-FFF2-40B4-BE49-F238E27FC236}">
                <a16:creationId xmlns:a16="http://schemas.microsoft.com/office/drawing/2014/main" id="{D21D02F1-F1DF-E7BF-2704-8FB0F9B7FE11}"/>
              </a:ext>
            </a:extLst>
          </p:cNvPr>
          <p:cNvSpPr/>
          <p:nvPr/>
        </p:nvSpPr>
        <p:spPr>
          <a:xfrm>
            <a:off x="7797800" y="3238500"/>
            <a:ext cx="26543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63" name="矩形: 圆角 162">
            <a:extLst>
              <a:ext uri="{FF2B5EF4-FFF2-40B4-BE49-F238E27FC236}">
                <a16:creationId xmlns:a16="http://schemas.microsoft.com/office/drawing/2014/main" id="{B5016612-87ED-063F-5A0C-1EF9BA7DDE79}"/>
              </a:ext>
            </a:extLst>
          </p:cNvPr>
          <p:cNvSpPr/>
          <p:nvPr/>
        </p:nvSpPr>
        <p:spPr>
          <a:xfrm>
            <a:off x="7797800" y="3806825"/>
            <a:ext cx="12065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400"/>
          </a:p>
        </p:txBody>
      </p:sp>
      <p:sp>
        <p:nvSpPr>
          <p:cNvPr id="168" name="矩形: 圆角 167">
            <a:extLst>
              <a:ext uri="{FF2B5EF4-FFF2-40B4-BE49-F238E27FC236}">
                <a16:creationId xmlns:a16="http://schemas.microsoft.com/office/drawing/2014/main" id="{6B9411B2-6365-2ECD-9184-6C6DC77E2102}"/>
              </a:ext>
            </a:extLst>
          </p:cNvPr>
          <p:cNvSpPr/>
          <p:nvPr/>
        </p:nvSpPr>
        <p:spPr>
          <a:xfrm>
            <a:off x="7797800" y="4378325"/>
            <a:ext cx="12065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400"/>
          </a:p>
        </p:txBody>
      </p:sp>
      <p:sp>
        <p:nvSpPr>
          <p:cNvPr id="173" name="矩形: 圆角 172">
            <a:extLst>
              <a:ext uri="{FF2B5EF4-FFF2-40B4-BE49-F238E27FC236}">
                <a16:creationId xmlns:a16="http://schemas.microsoft.com/office/drawing/2014/main" id="{E59FD6B4-4FC2-EBB5-97AF-F99CAC3147B1}"/>
              </a:ext>
            </a:extLst>
          </p:cNvPr>
          <p:cNvSpPr/>
          <p:nvPr/>
        </p:nvSpPr>
        <p:spPr>
          <a:xfrm>
            <a:off x="9232900" y="38068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78" name="矩形: 圆角 177">
            <a:extLst>
              <a:ext uri="{FF2B5EF4-FFF2-40B4-BE49-F238E27FC236}">
                <a16:creationId xmlns:a16="http://schemas.microsoft.com/office/drawing/2014/main" id="{F823C5CB-3E0D-C165-5494-8803B899AFE9}"/>
              </a:ext>
            </a:extLst>
          </p:cNvPr>
          <p:cNvSpPr/>
          <p:nvPr/>
        </p:nvSpPr>
        <p:spPr>
          <a:xfrm>
            <a:off x="9232900" y="4378325"/>
            <a:ext cx="1219200" cy="3810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4" name="矩形: 圆角 183">
            <a:extLst>
              <a:ext uri="{FF2B5EF4-FFF2-40B4-BE49-F238E27FC236}">
                <a16:creationId xmlns:a16="http://schemas.microsoft.com/office/drawing/2014/main" id="{00163A2C-5BE4-B304-0370-7564F93256FD}"/>
              </a:ext>
            </a:extLst>
          </p:cNvPr>
          <p:cNvSpPr/>
          <p:nvPr/>
        </p:nvSpPr>
        <p:spPr>
          <a:xfrm>
            <a:off x="4578350" y="3806825"/>
            <a:ext cx="2641600" cy="571500"/>
          </a:xfrm>
          <a:prstGeom prst="roundRect">
            <a:avLst>
              <a:gd name="adj" fmla="val 8000"/>
            </a:avLst>
          </a:prstGeom>
          <a:solidFill>
            <a:srgbClr val="FFFFFF"/>
          </a:solidFill>
          <a:ln w="6350" cap="flat">
            <a:solidFill>
              <a:schemeClr val="accent1">
                <a:lumMod val="100000"/>
              </a:schemeClr>
            </a:solidFill>
            <a:prstDash val="solid"/>
            <a:miter/>
          </a:ln>
          <a:effectLst>
            <a:outerShdw blurRad="635000" dist="254000" dir="5400000" algn="t" rotWithShape="0">
              <a:schemeClr val="tx2">
                <a:alpha val="5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400"/>
          </a:p>
        </p:txBody>
      </p:sp>
      <p:sp>
        <p:nvSpPr>
          <p:cNvPr id="188" name="任意多边形: 形状 187">
            <a:extLst>
              <a:ext uri="{FF2B5EF4-FFF2-40B4-BE49-F238E27FC236}">
                <a16:creationId xmlns:a16="http://schemas.microsoft.com/office/drawing/2014/main" id="{8E35A6A4-5C25-E0DF-385C-43E3864ACB9F}"/>
              </a:ext>
            </a:extLst>
          </p:cNvPr>
          <p:cNvSpPr/>
          <p:nvPr/>
        </p:nvSpPr>
        <p:spPr>
          <a:xfrm>
            <a:off x="838200" y="358140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89" name="任意多边形: 形状 188">
            <a:extLst>
              <a:ext uri="{FF2B5EF4-FFF2-40B4-BE49-F238E27FC236}">
                <a16:creationId xmlns:a16="http://schemas.microsoft.com/office/drawing/2014/main" id="{E3AB7430-FE74-4D62-BB85-1D46E571107F}"/>
              </a:ext>
            </a:extLst>
          </p:cNvPr>
          <p:cNvSpPr/>
          <p:nvPr/>
        </p:nvSpPr>
        <p:spPr>
          <a:xfrm>
            <a:off x="838200" y="52133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lumMod val="75000"/>
                </a:schemeClr>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190" name="任意多边形: 形状 189">
            <a:extLst>
              <a:ext uri="{FF2B5EF4-FFF2-40B4-BE49-F238E27FC236}">
                <a16:creationId xmlns:a16="http://schemas.microsoft.com/office/drawing/2014/main" id="{412DF288-89E3-A12A-F39F-923EDCC60A6F}"/>
              </a:ext>
            </a:extLst>
          </p:cNvPr>
          <p:cNvSpPr/>
          <p:nvPr/>
        </p:nvSpPr>
        <p:spPr>
          <a:xfrm>
            <a:off x="1352550" y="4004537"/>
            <a:ext cx="825501" cy="1033325"/>
          </a:xfrm>
          <a:custGeom>
            <a:avLst/>
            <a:gdLst>
              <a:gd name="connsiteX0" fmla="*/ 823639 w 825501"/>
              <a:gd name="connsiteY0" fmla="*/ 51252 h 1033325"/>
              <a:gd name="connsiteX1" fmla="*/ 823639 w 825501"/>
              <a:gd name="connsiteY1" fmla="*/ 42274 h 1033325"/>
              <a:gd name="connsiteX2" fmla="*/ 783228 w 825501"/>
              <a:gd name="connsiteY2" fmla="*/ 1862 h 1033325"/>
              <a:gd name="connsiteX3" fmla="*/ 774249 w 825501"/>
              <a:gd name="connsiteY3" fmla="*/ 1862 h 1033325"/>
              <a:gd name="connsiteX4" fmla="*/ 774249 w 825501"/>
              <a:gd name="connsiteY4" fmla="*/ 10841 h 1033325"/>
              <a:gd name="connsiteX5" fmla="*/ 810171 w 825501"/>
              <a:gd name="connsiteY5" fmla="*/ 46763 h 1033325"/>
              <a:gd name="connsiteX6" fmla="*/ 774249 w 825501"/>
              <a:gd name="connsiteY6" fmla="*/ 82685 h 1033325"/>
              <a:gd name="connsiteX7" fmla="*/ 774249 w 825501"/>
              <a:gd name="connsiteY7" fmla="*/ 91664 h 1033325"/>
              <a:gd name="connsiteX8" fmla="*/ 783228 w 825501"/>
              <a:gd name="connsiteY8" fmla="*/ 91664 h 1033325"/>
              <a:gd name="connsiteX9" fmla="*/ 823639 w 825501"/>
              <a:gd name="connsiteY9" fmla="*/ 51252 h 1033325"/>
              <a:gd name="connsiteX10" fmla="*/ 823639 w 825501"/>
              <a:gd name="connsiteY10" fmla="*/ 991052 h 1033325"/>
              <a:gd name="connsiteX11" fmla="*/ 823639 w 825501"/>
              <a:gd name="connsiteY11" fmla="*/ 982074 h 1033325"/>
              <a:gd name="connsiteX12" fmla="*/ 783228 w 825501"/>
              <a:gd name="connsiteY12" fmla="*/ 941662 h 1033325"/>
              <a:gd name="connsiteX13" fmla="*/ 774249 w 825501"/>
              <a:gd name="connsiteY13" fmla="*/ 941662 h 1033325"/>
              <a:gd name="connsiteX14" fmla="*/ 774249 w 825501"/>
              <a:gd name="connsiteY14" fmla="*/ 950641 h 1033325"/>
              <a:gd name="connsiteX15" fmla="*/ 810171 w 825501"/>
              <a:gd name="connsiteY15" fmla="*/ 986563 h 1033325"/>
              <a:gd name="connsiteX16" fmla="*/ 774249 w 825501"/>
              <a:gd name="connsiteY16" fmla="*/ 1022485 h 1033325"/>
              <a:gd name="connsiteX17" fmla="*/ 774249 w 825501"/>
              <a:gd name="connsiteY17" fmla="*/ 1031464 h 1033325"/>
              <a:gd name="connsiteX18" fmla="*/ 783228 w 825501"/>
              <a:gd name="connsiteY18" fmla="*/ 1031464 h 1033325"/>
              <a:gd name="connsiteX19" fmla="*/ 823639 w 825501"/>
              <a:gd name="connsiteY19" fmla="*/ 991052 h 1033325"/>
              <a:gd name="connsiteX20" fmla="*/ 409575 w 825501"/>
              <a:gd name="connsiteY20" fmla="*/ 986563 h 1033325"/>
              <a:gd name="connsiteX21" fmla="*/ 403225 w 825501"/>
              <a:gd name="connsiteY21" fmla="*/ 986563 h 1033325"/>
              <a:gd name="connsiteX22" fmla="*/ 403225 w 825501"/>
              <a:gd name="connsiteY22" fmla="*/ 992913 h 1033325"/>
              <a:gd name="connsiteX23" fmla="*/ 409575 w 825501"/>
              <a:gd name="connsiteY23" fmla="*/ 992913 h 1033325"/>
              <a:gd name="connsiteX24" fmla="*/ 409575 w 825501"/>
              <a:gd name="connsiteY24" fmla="*/ 986563 h 1033325"/>
              <a:gd name="connsiteX25" fmla="*/ 409575 w 825501"/>
              <a:gd name="connsiteY25" fmla="*/ 46763 h 1033325"/>
              <a:gd name="connsiteX26" fmla="*/ 409575 w 825501"/>
              <a:gd name="connsiteY26" fmla="*/ 40413 h 1033325"/>
              <a:gd name="connsiteX27" fmla="*/ 403225 w 825501"/>
              <a:gd name="connsiteY27" fmla="*/ 40413 h 1033325"/>
              <a:gd name="connsiteX28" fmla="*/ 403225 w 825501"/>
              <a:gd name="connsiteY28" fmla="*/ 46763 h 1033325"/>
              <a:gd name="connsiteX29" fmla="*/ 409575 w 825501"/>
              <a:gd name="connsiteY29" fmla="*/ 46763 h 1033325"/>
              <a:gd name="connsiteX30" fmla="*/ 823639 w 825501"/>
              <a:gd name="connsiteY30" fmla="*/ 521152 h 1033325"/>
              <a:gd name="connsiteX31" fmla="*/ 823639 w 825501"/>
              <a:gd name="connsiteY31" fmla="*/ 512174 h 1033325"/>
              <a:gd name="connsiteX32" fmla="*/ 783228 w 825501"/>
              <a:gd name="connsiteY32" fmla="*/ 471762 h 1033325"/>
              <a:gd name="connsiteX33" fmla="*/ 774249 w 825501"/>
              <a:gd name="connsiteY33" fmla="*/ 471762 h 1033325"/>
              <a:gd name="connsiteX34" fmla="*/ 774249 w 825501"/>
              <a:gd name="connsiteY34" fmla="*/ 480741 h 1033325"/>
              <a:gd name="connsiteX35" fmla="*/ 810171 w 825501"/>
              <a:gd name="connsiteY35" fmla="*/ 516663 h 1033325"/>
              <a:gd name="connsiteX36" fmla="*/ 774249 w 825501"/>
              <a:gd name="connsiteY36" fmla="*/ 552585 h 1033325"/>
              <a:gd name="connsiteX37" fmla="*/ 774249 w 825501"/>
              <a:gd name="connsiteY37" fmla="*/ 561564 h 1033325"/>
              <a:gd name="connsiteX38" fmla="*/ 783228 w 825501"/>
              <a:gd name="connsiteY38" fmla="*/ 561564 h 1033325"/>
              <a:gd name="connsiteX39" fmla="*/ 823639 w 825501"/>
              <a:gd name="connsiteY39" fmla="*/ 521152 h 1033325"/>
              <a:gd name="connsiteX40" fmla="*/ 819150 w 825501"/>
              <a:gd name="connsiteY40" fmla="*/ 980213 h 1033325"/>
              <a:gd name="connsiteX41" fmla="*/ 409575 w 825501"/>
              <a:gd name="connsiteY41" fmla="*/ 980213 h 1033325"/>
              <a:gd name="connsiteX42" fmla="*/ 409575 w 825501"/>
              <a:gd name="connsiteY42" fmla="*/ 992913 h 1033325"/>
              <a:gd name="connsiteX43" fmla="*/ 819150 w 825501"/>
              <a:gd name="connsiteY43" fmla="*/ 992913 h 1033325"/>
              <a:gd name="connsiteX44" fmla="*/ 819150 w 825501"/>
              <a:gd name="connsiteY44" fmla="*/ 980213 h 1033325"/>
              <a:gd name="connsiteX45" fmla="*/ 409575 w 825501"/>
              <a:gd name="connsiteY45" fmla="*/ 53113 h 1033325"/>
              <a:gd name="connsiteX46" fmla="*/ 819150 w 825501"/>
              <a:gd name="connsiteY46" fmla="*/ 53113 h 1033325"/>
              <a:gd name="connsiteX47" fmla="*/ 819150 w 825501"/>
              <a:gd name="connsiteY47" fmla="*/ 40413 h 1033325"/>
              <a:gd name="connsiteX48" fmla="*/ 409575 w 825501"/>
              <a:gd name="connsiteY48" fmla="*/ 40413 h 1033325"/>
              <a:gd name="connsiteX49" fmla="*/ 409575 w 825501"/>
              <a:gd name="connsiteY49" fmla="*/ 53113 h 1033325"/>
              <a:gd name="connsiteX50" fmla="*/ 415925 w 825501"/>
              <a:gd name="connsiteY50" fmla="*/ 986563 h 1033325"/>
              <a:gd name="connsiteX51" fmla="*/ 415925 w 825501"/>
              <a:gd name="connsiteY51" fmla="*/ 516663 h 1033325"/>
              <a:gd name="connsiteX52" fmla="*/ 403225 w 825501"/>
              <a:gd name="connsiteY52" fmla="*/ 516663 h 1033325"/>
              <a:gd name="connsiteX53" fmla="*/ 403225 w 825501"/>
              <a:gd name="connsiteY53" fmla="*/ 986563 h 1033325"/>
              <a:gd name="connsiteX54" fmla="*/ 415925 w 825501"/>
              <a:gd name="connsiteY54" fmla="*/ 986563 h 1033325"/>
              <a:gd name="connsiteX55" fmla="*/ 415925 w 825501"/>
              <a:gd name="connsiteY55" fmla="*/ 516663 h 1033325"/>
              <a:gd name="connsiteX56" fmla="*/ 415925 w 825501"/>
              <a:gd name="connsiteY56" fmla="*/ 46763 h 1033325"/>
              <a:gd name="connsiteX57" fmla="*/ 403225 w 825501"/>
              <a:gd name="connsiteY57" fmla="*/ 46763 h 1033325"/>
              <a:gd name="connsiteX58" fmla="*/ 403225 w 825501"/>
              <a:gd name="connsiteY58" fmla="*/ 516663 h 1033325"/>
              <a:gd name="connsiteX59" fmla="*/ 415925 w 825501"/>
              <a:gd name="connsiteY59" fmla="*/ 516663 h 1033325"/>
              <a:gd name="connsiteX60" fmla="*/ 409575 w 825501"/>
              <a:gd name="connsiteY60" fmla="*/ 523013 h 1033325"/>
              <a:gd name="connsiteX61" fmla="*/ 819150 w 825501"/>
              <a:gd name="connsiteY61" fmla="*/ 523013 h 1033325"/>
              <a:gd name="connsiteX62" fmla="*/ 819150 w 825501"/>
              <a:gd name="connsiteY62" fmla="*/ 510313 h 1033325"/>
              <a:gd name="connsiteX63" fmla="*/ 409575 w 825501"/>
              <a:gd name="connsiteY63" fmla="*/ 510313 h 1033325"/>
              <a:gd name="connsiteX64" fmla="*/ 409575 w 825501"/>
              <a:gd name="connsiteY64" fmla="*/ 523013 h 1033325"/>
              <a:gd name="connsiteX65" fmla="*/ 409575 w 825501"/>
              <a:gd name="connsiteY65" fmla="*/ 510313 h 1033325"/>
              <a:gd name="connsiteX66" fmla="*/ 0 w 825501"/>
              <a:gd name="connsiteY66" fmla="*/ 510313 h 1033325"/>
              <a:gd name="connsiteX67" fmla="*/ 0 w 825501"/>
              <a:gd name="connsiteY67" fmla="*/ 523013 h 1033325"/>
              <a:gd name="connsiteX68" fmla="*/ 409575 w 825501"/>
              <a:gd name="connsiteY68" fmla="*/ 523013 h 1033325"/>
              <a:gd name="connsiteX69" fmla="*/ 409575 w 825501"/>
              <a:gd name="connsiteY69" fmla="*/ 510313 h 103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25501" h="1033325">
                <a:moveTo>
                  <a:pt x="823639" y="51252"/>
                </a:moveTo>
                <a:cubicBezTo>
                  <a:pt x="826122" y="48776"/>
                  <a:pt x="826122" y="44750"/>
                  <a:pt x="823639" y="42274"/>
                </a:cubicBezTo>
                <a:lnTo>
                  <a:pt x="783228" y="1862"/>
                </a:lnTo>
                <a:cubicBezTo>
                  <a:pt x="780752" y="-621"/>
                  <a:pt x="776726" y="-621"/>
                  <a:pt x="774249" y="1862"/>
                </a:cubicBezTo>
                <a:cubicBezTo>
                  <a:pt x="771766" y="4338"/>
                  <a:pt x="771766" y="8364"/>
                  <a:pt x="774249" y="10841"/>
                </a:cubicBezTo>
                <a:lnTo>
                  <a:pt x="810171" y="46763"/>
                </a:lnTo>
                <a:lnTo>
                  <a:pt x="774249" y="82685"/>
                </a:lnTo>
                <a:cubicBezTo>
                  <a:pt x="771766" y="85161"/>
                  <a:pt x="771766" y="89187"/>
                  <a:pt x="774249" y="91664"/>
                </a:cubicBezTo>
                <a:cubicBezTo>
                  <a:pt x="776726" y="94146"/>
                  <a:pt x="780752" y="94146"/>
                  <a:pt x="783228" y="91664"/>
                </a:cubicBezTo>
                <a:lnTo>
                  <a:pt x="823639" y="51252"/>
                </a:lnTo>
                <a:close/>
                <a:moveTo>
                  <a:pt x="823639" y="991052"/>
                </a:moveTo>
                <a:cubicBezTo>
                  <a:pt x="826122" y="988576"/>
                  <a:pt x="826122" y="984550"/>
                  <a:pt x="823639" y="982074"/>
                </a:cubicBezTo>
                <a:lnTo>
                  <a:pt x="783228" y="941662"/>
                </a:lnTo>
                <a:cubicBezTo>
                  <a:pt x="780752" y="939179"/>
                  <a:pt x="776726" y="939179"/>
                  <a:pt x="774249" y="941662"/>
                </a:cubicBezTo>
                <a:cubicBezTo>
                  <a:pt x="771766" y="944138"/>
                  <a:pt x="771766" y="948164"/>
                  <a:pt x="774249" y="950641"/>
                </a:cubicBezTo>
                <a:lnTo>
                  <a:pt x="810171" y="986563"/>
                </a:lnTo>
                <a:lnTo>
                  <a:pt x="774249" y="1022485"/>
                </a:lnTo>
                <a:cubicBezTo>
                  <a:pt x="771766" y="1024961"/>
                  <a:pt x="771766" y="1028987"/>
                  <a:pt x="774249" y="1031464"/>
                </a:cubicBezTo>
                <a:cubicBezTo>
                  <a:pt x="776726" y="1033946"/>
                  <a:pt x="780752" y="1033946"/>
                  <a:pt x="783228" y="1031464"/>
                </a:cubicBezTo>
                <a:lnTo>
                  <a:pt x="823639" y="991052"/>
                </a:lnTo>
                <a:close/>
                <a:moveTo>
                  <a:pt x="409575" y="986563"/>
                </a:moveTo>
                <a:lnTo>
                  <a:pt x="403225" y="986563"/>
                </a:lnTo>
                <a:lnTo>
                  <a:pt x="403225" y="992913"/>
                </a:lnTo>
                <a:lnTo>
                  <a:pt x="409575" y="992913"/>
                </a:lnTo>
                <a:lnTo>
                  <a:pt x="409575" y="986563"/>
                </a:lnTo>
                <a:close/>
                <a:moveTo>
                  <a:pt x="409575" y="46763"/>
                </a:moveTo>
                <a:lnTo>
                  <a:pt x="409575" y="40413"/>
                </a:lnTo>
                <a:lnTo>
                  <a:pt x="403225" y="40413"/>
                </a:lnTo>
                <a:lnTo>
                  <a:pt x="403225" y="46763"/>
                </a:lnTo>
                <a:lnTo>
                  <a:pt x="409575" y="46763"/>
                </a:lnTo>
                <a:close/>
                <a:moveTo>
                  <a:pt x="823639" y="521152"/>
                </a:moveTo>
                <a:cubicBezTo>
                  <a:pt x="826122" y="518676"/>
                  <a:pt x="826122" y="514650"/>
                  <a:pt x="823639" y="512174"/>
                </a:cubicBezTo>
                <a:lnTo>
                  <a:pt x="783228" y="471762"/>
                </a:lnTo>
                <a:cubicBezTo>
                  <a:pt x="780752" y="469279"/>
                  <a:pt x="776726" y="469279"/>
                  <a:pt x="774249" y="471762"/>
                </a:cubicBezTo>
                <a:cubicBezTo>
                  <a:pt x="771766" y="474238"/>
                  <a:pt x="771766" y="478264"/>
                  <a:pt x="774249" y="480741"/>
                </a:cubicBezTo>
                <a:lnTo>
                  <a:pt x="810171" y="516663"/>
                </a:lnTo>
                <a:lnTo>
                  <a:pt x="774249" y="552585"/>
                </a:lnTo>
                <a:cubicBezTo>
                  <a:pt x="771766" y="555061"/>
                  <a:pt x="771766" y="559087"/>
                  <a:pt x="774249" y="561564"/>
                </a:cubicBezTo>
                <a:cubicBezTo>
                  <a:pt x="776726" y="564046"/>
                  <a:pt x="780752" y="564046"/>
                  <a:pt x="783228" y="561564"/>
                </a:cubicBezTo>
                <a:lnTo>
                  <a:pt x="823639" y="521152"/>
                </a:lnTo>
                <a:close/>
                <a:moveTo>
                  <a:pt x="819150" y="980213"/>
                </a:moveTo>
                <a:lnTo>
                  <a:pt x="409575" y="980213"/>
                </a:lnTo>
                <a:lnTo>
                  <a:pt x="409575" y="992913"/>
                </a:lnTo>
                <a:lnTo>
                  <a:pt x="819150" y="992913"/>
                </a:lnTo>
                <a:lnTo>
                  <a:pt x="819150" y="980213"/>
                </a:lnTo>
                <a:close/>
                <a:moveTo>
                  <a:pt x="409575" y="53113"/>
                </a:moveTo>
                <a:lnTo>
                  <a:pt x="819150" y="53113"/>
                </a:lnTo>
                <a:lnTo>
                  <a:pt x="819150" y="40413"/>
                </a:lnTo>
                <a:lnTo>
                  <a:pt x="409575" y="40413"/>
                </a:lnTo>
                <a:lnTo>
                  <a:pt x="409575" y="53113"/>
                </a:lnTo>
                <a:close/>
                <a:moveTo>
                  <a:pt x="415925" y="986563"/>
                </a:moveTo>
                <a:lnTo>
                  <a:pt x="415925" y="516663"/>
                </a:lnTo>
                <a:lnTo>
                  <a:pt x="403225" y="516663"/>
                </a:lnTo>
                <a:lnTo>
                  <a:pt x="403225" y="986563"/>
                </a:lnTo>
                <a:lnTo>
                  <a:pt x="415925" y="986563"/>
                </a:lnTo>
                <a:close/>
                <a:moveTo>
                  <a:pt x="415925" y="516663"/>
                </a:moveTo>
                <a:lnTo>
                  <a:pt x="415925" y="46763"/>
                </a:lnTo>
                <a:lnTo>
                  <a:pt x="403225" y="46763"/>
                </a:lnTo>
                <a:lnTo>
                  <a:pt x="403225" y="516663"/>
                </a:lnTo>
                <a:lnTo>
                  <a:pt x="415925" y="516663"/>
                </a:lnTo>
                <a:close/>
                <a:moveTo>
                  <a:pt x="409575" y="523013"/>
                </a:moveTo>
                <a:lnTo>
                  <a:pt x="819150" y="523013"/>
                </a:lnTo>
                <a:lnTo>
                  <a:pt x="819150" y="510313"/>
                </a:lnTo>
                <a:lnTo>
                  <a:pt x="409575" y="510313"/>
                </a:lnTo>
                <a:lnTo>
                  <a:pt x="409575" y="523013"/>
                </a:lnTo>
                <a:close/>
                <a:moveTo>
                  <a:pt x="409575" y="510313"/>
                </a:moveTo>
                <a:lnTo>
                  <a:pt x="0" y="510313"/>
                </a:lnTo>
                <a:lnTo>
                  <a:pt x="0" y="523013"/>
                </a:lnTo>
                <a:lnTo>
                  <a:pt x="409575" y="523013"/>
                </a:lnTo>
                <a:lnTo>
                  <a:pt x="409575" y="510313"/>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192" name="任意多边形: 形状 191">
            <a:extLst>
              <a:ext uri="{FF2B5EF4-FFF2-40B4-BE49-F238E27FC236}">
                <a16:creationId xmlns:a16="http://schemas.microsoft.com/office/drawing/2014/main" id="{609C503F-CA19-DE40-DB0E-AB587DA5BF1A}"/>
              </a:ext>
            </a:extLst>
          </p:cNvPr>
          <p:cNvSpPr/>
          <p:nvPr/>
        </p:nvSpPr>
        <p:spPr>
          <a:xfrm>
            <a:off x="1352550" y="2378936"/>
            <a:ext cx="825501" cy="1033325"/>
          </a:xfrm>
          <a:custGeom>
            <a:avLst/>
            <a:gdLst>
              <a:gd name="connsiteX0" fmla="*/ 823639 w 825501"/>
              <a:gd name="connsiteY0" fmla="*/ 51252 h 1033325"/>
              <a:gd name="connsiteX1" fmla="*/ 823639 w 825501"/>
              <a:gd name="connsiteY1" fmla="*/ 42274 h 1033325"/>
              <a:gd name="connsiteX2" fmla="*/ 783228 w 825501"/>
              <a:gd name="connsiteY2" fmla="*/ 1862 h 1033325"/>
              <a:gd name="connsiteX3" fmla="*/ 774249 w 825501"/>
              <a:gd name="connsiteY3" fmla="*/ 1862 h 1033325"/>
              <a:gd name="connsiteX4" fmla="*/ 774249 w 825501"/>
              <a:gd name="connsiteY4" fmla="*/ 10841 h 1033325"/>
              <a:gd name="connsiteX5" fmla="*/ 810171 w 825501"/>
              <a:gd name="connsiteY5" fmla="*/ 46763 h 1033325"/>
              <a:gd name="connsiteX6" fmla="*/ 774249 w 825501"/>
              <a:gd name="connsiteY6" fmla="*/ 82685 h 1033325"/>
              <a:gd name="connsiteX7" fmla="*/ 774249 w 825501"/>
              <a:gd name="connsiteY7" fmla="*/ 91664 h 1033325"/>
              <a:gd name="connsiteX8" fmla="*/ 783228 w 825501"/>
              <a:gd name="connsiteY8" fmla="*/ 91664 h 1033325"/>
              <a:gd name="connsiteX9" fmla="*/ 823639 w 825501"/>
              <a:gd name="connsiteY9" fmla="*/ 51252 h 1033325"/>
              <a:gd name="connsiteX10" fmla="*/ 823639 w 825501"/>
              <a:gd name="connsiteY10" fmla="*/ 991052 h 1033325"/>
              <a:gd name="connsiteX11" fmla="*/ 823639 w 825501"/>
              <a:gd name="connsiteY11" fmla="*/ 982074 h 1033325"/>
              <a:gd name="connsiteX12" fmla="*/ 783228 w 825501"/>
              <a:gd name="connsiteY12" fmla="*/ 941662 h 1033325"/>
              <a:gd name="connsiteX13" fmla="*/ 774249 w 825501"/>
              <a:gd name="connsiteY13" fmla="*/ 941662 h 1033325"/>
              <a:gd name="connsiteX14" fmla="*/ 774249 w 825501"/>
              <a:gd name="connsiteY14" fmla="*/ 950641 h 1033325"/>
              <a:gd name="connsiteX15" fmla="*/ 810171 w 825501"/>
              <a:gd name="connsiteY15" fmla="*/ 986563 h 1033325"/>
              <a:gd name="connsiteX16" fmla="*/ 774249 w 825501"/>
              <a:gd name="connsiteY16" fmla="*/ 1022485 h 1033325"/>
              <a:gd name="connsiteX17" fmla="*/ 774249 w 825501"/>
              <a:gd name="connsiteY17" fmla="*/ 1031464 h 1033325"/>
              <a:gd name="connsiteX18" fmla="*/ 783228 w 825501"/>
              <a:gd name="connsiteY18" fmla="*/ 1031464 h 1033325"/>
              <a:gd name="connsiteX19" fmla="*/ 823639 w 825501"/>
              <a:gd name="connsiteY19" fmla="*/ 991052 h 1033325"/>
              <a:gd name="connsiteX20" fmla="*/ 409575 w 825501"/>
              <a:gd name="connsiteY20" fmla="*/ 986563 h 1033325"/>
              <a:gd name="connsiteX21" fmla="*/ 403225 w 825501"/>
              <a:gd name="connsiteY21" fmla="*/ 986563 h 1033325"/>
              <a:gd name="connsiteX22" fmla="*/ 403225 w 825501"/>
              <a:gd name="connsiteY22" fmla="*/ 992913 h 1033325"/>
              <a:gd name="connsiteX23" fmla="*/ 409575 w 825501"/>
              <a:gd name="connsiteY23" fmla="*/ 992913 h 1033325"/>
              <a:gd name="connsiteX24" fmla="*/ 409575 w 825501"/>
              <a:gd name="connsiteY24" fmla="*/ 986563 h 1033325"/>
              <a:gd name="connsiteX25" fmla="*/ 409575 w 825501"/>
              <a:gd name="connsiteY25" fmla="*/ 46763 h 1033325"/>
              <a:gd name="connsiteX26" fmla="*/ 409575 w 825501"/>
              <a:gd name="connsiteY26" fmla="*/ 40413 h 1033325"/>
              <a:gd name="connsiteX27" fmla="*/ 403225 w 825501"/>
              <a:gd name="connsiteY27" fmla="*/ 40413 h 1033325"/>
              <a:gd name="connsiteX28" fmla="*/ 403225 w 825501"/>
              <a:gd name="connsiteY28" fmla="*/ 46763 h 1033325"/>
              <a:gd name="connsiteX29" fmla="*/ 409575 w 825501"/>
              <a:gd name="connsiteY29" fmla="*/ 46763 h 1033325"/>
              <a:gd name="connsiteX30" fmla="*/ 823639 w 825501"/>
              <a:gd name="connsiteY30" fmla="*/ 521153 h 1033325"/>
              <a:gd name="connsiteX31" fmla="*/ 823639 w 825501"/>
              <a:gd name="connsiteY31" fmla="*/ 512174 h 1033325"/>
              <a:gd name="connsiteX32" fmla="*/ 783228 w 825501"/>
              <a:gd name="connsiteY32" fmla="*/ 471762 h 1033325"/>
              <a:gd name="connsiteX33" fmla="*/ 774249 w 825501"/>
              <a:gd name="connsiteY33" fmla="*/ 471762 h 1033325"/>
              <a:gd name="connsiteX34" fmla="*/ 774249 w 825501"/>
              <a:gd name="connsiteY34" fmla="*/ 480741 h 1033325"/>
              <a:gd name="connsiteX35" fmla="*/ 810171 w 825501"/>
              <a:gd name="connsiteY35" fmla="*/ 516663 h 1033325"/>
              <a:gd name="connsiteX36" fmla="*/ 774249 w 825501"/>
              <a:gd name="connsiteY36" fmla="*/ 552585 h 1033325"/>
              <a:gd name="connsiteX37" fmla="*/ 774249 w 825501"/>
              <a:gd name="connsiteY37" fmla="*/ 561564 h 1033325"/>
              <a:gd name="connsiteX38" fmla="*/ 783228 w 825501"/>
              <a:gd name="connsiteY38" fmla="*/ 561564 h 1033325"/>
              <a:gd name="connsiteX39" fmla="*/ 823639 w 825501"/>
              <a:gd name="connsiteY39" fmla="*/ 521153 h 1033325"/>
              <a:gd name="connsiteX40" fmla="*/ 819150 w 825501"/>
              <a:gd name="connsiteY40" fmla="*/ 980213 h 1033325"/>
              <a:gd name="connsiteX41" fmla="*/ 409575 w 825501"/>
              <a:gd name="connsiteY41" fmla="*/ 980213 h 1033325"/>
              <a:gd name="connsiteX42" fmla="*/ 409575 w 825501"/>
              <a:gd name="connsiteY42" fmla="*/ 992913 h 1033325"/>
              <a:gd name="connsiteX43" fmla="*/ 819150 w 825501"/>
              <a:gd name="connsiteY43" fmla="*/ 992913 h 1033325"/>
              <a:gd name="connsiteX44" fmla="*/ 819150 w 825501"/>
              <a:gd name="connsiteY44" fmla="*/ 980213 h 1033325"/>
              <a:gd name="connsiteX45" fmla="*/ 409575 w 825501"/>
              <a:gd name="connsiteY45" fmla="*/ 53113 h 1033325"/>
              <a:gd name="connsiteX46" fmla="*/ 819150 w 825501"/>
              <a:gd name="connsiteY46" fmla="*/ 53113 h 1033325"/>
              <a:gd name="connsiteX47" fmla="*/ 819150 w 825501"/>
              <a:gd name="connsiteY47" fmla="*/ 40413 h 1033325"/>
              <a:gd name="connsiteX48" fmla="*/ 409575 w 825501"/>
              <a:gd name="connsiteY48" fmla="*/ 40413 h 1033325"/>
              <a:gd name="connsiteX49" fmla="*/ 409575 w 825501"/>
              <a:gd name="connsiteY49" fmla="*/ 53113 h 1033325"/>
              <a:gd name="connsiteX50" fmla="*/ 415925 w 825501"/>
              <a:gd name="connsiteY50" fmla="*/ 986563 h 1033325"/>
              <a:gd name="connsiteX51" fmla="*/ 415925 w 825501"/>
              <a:gd name="connsiteY51" fmla="*/ 516663 h 1033325"/>
              <a:gd name="connsiteX52" fmla="*/ 403225 w 825501"/>
              <a:gd name="connsiteY52" fmla="*/ 516663 h 1033325"/>
              <a:gd name="connsiteX53" fmla="*/ 403225 w 825501"/>
              <a:gd name="connsiteY53" fmla="*/ 986563 h 1033325"/>
              <a:gd name="connsiteX54" fmla="*/ 415925 w 825501"/>
              <a:gd name="connsiteY54" fmla="*/ 986563 h 1033325"/>
              <a:gd name="connsiteX55" fmla="*/ 415925 w 825501"/>
              <a:gd name="connsiteY55" fmla="*/ 516663 h 1033325"/>
              <a:gd name="connsiteX56" fmla="*/ 415925 w 825501"/>
              <a:gd name="connsiteY56" fmla="*/ 46763 h 1033325"/>
              <a:gd name="connsiteX57" fmla="*/ 403225 w 825501"/>
              <a:gd name="connsiteY57" fmla="*/ 46763 h 1033325"/>
              <a:gd name="connsiteX58" fmla="*/ 403225 w 825501"/>
              <a:gd name="connsiteY58" fmla="*/ 516663 h 1033325"/>
              <a:gd name="connsiteX59" fmla="*/ 415925 w 825501"/>
              <a:gd name="connsiteY59" fmla="*/ 516663 h 1033325"/>
              <a:gd name="connsiteX60" fmla="*/ 409575 w 825501"/>
              <a:gd name="connsiteY60" fmla="*/ 523013 h 1033325"/>
              <a:gd name="connsiteX61" fmla="*/ 819150 w 825501"/>
              <a:gd name="connsiteY61" fmla="*/ 523013 h 1033325"/>
              <a:gd name="connsiteX62" fmla="*/ 819150 w 825501"/>
              <a:gd name="connsiteY62" fmla="*/ 510313 h 1033325"/>
              <a:gd name="connsiteX63" fmla="*/ 409575 w 825501"/>
              <a:gd name="connsiteY63" fmla="*/ 510313 h 1033325"/>
              <a:gd name="connsiteX64" fmla="*/ 409575 w 825501"/>
              <a:gd name="connsiteY64" fmla="*/ 523013 h 1033325"/>
              <a:gd name="connsiteX65" fmla="*/ 409575 w 825501"/>
              <a:gd name="connsiteY65" fmla="*/ 510313 h 1033325"/>
              <a:gd name="connsiteX66" fmla="*/ 0 w 825501"/>
              <a:gd name="connsiteY66" fmla="*/ 510313 h 1033325"/>
              <a:gd name="connsiteX67" fmla="*/ 0 w 825501"/>
              <a:gd name="connsiteY67" fmla="*/ 523013 h 1033325"/>
              <a:gd name="connsiteX68" fmla="*/ 409575 w 825501"/>
              <a:gd name="connsiteY68" fmla="*/ 523013 h 1033325"/>
              <a:gd name="connsiteX69" fmla="*/ 409575 w 825501"/>
              <a:gd name="connsiteY69" fmla="*/ 510313 h 103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25501" h="1033325">
                <a:moveTo>
                  <a:pt x="823639" y="51252"/>
                </a:moveTo>
                <a:cubicBezTo>
                  <a:pt x="826122" y="48776"/>
                  <a:pt x="826122" y="44750"/>
                  <a:pt x="823639" y="42274"/>
                </a:cubicBezTo>
                <a:lnTo>
                  <a:pt x="783228" y="1862"/>
                </a:lnTo>
                <a:cubicBezTo>
                  <a:pt x="780752" y="-621"/>
                  <a:pt x="776726" y="-621"/>
                  <a:pt x="774249" y="1862"/>
                </a:cubicBezTo>
                <a:cubicBezTo>
                  <a:pt x="771766" y="4339"/>
                  <a:pt x="771766" y="8365"/>
                  <a:pt x="774249" y="10841"/>
                </a:cubicBezTo>
                <a:lnTo>
                  <a:pt x="810171" y="46763"/>
                </a:lnTo>
                <a:lnTo>
                  <a:pt x="774249" y="82685"/>
                </a:lnTo>
                <a:cubicBezTo>
                  <a:pt x="771766" y="85161"/>
                  <a:pt x="771766" y="89187"/>
                  <a:pt x="774249" y="91664"/>
                </a:cubicBezTo>
                <a:cubicBezTo>
                  <a:pt x="776726" y="94147"/>
                  <a:pt x="780752" y="94147"/>
                  <a:pt x="783228" y="91664"/>
                </a:cubicBezTo>
                <a:lnTo>
                  <a:pt x="823639" y="51252"/>
                </a:lnTo>
                <a:close/>
                <a:moveTo>
                  <a:pt x="823639" y="991052"/>
                </a:moveTo>
                <a:cubicBezTo>
                  <a:pt x="826122" y="988576"/>
                  <a:pt x="826122" y="984550"/>
                  <a:pt x="823639" y="982074"/>
                </a:cubicBezTo>
                <a:lnTo>
                  <a:pt x="783228" y="941662"/>
                </a:lnTo>
                <a:cubicBezTo>
                  <a:pt x="780752" y="939180"/>
                  <a:pt x="776726" y="939180"/>
                  <a:pt x="774249" y="941662"/>
                </a:cubicBezTo>
                <a:cubicBezTo>
                  <a:pt x="771766" y="944139"/>
                  <a:pt x="771766" y="948165"/>
                  <a:pt x="774249" y="950641"/>
                </a:cubicBezTo>
                <a:lnTo>
                  <a:pt x="810171" y="986563"/>
                </a:lnTo>
                <a:lnTo>
                  <a:pt x="774249" y="1022485"/>
                </a:lnTo>
                <a:cubicBezTo>
                  <a:pt x="771766" y="1024961"/>
                  <a:pt x="771766" y="1028988"/>
                  <a:pt x="774249" y="1031464"/>
                </a:cubicBezTo>
                <a:cubicBezTo>
                  <a:pt x="776726" y="1033947"/>
                  <a:pt x="780752" y="1033947"/>
                  <a:pt x="783228" y="1031464"/>
                </a:cubicBezTo>
                <a:lnTo>
                  <a:pt x="823639" y="991052"/>
                </a:lnTo>
                <a:close/>
                <a:moveTo>
                  <a:pt x="409575" y="986563"/>
                </a:moveTo>
                <a:lnTo>
                  <a:pt x="403225" y="986563"/>
                </a:lnTo>
                <a:lnTo>
                  <a:pt x="403225" y="992913"/>
                </a:lnTo>
                <a:lnTo>
                  <a:pt x="409575" y="992913"/>
                </a:lnTo>
                <a:lnTo>
                  <a:pt x="409575" y="986563"/>
                </a:lnTo>
                <a:close/>
                <a:moveTo>
                  <a:pt x="409575" y="46763"/>
                </a:moveTo>
                <a:lnTo>
                  <a:pt x="409575" y="40413"/>
                </a:lnTo>
                <a:lnTo>
                  <a:pt x="403225" y="40413"/>
                </a:lnTo>
                <a:lnTo>
                  <a:pt x="403225" y="46763"/>
                </a:lnTo>
                <a:lnTo>
                  <a:pt x="409575" y="46763"/>
                </a:lnTo>
                <a:close/>
                <a:moveTo>
                  <a:pt x="823639" y="521153"/>
                </a:moveTo>
                <a:cubicBezTo>
                  <a:pt x="826122" y="518676"/>
                  <a:pt x="826122" y="514650"/>
                  <a:pt x="823639" y="512174"/>
                </a:cubicBezTo>
                <a:lnTo>
                  <a:pt x="783228" y="471762"/>
                </a:lnTo>
                <a:cubicBezTo>
                  <a:pt x="780752" y="469279"/>
                  <a:pt x="776726" y="469279"/>
                  <a:pt x="774249" y="471762"/>
                </a:cubicBezTo>
                <a:cubicBezTo>
                  <a:pt x="771766" y="474239"/>
                  <a:pt x="771766" y="478265"/>
                  <a:pt x="774249" y="480741"/>
                </a:cubicBezTo>
                <a:lnTo>
                  <a:pt x="810171" y="516663"/>
                </a:lnTo>
                <a:lnTo>
                  <a:pt x="774249" y="552585"/>
                </a:lnTo>
                <a:cubicBezTo>
                  <a:pt x="771766" y="555061"/>
                  <a:pt x="771766" y="559087"/>
                  <a:pt x="774249" y="561564"/>
                </a:cubicBezTo>
                <a:cubicBezTo>
                  <a:pt x="776726" y="564047"/>
                  <a:pt x="780752" y="564047"/>
                  <a:pt x="783228" y="561564"/>
                </a:cubicBezTo>
                <a:lnTo>
                  <a:pt x="823639" y="521153"/>
                </a:lnTo>
                <a:close/>
                <a:moveTo>
                  <a:pt x="819150" y="980213"/>
                </a:moveTo>
                <a:lnTo>
                  <a:pt x="409575" y="980213"/>
                </a:lnTo>
                <a:lnTo>
                  <a:pt x="409575" y="992913"/>
                </a:lnTo>
                <a:lnTo>
                  <a:pt x="819150" y="992913"/>
                </a:lnTo>
                <a:lnTo>
                  <a:pt x="819150" y="980213"/>
                </a:lnTo>
                <a:close/>
                <a:moveTo>
                  <a:pt x="409575" y="53113"/>
                </a:moveTo>
                <a:lnTo>
                  <a:pt x="819150" y="53113"/>
                </a:lnTo>
                <a:lnTo>
                  <a:pt x="819150" y="40413"/>
                </a:lnTo>
                <a:lnTo>
                  <a:pt x="409575" y="40413"/>
                </a:lnTo>
                <a:lnTo>
                  <a:pt x="409575" y="53113"/>
                </a:lnTo>
                <a:close/>
                <a:moveTo>
                  <a:pt x="415925" y="986563"/>
                </a:moveTo>
                <a:lnTo>
                  <a:pt x="415925" y="516663"/>
                </a:lnTo>
                <a:lnTo>
                  <a:pt x="403225" y="516663"/>
                </a:lnTo>
                <a:lnTo>
                  <a:pt x="403225" y="986563"/>
                </a:lnTo>
                <a:lnTo>
                  <a:pt x="415925" y="986563"/>
                </a:lnTo>
                <a:close/>
                <a:moveTo>
                  <a:pt x="415925" y="516663"/>
                </a:moveTo>
                <a:lnTo>
                  <a:pt x="415925" y="46763"/>
                </a:lnTo>
                <a:lnTo>
                  <a:pt x="403225" y="46763"/>
                </a:lnTo>
                <a:lnTo>
                  <a:pt x="403225" y="516663"/>
                </a:lnTo>
                <a:lnTo>
                  <a:pt x="415925" y="516663"/>
                </a:lnTo>
                <a:close/>
                <a:moveTo>
                  <a:pt x="409575" y="523013"/>
                </a:moveTo>
                <a:lnTo>
                  <a:pt x="819150" y="523013"/>
                </a:lnTo>
                <a:lnTo>
                  <a:pt x="819150" y="510313"/>
                </a:lnTo>
                <a:lnTo>
                  <a:pt x="409575" y="510313"/>
                </a:lnTo>
                <a:lnTo>
                  <a:pt x="409575" y="523013"/>
                </a:lnTo>
                <a:close/>
                <a:moveTo>
                  <a:pt x="409575" y="510313"/>
                </a:moveTo>
                <a:lnTo>
                  <a:pt x="0" y="510313"/>
                </a:lnTo>
                <a:lnTo>
                  <a:pt x="0" y="523013"/>
                </a:lnTo>
                <a:lnTo>
                  <a:pt x="409575" y="523013"/>
                </a:lnTo>
                <a:lnTo>
                  <a:pt x="409575" y="510313"/>
                </a:lnTo>
                <a:close/>
              </a:path>
            </a:pathLst>
          </a:custGeom>
          <a:solidFill>
            <a:schemeClr val="accent1">
              <a:lumMod val="100000"/>
            </a:schemeClr>
          </a:solidFill>
          <a:ln w="6350" cap="flat">
            <a:noFill/>
            <a:prstDash val="solid"/>
            <a:miter/>
          </a:ln>
        </p:spPr>
        <p:txBody>
          <a:bodyPr rtlCol="0" anchor="ctr"/>
          <a:lstStyle/>
          <a:p>
            <a:endParaRPr lang="zh-CN" altLang="en-US" dirty="0"/>
          </a:p>
        </p:txBody>
      </p:sp>
      <p:sp>
        <p:nvSpPr>
          <p:cNvPr id="193" name="任意多边形: 形状 192">
            <a:extLst>
              <a:ext uri="{FF2B5EF4-FFF2-40B4-BE49-F238E27FC236}">
                <a16:creationId xmlns:a16="http://schemas.microsoft.com/office/drawing/2014/main" id="{181DA3B9-B3FA-7FBB-24EF-78F32DB0154D}"/>
              </a:ext>
            </a:extLst>
          </p:cNvPr>
          <p:cNvSpPr/>
          <p:nvPr/>
        </p:nvSpPr>
        <p:spPr>
          <a:xfrm>
            <a:off x="1352550" y="5757137"/>
            <a:ext cx="825501" cy="93525"/>
          </a:xfrm>
          <a:custGeom>
            <a:avLst/>
            <a:gdLst>
              <a:gd name="connsiteX0" fmla="*/ 823639 w 825501"/>
              <a:gd name="connsiteY0" fmla="*/ 51252 h 93525"/>
              <a:gd name="connsiteX1" fmla="*/ 823639 w 825501"/>
              <a:gd name="connsiteY1" fmla="*/ 42274 h 93525"/>
              <a:gd name="connsiteX2" fmla="*/ 783228 w 825501"/>
              <a:gd name="connsiteY2" fmla="*/ 1862 h 93525"/>
              <a:gd name="connsiteX3" fmla="*/ 774249 w 825501"/>
              <a:gd name="connsiteY3" fmla="*/ 1862 h 93525"/>
              <a:gd name="connsiteX4" fmla="*/ 774249 w 825501"/>
              <a:gd name="connsiteY4" fmla="*/ 10841 h 93525"/>
              <a:gd name="connsiteX5" fmla="*/ 810171 w 825501"/>
              <a:gd name="connsiteY5" fmla="*/ 46763 h 93525"/>
              <a:gd name="connsiteX6" fmla="*/ 774249 w 825501"/>
              <a:gd name="connsiteY6" fmla="*/ 82685 h 93525"/>
              <a:gd name="connsiteX7" fmla="*/ 774249 w 825501"/>
              <a:gd name="connsiteY7" fmla="*/ 91664 h 93525"/>
              <a:gd name="connsiteX8" fmla="*/ 783228 w 825501"/>
              <a:gd name="connsiteY8" fmla="*/ 91664 h 93525"/>
              <a:gd name="connsiteX9" fmla="*/ 823639 w 825501"/>
              <a:gd name="connsiteY9" fmla="*/ 51252 h 93525"/>
              <a:gd name="connsiteX10" fmla="*/ 409575 w 825501"/>
              <a:gd name="connsiteY10" fmla="*/ 53113 h 93525"/>
              <a:gd name="connsiteX11" fmla="*/ 819150 w 825501"/>
              <a:gd name="connsiteY11" fmla="*/ 53113 h 93525"/>
              <a:gd name="connsiteX12" fmla="*/ 819150 w 825501"/>
              <a:gd name="connsiteY12" fmla="*/ 40413 h 93525"/>
              <a:gd name="connsiteX13" fmla="*/ 409575 w 825501"/>
              <a:gd name="connsiteY13" fmla="*/ 40413 h 93525"/>
              <a:gd name="connsiteX14" fmla="*/ 409575 w 825501"/>
              <a:gd name="connsiteY14" fmla="*/ 53113 h 93525"/>
              <a:gd name="connsiteX15" fmla="*/ 409575 w 825501"/>
              <a:gd name="connsiteY15" fmla="*/ 40413 h 93525"/>
              <a:gd name="connsiteX16" fmla="*/ 0 w 825501"/>
              <a:gd name="connsiteY16" fmla="*/ 40413 h 93525"/>
              <a:gd name="connsiteX17" fmla="*/ 0 w 825501"/>
              <a:gd name="connsiteY17" fmla="*/ 53113 h 93525"/>
              <a:gd name="connsiteX18" fmla="*/ 409575 w 825501"/>
              <a:gd name="connsiteY18" fmla="*/ 53113 h 93525"/>
              <a:gd name="connsiteX19" fmla="*/ 409575 w 825501"/>
              <a:gd name="connsiteY19" fmla="*/ 40413 h 9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5501" h="93525">
                <a:moveTo>
                  <a:pt x="823639" y="51252"/>
                </a:moveTo>
                <a:cubicBezTo>
                  <a:pt x="826122" y="48776"/>
                  <a:pt x="826122" y="44750"/>
                  <a:pt x="823639" y="42274"/>
                </a:cubicBezTo>
                <a:lnTo>
                  <a:pt x="783228" y="1862"/>
                </a:lnTo>
                <a:cubicBezTo>
                  <a:pt x="780752" y="-621"/>
                  <a:pt x="776726" y="-621"/>
                  <a:pt x="774249" y="1862"/>
                </a:cubicBezTo>
                <a:cubicBezTo>
                  <a:pt x="771766" y="4338"/>
                  <a:pt x="771766" y="8364"/>
                  <a:pt x="774249" y="10841"/>
                </a:cubicBezTo>
                <a:lnTo>
                  <a:pt x="810171" y="46763"/>
                </a:lnTo>
                <a:lnTo>
                  <a:pt x="774249" y="82685"/>
                </a:lnTo>
                <a:cubicBezTo>
                  <a:pt x="771766" y="85161"/>
                  <a:pt x="771766" y="89187"/>
                  <a:pt x="774249" y="91664"/>
                </a:cubicBezTo>
                <a:cubicBezTo>
                  <a:pt x="776726" y="94146"/>
                  <a:pt x="780752" y="94146"/>
                  <a:pt x="783228" y="91664"/>
                </a:cubicBezTo>
                <a:lnTo>
                  <a:pt x="823639" y="51252"/>
                </a:lnTo>
                <a:close/>
                <a:moveTo>
                  <a:pt x="409575" y="53113"/>
                </a:moveTo>
                <a:lnTo>
                  <a:pt x="819150" y="53113"/>
                </a:lnTo>
                <a:lnTo>
                  <a:pt x="819150" y="40413"/>
                </a:lnTo>
                <a:lnTo>
                  <a:pt x="409575" y="40413"/>
                </a:lnTo>
                <a:lnTo>
                  <a:pt x="409575" y="53113"/>
                </a:lnTo>
                <a:close/>
                <a:moveTo>
                  <a:pt x="409575" y="40413"/>
                </a:moveTo>
                <a:lnTo>
                  <a:pt x="0" y="40413"/>
                </a:lnTo>
                <a:lnTo>
                  <a:pt x="0" y="53113"/>
                </a:lnTo>
                <a:lnTo>
                  <a:pt x="409575" y="53113"/>
                </a:lnTo>
                <a:lnTo>
                  <a:pt x="409575" y="40413"/>
                </a:lnTo>
                <a:close/>
              </a:path>
            </a:pathLst>
          </a:custGeom>
          <a:solidFill>
            <a:schemeClr val="accent1">
              <a:lumMod val="100000"/>
            </a:schemeClr>
          </a:solidFill>
          <a:ln w="6350" cap="flat">
            <a:noFill/>
            <a:prstDash val="solid"/>
            <a:miter/>
          </a:ln>
        </p:spPr>
        <p:txBody>
          <a:bodyPr rtlCol="0" anchor="ctr"/>
          <a:lstStyle/>
          <a:p>
            <a:endParaRPr lang="zh-CN" altLang="en-US"/>
          </a:p>
        </p:txBody>
      </p:sp>
      <p:sp>
        <p:nvSpPr>
          <p:cNvPr id="197" name="文本框 196">
            <a:extLst>
              <a:ext uri="{FF2B5EF4-FFF2-40B4-BE49-F238E27FC236}">
                <a16:creationId xmlns:a16="http://schemas.microsoft.com/office/drawing/2014/main" id="{F3EF8365-DE6E-EBFF-1D04-5844C54D4B53}"/>
              </a:ext>
            </a:extLst>
          </p:cNvPr>
          <p:cNvSpPr txBox="1"/>
          <p:nvPr/>
        </p:nvSpPr>
        <p:spPr>
          <a:xfrm>
            <a:off x="4929014" y="1706548"/>
            <a:ext cx="2333972" cy="200055"/>
          </a:xfrm>
          <a:prstGeom prst="rect">
            <a:avLst/>
          </a:prstGeom>
          <a:noFill/>
        </p:spPr>
        <p:txBody>
          <a:bodyPr wrap="none" lIns="0" tIns="0" rIns="0" bIns="0" rtlCol="0">
            <a:spAutoFit/>
          </a:bodyPr>
          <a:lstStyle/>
          <a:p>
            <a:pPr algn="ctr"/>
            <a:r>
              <a:rPr lang="zh-CN" altLang="en-US" sz="1300" dirty="0">
                <a:solidFill>
                  <a:schemeClr val="bg1"/>
                </a:solidFill>
                <a:effectLst/>
                <a:latin typeface="阿里巴巴普惠体" panose="00020600040101010101" pitchFamily="18" charset="-122"/>
                <a:ea typeface="阿里巴巴普惠体" panose="00020600040101010101" pitchFamily="18" charset="-122"/>
              </a:rPr>
              <a:t>数据汇集</a:t>
            </a:r>
            <a:r>
              <a:rPr lang="en-US" altLang="zh-CN" sz="1300" dirty="0">
                <a:solidFill>
                  <a:schemeClr val="bg1"/>
                </a:solidFill>
                <a:effectLst/>
                <a:latin typeface="阿里巴巴普惠体" panose="00020600040101010101" pitchFamily="18" charset="-122"/>
                <a:ea typeface="阿里巴巴普惠体" panose="00020600040101010101" pitchFamily="18" charset="-122"/>
              </a:rPr>
              <a:t>—</a:t>
            </a:r>
            <a:r>
              <a:rPr lang="zh-CN" altLang="en-US" sz="1300" dirty="0">
                <a:solidFill>
                  <a:schemeClr val="bg1"/>
                </a:solidFill>
                <a:effectLst/>
                <a:latin typeface="阿里巴巴普惠体" panose="00020600040101010101" pitchFamily="18" charset="-122"/>
                <a:ea typeface="阿里巴巴普惠体" panose="00020600040101010101" pitchFamily="18" charset="-122"/>
              </a:rPr>
              <a:t>数据洞察</a:t>
            </a:r>
            <a:r>
              <a:rPr lang="en-US" altLang="zh-CN" sz="1300" dirty="0">
                <a:solidFill>
                  <a:schemeClr val="bg1"/>
                </a:solidFill>
                <a:effectLst/>
                <a:latin typeface="阿里巴巴普惠体" panose="00020600040101010101" pitchFamily="18" charset="-122"/>
                <a:ea typeface="阿里巴巴普惠体" panose="00020600040101010101" pitchFamily="18" charset="-122"/>
              </a:rPr>
              <a:t>—</a:t>
            </a:r>
            <a:r>
              <a:rPr lang="zh-CN" altLang="en-US" sz="1300" dirty="0">
                <a:solidFill>
                  <a:schemeClr val="bg1"/>
                </a:solidFill>
                <a:effectLst/>
                <a:latin typeface="阿里巴巴普惠体" panose="00020600040101010101" pitchFamily="18" charset="-122"/>
                <a:ea typeface="阿里巴巴普惠体" panose="00020600040101010101" pitchFamily="18" charset="-122"/>
              </a:rPr>
              <a:t>业务重塑</a:t>
            </a:r>
            <a:endParaRPr lang="zh-CN" altLang="en-US" sz="1300" dirty="0">
              <a:solidFill>
                <a:schemeClr val="bg1"/>
              </a:solidFill>
              <a:latin typeface="阿里巴巴普惠体" panose="00020600040101010101" pitchFamily="18" charset="-122"/>
              <a:ea typeface="阿里巴巴普惠体" panose="00020600040101010101" pitchFamily="18" charset="-122"/>
            </a:endParaRPr>
          </a:p>
        </p:txBody>
      </p:sp>
      <p:sp>
        <p:nvSpPr>
          <p:cNvPr id="200" name="文本框 199">
            <a:extLst>
              <a:ext uri="{FF2B5EF4-FFF2-40B4-BE49-F238E27FC236}">
                <a16:creationId xmlns:a16="http://schemas.microsoft.com/office/drawing/2014/main" id="{C7DC1C46-D933-92FB-EC22-57482ACDB428}"/>
              </a:ext>
            </a:extLst>
          </p:cNvPr>
          <p:cNvSpPr txBox="1"/>
          <p:nvPr/>
        </p:nvSpPr>
        <p:spPr>
          <a:xfrm>
            <a:off x="766769" y="2681791"/>
            <a:ext cx="327013" cy="432041"/>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数据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endParaRPr>
          </a:p>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应用</a:t>
            </a:r>
          </a:p>
        </p:txBody>
      </p:sp>
      <p:sp>
        <p:nvSpPr>
          <p:cNvPr id="201" name="文本框 200">
            <a:extLst>
              <a:ext uri="{FF2B5EF4-FFF2-40B4-BE49-F238E27FC236}">
                <a16:creationId xmlns:a16="http://schemas.microsoft.com/office/drawing/2014/main" id="{279FB0F0-A5A8-7E1B-A222-067C0B05094B}"/>
              </a:ext>
            </a:extLst>
          </p:cNvPr>
          <p:cNvSpPr txBox="1"/>
          <p:nvPr/>
        </p:nvSpPr>
        <p:spPr>
          <a:xfrm>
            <a:off x="766769" y="4307391"/>
            <a:ext cx="327013" cy="432041"/>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集成</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endParaRPr>
          </a:p>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应用</a:t>
            </a:r>
          </a:p>
        </p:txBody>
      </p:sp>
      <p:sp>
        <p:nvSpPr>
          <p:cNvPr id="202" name="文本框 201">
            <a:extLst>
              <a:ext uri="{FF2B5EF4-FFF2-40B4-BE49-F238E27FC236}">
                <a16:creationId xmlns:a16="http://schemas.microsoft.com/office/drawing/2014/main" id="{BDF47708-2B5C-FF74-6A09-936BFC4A3A27}"/>
              </a:ext>
            </a:extLst>
          </p:cNvPr>
          <p:cNvSpPr txBox="1"/>
          <p:nvPr/>
        </p:nvSpPr>
        <p:spPr>
          <a:xfrm>
            <a:off x="766769" y="5586916"/>
            <a:ext cx="327013" cy="432041"/>
          </a:xfrm>
          <a:prstGeom prst="rect">
            <a:avLst/>
          </a:prstGeom>
          <a:noFill/>
          <a:effectLst>
            <a:outerShdw blurRad="190500" dist="127000" dir="5400000" algn="t" rotWithShape="0">
              <a:srgbClr val="052F35">
                <a:alpha val="10000"/>
              </a:srgbClr>
            </a:outerShdw>
          </a:effectLst>
        </p:spPr>
        <p:txBody>
          <a:bodyPr wrap="non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数据</a:t>
            </a:r>
            <a:endPar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endParaRPr>
          </a:p>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汇集</a:t>
            </a:r>
          </a:p>
        </p:txBody>
      </p:sp>
      <p:sp>
        <p:nvSpPr>
          <p:cNvPr id="206" name="文本框 205">
            <a:extLst>
              <a:ext uri="{FF2B5EF4-FFF2-40B4-BE49-F238E27FC236}">
                <a16:creationId xmlns:a16="http://schemas.microsoft.com/office/drawing/2014/main" id="{8FC0178F-8C34-9482-B90F-7E7C74F38356}"/>
              </a:ext>
            </a:extLst>
          </p:cNvPr>
          <p:cNvSpPr txBox="1"/>
          <p:nvPr/>
        </p:nvSpPr>
        <p:spPr>
          <a:xfrm>
            <a:off x="11142701" y="3666151"/>
            <a:ext cx="203198" cy="1087798"/>
          </a:xfrm>
          <a:prstGeom prst="rect">
            <a:avLst/>
          </a:prstGeom>
          <a:noFill/>
          <a:effectLst>
            <a:outerShdw blurRad="190500" dist="127000" dir="5400000" algn="t" rotWithShape="0">
              <a:srgbClr val="052F35">
                <a:alpha val="10000"/>
              </a:srgbClr>
            </a:outerShdw>
          </a:effectLst>
        </p:spPr>
        <p:txBody>
          <a:bodyPr wrap="square" lIns="0" tIns="0" rIns="0" bIns="0" rtlCol="0">
            <a:spAutoFit/>
          </a:bodyPr>
          <a:lstStyle>
            <a:defPPr>
              <a:defRPr lang="zh-CN"/>
            </a:defPPr>
            <a:lvl1pPr algn="ctr">
              <a:lnSpc>
                <a:spcPct val="110000"/>
              </a:lnSpc>
              <a:defRPr sz="1300">
                <a:gradFill>
                  <a:gsLst>
                    <a:gs pos="0">
                      <a:srgbClr val="5F99FF"/>
                    </a:gs>
                    <a:gs pos="50000">
                      <a:srgbClr val="327BFA"/>
                    </a:gs>
                    <a:gs pos="100000">
                      <a:srgbClr val="055DF6"/>
                    </a:gs>
                  </a:gsLst>
                  <a:lin ang="5400000" scaled="0"/>
                </a:gradFill>
                <a:effectLst/>
                <a:latin typeface="MiSans Semibold" panose="00000700000000000000" pitchFamily="2" charset="-122"/>
                <a:ea typeface="MiSans Semibold" panose="00000700000000000000" pitchFamily="2" charset="-122"/>
              </a:defRPr>
            </a:lvl1pPr>
          </a:lstStyle>
          <a:p>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开放</a:t>
            </a:r>
            <a:r>
              <a:rPr lang="en-US" altLang="zh-CN" dirty="0">
                <a:solidFill>
                  <a:schemeClr val="accent1">
                    <a:lumMod val="100000"/>
                  </a:schemeClr>
                </a:solidFill>
                <a:latin typeface="阿里巴巴普惠体" panose="00020600040101010101" pitchFamily="18" charset="-122"/>
                <a:ea typeface="阿里巴巴普惠体" panose="00020600040101010101" pitchFamily="18" charset="-122"/>
              </a:rPr>
              <a:t>/</a:t>
            </a:r>
            <a:r>
              <a:rPr lang="zh-CN" altLang="en-US" dirty="0">
                <a:solidFill>
                  <a:schemeClr val="accent1">
                    <a:lumMod val="100000"/>
                  </a:schemeClr>
                </a:solidFill>
                <a:latin typeface="阿里巴巴普惠体" panose="00020600040101010101" pitchFamily="18" charset="-122"/>
                <a:ea typeface="阿里巴巴普惠体" panose="00020600040101010101" pitchFamily="18" charset="-122"/>
              </a:rPr>
              <a:t>共享</a:t>
            </a:r>
          </a:p>
        </p:txBody>
      </p:sp>
      <p:sp>
        <p:nvSpPr>
          <p:cNvPr id="210" name="文本框 209">
            <a:extLst>
              <a:ext uri="{FF2B5EF4-FFF2-40B4-BE49-F238E27FC236}">
                <a16:creationId xmlns:a16="http://schemas.microsoft.com/office/drawing/2014/main" id="{30097FF6-F995-78FF-E089-AC02F3BF36F7}"/>
              </a:ext>
            </a:extLst>
          </p:cNvPr>
          <p:cNvSpPr txBox="1"/>
          <p:nvPr/>
        </p:nvSpPr>
        <p:spPr>
          <a:xfrm>
            <a:off x="2961956" y="2344910"/>
            <a:ext cx="394340" cy="161583"/>
          </a:xfrm>
          <a:prstGeom prst="rect">
            <a:avLst/>
          </a:prstGeom>
          <a:noFill/>
        </p:spPr>
        <p:txBody>
          <a:bodyPr wrap="none" lIns="0" tIns="0" rIns="0" bIns="0" rtlCol="0" anchor="ctr">
            <a:spAutoFit/>
          </a:bodyPr>
          <a:lstStyle/>
          <a:p>
            <a:pPr algn="ctr"/>
            <a:r>
              <a:rPr lang="en-US" altLang="zh-CN"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BI</a:t>
            </a: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工具</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2" name="文本框 211">
            <a:extLst>
              <a:ext uri="{FF2B5EF4-FFF2-40B4-BE49-F238E27FC236}">
                <a16:creationId xmlns:a16="http://schemas.microsoft.com/office/drawing/2014/main" id="{8365402C-8807-AB52-1A9A-6ECB114D7C8F}"/>
              </a:ext>
            </a:extLst>
          </p:cNvPr>
          <p:cNvSpPr txBox="1"/>
          <p:nvPr/>
        </p:nvSpPr>
        <p:spPr>
          <a:xfrm>
            <a:off x="2893028" y="3284710"/>
            <a:ext cx="532197"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智能应用</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4" name="文本框 213">
            <a:extLst>
              <a:ext uri="{FF2B5EF4-FFF2-40B4-BE49-F238E27FC236}">
                <a16:creationId xmlns:a16="http://schemas.microsoft.com/office/drawing/2014/main" id="{0B11EFA4-950F-A973-AA40-C2118CC50EE4}"/>
              </a:ext>
            </a:extLst>
          </p:cNvPr>
          <p:cNvSpPr txBox="1"/>
          <p:nvPr/>
        </p:nvSpPr>
        <p:spPr>
          <a:xfrm>
            <a:off x="2991611" y="3970510"/>
            <a:ext cx="335028"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泛</a:t>
            </a:r>
            <a:r>
              <a:rPr lang="en-US" altLang="zh-CN"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CIS</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19" name="文本框 218">
            <a:extLst>
              <a:ext uri="{FF2B5EF4-FFF2-40B4-BE49-F238E27FC236}">
                <a16:creationId xmlns:a16="http://schemas.microsoft.com/office/drawing/2014/main" id="{61B85E1A-67AC-0E76-D357-E4757EAAD866}"/>
              </a:ext>
            </a:extLst>
          </p:cNvPr>
          <p:cNvSpPr txBox="1"/>
          <p:nvPr/>
        </p:nvSpPr>
        <p:spPr>
          <a:xfrm>
            <a:off x="2962758" y="4440410"/>
            <a:ext cx="392736"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泛</a:t>
            </a:r>
            <a:r>
              <a:rPr lang="en-US" altLang="zh-CN"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HIIS</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27" name="文本框 226">
            <a:extLst>
              <a:ext uri="{FF2B5EF4-FFF2-40B4-BE49-F238E27FC236}">
                <a16:creationId xmlns:a16="http://schemas.microsoft.com/office/drawing/2014/main" id="{C6B68C4F-6965-FDEA-E33B-BD56928B5451}"/>
              </a:ext>
            </a:extLst>
          </p:cNvPr>
          <p:cNvSpPr txBox="1"/>
          <p:nvPr/>
        </p:nvSpPr>
        <p:spPr>
          <a:xfrm>
            <a:off x="3026076" y="4910310"/>
            <a:ext cx="266099" cy="161583"/>
          </a:xfrm>
          <a:prstGeom prst="rect">
            <a:avLst/>
          </a:prstGeom>
          <a:noFill/>
        </p:spPr>
        <p:txBody>
          <a:bodyPr wrap="none" lIns="0" tIns="0" rIns="0" bIns="0" rtlCol="0" anchor="ctr">
            <a:spAutoFit/>
          </a:bodyPr>
          <a:lstStyle>
            <a:defPPr>
              <a:defRPr lang="zh-CN"/>
            </a:defPPr>
            <a:lvl1pPr algn="ctr">
              <a:defRPr sz="900">
                <a:solidFill>
                  <a:schemeClr val="accent1">
                    <a:lumMod val="100000"/>
                  </a:schemeClr>
                </a:solidFill>
                <a:effectLst/>
                <a:latin typeface="阿里巴巴普惠体" panose="00020600040101010101" pitchFamily="18" charset="-122"/>
                <a:ea typeface="阿里巴巴普惠体" panose="00020600040101010101" pitchFamily="18" charset="-122"/>
              </a:defRPr>
            </a:lvl1pPr>
          </a:lstStyle>
          <a:p>
            <a:r>
              <a:rPr lang="zh-CN" altLang="en-US" sz="1050" dirty="0"/>
              <a:t>其他</a:t>
            </a:r>
          </a:p>
        </p:txBody>
      </p:sp>
      <p:sp>
        <p:nvSpPr>
          <p:cNvPr id="235" name="文本框 234">
            <a:extLst>
              <a:ext uri="{FF2B5EF4-FFF2-40B4-BE49-F238E27FC236}">
                <a16:creationId xmlns:a16="http://schemas.microsoft.com/office/drawing/2014/main" id="{BAC9E0CF-B992-03A2-B628-3EDEC46DC558}"/>
              </a:ext>
            </a:extLst>
          </p:cNvPr>
          <p:cNvSpPr txBox="1"/>
          <p:nvPr/>
        </p:nvSpPr>
        <p:spPr>
          <a:xfrm>
            <a:off x="2893028" y="5719935"/>
            <a:ext cx="532197"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数据仓库</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7" name="文本框 236">
            <a:extLst>
              <a:ext uri="{FF2B5EF4-FFF2-40B4-BE49-F238E27FC236}">
                <a16:creationId xmlns:a16="http://schemas.microsoft.com/office/drawing/2014/main" id="{BE634198-03BF-BC87-2F16-ABAEA26B36F2}"/>
              </a:ext>
            </a:extLst>
          </p:cNvPr>
          <p:cNvSpPr txBox="1"/>
          <p:nvPr/>
        </p:nvSpPr>
        <p:spPr>
          <a:xfrm>
            <a:off x="5047464" y="5719935"/>
            <a:ext cx="4922823" cy="161583"/>
          </a:xfrm>
          <a:prstGeom prst="rect">
            <a:avLst/>
          </a:prstGeom>
          <a:noFill/>
        </p:spPr>
        <p:txBody>
          <a:bodyPr wrap="none" lIns="0" tIns="0" rIns="0" bIns="0" rtlCol="0" anchor="ctr">
            <a:spAutoFit/>
          </a:bodyPr>
          <a:lstStyle/>
          <a:p>
            <a:pPr algn="ctr"/>
            <a:r>
              <a:rPr lang="zh-CN" altLang="en-US" sz="1050" dirty="0">
                <a:solidFill>
                  <a:schemeClr val="accent1">
                    <a:lumMod val="100000"/>
                  </a:schemeClr>
                </a:solidFill>
                <a:effectLst/>
                <a:latin typeface="阿里巴巴普惠体" panose="00020600040101010101" pitchFamily="18" charset="-122"/>
                <a:ea typeface="阿里巴巴普惠体" panose="00020600040101010101" pitchFamily="18" charset="-122"/>
              </a:rPr>
              <a:t>汇集包括基于临床时间的数据、基于文献积累的数据、经过清洗、转化构建数据仓库</a:t>
            </a:r>
            <a:endParaRPr lang="zh-CN" altLang="en-US" sz="105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38" name="文本框 237">
            <a:extLst>
              <a:ext uri="{FF2B5EF4-FFF2-40B4-BE49-F238E27FC236}">
                <a16:creationId xmlns:a16="http://schemas.microsoft.com/office/drawing/2014/main" id="{8033CE01-9ACF-B457-0E7E-96E8C73C5711}"/>
              </a:ext>
            </a:extLst>
          </p:cNvPr>
          <p:cNvSpPr txBox="1"/>
          <p:nvPr/>
        </p:nvSpPr>
        <p:spPr>
          <a:xfrm>
            <a:off x="4944418" y="28073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辅助诊断</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39" name="文本框 238">
            <a:extLst>
              <a:ext uri="{FF2B5EF4-FFF2-40B4-BE49-F238E27FC236}">
                <a16:creationId xmlns:a16="http://schemas.microsoft.com/office/drawing/2014/main" id="{974E99FD-12B7-86C7-A4E4-89E12CAF1D6F}"/>
              </a:ext>
            </a:extLst>
          </p:cNvPr>
          <p:cNvSpPr txBox="1"/>
          <p:nvPr/>
        </p:nvSpPr>
        <p:spPr>
          <a:xfrm>
            <a:off x="5578550" y="2378936"/>
            <a:ext cx="64120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数据源生成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0" name="文本框 239">
            <a:extLst>
              <a:ext uri="{FF2B5EF4-FFF2-40B4-BE49-F238E27FC236}">
                <a16:creationId xmlns:a16="http://schemas.microsoft.com/office/drawing/2014/main" id="{E32ADFF5-AB4D-F318-AAE5-C1554364BF36}"/>
              </a:ext>
            </a:extLst>
          </p:cNvPr>
          <p:cNvSpPr txBox="1"/>
          <p:nvPr/>
        </p:nvSpPr>
        <p:spPr>
          <a:xfrm>
            <a:off x="8798000" y="2378936"/>
            <a:ext cx="64120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数据源生成</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241" name="文本框 240">
            <a:extLst>
              <a:ext uri="{FF2B5EF4-FFF2-40B4-BE49-F238E27FC236}">
                <a16:creationId xmlns:a16="http://schemas.microsoft.com/office/drawing/2014/main" id="{D81F3EEB-42D6-B6F6-E31E-8932CBA5BB52}"/>
              </a:ext>
            </a:extLst>
          </p:cNvPr>
          <p:cNvSpPr txBox="1"/>
          <p:nvPr/>
        </p:nvSpPr>
        <p:spPr>
          <a:xfrm>
            <a:off x="6392217" y="2807301"/>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人脸识别</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2" name="文本框 241">
            <a:extLst>
              <a:ext uri="{FF2B5EF4-FFF2-40B4-BE49-F238E27FC236}">
                <a16:creationId xmlns:a16="http://schemas.microsoft.com/office/drawing/2014/main" id="{973DC797-9E4E-ACA1-2F37-ED1CB3151B44}"/>
              </a:ext>
            </a:extLst>
          </p:cNvPr>
          <p:cNvSpPr txBox="1"/>
          <p:nvPr/>
        </p:nvSpPr>
        <p:spPr>
          <a:xfrm>
            <a:off x="4829003" y="3381976"/>
            <a:ext cx="692497"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智能语音录入</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3" name="文本框 242">
            <a:extLst>
              <a:ext uri="{FF2B5EF4-FFF2-40B4-BE49-F238E27FC236}">
                <a16:creationId xmlns:a16="http://schemas.microsoft.com/office/drawing/2014/main" id="{AA3291D5-EA50-ED86-0A9E-D9F379AD8C7C}"/>
              </a:ext>
            </a:extLst>
          </p:cNvPr>
          <p:cNvSpPr txBox="1"/>
          <p:nvPr/>
        </p:nvSpPr>
        <p:spPr>
          <a:xfrm>
            <a:off x="6392217" y="3381976"/>
            <a:ext cx="461666"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大数据屏</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4" name="文本框 243">
            <a:extLst>
              <a:ext uri="{FF2B5EF4-FFF2-40B4-BE49-F238E27FC236}">
                <a16:creationId xmlns:a16="http://schemas.microsoft.com/office/drawing/2014/main" id="{69B94585-4CE8-08D6-3ACE-BB81B68F822A}"/>
              </a:ext>
            </a:extLst>
          </p:cNvPr>
          <p:cNvSpPr txBox="1"/>
          <p:nvPr/>
        </p:nvSpPr>
        <p:spPr>
          <a:xfrm>
            <a:off x="4687281" y="3966747"/>
            <a:ext cx="2423741" cy="296107"/>
          </a:xfrm>
          <a:prstGeom prst="rect">
            <a:avLst/>
          </a:prstGeom>
          <a:noFill/>
        </p:spPr>
        <p:txBody>
          <a:bodyPr wrap="none" lIns="0" tIns="0" rIns="0" bIns="0" rtlCol="0">
            <a:spAutoFit/>
          </a:bodyPr>
          <a:lstStyle/>
          <a:p>
            <a:pP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围绕电子病历展开、集成医院综合信息管理系统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a:p>
            <a:pPr>
              <a:lnSpc>
                <a:spcPct val="110000"/>
              </a:lnSpc>
            </a:pP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包括</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HIS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CIS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HRP</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LIS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PACS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a:t>
            </a: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CDSS</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等</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5" name="文本框 244">
            <a:extLst>
              <a:ext uri="{FF2B5EF4-FFF2-40B4-BE49-F238E27FC236}">
                <a16:creationId xmlns:a16="http://schemas.microsoft.com/office/drawing/2014/main" id="{71459571-55A4-337C-53A1-7EF86DE05E0E}"/>
              </a:ext>
            </a:extLst>
          </p:cNvPr>
          <p:cNvSpPr txBox="1"/>
          <p:nvPr/>
        </p:nvSpPr>
        <p:spPr>
          <a:xfrm>
            <a:off x="7933036" y="2807301"/>
            <a:ext cx="92333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运营管理高效便携</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6" name="文本框 245">
            <a:extLst>
              <a:ext uri="{FF2B5EF4-FFF2-40B4-BE49-F238E27FC236}">
                <a16:creationId xmlns:a16="http://schemas.microsoft.com/office/drawing/2014/main" id="{D038B4C8-FEE1-2827-1EC3-A4F54F42A9C1}"/>
              </a:ext>
            </a:extLst>
          </p:cNvPr>
          <p:cNvSpPr txBox="1"/>
          <p:nvPr/>
        </p:nvSpPr>
        <p:spPr>
          <a:xfrm>
            <a:off x="9380836" y="2807301"/>
            <a:ext cx="92333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医疗服务省时省力</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7" name="文本框 246">
            <a:extLst>
              <a:ext uri="{FF2B5EF4-FFF2-40B4-BE49-F238E27FC236}">
                <a16:creationId xmlns:a16="http://schemas.microsoft.com/office/drawing/2014/main" id="{5D2487F5-4FB3-54E1-76AD-91C16FBCE469}"/>
              </a:ext>
            </a:extLst>
          </p:cNvPr>
          <p:cNvSpPr txBox="1"/>
          <p:nvPr/>
        </p:nvSpPr>
        <p:spPr>
          <a:xfrm>
            <a:off x="8374745" y="3381976"/>
            <a:ext cx="1500412"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科学研究效率与效果全面提升</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8" name="文本框 247">
            <a:extLst>
              <a:ext uri="{FF2B5EF4-FFF2-40B4-BE49-F238E27FC236}">
                <a16:creationId xmlns:a16="http://schemas.microsoft.com/office/drawing/2014/main" id="{CD1C7AA1-055A-F839-A878-A223F0832519}"/>
              </a:ext>
            </a:extLst>
          </p:cNvPr>
          <p:cNvSpPr txBox="1"/>
          <p:nvPr/>
        </p:nvSpPr>
        <p:spPr>
          <a:xfrm>
            <a:off x="7933036" y="3950301"/>
            <a:ext cx="923331"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数据批量分析处理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49" name="文本框 248">
            <a:extLst>
              <a:ext uri="{FF2B5EF4-FFF2-40B4-BE49-F238E27FC236}">
                <a16:creationId xmlns:a16="http://schemas.microsoft.com/office/drawing/2014/main" id="{E60088A1-4683-6067-CC59-EC27B57BA3C3}"/>
              </a:ext>
            </a:extLst>
          </p:cNvPr>
          <p:cNvSpPr txBox="1"/>
          <p:nvPr/>
        </p:nvSpPr>
        <p:spPr>
          <a:xfrm>
            <a:off x="9496252" y="39503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数据实时共享</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50" name="文本框 249">
            <a:extLst>
              <a:ext uri="{FF2B5EF4-FFF2-40B4-BE49-F238E27FC236}">
                <a16:creationId xmlns:a16="http://schemas.microsoft.com/office/drawing/2014/main" id="{F16DB66C-7158-FB79-147B-F712C3724BC5}"/>
              </a:ext>
            </a:extLst>
          </p:cNvPr>
          <p:cNvSpPr txBox="1"/>
          <p:nvPr/>
        </p:nvSpPr>
        <p:spPr>
          <a:xfrm>
            <a:off x="8048452" y="45218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统一数据标准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251" name="文本框 250">
            <a:extLst>
              <a:ext uri="{FF2B5EF4-FFF2-40B4-BE49-F238E27FC236}">
                <a16:creationId xmlns:a16="http://schemas.microsoft.com/office/drawing/2014/main" id="{07DE0A49-67D9-053A-8473-F47D4960927A}"/>
              </a:ext>
            </a:extLst>
          </p:cNvPr>
          <p:cNvSpPr txBox="1"/>
          <p:nvPr/>
        </p:nvSpPr>
        <p:spPr>
          <a:xfrm>
            <a:off x="9496252" y="4521801"/>
            <a:ext cx="692498"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业务统计管理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Tree>
    <p:extLst>
      <p:ext uri="{BB962C8B-B14F-4D97-AF65-F5344CB8AC3E}">
        <p14:creationId xmlns:p14="http://schemas.microsoft.com/office/powerpoint/2010/main" val="242828455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 name="文本框 272">
            <a:extLst>
              <a:ext uri="{FF2B5EF4-FFF2-40B4-BE49-F238E27FC236}">
                <a16:creationId xmlns:a16="http://schemas.microsoft.com/office/drawing/2014/main" id="{5F3993D6-64E1-BCE8-5FB4-9454063C2AFE}"/>
              </a:ext>
            </a:extLst>
          </p:cNvPr>
          <p:cNvSpPr txBox="1"/>
          <p:nvPr/>
        </p:nvSpPr>
        <p:spPr>
          <a:xfrm>
            <a:off x="543433" y="805688"/>
            <a:ext cx="1467068" cy="477054"/>
          </a:xfrm>
          <a:prstGeom prst="rect">
            <a:avLst/>
          </a:prstGeom>
          <a:noFill/>
        </p:spPr>
        <p:txBody>
          <a:bodyPr wrap="none" rtlCol="0">
            <a:spAutoFit/>
          </a:bodyPr>
          <a:lstStyle/>
          <a:p>
            <a:r>
              <a:rPr lang="zh-CN" altLang="en-US" sz="2500" b="1" dirty="0">
                <a:solidFill>
                  <a:schemeClr val="accent1">
                    <a:lumMod val="100000"/>
                  </a:schemeClr>
                </a:solidFill>
                <a:effectLst/>
                <a:latin typeface="思源宋体 CN Heavy" panose="02020900000000000000" pitchFamily="18" charset="-122"/>
                <a:ea typeface="思源宋体 CN Heavy" panose="02020900000000000000" pitchFamily="18" charset="-122"/>
              </a:rPr>
              <a:t>解决方案</a:t>
            </a:r>
            <a:endParaRPr kumimoji="1" lang="zh-CN" altLang="en-US" sz="2500" b="1"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276" name="文本框 275">
            <a:extLst>
              <a:ext uri="{FF2B5EF4-FFF2-40B4-BE49-F238E27FC236}">
                <a16:creationId xmlns:a16="http://schemas.microsoft.com/office/drawing/2014/main" id="{E40ACFEA-CC5D-4964-02EE-0C26E01DCE77}"/>
              </a:ext>
            </a:extLst>
          </p:cNvPr>
          <p:cNvSpPr txBox="1"/>
          <p:nvPr/>
        </p:nvSpPr>
        <p:spPr>
          <a:xfrm>
            <a:off x="543433" y="604070"/>
            <a:ext cx="798617" cy="276999"/>
          </a:xfrm>
          <a:prstGeom prst="rect">
            <a:avLst/>
          </a:prstGeom>
          <a:noFill/>
        </p:spPr>
        <p:txBody>
          <a:bodyPr wrap="none" rtlCol="0">
            <a:spAutoFit/>
          </a:bodyPr>
          <a:lstStyle/>
          <a:p>
            <a:r>
              <a:rPr lang="en-US" altLang="zh-CN" sz="1200" dirty="0">
                <a:solidFill>
                  <a:schemeClr val="accent1">
                    <a:lumMod val="100000"/>
                    <a:alpha val="50000"/>
                  </a:schemeClr>
                </a:solidFill>
                <a:effectLst/>
                <a:latin typeface="阿里巴巴普惠体 2.0 45 Light" panose="00020600040101010101" pitchFamily="18" charset="-122"/>
              </a:rPr>
              <a:t>Solution</a:t>
            </a:r>
            <a:endParaRPr kumimoji="1" lang="zh-CN" altLang="en-US" sz="1200" dirty="0">
              <a:solidFill>
                <a:schemeClr val="accent1">
                  <a:lumMod val="100000"/>
                  <a:alpha val="50000"/>
                </a:schemeClr>
              </a:solidFill>
              <a:latin typeface="阿里巴巴普惠体 2.0 45 Light" panose="00020600040101010101" pitchFamily="18" charset="-122"/>
            </a:endParaRPr>
          </a:p>
        </p:txBody>
      </p:sp>
      <p:sp>
        <p:nvSpPr>
          <p:cNvPr id="148" name="任意多边形: 形状 147">
            <a:extLst>
              <a:ext uri="{FF2B5EF4-FFF2-40B4-BE49-F238E27FC236}">
                <a16:creationId xmlns:a16="http://schemas.microsoft.com/office/drawing/2014/main" id="{CF19218A-CF4E-4925-98A6-A61F93C38CDC}"/>
              </a:ext>
            </a:extLst>
          </p:cNvPr>
          <p:cNvSpPr/>
          <p:nvPr/>
        </p:nvSpPr>
        <p:spPr>
          <a:xfrm>
            <a:off x="8172450" y="4105274"/>
            <a:ext cx="3360738" cy="1292225"/>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10" name="矩形: 圆角 9">
            <a:extLst>
              <a:ext uri="{FF2B5EF4-FFF2-40B4-BE49-F238E27FC236}">
                <a16:creationId xmlns:a16="http://schemas.microsoft.com/office/drawing/2014/main" id="{0A6DC79E-4CCC-0358-B48C-E220FBDF107F}"/>
              </a:ext>
            </a:extLst>
          </p:cNvPr>
          <p:cNvSpPr/>
          <p:nvPr/>
        </p:nvSpPr>
        <p:spPr>
          <a:xfrm>
            <a:off x="8382000" y="44767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4" name="矩形: 圆角 13">
            <a:extLst>
              <a:ext uri="{FF2B5EF4-FFF2-40B4-BE49-F238E27FC236}">
                <a16:creationId xmlns:a16="http://schemas.microsoft.com/office/drawing/2014/main" id="{9AC355A3-BF4F-5A4E-95BF-D013F5F324A3}"/>
              </a:ext>
            </a:extLst>
          </p:cNvPr>
          <p:cNvSpPr/>
          <p:nvPr/>
        </p:nvSpPr>
        <p:spPr>
          <a:xfrm>
            <a:off x="8382000" y="49720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18" name="矩形: 圆角 17">
            <a:extLst>
              <a:ext uri="{FF2B5EF4-FFF2-40B4-BE49-F238E27FC236}">
                <a16:creationId xmlns:a16="http://schemas.microsoft.com/office/drawing/2014/main" id="{92511E8D-D8D4-5A49-3219-2CF761FCDE6D}"/>
              </a:ext>
            </a:extLst>
          </p:cNvPr>
          <p:cNvSpPr/>
          <p:nvPr/>
        </p:nvSpPr>
        <p:spPr>
          <a:xfrm>
            <a:off x="9499600" y="44767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2" name="矩形: 圆角 21">
            <a:extLst>
              <a:ext uri="{FF2B5EF4-FFF2-40B4-BE49-F238E27FC236}">
                <a16:creationId xmlns:a16="http://schemas.microsoft.com/office/drawing/2014/main" id="{58453661-02F4-899C-8E8D-D30B4F7893A2}"/>
              </a:ext>
            </a:extLst>
          </p:cNvPr>
          <p:cNvSpPr/>
          <p:nvPr/>
        </p:nvSpPr>
        <p:spPr>
          <a:xfrm>
            <a:off x="10598150" y="44767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 name="矩形: 圆角 25">
            <a:extLst>
              <a:ext uri="{FF2B5EF4-FFF2-40B4-BE49-F238E27FC236}">
                <a16:creationId xmlns:a16="http://schemas.microsoft.com/office/drawing/2014/main" id="{CA44A437-FCCD-3DF5-0B04-220D78C51046}"/>
              </a:ext>
            </a:extLst>
          </p:cNvPr>
          <p:cNvSpPr/>
          <p:nvPr/>
        </p:nvSpPr>
        <p:spPr>
          <a:xfrm>
            <a:off x="9499600" y="49720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0" name="矩形: 圆角 29">
            <a:extLst>
              <a:ext uri="{FF2B5EF4-FFF2-40B4-BE49-F238E27FC236}">
                <a16:creationId xmlns:a16="http://schemas.microsoft.com/office/drawing/2014/main" id="{C62B4DFF-D5D6-038E-40A0-D460CF0DA1C6}"/>
              </a:ext>
            </a:extLst>
          </p:cNvPr>
          <p:cNvSpPr/>
          <p:nvPr/>
        </p:nvSpPr>
        <p:spPr>
          <a:xfrm>
            <a:off x="10598150" y="4972050"/>
            <a:ext cx="825500" cy="381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6" name="矩形: 圆角 35">
            <a:extLst>
              <a:ext uri="{FF2B5EF4-FFF2-40B4-BE49-F238E27FC236}">
                <a16:creationId xmlns:a16="http://schemas.microsoft.com/office/drawing/2014/main" id="{11DB3253-252F-E406-C70D-5DDFE951324B}"/>
              </a:ext>
            </a:extLst>
          </p:cNvPr>
          <p:cNvSpPr/>
          <p:nvPr/>
        </p:nvSpPr>
        <p:spPr>
          <a:xfrm>
            <a:off x="11493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38" name="矩形: 圆角 37">
            <a:extLst>
              <a:ext uri="{FF2B5EF4-FFF2-40B4-BE49-F238E27FC236}">
                <a16:creationId xmlns:a16="http://schemas.microsoft.com/office/drawing/2014/main" id="{F3CA05A6-DC22-969A-1757-B9EFD9753875}"/>
              </a:ext>
            </a:extLst>
          </p:cNvPr>
          <p:cNvSpPr/>
          <p:nvPr/>
        </p:nvSpPr>
        <p:spPr>
          <a:xfrm>
            <a:off x="26479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39" name="矩形: 圆角 38">
            <a:extLst>
              <a:ext uri="{FF2B5EF4-FFF2-40B4-BE49-F238E27FC236}">
                <a16:creationId xmlns:a16="http://schemas.microsoft.com/office/drawing/2014/main" id="{9F7BBBC6-3F30-BDA5-4546-E8713F891387}"/>
              </a:ext>
            </a:extLst>
          </p:cNvPr>
          <p:cNvSpPr/>
          <p:nvPr/>
        </p:nvSpPr>
        <p:spPr>
          <a:xfrm>
            <a:off x="41465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0" name="矩形: 圆角 39">
            <a:extLst>
              <a:ext uri="{FF2B5EF4-FFF2-40B4-BE49-F238E27FC236}">
                <a16:creationId xmlns:a16="http://schemas.microsoft.com/office/drawing/2014/main" id="{30DBB49D-A7C9-37C9-B72F-45EF57CC3914}"/>
              </a:ext>
            </a:extLst>
          </p:cNvPr>
          <p:cNvSpPr/>
          <p:nvPr/>
        </p:nvSpPr>
        <p:spPr>
          <a:xfrm>
            <a:off x="56451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2" name="矩形: 圆角 41">
            <a:extLst>
              <a:ext uri="{FF2B5EF4-FFF2-40B4-BE49-F238E27FC236}">
                <a16:creationId xmlns:a16="http://schemas.microsoft.com/office/drawing/2014/main" id="{D670011F-2824-305E-21D1-A3D22FA335B9}"/>
              </a:ext>
            </a:extLst>
          </p:cNvPr>
          <p:cNvSpPr/>
          <p:nvPr/>
        </p:nvSpPr>
        <p:spPr>
          <a:xfrm>
            <a:off x="71437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3" name="矩形: 圆角 42">
            <a:extLst>
              <a:ext uri="{FF2B5EF4-FFF2-40B4-BE49-F238E27FC236}">
                <a16:creationId xmlns:a16="http://schemas.microsoft.com/office/drawing/2014/main" id="{24C57FC1-900A-1393-DB04-48848C156DD1}"/>
              </a:ext>
            </a:extLst>
          </p:cNvPr>
          <p:cNvSpPr/>
          <p:nvPr/>
        </p:nvSpPr>
        <p:spPr>
          <a:xfrm>
            <a:off x="86423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4" name="矩形: 圆角 43">
            <a:extLst>
              <a:ext uri="{FF2B5EF4-FFF2-40B4-BE49-F238E27FC236}">
                <a16:creationId xmlns:a16="http://schemas.microsoft.com/office/drawing/2014/main" id="{77306B7C-B525-AA90-0D46-4E13D049C62E}"/>
              </a:ext>
            </a:extLst>
          </p:cNvPr>
          <p:cNvSpPr/>
          <p:nvPr/>
        </p:nvSpPr>
        <p:spPr>
          <a:xfrm>
            <a:off x="10140950" y="1390650"/>
            <a:ext cx="1397000" cy="1301750"/>
          </a:xfrm>
          <a:prstGeom prst="roundRect">
            <a:avLst>
              <a:gd name="adj" fmla="val 2000"/>
            </a:avLst>
          </a:prstGeom>
          <a:solidFill>
            <a:srgbClr val="F7F7F7">
              <a:alpha val="20000"/>
            </a:srgbClr>
          </a:solidFill>
          <a:ln w="12700" cap="flat">
            <a:solidFill>
              <a:srgbClr val="4D4D4D">
                <a:alpha val="50000"/>
              </a:srgbClr>
            </a:solidFill>
            <a:custDash>
              <a:ds d="600000" sp="600000"/>
            </a:custDash>
            <a:miter/>
          </a:ln>
        </p:spPr>
        <p:txBody>
          <a:bodyPr rtlCol="0" anchor="ctr"/>
          <a:lstStyle/>
          <a:p>
            <a:endParaRPr lang="zh-CN" altLang="en-US"/>
          </a:p>
        </p:txBody>
      </p:sp>
      <p:sp>
        <p:nvSpPr>
          <p:cNvPr id="46" name="任意多边形: 形状 45">
            <a:extLst>
              <a:ext uri="{FF2B5EF4-FFF2-40B4-BE49-F238E27FC236}">
                <a16:creationId xmlns:a16="http://schemas.microsoft.com/office/drawing/2014/main" id="{8C667FA3-978B-E84D-34FA-8B4A29707D87}"/>
              </a:ext>
            </a:extLst>
          </p:cNvPr>
          <p:cNvSpPr/>
          <p:nvPr/>
        </p:nvSpPr>
        <p:spPr>
          <a:xfrm>
            <a:off x="1149350" y="2838450"/>
            <a:ext cx="3384550" cy="110490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6" y="0"/>
                  <a:pt x="3384550" y="0"/>
                  <a:pt x="3384550" y="0"/>
                </a:cubicBezTo>
                <a:lnTo>
                  <a:pt x="3384550" y="1104900"/>
                </a:lnTo>
                <a:cubicBezTo>
                  <a:pt x="3384550" y="1104900"/>
                  <a:pt x="3361806"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47" name="任意多边形: 形状 46">
            <a:extLst>
              <a:ext uri="{FF2B5EF4-FFF2-40B4-BE49-F238E27FC236}">
                <a16:creationId xmlns:a16="http://schemas.microsoft.com/office/drawing/2014/main" id="{8405F75E-C0F2-8208-C02C-1EFE6BFE759E}"/>
              </a:ext>
            </a:extLst>
          </p:cNvPr>
          <p:cNvSpPr/>
          <p:nvPr/>
        </p:nvSpPr>
        <p:spPr>
          <a:xfrm>
            <a:off x="1149350" y="4102100"/>
            <a:ext cx="6432550" cy="1295400"/>
          </a:xfrm>
          <a:custGeom>
            <a:avLst/>
            <a:gdLst>
              <a:gd name="connsiteX0" fmla="*/ 6381750 w 6432550"/>
              <a:gd name="connsiteY0" fmla="*/ 0 h 1295400"/>
              <a:gd name="connsiteX1" fmla="*/ 6432550 w 6432550"/>
              <a:gd name="connsiteY1" fmla="*/ 0 h 1295400"/>
              <a:gd name="connsiteX2" fmla="*/ 6432550 w 6432550"/>
              <a:gd name="connsiteY2" fmla="*/ 1295400 h 1295400"/>
              <a:gd name="connsiteX3" fmla="*/ 6381750 w 6432550"/>
              <a:gd name="connsiteY3" fmla="*/ 1295400 h 1295400"/>
              <a:gd name="connsiteX4" fmla="*/ 50800 w 6432550"/>
              <a:gd name="connsiteY4" fmla="*/ 1295400 h 1295400"/>
              <a:gd name="connsiteX5" fmla="*/ 0 w 6432550"/>
              <a:gd name="connsiteY5" fmla="*/ 1295400 h 1295400"/>
              <a:gd name="connsiteX6" fmla="*/ 0 w 6432550"/>
              <a:gd name="connsiteY6" fmla="*/ 0 h 1295400"/>
              <a:gd name="connsiteX7" fmla="*/ 50800 w 6432550"/>
              <a:gd name="connsiteY7"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2550" h="1295400">
                <a:moveTo>
                  <a:pt x="6381750" y="0"/>
                </a:moveTo>
                <a:cubicBezTo>
                  <a:pt x="6409807" y="0"/>
                  <a:pt x="6432550" y="0"/>
                  <a:pt x="6432550" y="0"/>
                </a:cubicBezTo>
                <a:lnTo>
                  <a:pt x="6432550" y="1295400"/>
                </a:lnTo>
                <a:cubicBezTo>
                  <a:pt x="6432550" y="1295400"/>
                  <a:pt x="6409807" y="1295400"/>
                  <a:pt x="6381750" y="1295400"/>
                </a:cubicBezTo>
                <a:lnTo>
                  <a:pt x="50800" y="1295400"/>
                </a:lnTo>
                <a:cubicBezTo>
                  <a:pt x="22744" y="1295400"/>
                  <a:pt x="0" y="1295400"/>
                  <a:pt x="0" y="12954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48" name="任意多边形: 形状 47">
            <a:extLst>
              <a:ext uri="{FF2B5EF4-FFF2-40B4-BE49-F238E27FC236}">
                <a16:creationId xmlns:a16="http://schemas.microsoft.com/office/drawing/2014/main" id="{592B2D27-061D-1A2C-7CD5-E6A2B045827B}"/>
              </a:ext>
            </a:extLst>
          </p:cNvPr>
          <p:cNvSpPr/>
          <p:nvPr/>
        </p:nvSpPr>
        <p:spPr>
          <a:xfrm>
            <a:off x="1149350" y="5562600"/>
            <a:ext cx="10407650" cy="628650"/>
          </a:xfrm>
          <a:custGeom>
            <a:avLst/>
            <a:gdLst>
              <a:gd name="connsiteX0" fmla="*/ 10356850 w 10407650"/>
              <a:gd name="connsiteY0" fmla="*/ 0 h 628650"/>
              <a:gd name="connsiteX1" fmla="*/ 10407650 w 10407650"/>
              <a:gd name="connsiteY1" fmla="*/ 0 h 628650"/>
              <a:gd name="connsiteX2" fmla="*/ 10407650 w 10407650"/>
              <a:gd name="connsiteY2" fmla="*/ 628650 h 628650"/>
              <a:gd name="connsiteX3" fmla="*/ 10356850 w 10407650"/>
              <a:gd name="connsiteY3" fmla="*/ 628650 h 628650"/>
              <a:gd name="connsiteX4" fmla="*/ 50800 w 10407650"/>
              <a:gd name="connsiteY4" fmla="*/ 628650 h 628650"/>
              <a:gd name="connsiteX5" fmla="*/ 0 w 10407650"/>
              <a:gd name="connsiteY5" fmla="*/ 628650 h 628650"/>
              <a:gd name="connsiteX6" fmla="*/ 0 w 10407650"/>
              <a:gd name="connsiteY6" fmla="*/ 0 h 628650"/>
              <a:gd name="connsiteX7" fmla="*/ 50800 w 10407650"/>
              <a:gd name="connsiteY7" fmla="*/ 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07650" h="628650">
                <a:moveTo>
                  <a:pt x="10356850" y="0"/>
                </a:moveTo>
                <a:cubicBezTo>
                  <a:pt x="10384906" y="0"/>
                  <a:pt x="10407650" y="0"/>
                  <a:pt x="10407650" y="0"/>
                </a:cubicBezTo>
                <a:lnTo>
                  <a:pt x="10407650" y="628650"/>
                </a:lnTo>
                <a:cubicBezTo>
                  <a:pt x="10407650" y="628650"/>
                  <a:pt x="10384906" y="628650"/>
                  <a:pt x="10356850" y="628650"/>
                </a:cubicBezTo>
                <a:lnTo>
                  <a:pt x="50800" y="628650"/>
                </a:lnTo>
                <a:cubicBezTo>
                  <a:pt x="22744" y="628650"/>
                  <a:pt x="0" y="628650"/>
                  <a:pt x="0" y="62865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50" name="任意多边形: 形状 49">
            <a:extLst>
              <a:ext uri="{FF2B5EF4-FFF2-40B4-BE49-F238E27FC236}">
                <a16:creationId xmlns:a16="http://schemas.microsoft.com/office/drawing/2014/main" id="{05D963AC-B5B0-3328-9715-4CDB0C89E3ED}"/>
              </a:ext>
            </a:extLst>
          </p:cNvPr>
          <p:cNvSpPr/>
          <p:nvPr/>
        </p:nvSpPr>
        <p:spPr>
          <a:xfrm>
            <a:off x="4660900" y="2838450"/>
            <a:ext cx="3384550" cy="110490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51" name="任意多边形: 形状 50">
            <a:extLst>
              <a:ext uri="{FF2B5EF4-FFF2-40B4-BE49-F238E27FC236}">
                <a16:creationId xmlns:a16="http://schemas.microsoft.com/office/drawing/2014/main" id="{2EDB611E-A958-8971-69F7-8CA6210B42E5}"/>
              </a:ext>
            </a:extLst>
          </p:cNvPr>
          <p:cNvSpPr/>
          <p:nvPr/>
        </p:nvSpPr>
        <p:spPr>
          <a:xfrm>
            <a:off x="8172450" y="2838450"/>
            <a:ext cx="3360738" cy="1104900"/>
          </a:xfrm>
          <a:custGeom>
            <a:avLst/>
            <a:gdLst>
              <a:gd name="connsiteX0" fmla="*/ 3333750 w 3384550"/>
              <a:gd name="connsiteY0" fmla="*/ 0 h 1104900"/>
              <a:gd name="connsiteX1" fmla="*/ 3384550 w 3384550"/>
              <a:gd name="connsiteY1" fmla="*/ 0 h 1104900"/>
              <a:gd name="connsiteX2" fmla="*/ 3384550 w 3384550"/>
              <a:gd name="connsiteY2" fmla="*/ 1104900 h 1104900"/>
              <a:gd name="connsiteX3" fmla="*/ 3333750 w 3384550"/>
              <a:gd name="connsiteY3" fmla="*/ 1104900 h 1104900"/>
              <a:gd name="connsiteX4" fmla="*/ 50800 w 3384550"/>
              <a:gd name="connsiteY4" fmla="*/ 1104900 h 1104900"/>
              <a:gd name="connsiteX5" fmla="*/ 0 w 3384550"/>
              <a:gd name="connsiteY5" fmla="*/ 1104900 h 1104900"/>
              <a:gd name="connsiteX6" fmla="*/ 0 w 3384550"/>
              <a:gd name="connsiteY6" fmla="*/ 0 h 1104900"/>
              <a:gd name="connsiteX7" fmla="*/ 50800 w 3384550"/>
              <a:gd name="connsiteY7"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4550" h="1104900">
                <a:moveTo>
                  <a:pt x="3333750" y="0"/>
                </a:moveTo>
                <a:cubicBezTo>
                  <a:pt x="3361807" y="0"/>
                  <a:pt x="3384550" y="0"/>
                  <a:pt x="3384550" y="0"/>
                </a:cubicBezTo>
                <a:lnTo>
                  <a:pt x="3384550" y="1104900"/>
                </a:lnTo>
                <a:cubicBezTo>
                  <a:pt x="3384550" y="1104900"/>
                  <a:pt x="3361807" y="1104900"/>
                  <a:pt x="3333750" y="1104900"/>
                </a:cubicBezTo>
                <a:lnTo>
                  <a:pt x="50800" y="1104900"/>
                </a:lnTo>
                <a:cubicBezTo>
                  <a:pt x="22744" y="1104900"/>
                  <a:pt x="0" y="1104900"/>
                  <a:pt x="0" y="1104900"/>
                </a:cubicBezTo>
                <a:lnTo>
                  <a:pt x="0" y="0"/>
                </a:lnTo>
                <a:cubicBezTo>
                  <a:pt x="0" y="0"/>
                  <a:pt x="22744" y="0"/>
                  <a:pt x="50800" y="0"/>
                </a:cubicBezTo>
                <a:close/>
              </a:path>
            </a:pathLst>
          </a:custGeom>
          <a:solidFill>
            <a:srgbClr val="F7F7F7">
              <a:alpha val="20000"/>
            </a:srgbClr>
          </a:solidFill>
          <a:ln w="6350" cap="flat">
            <a:solidFill>
              <a:schemeClr val="accent1">
                <a:lumMod val="100000"/>
              </a:schemeClr>
            </a:solidFill>
            <a:custDash>
              <a:ds d="600000" sp="600000"/>
            </a:custDash>
            <a:miter/>
          </a:ln>
        </p:spPr>
        <p:txBody>
          <a:bodyPr rtlCol="0" anchor="ctr"/>
          <a:lstStyle/>
          <a:p>
            <a:endParaRPr lang="zh-CN" altLang="en-US"/>
          </a:p>
        </p:txBody>
      </p:sp>
      <p:sp>
        <p:nvSpPr>
          <p:cNvPr id="54" name="矩形: 圆角 53">
            <a:extLst>
              <a:ext uri="{FF2B5EF4-FFF2-40B4-BE49-F238E27FC236}">
                <a16:creationId xmlns:a16="http://schemas.microsoft.com/office/drawing/2014/main" id="{099697F8-CB5F-93AD-D1A6-6842896DCC9E}"/>
              </a:ext>
            </a:extLst>
          </p:cNvPr>
          <p:cNvSpPr/>
          <p:nvPr/>
        </p:nvSpPr>
        <p:spPr>
          <a:xfrm>
            <a:off x="11493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59" name="矩形: 圆角 58">
            <a:extLst>
              <a:ext uri="{FF2B5EF4-FFF2-40B4-BE49-F238E27FC236}">
                <a16:creationId xmlns:a16="http://schemas.microsoft.com/office/drawing/2014/main" id="{5F09628F-46FE-A6E0-6683-0AE72F3A83CE}"/>
              </a:ext>
            </a:extLst>
          </p:cNvPr>
          <p:cNvSpPr/>
          <p:nvPr/>
        </p:nvSpPr>
        <p:spPr>
          <a:xfrm>
            <a:off x="2120900" y="3003550"/>
            <a:ext cx="1435100" cy="279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63" name="矩形: 圆角 62">
            <a:extLst>
              <a:ext uri="{FF2B5EF4-FFF2-40B4-BE49-F238E27FC236}">
                <a16:creationId xmlns:a16="http://schemas.microsoft.com/office/drawing/2014/main" id="{E5E11593-A1B2-DC1B-74E8-DF84D1E8E235}"/>
              </a:ext>
            </a:extLst>
          </p:cNvPr>
          <p:cNvSpPr/>
          <p:nvPr/>
        </p:nvSpPr>
        <p:spPr>
          <a:xfrm>
            <a:off x="5632450" y="3003550"/>
            <a:ext cx="1435100" cy="279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1" name="矩形: 圆角 130">
            <a:extLst>
              <a:ext uri="{FF2B5EF4-FFF2-40B4-BE49-F238E27FC236}">
                <a16:creationId xmlns:a16="http://schemas.microsoft.com/office/drawing/2014/main" id="{1897E0F0-8294-026B-82E1-6AA159879E74}"/>
              </a:ext>
            </a:extLst>
          </p:cNvPr>
          <p:cNvSpPr/>
          <p:nvPr/>
        </p:nvSpPr>
        <p:spPr>
          <a:xfrm>
            <a:off x="9245600" y="3003550"/>
            <a:ext cx="1435100" cy="2794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135" name="矩形: 圆角 134">
            <a:extLst>
              <a:ext uri="{FF2B5EF4-FFF2-40B4-BE49-F238E27FC236}">
                <a16:creationId xmlns:a16="http://schemas.microsoft.com/office/drawing/2014/main" id="{E6BD9142-8F5A-BA6F-BDE5-C8B818981EF0}"/>
              </a:ext>
            </a:extLst>
          </p:cNvPr>
          <p:cNvSpPr/>
          <p:nvPr/>
        </p:nvSpPr>
        <p:spPr>
          <a:xfrm>
            <a:off x="26479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39" name="矩形: 圆角 138">
            <a:extLst>
              <a:ext uri="{FF2B5EF4-FFF2-40B4-BE49-F238E27FC236}">
                <a16:creationId xmlns:a16="http://schemas.microsoft.com/office/drawing/2014/main" id="{C0B22B87-CFB3-B47A-1A4B-D42E745B47B4}"/>
              </a:ext>
            </a:extLst>
          </p:cNvPr>
          <p:cNvSpPr/>
          <p:nvPr/>
        </p:nvSpPr>
        <p:spPr>
          <a:xfrm>
            <a:off x="41465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42" name="矩形: 圆角 141">
            <a:extLst>
              <a:ext uri="{FF2B5EF4-FFF2-40B4-BE49-F238E27FC236}">
                <a16:creationId xmlns:a16="http://schemas.microsoft.com/office/drawing/2014/main" id="{C93F77D2-F5F8-37CE-7302-C79B8B4B9E13}"/>
              </a:ext>
            </a:extLst>
          </p:cNvPr>
          <p:cNvSpPr/>
          <p:nvPr/>
        </p:nvSpPr>
        <p:spPr>
          <a:xfrm>
            <a:off x="56451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46" name="矩形: 圆角 145">
            <a:extLst>
              <a:ext uri="{FF2B5EF4-FFF2-40B4-BE49-F238E27FC236}">
                <a16:creationId xmlns:a16="http://schemas.microsoft.com/office/drawing/2014/main" id="{E4735206-13F6-2BA6-B196-0E08B5BE586F}"/>
              </a:ext>
            </a:extLst>
          </p:cNvPr>
          <p:cNvSpPr/>
          <p:nvPr/>
        </p:nvSpPr>
        <p:spPr>
          <a:xfrm>
            <a:off x="71437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50" name="矩形: 圆角 149">
            <a:extLst>
              <a:ext uri="{FF2B5EF4-FFF2-40B4-BE49-F238E27FC236}">
                <a16:creationId xmlns:a16="http://schemas.microsoft.com/office/drawing/2014/main" id="{1C4B015A-9615-F6CB-8C6C-6FA2C011F6F3}"/>
              </a:ext>
            </a:extLst>
          </p:cNvPr>
          <p:cNvSpPr/>
          <p:nvPr/>
        </p:nvSpPr>
        <p:spPr>
          <a:xfrm>
            <a:off x="86423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54" name="矩形: 圆角 153">
            <a:extLst>
              <a:ext uri="{FF2B5EF4-FFF2-40B4-BE49-F238E27FC236}">
                <a16:creationId xmlns:a16="http://schemas.microsoft.com/office/drawing/2014/main" id="{295F46E7-4125-413F-16D9-BE5A1EC32624}"/>
              </a:ext>
            </a:extLst>
          </p:cNvPr>
          <p:cNvSpPr/>
          <p:nvPr/>
        </p:nvSpPr>
        <p:spPr>
          <a:xfrm>
            <a:off x="10140950" y="1390650"/>
            <a:ext cx="1397000" cy="2667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sz="2000">
              <a:solidFill>
                <a:schemeClr val="tx1"/>
              </a:solidFill>
            </a:endParaRPr>
          </a:p>
        </p:txBody>
      </p:sp>
      <p:sp>
        <p:nvSpPr>
          <p:cNvPr id="157" name="矩形: 圆角 156">
            <a:extLst>
              <a:ext uri="{FF2B5EF4-FFF2-40B4-BE49-F238E27FC236}">
                <a16:creationId xmlns:a16="http://schemas.microsoft.com/office/drawing/2014/main" id="{F437F0F8-E34E-A11B-E911-D85BF710B77E}"/>
              </a:ext>
            </a:extLst>
          </p:cNvPr>
          <p:cNvSpPr/>
          <p:nvPr/>
        </p:nvSpPr>
        <p:spPr>
          <a:xfrm>
            <a:off x="12763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2000"/>
          </a:p>
        </p:txBody>
      </p:sp>
      <p:sp>
        <p:nvSpPr>
          <p:cNvPr id="161" name="矩形: 圆角 160">
            <a:extLst>
              <a:ext uri="{FF2B5EF4-FFF2-40B4-BE49-F238E27FC236}">
                <a16:creationId xmlns:a16="http://schemas.microsoft.com/office/drawing/2014/main" id="{D1DD3E4B-9888-5FB0-9A3A-F7842816A043}"/>
              </a:ext>
            </a:extLst>
          </p:cNvPr>
          <p:cNvSpPr/>
          <p:nvPr/>
        </p:nvSpPr>
        <p:spPr>
          <a:xfrm>
            <a:off x="1276350" y="4857750"/>
            <a:ext cx="6178550" cy="37405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165" name="矩形: 圆角 164">
            <a:extLst>
              <a:ext uri="{FF2B5EF4-FFF2-40B4-BE49-F238E27FC236}">
                <a16:creationId xmlns:a16="http://schemas.microsoft.com/office/drawing/2014/main" id="{CA1B2461-A0B9-2146-9C7A-5EE4C8D72421}"/>
              </a:ext>
            </a:extLst>
          </p:cNvPr>
          <p:cNvSpPr/>
          <p:nvPr/>
        </p:nvSpPr>
        <p:spPr>
          <a:xfrm>
            <a:off x="33845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169" name="矩形: 圆角 168">
            <a:extLst>
              <a:ext uri="{FF2B5EF4-FFF2-40B4-BE49-F238E27FC236}">
                <a16:creationId xmlns:a16="http://schemas.microsoft.com/office/drawing/2014/main" id="{60F584BF-D2C0-4629-6264-16477C00A4DA}"/>
              </a:ext>
            </a:extLst>
          </p:cNvPr>
          <p:cNvSpPr/>
          <p:nvPr/>
        </p:nvSpPr>
        <p:spPr>
          <a:xfrm>
            <a:off x="55181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172" name="矩形: 圆角 171">
            <a:extLst>
              <a:ext uri="{FF2B5EF4-FFF2-40B4-BE49-F238E27FC236}">
                <a16:creationId xmlns:a16="http://schemas.microsoft.com/office/drawing/2014/main" id="{3526224E-AF90-7197-76BE-A8CB2CB268AE}"/>
              </a:ext>
            </a:extLst>
          </p:cNvPr>
          <p:cNvSpPr/>
          <p:nvPr/>
        </p:nvSpPr>
        <p:spPr>
          <a:xfrm>
            <a:off x="23431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176" name="矩形: 圆角 175">
            <a:extLst>
              <a:ext uri="{FF2B5EF4-FFF2-40B4-BE49-F238E27FC236}">
                <a16:creationId xmlns:a16="http://schemas.microsoft.com/office/drawing/2014/main" id="{43B7CDC6-A49D-E3E1-99F7-62937CA11BCE}"/>
              </a:ext>
            </a:extLst>
          </p:cNvPr>
          <p:cNvSpPr/>
          <p:nvPr/>
        </p:nvSpPr>
        <p:spPr>
          <a:xfrm>
            <a:off x="44513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180" name="矩形: 圆角 179">
            <a:extLst>
              <a:ext uri="{FF2B5EF4-FFF2-40B4-BE49-F238E27FC236}">
                <a16:creationId xmlns:a16="http://schemas.microsoft.com/office/drawing/2014/main" id="{4188AC18-0238-EE0A-6E40-D165F767A161}"/>
              </a:ext>
            </a:extLst>
          </p:cNvPr>
          <p:cNvSpPr/>
          <p:nvPr/>
        </p:nvSpPr>
        <p:spPr>
          <a:xfrm>
            <a:off x="6584950" y="4343400"/>
            <a:ext cx="869950" cy="304800"/>
          </a:xfrm>
          <a:prstGeom prst="roundRect">
            <a:avLst>
              <a:gd name="adj" fmla="val 12000"/>
            </a:avLst>
          </a:prstGeom>
          <a:solidFill>
            <a:srgbClr val="FFFFFF"/>
          </a:solidFill>
          <a:ln w="6350" cap="flat">
            <a:solidFill>
              <a:schemeClr val="accent1">
                <a:lumMod val="100000"/>
              </a:schemeClr>
            </a:solidFill>
            <a:prstDash val="solid"/>
            <a:miter/>
          </a:ln>
          <a:effectLst>
            <a:outerShdw blurRad="254000" dist="635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224" name="矩形: 圆角 223">
            <a:extLst>
              <a:ext uri="{FF2B5EF4-FFF2-40B4-BE49-F238E27FC236}">
                <a16:creationId xmlns:a16="http://schemas.microsoft.com/office/drawing/2014/main" id="{28CD7F94-0FA8-999A-4039-F5E9B48CD89B}"/>
              </a:ext>
            </a:extLst>
          </p:cNvPr>
          <p:cNvSpPr/>
          <p:nvPr/>
        </p:nvSpPr>
        <p:spPr>
          <a:xfrm>
            <a:off x="635000" y="1384300"/>
            <a:ext cx="400050" cy="13081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228" name="矩形: 圆角 227">
            <a:extLst>
              <a:ext uri="{FF2B5EF4-FFF2-40B4-BE49-F238E27FC236}">
                <a16:creationId xmlns:a16="http://schemas.microsoft.com/office/drawing/2014/main" id="{369EA069-DB10-C044-3E3E-6E101F965F35}"/>
              </a:ext>
            </a:extLst>
          </p:cNvPr>
          <p:cNvSpPr/>
          <p:nvPr/>
        </p:nvSpPr>
        <p:spPr>
          <a:xfrm>
            <a:off x="635000" y="2838450"/>
            <a:ext cx="400050" cy="11049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231" name="矩形: 圆角 230">
            <a:extLst>
              <a:ext uri="{FF2B5EF4-FFF2-40B4-BE49-F238E27FC236}">
                <a16:creationId xmlns:a16="http://schemas.microsoft.com/office/drawing/2014/main" id="{92A39DFE-1B25-9331-1CA1-CA8DD95948CE}"/>
              </a:ext>
            </a:extLst>
          </p:cNvPr>
          <p:cNvSpPr/>
          <p:nvPr/>
        </p:nvSpPr>
        <p:spPr>
          <a:xfrm>
            <a:off x="635000" y="4089400"/>
            <a:ext cx="393700" cy="2108200"/>
          </a:xfrm>
          <a:prstGeom prst="roundRect">
            <a:avLst>
              <a:gd name="adj" fmla="val 8000"/>
            </a:avLst>
          </a:prstGeom>
          <a:solidFill>
            <a:schemeClr val="accent1">
              <a:lumMod val="100000"/>
            </a:schemeClr>
          </a:solidFill>
          <a:ln w="6350" cap="flat">
            <a:noFill/>
            <a:prstDash val="solid"/>
            <a:miter/>
          </a:ln>
        </p:spPr>
        <p:txBody>
          <a:bodyPr rtlCol="0" anchor="ctr"/>
          <a:lstStyle/>
          <a:p>
            <a:endParaRPr lang="zh-CN" altLang="en-US">
              <a:solidFill>
                <a:schemeClr val="tx1"/>
              </a:solidFill>
            </a:endParaRPr>
          </a:p>
        </p:txBody>
      </p:sp>
      <p:sp>
        <p:nvSpPr>
          <p:cNvPr id="234" name="矩形: 圆角 233">
            <a:extLst>
              <a:ext uri="{FF2B5EF4-FFF2-40B4-BE49-F238E27FC236}">
                <a16:creationId xmlns:a16="http://schemas.microsoft.com/office/drawing/2014/main" id="{4F98A735-37D2-FDAE-B487-A37E47D37CDB}"/>
              </a:ext>
            </a:extLst>
          </p:cNvPr>
          <p:cNvSpPr/>
          <p:nvPr/>
        </p:nvSpPr>
        <p:spPr>
          <a:xfrm>
            <a:off x="12890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2" name="任意多边形: 形状 251">
            <a:extLst>
              <a:ext uri="{FF2B5EF4-FFF2-40B4-BE49-F238E27FC236}">
                <a16:creationId xmlns:a16="http://schemas.microsoft.com/office/drawing/2014/main" id="{54C56CB1-5467-2AE9-55DA-C43CA64B41FE}"/>
              </a:ext>
            </a:extLst>
          </p:cNvPr>
          <p:cNvSpPr/>
          <p:nvPr/>
        </p:nvSpPr>
        <p:spPr>
          <a:xfrm>
            <a:off x="18605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4" name="矩形: 圆角 253">
            <a:extLst>
              <a:ext uri="{FF2B5EF4-FFF2-40B4-BE49-F238E27FC236}">
                <a16:creationId xmlns:a16="http://schemas.microsoft.com/office/drawing/2014/main" id="{B5D33189-6246-CD34-F70C-38E77D722595}"/>
              </a:ext>
            </a:extLst>
          </p:cNvPr>
          <p:cNvSpPr/>
          <p:nvPr/>
        </p:nvSpPr>
        <p:spPr>
          <a:xfrm>
            <a:off x="21463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56" name="任意多边形: 形状 255">
            <a:extLst>
              <a:ext uri="{FF2B5EF4-FFF2-40B4-BE49-F238E27FC236}">
                <a16:creationId xmlns:a16="http://schemas.microsoft.com/office/drawing/2014/main" id="{51D621AA-29FB-D0BE-D48F-69347531030F}"/>
              </a:ext>
            </a:extLst>
          </p:cNvPr>
          <p:cNvSpPr/>
          <p:nvPr/>
        </p:nvSpPr>
        <p:spPr>
          <a:xfrm>
            <a:off x="27178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58" name="矩形: 圆角 257">
            <a:extLst>
              <a:ext uri="{FF2B5EF4-FFF2-40B4-BE49-F238E27FC236}">
                <a16:creationId xmlns:a16="http://schemas.microsoft.com/office/drawing/2014/main" id="{BC24547B-58D6-6ADE-B8F8-1D5D9766D6D1}"/>
              </a:ext>
            </a:extLst>
          </p:cNvPr>
          <p:cNvSpPr/>
          <p:nvPr/>
        </p:nvSpPr>
        <p:spPr>
          <a:xfrm>
            <a:off x="30035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0" name="任意多边形: 形状 259">
            <a:extLst>
              <a:ext uri="{FF2B5EF4-FFF2-40B4-BE49-F238E27FC236}">
                <a16:creationId xmlns:a16="http://schemas.microsoft.com/office/drawing/2014/main" id="{EACA3EDA-ADDF-6CE3-3525-A0B1ED51F5E5}"/>
              </a:ext>
            </a:extLst>
          </p:cNvPr>
          <p:cNvSpPr/>
          <p:nvPr/>
        </p:nvSpPr>
        <p:spPr>
          <a:xfrm>
            <a:off x="35750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2" name="矩形: 圆角 261">
            <a:extLst>
              <a:ext uri="{FF2B5EF4-FFF2-40B4-BE49-F238E27FC236}">
                <a16:creationId xmlns:a16="http://schemas.microsoft.com/office/drawing/2014/main" id="{501105DC-830E-895E-AA1F-61141501A126}"/>
              </a:ext>
            </a:extLst>
          </p:cNvPr>
          <p:cNvSpPr/>
          <p:nvPr/>
        </p:nvSpPr>
        <p:spPr>
          <a:xfrm>
            <a:off x="38608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5" name="矩形: 圆角 264">
            <a:extLst>
              <a:ext uri="{FF2B5EF4-FFF2-40B4-BE49-F238E27FC236}">
                <a16:creationId xmlns:a16="http://schemas.microsoft.com/office/drawing/2014/main" id="{2E8F96BD-AF75-35E9-430E-36CA17ADD792}"/>
              </a:ext>
            </a:extLst>
          </p:cNvPr>
          <p:cNvSpPr/>
          <p:nvPr/>
        </p:nvSpPr>
        <p:spPr>
          <a:xfrm>
            <a:off x="47498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67" name="任意多边形: 形状 266">
            <a:extLst>
              <a:ext uri="{FF2B5EF4-FFF2-40B4-BE49-F238E27FC236}">
                <a16:creationId xmlns:a16="http://schemas.microsoft.com/office/drawing/2014/main" id="{6557786C-52E1-ACC5-D290-412DAC470F86}"/>
              </a:ext>
            </a:extLst>
          </p:cNvPr>
          <p:cNvSpPr/>
          <p:nvPr/>
        </p:nvSpPr>
        <p:spPr>
          <a:xfrm>
            <a:off x="53213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69" name="矩形: 圆角 268">
            <a:extLst>
              <a:ext uri="{FF2B5EF4-FFF2-40B4-BE49-F238E27FC236}">
                <a16:creationId xmlns:a16="http://schemas.microsoft.com/office/drawing/2014/main" id="{6B87AA0E-BE9F-A785-C6A2-75464029DA24}"/>
              </a:ext>
            </a:extLst>
          </p:cNvPr>
          <p:cNvSpPr/>
          <p:nvPr/>
        </p:nvSpPr>
        <p:spPr>
          <a:xfrm>
            <a:off x="56070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1" name="任意多边形: 形状 270">
            <a:extLst>
              <a:ext uri="{FF2B5EF4-FFF2-40B4-BE49-F238E27FC236}">
                <a16:creationId xmlns:a16="http://schemas.microsoft.com/office/drawing/2014/main" id="{CFA9900F-8547-90EC-15DF-C56835B30F84}"/>
              </a:ext>
            </a:extLst>
          </p:cNvPr>
          <p:cNvSpPr/>
          <p:nvPr/>
        </p:nvSpPr>
        <p:spPr>
          <a:xfrm>
            <a:off x="61785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4" name="矩形: 圆角 273">
            <a:extLst>
              <a:ext uri="{FF2B5EF4-FFF2-40B4-BE49-F238E27FC236}">
                <a16:creationId xmlns:a16="http://schemas.microsoft.com/office/drawing/2014/main" id="{01ED0656-44AF-928C-DD91-D009F5CA8289}"/>
              </a:ext>
            </a:extLst>
          </p:cNvPr>
          <p:cNvSpPr/>
          <p:nvPr/>
        </p:nvSpPr>
        <p:spPr>
          <a:xfrm>
            <a:off x="64643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77" name="任意多边形: 形状 276">
            <a:extLst>
              <a:ext uri="{FF2B5EF4-FFF2-40B4-BE49-F238E27FC236}">
                <a16:creationId xmlns:a16="http://schemas.microsoft.com/office/drawing/2014/main" id="{BF3032C8-3AC3-3D2B-4812-FF5DC42AC401}"/>
              </a:ext>
            </a:extLst>
          </p:cNvPr>
          <p:cNvSpPr/>
          <p:nvPr/>
        </p:nvSpPr>
        <p:spPr>
          <a:xfrm>
            <a:off x="70358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8" name="任意多边形: 形状 277">
            <a:extLst>
              <a:ext uri="{FF2B5EF4-FFF2-40B4-BE49-F238E27FC236}">
                <a16:creationId xmlns:a16="http://schemas.microsoft.com/office/drawing/2014/main" id="{70B7B524-8221-FEAF-ACE4-6B5286D9F676}"/>
              </a:ext>
            </a:extLst>
          </p:cNvPr>
          <p:cNvSpPr/>
          <p:nvPr/>
        </p:nvSpPr>
        <p:spPr>
          <a:xfrm>
            <a:off x="7797800" y="439420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79" name="任意多边形: 形状 278">
            <a:extLst>
              <a:ext uri="{FF2B5EF4-FFF2-40B4-BE49-F238E27FC236}">
                <a16:creationId xmlns:a16="http://schemas.microsoft.com/office/drawing/2014/main" id="{6F980BCD-FADB-5E65-9CA2-F68986DA4D91}"/>
              </a:ext>
            </a:extLst>
          </p:cNvPr>
          <p:cNvSpPr/>
          <p:nvPr/>
        </p:nvSpPr>
        <p:spPr>
          <a:xfrm>
            <a:off x="9823450" y="387985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0" name="任意多边形: 形状 279">
            <a:extLst>
              <a:ext uri="{FF2B5EF4-FFF2-40B4-BE49-F238E27FC236}">
                <a16:creationId xmlns:a16="http://schemas.microsoft.com/office/drawing/2014/main" id="{538DFE53-F3A9-CEAD-A050-43E7EF7EB746}"/>
              </a:ext>
            </a:extLst>
          </p:cNvPr>
          <p:cNvSpPr/>
          <p:nvPr/>
        </p:nvSpPr>
        <p:spPr>
          <a:xfrm>
            <a:off x="6934200" y="3879850"/>
            <a:ext cx="175958" cy="247650"/>
          </a:xfrm>
          <a:custGeom>
            <a:avLst/>
            <a:gdLst>
              <a:gd name="connsiteX0" fmla="*/ 175958 w 175958"/>
              <a:gd name="connsiteY0" fmla="*/ 133350 h 247650"/>
              <a:gd name="connsiteX1" fmla="*/ 88011 w 175958"/>
              <a:gd name="connsiteY1" fmla="*/ 0 h 247650"/>
              <a:gd name="connsiteX2" fmla="*/ 0 w 175958"/>
              <a:gd name="connsiteY2" fmla="*/ 133350 h 247650"/>
              <a:gd name="connsiteX3" fmla="*/ 43561 w 175958"/>
              <a:gd name="connsiteY3" fmla="*/ 133350 h 247650"/>
              <a:gd name="connsiteX4" fmla="*/ 43561 w 175958"/>
              <a:gd name="connsiteY4" fmla="*/ 247650 h 247650"/>
              <a:gd name="connsiteX5" fmla="*/ 132461 w 175958"/>
              <a:gd name="connsiteY5" fmla="*/ 247650 h 247650"/>
              <a:gd name="connsiteX6" fmla="*/ 132461 w 175958"/>
              <a:gd name="connsiteY6" fmla="*/ 133350 h 247650"/>
              <a:gd name="connsiteX7" fmla="*/ 175958 w 175958"/>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58" h="247650">
                <a:moveTo>
                  <a:pt x="175958" y="133350"/>
                </a:moveTo>
                <a:lnTo>
                  <a:pt x="88011" y="0"/>
                </a:lnTo>
                <a:lnTo>
                  <a:pt x="0" y="133350"/>
                </a:lnTo>
                <a:lnTo>
                  <a:pt x="43561" y="133350"/>
                </a:lnTo>
                <a:lnTo>
                  <a:pt x="43561" y="247650"/>
                </a:lnTo>
                <a:lnTo>
                  <a:pt x="132461" y="247650"/>
                </a:lnTo>
                <a:lnTo>
                  <a:pt x="132461" y="133350"/>
                </a:lnTo>
                <a:lnTo>
                  <a:pt x="17595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2" name="任意多边形: 形状 281">
            <a:extLst>
              <a:ext uri="{FF2B5EF4-FFF2-40B4-BE49-F238E27FC236}">
                <a16:creationId xmlns:a16="http://schemas.microsoft.com/office/drawing/2014/main" id="{FF4B9C52-BDE9-751B-A8AD-2C347FC2C15C}"/>
              </a:ext>
            </a:extLst>
          </p:cNvPr>
          <p:cNvSpPr/>
          <p:nvPr/>
        </p:nvSpPr>
        <p:spPr>
          <a:xfrm>
            <a:off x="58610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3" name="任意多边形: 形状 282">
            <a:extLst>
              <a:ext uri="{FF2B5EF4-FFF2-40B4-BE49-F238E27FC236}">
                <a16:creationId xmlns:a16="http://schemas.microsoft.com/office/drawing/2014/main" id="{5F2508E8-D717-F1C6-D75C-0F69072CEBA9}"/>
              </a:ext>
            </a:extLst>
          </p:cNvPr>
          <p:cNvSpPr/>
          <p:nvPr/>
        </p:nvSpPr>
        <p:spPr>
          <a:xfrm>
            <a:off x="47942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4" name="任意多边形: 形状 283">
            <a:extLst>
              <a:ext uri="{FF2B5EF4-FFF2-40B4-BE49-F238E27FC236}">
                <a16:creationId xmlns:a16="http://schemas.microsoft.com/office/drawing/2014/main" id="{3DBF397C-A7B8-9F2D-662B-82CE3B5AC76E}"/>
              </a:ext>
            </a:extLst>
          </p:cNvPr>
          <p:cNvSpPr/>
          <p:nvPr/>
        </p:nvSpPr>
        <p:spPr>
          <a:xfrm>
            <a:off x="37020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5" name="任意多边形: 形状 284">
            <a:extLst>
              <a:ext uri="{FF2B5EF4-FFF2-40B4-BE49-F238E27FC236}">
                <a16:creationId xmlns:a16="http://schemas.microsoft.com/office/drawing/2014/main" id="{1EE0BF63-CCEB-6ED0-7CE1-976255C10858}"/>
              </a:ext>
            </a:extLst>
          </p:cNvPr>
          <p:cNvSpPr/>
          <p:nvPr/>
        </p:nvSpPr>
        <p:spPr>
          <a:xfrm>
            <a:off x="26860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6" name="任意多边形: 形状 285">
            <a:extLst>
              <a:ext uri="{FF2B5EF4-FFF2-40B4-BE49-F238E27FC236}">
                <a16:creationId xmlns:a16="http://schemas.microsoft.com/office/drawing/2014/main" id="{B0D328D3-C421-1E41-E459-3B7478CBAA38}"/>
              </a:ext>
            </a:extLst>
          </p:cNvPr>
          <p:cNvSpPr/>
          <p:nvPr/>
        </p:nvSpPr>
        <p:spPr>
          <a:xfrm>
            <a:off x="1619250" y="3879850"/>
            <a:ext cx="175977" cy="247650"/>
          </a:xfrm>
          <a:custGeom>
            <a:avLst/>
            <a:gdLst>
              <a:gd name="connsiteX0" fmla="*/ 175978 w 175977"/>
              <a:gd name="connsiteY0" fmla="*/ 133350 h 247650"/>
              <a:gd name="connsiteX1" fmla="*/ 87986 w 175977"/>
              <a:gd name="connsiteY1" fmla="*/ 0 h 247650"/>
              <a:gd name="connsiteX2" fmla="*/ 0 w 175977"/>
              <a:gd name="connsiteY2" fmla="*/ 133350 h 247650"/>
              <a:gd name="connsiteX3" fmla="*/ 43536 w 175977"/>
              <a:gd name="connsiteY3" fmla="*/ 133350 h 247650"/>
              <a:gd name="connsiteX4" fmla="*/ 43536 w 175977"/>
              <a:gd name="connsiteY4" fmla="*/ 247650 h 247650"/>
              <a:gd name="connsiteX5" fmla="*/ 132436 w 175977"/>
              <a:gd name="connsiteY5" fmla="*/ 247650 h 247650"/>
              <a:gd name="connsiteX6" fmla="*/ 132436 w 175977"/>
              <a:gd name="connsiteY6" fmla="*/ 133350 h 247650"/>
              <a:gd name="connsiteX7" fmla="*/ 175978 w 175977"/>
              <a:gd name="connsiteY7" fmla="*/ 1333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977" h="247650">
                <a:moveTo>
                  <a:pt x="175978" y="133350"/>
                </a:moveTo>
                <a:lnTo>
                  <a:pt x="87986" y="0"/>
                </a:lnTo>
                <a:lnTo>
                  <a:pt x="0" y="133350"/>
                </a:lnTo>
                <a:lnTo>
                  <a:pt x="43536" y="133350"/>
                </a:lnTo>
                <a:lnTo>
                  <a:pt x="43536" y="247650"/>
                </a:lnTo>
                <a:lnTo>
                  <a:pt x="132436" y="247650"/>
                </a:lnTo>
                <a:lnTo>
                  <a:pt x="132436" y="133350"/>
                </a:lnTo>
                <a:lnTo>
                  <a:pt x="175978" y="13335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7" name="任意多边形: 形状 286">
            <a:extLst>
              <a:ext uri="{FF2B5EF4-FFF2-40B4-BE49-F238E27FC236}">
                <a16:creationId xmlns:a16="http://schemas.microsoft.com/office/drawing/2014/main" id="{4B5144BA-2417-67FC-1946-AD5C8A4C910C}"/>
              </a:ext>
            </a:extLst>
          </p:cNvPr>
          <p:cNvSpPr/>
          <p:nvPr/>
        </p:nvSpPr>
        <p:spPr>
          <a:xfrm>
            <a:off x="7797800" y="4908550"/>
            <a:ext cx="247650" cy="175977"/>
          </a:xfrm>
          <a:custGeom>
            <a:avLst/>
            <a:gdLst>
              <a:gd name="connsiteX0" fmla="*/ 114300 w 247650"/>
              <a:gd name="connsiteY0" fmla="*/ 175978 h 175977"/>
              <a:gd name="connsiteX1" fmla="*/ 247650 w 247650"/>
              <a:gd name="connsiteY1" fmla="*/ 87986 h 175977"/>
              <a:gd name="connsiteX2" fmla="*/ 114300 w 247650"/>
              <a:gd name="connsiteY2" fmla="*/ 0 h 175977"/>
              <a:gd name="connsiteX3" fmla="*/ 114300 w 247650"/>
              <a:gd name="connsiteY3" fmla="*/ 43536 h 175977"/>
              <a:gd name="connsiteX4" fmla="*/ 0 w 247650"/>
              <a:gd name="connsiteY4" fmla="*/ 43536 h 175977"/>
              <a:gd name="connsiteX5" fmla="*/ 0 w 247650"/>
              <a:gd name="connsiteY5" fmla="*/ 132436 h 175977"/>
              <a:gd name="connsiteX6" fmla="*/ 114300 w 247650"/>
              <a:gd name="connsiteY6" fmla="*/ 132436 h 175977"/>
              <a:gd name="connsiteX7" fmla="*/ 114300 w 247650"/>
              <a:gd name="connsiteY7" fmla="*/ 175978 h 17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7">
                <a:moveTo>
                  <a:pt x="114300" y="175978"/>
                </a:moveTo>
                <a:lnTo>
                  <a:pt x="247650" y="87986"/>
                </a:lnTo>
                <a:lnTo>
                  <a:pt x="114300" y="0"/>
                </a:lnTo>
                <a:lnTo>
                  <a:pt x="114300" y="43536"/>
                </a:lnTo>
                <a:lnTo>
                  <a:pt x="0" y="43536"/>
                </a:lnTo>
                <a:lnTo>
                  <a:pt x="0" y="132436"/>
                </a:lnTo>
                <a:lnTo>
                  <a:pt x="114300" y="132436"/>
                </a:lnTo>
                <a:lnTo>
                  <a:pt x="114300" y="175978"/>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89" name="矩形: 圆角 288">
            <a:extLst>
              <a:ext uri="{FF2B5EF4-FFF2-40B4-BE49-F238E27FC236}">
                <a16:creationId xmlns:a16="http://schemas.microsoft.com/office/drawing/2014/main" id="{833373B4-380C-3CCA-A521-FE8D17C72E32}"/>
              </a:ext>
            </a:extLst>
          </p:cNvPr>
          <p:cNvSpPr/>
          <p:nvPr/>
        </p:nvSpPr>
        <p:spPr>
          <a:xfrm>
            <a:off x="7321550" y="3517900"/>
            <a:ext cx="6350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2" name="矩形: 圆角 291">
            <a:extLst>
              <a:ext uri="{FF2B5EF4-FFF2-40B4-BE49-F238E27FC236}">
                <a16:creationId xmlns:a16="http://schemas.microsoft.com/office/drawing/2014/main" id="{D22DF8FC-8D9D-AC72-3171-D3608F7CC19D}"/>
              </a:ext>
            </a:extLst>
          </p:cNvPr>
          <p:cNvSpPr/>
          <p:nvPr/>
        </p:nvSpPr>
        <p:spPr>
          <a:xfrm>
            <a:off x="836295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4" name="任意多边形: 形状 293">
            <a:extLst>
              <a:ext uri="{FF2B5EF4-FFF2-40B4-BE49-F238E27FC236}">
                <a16:creationId xmlns:a16="http://schemas.microsoft.com/office/drawing/2014/main" id="{E7C0C93B-9273-C155-2125-92B63FB6808F}"/>
              </a:ext>
            </a:extLst>
          </p:cNvPr>
          <p:cNvSpPr/>
          <p:nvPr/>
        </p:nvSpPr>
        <p:spPr>
          <a:xfrm>
            <a:off x="89344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296" name="矩形: 圆角 295">
            <a:extLst>
              <a:ext uri="{FF2B5EF4-FFF2-40B4-BE49-F238E27FC236}">
                <a16:creationId xmlns:a16="http://schemas.microsoft.com/office/drawing/2014/main" id="{93CF5FB2-D28C-2BFE-008A-574E446AD51F}"/>
              </a:ext>
            </a:extLst>
          </p:cNvPr>
          <p:cNvSpPr/>
          <p:nvPr/>
        </p:nvSpPr>
        <p:spPr>
          <a:xfrm>
            <a:off x="92202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298" name="任意多边形: 形状 297">
            <a:extLst>
              <a:ext uri="{FF2B5EF4-FFF2-40B4-BE49-F238E27FC236}">
                <a16:creationId xmlns:a16="http://schemas.microsoft.com/office/drawing/2014/main" id="{B6E7B1B1-50AC-9BD5-DD0F-458B37DA946F}"/>
              </a:ext>
            </a:extLst>
          </p:cNvPr>
          <p:cNvSpPr/>
          <p:nvPr/>
        </p:nvSpPr>
        <p:spPr>
          <a:xfrm>
            <a:off x="979170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00" name="矩形: 圆角 299">
            <a:extLst>
              <a:ext uri="{FF2B5EF4-FFF2-40B4-BE49-F238E27FC236}">
                <a16:creationId xmlns:a16="http://schemas.microsoft.com/office/drawing/2014/main" id="{964554E1-5C48-B5CE-605B-6E4CCFB85ED0}"/>
              </a:ext>
            </a:extLst>
          </p:cNvPr>
          <p:cNvSpPr/>
          <p:nvPr/>
        </p:nvSpPr>
        <p:spPr>
          <a:xfrm>
            <a:off x="10077450" y="3517900"/>
            <a:ext cx="4318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02" name="任意多边形: 形状 301">
            <a:extLst>
              <a:ext uri="{FF2B5EF4-FFF2-40B4-BE49-F238E27FC236}">
                <a16:creationId xmlns:a16="http://schemas.microsoft.com/office/drawing/2014/main" id="{FCD313C4-B46F-F28B-F719-6702A554E83B}"/>
              </a:ext>
            </a:extLst>
          </p:cNvPr>
          <p:cNvSpPr/>
          <p:nvPr/>
        </p:nvSpPr>
        <p:spPr>
          <a:xfrm>
            <a:off x="10547350" y="3556920"/>
            <a:ext cx="247650" cy="175971"/>
          </a:xfrm>
          <a:custGeom>
            <a:avLst/>
            <a:gdLst>
              <a:gd name="connsiteX0" fmla="*/ 114300 w 247650"/>
              <a:gd name="connsiteY0" fmla="*/ 175971 h 175971"/>
              <a:gd name="connsiteX1" fmla="*/ 247650 w 247650"/>
              <a:gd name="connsiteY1" fmla="*/ 87985 h 175971"/>
              <a:gd name="connsiteX2" fmla="*/ 114300 w 247650"/>
              <a:gd name="connsiteY2" fmla="*/ 0 h 175971"/>
              <a:gd name="connsiteX3" fmla="*/ 114300 w 247650"/>
              <a:gd name="connsiteY3" fmla="*/ 43535 h 175971"/>
              <a:gd name="connsiteX4" fmla="*/ 0 w 247650"/>
              <a:gd name="connsiteY4" fmla="*/ 43535 h 175971"/>
              <a:gd name="connsiteX5" fmla="*/ 0 w 247650"/>
              <a:gd name="connsiteY5" fmla="*/ 132435 h 175971"/>
              <a:gd name="connsiteX6" fmla="*/ 114300 w 247650"/>
              <a:gd name="connsiteY6" fmla="*/ 132435 h 175971"/>
              <a:gd name="connsiteX7" fmla="*/ 114300 w 247650"/>
              <a:gd name="connsiteY7" fmla="*/ 175971 h 1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75971">
                <a:moveTo>
                  <a:pt x="114300" y="175971"/>
                </a:moveTo>
                <a:lnTo>
                  <a:pt x="247650" y="87985"/>
                </a:lnTo>
                <a:lnTo>
                  <a:pt x="114300" y="0"/>
                </a:lnTo>
                <a:lnTo>
                  <a:pt x="114300" y="43535"/>
                </a:lnTo>
                <a:lnTo>
                  <a:pt x="0" y="43535"/>
                </a:lnTo>
                <a:lnTo>
                  <a:pt x="0" y="132435"/>
                </a:lnTo>
                <a:lnTo>
                  <a:pt x="114300" y="132435"/>
                </a:lnTo>
                <a:lnTo>
                  <a:pt x="114300" y="175971"/>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304" name="矩形: 圆角 303">
            <a:extLst>
              <a:ext uri="{FF2B5EF4-FFF2-40B4-BE49-F238E27FC236}">
                <a16:creationId xmlns:a16="http://schemas.microsoft.com/office/drawing/2014/main" id="{95BC0A8D-6C39-F3F0-089A-1F53C5A826A6}"/>
              </a:ext>
            </a:extLst>
          </p:cNvPr>
          <p:cNvSpPr/>
          <p:nvPr/>
        </p:nvSpPr>
        <p:spPr>
          <a:xfrm>
            <a:off x="10833100" y="3517900"/>
            <a:ext cx="533400" cy="254000"/>
          </a:xfrm>
          <a:prstGeom prst="roundRect">
            <a:avLst>
              <a:gd name="adj" fmla="val 12000"/>
            </a:avLst>
          </a:pr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a:p>
        </p:txBody>
      </p:sp>
      <p:sp>
        <p:nvSpPr>
          <p:cNvPr id="307" name="矩形: 圆角 306">
            <a:extLst>
              <a:ext uri="{FF2B5EF4-FFF2-40B4-BE49-F238E27FC236}">
                <a16:creationId xmlns:a16="http://schemas.microsoft.com/office/drawing/2014/main" id="{AD7A755B-F3CB-D31D-2773-91315B16D2BD}"/>
              </a:ext>
            </a:extLst>
          </p:cNvPr>
          <p:cNvSpPr/>
          <p:nvPr/>
        </p:nvSpPr>
        <p:spPr>
          <a:xfrm>
            <a:off x="411480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311" name="矩形: 圆角 310">
            <a:extLst>
              <a:ext uri="{FF2B5EF4-FFF2-40B4-BE49-F238E27FC236}">
                <a16:creationId xmlns:a16="http://schemas.microsoft.com/office/drawing/2014/main" id="{B3D716E0-199E-B47E-5C7F-00BF13E331D3}"/>
              </a:ext>
            </a:extLst>
          </p:cNvPr>
          <p:cNvSpPr/>
          <p:nvPr/>
        </p:nvSpPr>
        <p:spPr>
          <a:xfrm>
            <a:off x="681355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315" name="矩形: 圆角 314">
            <a:extLst>
              <a:ext uri="{FF2B5EF4-FFF2-40B4-BE49-F238E27FC236}">
                <a16:creationId xmlns:a16="http://schemas.microsoft.com/office/drawing/2014/main" id="{12070118-C5D1-94EB-3874-D2900D7F5533}"/>
              </a:ext>
            </a:extLst>
          </p:cNvPr>
          <p:cNvSpPr/>
          <p:nvPr/>
        </p:nvSpPr>
        <p:spPr>
          <a:xfrm>
            <a:off x="941705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319" name="矩形: 圆角 318">
            <a:extLst>
              <a:ext uri="{FF2B5EF4-FFF2-40B4-BE49-F238E27FC236}">
                <a16:creationId xmlns:a16="http://schemas.microsoft.com/office/drawing/2014/main" id="{A45EA3EB-44C8-B5B3-A0E9-119E982A0712}"/>
              </a:ext>
            </a:extLst>
          </p:cNvPr>
          <p:cNvSpPr/>
          <p:nvPr/>
        </p:nvSpPr>
        <p:spPr>
          <a:xfrm>
            <a:off x="1555750" y="5683250"/>
            <a:ext cx="1758950" cy="393700"/>
          </a:xfrm>
          <a:prstGeom prst="roundRect">
            <a:avLst>
              <a:gd name="adj" fmla="val 8000"/>
            </a:avLst>
          </a:prstGeom>
          <a:solidFill>
            <a:srgbClr val="FFFFFF"/>
          </a:solidFill>
          <a:ln w="6350" cap="flat">
            <a:solidFill>
              <a:schemeClr val="accent1">
                <a:lumMod val="100000"/>
              </a:schemeClr>
            </a:solidFill>
            <a:prstDash val="solid"/>
            <a:miter/>
          </a:ln>
          <a:effectLst>
            <a:outerShdw blurRad="254000" dist="127000" dir="5400000" algn="t" rotWithShape="0">
              <a:schemeClr val="tx2">
                <a:alpha val="1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zh-CN" altLang="en-US" sz="2000"/>
          </a:p>
        </p:txBody>
      </p:sp>
      <p:sp>
        <p:nvSpPr>
          <p:cNvPr id="322" name="文本框 321">
            <a:extLst>
              <a:ext uri="{FF2B5EF4-FFF2-40B4-BE49-F238E27FC236}">
                <a16:creationId xmlns:a16="http://schemas.microsoft.com/office/drawing/2014/main" id="{8693ED7E-78E4-3EFC-AC4A-35E24A12C809}"/>
              </a:ext>
            </a:extLst>
          </p:cNvPr>
          <p:cNvSpPr txBox="1"/>
          <p:nvPr/>
        </p:nvSpPr>
        <p:spPr>
          <a:xfrm>
            <a:off x="726818" y="1576685"/>
            <a:ext cx="216415" cy="923330"/>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行业化应用</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323" name="文本框 322">
            <a:extLst>
              <a:ext uri="{FF2B5EF4-FFF2-40B4-BE49-F238E27FC236}">
                <a16:creationId xmlns:a16="http://schemas.microsoft.com/office/drawing/2014/main" id="{D7BAD418-176E-F2E4-EC53-E1B250ACA549}"/>
              </a:ext>
            </a:extLst>
          </p:cNvPr>
          <p:cNvSpPr txBox="1"/>
          <p:nvPr/>
        </p:nvSpPr>
        <p:spPr>
          <a:xfrm>
            <a:off x="726818" y="3021568"/>
            <a:ext cx="216415" cy="738664"/>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通用场景</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324" name="文本框 323">
            <a:extLst>
              <a:ext uri="{FF2B5EF4-FFF2-40B4-BE49-F238E27FC236}">
                <a16:creationId xmlns:a16="http://schemas.microsoft.com/office/drawing/2014/main" id="{884910D2-88C9-B901-8D35-E8DBE47C2E24}"/>
              </a:ext>
            </a:extLst>
          </p:cNvPr>
          <p:cNvSpPr txBox="1"/>
          <p:nvPr/>
        </p:nvSpPr>
        <p:spPr>
          <a:xfrm>
            <a:off x="723643" y="4497169"/>
            <a:ext cx="216415" cy="1292662"/>
          </a:xfrm>
          <a:prstGeom prst="rect">
            <a:avLst/>
          </a:prstGeom>
          <a:noFill/>
        </p:spPr>
        <p:txBody>
          <a:bodyPr wrap="square" lIns="0" tIns="0" rIns="0" bIns="0" rtlCol="0">
            <a:spAutoFit/>
          </a:bodyPr>
          <a:lstStyle/>
          <a:p>
            <a:pPr algn="ctr"/>
            <a:r>
              <a:rPr lang="zh-CN" altLang="en-US" sz="1200" dirty="0">
                <a:solidFill>
                  <a:schemeClr val="bg1"/>
                </a:solidFill>
                <a:effectLst/>
                <a:latin typeface="阿里巴巴普惠体" panose="00020600040101010101" pitchFamily="18" charset="-122"/>
                <a:ea typeface="阿里巴巴普惠体" panose="00020600040101010101" pitchFamily="18" charset="-122"/>
              </a:rPr>
              <a:t>在线化签约平台</a:t>
            </a:r>
            <a:endParaRPr lang="zh-CN" altLang="en-US" sz="1200" dirty="0">
              <a:solidFill>
                <a:schemeClr val="bg1"/>
              </a:solidFill>
              <a:latin typeface="阿里巴巴普惠体" panose="00020600040101010101" pitchFamily="18" charset="-122"/>
              <a:ea typeface="阿里巴巴普惠体" panose="00020600040101010101" pitchFamily="18" charset="-122"/>
            </a:endParaRPr>
          </a:p>
        </p:txBody>
      </p:sp>
      <p:sp>
        <p:nvSpPr>
          <p:cNvPr id="325" name="文本框 324">
            <a:extLst>
              <a:ext uri="{FF2B5EF4-FFF2-40B4-BE49-F238E27FC236}">
                <a16:creationId xmlns:a16="http://schemas.microsoft.com/office/drawing/2014/main" id="{23BC1437-B769-C3BC-34A5-6125AC962B94}"/>
              </a:ext>
            </a:extLst>
          </p:cNvPr>
          <p:cNvSpPr txBox="1"/>
          <p:nvPr/>
        </p:nvSpPr>
        <p:spPr>
          <a:xfrm>
            <a:off x="1657895" y="1447057"/>
            <a:ext cx="379912"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房地产</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6" name="文本框 325">
            <a:extLst>
              <a:ext uri="{FF2B5EF4-FFF2-40B4-BE49-F238E27FC236}">
                <a16:creationId xmlns:a16="http://schemas.microsoft.com/office/drawing/2014/main" id="{4FEF82A8-ADDB-D050-A5B1-EAF58A37769D}"/>
              </a:ext>
            </a:extLst>
          </p:cNvPr>
          <p:cNvSpPr txBox="1"/>
          <p:nvPr/>
        </p:nvSpPr>
        <p:spPr>
          <a:xfrm>
            <a:off x="3156495" y="1447057"/>
            <a:ext cx="379912"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制造业</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7" name="文本框 326">
            <a:extLst>
              <a:ext uri="{FF2B5EF4-FFF2-40B4-BE49-F238E27FC236}">
                <a16:creationId xmlns:a16="http://schemas.microsoft.com/office/drawing/2014/main" id="{9B186C88-E994-E45F-1DA8-DD9768AFFA02}"/>
              </a:ext>
            </a:extLst>
          </p:cNvPr>
          <p:cNvSpPr txBox="1"/>
          <p:nvPr/>
        </p:nvSpPr>
        <p:spPr>
          <a:xfrm>
            <a:off x="4718412" y="1446742"/>
            <a:ext cx="253274"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金融</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8" name="文本框 327">
            <a:extLst>
              <a:ext uri="{FF2B5EF4-FFF2-40B4-BE49-F238E27FC236}">
                <a16:creationId xmlns:a16="http://schemas.microsoft.com/office/drawing/2014/main" id="{8FD420DE-EF58-D58F-1178-17D6FF823D0A}"/>
              </a:ext>
            </a:extLst>
          </p:cNvPr>
          <p:cNvSpPr txBox="1"/>
          <p:nvPr/>
        </p:nvSpPr>
        <p:spPr>
          <a:xfrm>
            <a:off x="6217011" y="1447057"/>
            <a:ext cx="253274"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政务</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29" name="文本框 328">
            <a:extLst>
              <a:ext uri="{FF2B5EF4-FFF2-40B4-BE49-F238E27FC236}">
                <a16:creationId xmlns:a16="http://schemas.microsoft.com/office/drawing/2014/main" id="{D326D93C-8536-6686-D825-DD05B7567D0B}"/>
              </a:ext>
            </a:extLst>
          </p:cNvPr>
          <p:cNvSpPr txBox="1"/>
          <p:nvPr/>
        </p:nvSpPr>
        <p:spPr>
          <a:xfrm>
            <a:off x="7588973" y="1447057"/>
            <a:ext cx="506550"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连锁零售</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0" name="文本框 329">
            <a:extLst>
              <a:ext uri="{FF2B5EF4-FFF2-40B4-BE49-F238E27FC236}">
                <a16:creationId xmlns:a16="http://schemas.microsoft.com/office/drawing/2014/main" id="{BF58C78C-2B3E-416F-FFAB-1BEDFA82ED0A}"/>
              </a:ext>
            </a:extLst>
          </p:cNvPr>
          <p:cNvSpPr txBox="1"/>
          <p:nvPr/>
        </p:nvSpPr>
        <p:spPr>
          <a:xfrm>
            <a:off x="9214209" y="1447057"/>
            <a:ext cx="253274"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汽车</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1" name="文本框 330">
            <a:extLst>
              <a:ext uri="{FF2B5EF4-FFF2-40B4-BE49-F238E27FC236}">
                <a16:creationId xmlns:a16="http://schemas.microsoft.com/office/drawing/2014/main" id="{719906AC-EB10-EA03-BDFF-75AA2A038AF6}"/>
              </a:ext>
            </a:extLst>
          </p:cNvPr>
          <p:cNvSpPr txBox="1"/>
          <p:nvPr/>
        </p:nvSpPr>
        <p:spPr>
          <a:xfrm>
            <a:off x="10649495" y="1447057"/>
            <a:ext cx="379912" cy="153888"/>
          </a:xfrm>
          <a:prstGeom prst="rect">
            <a:avLst/>
          </a:prstGeom>
          <a:noFill/>
        </p:spPr>
        <p:txBody>
          <a:bodyPr wrap="none" lIns="0" tIns="0" rIns="0" bIns="0" rtlCol="0" anchor="ctr">
            <a:spAutoFit/>
          </a:bodyPr>
          <a:lstStyle/>
          <a:p>
            <a:pPr algn="ctr"/>
            <a:r>
              <a:rPr lang="zh-CN" altLang="en-US" sz="1000" dirty="0">
                <a:solidFill>
                  <a:schemeClr val="bg1"/>
                </a:solidFill>
                <a:effectLst/>
                <a:latin typeface="阿里巴巴普惠体" panose="00020600040101010101" pitchFamily="18" charset="-122"/>
                <a:ea typeface="阿里巴巴普惠体" panose="00020600040101010101" pitchFamily="18" charset="-122"/>
              </a:rPr>
              <a:t>互联网</a:t>
            </a:r>
            <a:endParaRPr lang="zh-CN" altLang="en-US" sz="1000" dirty="0">
              <a:solidFill>
                <a:schemeClr val="bg1"/>
              </a:solidFill>
              <a:latin typeface="阿里巴巴普惠体" panose="00020600040101010101" pitchFamily="18" charset="-122"/>
              <a:ea typeface="阿里巴巴普惠体" panose="00020600040101010101" pitchFamily="18" charset="-122"/>
            </a:endParaRPr>
          </a:p>
        </p:txBody>
      </p:sp>
      <p:sp>
        <p:nvSpPr>
          <p:cNvPr id="337" name="文本框 336">
            <a:extLst>
              <a:ext uri="{FF2B5EF4-FFF2-40B4-BE49-F238E27FC236}">
                <a16:creationId xmlns:a16="http://schemas.microsoft.com/office/drawing/2014/main" id="{5A000010-0B9E-F661-C19B-CA24BBD96F0A}"/>
              </a:ext>
            </a:extLst>
          </p:cNvPr>
          <p:cNvSpPr txBox="1"/>
          <p:nvPr/>
        </p:nvSpPr>
        <p:spPr>
          <a:xfrm>
            <a:off x="2492202" y="3074001"/>
            <a:ext cx="692498"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人力资源场景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38" name="文本框 337">
            <a:extLst>
              <a:ext uri="{FF2B5EF4-FFF2-40B4-BE49-F238E27FC236}">
                <a16:creationId xmlns:a16="http://schemas.microsoft.com/office/drawing/2014/main" id="{3157C835-1456-A345-FA95-1B1DA3D3382B}"/>
              </a:ext>
            </a:extLst>
          </p:cNvPr>
          <p:cNvSpPr txBox="1"/>
          <p:nvPr/>
        </p:nvSpPr>
        <p:spPr>
          <a:xfrm>
            <a:off x="5946044" y="3074001"/>
            <a:ext cx="807914"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采购供应链场景</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39" name="文本框 338">
            <a:extLst>
              <a:ext uri="{FF2B5EF4-FFF2-40B4-BE49-F238E27FC236}">
                <a16:creationId xmlns:a16="http://schemas.microsoft.com/office/drawing/2014/main" id="{13A68BC7-082C-A948-C301-8F8FDA72CC98}"/>
              </a:ext>
            </a:extLst>
          </p:cNvPr>
          <p:cNvSpPr txBox="1"/>
          <p:nvPr/>
        </p:nvSpPr>
        <p:spPr>
          <a:xfrm>
            <a:off x="9732318" y="3074001"/>
            <a:ext cx="461665" cy="138499"/>
          </a:xfrm>
          <a:prstGeom prst="rect">
            <a:avLst/>
          </a:prstGeom>
          <a:noFill/>
        </p:spPr>
        <p:txBody>
          <a:bodyPr wrap="none" lIns="0" tIns="0" rIns="0" bIns="0" rtlCol="0">
            <a:spAutoFit/>
          </a:bodyPr>
          <a:lstStyle/>
          <a:p>
            <a:pPr algn="ctr"/>
            <a:r>
              <a:rPr lang="zh-CN" altLang="en-US" sz="900" dirty="0">
                <a:solidFill>
                  <a:schemeClr val="bg1"/>
                </a:solidFill>
                <a:effectLst/>
                <a:latin typeface="阿里巴巴普惠体" panose="00020600040101010101" pitchFamily="18" charset="-122"/>
                <a:ea typeface="阿里巴巴普惠体" panose="00020600040101010101" pitchFamily="18" charset="-122"/>
              </a:rPr>
              <a:t>数据汇集</a:t>
            </a:r>
            <a:endParaRPr lang="zh-CN" altLang="en-US" sz="900" dirty="0">
              <a:solidFill>
                <a:schemeClr val="bg1"/>
              </a:solidFill>
              <a:latin typeface="阿里巴巴普惠体" panose="00020600040101010101" pitchFamily="18" charset="-122"/>
              <a:ea typeface="阿里巴巴普惠体" panose="00020600040101010101" pitchFamily="18" charset="-122"/>
            </a:endParaRPr>
          </a:p>
        </p:txBody>
      </p:sp>
      <p:sp>
        <p:nvSpPr>
          <p:cNvPr id="340" name="文本框 339">
            <a:extLst>
              <a:ext uri="{FF2B5EF4-FFF2-40B4-BE49-F238E27FC236}">
                <a16:creationId xmlns:a16="http://schemas.microsoft.com/office/drawing/2014/main" id="{18A4ACB3-FABD-0599-14F3-384926B3321D}"/>
              </a:ext>
            </a:extLst>
          </p:cNvPr>
          <p:cNvSpPr txBox="1"/>
          <p:nvPr/>
        </p:nvSpPr>
        <p:spPr>
          <a:xfrm>
            <a:off x="135056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入职场景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1" name="文本框 340">
            <a:extLst>
              <a:ext uri="{FF2B5EF4-FFF2-40B4-BE49-F238E27FC236}">
                <a16:creationId xmlns:a16="http://schemas.microsoft.com/office/drawing/2014/main" id="{7041D793-5709-039C-810B-11CAD1B8810F}"/>
              </a:ext>
            </a:extLst>
          </p:cNvPr>
          <p:cNvSpPr txBox="1"/>
          <p:nvPr/>
        </p:nvSpPr>
        <p:spPr>
          <a:xfrm>
            <a:off x="22078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转岗场景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2" name="文本框 341">
            <a:extLst>
              <a:ext uri="{FF2B5EF4-FFF2-40B4-BE49-F238E27FC236}">
                <a16:creationId xmlns:a16="http://schemas.microsoft.com/office/drawing/2014/main" id="{91E4B03B-A936-9344-E95D-7844FCFE644D}"/>
              </a:ext>
            </a:extLst>
          </p:cNvPr>
          <p:cNvSpPr txBox="1"/>
          <p:nvPr/>
        </p:nvSpPr>
        <p:spPr>
          <a:xfrm>
            <a:off x="3065066" y="3583345"/>
            <a:ext cx="410369" cy="123111"/>
          </a:xfrm>
          <a:prstGeom prst="rect">
            <a:avLst/>
          </a:prstGeom>
          <a:noFill/>
          <a:effectLst>
            <a:outerShdw blurRad="254000" dist="63500" dir="5400000" algn="t" rotWithShape="0">
              <a:schemeClr val="tx2">
                <a:alpha val="10000"/>
              </a:schemeClr>
            </a:outerShdw>
          </a:effectLst>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调岗场景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3" name="文本框 342">
            <a:extLst>
              <a:ext uri="{FF2B5EF4-FFF2-40B4-BE49-F238E27FC236}">
                <a16:creationId xmlns:a16="http://schemas.microsoft.com/office/drawing/2014/main" id="{121F5A2D-CC45-3BEF-C77B-99B0728DC060}"/>
              </a:ext>
            </a:extLst>
          </p:cNvPr>
          <p:cNvSpPr txBox="1"/>
          <p:nvPr/>
        </p:nvSpPr>
        <p:spPr>
          <a:xfrm>
            <a:off x="39223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离职场景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4" name="文本框 343">
            <a:extLst>
              <a:ext uri="{FF2B5EF4-FFF2-40B4-BE49-F238E27FC236}">
                <a16:creationId xmlns:a16="http://schemas.microsoft.com/office/drawing/2014/main" id="{172C22C2-C46D-EF78-B8F2-0E0959269284}"/>
              </a:ext>
            </a:extLst>
          </p:cNvPr>
          <p:cNvSpPr txBox="1"/>
          <p:nvPr/>
        </p:nvSpPr>
        <p:spPr>
          <a:xfrm>
            <a:off x="4811315"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战略合作</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5" name="文本框 344">
            <a:extLst>
              <a:ext uri="{FF2B5EF4-FFF2-40B4-BE49-F238E27FC236}">
                <a16:creationId xmlns:a16="http://schemas.microsoft.com/office/drawing/2014/main" id="{E744D2AC-337F-9F6D-08AB-8F65231DA633}"/>
              </a:ext>
            </a:extLst>
          </p:cNvPr>
          <p:cNvSpPr txBox="1"/>
          <p:nvPr/>
        </p:nvSpPr>
        <p:spPr>
          <a:xfrm>
            <a:off x="5655865"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采集协议</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6" name="文本框 345">
            <a:extLst>
              <a:ext uri="{FF2B5EF4-FFF2-40B4-BE49-F238E27FC236}">
                <a16:creationId xmlns:a16="http://schemas.microsoft.com/office/drawing/2014/main" id="{38DF6F09-2AE6-B366-8256-DC725F9859AA}"/>
              </a:ext>
            </a:extLst>
          </p:cNvPr>
          <p:cNvSpPr txBox="1"/>
          <p:nvPr/>
        </p:nvSpPr>
        <p:spPr>
          <a:xfrm>
            <a:off x="65258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采购协议</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7" name="文本框 346">
            <a:extLst>
              <a:ext uri="{FF2B5EF4-FFF2-40B4-BE49-F238E27FC236}">
                <a16:creationId xmlns:a16="http://schemas.microsoft.com/office/drawing/2014/main" id="{4D72F621-9D2F-FA4E-B850-3E456086E736}"/>
              </a:ext>
            </a:extLst>
          </p:cNvPr>
          <p:cNvSpPr txBox="1"/>
          <p:nvPr/>
        </p:nvSpPr>
        <p:spPr>
          <a:xfrm>
            <a:off x="7382570" y="3583345"/>
            <a:ext cx="512962"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供应链金融</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8" name="文本框 347">
            <a:extLst>
              <a:ext uri="{FF2B5EF4-FFF2-40B4-BE49-F238E27FC236}">
                <a16:creationId xmlns:a16="http://schemas.microsoft.com/office/drawing/2014/main" id="{E2658D77-85AB-98F8-06F5-75B040ECEB3E}"/>
              </a:ext>
            </a:extLst>
          </p:cNvPr>
          <p:cNvSpPr txBox="1"/>
          <p:nvPr/>
        </p:nvSpPr>
        <p:spPr>
          <a:xfrm>
            <a:off x="842446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销售协议</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49" name="文本框 348">
            <a:extLst>
              <a:ext uri="{FF2B5EF4-FFF2-40B4-BE49-F238E27FC236}">
                <a16:creationId xmlns:a16="http://schemas.microsoft.com/office/drawing/2014/main" id="{20F5E65D-D5A4-17E0-94D7-EC0B808A15DF}"/>
              </a:ext>
            </a:extLst>
          </p:cNvPr>
          <p:cNvSpPr txBox="1"/>
          <p:nvPr/>
        </p:nvSpPr>
        <p:spPr>
          <a:xfrm>
            <a:off x="92817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销售订单</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50" name="文本框 349">
            <a:extLst>
              <a:ext uri="{FF2B5EF4-FFF2-40B4-BE49-F238E27FC236}">
                <a16:creationId xmlns:a16="http://schemas.microsoft.com/office/drawing/2014/main" id="{8205E95A-42D5-861F-7E8C-47204447DFF7}"/>
              </a:ext>
            </a:extLst>
          </p:cNvPr>
          <p:cNvSpPr txBox="1"/>
          <p:nvPr/>
        </p:nvSpPr>
        <p:spPr>
          <a:xfrm>
            <a:off x="10139462" y="3583345"/>
            <a:ext cx="307777"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对账单</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51" name="文本框 350">
            <a:extLst>
              <a:ext uri="{FF2B5EF4-FFF2-40B4-BE49-F238E27FC236}">
                <a16:creationId xmlns:a16="http://schemas.microsoft.com/office/drawing/2014/main" id="{7D4B1F4E-2ABE-8B06-07B7-4B652C5C6F84}"/>
              </a:ext>
            </a:extLst>
          </p:cNvPr>
          <p:cNvSpPr txBox="1"/>
          <p:nvPr/>
        </p:nvSpPr>
        <p:spPr>
          <a:xfrm>
            <a:off x="10894616" y="3583345"/>
            <a:ext cx="410369" cy="123111"/>
          </a:xfrm>
          <a:prstGeom prst="rect">
            <a:avLst/>
          </a:prstGeom>
          <a:noFill/>
        </p:spPr>
        <p:txBody>
          <a:bodyPr wrap="none" lIns="0" tIns="0" rIns="0" bIns="0" rtlCol="0">
            <a:spAutoFit/>
          </a:bodyPr>
          <a:lstStyle/>
          <a:p>
            <a:pPr algn="ctr"/>
            <a:r>
              <a:rPr lang="zh-CN" altLang="en-US"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rPr>
              <a:t>物流场景</a:t>
            </a:r>
            <a:endParaRPr lang="en-US" altLang="zh-CN" sz="800" dirty="0">
              <a:solidFill>
                <a:schemeClr val="accent1">
                  <a:lumMod val="100000"/>
                </a:schemeClr>
              </a:solidFill>
              <a:effectLst/>
              <a:latin typeface="阿里巴巴普惠体 2.0 45 Light" panose="00020600040101010101" pitchFamily="18" charset="-122"/>
              <a:ea typeface="阿里巴巴普惠体 2.0 45 Light" panose="00020600040101010101" pitchFamily="18" charset="-122"/>
            </a:endParaRPr>
          </a:p>
        </p:txBody>
      </p:sp>
      <p:sp>
        <p:nvSpPr>
          <p:cNvPr id="352" name="文本框 351">
            <a:extLst>
              <a:ext uri="{FF2B5EF4-FFF2-40B4-BE49-F238E27FC236}">
                <a16:creationId xmlns:a16="http://schemas.microsoft.com/office/drawing/2014/main" id="{1BA34E3A-E44E-A5CA-1D40-D1B81B07E0A8}"/>
              </a:ext>
            </a:extLst>
          </p:cNvPr>
          <p:cNvSpPr txBox="1"/>
          <p:nvPr/>
        </p:nvSpPr>
        <p:spPr>
          <a:xfrm>
            <a:off x="14804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实名认证</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3" name="文本框 352">
            <a:extLst>
              <a:ext uri="{FF2B5EF4-FFF2-40B4-BE49-F238E27FC236}">
                <a16:creationId xmlns:a16="http://schemas.microsoft.com/office/drawing/2014/main" id="{E83AB25E-FDE9-2A6A-E4D5-765203551253}"/>
              </a:ext>
            </a:extLst>
          </p:cNvPr>
          <p:cNvSpPr txBox="1"/>
          <p:nvPr/>
        </p:nvSpPr>
        <p:spPr>
          <a:xfrm>
            <a:off x="2550877"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电子文件</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4" name="文本框 353">
            <a:extLst>
              <a:ext uri="{FF2B5EF4-FFF2-40B4-BE49-F238E27FC236}">
                <a16:creationId xmlns:a16="http://schemas.microsoft.com/office/drawing/2014/main" id="{ADECE89B-7CB9-F06F-E21C-0A224614A84C}"/>
              </a:ext>
            </a:extLst>
          </p:cNvPr>
          <p:cNvSpPr txBox="1"/>
          <p:nvPr/>
        </p:nvSpPr>
        <p:spPr>
          <a:xfrm>
            <a:off x="35886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签署服务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5" name="文本框 354">
            <a:extLst>
              <a:ext uri="{FF2B5EF4-FFF2-40B4-BE49-F238E27FC236}">
                <a16:creationId xmlns:a16="http://schemas.microsoft.com/office/drawing/2014/main" id="{63154197-9CEA-9B08-5D3E-931C231838F2}"/>
              </a:ext>
            </a:extLst>
          </p:cNvPr>
          <p:cNvSpPr txBox="1"/>
          <p:nvPr/>
        </p:nvSpPr>
        <p:spPr>
          <a:xfrm>
            <a:off x="46554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存证出征</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6" name="文本框 355">
            <a:extLst>
              <a:ext uri="{FF2B5EF4-FFF2-40B4-BE49-F238E27FC236}">
                <a16:creationId xmlns:a16="http://schemas.microsoft.com/office/drawing/2014/main" id="{673CC9F1-824A-D668-DC6D-7F52575001D8}"/>
              </a:ext>
            </a:extLst>
          </p:cNvPr>
          <p:cNvSpPr txBox="1"/>
          <p:nvPr/>
        </p:nvSpPr>
        <p:spPr>
          <a:xfrm>
            <a:off x="57222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印章管理</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7" name="文本框 356">
            <a:extLst>
              <a:ext uri="{FF2B5EF4-FFF2-40B4-BE49-F238E27FC236}">
                <a16:creationId xmlns:a16="http://schemas.microsoft.com/office/drawing/2014/main" id="{847C03EF-9FF1-A9AF-5CC7-D1AE1ECBB9B9}"/>
              </a:ext>
            </a:extLst>
          </p:cNvPr>
          <p:cNvSpPr txBox="1"/>
          <p:nvPr/>
        </p:nvSpPr>
        <p:spPr>
          <a:xfrm>
            <a:off x="6789093" y="442655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法律服务</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8" name="文本框 357">
            <a:extLst>
              <a:ext uri="{FF2B5EF4-FFF2-40B4-BE49-F238E27FC236}">
                <a16:creationId xmlns:a16="http://schemas.microsoft.com/office/drawing/2014/main" id="{099D3E14-F55F-3B76-E024-3A8D13D599DD}"/>
              </a:ext>
            </a:extLst>
          </p:cNvPr>
          <p:cNvSpPr txBox="1"/>
          <p:nvPr/>
        </p:nvSpPr>
        <p:spPr>
          <a:xfrm>
            <a:off x="3788544" y="4975526"/>
            <a:ext cx="1154163"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电子合同签约服务平台</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59" name="文本框 358">
            <a:extLst>
              <a:ext uri="{FF2B5EF4-FFF2-40B4-BE49-F238E27FC236}">
                <a16:creationId xmlns:a16="http://schemas.microsoft.com/office/drawing/2014/main" id="{52894B68-361D-D7E0-C1EB-A3D1AF97FC79}"/>
              </a:ext>
            </a:extLst>
          </p:cNvPr>
          <p:cNvSpPr txBox="1"/>
          <p:nvPr/>
        </p:nvSpPr>
        <p:spPr>
          <a:xfrm>
            <a:off x="8574338" y="4598001"/>
            <a:ext cx="440825"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ERP</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0" name="文本框 359">
            <a:extLst>
              <a:ext uri="{FF2B5EF4-FFF2-40B4-BE49-F238E27FC236}">
                <a16:creationId xmlns:a16="http://schemas.microsoft.com/office/drawing/2014/main" id="{ACA1D6A9-5552-F8A5-1207-A4F83A49DFD0}"/>
              </a:ext>
            </a:extLst>
          </p:cNvPr>
          <p:cNvSpPr txBox="1"/>
          <p:nvPr/>
        </p:nvSpPr>
        <p:spPr>
          <a:xfrm>
            <a:off x="9710372" y="4598001"/>
            <a:ext cx="403957"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OA</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1" name="文本框 360">
            <a:extLst>
              <a:ext uri="{FF2B5EF4-FFF2-40B4-BE49-F238E27FC236}">
                <a16:creationId xmlns:a16="http://schemas.microsoft.com/office/drawing/2014/main" id="{5AC00736-C3E1-DE9C-F9FB-EF4FB467D70C}"/>
              </a:ext>
            </a:extLst>
          </p:cNvPr>
          <p:cNvSpPr txBox="1"/>
          <p:nvPr/>
        </p:nvSpPr>
        <p:spPr>
          <a:xfrm>
            <a:off x="10769649" y="4598001"/>
            <a:ext cx="482504"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SRM</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2" name="文本框 361">
            <a:extLst>
              <a:ext uri="{FF2B5EF4-FFF2-40B4-BE49-F238E27FC236}">
                <a16:creationId xmlns:a16="http://schemas.microsoft.com/office/drawing/2014/main" id="{CF2288F3-E709-8D41-6C9C-7CDA30B20636}"/>
              </a:ext>
            </a:extLst>
          </p:cNvPr>
          <p:cNvSpPr txBox="1"/>
          <p:nvPr/>
        </p:nvSpPr>
        <p:spPr>
          <a:xfrm>
            <a:off x="8598382" y="5093301"/>
            <a:ext cx="39273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HR</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3" name="文本框 362">
            <a:extLst>
              <a:ext uri="{FF2B5EF4-FFF2-40B4-BE49-F238E27FC236}">
                <a16:creationId xmlns:a16="http://schemas.microsoft.com/office/drawing/2014/main" id="{6BD5C3A2-1381-8F66-91D7-28BD7B1ECA64}"/>
              </a:ext>
            </a:extLst>
          </p:cNvPr>
          <p:cNvSpPr txBox="1"/>
          <p:nvPr/>
        </p:nvSpPr>
        <p:spPr>
          <a:xfrm>
            <a:off x="9665488" y="5093301"/>
            <a:ext cx="493726" cy="138499"/>
          </a:xfrm>
          <a:prstGeom prst="rect">
            <a:avLst/>
          </a:prstGeom>
          <a:noFill/>
        </p:spPr>
        <p:txBody>
          <a:bodyPr wrap="none" lIns="0" tIns="0" rIns="0" bIns="0" rtlCol="0">
            <a:spAutoFit/>
          </a:bodyPr>
          <a:lstStyle/>
          <a:p>
            <a:pPr algn="ctr"/>
            <a:r>
              <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rPr>
              <a:t>CRM</a:t>
            </a: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4" name="文本框 363">
            <a:extLst>
              <a:ext uri="{FF2B5EF4-FFF2-40B4-BE49-F238E27FC236}">
                <a16:creationId xmlns:a16="http://schemas.microsoft.com/office/drawing/2014/main" id="{0A63B130-FDE8-1D5D-BC6D-A498E136E0FE}"/>
              </a:ext>
            </a:extLst>
          </p:cNvPr>
          <p:cNvSpPr txBox="1"/>
          <p:nvPr/>
        </p:nvSpPr>
        <p:spPr>
          <a:xfrm>
            <a:off x="10780068" y="5093301"/>
            <a:ext cx="461665" cy="138499"/>
          </a:xfrm>
          <a:prstGeom prst="rect">
            <a:avLst/>
          </a:prstGeom>
          <a:noFill/>
        </p:spPr>
        <p:txBody>
          <a:bodyPr wrap="none" lIns="0" tIns="0" rIns="0" bIns="0" rtlCol="0">
            <a:spAutoFit/>
          </a:bodyPr>
          <a:lstStyle/>
          <a:p>
            <a:pPr algn="ctr"/>
            <a:r>
              <a:rPr lang="zh-CN" altLang="en-US" sz="900" dirty="0">
                <a:solidFill>
                  <a:schemeClr val="accent1">
                    <a:lumMod val="100000"/>
                  </a:schemeClr>
                </a:solidFill>
                <a:effectLst/>
                <a:latin typeface="MiSans Medium" panose="00000600000000000000" pitchFamily="2" charset="-122"/>
                <a:ea typeface="MiSans Medium" panose="00000600000000000000" pitchFamily="2" charset="-122"/>
              </a:rPr>
              <a:t>其他系统</a:t>
            </a:r>
            <a:endParaRPr lang="en-US" altLang="zh-CN" sz="900" dirty="0">
              <a:solidFill>
                <a:schemeClr val="accent1">
                  <a:lumMod val="100000"/>
                </a:schemeClr>
              </a:solidFill>
              <a:effectLst/>
              <a:latin typeface="MiSans Medium" panose="00000600000000000000" pitchFamily="2" charset="-122"/>
              <a:ea typeface="MiSans Medium" panose="00000600000000000000" pitchFamily="2" charset="-122"/>
            </a:endParaRPr>
          </a:p>
        </p:txBody>
      </p:sp>
      <p:sp>
        <p:nvSpPr>
          <p:cNvPr id="365" name="文本框 364">
            <a:extLst>
              <a:ext uri="{FF2B5EF4-FFF2-40B4-BE49-F238E27FC236}">
                <a16:creationId xmlns:a16="http://schemas.microsoft.com/office/drawing/2014/main" id="{53FEA668-EEAA-FDCF-B5EC-4E73788C0D56}"/>
              </a:ext>
            </a:extLst>
          </p:cNvPr>
          <p:cNvSpPr txBox="1"/>
          <p:nvPr/>
        </p:nvSpPr>
        <p:spPr>
          <a:xfrm>
            <a:off x="9521279" y="4238195"/>
            <a:ext cx="769441" cy="153888"/>
          </a:xfrm>
          <a:prstGeom prst="rect">
            <a:avLst/>
          </a:prstGeom>
          <a:noFill/>
        </p:spPr>
        <p:txBody>
          <a:bodyPr wrap="none" lIns="0" tIns="0" rIns="0" bIns="0" rtlCol="0">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企业业务系统</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6" name="文本框 365">
            <a:extLst>
              <a:ext uri="{FF2B5EF4-FFF2-40B4-BE49-F238E27FC236}">
                <a16:creationId xmlns:a16="http://schemas.microsoft.com/office/drawing/2014/main" id="{2FA03C42-BD6B-A81D-236A-DBAB43931A72}"/>
              </a:ext>
            </a:extLst>
          </p:cNvPr>
          <p:cNvSpPr txBox="1"/>
          <p:nvPr/>
        </p:nvSpPr>
        <p:spPr>
          <a:xfrm>
            <a:off x="6996521" y="5803157"/>
            <a:ext cx="1393010"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可信电子签（独立存储）</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7" name="文本框 366">
            <a:extLst>
              <a:ext uri="{FF2B5EF4-FFF2-40B4-BE49-F238E27FC236}">
                <a16:creationId xmlns:a16="http://schemas.microsoft.com/office/drawing/2014/main" id="{3EFA84C0-9C2E-0C4D-B479-F7D9F3FCC52A}"/>
              </a:ext>
            </a:extLst>
          </p:cNvPr>
          <p:cNvSpPr txBox="1"/>
          <p:nvPr/>
        </p:nvSpPr>
        <p:spPr>
          <a:xfrm>
            <a:off x="4487726" y="5803157"/>
            <a:ext cx="1013099"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可信电子签约平台</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8" name="文本框 367">
            <a:extLst>
              <a:ext uri="{FF2B5EF4-FFF2-40B4-BE49-F238E27FC236}">
                <a16:creationId xmlns:a16="http://schemas.microsoft.com/office/drawing/2014/main" id="{AA2DCC32-CE63-CD12-27EB-60FAF34783F0}"/>
              </a:ext>
            </a:extLst>
          </p:cNvPr>
          <p:cNvSpPr txBox="1"/>
          <p:nvPr/>
        </p:nvSpPr>
        <p:spPr>
          <a:xfrm>
            <a:off x="2268513" y="5803157"/>
            <a:ext cx="333426" cy="153888"/>
          </a:xfrm>
          <a:prstGeom prst="rect">
            <a:avLst/>
          </a:prstGeom>
          <a:noFill/>
        </p:spPr>
        <p:txBody>
          <a:bodyPr wrap="none" lIns="0" tIns="0" rIns="0" bIns="0" rtlCol="0" anchor="ctr">
            <a:spAutoFit/>
          </a:bodyPr>
          <a:lstStyle/>
          <a:p>
            <a:pPr algn="ctr"/>
            <a:r>
              <a:rPr lang="en-US" altLang="zh-CN"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SAAS</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69" name="文本框 368">
            <a:extLst>
              <a:ext uri="{FF2B5EF4-FFF2-40B4-BE49-F238E27FC236}">
                <a16:creationId xmlns:a16="http://schemas.microsoft.com/office/drawing/2014/main" id="{C004230E-2D8C-08E9-3CCF-8025634E7CE8}"/>
              </a:ext>
            </a:extLst>
          </p:cNvPr>
          <p:cNvSpPr txBox="1"/>
          <p:nvPr/>
        </p:nvSpPr>
        <p:spPr>
          <a:xfrm>
            <a:off x="9979933" y="5803157"/>
            <a:ext cx="633187" cy="153888"/>
          </a:xfrm>
          <a:prstGeom prst="rect">
            <a:avLst/>
          </a:prstGeom>
          <a:noFill/>
        </p:spPr>
        <p:txBody>
          <a:bodyPr wrap="none" lIns="0" tIns="0" rIns="0" bIns="0" rtlCol="0" anchor="ctr">
            <a:spAutoFit/>
          </a:bodyPr>
          <a:lstStyle/>
          <a:p>
            <a:pPr algn="ctr"/>
            <a:r>
              <a:rPr lang="zh-CN" altLang="en-US" sz="1000" dirty="0">
                <a:solidFill>
                  <a:schemeClr val="accent1">
                    <a:lumMod val="100000"/>
                  </a:schemeClr>
                </a:solidFill>
                <a:effectLst/>
                <a:latin typeface="阿里巴巴普惠体" panose="00020600040101010101" pitchFamily="18" charset="-122"/>
                <a:ea typeface="阿里巴巴普惠体" panose="00020600040101010101" pitchFamily="18" charset="-122"/>
              </a:rPr>
              <a:t>私有化部署</a:t>
            </a:r>
            <a:endParaRPr lang="zh-CN" altLang="en-US" sz="10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0" name="文本框 369">
            <a:extLst>
              <a:ext uri="{FF2B5EF4-FFF2-40B4-BE49-F238E27FC236}">
                <a16:creationId xmlns:a16="http://schemas.microsoft.com/office/drawing/2014/main" id="{FDB97841-971A-4D17-D085-AD6B51BEF1A2}"/>
              </a:ext>
            </a:extLst>
          </p:cNvPr>
          <p:cNvSpPr txBox="1"/>
          <p:nvPr/>
        </p:nvSpPr>
        <p:spPr>
          <a:xfrm>
            <a:off x="106118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入驻协议</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1" name="文本框 370">
            <a:extLst>
              <a:ext uri="{FF2B5EF4-FFF2-40B4-BE49-F238E27FC236}">
                <a16:creationId xmlns:a16="http://schemas.microsoft.com/office/drawing/2014/main" id="{73B59C63-0BDF-25C2-834B-26935A5C15DF}"/>
              </a:ext>
            </a:extLst>
          </p:cNvPr>
          <p:cNvSpPr txBox="1"/>
          <p:nvPr/>
        </p:nvSpPr>
        <p:spPr>
          <a:xfrm>
            <a:off x="10616633" y="1993202"/>
            <a:ext cx="445636" cy="138499"/>
          </a:xfrm>
          <a:prstGeom prst="rect">
            <a:avLst/>
          </a:prstGeom>
          <a:noFill/>
        </p:spPr>
        <p:txBody>
          <a:bodyPr wrap="none" lIns="0" tIns="0" rIns="0" bIns="0" rtlCol="0" anchor="ctr">
            <a:spAutoFit/>
          </a:bodyPr>
          <a:lstStyle/>
          <a:p>
            <a:pPr algn="ctr"/>
            <a:r>
              <a:rPr lang="en-US" altLang="zh-CN"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B2B</a:t>
            </a: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电商</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5" name="文本框 374">
            <a:extLst>
              <a:ext uri="{FF2B5EF4-FFF2-40B4-BE49-F238E27FC236}">
                <a16:creationId xmlns:a16="http://schemas.microsoft.com/office/drawing/2014/main" id="{94F72875-1200-43AC-EC04-7EB5CEDE322A}"/>
              </a:ext>
            </a:extLst>
          </p:cNvPr>
          <p:cNvSpPr txBox="1"/>
          <p:nvPr/>
        </p:nvSpPr>
        <p:spPr>
          <a:xfrm>
            <a:off x="91132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分期贷款</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6" name="文本框 375">
            <a:extLst>
              <a:ext uri="{FF2B5EF4-FFF2-40B4-BE49-F238E27FC236}">
                <a16:creationId xmlns:a16="http://schemas.microsoft.com/office/drawing/2014/main" id="{D9D43507-4AC6-DD75-3094-0A5128054BCC}"/>
              </a:ext>
            </a:extLst>
          </p:cNvPr>
          <p:cNvSpPr txBox="1"/>
          <p:nvPr/>
        </p:nvSpPr>
        <p:spPr>
          <a:xfrm>
            <a:off x="91132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汽车金融</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77" name="文本框 376">
            <a:extLst>
              <a:ext uri="{FF2B5EF4-FFF2-40B4-BE49-F238E27FC236}">
                <a16:creationId xmlns:a16="http://schemas.microsoft.com/office/drawing/2014/main" id="{590E251B-9F86-B286-4AC9-EB8A0FC217E7}"/>
              </a:ext>
            </a:extLst>
          </p:cNvPr>
          <p:cNvSpPr txBox="1"/>
          <p:nvPr/>
        </p:nvSpPr>
        <p:spPr>
          <a:xfrm>
            <a:off x="9170131" y="2218052"/>
            <a:ext cx="341440"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经销商</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78" name="文本框 377">
            <a:extLst>
              <a:ext uri="{FF2B5EF4-FFF2-40B4-BE49-F238E27FC236}">
                <a16:creationId xmlns:a16="http://schemas.microsoft.com/office/drawing/2014/main" id="{51F5F451-7B00-6B8F-2418-4B3183C7411E}"/>
              </a:ext>
            </a:extLst>
          </p:cNvPr>
          <p:cNvSpPr txBox="1"/>
          <p:nvPr/>
        </p:nvSpPr>
        <p:spPr>
          <a:xfrm>
            <a:off x="9056318" y="2442901"/>
            <a:ext cx="569067"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采购供应链</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79" name="文本框 378">
            <a:extLst>
              <a:ext uri="{FF2B5EF4-FFF2-40B4-BE49-F238E27FC236}">
                <a16:creationId xmlns:a16="http://schemas.microsoft.com/office/drawing/2014/main" id="{639647BA-D5DE-5998-57F9-54A9556D69EC}"/>
              </a:ext>
            </a:extLst>
          </p:cNvPr>
          <p:cNvSpPr txBox="1"/>
          <p:nvPr/>
        </p:nvSpPr>
        <p:spPr>
          <a:xfrm>
            <a:off x="7671531" y="1768353"/>
            <a:ext cx="341440"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经销商</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0" name="文本框 379">
            <a:extLst>
              <a:ext uri="{FF2B5EF4-FFF2-40B4-BE49-F238E27FC236}">
                <a16:creationId xmlns:a16="http://schemas.microsoft.com/office/drawing/2014/main" id="{F03BE3E1-8081-F7CD-BD8B-C463B0F87651}"/>
              </a:ext>
            </a:extLst>
          </p:cNvPr>
          <p:cNvSpPr txBox="1"/>
          <p:nvPr/>
        </p:nvSpPr>
        <p:spPr>
          <a:xfrm>
            <a:off x="7557718" y="1993202"/>
            <a:ext cx="569067"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采购供应链</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1" name="文本框 380">
            <a:extLst>
              <a:ext uri="{FF2B5EF4-FFF2-40B4-BE49-F238E27FC236}">
                <a16:creationId xmlns:a16="http://schemas.microsoft.com/office/drawing/2014/main" id="{58308CCA-42C1-88FC-6507-EF5FBDEFDC36}"/>
              </a:ext>
            </a:extLst>
          </p:cNvPr>
          <p:cNvSpPr txBox="1"/>
          <p:nvPr/>
        </p:nvSpPr>
        <p:spPr>
          <a:xfrm>
            <a:off x="76146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人力资源</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2" name="文本框 381">
            <a:extLst>
              <a:ext uri="{FF2B5EF4-FFF2-40B4-BE49-F238E27FC236}">
                <a16:creationId xmlns:a16="http://schemas.microsoft.com/office/drawing/2014/main" id="{E4E01DF7-E786-D300-E906-318E6359B585}"/>
              </a:ext>
            </a:extLst>
          </p:cNvPr>
          <p:cNvSpPr txBox="1"/>
          <p:nvPr/>
        </p:nvSpPr>
        <p:spPr>
          <a:xfrm>
            <a:off x="76146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连锁加盟</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3" name="文本框 382">
            <a:extLst>
              <a:ext uri="{FF2B5EF4-FFF2-40B4-BE49-F238E27FC236}">
                <a16:creationId xmlns:a16="http://schemas.microsoft.com/office/drawing/2014/main" id="{51A9FD02-967E-3A23-1C91-D0E24389B683}"/>
              </a:ext>
            </a:extLst>
          </p:cNvPr>
          <p:cNvSpPr txBox="1"/>
          <p:nvPr/>
        </p:nvSpPr>
        <p:spPr>
          <a:xfrm>
            <a:off x="61160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电子证照</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4" name="文本框 383">
            <a:extLst>
              <a:ext uri="{FF2B5EF4-FFF2-40B4-BE49-F238E27FC236}">
                <a16:creationId xmlns:a16="http://schemas.microsoft.com/office/drawing/2014/main" id="{CC4C04E0-C7C2-554E-19A2-2D850C8EA404}"/>
              </a:ext>
            </a:extLst>
          </p:cNvPr>
          <p:cNvSpPr txBox="1"/>
          <p:nvPr/>
        </p:nvSpPr>
        <p:spPr>
          <a:xfrm>
            <a:off x="61160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公文流转</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5" name="文本框 384">
            <a:extLst>
              <a:ext uri="{FF2B5EF4-FFF2-40B4-BE49-F238E27FC236}">
                <a16:creationId xmlns:a16="http://schemas.microsoft.com/office/drawing/2014/main" id="{274ED375-4B0B-AC53-FA86-F87A42DA4B30}"/>
              </a:ext>
            </a:extLst>
          </p:cNvPr>
          <p:cNvSpPr txBox="1"/>
          <p:nvPr/>
        </p:nvSpPr>
        <p:spPr>
          <a:xfrm>
            <a:off x="61160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政务服务</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6" name="文本框 385">
            <a:extLst>
              <a:ext uri="{FF2B5EF4-FFF2-40B4-BE49-F238E27FC236}">
                <a16:creationId xmlns:a16="http://schemas.microsoft.com/office/drawing/2014/main" id="{36A94FB9-CFA0-B1DF-B6B5-0D64E21606AE}"/>
              </a:ext>
            </a:extLst>
          </p:cNvPr>
          <p:cNvSpPr txBox="1"/>
          <p:nvPr/>
        </p:nvSpPr>
        <p:spPr>
          <a:xfrm>
            <a:off x="61160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政府采购</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87" name="文本框 386">
            <a:extLst>
              <a:ext uri="{FF2B5EF4-FFF2-40B4-BE49-F238E27FC236}">
                <a16:creationId xmlns:a16="http://schemas.microsoft.com/office/drawing/2014/main" id="{D9C8A1C9-D978-6723-C771-4D9705DB8EA7}"/>
              </a:ext>
            </a:extLst>
          </p:cNvPr>
          <p:cNvSpPr txBox="1"/>
          <p:nvPr/>
        </p:nvSpPr>
        <p:spPr>
          <a:xfrm>
            <a:off x="46174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投资协议</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8" name="文本框 387">
            <a:extLst>
              <a:ext uri="{FF2B5EF4-FFF2-40B4-BE49-F238E27FC236}">
                <a16:creationId xmlns:a16="http://schemas.microsoft.com/office/drawing/2014/main" id="{09F2FF79-2621-193F-3F01-08A79E48DF51}"/>
              </a:ext>
            </a:extLst>
          </p:cNvPr>
          <p:cNvSpPr txBox="1"/>
          <p:nvPr/>
        </p:nvSpPr>
        <p:spPr>
          <a:xfrm>
            <a:off x="4674331" y="1993202"/>
            <a:ext cx="341440"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担保函</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89" name="文本框 388">
            <a:extLst>
              <a:ext uri="{FF2B5EF4-FFF2-40B4-BE49-F238E27FC236}">
                <a16:creationId xmlns:a16="http://schemas.microsoft.com/office/drawing/2014/main" id="{A70C6152-5470-881A-FA74-90D71BBD6F8E}"/>
              </a:ext>
            </a:extLst>
          </p:cNvPr>
          <p:cNvSpPr txBox="1"/>
          <p:nvPr/>
        </p:nvSpPr>
        <p:spPr>
          <a:xfrm>
            <a:off x="46174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借贷协议</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0" name="文本框 389">
            <a:extLst>
              <a:ext uri="{FF2B5EF4-FFF2-40B4-BE49-F238E27FC236}">
                <a16:creationId xmlns:a16="http://schemas.microsoft.com/office/drawing/2014/main" id="{264CD927-AA5A-7796-9C2B-0FC659D9AE16}"/>
              </a:ext>
            </a:extLst>
          </p:cNvPr>
          <p:cNvSpPr txBox="1"/>
          <p:nvPr/>
        </p:nvSpPr>
        <p:spPr>
          <a:xfrm>
            <a:off x="46174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抵押合同</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1" name="文本框 390">
            <a:extLst>
              <a:ext uri="{FF2B5EF4-FFF2-40B4-BE49-F238E27FC236}">
                <a16:creationId xmlns:a16="http://schemas.microsoft.com/office/drawing/2014/main" id="{84208087-F243-3AD6-FD46-D57A460D3D58}"/>
              </a:ext>
            </a:extLst>
          </p:cNvPr>
          <p:cNvSpPr txBox="1"/>
          <p:nvPr/>
        </p:nvSpPr>
        <p:spPr>
          <a:xfrm>
            <a:off x="31188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生产质检</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2" name="文本框 391">
            <a:extLst>
              <a:ext uri="{FF2B5EF4-FFF2-40B4-BE49-F238E27FC236}">
                <a16:creationId xmlns:a16="http://schemas.microsoft.com/office/drawing/2014/main" id="{772EF6A6-10E2-4A2D-9901-0C2EF698A842}"/>
              </a:ext>
            </a:extLst>
          </p:cNvPr>
          <p:cNvSpPr txBox="1"/>
          <p:nvPr/>
        </p:nvSpPr>
        <p:spPr>
          <a:xfrm>
            <a:off x="31188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仓储管理</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3" name="文本框 392">
            <a:extLst>
              <a:ext uri="{FF2B5EF4-FFF2-40B4-BE49-F238E27FC236}">
                <a16:creationId xmlns:a16="http://schemas.microsoft.com/office/drawing/2014/main" id="{57CF3D9C-0DFB-9651-DC4C-2C385CE97EE4}"/>
              </a:ext>
            </a:extLst>
          </p:cNvPr>
          <p:cNvSpPr txBox="1"/>
          <p:nvPr/>
        </p:nvSpPr>
        <p:spPr>
          <a:xfrm>
            <a:off x="31188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物流配送</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4" name="文本框 393">
            <a:extLst>
              <a:ext uri="{FF2B5EF4-FFF2-40B4-BE49-F238E27FC236}">
                <a16:creationId xmlns:a16="http://schemas.microsoft.com/office/drawing/2014/main" id="{945D3BAA-870D-E6F2-4632-09C433411F71}"/>
              </a:ext>
            </a:extLst>
          </p:cNvPr>
          <p:cNvSpPr txBox="1"/>
          <p:nvPr/>
        </p:nvSpPr>
        <p:spPr>
          <a:xfrm>
            <a:off x="31188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人力资源</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5" name="文本框 394">
            <a:extLst>
              <a:ext uri="{FF2B5EF4-FFF2-40B4-BE49-F238E27FC236}">
                <a16:creationId xmlns:a16="http://schemas.microsoft.com/office/drawing/2014/main" id="{7AD819C3-DC01-A057-C108-063D9B39423A}"/>
              </a:ext>
            </a:extLst>
          </p:cNvPr>
          <p:cNvSpPr txBox="1"/>
          <p:nvPr/>
        </p:nvSpPr>
        <p:spPr>
          <a:xfrm>
            <a:off x="1620224" y="1768353"/>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地产开发</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6" name="文本框 395">
            <a:extLst>
              <a:ext uri="{FF2B5EF4-FFF2-40B4-BE49-F238E27FC236}">
                <a16:creationId xmlns:a16="http://schemas.microsoft.com/office/drawing/2014/main" id="{EEE6FEF4-74EA-BFBD-2FC6-7972B11F313D}"/>
              </a:ext>
            </a:extLst>
          </p:cNvPr>
          <p:cNvSpPr txBox="1"/>
          <p:nvPr/>
        </p:nvSpPr>
        <p:spPr>
          <a:xfrm>
            <a:off x="1620224" y="1993202"/>
            <a:ext cx="455254" cy="138499"/>
          </a:xfrm>
          <a:prstGeom prst="rect">
            <a:avLst/>
          </a:prstGeom>
          <a:noFill/>
        </p:spPr>
        <p:txBody>
          <a:bodyPr wrap="none" lIns="0" tIns="0" rIns="0" bIns="0" rtlCol="0" anchor="ctr">
            <a:spAutoFit/>
          </a:bodyPr>
          <a:lstStyle/>
          <a:p>
            <a:pPr algn="ctr"/>
            <a:r>
              <a:rPr lang="zh-CN" altLang="en-US" sz="900" dirty="0">
                <a:solidFill>
                  <a:schemeClr val="accent1">
                    <a:lumMod val="100000"/>
                  </a:schemeClr>
                </a:solidFill>
                <a:effectLst/>
                <a:latin typeface="阿里巴巴普惠体" panose="00020600040101010101" pitchFamily="18" charset="-122"/>
                <a:ea typeface="阿里巴巴普惠体" panose="00020600040101010101" pitchFamily="18" charset="-122"/>
              </a:rPr>
              <a:t>地产销售</a:t>
            </a:r>
            <a:endParaRPr lang="zh-CN" altLang="en-US" sz="900" dirty="0">
              <a:solidFill>
                <a:schemeClr val="accent1">
                  <a:lumMod val="100000"/>
                </a:schemeClr>
              </a:solidFill>
              <a:latin typeface="阿里巴巴普惠体" panose="00020600040101010101" pitchFamily="18" charset="-122"/>
              <a:ea typeface="阿里巴巴普惠体" panose="00020600040101010101" pitchFamily="18" charset="-122"/>
            </a:endParaRPr>
          </a:p>
        </p:txBody>
      </p:sp>
      <p:sp>
        <p:nvSpPr>
          <p:cNvPr id="397" name="文本框 396">
            <a:extLst>
              <a:ext uri="{FF2B5EF4-FFF2-40B4-BE49-F238E27FC236}">
                <a16:creationId xmlns:a16="http://schemas.microsoft.com/office/drawing/2014/main" id="{041E0A4D-EA9D-10B6-B97C-2EDFB3683927}"/>
              </a:ext>
            </a:extLst>
          </p:cNvPr>
          <p:cNvSpPr txBox="1"/>
          <p:nvPr/>
        </p:nvSpPr>
        <p:spPr>
          <a:xfrm>
            <a:off x="1620224" y="2218052"/>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地产租赁</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
        <p:nvSpPr>
          <p:cNvPr id="398" name="文本框 397">
            <a:extLst>
              <a:ext uri="{FF2B5EF4-FFF2-40B4-BE49-F238E27FC236}">
                <a16:creationId xmlns:a16="http://schemas.microsoft.com/office/drawing/2014/main" id="{DFA38B3B-8146-35E6-0BC5-3133AA548CB6}"/>
              </a:ext>
            </a:extLst>
          </p:cNvPr>
          <p:cNvSpPr txBox="1"/>
          <p:nvPr/>
        </p:nvSpPr>
        <p:spPr>
          <a:xfrm>
            <a:off x="1620224" y="2442901"/>
            <a:ext cx="455254" cy="138499"/>
          </a:xfrm>
          <a:prstGeom prst="rect">
            <a:avLst/>
          </a:prstGeom>
          <a:noFill/>
        </p:spPr>
        <p:txBody>
          <a:bodyPr wrap="none" lIns="0" tIns="0" rIns="0" bIns="0" rtlCol="0" anchor="ctr">
            <a:spAutoFit/>
          </a:bodyPr>
          <a:lstStyle/>
          <a:p>
            <a:pPr algn="ctr"/>
            <a:r>
              <a:rPr lang="zh-CN" altLang="en-US" sz="900" dirty="0">
                <a:solidFill>
                  <a:schemeClr val="accent1"/>
                </a:solidFill>
                <a:effectLst/>
                <a:latin typeface="阿里巴巴普惠体" panose="00020600040101010101" pitchFamily="18" charset="-122"/>
                <a:ea typeface="阿里巴巴普惠体" panose="00020600040101010101" pitchFamily="18" charset="-122"/>
              </a:rPr>
              <a:t>物业服务</a:t>
            </a:r>
            <a:endParaRPr lang="zh-CN" altLang="en-US" sz="900" dirty="0">
              <a:solidFill>
                <a:schemeClr val="accent1"/>
              </a:solidFill>
              <a:latin typeface="阿里巴巴普惠体" panose="00020600040101010101" pitchFamily="18" charset="-122"/>
              <a:ea typeface="阿里巴巴普惠体" panose="00020600040101010101" pitchFamily="18" charset="-122"/>
            </a:endParaRPr>
          </a:p>
        </p:txBody>
      </p:sp>
    </p:spTree>
    <p:extLst>
      <p:ext uri="{BB962C8B-B14F-4D97-AF65-F5344CB8AC3E}">
        <p14:creationId xmlns:p14="http://schemas.microsoft.com/office/powerpoint/2010/main" val="381040683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a:extLst>
              <a:ext uri="{FF2B5EF4-FFF2-40B4-BE49-F238E27FC236}">
                <a16:creationId xmlns:a16="http://schemas.microsoft.com/office/drawing/2014/main" id="{952C769B-5FA3-2001-740E-B187B2AD0E3E}"/>
              </a:ext>
            </a:extLst>
          </p:cNvPr>
          <p:cNvSpPr/>
          <p:nvPr/>
        </p:nvSpPr>
        <p:spPr>
          <a:xfrm>
            <a:off x="2583213" y="4935894"/>
            <a:ext cx="8791626" cy="1278176"/>
          </a:xfrm>
          <a:prstGeom prst="roundRect">
            <a:avLst>
              <a:gd name="adj" fmla="val 8102"/>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12" name="矩形: 圆角 11">
            <a:extLst>
              <a:ext uri="{FF2B5EF4-FFF2-40B4-BE49-F238E27FC236}">
                <a16:creationId xmlns:a16="http://schemas.microsoft.com/office/drawing/2014/main" id="{D56D55A1-511B-51A8-EF55-345EEE399952}"/>
              </a:ext>
            </a:extLst>
          </p:cNvPr>
          <p:cNvSpPr/>
          <p:nvPr/>
        </p:nvSpPr>
        <p:spPr>
          <a:xfrm>
            <a:off x="646395" y="1824488"/>
            <a:ext cx="1641016" cy="4389589"/>
          </a:xfrm>
          <a:prstGeom prst="roundRect">
            <a:avLst>
              <a:gd name="adj" fmla="val 4502"/>
            </a:avLst>
          </a:prstGeom>
          <a:solidFill>
            <a:schemeClr val="bg1"/>
          </a:solidFill>
          <a:ln w="12680" cap="flat">
            <a:solidFill>
              <a:schemeClr val="accent1">
                <a:lumMod val="100000"/>
              </a:schemeClr>
            </a:solidFill>
            <a:custDash>
              <a:ds d="600000" sp="600000"/>
            </a:custDash>
            <a:miter/>
          </a:ln>
        </p:spPr>
        <p:txBody>
          <a:bodyPr rtlCol="0" anchor="ctr"/>
          <a:lstStyle/>
          <a:p>
            <a:endParaRPr lang="en-US" dirty="0"/>
          </a:p>
        </p:txBody>
      </p:sp>
      <p:sp>
        <p:nvSpPr>
          <p:cNvPr id="13" name="矩形: 圆角 12">
            <a:extLst>
              <a:ext uri="{FF2B5EF4-FFF2-40B4-BE49-F238E27FC236}">
                <a16:creationId xmlns:a16="http://schemas.microsoft.com/office/drawing/2014/main" id="{B6BAC76C-0828-C696-960C-29DD9E8F5A6B}"/>
              </a:ext>
            </a:extLst>
          </p:cNvPr>
          <p:cNvSpPr/>
          <p:nvPr/>
        </p:nvSpPr>
        <p:spPr>
          <a:xfrm>
            <a:off x="2579444" y="1824481"/>
            <a:ext cx="6593323" cy="1867919"/>
          </a:xfrm>
          <a:prstGeom prst="roundRect">
            <a:avLst>
              <a:gd name="adj" fmla="val 4946"/>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14" name="矩形: 圆角 13">
            <a:extLst>
              <a:ext uri="{FF2B5EF4-FFF2-40B4-BE49-F238E27FC236}">
                <a16:creationId xmlns:a16="http://schemas.microsoft.com/office/drawing/2014/main" id="{CB012A14-0E4A-AEF2-5265-679FC27BF332}"/>
              </a:ext>
            </a:extLst>
          </p:cNvPr>
          <p:cNvSpPr/>
          <p:nvPr/>
        </p:nvSpPr>
        <p:spPr>
          <a:xfrm>
            <a:off x="9486300" y="1824481"/>
            <a:ext cx="1888570" cy="1867919"/>
          </a:xfrm>
          <a:prstGeom prst="roundRect">
            <a:avLst>
              <a:gd name="adj" fmla="val 5291"/>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15" name="任意多边形: 形状 14">
            <a:extLst>
              <a:ext uri="{FF2B5EF4-FFF2-40B4-BE49-F238E27FC236}">
                <a16:creationId xmlns:a16="http://schemas.microsoft.com/office/drawing/2014/main" id="{385E17D4-E3BA-B909-13EE-49C8F6B23CE1}"/>
              </a:ext>
            </a:extLst>
          </p:cNvPr>
          <p:cNvSpPr/>
          <p:nvPr/>
        </p:nvSpPr>
        <p:spPr>
          <a:xfrm>
            <a:off x="2938875" y="2366001"/>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6" name="任意多边形: 形状 15">
            <a:extLst>
              <a:ext uri="{FF2B5EF4-FFF2-40B4-BE49-F238E27FC236}">
                <a16:creationId xmlns:a16="http://schemas.microsoft.com/office/drawing/2014/main" id="{EC1BFD98-D768-4A12-9938-A2E470458ACC}"/>
              </a:ext>
            </a:extLst>
          </p:cNvPr>
          <p:cNvSpPr/>
          <p:nvPr/>
        </p:nvSpPr>
        <p:spPr>
          <a:xfrm>
            <a:off x="4553899" y="2366001"/>
            <a:ext cx="477399" cy="477399"/>
          </a:xfrm>
          <a:custGeom>
            <a:avLst/>
            <a:gdLst>
              <a:gd name="connsiteX0" fmla="*/ 477399 w 477399"/>
              <a:gd name="connsiteY0" fmla="*/ 238700 h 477399"/>
              <a:gd name="connsiteX1" fmla="*/ 238700 w 477399"/>
              <a:gd name="connsiteY1" fmla="*/ 477399 h 477399"/>
              <a:gd name="connsiteX2" fmla="*/ 0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69" y="477399"/>
                  <a:pt x="0" y="370530"/>
                  <a:pt x="0" y="238700"/>
                </a:cubicBezTo>
                <a:cubicBezTo>
                  <a:pt x="0" y="106869"/>
                  <a:pt x="106869" y="0"/>
                  <a:pt x="238700" y="0"/>
                </a:cubicBezTo>
                <a:cubicBezTo>
                  <a:pt x="370530" y="0"/>
                  <a:pt x="477399" y="106869"/>
                  <a:pt x="477399"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 name="任意多边形: 形状 16">
            <a:extLst>
              <a:ext uri="{FF2B5EF4-FFF2-40B4-BE49-F238E27FC236}">
                <a16:creationId xmlns:a16="http://schemas.microsoft.com/office/drawing/2014/main" id="{ED95A4CD-1956-39A2-5DD3-CF0D6022B9E8}"/>
              </a:ext>
            </a:extLst>
          </p:cNvPr>
          <p:cNvSpPr/>
          <p:nvPr/>
        </p:nvSpPr>
        <p:spPr>
          <a:xfrm>
            <a:off x="4695971" y="2520952"/>
            <a:ext cx="188420" cy="179805"/>
          </a:xfrm>
          <a:custGeom>
            <a:avLst/>
            <a:gdLst>
              <a:gd name="connsiteX0" fmla="*/ 62490 w 188420"/>
              <a:gd name="connsiteY0" fmla="*/ 79092 h 179805"/>
              <a:gd name="connsiteX1" fmla="*/ 57801 w 188420"/>
              <a:gd name="connsiteY1" fmla="*/ 78185 h 179805"/>
              <a:gd name="connsiteX2" fmla="*/ 53817 w 188420"/>
              <a:gd name="connsiteY2" fmla="*/ 75533 h 179805"/>
              <a:gd name="connsiteX3" fmla="*/ 51172 w 188420"/>
              <a:gd name="connsiteY3" fmla="*/ 71555 h 179805"/>
              <a:gd name="connsiteX4" fmla="*/ 50265 w 188420"/>
              <a:gd name="connsiteY4" fmla="*/ 66861 h 179805"/>
              <a:gd name="connsiteX5" fmla="*/ 62490 w 188420"/>
              <a:gd name="connsiteY5" fmla="*/ 54623 h 179805"/>
              <a:gd name="connsiteX6" fmla="*/ 74721 w 188420"/>
              <a:gd name="connsiteY6" fmla="*/ 66861 h 179805"/>
              <a:gd name="connsiteX7" fmla="*/ 62490 w 188420"/>
              <a:gd name="connsiteY7" fmla="*/ 79092 h 179805"/>
              <a:gd name="connsiteX8" fmla="*/ 125925 w 188420"/>
              <a:gd name="connsiteY8" fmla="*/ 79092 h 179805"/>
              <a:gd name="connsiteX9" fmla="*/ 121237 w 188420"/>
              <a:gd name="connsiteY9" fmla="*/ 78185 h 179805"/>
              <a:gd name="connsiteX10" fmla="*/ 117252 w 188420"/>
              <a:gd name="connsiteY10" fmla="*/ 75533 h 179805"/>
              <a:gd name="connsiteX11" fmla="*/ 114607 w 188420"/>
              <a:gd name="connsiteY11" fmla="*/ 71555 h 179805"/>
              <a:gd name="connsiteX12" fmla="*/ 113700 w 188420"/>
              <a:gd name="connsiteY12" fmla="*/ 66861 h 179805"/>
              <a:gd name="connsiteX13" fmla="*/ 125925 w 188420"/>
              <a:gd name="connsiteY13" fmla="*/ 54623 h 179805"/>
              <a:gd name="connsiteX14" fmla="*/ 138156 w 188420"/>
              <a:gd name="connsiteY14" fmla="*/ 66861 h 179805"/>
              <a:gd name="connsiteX15" fmla="*/ 125925 w 188420"/>
              <a:gd name="connsiteY15" fmla="*/ 79092 h 179805"/>
              <a:gd name="connsiteX16" fmla="*/ 44942 w 188420"/>
              <a:gd name="connsiteY16" fmla="*/ 152405 h 179805"/>
              <a:gd name="connsiteX17" fmla="*/ 51749 w 188420"/>
              <a:gd name="connsiteY17" fmla="*/ 148256 h 179805"/>
              <a:gd name="connsiteX18" fmla="*/ 77487 w 188420"/>
              <a:gd name="connsiteY18" fmla="*/ 143155 h 179805"/>
              <a:gd name="connsiteX19" fmla="*/ 82436 w 188420"/>
              <a:gd name="connsiteY19" fmla="*/ 143878 h 179805"/>
              <a:gd name="connsiteX20" fmla="*/ 94211 w 188420"/>
              <a:gd name="connsiteY20" fmla="*/ 144646 h 179805"/>
              <a:gd name="connsiteX21" fmla="*/ 169388 w 188420"/>
              <a:gd name="connsiteY21" fmla="*/ 81839 h 179805"/>
              <a:gd name="connsiteX22" fmla="*/ 94211 w 188420"/>
              <a:gd name="connsiteY22" fmla="*/ 19032 h 179805"/>
              <a:gd name="connsiteX23" fmla="*/ 19032 w 188420"/>
              <a:gd name="connsiteY23" fmla="*/ 81839 h 179805"/>
              <a:gd name="connsiteX24" fmla="*/ 32660 w 188420"/>
              <a:gd name="connsiteY24" fmla="*/ 117823 h 179805"/>
              <a:gd name="connsiteX25" fmla="*/ 34696 w 188420"/>
              <a:gd name="connsiteY25" fmla="*/ 120056 h 179805"/>
              <a:gd name="connsiteX26" fmla="*/ 43109 w 188420"/>
              <a:gd name="connsiteY26" fmla="*/ 133690 h 179805"/>
              <a:gd name="connsiteX27" fmla="*/ 45171 w 188420"/>
              <a:gd name="connsiteY27" fmla="*/ 149575 h 179805"/>
              <a:gd name="connsiteX28" fmla="*/ 44935 w 188420"/>
              <a:gd name="connsiteY28" fmla="*/ 152405 h 179805"/>
              <a:gd name="connsiteX29" fmla="*/ 44942 w 188420"/>
              <a:gd name="connsiteY29" fmla="*/ 152405 h 179805"/>
              <a:gd name="connsiteX30" fmla="*/ 38947 w 188420"/>
              <a:gd name="connsiteY30" fmla="*/ 178352 h 179805"/>
              <a:gd name="connsiteX31" fmla="*/ 33960 w 188420"/>
              <a:gd name="connsiteY31" fmla="*/ 179805 h 179805"/>
              <a:gd name="connsiteX32" fmla="*/ 28955 w 188420"/>
              <a:gd name="connsiteY32" fmla="*/ 178416 h 179805"/>
              <a:gd name="connsiteX33" fmla="*/ 25421 w 188420"/>
              <a:gd name="connsiteY33" fmla="*/ 174603 h 179805"/>
              <a:gd name="connsiteX34" fmla="*/ 24419 w 188420"/>
              <a:gd name="connsiteY34" fmla="*/ 169502 h 179805"/>
              <a:gd name="connsiteX35" fmla="*/ 26208 w 188420"/>
              <a:gd name="connsiteY35" fmla="*/ 147996 h 179805"/>
              <a:gd name="connsiteX36" fmla="*/ 25180 w 188420"/>
              <a:gd name="connsiteY36" fmla="*/ 140053 h 179805"/>
              <a:gd name="connsiteX37" fmla="*/ 20974 w 188420"/>
              <a:gd name="connsiteY37" fmla="*/ 133239 h 179805"/>
              <a:gd name="connsiteX38" fmla="*/ 18081 w 188420"/>
              <a:gd name="connsiteY38" fmla="*/ 130067 h 179805"/>
              <a:gd name="connsiteX39" fmla="*/ 0 w 188420"/>
              <a:gd name="connsiteY39" fmla="*/ 81839 h 179805"/>
              <a:gd name="connsiteX40" fmla="*/ 94211 w 188420"/>
              <a:gd name="connsiteY40" fmla="*/ 0 h 179805"/>
              <a:gd name="connsiteX41" fmla="*/ 188421 w 188420"/>
              <a:gd name="connsiteY41" fmla="*/ 81839 h 179805"/>
              <a:gd name="connsiteX42" fmla="*/ 94211 w 188420"/>
              <a:gd name="connsiteY42" fmla="*/ 163678 h 179805"/>
              <a:gd name="connsiteX43" fmla="*/ 79942 w 188420"/>
              <a:gd name="connsiteY43" fmla="*/ 162746 h 179805"/>
              <a:gd name="connsiteX44" fmla="*/ 74531 w 188420"/>
              <a:gd name="connsiteY44" fmla="*/ 161946 h 179805"/>
              <a:gd name="connsiteX45" fmla="*/ 61652 w 188420"/>
              <a:gd name="connsiteY45" fmla="*/ 164497 h 179805"/>
              <a:gd name="connsiteX46" fmla="*/ 38940 w 188420"/>
              <a:gd name="connsiteY46" fmla="*/ 178352 h 179805"/>
              <a:gd name="connsiteX47" fmla="*/ 38947 w 188420"/>
              <a:gd name="connsiteY47" fmla="*/ 178352 h 17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8420" h="179805">
                <a:moveTo>
                  <a:pt x="62490" y="79092"/>
                </a:moveTo>
                <a:cubicBezTo>
                  <a:pt x="60885" y="79105"/>
                  <a:pt x="59286" y="78794"/>
                  <a:pt x="57801" y="78185"/>
                </a:cubicBezTo>
                <a:cubicBezTo>
                  <a:pt x="56311" y="77576"/>
                  <a:pt x="54959" y="76675"/>
                  <a:pt x="53817" y="75533"/>
                </a:cubicBezTo>
                <a:cubicBezTo>
                  <a:pt x="52682" y="74398"/>
                  <a:pt x="51781" y="73046"/>
                  <a:pt x="51172" y="71555"/>
                </a:cubicBezTo>
                <a:cubicBezTo>
                  <a:pt x="50563" y="70064"/>
                  <a:pt x="50252" y="68472"/>
                  <a:pt x="50265" y="66861"/>
                </a:cubicBezTo>
                <a:cubicBezTo>
                  <a:pt x="50265" y="60028"/>
                  <a:pt x="55657" y="54623"/>
                  <a:pt x="62490" y="54623"/>
                </a:cubicBezTo>
                <a:cubicBezTo>
                  <a:pt x="69316" y="54623"/>
                  <a:pt x="74721" y="60028"/>
                  <a:pt x="74721" y="66861"/>
                </a:cubicBezTo>
                <a:cubicBezTo>
                  <a:pt x="74721" y="73687"/>
                  <a:pt x="69316" y="79092"/>
                  <a:pt x="62490" y="79092"/>
                </a:cubicBezTo>
                <a:close/>
                <a:moveTo>
                  <a:pt x="125925" y="79092"/>
                </a:moveTo>
                <a:cubicBezTo>
                  <a:pt x="124320" y="79105"/>
                  <a:pt x="122721" y="78794"/>
                  <a:pt x="121237" y="78185"/>
                </a:cubicBezTo>
                <a:cubicBezTo>
                  <a:pt x="119745" y="77576"/>
                  <a:pt x="118394" y="76675"/>
                  <a:pt x="117252" y="75533"/>
                </a:cubicBezTo>
                <a:cubicBezTo>
                  <a:pt x="116117" y="74398"/>
                  <a:pt x="115216" y="73046"/>
                  <a:pt x="114607" y="71555"/>
                </a:cubicBezTo>
                <a:cubicBezTo>
                  <a:pt x="113998" y="70064"/>
                  <a:pt x="113687" y="68472"/>
                  <a:pt x="113700" y="66861"/>
                </a:cubicBezTo>
                <a:cubicBezTo>
                  <a:pt x="113700" y="60028"/>
                  <a:pt x="119105" y="54623"/>
                  <a:pt x="125925" y="54623"/>
                </a:cubicBezTo>
                <a:cubicBezTo>
                  <a:pt x="132757" y="54623"/>
                  <a:pt x="138156" y="60028"/>
                  <a:pt x="138156" y="66861"/>
                </a:cubicBezTo>
                <a:cubicBezTo>
                  <a:pt x="138156" y="73687"/>
                  <a:pt x="132757" y="79092"/>
                  <a:pt x="125925" y="79092"/>
                </a:cubicBezTo>
                <a:close/>
                <a:moveTo>
                  <a:pt x="44942" y="152405"/>
                </a:moveTo>
                <a:lnTo>
                  <a:pt x="51749" y="148256"/>
                </a:lnTo>
                <a:cubicBezTo>
                  <a:pt x="59451" y="143555"/>
                  <a:pt x="68574" y="141747"/>
                  <a:pt x="77487" y="143155"/>
                </a:cubicBezTo>
                <a:cubicBezTo>
                  <a:pt x="79505" y="143466"/>
                  <a:pt x="81161" y="143713"/>
                  <a:pt x="82436" y="143878"/>
                </a:cubicBezTo>
                <a:cubicBezTo>
                  <a:pt x="86299" y="144392"/>
                  <a:pt x="90239" y="144646"/>
                  <a:pt x="94211" y="144646"/>
                </a:cubicBezTo>
                <a:cubicBezTo>
                  <a:pt x="136272" y="144646"/>
                  <a:pt x="169388" y="115888"/>
                  <a:pt x="169388" y="81839"/>
                </a:cubicBezTo>
                <a:cubicBezTo>
                  <a:pt x="169388" y="47790"/>
                  <a:pt x="136272" y="19032"/>
                  <a:pt x="94211" y="19032"/>
                </a:cubicBezTo>
                <a:cubicBezTo>
                  <a:pt x="52149" y="19032"/>
                  <a:pt x="19032" y="47790"/>
                  <a:pt x="19032" y="81839"/>
                </a:cubicBezTo>
                <a:cubicBezTo>
                  <a:pt x="19032" y="94838"/>
                  <a:pt x="23790" y="107279"/>
                  <a:pt x="32660" y="117823"/>
                </a:cubicBezTo>
                <a:cubicBezTo>
                  <a:pt x="33117" y="118362"/>
                  <a:pt x="33802" y="119124"/>
                  <a:pt x="34696" y="120056"/>
                </a:cubicBezTo>
                <a:cubicBezTo>
                  <a:pt x="38433" y="123951"/>
                  <a:pt x="41307" y="128602"/>
                  <a:pt x="43109" y="133690"/>
                </a:cubicBezTo>
                <a:cubicBezTo>
                  <a:pt x="44917" y="138778"/>
                  <a:pt x="45621" y="144195"/>
                  <a:pt x="45171" y="149575"/>
                </a:cubicBezTo>
                <a:lnTo>
                  <a:pt x="44935" y="152405"/>
                </a:lnTo>
                <a:lnTo>
                  <a:pt x="44942" y="152405"/>
                </a:lnTo>
                <a:close/>
                <a:moveTo>
                  <a:pt x="38947" y="178352"/>
                </a:moveTo>
                <a:cubicBezTo>
                  <a:pt x="37449" y="179291"/>
                  <a:pt x="35724" y="179793"/>
                  <a:pt x="33960" y="179805"/>
                </a:cubicBezTo>
                <a:cubicBezTo>
                  <a:pt x="32190" y="179811"/>
                  <a:pt x="30458" y="179336"/>
                  <a:pt x="28955" y="178416"/>
                </a:cubicBezTo>
                <a:cubicBezTo>
                  <a:pt x="27445" y="177496"/>
                  <a:pt x="26221" y="176176"/>
                  <a:pt x="25421" y="174603"/>
                </a:cubicBezTo>
                <a:cubicBezTo>
                  <a:pt x="24622" y="173030"/>
                  <a:pt x="24273" y="171266"/>
                  <a:pt x="24419" y="169502"/>
                </a:cubicBezTo>
                <a:lnTo>
                  <a:pt x="26208" y="147996"/>
                </a:lnTo>
                <a:cubicBezTo>
                  <a:pt x="26430" y="145306"/>
                  <a:pt x="26081" y="142597"/>
                  <a:pt x="25180" y="140053"/>
                </a:cubicBezTo>
                <a:cubicBezTo>
                  <a:pt x="24273" y="137509"/>
                  <a:pt x="22845" y="135187"/>
                  <a:pt x="20974" y="133239"/>
                </a:cubicBezTo>
                <a:cubicBezTo>
                  <a:pt x="19978" y="132212"/>
                  <a:pt x="19007" y="131158"/>
                  <a:pt x="18081" y="130067"/>
                </a:cubicBezTo>
                <a:cubicBezTo>
                  <a:pt x="6719" y="116548"/>
                  <a:pt x="0" y="99875"/>
                  <a:pt x="0" y="81839"/>
                </a:cubicBezTo>
                <a:cubicBezTo>
                  <a:pt x="0" y="36637"/>
                  <a:pt x="42176" y="0"/>
                  <a:pt x="94211" y="0"/>
                </a:cubicBezTo>
                <a:cubicBezTo>
                  <a:pt x="146245" y="0"/>
                  <a:pt x="188421" y="36637"/>
                  <a:pt x="188421" y="81839"/>
                </a:cubicBezTo>
                <a:cubicBezTo>
                  <a:pt x="188421" y="127041"/>
                  <a:pt x="146245" y="163678"/>
                  <a:pt x="94211" y="163678"/>
                </a:cubicBezTo>
                <a:cubicBezTo>
                  <a:pt x="89357" y="163678"/>
                  <a:pt x="84599" y="163367"/>
                  <a:pt x="79942" y="162746"/>
                </a:cubicBezTo>
                <a:cubicBezTo>
                  <a:pt x="78135" y="162505"/>
                  <a:pt x="76333" y="162238"/>
                  <a:pt x="74531" y="161946"/>
                </a:cubicBezTo>
                <a:cubicBezTo>
                  <a:pt x="70071" y="161242"/>
                  <a:pt x="65510" y="162149"/>
                  <a:pt x="61652" y="164497"/>
                </a:cubicBezTo>
                <a:lnTo>
                  <a:pt x="38940" y="178352"/>
                </a:lnTo>
                <a:lnTo>
                  <a:pt x="38947" y="178352"/>
                </a:lnTo>
                <a:close/>
              </a:path>
            </a:pathLst>
          </a:custGeom>
          <a:solidFill>
            <a:schemeClr val="accent1">
              <a:lumMod val="100000"/>
            </a:schemeClr>
          </a:solidFill>
          <a:ln w="6340" cap="flat">
            <a:noFill/>
            <a:prstDash val="solid"/>
            <a:miter/>
          </a:ln>
        </p:spPr>
        <p:txBody>
          <a:bodyPr rtlCol="0" anchor="ctr"/>
          <a:lstStyle/>
          <a:p>
            <a:endParaRPr lang="en-US"/>
          </a:p>
        </p:txBody>
      </p:sp>
      <p:sp>
        <p:nvSpPr>
          <p:cNvPr id="18" name="任意多边形: 形状 17">
            <a:extLst>
              <a:ext uri="{FF2B5EF4-FFF2-40B4-BE49-F238E27FC236}">
                <a16:creationId xmlns:a16="http://schemas.microsoft.com/office/drawing/2014/main" id="{90154D49-DBFA-509A-4EDA-0217C0C55A6A}"/>
              </a:ext>
            </a:extLst>
          </p:cNvPr>
          <p:cNvSpPr/>
          <p:nvPr/>
        </p:nvSpPr>
        <p:spPr>
          <a:xfrm>
            <a:off x="6424084" y="2366001"/>
            <a:ext cx="477399" cy="477399"/>
          </a:xfrm>
          <a:custGeom>
            <a:avLst/>
            <a:gdLst>
              <a:gd name="connsiteX0" fmla="*/ 477400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400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400" y="238700"/>
                </a:moveTo>
                <a:cubicBezTo>
                  <a:pt x="477400" y="370530"/>
                  <a:pt x="370530" y="477399"/>
                  <a:pt x="238700" y="477399"/>
                </a:cubicBezTo>
                <a:cubicBezTo>
                  <a:pt x="106870" y="477399"/>
                  <a:pt x="1" y="370530"/>
                  <a:pt x="1" y="238700"/>
                </a:cubicBezTo>
                <a:cubicBezTo>
                  <a:pt x="1" y="106869"/>
                  <a:pt x="106870" y="0"/>
                  <a:pt x="238700" y="0"/>
                </a:cubicBezTo>
                <a:cubicBezTo>
                  <a:pt x="370531" y="0"/>
                  <a:pt x="477400" y="106869"/>
                  <a:pt x="477400"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9" name="任意多边形: 形状 18">
            <a:extLst>
              <a:ext uri="{FF2B5EF4-FFF2-40B4-BE49-F238E27FC236}">
                <a16:creationId xmlns:a16="http://schemas.microsoft.com/office/drawing/2014/main" id="{7B33D6DF-B5E0-43C8-494B-6AEE7C04BD9E}"/>
              </a:ext>
            </a:extLst>
          </p:cNvPr>
          <p:cNvSpPr/>
          <p:nvPr/>
        </p:nvSpPr>
        <p:spPr>
          <a:xfrm>
            <a:off x="6577138" y="2521529"/>
            <a:ext cx="180807" cy="190323"/>
          </a:xfrm>
          <a:custGeom>
            <a:avLst/>
            <a:gdLst>
              <a:gd name="connsiteX0" fmla="*/ 152259 w 180807"/>
              <a:gd name="connsiteY0" fmla="*/ 57097 h 190323"/>
              <a:gd name="connsiteX1" fmla="*/ 171291 w 180807"/>
              <a:gd name="connsiteY1" fmla="*/ 57097 h 190323"/>
              <a:gd name="connsiteX2" fmla="*/ 178017 w 180807"/>
              <a:gd name="connsiteY2" fmla="*/ 59888 h 190323"/>
              <a:gd name="connsiteX3" fmla="*/ 180808 w 180807"/>
              <a:gd name="connsiteY3" fmla="*/ 66613 h 190323"/>
              <a:gd name="connsiteX4" fmla="*/ 180808 w 180807"/>
              <a:gd name="connsiteY4" fmla="*/ 180808 h 190323"/>
              <a:gd name="connsiteX5" fmla="*/ 178017 w 180807"/>
              <a:gd name="connsiteY5" fmla="*/ 187539 h 190323"/>
              <a:gd name="connsiteX6" fmla="*/ 171291 w 180807"/>
              <a:gd name="connsiteY6" fmla="*/ 190324 h 190323"/>
              <a:gd name="connsiteX7" fmla="*/ 95162 w 180807"/>
              <a:gd name="connsiteY7" fmla="*/ 190324 h 190323"/>
              <a:gd name="connsiteX8" fmla="*/ 88438 w 180807"/>
              <a:gd name="connsiteY8" fmla="*/ 187539 h 190323"/>
              <a:gd name="connsiteX9" fmla="*/ 85646 w 180807"/>
              <a:gd name="connsiteY9" fmla="*/ 180808 h 190323"/>
              <a:gd name="connsiteX10" fmla="*/ 85646 w 180807"/>
              <a:gd name="connsiteY10" fmla="*/ 171291 h 190323"/>
              <a:gd name="connsiteX11" fmla="*/ 9516 w 180807"/>
              <a:gd name="connsiteY11" fmla="*/ 171291 h 190323"/>
              <a:gd name="connsiteX12" fmla="*/ 2792 w 180807"/>
              <a:gd name="connsiteY12" fmla="*/ 168506 h 190323"/>
              <a:gd name="connsiteX13" fmla="*/ 0 w 180807"/>
              <a:gd name="connsiteY13" fmla="*/ 161775 h 190323"/>
              <a:gd name="connsiteX14" fmla="*/ 0 w 180807"/>
              <a:gd name="connsiteY14" fmla="*/ 9516 h 190323"/>
              <a:gd name="connsiteX15" fmla="*/ 2792 w 180807"/>
              <a:gd name="connsiteY15" fmla="*/ 2791 h 190323"/>
              <a:gd name="connsiteX16" fmla="*/ 9516 w 180807"/>
              <a:gd name="connsiteY16" fmla="*/ 0 h 190323"/>
              <a:gd name="connsiteX17" fmla="*/ 142743 w 180807"/>
              <a:gd name="connsiteY17" fmla="*/ 0 h 190323"/>
              <a:gd name="connsiteX18" fmla="*/ 149468 w 180807"/>
              <a:gd name="connsiteY18" fmla="*/ 2791 h 190323"/>
              <a:gd name="connsiteX19" fmla="*/ 152259 w 180807"/>
              <a:gd name="connsiteY19" fmla="*/ 9516 h 190323"/>
              <a:gd name="connsiteX20" fmla="*/ 152259 w 180807"/>
              <a:gd name="connsiteY20" fmla="*/ 57097 h 190323"/>
              <a:gd name="connsiteX21" fmla="*/ 133227 w 180807"/>
              <a:gd name="connsiteY21" fmla="*/ 57097 h 190323"/>
              <a:gd name="connsiteX22" fmla="*/ 133227 w 180807"/>
              <a:gd name="connsiteY22" fmla="*/ 19032 h 190323"/>
              <a:gd name="connsiteX23" fmla="*/ 19032 w 180807"/>
              <a:gd name="connsiteY23" fmla="*/ 19032 h 190323"/>
              <a:gd name="connsiteX24" fmla="*/ 19032 w 180807"/>
              <a:gd name="connsiteY24" fmla="*/ 152259 h 190323"/>
              <a:gd name="connsiteX25" fmla="*/ 85646 w 180807"/>
              <a:gd name="connsiteY25" fmla="*/ 152259 h 190323"/>
              <a:gd name="connsiteX26" fmla="*/ 85646 w 180807"/>
              <a:gd name="connsiteY26" fmla="*/ 66613 h 190323"/>
              <a:gd name="connsiteX27" fmla="*/ 88438 w 180807"/>
              <a:gd name="connsiteY27" fmla="*/ 59888 h 190323"/>
              <a:gd name="connsiteX28" fmla="*/ 95162 w 180807"/>
              <a:gd name="connsiteY28" fmla="*/ 57097 h 190323"/>
              <a:gd name="connsiteX29" fmla="*/ 133227 w 180807"/>
              <a:gd name="connsiteY29" fmla="*/ 57097 h 190323"/>
              <a:gd name="connsiteX30" fmla="*/ 104678 w 180807"/>
              <a:gd name="connsiteY30" fmla="*/ 76130 h 190323"/>
              <a:gd name="connsiteX31" fmla="*/ 104678 w 180807"/>
              <a:gd name="connsiteY31" fmla="*/ 171291 h 190323"/>
              <a:gd name="connsiteX32" fmla="*/ 161775 w 180807"/>
              <a:gd name="connsiteY32" fmla="*/ 171291 h 190323"/>
              <a:gd name="connsiteX33" fmla="*/ 161775 w 180807"/>
              <a:gd name="connsiteY33" fmla="*/ 76130 h 190323"/>
              <a:gd name="connsiteX34" fmla="*/ 104678 w 180807"/>
              <a:gd name="connsiteY34" fmla="*/ 76130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807" h="190323">
                <a:moveTo>
                  <a:pt x="152259" y="57097"/>
                </a:moveTo>
                <a:lnTo>
                  <a:pt x="171291" y="57097"/>
                </a:lnTo>
                <a:cubicBezTo>
                  <a:pt x="173829" y="57097"/>
                  <a:pt x="176240" y="58106"/>
                  <a:pt x="178017" y="59888"/>
                </a:cubicBezTo>
                <a:cubicBezTo>
                  <a:pt x="179793" y="61671"/>
                  <a:pt x="180808" y="64095"/>
                  <a:pt x="180808" y="66613"/>
                </a:cubicBezTo>
                <a:lnTo>
                  <a:pt x="180808" y="180808"/>
                </a:lnTo>
                <a:cubicBezTo>
                  <a:pt x="180808" y="183332"/>
                  <a:pt x="179793" y="185756"/>
                  <a:pt x="178017" y="187539"/>
                </a:cubicBezTo>
                <a:cubicBezTo>
                  <a:pt x="176240" y="189321"/>
                  <a:pt x="173829" y="190324"/>
                  <a:pt x="171291" y="190324"/>
                </a:cubicBezTo>
                <a:lnTo>
                  <a:pt x="95162" y="190324"/>
                </a:lnTo>
                <a:cubicBezTo>
                  <a:pt x="92624" y="190324"/>
                  <a:pt x="90214" y="189321"/>
                  <a:pt x="88438" y="187539"/>
                </a:cubicBezTo>
                <a:cubicBezTo>
                  <a:pt x="86661" y="185756"/>
                  <a:pt x="85646" y="183332"/>
                  <a:pt x="85646" y="180808"/>
                </a:cubicBezTo>
                <a:lnTo>
                  <a:pt x="85646" y="171291"/>
                </a:lnTo>
                <a:lnTo>
                  <a:pt x="9516" y="171291"/>
                </a:lnTo>
                <a:cubicBezTo>
                  <a:pt x="6978" y="171291"/>
                  <a:pt x="4568" y="170289"/>
                  <a:pt x="2792" y="168506"/>
                </a:cubicBezTo>
                <a:cubicBezTo>
                  <a:pt x="1015" y="166724"/>
                  <a:pt x="0" y="164300"/>
                  <a:pt x="0" y="161775"/>
                </a:cubicBezTo>
                <a:lnTo>
                  <a:pt x="0" y="9516"/>
                </a:lnTo>
                <a:cubicBezTo>
                  <a:pt x="0" y="6998"/>
                  <a:pt x="1015" y="4574"/>
                  <a:pt x="2792" y="2791"/>
                </a:cubicBezTo>
                <a:cubicBezTo>
                  <a:pt x="4568" y="1009"/>
                  <a:pt x="6978" y="0"/>
                  <a:pt x="9516" y="0"/>
                </a:cubicBezTo>
                <a:lnTo>
                  <a:pt x="142743" y="0"/>
                </a:lnTo>
                <a:cubicBezTo>
                  <a:pt x="145281" y="0"/>
                  <a:pt x="147691" y="1009"/>
                  <a:pt x="149468" y="2791"/>
                </a:cubicBezTo>
                <a:cubicBezTo>
                  <a:pt x="151245" y="4574"/>
                  <a:pt x="152259" y="6998"/>
                  <a:pt x="152259" y="9516"/>
                </a:cubicBezTo>
                <a:lnTo>
                  <a:pt x="152259" y="57097"/>
                </a:lnTo>
                <a:close/>
                <a:moveTo>
                  <a:pt x="133227" y="57097"/>
                </a:moveTo>
                <a:lnTo>
                  <a:pt x="133227" y="19032"/>
                </a:lnTo>
                <a:lnTo>
                  <a:pt x="19032" y="19032"/>
                </a:lnTo>
                <a:lnTo>
                  <a:pt x="19032" y="152259"/>
                </a:lnTo>
                <a:lnTo>
                  <a:pt x="85646" y="152259"/>
                </a:lnTo>
                <a:lnTo>
                  <a:pt x="85646" y="66613"/>
                </a:lnTo>
                <a:cubicBezTo>
                  <a:pt x="85646" y="64095"/>
                  <a:pt x="86661" y="61671"/>
                  <a:pt x="88438" y="59888"/>
                </a:cubicBezTo>
                <a:cubicBezTo>
                  <a:pt x="90214" y="58106"/>
                  <a:pt x="92624" y="57097"/>
                  <a:pt x="95162" y="57097"/>
                </a:cubicBezTo>
                <a:lnTo>
                  <a:pt x="133227" y="57097"/>
                </a:lnTo>
                <a:close/>
                <a:moveTo>
                  <a:pt x="104678" y="76130"/>
                </a:moveTo>
                <a:lnTo>
                  <a:pt x="104678" y="171291"/>
                </a:lnTo>
                <a:lnTo>
                  <a:pt x="161775" y="171291"/>
                </a:lnTo>
                <a:lnTo>
                  <a:pt x="161775" y="76130"/>
                </a:lnTo>
                <a:lnTo>
                  <a:pt x="104678" y="76130"/>
                </a:lnTo>
                <a:close/>
              </a:path>
            </a:pathLst>
          </a:custGeom>
          <a:solidFill>
            <a:schemeClr val="accent1">
              <a:lumMod val="100000"/>
            </a:schemeClr>
          </a:solidFill>
          <a:ln w="6340" cap="flat">
            <a:noFill/>
            <a:prstDash val="solid"/>
            <a:miter/>
          </a:ln>
        </p:spPr>
        <p:txBody>
          <a:bodyPr rtlCol="0" anchor="ctr"/>
          <a:lstStyle/>
          <a:p>
            <a:endParaRPr lang="en-US"/>
          </a:p>
        </p:txBody>
      </p:sp>
      <p:sp>
        <p:nvSpPr>
          <p:cNvPr id="20" name="任意多边形: 形状 19">
            <a:extLst>
              <a:ext uri="{FF2B5EF4-FFF2-40B4-BE49-F238E27FC236}">
                <a16:creationId xmlns:a16="http://schemas.microsoft.com/office/drawing/2014/main" id="{57E1AEFD-6CBD-3431-6EBC-95A50749177B}"/>
              </a:ext>
            </a:extLst>
          </p:cNvPr>
          <p:cNvSpPr/>
          <p:nvPr/>
        </p:nvSpPr>
        <p:spPr>
          <a:xfrm>
            <a:off x="8075904" y="2366001"/>
            <a:ext cx="477399" cy="477399"/>
          </a:xfrm>
          <a:custGeom>
            <a:avLst/>
            <a:gdLst>
              <a:gd name="connsiteX0" fmla="*/ 477399 w 477399"/>
              <a:gd name="connsiteY0" fmla="*/ 238700 h 477399"/>
              <a:gd name="connsiteX1" fmla="*/ 238700 w 477399"/>
              <a:gd name="connsiteY1" fmla="*/ 477399 h 477399"/>
              <a:gd name="connsiteX2" fmla="*/ 1 w 477399"/>
              <a:gd name="connsiteY2" fmla="*/ 238700 h 477399"/>
              <a:gd name="connsiteX3" fmla="*/ 238700 w 477399"/>
              <a:gd name="connsiteY3" fmla="*/ 0 h 477399"/>
              <a:gd name="connsiteX4" fmla="*/ 477399 w 477399"/>
              <a:gd name="connsiteY4" fmla="*/ 238700 h 477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99" h="477399">
                <a:moveTo>
                  <a:pt x="477399" y="238700"/>
                </a:moveTo>
                <a:cubicBezTo>
                  <a:pt x="477399" y="370530"/>
                  <a:pt x="370530" y="477399"/>
                  <a:pt x="238700" y="477399"/>
                </a:cubicBezTo>
                <a:cubicBezTo>
                  <a:pt x="106870" y="477399"/>
                  <a:pt x="1" y="370530"/>
                  <a:pt x="1" y="238700"/>
                </a:cubicBezTo>
                <a:cubicBezTo>
                  <a:pt x="1" y="106869"/>
                  <a:pt x="106871" y="0"/>
                  <a:pt x="238700" y="0"/>
                </a:cubicBezTo>
                <a:cubicBezTo>
                  <a:pt x="370531" y="0"/>
                  <a:pt x="477399" y="106869"/>
                  <a:pt x="477399" y="238700"/>
                </a:cubicBez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1" name="任意多边形: 形状 20">
            <a:extLst>
              <a:ext uri="{FF2B5EF4-FFF2-40B4-BE49-F238E27FC236}">
                <a16:creationId xmlns:a16="http://schemas.microsoft.com/office/drawing/2014/main" id="{4E580B2B-7967-07CB-DB28-B93C0022C726}"/>
              </a:ext>
            </a:extLst>
          </p:cNvPr>
          <p:cNvSpPr/>
          <p:nvPr/>
        </p:nvSpPr>
        <p:spPr>
          <a:xfrm>
            <a:off x="8220838" y="2519049"/>
            <a:ext cx="190323" cy="171291"/>
          </a:xfrm>
          <a:custGeom>
            <a:avLst/>
            <a:gdLst>
              <a:gd name="connsiteX0" fmla="*/ 9516 w 190323"/>
              <a:gd name="connsiteY0" fmla="*/ 0 h 171291"/>
              <a:gd name="connsiteX1" fmla="*/ 180808 w 190323"/>
              <a:gd name="connsiteY1" fmla="*/ 0 h 171291"/>
              <a:gd name="connsiteX2" fmla="*/ 187532 w 190323"/>
              <a:gd name="connsiteY2" fmla="*/ 2791 h 171291"/>
              <a:gd name="connsiteX3" fmla="*/ 190324 w 190323"/>
              <a:gd name="connsiteY3" fmla="*/ 9516 h 171291"/>
              <a:gd name="connsiteX4" fmla="*/ 190324 w 190323"/>
              <a:gd name="connsiteY4" fmla="*/ 161775 h 171291"/>
              <a:gd name="connsiteX5" fmla="*/ 187532 w 190323"/>
              <a:gd name="connsiteY5" fmla="*/ 168506 h 171291"/>
              <a:gd name="connsiteX6" fmla="*/ 180808 w 190323"/>
              <a:gd name="connsiteY6" fmla="*/ 171291 h 171291"/>
              <a:gd name="connsiteX7" fmla="*/ 9516 w 190323"/>
              <a:gd name="connsiteY7" fmla="*/ 171291 h 171291"/>
              <a:gd name="connsiteX8" fmla="*/ 2791 w 190323"/>
              <a:gd name="connsiteY8" fmla="*/ 168506 h 171291"/>
              <a:gd name="connsiteX9" fmla="*/ 0 w 190323"/>
              <a:gd name="connsiteY9" fmla="*/ 161775 h 171291"/>
              <a:gd name="connsiteX10" fmla="*/ 0 w 190323"/>
              <a:gd name="connsiteY10" fmla="*/ 9516 h 171291"/>
              <a:gd name="connsiteX11" fmla="*/ 2791 w 190323"/>
              <a:gd name="connsiteY11" fmla="*/ 2791 h 171291"/>
              <a:gd name="connsiteX12" fmla="*/ 9516 w 190323"/>
              <a:gd name="connsiteY12" fmla="*/ 0 h 171291"/>
              <a:gd name="connsiteX13" fmla="*/ 171291 w 190323"/>
              <a:gd name="connsiteY13" fmla="*/ 40330 h 171291"/>
              <a:gd name="connsiteX14" fmla="*/ 95860 w 190323"/>
              <a:gd name="connsiteY14" fmla="*/ 107895 h 171291"/>
              <a:gd name="connsiteX15" fmla="*/ 19032 w 190323"/>
              <a:gd name="connsiteY15" fmla="*/ 40120 h 171291"/>
              <a:gd name="connsiteX16" fmla="*/ 19032 w 190323"/>
              <a:gd name="connsiteY16" fmla="*/ 152259 h 171291"/>
              <a:gd name="connsiteX17" fmla="*/ 171291 w 190323"/>
              <a:gd name="connsiteY17" fmla="*/ 152259 h 171291"/>
              <a:gd name="connsiteX18" fmla="*/ 171291 w 190323"/>
              <a:gd name="connsiteY18" fmla="*/ 40330 h 171291"/>
              <a:gd name="connsiteX19" fmla="*/ 23917 w 190323"/>
              <a:gd name="connsiteY19" fmla="*/ 19032 h 171291"/>
              <a:gd name="connsiteX20" fmla="*/ 95733 w 190323"/>
              <a:gd name="connsiteY20" fmla="*/ 82429 h 171291"/>
              <a:gd name="connsiteX21" fmla="*/ 166533 w 190323"/>
              <a:gd name="connsiteY21" fmla="*/ 19032 h 171291"/>
              <a:gd name="connsiteX22" fmla="*/ 23917 w 190323"/>
              <a:gd name="connsiteY22" fmla="*/ 19032 h 17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323" h="171291">
                <a:moveTo>
                  <a:pt x="9516" y="0"/>
                </a:moveTo>
                <a:lnTo>
                  <a:pt x="180808" y="0"/>
                </a:lnTo>
                <a:cubicBezTo>
                  <a:pt x="183345" y="0"/>
                  <a:pt x="185755" y="1002"/>
                  <a:pt x="187532" y="2791"/>
                </a:cubicBezTo>
                <a:cubicBezTo>
                  <a:pt x="189309" y="4574"/>
                  <a:pt x="190324" y="6998"/>
                  <a:pt x="190324" y="9516"/>
                </a:cubicBezTo>
                <a:lnTo>
                  <a:pt x="190324" y="161775"/>
                </a:lnTo>
                <a:cubicBezTo>
                  <a:pt x="190324" y="164300"/>
                  <a:pt x="189309" y="166724"/>
                  <a:pt x="187532" y="168506"/>
                </a:cubicBezTo>
                <a:cubicBezTo>
                  <a:pt x="185755" y="170289"/>
                  <a:pt x="183345" y="171291"/>
                  <a:pt x="180808" y="171291"/>
                </a:cubicBezTo>
                <a:lnTo>
                  <a:pt x="9516" y="171291"/>
                </a:lnTo>
                <a:cubicBezTo>
                  <a:pt x="6978" y="171291"/>
                  <a:pt x="4568" y="170289"/>
                  <a:pt x="2791" y="168506"/>
                </a:cubicBezTo>
                <a:cubicBezTo>
                  <a:pt x="1015" y="166724"/>
                  <a:pt x="0" y="164300"/>
                  <a:pt x="0" y="161775"/>
                </a:cubicBezTo>
                <a:lnTo>
                  <a:pt x="0" y="9516"/>
                </a:lnTo>
                <a:cubicBezTo>
                  <a:pt x="0" y="6998"/>
                  <a:pt x="1015" y="4574"/>
                  <a:pt x="2791" y="2791"/>
                </a:cubicBezTo>
                <a:cubicBezTo>
                  <a:pt x="4568" y="1002"/>
                  <a:pt x="6978" y="0"/>
                  <a:pt x="9516" y="0"/>
                </a:cubicBezTo>
                <a:close/>
                <a:moveTo>
                  <a:pt x="171291" y="40330"/>
                </a:moveTo>
                <a:lnTo>
                  <a:pt x="95860" y="107895"/>
                </a:lnTo>
                <a:lnTo>
                  <a:pt x="19032" y="40120"/>
                </a:lnTo>
                <a:lnTo>
                  <a:pt x="19032" y="152259"/>
                </a:lnTo>
                <a:lnTo>
                  <a:pt x="171291" y="152259"/>
                </a:lnTo>
                <a:lnTo>
                  <a:pt x="171291" y="40330"/>
                </a:lnTo>
                <a:close/>
                <a:moveTo>
                  <a:pt x="23917" y="19032"/>
                </a:moveTo>
                <a:lnTo>
                  <a:pt x="95733" y="82429"/>
                </a:lnTo>
                <a:lnTo>
                  <a:pt x="166533" y="19032"/>
                </a:lnTo>
                <a:lnTo>
                  <a:pt x="23917" y="19032"/>
                </a:lnTo>
                <a:close/>
              </a:path>
            </a:pathLst>
          </a:custGeom>
          <a:solidFill>
            <a:schemeClr val="accent1">
              <a:lumMod val="100000"/>
            </a:schemeClr>
          </a:solidFill>
          <a:ln w="6340" cap="flat">
            <a:noFill/>
            <a:prstDash val="solid"/>
            <a:miter/>
          </a:ln>
        </p:spPr>
        <p:txBody>
          <a:bodyPr rtlCol="0" anchor="ctr"/>
          <a:lstStyle/>
          <a:p>
            <a:endParaRPr lang="en-US"/>
          </a:p>
        </p:txBody>
      </p:sp>
      <p:sp>
        <p:nvSpPr>
          <p:cNvPr id="24" name="任意多边形: 形状 23">
            <a:extLst>
              <a:ext uri="{FF2B5EF4-FFF2-40B4-BE49-F238E27FC236}">
                <a16:creationId xmlns:a16="http://schemas.microsoft.com/office/drawing/2014/main" id="{CD73E9C1-0D4A-EF41-9AED-8DCE80C34B29}"/>
              </a:ext>
            </a:extLst>
          </p:cNvPr>
          <p:cNvSpPr/>
          <p:nvPr/>
        </p:nvSpPr>
        <p:spPr>
          <a:xfrm>
            <a:off x="2769057" y="3041894"/>
            <a:ext cx="6280215" cy="373044"/>
          </a:xfrm>
          <a:custGeom>
            <a:avLst/>
            <a:gdLst>
              <a:gd name="connsiteX0" fmla="*/ 0 w 6280215"/>
              <a:gd name="connsiteY0" fmla="*/ 0 h 373044"/>
              <a:gd name="connsiteX1" fmla="*/ 6280216 w 6280215"/>
              <a:gd name="connsiteY1" fmla="*/ 0 h 373044"/>
              <a:gd name="connsiteX2" fmla="*/ 6280216 w 6280215"/>
              <a:gd name="connsiteY2" fmla="*/ 373044 h 373044"/>
              <a:gd name="connsiteX3" fmla="*/ 0 w 6280215"/>
              <a:gd name="connsiteY3" fmla="*/ 373044 h 373044"/>
            </a:gdLst>
            <a:ahLst/>
            <a:cxnLst>
              <a:cxn ang="0">
                <a:pos x="connsiteX0" y="connsiteY0"/>
              </a:cxn>
              <a:cxn ang="0">
                <a:pos x="connsiteX1" y="connsiteY1"/>
              </a:cxn>
              <a:cxn ang="0">
                <a:pos x="connsiteX2" y="connsiteY2"/>
              </a:cxn>
              <a:cxn ang="0">
                <a:pos x="connsiteX3" y="connsiteY3"/>
              </a:cxn>
            </a:cxnLst>
            <a:rect l="l" t="t" r="r" b="b"/>
            <a:pathLst>
              <a:path w="6280215" h="373044">
                <a:moveTo>
                  <a:pt x="0" y="0"/>
                </a:moveTo>
                <a:lnTo>
                  <a:pt x="6280216" y="0"/>
                </a:lnTo>
                <a:lnTo>
                  <a:pt x="6280216" y="373044"/>
                </a:lnTo>
                <a:lnTo>
                  <a:pt x="0" y="373044"/>
                </a:lnTo>
                <a:close/>
              </a:path>
            </a:pathLst>
          </a:custGeom>
          <a:solidFill>
            <a:schemeClr val="accent1">
              <a:lumMod val="100000"/>
            </a:schemeClr>
          </a:solidFill>
          <a:ln w="6350" cap="flat">
            <a:noFill/>
            <a:prstDash val="solid"/>
            <a:miter/>
          </a:ln>
        </p:spPr>
        <p:txBody>
          <a:bodyPr rtlCol="0" anchor="ctr"/>
          <a:lstStyle/>
          <a:p>
            <a:endParaRPr lang="en-US">
              <a:solidFill>
                <a:schemeClr val="tx1"/>
              </a:solidFill>
            </a:endParaRPr>
          </a:p>
        </p:txBody>
      </p:sp>
      <p:sp>
        <p:nvSpPr>
          <p:cNvPr id="30" name="任意多边形: 形状 29">
            <a:extLst>
              <a:ext uri="{FF2B5EF4-FFF2-40B4-BE49-F238E27FC236}">
                <a16:creationId xmlns:a16="http://schemas.microsoft.com/office/drawing/2014/main" id="{9CE328E2-C883-77A8-AA3B-9C03D1CA95DB}"/>
              </a:ext>
            </a:extLst>
          </p:cNvPr>
          <p:cNvSpPr/>
          <p:nvPr/>
        </p:nvSpPr>
        <p:spPr>
          <a:xfrm>
            <a:off x="9854992" y="2326619"/>
            <a:ext cx="1151186" cy="319092"/>
          </a:xfrm>
          <a:custGeom>
            <a:avLst/>
            <a:gdLst>
              <a:gd name="connsiteX0" fmla="*/ 0 w 1151186"/>
              <a:gd name="connsiteY0" fmla="*/ 0 h 319092"/>
              <a:gd name="connsiteX1" fmla="*/ 1151186 w 1151186"/>
              <a:gd name="connsiteY1" fmla="*/ 0 h 319092"/>
              <a:gd name="connsiteX2" fmla="*/ 1151186 w 1151186"/>
              <a:gd name="connsiteY2" fmla="*/ 319092 h 319092"/>
              <a:gd name="connsiteX3" fmla="*/ 0 w 1151186"/>
              <a:gd name="connsiteY3" fmla="*/ 319092 h 319092"/>
            </a:gdLst>
            <a:ahLst/>
            <a:cxnLst>
              <a:cxn ang="0">
                <a:pos x="connsiteX0" y="connsiteY0"/>
              </a:cxn>
              <a:cxn ang="0">
                <a:pos x="connsiteX1" y="connsiteY1"/>
              </a:cxn>
              <a:cxn ang="0">
                <a:pos x="connsiteX2" y="connsiteY2"/>
              </a:cxn>
              <a:cxn ang="0">
                <a:pos x="connsiteX3" y="connsiteY3"/>
              </a:cxn>
            </a:cxnLst>
            <a:rect l="l" t="t" r="r" b="b"/>
            <a:pathLst>
              <a:path w="1151186" h="319092">
                <a:moveTo>
                  <a:pt x="0" y="0"/>
                </a:moveTo>
                <a:lnTo>
                  <a:pt x="1151186" y="0"/>
                </a:lnTo>
                <a:lnTo>
                  <a:pt x="1151186" y="319092"/>
                </a:lnTo>
                <a:lnTo>
                  <a:pt x="0" y="319092"/>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2" name="任意多边形: 形状 31">
            <a:extLst>
              <a:ext uri="{FF2B5EF4-FFF2-40B4-BE49-F238E27FC236}">
                <a16:creationId xmlns:a16="http://schemas.microsoft.com/office/drawing/2014/main" id="{6B9DA4AD-4148-794F-FF0B-3B96C039E854}"/>
              </a:ext>
            </a:extLst>
          </p:cNvPr>
          <p:cNvSpPr/>
          <p:nvPr/>
        </p:nvSpPr>
        <p:spPr>
          <a:xfrm>
            <a:off x="9854992" y="2766337"/>
            <a:ext cx="1151186" cy="319092"/>
          </a:xfrm>
          <a:custGeom>
            <a:avLst/>
            <a:gdLst>
              <a:gd name="connsiteX0" fmla="*/ 0 w 1151186"/>
              <a:gd name="connsiteY0" fmla="*/ 0 h 319092"/>
              <a:gd name="connsiteX1" fmla="*/ 1151186 w 1151186"/>
              <a:gd name="connsiteY1" fmla="*/ 0 h 319092"/>
              <a:gd name="connsiteX2" fmla="*/ 1151186 w 1151186"/>
              <a:gd name="connsiteY2" fmla="*/ 319092 h 319092"/>
              <a:gd name="connsiteX3" fmla="*/ 0 w 1151186"/>
              <a:gd name="connsiteY3" fmla="*/ 319092 h 319092"/>
            </a:gdLst>
            <a:ahLst/>
            <a:cxnLst>
              <a:cxn ang="0">
                <a:pos x="connsiteX0" y="connsiteY0"/>
              </a:cxn>
              <a:cxn ang="0">
                <a:pos x="connsiteX1" y="connsiteY1"/>
              </a:cxn>
              <a:cxn ang="0">
                <a:pos x="connsiteX2" y="connsiteY2"/>
              </a:cxn>
              <a:cxn ang="0">
                <a:pos x="connsiteX3" y="connsiteY3"/>
              </a:cxn>
            </a:cxnLst>
            <a:rect l="l" t="t" r="r" b="b"/>
            <a:pathLst>
              <a:path w="1151186" h="319092">
                <a:moveTo>
                  <a:pt x="0" y="0"/>
                </a:moveTo>
                <a:lnTo>
                  <a:pt x="1151186" y="0"/>
                </a:lnTo>
                <a:lnTo>
                  <a:pt x="1151186" y="319092"/>
                </a:lnTo>
                <a:lnTo>
                  <a:pt x="0" y="319092"/>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4" name="任意多边形: 形状 33">
            <a:extLst>
              <a:ext uri="{FF2B5EF4-FFF2-40B4-BE49-F238E27FC236}">
                <a16:creationId xmlns:a16="http://schemas.microsoft.com/office/drawing/2014/main" id="{55387A1D-7C59-D9D1-0ABE-2CE6B62AED47}"/>
              </a:ext>
            </a:extLst>
          </p:cNvPr>
          <p:cNvSpPr/>
          <p:nvPr/>
        </p:nvSpPr>
        <p:spPr>
          <a:xfrm>
            <a:off x="9854992" y="3206048"/>
            <a:ext cx="1151186" cy="319092"/>
          </a:xfrm>
          <a:custGeom>
            <a:avLst/>
            <a:gdLst>
              <a:gd name="connsiteX0" fmla="*/ 0 w 1151186"/>
              <a:gd name="connsiteY0" fmla="*/ 0 h 319092"/>
              <a:gd name="connsiteX1" fmla="*/ 1151186 w 1151186"/>
              <a:gd name="connsiteY1" fmla="*/ 0 h 319092"/>
              <a:gd name="connsiteX2" fmla="*/ 1151186 w 1151186"/>
              <a:gd name="connsiteY2" fmla="*/ 319092 h 319092"/>
              <a:gd name="connsiteX3" fmla="*/ 0 w 1151186"/>
              <a:gd name="connsiteY3" fmla="*/ 319092 h 319092"/>
            </a:gdLst>
            <a:ahLst/>
            <a:cxnLst>
              <a:cxn ang="0">
                <a:pos x="connsiteX0" y="connsiteY0"/>
              </a:cxn>
              <a:cxn ang="0">
                <a:pos x="connsiteX1" y="connsiteY1"/>
              </a:cxn>
              <a:cxn ang="0">
                <a:pos x="connsiteX2" y="connsiteY2"/>
              </a:cxn>
              <a:cxn ang="0">
                <a:pos x="connsiteX3" y="connsiteY3"/>
              </a:cxn>
            </a:cxnLst>
            <a:rect l="l" t="t" r="r" b="b"/>
            <a:pathLst>
              <a:path w="1151186" h="319092">
                <a:moveTo>
                  <a:pt x="0" y="0"/>
                </a:moveTo>
                <a:lnTo>
                  <a:pt x="1151186" y="0"/>
                </a:lnTo>
                <a:lnTo>
                  <a:pt x="1151186" y="319092"/>
                </a:lnTo>
                <a:lnTo>
                  <a:pt x="0" y="319092"/>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6" name="矩形: 圆角 35">
            <a:extLst>
              <a:ext uri="{FF2B5EF4-FFF2-40B4-BE49-F238E27FC236}">
                <a16:creationId xmlns:a16="http://schemas.microsoft.com/office/drawing/2014/main" id="{A11426F4-6104-8FC6-A2A7-8FEC83E72AF6}"/>
              </a:ext>
            </a:extLst>
          </p:cNvPr>
          <p:cNvSpPr/>
          <p:nvPr/>
        </p:nvSpPr>
        <p:spPr>
          <a:xfrm>
            <a:off x="2579444" y="4088338"/>
            <a:ext cx="8795432" cy="462095"/>
          </a:xfrm>
          <a:prstGeom prst="roundRect">
            <a:avLst/>
          </a:prstGeom>
          <a:solidFill>
            <a:schemeClr val="bg1"/>
          </a:solidFill>
          <a:ln w="12680" cap="flat">
            <a:solidFill>
              <a:schemeClr val="accent1">
                <a:lumMod val="100000"/>
              </a:schemeClr>
            </a:solidFill>
            <a:custDash>
              <a:ds d="600000" sp="600000"/>
            </a:custDash>
            <a:miter/>
          </a:ln>
        </p:spPr>
        <p:txBody>
          <a:bodyPr rtlCol="0" anchor="ctr"/>
          <a:lstStyle/>
          <a:p>
            <a:endParaRPr lang="en-US"/>
          </a:p>
        </p:txBody>
      </p:sp>
      <p:sp>
        <p:nvSpPr>
          <p:cNvPr id="38" name="任意多边形: 形状 37">
            <a:extLst>
              <a:ext uri="{FF2B5EF4-FFF2-40B4-BE49-F238E27FC236}">
                <a16:creationId xmlns:a16="http://schemas.microsoft.com/office/drawing/2014/main" id="{FF26C272-746F-B055-19A1-C358CDACEA90}"/>
              </a:ext>
            </a:extLst>
          </p:cNvPr>
          <p:cNvSpPr/>
          <p:nvPr/>
        </p:nvSpPr>
        <p:spPr>
          <a:xfrm>
            <a:off x="2773403" y="5012873"/>
            <a:ext cx="8319052" cy="394879"/>
          </a:xfrm>
          <a:custGeom>
            <a:avLst/>
            <a:gdLst>
              <a:gd name="connsiteX0" fmla="*/ 0 w 8319052"/>
              <a:gd name="connsiteY0" fmla="*/ 0 h 285423"/>
              <a:gd name="connsiteX1" fmla="*/ 8319053 w 8319052"/>
              <a:gd name="connsiteY1" fmla="*/ 0 h 285423"/>
              <a:gd name="connsiteX2" fmla="*/ 8319053 w 8319052"/>
              <a:gd name="connsiteY2" fmla="*/ 285423 h 285423"/>
              <a:gd name="connsiteX3" fmla="*/ 0 w 8319052"/>
              <a:gd name="connsiteY3" fmla="*/ 285423 h 285423"/>
            </a:gdLst>
            <a:ahLst/>
            <a:cxnLst>
              <a:cxn ang="0">
                <a:pos x="connsiteX0" y="connsiteY0"/>
              </a:cxn>
              <a:cxn ang="0">
                <a:pos x="connsiteX1" y="connsiteY1"/>
              </a:cxn>
              <a:cxn ang="0">
                <a:pos x="connsiteX2" y="connsiteY2"/>
              </a:cxn>
              <a:cxn ang="0">
                <a:pos x="connsiteX3" y="connsiteY3"/>
              </a:cxn>
            </a:cxnLst>
            <a:rect l="l" t="t" r="r" b="b"/>
            <a:pathLst>
              <a:path w="8319052" h="285423">
                <a:moveTo>
                  <a:pt x="0" y="0"/>
                </a:moveTo>
                <a:lnTo>
                  <a:pt x="8319053" y="0"/>
                </a:lnTo>
                <a:lnTo>
                  <a:pt x="8319053" y="285423"/>
                </a:lnTo>
                <a:lnTo>
                  <a:pt x="0" y="285423"/>
                </a:lnTo>
                <a:close/>
              </a:path>
            </a:pathLst>
          </a:custGeom>
          <a:solidFill>
            <a:schemeClr val="accent1">
              <a:lumMod val="100000"/>
            </a:schemeClr>
          </a:solidFill>
          <a:ln w="6350" cap="flat">
            <a:noFill/>
            <a:prstDash val="solid"/>
            <a:miter/>
          </a:ln>
        </p:spPr>
        <p:txBody>
          <a:bodyPr rtlCol="0" anchor="ctr"/>
          <a:lstStyle/>
          <a:p>
            <a:endParaRPr lang="en-US">
              <a:solidFill>
                <a:schemeClr val="tx1"/>
              </a:solidFill>
            </a:endParaRPr>
          </a:p>
        </p:txBody>
      </p:sp>
      <p:sp>
        <p:nvSpPr>
          <p:cNvPr id="40" name="任意多边形: 形状 39">
            <a:extLst>
              <a:ext uri="{FF2B5EF4-FFF2-40B4-BE49-F238E27FC236}">
                <a16:creationId xmlns:a16="http://schemas.microsoft.com/office/drawing/2014/main" id="{D018C6F6-56A1-16D8-4A51-7C1495324037}"/>
              </a:ext>
            </a:extLst>
          </p:cNvPr>
          <p:cNvSpPr/>
          <p:nvPr/>
        </p:nvSpPr>
        <p:spPr>
          <a:xfrm>
            <a:off x="899539" y="2587286"/>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2" name="任意多边形: 形状 41">
            <a:extLst>
              <a:ext uri="{FF2B5EF4-FFF2-40B4-BE49-F238E27FC236}">
                <a16:creationId xmlns:a16="http://schemas.microsoft.com/office/drawing/2014/main" id="{6AFC4C5E-8F74-BED6-FE41-AC6C0D04E5CD}"/>
              </a:ext>
            </a:extLst>
          </p:cNvPr>
          <p:cNvSpPr/>
          <p:nvPr/>
        </p:nvSpPr>
        <p:spPr>
          <a:xfrm>
            <a:off x="899539" y="3156088"/>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4" name="任意多边形: 形状 43">
            <a:extLst>
              <a:ext uri="{FF2B5EF4-FFF2-40B4-BE49-F238E27FC236}">
                <a16:creationId xmlns:a16="http://schemas.microsoft.com/office/drawing/2014/main" id="{63419366-47CD-2882-C362-C8A69CF94E23}"/>
              </a:ext>
            </a:extLst>
          </p:cNvPr>
          <p:cNvSpPr/>
          <p:nvPr/>
        </p:nvSpPr>
        <p:spPr>
          <a:xfrm>
            <a:off x="899539" y="4507177"/>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6" name="任意多边形: 形状 45">
            <a:extLst>
              <a:ext uri="{FF2B5EF4-FFF2-40B4-BE49-F238E27FC236}">
                <a16:creationId xmlns:a16="http://schemas.microsoft.com/office/drawing/2014/main" id="{1E8DA491-AC18-977D-C780-BE2C8821E43B}"/>
              </a:ext>
            </a:extLst>
          </p:cNvPr>
          <p:cNvSpPr/>
          <p:nvPr/>
        </p:nvSpPr>
        <p:spPr>
          <a:xfrm>
            <a:off x="899539" y="5075979"/>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8" name="任意多边形: 形状 47">
            <a:extLst>
              <a:ext uri="{FF2B5EF4-FFF2-40B4-BE49-F238E27FC236}">
                <a16:creationId xmlns:a16="http://schemas.microsoft.com/office/drawing/2014/main" id="{251BFC57-6FB7-49E9-96F5-21F5670DAEE3}"/>
              </a:ext>
            </a:extLst>
          </p:cNvPr>
          <p:cNvSpPr/>
          <p:nvPr/>
        </p:nvSpPr>
        <p:spPr>
          <a:xfrm>
            <a:off x="899539" y="5656549"/>
            <a:ext cx="1134729" cy="282960"/>
          </a:xfrm>
          <a:custGeom>
            <a:avLst/>
            <a:gdLst>
              <a:gd name="connsiteX0" fmla="*/ 0 w 1134729"/>
              <a:gd name="connsiteY0" fmla="*/ 0 h 282960"/>
              <a:gd name="connsiteX1" fmla="*/ 1134729 w 1134729"/>
              <a:gd name="connsiteY1" fmla="*/ 0 h 282960"/>
              <a:gd name="connsiteX2" fmla="*/ 1134729 w 1134729"/>
              <a:gd name="connsiteY2" fmla="*/ 282960 h 282960"/>
              <a:gd name="connsiteX3" fmla="*/ 0 w 1134729"/>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1134729" h="282960">
                <a:moveTo>
                  <a:pt x="0" y="0"/>
                </a:moveTo>
                <a:lnTo>
                  <a:pt x="1134729" y="0"/>
                </a:lnTo>
                <a:lnTo>
                  <a:pt x="1134729"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9" name="任意多边形: 形状 48">
            <a:extLst>
              <a:ext uri="{FF2B5EF4-FFF2-40B4-BE49-F238E27FC236}">
                <a16:creationId xmlns:a16="http://schemas.microsoft.com/office/drawing/2014/main" id="{3E066E6F-9117-F043-60C0-B5263635DABF}"/>
              </a:ext>
            </a:extLst>
          </p:cNvPr>
          <p:cNvSpPr/>
          <p:nvPr/>
        </p:nvSpPr>
        <p:spPr>
          <a:xfrm>
            <a:off x="1356696" y="5801639"/>
            <a:ext cx="217704" cy="17865"/>
          </a:xfrm>
          <a:custGeom>
            <a:avLst/>
            <a:gdLst>
              <a:gd name="connsiteX0" fmla="*/ 8932 w 217704"/>
              <a:gd name="connsiteY0" fmla="*/ 0 h 17865"/>
              <a:gd name="connsiteX1" fmla="*/ 15353 w 217704"/>
              <a:gd name="connsiteY1" fmla="*/ 2512 h 17865"/>
              <a:gd name="connsiteX2" fmla="*/ 17865 w 217704"/>
              <a:gd name="connsiteY2" fmla="*/ 8933 h 17865"/>
              <a:gd name="connsiteX3" fmla="*/ 15353 w 217704"/>
              <a:gd name="connsiteY3" fmla="*/ 15353 h 17865"/>
              <a:gd name="connsiteX4" fmla="*/ 8932 w 217704"/>
              <a:gd name="connsiteY4" fmla="*/ 17865 h 17865"/>
              <a:gd name="connsiteX5" fmla="*/ 2373 w 217704"/>
              <a:gd name="connsiteY5" fmla="*/ 15353 h 17865"/>
              <a:gd name="connsiteX6" fmla="*/ 0 w 217704"/>
              <a:gd name="connsiteY6" fmla="*/ 8933 h 17865"/>
              <a:gd name="connsiteX7" fmla="*/ 2373 w 217704"/>
              <a:gd name="connsiteY7" fmla="*/ 2512 h 17865"/>
              <a:gd name="connsiteX8" fmla="*/ 8932 w 217704"/>
              <a:gd name="connsiteY8" fmla="*/ 0 h 17865"/>
              <a:gd name="connsiteX9" fmla="*/ 48900 w 217704"/>
              <a:gd name="connsiteY9" fmla="*/ 0 h 17865"/>
              <a:gd name="connsiteX10" fmla="*/ 55321 w 217704"/>
              <a:gd name="connsiteY10" fmla="*/ 2512 h 17865"/>
              <a:gd name="connsiteX11" fmla="*/ 57833 w 217704"/>
              <a:gd name="connsiteY11" fmla="*/ 8933 h 17865"/>
              <a:gd name="connsiteX12" fmla="*/ 55321 w 217704"/>
              <a:gd name="connsiteY12" fmla="*/ 15353 h 17865"/>
              <a:gd name="connsiteX13" fmla="*/ 48900 w 217704"/>
              <a:gd name="connsiteY13" fmla="*/ 17865 h 17865"/>
              <a:gd name="connsiteX14" fmla="*/ 42341 w 217704"/>
              <a:gd name="connsiteY14" fmla="*/ 15353 h 17865"/>
              <a:gd name="connsiteX15" fmla="*/ 39968 w 217704"/>
              <a:gd name="connsiteY15" fmla="*/ 8933 h 17865"/>
              <a:gd name="connsiteX16" fmla="*/ 42341 w 217704"/>
              <a:gd name="connsiteY16" fmla="*/ 2512 h 17865"/>
              <a:gd name="connsiteX17" fmla="*/ 48900 w 217704"/>
              <a:gd name="connsiteY17" fmla="*/ 0 h 17865"/>
              <a:gd name="connsiteX18" fmla="*/ 88868 w 217704"/>
              <a:gd name="connsiteY18" fmla="*/ 0 h 17865"/>
              <a:gd name="connsiteX19" fmla="*/ 95289 w 217704"/>
              <a:gd name="connsiteY19" fmla="*/ 2512 h 17865"/>
              <a:gd name="connsiteX20" fmla="*/ 97801 w 217704"/>
              <a:gd name="connsiteY20" fmla="*/ 8933 h 17865"/>
              <a:gd name="connsiteX21" fmla="*/ 95289 w 217704"/>
              <a:gd name="connsiteY21" fmla="*/ 15353 h 17865"/>
              <a:gd name="connsiteX22" fmla="*/ 88868 w 217704"/>
              <a:gd name="connsiteY22" fmla="*/ 17865 h 17865"/>
              <a:gd name="connsiteX23" fmla="*/ 82309 w 217704"/>
              <a:gd name="connsiteY23" fmla="*/ 15353 h 17865"/>
              <a:gd name="connsiteX24" fmla="*/ 79936 w 217704"/>
              <a:gd name="connsiteY24" fmla="*/ 8933 h 17865"/>
              <a:gd name="connsiteX25" fmla="*/ 82309 w 217704"/>
              <a:gd name="connsiteY25" fmla="*/ 2512 h 17865"/>
              <a:gd name="connsiteX26" fmla="*/ 88868 w 217704"/>
              <a:gd name="connsiteY26" fmla="*/ 0 h 17865"/>
              <a:gd name="connsiteX27" fmla="*/ 128837 w 217704"/>
              <a:gd name="connsiteY27" fmla="*/ 0 h 17865"/>
              <a:gd name="connsiteX28" fmla="*/ 135257 w 217704"/>
              <a:gd name="connsiteY28" fmla="*/ 2512 h 17865"/>
              <a:gd name="connsiteX29" fmla="*/ 137769 w 217704"/>
              <a:gd name="connsiteY29" fmla="*/ 8933 h 17865"/>
              <a:gd name="connsiteX30" fmla="*/ 135257 w 217704"/>
              <a:gd name="connsiteY30" fmla="*/ 15353 h 17865"/>
              <a:gd name="connsiteX31" fmla="*/ 128837 w 217704"/>
              <a:gd name="connsiteY31" fmla="*/ 17865 h 17865"/>
              <a:gd name="connsiteX32" fmla="*/ 122277 w 217704"/>
              <a:gd name="connsiteY32" fmla="*/ 15353 h 17865"/>
              <a:gd name="connsiteX33" fmla="*/ 119904 w 217704"/>
              <a:gd name="connsiteY33" fmla="*/ 8933 h 17865"/>
              <a:gd name="connsiteX34" fmla="*/ 122277 w 217704"/>
              <a:gd name="connsiteY34" fmla="*/ 2512 h 17865"/>
              <a:gd name="connsiteX35" fmla="*/ 128837 w 217704"/>
              <a:gd name="connsiteY35" fmla="*/ 0 h 17865"/>
              <a:gd name="connsiteX36" fmla="*/ 168805 w 217704"/>
              <a:gd name="connsiteY36" fmla="*/ 0 h 17865"/>
              <a:gd name="connsiteX37" fmla="*/ 175225 w 217704"/>
              <a:gd name="connsiteY37" fmla="*/ 2512 h 17865"/>
              <a:gd name="connsiteX38" fmla="*/ 177737 w 217704"/>
              <a:gd name="connsiteY38" fmla="*/ 8933 h 17865"/>
              <a:gd name="connsiteX39" fmla="*/ 175225 w 217704"/>
              <a:gd name="connsiteY39" fmla="*/ 15353 h 17865"/>
              <a:gd name="connsiteX40" fmla="*/ 168805 w 217704"/>
              <a:gd name="connsiteY40" fmla="*/ 17865 h 17865"/>
              <a:gd name="connsiteX41" fmla="*/ 162245 w 217704"/>
              <a:gd name="connsiteY41" fmla="*/ 15353 h 17865"/>
              <a:gd name="connsiteX42" fmla="*/ 159872 w 217704"/>
              <a:gd name="connsiteY42" fmla="*/ 8933 h 17865"/>
              <a:gd name="connsiteX43" fmla="*/ 162245 w 217704"/>
              <a:gd name="connsiteY43" fmla="*/ 2512 h 17865"/>
              <a:gd name="connsiteX44" fmla="*/ 168805 w 217704"/>
              <a:gd name="connsiteY44" fmla="*/ 0 h 17865"/>
              <a:gd name="connsiteX45" fmla="*/ 208772 w 217704"/>
              <a:gd name="connsiteY45" fmla="*/ 0 h 17865"/>
              <a:gd name="connsiteX46" fmla="*/ 215193 w 217704"/>
              <a:gd name="connsiteY46" fmla="*/ 2512 h 17865"/>
              <a:gd name="connsiteX47" fmla="*/ 217705 w 217704"/>
              <a:gd name="connsiteY47" fmla="*/ 8933 h 17865"/>
              <a:gd name="connsiteX48" fmla="*/ 215193 w 217704"/>
              <a:gd name="connsiteY48" fmla="*/ 15353 h 17865"/>
              <a:gd name="connsiteX49" fmla="*/ 208772 w 217704"/>
              <a:gd name="connsiteY49" fmla="*/ 17865 h 17865"/>
              <a:gd name="connsiteX50" fmla="*/ 202213 w 217704"/>
              <a:gd name="connsiteY50" fmla="*/ 15353 h 17865"/>
              <a:gd name="connsiteX51" fmla="*/ 199840 w 217704"/>
              <a:gd name="connsiteY51" fmla="*/ 8933 h 17865"/>
              <a:gd name="connsiteX52" fmla="*/ 202213 w 217704"/>
              <a:gd name="connsiteY52" fmla="*/ 2512 h 17865"/>
              <a:gd name="connsiteX53" fmla="*/ 208772 w 217704"/>
              <a:gd name="connsiteY53" fmla="*/ 0 h 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7704" h="17865">
                <a:moveTo>
                  <a:pt x="8932" y="0"/>
                </a:moveTo>
                <a:cubicBezTo>
                  <a:pt x="11629" y="0"/>
                  <a:pt x="13767" y="838"/>
                  <a:pt x="15353" y="2512"/>
                </a:cubicBezTo>
                <a:cubicBezTo>
                  <a:pt x="17028" y="4092"/>
                  <a:pt x="17865" y="6236"/>
                  <a:pt x="17865" y="8933"/>
                </a:cubicBezTo>
                <a:cubicBezTo>
                  <a:pt x="17865" y="11629"/>
                  <a:pt x="17028" y="13773"/>
                  <a:pt x="15353" y="15353"/>
                </a:cubicBezTo>
                <a:cubicBezTo>
                  <a:pt x="13767" y="17028"/>
                  <a:pt x="11629" y="17865"/>
                  <a:pt x="8932" y="17865"/>
                </a:cubicBezTo>
                <a:cubicBezTo>
                  <a:pt x="6230" y="17865"/>
                  <a:pt x="4048" y="17028"/>
                  <a:pt x="2373" y="15353"/>
                </a:cubicBezTo>
                <a:cubicBezTo>
                  <a:pt x="787" y="13773"/>
                  <a:pt x="0" y="11629"/>
                  <a:pt x="0" y="8933"/>
                </a:cubicBezTo>
                <a:cubicBezTo>
                  <a:pt x="0" y="6236"/>
                  <a:pt x="787" y="4092"/>
                  <a:pt x="2373" y="2512"/>
                </a:cubicBezTo>
                <a:cubicBezTo>
                  <a:pt x="4048" y="838"/>
                  <a:pt x="6230" y="0"/>
                  <a:pt x="8932" y="0"/>
                </a:cubicBezTo>
                <a:close/>
                <a:moveTo>
                  <a:pt x="48900" y="0"/>
                </a:moveTo>
                <a:cubicBezTo>
                  <a:pt x="51597" y="0"/>
                  <a:pt x="53735" y="838"/>
                  <a:pt x="55321" y="2512"/>
                </a:cubicBezTo>
                <a:cubicBezTo>
                  <a:pt x="56996" y="4092"/>
                  <a:pt x="57833" y="6236"/>
                  <a:pt x="57833" y="8933"/>
                </a:cubicBezTo>
                <a:cubicBezTo>
                  <a:pt x="57833" y="11629"/>
                  <a:pt x="56996" y="13773"/>
                  <a:pt x="55321" y="15353"/>
                </a:cubicBezTo>
                <a:cubicBezTo>
                  <a:pt x="53735" y="17028"/>
                  <a:pt x="51597" y="17865"/>
                  <a:pt x="48900" y="17865"/>
                </a:cubicBezTo>
                <a:cubicBezTo>
                  <a:pt x="46198" y="17865"/>
                  <a:pt x="44015" y="17028"/>
                  <a:pt x="42341" y="15353"/>
                </a:cubicBezTo>
                <a:cubicBezTo>
                  <a:pt x="40755" y="13773"/>
                  <a:pt x="39968" y="11629"/>
                  <a:pt x="39968" y="8933"/>
                </a:cubicBezTo>
                <a:cubicBezTo>
                  <a:pt x="39968" y="6236"/>
                  <a:pt x="40755" y="4092"/>
                  <a:pt x="42341" y="2512"/>
                </a:cubicBezTo>
                <a:cubicBezTo>
                  <a:pt x="44015" y="838"/>
                  <a:pt x="46198" y="0"/>
                  <a:pt x="48900" y="0"/>
                </a:cubicBezTo>
                <a:close/>
                <a:moveTo>
                  <a:pt x="88868" y="0"/>
                </a:moveTo>
                <a:cubicBezTo>
                  <a:pt x="91565" y="0"/>
                  <a:pt x="93709" y="838"/>
                  <a:pt x="95289" y="2512"/>
                </a:cubicBezTo>
                <a:cubicBezTo>
                  <a:pt x="96964" y="4092"/>
                  <a:pt x="97801" y="6236"/>
                  <a:pt x="97801" y="8933"/>
                </a:cubicBezTo>
                <a:cubicBezTo>
                  <a:pt x="97801" y="11629"/>
                  <a:pt x="96964" y="13773"/>
                  <a:pt x="95289" y="15353"/>
                </a:cubicBezTo>
                <a:cubicBezTo>
                  <a:pt x="93709" y="17028"/>
                  <a:pt x="91565" y="17865"/>
                  <a:pt x="88868" y="17865"/>
                </a:cubicBezTo>
                <a:cubicBezTo>
                  <a:pt x="86172" y="17865"/>
                  <a:pt x="83983" y="17028"/>
                  <a:pt x="82309" y="15353"/>
                </a:cubicBezTo>
                <a:cubicBezTo>
                  <a:pt x="80729" y="13773"/>
                  <a:pt x="79936" y="11629"/>
                  <a:pt x="79936" y="8933"/>
                </a:cubicBezTo>
                <a:cubicBezTo>
                  <a:pt x="79936" y="6236"/>
                  <a:pt x="80729" y="4092"/>
                  <a:pt x="82309" y="2512"/>
                </a:cubicBezTo>
                <a:cubicBezTo>
                  <a:pt x="83983" y="838"/>
                  <a:pt x="86172" y="0"/>
                  <a:pt x="88868" y="0"/>
                </a:cubicBezTo>
                <a:close/>
                <a:moveTo>
                  <a:pt x="128837" y="0"/>
                </a:moveTo>
                <a:cubicBezTo>
                  <a:pt x="131533" y="0"/>
                  <a:pt x="133677" y="838"/>
                  <a:pt x="135257" y="2512"/>
                </a:cubicBezTo>
                <a:cubicBezTo>
                  <a:pt x="136932" y="4092"/>
                  <a:pt x="137769" y="6236"/>
                  <a:pt x="137769" y="8933"/>
                </a:cubicBezTo>
                <a:cubicBezTo>
                  <a:pt x="137769" y="11629"/>
                  <a:pt x="136932" y="13773"/>
                  <a:pt x="135257" y="15353"/>
                </a:cubicBezTo>
                <a:cubicBezTo>
                  <a:pt x="133677" y="17028"/>
                  <a:pt x="131533" y="17865"/>
                  <a:pt x="128837" y="17865"/>
                </a:cubicBezTo>
                <a:cubicBezTo>
                  <a:pt x="126140" y="17865"/>
                  <a:pt x="123952" y="17028"/>
                  <a:pt x="122277" y="15353"/>
                </a:cubicBezTo>
                <a:cubicBezTo>
                  <a:pt x="120697" y="13773"/>
                  <a:pt x="119904" y="11629"/>
                  <a:pt x="119904" y="8933"/>
                </a:cubicBezTo>
                <a:cubicBezTo>
                  <a:pt x="119904" y="6236"/>
                  <a:pt x="120697" y="4092"/>
                  <a:pt x="122277" y="2512"/>
                </a:cubicBezTo>
                <a:cubicBezTo>
                  <a:pt x="123952" y="838"/>
                  <a:pt x="126140" y="0"/>
                  <a:pt x="128837" y="0"/>
                </a:cubicBezTo>
                <a:close/>
                <a:moveTo>
                  <a:pt x="168805" y="0"/>
                </a:moveTo>
                <a:cubicBezTo>
                  <a:pt x="171501" y="0"/>
                  <a:pt x="173645" y="838"/>
                  <a:pt x="175225" y="2512"/>
                </a:cubicBezTo>
                <a:cubicBezTo>
                  <a:pt x="176900" y="4092"/>
                  <a:pt x="177737" y="6236"/>
                  <a:pt x="177737" y="8933"/>
                </a:cubicBezTo>
                <a:cubicBezTo>
                  <a:pt x="177737" y="11629"/>
                  <a:pt x="176900" y="13773"/>
                  <a:pt x="175225" y="15353"/>
                </a:cubicBezTo>
                <a:cubicBezTo>
                  <a:pt x="173645" y="17028"/>
                  <a:pt x="171501" y="17865"/>
                  <a:pt x="168805" y="17865"/>
                </a:cubicBezTo>
                <a:cubicBezTo>
                  <a:pt x="166108" y="17865"/>
                  <a:pt x="163920" y="17028"/>
                  <a:pt x="162245" y="15353"/>
                </a:cubicBezTo>
                <a:cubicBezTo>
                  <a:pt x="160665" y="13773"/>
                  <a:pt x="159872" y="11629"/>
                  <a:pt x="159872" y="8933"/>
                </a:cubicBezTo>
                <a:cubicBezTo>
                  <a:pt x="159872" y="6236"/>
                  <a:pt x="160665" y="4092"/>
                  <a:pt x="162245" y="2512"/>
                </a:cubicBezTo>
                <a:cubicBezTo>
                  <a:pt x="163920" y="838"/>
                  <a:pt x="166108" y="0"/>
                  <a:pt x="168805" y="0"/>
                </a:cubicBezTo>
                <a:close/>
                <a:moveTo>
                  <a:pt x="208772" y="0"/>
                </a:moveTo>
                <a:cubicBezTo>
                  <a:pt x="211469" y="0"/>
                  <a:pt x="213613" y="838"/>
                  <a:pt x="215193" y="2512"/>
                </a:cubicBezTo>
                <a:cubicBezTo>
                  <a:pt x="216868" y="4092"/>
                  <a:pt x="217705" y="6236"/>
                  <a:pt x="217705" y="8933"/>
                </a:cubicBezTo>
                <a:cubicBezTo>
                  <a:pt x="217705" y="11629"/>
                  <a:pt x="216868" y="13773"/>
                  <a:pt x="215193" y="15353"/>
                </a:cubicBezTo>
                <a:cubicBezTo>
                  <a:pt x="213613" y="17028"/>
                  <a:pt x="211469" y="17865"/>
                  <a:pt x="208772" y="17865"/>
                </a:cubicBezTo>
                <a:cubicBezTo>
                  <a:pt x="206076" y="17865"/>
                  <a:pt x="203888" y="17028"/>
                  <a:pt x="202213" y="15353"/>
                </a:cubicBezTo>
                <a:cubicBezTo>
                  <a:pt x="200633" y="13773"/>
                  <a:pt x="199840" y="11629"/>
                  <a:pt x="199840" y="8933"/>
                </a:cubicBezTo>
                <a:cubicBezTo>
                  <a:pt x="199840" y="6236"/>
                  <a:pt x="200633" y="4092"/>
                  <a:pt x="202213" y="2512"/>
                </a:cubicBezTo>
                <a:cubicBezTo>
                  <a:pt x="203888" y="838"/>
                  <a:pt x="206076" y="0"/>
                  <a:pt x="208772" y="0"/>
                </a:cubicBezTo>
                <a:close/>
              </a:path>
            </a:pathLst>
          </a:custGeom>
          <a:solidFill>
            <a:schemeClr val="accent1">
              <a:lumMod val="100000"/>
            </a:schemeClr>
          </a:solidFill>
          <a:ln w="6340" cap="flat">
            <a:noFill/>
            <a:prstDash val="solid"/>
            <a:miter/>
          </a:ln>
        </p:spPr>
        <p:txBody>
          <a:bodyPr rtlCol="0" anchor="ctr"/>
          <a:lstStyle/>
          <a:p>
            <a:endParaRPr lang="en-US">
              <a:solidFill>
                <a:srgbClr val="3A50FB"/>
              </a:solidFill>
            </a:endParaRPr>
          </a:p>
        </p:txBody>
      </p:sp>
      <p:sp>
        <p:nvSpPr>
          <p:cNvPr id="50" name="任意多边形: 形状 49">
            <a:extLst>
              <a:ext uri="{FF2B5EF4-FFF2-40B4-BE49-F238E27FC236}">
                <a16:creationId xmlns:a16="http://schemas.microsoft.com/office/drawing/2014/main" id="{F6AA1CAC-DF7A-6864-E46D-742BAB64548B}"/>
              </a:ext>
            </a:extLst>
          </p:cNvPr>
          <p:cNvSpPr/>
          <p:nvPr/>
        </p:nvSpPr>
        <p:spPr>
          <a:xfrm>
            <a:off x="899539" y="3724896"/>
            <a:ext cx="1134729" cy="496434"/>
          </a:xfrm>
          <a:custGeom>
            <a:avLst/>
            <a:gdLst>
              <a:gd name="connsiteX0" fmla="*/ 0 w 1134729"/>
              <a:gd name="connsiteY0" fmla="*/ 0 h 496434"/>
              <a:gd name="connsiteX1" fmla="*/ 1134729 w 1134729"/>
              <a:gd name="connsiteY1" fmla="*/ 0 h 496434"/>
              <a:gd name="connsiteX2" fmla="*/ 1134729 w 1134729"/>
              <a:gd name="connsiteY2" fmla="*/ 496435 h 496434"/>
              <a:gd name="connsiteX3" fmla="*/ 0 w 1134729"/>
              <a:gd name="connsiteY3" fmla="*/ 496435 h 496434"/>
            </a:gdLst>
            <a:ahLst/>
            <a:cxnLst>
              <a:cxn ang="0">
                <a:pos x="connsiteX0" y="connsiteY0"/>
              </a:cxn>
              <a:cxn ang="0">
                <a:pos x="connsiteX1" y="connsiteY1"/>
              </a:cxn>
              <a:cxn ang="0">
                <a:pos x="connsiteX2" y="connsiteY2"/>
              </a:cxn>
              <a:cxn ang="0">
                <a:pos x="connsiteX3" y="connsiteY3"/>
              </a:cxn>
            </a:cxnLst>
            <a:rect l="l" t="t" r="r" b="b"/>
            <a:pathLst>
              <a:path w="1134729" h="496434">
                <a:moveTo>
                  <a:pt x="0" y="0"/>
                </a:moveTo>
                <a:lnTo>
                  <a:pt x="1134729" y="0"/>
                </a:lnTo>
                <a:lnTo>
                  <a:pt x="1134729" y="496435"/>
                </a:lnTo>
                <a:lnTo>
                  <a:pt x="0" y="496435"/>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3" name="任意多边形: 形状 52">
            <a:extLst>
              <a:ext uri="{FF2B5EF4-FFF2-40B4-BE49-F238E27FC236}">
                <a16:creationId xmlns:a16="http://schemas.microsoft.com/office/drawing/2014/main" id="{9678CB52-E5E5-E68A-2B13-D036A2E5A27C}"/>
              </a:ext>
            </a:extLst>
          </p:cNvPr>
          <p:cNvSpPr/>
          <p:nvPr/>
        </p:nvSpPr>
        <p:spPr>
          <a:xfrm>
            <a:off x="2769920" y="5697551"/>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5" name="任意多边形: 形状 54">
            <a:extLst>
              <a:ext uri="{FF2B5EF4-FFF2-40B4-BE49-F238E27FC236}">
                <a16:creationId xmlns:a16="http://schemas.microsoft.com/office/drawing/2014/main" id="{DF6B271F-6D32-BA71-0A52-D29975506A0C}"/>
              </a:ext>
            </a:extLst>
          </p:cNvPr>
          <p:cNvSpPr/>
          <p:nvPr/>
        </p:nvSpPr>
        <p:spPr>
          <a:xfrm>
            <a:off x="3104072" y="5548610"/>
            <a:ext cx="180578" cy="109029"/>
          </a:xfrm>
          <a:custGeom>
            <a:avLst/>
            <a:gdLst>
              <a:gd name="connsiteX0" fmla="*/ 90290 w 180578"/>
              <a:gd name="connsiteY0" fmla="*/ 109030 h 109029"/>
              <a:gd name="connsiteX1" fmla="*/ 0 w 180578"/>
              <a:gd name="connsiteY1" fmla="*/ 0 h 109029"/>
              <a:gd name="connsiteX2" fmla="*/ 180579 w 180578"/>
              <a:gd name="connsiteY2" fmla="*/ 0 h 109029"/>
              <a:gd name="connsiteX3" fmla="*/ 90290 w 180578"/>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8" h="109029">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6" name="任意多边形: 形状 55">
            <a:extLst>
              <a:ext uri="{FF2B5EF4-FFF2-40B4-BE49-F238E27FC236}">
                <a16:creationId xmlns:a16="http://schemas.microsoft.com/office/drawing/2014/main" id="{83C17820-AA5A-1947-86CC-F9F818FF7647}"/>
              </a:ext>
            </a:extLst>
          </p:cNvPr>
          <p:cNvSpPr/>
          <p:nvPr/>
        </p:nvSpPr>
        <p:spPr>
          <a:xfrm>
            <a:off x="4038009" y="5548585"/>
            <a:ext cx="180579" cy="109030"/>
          </a:xfrm>
          <a:custGeom>
            <a:avLst/>
            <a:gdLst>
              <a:gd name="connsiteX0" fmla="*/ 90290 w 180579"/>
              <a:gd name="connsiteY0" fmla="*/ 109030 h 109030"/>
              <a:gd name="connsiteX1" fmla="*/ 0 w 180579"/>
              <a:gd name="connsiteY1" fmla="*/ 0 h 109030"/>
              <a:gd name="connsiteX2" fmla="*/ 180579 w 180579"/>
              <a:gd name="connsiteY2" fmla="*/ 0 h 109030"/>
              <a:gd name="connsiteX3" fmla="*/ 90290 w 180579"/>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79" h="109030">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7" name="任意多边形: 形状 56">
            <a:extLst>
              <a:ext uri="{FF2B5EF4-FFF2-40B4-BE49-F238E27FC236}">
                <a16:creationId xmlns:a16="http://schemas.microsoft.com/office/drawing/2014/main" id="{4BE45EDF-66B7-FED4-0FC3-6FA104578B5A}"/>
              </a:ext>
            </a:extLst>
          </p:cNvPr>
          <p:cNvSpPr/>
          <p:nvPr/>
        </p:nvSpPr>
        <p:spPr>
          <a:xfrm>
            <a:off x="4971947" y="5548578"/>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8" name="任意多边形: 形状 57">
            <a:extLst>
              <a:ext uri="{FF2B5EF4-FFF2-40B4-BE49-F238E27FC236}">
                <a16:creationId xmlns:a16="http://schemas.microsoft.com/office/drawing/2014/main" id="{2E4C04E1-034A-3AEF-AA73-A3B08A2D1F8D}"/>
              </a:ext>
            </a:extLst>
          </p:cNvPr>
          <p:cNvSpPr/>
          <p:nvPr/>
        </p:nvSpPr>
        <p:spPr>
          <a:xfrm>
            <a:off x="5905885" y="5548566"/>
            <a:ext cx="180579" cy="109029"/>
          </a:xfrm>
          <a:custGeom>
            <a:avLst/>
            <a:gdLst>
              <a:gd name="connsiteX0" fmla="*/ 90290 w 180579"/>
              <a:gd name="connsiteY0" fmla="*/ 109030 h 109029"/>
              <a:gd name="connsiteX1" fmla="*/ 0 w 180579"/>
              <a:gd name="connsiteY1" fmla="*/ 0 h 109029"/>
              <a:gd name="connsiteX2" fmla="*/ 180579 w 180579"/>
              <a:gd name="connsiteY2" fmla="*/ 0 h 109029"/>
              <a:gd name="connsiteX3" fmla="*/ 90290 w 180579"/>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79" h="109029">
                <a:moveTo>
                  <a:pt x="90290" y="109030"/>
                </a:moveTo>
                <a:lnTo>
                  <a:pt x="0" y="0"/>
                </a:lnTo>
                <a:lnTo>
                  <a:pt x="180579" y="0"/>
                </a:lnTo>
                <a:lnTo>
                  <a:pt x="90290"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59" name="任意多边形: 形状 58">
            <a:extLst>
              <a:ext uri="{FF2B5EF4-FFF2-40B4-BE49-F238E27FC236}">
                <a16:creationId xmlns:a16="http://schemas.microsoft.com/office/drawing/2014/main" id="{D55183E3-404F-48E4-B0EF-3E4865AB35F8}"/>
              </a:ext>
            </a:extLst>
          </p:cNvPr>
          <p:cNvSpPr/>
          <p:nvPr/>
        </p:nvSpPr>
        <p:spPr>
          <a:xfrm>
            <a:off x="6843020" y="5548547"/>
            <a:ext cx="180553" cy="109029"/>
          </a:xfrm>
          <a:custGeom>
            <a:avLst/>
            <a:gdLst>
              <a:gd name="connsiteX0" fmla="*/ 90277 w 180553"/>
              <a:gd name="connsiteY0" fmla="*/ 109030 h 109029"/>
              <a:gd name="connsiteX1" fmla="*/ 0 w 180553"/>
              <a:gd name="connsiteY1" fmla="*/ 0 h 109029"/>
              <a:gd name="connsiteX2" fmla="*/ 180554 w 180553"/>
              <a:gd name="connsiteY2" fmla="*/ 0 h 109029"/>
              <a:gd name="connsiteX3" fmla="*/ 90277 w 180553"/>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3" h="109029">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0" name="任意多边形: 形状 59">
            <a:extLst>
              <a:ext uri="{FF2B5EF4-FFF2-40B4-BE49-F238E27FC236}">
                <a16:creationId xmlns:a16="http://schemas.microsoft.com/office/drawing/2014/main" id="{AF8E85C9-9E58-7DEC-39D3-CF9FB9C56744}"/>
              </a:ext>
            </a:extLst>
          </p:cNvPr>
          <p:cNvSpPr/>
          <p:nvPr/>
        </p:nvSpPr>
        <p:spPr>
          <a:xfrm>
            <a:off x="7776939" y="5548547"/>
            <a:ext cx="180554" cy="109029"/>
          </a:xfrm>
          <a:custGeom>
            <a:avLst/>
            <a:gdLst>
              <a:gd name="connsiteX0" fmla="*/ 90277 w 180554"/>
              <a:gd name="connsiteY0" fmla="*/ 109030 h 109029"/>
              <a:gd name="connsiteX1" fmla="*/ 0 w 180554"/>
              <a:gd name="connsiteY1" fmla="*/ 0 h 109029"/>
              <a:gd name="connsiteX2" fmla="*/ 180554 w 180554"/>
              <a:gd name="connsiteY2" fmla="*/ 0 h 109029"/>
              <a:gd name="connsiteX3" fmla="*/ 90277 w 180554"/>
              <a:gd name="connsiteY3" fmla="*/ 109030 h 109029"/>
            </a:gdLst>
            <a:ahLst/>
            <a:cxnLst>
              <a:cxn ang="0">
                <a:pos x="connsiteX0" y="connsiteY0"/>
              </a:cxn>
              <a:cxn ang="0">
                <a:pos x="connsiteX1" y="connsiteY1"/>
              </a:cxn>
              <a:cxn ang="0">
                <a:pos x="connsiteX2" y="connsiteY2"/>
              </a:cxn>
              <a:cxn ang="0">
                <a:pos x="connsiteX3" y="connsiteY3"/>
              </a:cxn>
            </a:cxnLst>
            <a:rect l="l" t="t" r="r" b="b"/>
            <a:pathLst>
              <a:path w="180554" h="109029">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1" name="任意多边形: 形状 60">
            <a:extLst>
              <a:ext uri="{FF2B5EF4-FFF2-40B4-BE49-F238E27FC236}">
                <a16:creationId xmlns:a16="http://schemas.microsoft.com/office/drawing/2014/main" id="{3AB1409D-BB1B-10C3-87B1-AB9CBF7EFB00}"/>
              </a:ext>
            </a:extLst>
          </p:cNvPr>
          <p:cNvSpPr/>
          <p:nvPr/>
        </p:nvSpPr>
        <p:spPr>
          <a:xfrm>
            <a:off x="8710858" y="5548540"/>
            <a:ext cx="180617" cy="109030"/>
          </a:xfrm>
          <a:custGeom>
            <a:avLst/>
            <a:gdLst>
              <a:gd name="connsiteX0" fmla="*/ 90277 w 180617"/>
              <a:gd name="connsiteY0" fmla="*/ 109030 h 109030"/>
              <a:gd name="connsiteX1" fmla="*/ 0 w 180617"/>
              <a:gd name="connsiteY1" fmla="*/ 0 h 109030"/>
              <a:gd name="connsiteX2" fmla="*/ 180617 w 180617"/>
              <a:gd name="connsiteY2" fmla="*/ 0 h 109030"/>
              <a:gd name="connsiteX3" fmla="*/ 90277 w 180617"/>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617" h="109030">
                <a:moveTo>
                  <a:pt x="90277" y="109030"/>
                </a:moveTo>
                <a:lnTo>
                  <a:pt x="0" y="0"/>
                </a:lnTo>
                <a:lnTo>
                  <a:pt x="180617"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2" name="任意多边形: 形状 61">
            <a:extLst>
              <a:ext uri="{FF2B5EF4-FFF2-40B4-BE49-F238E27FC236}">
                <a16:creationId xmlns:a16="http://schemas.microsoft.com/office/drawing/2014/main" id="{4F82C668-758E-F0C4-2965-A27B387BDA58}"/>
              </a:ext>
            </a:extLst>
          </p:cNvPr>
          <p:cNvSpPr/>
          <p:nvPr/>
        </p:nvSpPr>
        <p:spPr>
          <a:xfrm>
            <a:off x="9644840" y="5548540"/>
            <a:ext cx="180553" cy="109030"/>
          </a:xfrm>
          <a:custGeom>
            <a:avLst/>
            <a:gdLst>
              <a:gd name="connsiteX0" fmla="*/ 90277 w 180553"/>
              <a:gd name="connsiteY0" fmla="*/ 109030 h 109030"/>
              <a:gd name="connsiteX1" fmla="*/ 0 w 180553"/>
              <a:gd name="connsiteY1" fmla="*/ 0 h 109030"/>
              <a:gd name="connsiteX2" fmla="*/ 180554 w 180553"/>
              <a:gd name="connsiteY2" fmla="*/ 0 h 109030"/>
              <a:gd name="connsiteX3" fmla="*/ 90277 w 180553"/>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3" h="109030">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3" name="任意多边形: 形状 62">
            <a:extLst>
              <a:ext uri="{FF2B5EF4-FFF2-40B4-BE49-F238E27FC236}">
                <a16:creationId xmlns:a16="http://schemas.microsoft.com/office/drawing/2014/main" id="{48381308-0736-1475-E549-5B26125BC3F3}"/>
              </a:ext>
            </a:extLst>
          </p:cNvPr>
          <p:cNvSpPr/>
          <p:nvPr/>
        </p:nvSpPr>
        <p:spPr>
          <a:xfrm>
            <a:off x="10578759" y="5548540"/>
            <a:ext cx="180554" cy="109030"/>
          </a:xfrm>
          <a:custGeom>
            <a:avLst/>
            <a:gdLst>
              <a:gd name="connsiteX0" fmla="*/ 90277 w 180554"/>
              <a:gd name="connsiteY0" fmla="*/ 109030 h 109030"/>
              <a:gd name="connsiteX1" fmla="*/ 0 w 180554"/>
              <a:gd name="connsiteY1" fmla="*/ 0 h 109030"/>
              <a:gd name="connsiteX2" fmla="*/ 180554 w 180554"/>
              <a:gd name="connsiteY2" fmla="*/ 0 h 109030"/>
              <a:gd name="connsiteX3" fmla="*/ 90277 w 180554"/>
              <a:gd name="connsiteY3" fmla="*/ 109030 h 109030"/>
            </a:gdLst>
            <a:ahLst/>
            <a:cxnLst>
              <a:cxn ang="0">
                <a:pos x="connsiteX0" y="connsiteY0"/>
              </a:cxn>
              <a:cxn ang="0">
                <a:pos x="connsiteX1" y="connsiteY1"/>
              </a:cxn>
              <a:cxn ang="0">
                <a:pos x="connsiteX2" y="connsiteY2"/>
              </a:cxn>
              <a:cxn ang="0">
                <a:pos x="connsiteX3" y="connsiteY3"/>
              </a:cxn>
            </a:cxnLst>
            <a:rect l="l" t="t" r="r" b="b"/>
            <a:pathLst>
              <a:path w="180554" h="109030">
                <a:moveTo>
                  <a:pt x="90277" y="109030"/>
                </a:moveTo>
                <a:lnTo>
                  <a:pt x="0" y="0"/>
                </a:lnTo>
                <a:lnTo>
                  <a:pt x="180554" y="0"/>
                </a:lnTo>
                <a:lnTo>
                  <a:pt x="90277" y="109030"/>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64" name="任意多边形: 形状 63">
            <a:extLst>
              <a:ext uri="{FF2B5EF4-FFF2-40B4-BE49-F238E27FC236}">
                <a16:creationId xmlns:a16="http://schemas.microsoft.com/office/drawing/2014/main" id="{5FB74A84-A545-A68C-36C7-02B87AA8CAE3}"/>
              </a:ext>
            </a:extLst>
          </p:cNvPr>
          <p:cNvSpPr/>
          <p:nvPr/>
        </p:nvSpPr>
        <p:spPr>
          <a:xfrm>
            <a:off x="3703858"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6" name="任意多边形: 形状 65">
            <a:extLst>
              <a:ext uri="{FF2B5EF4-FFF2-40B4-BE49-F238E27FC236}">
                <a16:creationId xmlns:a16="http://schemas.microsoft.com/office/drawing/2014/main" id="{7237B1CB-E841-D598-F23E-FA950CEFA88A}"/>
              </a:ext>
            </a:extLst>
          </p:cNvPr>
          <p:cNvSpPr/>
          <p:nvPr/>
        </p:nvSpPr>
        <p:spPr>
          <a:xfrm>
            <a:off x="4637796"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8" name="任意多边形: 形状 67">
            <a:extLst>
              <a:ext uri="{FF2B5EF4-FFF2-40B4-BE49-F238E27FC236}">
                <a16:creationId xmlns:a16="http://schemas.microsoft.com/office/drawing/2014/main" id="{8853AA60-CCB3-7553-2F13-B23636FAD681}"/>
              </a:ext>
            </a:extLst>
          </p:cNvPr>
          <p:cNvSpPr/>
          <p:nvPr/>
        </p:nvSpPr>
        <p:spPr>
          <a:xfrm>
            <a:off x="5571740"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0" name="任意多边形: 形状 69">
            <a:extLst>
              <a:ext uri="{FF2B5EF4-FFF2-40B4-BE49-F238E27FC236}">
                <a16:creationId xmlns:a16="http://schemas.microsoft.com/office/drawing/2014/main" id="{82F58F4B-E9BA-44E4-46A5-970DE50C6011}"/>
              </a:ext>
            </a:extLst>
          </p:cNvPr>
          <p:cNvSpPr/>
          <p:nvPr/>
        </p:nvSpPr>
        <p:spPr>
          <a:xfrm>
            <a:off x="6505703"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2" name="任意多边形: 形状 71">
            <a:extLst>
              <a:ext uri="{FF2B5EF4-FFF2-40B4-BE49-F238E27FC236}">
                <a16:creationId xmlns:a16="http://schemas.microsoft.com/office/drawing/2014/main" id="{ED7E360D-5B09-4CA0-8180-23AAA62FFF62}"/>
              </a:ext>
            </a:extLst>
          </p:cNvPr>
          <p:cNvSpPr/>
          <p:nvPr/>
        </p:nvSpPr>
        <p:spPr>
          <a:xfrm>
            <a:off x="7439622" y="5697513"/>
            <a:ext cx="848882" cy="282960"/>
          </a:xfrm>
          <a:custGeom>
            <a:avLst/>
            <a:gdLst>
              <a:gd name="connsiteX0" fmla="*/ 0 w 848882"/>
              <a:gd name="connsiteY0" fmla="*/ 0 h 282960"/>
              <a:gd name="connsiteX1" fmla="*/ 848883 w 848882"/>
              <a:gd name="connsiteY1" fmla="*/ 0 h 282960"/>
              <a:gd name="connsiteX2" fmla="*/ 848883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3" y="0"/>
                </a:lnTo>
                <a:lnTo>
                  <a:pt x="848883"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4" name="任意多边形: 形状 73">
            <a:extLst>
              <a:ext uri="{FF2B5EF4-FFF2-40B4-BE49-F238E27FC236}">
                <a16:creationId xmlns:a16="http://schemas.microsoft.com/office/drawing/2014/main" id="{8D92645E-3EE0-7B0D-C872-5ACBD402CBA2}"/>
              </a:ext>
            </a:extLst>
          </p:cNvPr>
          <p:cNvSpPr/>
          <p:nvPr/>
        </p:nvSpPr>
        <p:spPr>
          <a:xfrm>
            <a:off x="8373541"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6" name="任意多边形: 形状 75">
            <a:extLst>
              <a:ext uri="{FF2B5EF4-FFF2-40B4-BE49-F238E27FC236}">
                <a16:creationId xmlns:a16="http://schemas.microsoft.com/office/drawing/2014/main" id="{D7AB3D1C-E2C3-30E2-5A4B-7DF276A73DA1}"/>
              </a:ext>
            </a:extLst>
          </p:cNvPr>
          <p:cNvSpPr/>
          <p:nvPr/>
        </p:nvSpPr>
        <p:spPr>
          <a:xfrm>
            <a:off x="9307523" y="5697513"/>
            <a:ext cx="848882" cy="282960"/>
          </a:xfrm>
          <a:custGeom>
            <a:avLst/>
            <a:gdLst>
              <a:gd name="connsiteX0" fmla="*/ 0 w 848882"/>
              <a:gd name="connsiteY0" fmla="*/ 0 h 282960"/>
              <a:gd name="connsiteX1" fmla="*/ 848882 w 848882"/>
              <a:gd name="connsiteY1" fmla="*/ 0 h 282960"/>
              <a:gd name="connsiteX2" fmla="*/ 848882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2" y="0"/>
                </a:lnTo>
                <a:lnTo>
                  <a:pt x="848882"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8" name="任意多边形: 形状 77">
            <a:extLst>
              <a:ext uri="{FF2B5EF4-FFF2-40B4-BE49-F238E27FC236}">
                <a16:creationId xmlns:a16="http://schemas.microsoft.com/office/drawing/2014/main" id="{280B5974-1FC8-41F5-2EC5-C4890C1DAED5}"/>
              </a:ext>
            </a:extLst>
          </p:cNvPr>
          <p:cNvSpPr/>
          <p:nvPr/>
        </p:nvSpPr>
        <p:spPr>
          <a:xfrm>
            <a:off x="10241442" y="5697513"/>
            <a:ext cx="848882" cy="282960"/>
          </a:xfrm>
          <a:custGeom>
            <a:avLst/>
            <a:gdLst>
              <a:gd name="connsiteX0" fmla="*/ 0 w 848882"/>
              <a:gd name="connsiteY0" fmla="*/ 0 h 282960"/>
              <a:gd name="connsiteX1" fmla="*/ 848883 w 848882"/>
              <a:gd name="connsiteY1" fmla="*/ 0 h 282960"/>
              <a:gd name="connsiteX2" fmla="*/ 848883 w 848882"/>
              <a:gd name="connsiteY2" fmla="*/ 282960 h 282960"/>
              <a:gd name="connsiteX3" fmla="*/ 0 w 848882"/>
              <a:gd name="connsiteY3" fmla="*/ 282960 h 282960"/>
            </a:gdLst>
            <a:ahLst/>
            <a:cxnLst>
              <a:cxn ang="0">
                <a:pos x="connsiteX0" y="connsiteY0"/>
              </a:cxn>
              <a:cxn ang="0">
                <a:pos x="connsiteX1" y="connsiteY1"/>
              </a:cxn>
              <a:cxn ang="0">
                <a:pos x="connsiteX2" y="connsiteY2"/>
              </a:cxn>
              <a:cxn ang="0">
                <a:pos x="connsiteX3" y="connsiteY3"/>
              </a:cxn>
            </a:cxnLst>
            <a:rect l="l" t="t" r="r" b="b"/>
            <a:pathLst>
              <a:path w="848882" h="282960">
                <a:moveTo>
                  <a:pt x="0" y="0"/>
                </a:moveTo>
                <a:lnTo>
                  <a:pt x="848883" y="0"/>
                </a:lnTo>
                <a:lnTo>
                  <a:pt x="848883" y="282960"/>
                </a:lnTo>
                <a:lnTo>
                  <a:pt x="0" y="282960"/>
                </a:lnTo>
                <a:close/>
              </a:path>
            </a:pathLst>
          </a:custGeom>
          <a:solidFill>
            <a:schemeClr val="bg1"/>
          </a:solidFill>
          <a:ln w="6350" cap="flat">
            <a:solidFill>
              <a:schemeClr val="accent1">
                <a:lumMod val="100000"/>
              </a:schemeClr>
            </a:solidFill>
            <a:prstDash val="solid"/>
            <a:miter/>
          </a:ln>
          <a:effectLst>
            <a:outerShdw blurRad="254000" dist="63500" dir="5400000" algn="t" rotWithShape="0">
              <a:schemeClr val="tx2">
                <a:alpha val="20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0" name="任意多边形: 形状 79">
            <a:extLst>
              <a:ext uri="{FF2B5EF4-FFF2-40B4-BE49-F238E27FC236}">
                <a16:creationId xmlns:a16="http://schemas.microsoft.com/office/drawing/2014/main" id="{4C3E8514-4D45-C45C-DEC2-EAA92586E8D0}"/>
              </a:ext>
            </a:extLst>
          </p:cNvPr>
          <p:cNvSpPr/>
          <p:nvPr/>
        </p:nvSpPr>
        <p:spPr>
          <a:xfrm>
            <a:off x="2327005" y="2587286"/>
            <a:ext cx="246095" cy="180579"/>
          </a:xfrm>
          <a:custGeom>
            <a:avLst/>
            <a:gdLst>
              <a:gd name="connsiteX0" fmla="*/ 137065 w 246095"/>
              <a:gd name="connsiteY0" fmla="*/ 180579 h 180579"/>
              <a:gd name="connsiteX1" fmla="*/ 246095 w 246095"/>
              <a:gd name="connsiteY1" fmla="*/ 90290 h 180579"/>
              <a:gd name="connsiteX2" fmla="*/ 137065 w 246095"/>
              <a:gd name="connsiteY2" fmla="*/ 0 h 180579"/>
              <a:gd name="connsiteX3" fmla="*/ 137065 w 246095"/>
              <a:gd name="connsiteY3" fmla="*/ 48444 h 180579"/>
              <a:gd name="connsiteX4" fmla="*/ 0 w 246095"/>
              <a:gd name="connsiteY4" fmla="*/ 48444 h 180579"/>
              <a:gd name="connsiteX5" fmla="*/ 0 w 246095"/>
              <a:gd name="connsiteY5" fmla="*/ 131945 h 180579"/>
              <a:gd name="connsiteX6" fmla="*/ 137065 w 246095"/>
              <a:gd name="connsiteY6" fmla="*/ 131945 h 180579"/>
              <a:gd name="connsiteX7" fmla="*/ 137065 w 246095"/>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95" h="180579">
                <a:moveTo>
                  <a:pt x="137065" y="180579"/>
                </a:moveTo>
                <a:lnTo>
                  <a:pt x="246095" y="90290"/>
                </a:lnTo>
                <a:lnTo>
                  <a:pt x="137065" y="0"/>
                </a:lnTo>
                <a:lnTo>
                  <a:pt x="137065" y="48444"/>
                </a:lnTo>
                <a:lnTo>
                  <a:pt x="0" y="48444"/>
                </a:lnTo>
                <a:lnTo>
                  <a:pt x="0" y="131945"/>
                </a:lnTo>
                <a:lnTo>
                  <a:pt x="137065" y="131945"/>
                </a:lnTo>
                <a:lnTo>
                  <a:pt x="137065" y="180579"/>
                </a:lnTo>
                <a:close/>
              </a:path>
            </a:pathLst>
          </a:custGeom>
          <a:gradFill flip="none" rotWithShape="1">
            <a:gsLst>
              <a:gs pos="0">
                <a:schemeClr val="accent1">
                  <a:lumMod val="60000"/>
                  <a:lumOff val="40000"/>
                  <a:alpha val="0"/>
                </a:schemeClr>
              </a:gs>
              <a:gs pos="84000">
                <a:schemeClr val="accent1"/>
              </a:gs>
            </a:gsLst>
            <a:lin ang="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1" name="任意多边形: 形状 80">
            <a:extLst>
              <a:ext uri="{FF2B5EF4-FFF2-40B4-BE49-F238E27FC236}">
                <a16:creationId xmlns:a16="http://schemas.microsoft.com/office/drawing/2014/main" id="{0A009D29-6171-052D-7721-FB19B44901DD}"/>
              </a:ext>
            </a:extLst>
          </p:cNvPr>
          <p:cNvSpPr/>
          <p:nvPr/>
        </p:nvSpPr>
        <p:spPr>
          <a:xfrm>
            <a:off x="9206461" y="2587286"/>
            <a:ext cx="246088" cy="180579"/>
          </a:xfrm>
          <a:custGeom>
            <a:avLst/>
            <a:gdLst>
              <a:gd name="connsiteX0" fmla="*/ 109055 w 246088"/>
              <a:gd name="connsiteY0" fmla="*/ 180579 h 180579"/>
              <a:gd name="connsiteX1" fmla="*/ 0 w 246088"/>
              <a:gd name="connsiteY1" fmla="*/ 90290 h 180579"/>
              <a:gd name="connsiteX2" fmla="*/ 109055 w 246088"/>
              <a:gd name="connsiteY2" fmla="*/ 0 h 180579"/>
              <a:gd name="connsiteX3" fmla="*/ 109055 w 246088"/>
              <a:gd name="connsiteY3" fmla="*/ 48444 h 180579"/>
              <a:gd name="connsiteX4" fmla="*/ 246088 w 246088"/>
              <a:gd name="connsiteY4" fmla="*/ 48444 h 180579"/>
              <a:gd name="connsiteX5" fmla="*/ 246088 w 246088"/>
              <a:gd name="connsiteY5" fmla="*/ 131945 h 180579"/>
              <a:gd name="connsiteX6" fmla="*/ 109055 w 246088"/>
              <a:gd name="connsiteY6" fmla="*/ 131945 h 180579"/>
              <a:gd name="connsiteX7" fmla="*/ 109055 w 246088"/>
              <a:gd name="connsiteY7" fmla="*/ 180579 h 18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088" h="180579">
                <a:moveTo>
                  <a:pt x="109055" y="180579"/>
                </a:moveTo>
                <a:lnTo>
                  <a:pt x="0" y="90290"/>
                </a:lnTo>
                <a:lnTo>
                  <a:pt x="109055" y="0"/>
                </a:lnTo>
                <a:lnTo>
                  <a:pt x="109055" y="48444"/>
                </a:lnTo>
                <a:lnTo>
                  <a:pt x="246088" y="48444"/>
                </a:lnTo>
                <a:lnTo>
                  <a:pt x="246088" y="131945"/>
                </a:lnTo>
                <a:lnTo>
                  <a:pt x="109055" y="131945"/>
                </a:lnTo>
                <a:lnTo>
                  <a:pt x="109055" y="180579"/>
                </a:lnTo>
                <a:close/>
              </a:path>
            </a:pathLst>
          </a:custGeom>
          <a:gradFill flip="none" rotWithShape="1">
            <a:gsLst>
              <a:gs pos="0">
                <a:schemeClr val="accent1">
                  <a:lumMod val="60000"/>
                  <a:lumOff val="40000"/>
                  <a:alpha val="0"/>
                </a:schemeClr>
              </a:gs>
              <a:gs pos="84000">
                <a:schemeClr val="accent1"/>
              </a:gs>
            </a:gsLst>
            <a:lin ang="108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2" name="任意多边形: 形状 81">
            <a:extLst>
              <a:ext uri="{FF2B5EF4-FFF2-40B4-BE49-F238E27FC236}">
                <a16:creationId xmlns:a16="http://schemas.microsoft.com/office/drawing/2014/main" id="{CB2F32BF-D850-E865-8828-C9396F17A225}"/>
              </a:ext>
            </a:extLst>
          </p:cNvPr>
          <p:cNvSpPr/>
          <p:nvPr/>
        </p:nvSpPr>
        <p:spPr>
          <a:xfrm>
            <a:off x="10340283" y="3771608"/>
            <a:ext cx="180617" cy="246094"/>
          </a:xfrm>
          <a:custGeom>
            <a:avLst/>
            <a:gdLst>
              <a:gd name="connsiteX0" fmla="*/ 0 w 180617"/>
              <a:gd name="connsiteY0" fmla="*/ 109030 h 246094"/>
              <a:gd name="connsiteX1" fmla="*/ 90277 w 180617"/>
              <a:gd name="connsiteY1" fmla="*/ 0 h 246094"/>
              <a:gd name="connsiteX2" fmla="*/ 180617 w 180617"/>
              <a:gd name="connsiteY2" fmla="*/ 109030 h 246094"/>
              <a:gd name="connsiteX3" fmla="*/ 132148 w 180617"/>
              <a:gd name="connsiteY3" fmla="*/ 109030 h 246094"/>
              <a:gd name="connsiteX4" fmla="*/ 132148 w 180617"/>
              <a:gd name="connsiteY4" fmla="*/ 246095 h 246094"/>
              <a:gd name="connsiteX5" fmla="*/ 48660 w 180617"/>
              <a:gd name="connsiteY5" fmla="*/ 246095 h 246094"/>
              <a:gd name="connsiteX6" fmla="*/ 48660 w 180617"/>
              <a:gd name="connsiteY6" fmla="*/ 109030 h 246094"/>
              <a:gd name="connsiteX7" fmla="*/ 0 w 180617"/>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4">
                <a:moveTo>
                  <a:pt x="0" y="109030"/>
                </a:moveTo>
                <a:lnTo>
                  <a:pt x="90277" y="0"/>
                </a:lnTo>
                <a:lnTo>
                  <a:pt x="180617" y="109030"/>
                </a:lnTo>
                <a:lnTo>
                  <a:pt x="132148" y="109030"/>
                </a:lnTo>
                <a:lnTo>
                  <a:pt x="132148" y="246095"/>
                </a:lnTo>
                <a:lnTo>
                  <a:pt x="48660" y="246095"/>
                </a:lnTo>
                <a:lnTo>
                  <a:pt x="48660" y="109030"/>
                </a:lnTo>
                <a:lnTo>
                  <a:pt x="0" y="10903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3" name="任意多边形: 形状 82">
            <a:extLst>
              <a:ext uri="{FF2B5EF4-FFF2-40B4-BE49-F238E27FC236}">
                <a16:creationId xmlns:a16="http://schemas.microsoft.com/office/drawing/2014/main" id="{7BF1BED2-E996-6376-2385-B9C3939B487A}"/>
              </a:ext>
            </a:extLst>
          </p:cNvPr>
          <p:cNvSpPr/>
          <p:nvPr/>
        </p:nvSpPr>
        <p:spPr>
          <a:xfrm>
            <a:off x="6008393" y="3771608"/>
            <a:ext cx="180579" cy="246094"/>
          </a:xfrm>
          <a:custGeom>
            <a:avLst/>
            <a:gdLst>
              <a:gd name="connsiteX0" fmla="*/ 0 w 180579"/>
              <a:gd name="connsiteY0" fmla="*/ 109030 h 246094"/>
              <a:gd name="connsiteX1" fmla="*/ 90290 w 180579"/>
              <a:gd name="connsiteY1" fmla="*/ 0 h 246094"/>
              <a:gd name="connsiteX2" fmla="*/ 180580 w 180579"/>
              <a:gd name="connsiteY2" fmla="*/ 109030 h 246094"/>
              <a:gd name="connsiteX3" fmla="*/ 132135 w 180579"/>
              <a:gd name="connsiteY3" fmla="*/ 109030 h 246094"/>
              <a:gd name="connsiteX4" fmla="*/ 132135 w 180579"/>
              <a:gd name="connsiteY4" fmla="*/ 246095 h 246094"/>
              <a:gd name="connsiteX5" fmla="*/ 48634 w 180579"/>
              <a:gd name="connsiteY5" fmla="*/ 246095 h 246094"/>
              <a:gd name="connsiteX6" fmla="*/ 48634 w 180579"/>
              <a:gd name="connsiteY6" fmla="*/ 109030 h 246094"/>
              <a:gd name="connsiteX7" fmla="*/ 0 w 180579"/>
              <a:gd name="connsiteY7" fmla="*/ 109030 h 24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4">
                <a:moveTo>
                  <a:pt x="0" y="109030"/>
                </a:moveTo>
                <a:lnTo>
                  <a:pt x="90290" y="0"/>
                </a:lnTo>
                <a:lnTo>
                  <a:pt x="180580" y="109030"/>
                </a:lnTo>
                <a:lnTo>
                  <a:pt x="132135" y="109030"/>
                </a:lnTo>
                <a:lnTo>
                  <a:pt x="132135" y="246095"/>
                </a:lnTo>
                <a:lnTo>
                  <a:pt x="48634" y="246095"/>
                </a:lnTo>
                <a:lnTo>
                  <a:pt x="48634" y="109030"/>
                </a:lnTo>
                <a:lnTo>
                  <a:pt x="0" y="109030"/>
                </a:lnTo>
                <a:close/>
              </a:path>
            </a:pathLst>
          </a:custGeom>
          <a:gradFill flip="none" rotWithShape="1">
            <a:gsLst>
              <a:gs pos="0">
                <a:schemeClr val="accent1">
                  <a:lumMod val="60000"/>
                  <a:lumOff val="40000"/>
                  <a:alpha val="0"/>
                </a:schemeClr>
              </a:gs>
              <a:gs pos="84000">
                <a:schemeClr val="accent1"/>
              </a:gs>
            </a:gsLst>
            <a:lin ang="162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4" name="任意多边形: 形状 83">
            <a:extLst>
              <a:ext uri="{FF2B5EF4-FFF2-40B4-BE49-F238E27FC236}">
                <a16:creationId xmlns:a16="http://schemas.microsoft.com/office/drawing/2014/main" id="{94D9BDB9-59A7-F6D7-A59F-96665E5871B3}"/>
              </a:ext>
            </a:extLst>
          </p:cNvPr>
          <p:cNvSpPr/>
          <p:nvPr/>
        </p:nvSpPr>
        <p:spPr>
          <a:xfrm>
            <a:off x="10340283" y="4620115"/>
            <a:ext cx="180617" cy="246095"/>
          </a:xfrm>
          <a:custGeom>
            <a:avLst/>
            <a:gdLst>
              <a:gd name="connsiteX0" fmla="*/ 0 w 180617"/>
              <a:gd name="connsiteY0" fmla="*/ 137065 h 246095"/>
              <a:gd name="connsiteX1" fmla="*/ 90277 w 180617"/>
              <a:gd name="connsiteY1" fmla="*/ 246095 h 246095"/>
              <a:gd name="connsiteX2" fmla="*/ 180617 w 180617"/>
              <a:gd name="connsiteY2" fmla="*/ 137065 h 246095"/>
              <a:gd name="connsiteX3" fmla="*/ 132148 w 180617"/>
              <a:gd name="connsiteY3" fmla="*/ 137065 h 246095"/>
              <a:gd name="connsiteX4" fmla="*/ 132148 w 180617"/>
              <a:gd name="connsiteY4" fmla="*/ 0 h 246095"/>
              <a:gd name="connsiteX5" fmla="*/ 48660 w 180617"/>
              <a:gd name="connsiteY5" fmla="*/ 0 h 246095"/>
              <a:gd name="connsiteX6" fmla="*/ 48660 w 180617"/>
              <a:gd name="connsiteY6" fmla="*/ 137065 h 246095"/>
              <a:gd name="connsiteX7" fmla="*/ 0 w 180617"/>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617" h="246095">
                <a:moveTo>
                  <a:pt x="0" y="137065"/>
                </a:moveTo>
                <a:lnTo>
                  <a:pt x="90277" y="246095"/>
                </a:lnTo>
                <a:lnTo>
                  <a:pt x="180617" y="137065"/>
                </a:lnTo>
                <a:lnTo>
                  <a:pt x="132148" y="137065"/>
                </a:lnTo>
                <a:lnTo>
                  <a:pt x="132148" y="0"/>
                </a:lnTo>
                <a:lnTo>
                  <a:pt x="48660" y="0"/>
                </a:lnTo>
                <a:lnTo>
                  <a:pt x="48660" y="137065"/>
                </a:lnTo>
                <a:lnTo>
                  <a:pt x="0" y="13706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5" name="任意多边形: 形状 84">
            <a:extLst>
              <a:ext uri="{FF2B5EF4-FFF2-40B4-BE49-F238E27FC236}">
                <a16:creationId xmlns:a16="http://schemas.microsoft.com/office/drawing/2014/main" id="{642800C8-C927-A2D3-AD24-811A3EAC36DB}"/>
              </a:ext>
            </a:extLst>
          </p:cNvPr>
          <p:cNvSpPr/>
          <p:nvPr/>
        </p:nvSpPr>
        <p:spPr>
          <a:xfrm>
            <a:off x="6008393" y="4620115"/>
            <a:ext cx="180579" cy="246095"/>
          </a:xfrm>
          <a:custGeom>
            <a:avLst/>
            <a:gdLst>
              <a:gd name="connsiteX0" fmla="*/ 0 w 180579"/>
              <a:gd name="connsiteY0" fmla="*/ 137065 h 246095"/>
              <a:gd name="connsiteX1" fmla="*/ 90290 w 180579"/>
              <a:gd name="connsiteY1" fmla="*/ 246095 h 246095"/>
              <a:gd name="connsiteX2" fmla="*/ 180580 w 180579"/>
              <a:gd name="connsiteY2" fmla="*/ 137065 h 246095"/>
              <a:gd name="connsiteX3" fmla="*/ 132135 w 180579"/>
              <a:gd name="connsiteY3" fmla="*/ 137065 h 246095"/>
              <a:gd name="connsiteX4" fmla="*/ 132135 w 180579"/>
              <a:gd name="connsiteY4" fmla="*/ 0 h 246095"/>
              <a:gd name="connsiteX5" fmla="*/ 48634 w 180579"/>
              <a:gd name="connsiteY5" fmla="*/ 0 h 246095"/>
              <a:gd name="connsiteX6" fmla="*/ 48634 w 180579"/>
              <a:gd name="connsiteY6" fmla="*/ 137065 h 246095"/>
              <a:gd name="connsiteX7" fmla="*/ 0 w 180579"/>
              <a:gd name="connsiteY7" fmla="*/ 137065 h 24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579" h="246095">
                <a:moveTo>
                  <a:pt x="0" y="137065"/>
                </a:moveTo>
                <a:lnTo>
                  <a:pt x="90290" y="246095"/>
                </a:lnTo>
                <a:lnTo>
                  <a:pt x="180580" y="137065"/>
                </a:lnTo>
                <a:lnTo>
                  <a:pt x="132135" y="137065"/>
                </a:lnTo>
                <a:lnTo>
                  <a:pt x="132135" y="0"/>
                </a:lnTo>
                <a:lnTo>
                  <a:pt x="48634" y="0"/>
                </a:lnTo>
                <a:lnTo>
                  <a:pt x="48634" y="137065"/>
                </a:lnTo>
                <a:lnTo>
                  <a:pt x="0" y="137065"/>
                </a:lnTo>
                <a:close/>
              </a:path>
            </a:pathLst>
          </a:custGeom>
          <a:gradFill flip="none" rotWithShape="1">
            <a:gsLst>
              <a:gs pos="0">
                <a:schemeClr val="accent1">
                  <a:lumMod val="60000"/>
                  <a:lumOff val="40000"/>
                  <a:alpha val="0"/>
                </a:schemeClr>
              </a:gs>
              <a:gs pos="84000">
                <a:schemeClr val="accent1"/>
              </a:gs>
            </a:gsLst>
            <a:lin ang="5400000" scaled="1"/>
            <a:tileRect/>
          </a:gradFill>
          <a:ln>
            <a:noFill/>
          </a:ln>
          <a:effectLst/>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000">
              <a:gradFill flip="none" rotWithShape="1">
                <a:gsLst>
                  <a:gs pos="0">
                    <a:srgbClr val="2254F4"/>
                  </a:gs>
                  <a:gs pos="100000">
                    <a:srgbClr val="2254F4">
                      <a:lumMod val="60000"/>
                      <a:lumOff val="40000"/>
                    </a:srgbClr>
                  </a:gs>
                </a:gsLst>
                <a:lin ang="16200000" scaled="1"/>
                <a:tileRect/>
              </a:gradFill>
              <a:latin typeface="阿里巴巴普惠体 2 45 Light" panose="00020600040101010101" pitchFamily="18" charset="-122"/>
              <a:ea typeface="阿里巴巴普惠体 2.0 45 Light" panose="00020600040101010101" pitchFamily="18" charset="-122"/>
              <a:cs typeface="阿里巴巴普惠体 2.0 45 Light" panose="00020600040101010101" pitchFamily="18" charset="-122"/>
            </a:endParaRPr>
          </a:p>
        </p:txBody>
      </p:sp>
      <p:sp>
        <p:nvSpPr>
          <p:cNvPr id="86" name="任意多边形: 形状 85">
            <a:extLst>
              <a:ext uri="{FF2B5EF4-FFF2-40B4-BE49-F238E27FC236}">
                <a16:creationId xmlns:a16="http://schemas.microsoft.com/office/drawing/2014/main" id="{AE5E7FBB-E900-0BC0-DF74-65653055D4DE}"/>
              </a:ext>
            </a:extLst>
          </p:cNvPr>
          <p:cNvSpPr/>
          <p:nvPr/>
        </p:nvSpPr>
        <p:spPr>
          <a:xfrm>
            <a:off x="3082413" y="2509539"/>
            <a:ext cx="190323" cy="190323"/>
          </a:xfrm>
          <a:custGeom>
            <a:avLst/>
            <a:gdLst>
              <a:gd name="connsiteX0" fmla="*/ 95162 w 190323"/>
              <a:gd name="connsiteY0" fmla="*/ 190324 h 190323"/>
              <a:gd name="connsiteX1" fmla="*/ 0 w 190323"/>
              <a:gd name="connsiteY1" fmla="*/ 95162 h 190323"/>
              <a:gd name="connsiteX2" fmla="*/ 95162 w 190323"/>
              <a:gd name="connsiteY2" fmla="*/ 0 h 190323"/>
              <a:gd name="connsiteX3" fmla="*/ 190324 w 190323"/>
              <a:gd name="connsiteY3" fmla="*/ 95162 h 190323"/>
              <a:gd name="connsiteX4" fmla="*/ 95162 w 190323"/>
              <a:gd name="connsiteY4" fmla="*/ 190324 h 190323"/>
              <a:gd name="connsiteX5" fmla="*/ 73370 w 190323"/>
              <a:gd name="connsiteY5" fmla="*/ 168119 h 190323"/>
              <a:gd name="connsiteX6" fmla="*/ 57351 w 190323"/>
              <a:gd name="connsiteY6" fmla="*/ 104678 h 190323"/>
              <a:gd name="connsiteX7" fmla="*/ 19622 w 190323"/>
              <a:gd name="connsiteY7" fmla="*/ 104678 h 190323"/>
              <a:gd name="connsiteX8" fmla="*/ 37081 w 190323"/>
              <a:gd name="connsiteY8" fmla="*/ 144373 h 190323"/>
              <a:gd name="connsiteX9" fmla="*/ 73370 w 190323"/>
              <a:gd name="connsiteY9" fmla="*/ 168119 h 190323"/>
              <a:gd name="connsiteX10" fmla="*/ 76415 w 190323"/>
              <a:gd name="connsiteY10" fmla="*/ 104678 h 190323"/>
              <a:gd name="connsiteX11" fmla="*/ 95162 w 190323"/>
              <a:gd name="connsiteY11" fmla="*/ 168931 h 190323"/>
              <a:gd name="connsiteX12" fmla="*/ 113909 w 190323"/>
              <a:gd name="connsiteY12" fmla="*/ 104678 h 190323"/>
              <a:gd name="connsiteX13" fmla="*/ 76415 w 190323"/>
              <a:gd name="connsiteY13" fmla="*/ 104678 h 190323"/>
              <a:gd name="connsiteX14" fmla="*/ 170701 w 190323"/>
              <a:gd name="connsiteY14" fmla="*/ 104678 h 190323"/>
              <a:gd name="connsiteX15" fmla="*/ 132966 w 190323"/>
              <a:gd name="connsiteY15" fmla="*/ 104678 h 190323"/>
              <a:gd name="connsiteX16" fmla="*/ 116954 w 190323"/>
              <a:gd name="connsiteY16" fmla="*/ 168119 h 190323"/>
              <a:gd name="connsiteX17" fmla="*/ 153242 w 190323"/>
              <a:gd name="connsiteY17" fmla="*/ 144373 h 190323"/>
              <a:gd name="connsiteX18" fmla="*/ 170701 w 190323"/>
              <a:gd name="connsiteY18" fmla="*/ 104678 h 190323"/>
              <a:gd name="connsiteX19" fmla="*/ 19622 w 190323"/>
              <a:gd name="connsiteY19" fmla="*/ 85646 h 190323"/>
              <a:gd name="connsiteX20" fmla="*/ 57351 w 190323"/>
              <a:gd name="connsiteY20" fmla="*/ 85646 h 190323"/>
              <a:gd name="connsiteX21" fmla="*/ 73370 w 190323"/>
              <a:gd name="connsiteY21" fmla="*/ 22198 h 190323"/>
              <a:gd name="connsiteX22" fmla="*/ 37081 w 190323"/>
              <a:gd name="connsiteY22" fmla="*/ 45944 h 190323"/>
              <a:gd name="connsiteX23" fmla="*/ 19622 w 190323"/>
              <a:gd name="connsiteY23" fmla="*/ 85646 h 190323"/>
              <a:gd name="connsiteX24" fmla="*/ 76421 w 190323"/>
              <a:gd name="connsiteY24" fmla="*/ 85646 h 190323"/>
              <a:gd name="connsiteX25" fmla="*/ 113896 w 190323"/>
              <a:gd name="connsiteY25" fmla="*/ 85646 h 190323"/>
              <a:gd name="connsiteX26" fmla="*/ 95162 w 190323"/>
              <a:gd name="connsiteY26" fmla="*/ 21392 h 190323"/>
              <a:gd name="connsiteX27" fmla="*/ 76415 w 190323"/>
              <a:gd name="connsiteY27" fmla="*/ 85646 h 190323"/>
              <a:gd name="connsiteX28" fmla="*/ 76421 w 190323"/>
              <a:gd name="connsiteY28" fmla="*/ 85646 h 190323"/>
              <a:gd name="connsiteX29" fmla="*/ 116954 w 190323"/>
              <a:gd name="connsiteY29" fmla="*/ 22198 h 190323"/>
              <a:gd name="connsiteX30" fmla="*/ 132966 w 190323"/>
              <a:gd name="connsiteY30" fmla="*/ 85646 h 190323"/>
              <a:gd name="connsiteX31" fmla="*/ 170701 w 190323"/>
              <a:gd name="connsiteY31" fmla="*/ 85646 h 190323"/>
              <a:gd name="connsiteX32" fmla="*/ 153242 w 190323"/>
              <a:gd name="connsiteY32" fmla="*/ 45944 h 190323"/>
              <a:gd name="connsiteX33" fmla="*/ 116954 w 190323"/>
              <a:gd name="connsiteY33" fmla="*/ 22198 h 19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0323" h="190323">
                <a:moveTo>
                  <a:pt x="95162" y="190324"/>
                </a:moveTo>
                <a:cubicBezTo>
                  <a:pt x="42601" y="190324"/>
                  <a:pt x="0" y="147717"/>
                  <a:pt x="0" y="95162"/>
                </a:cubicBezTo>
                <a:cubicBezTo>
                  <a:pt x="0" y="42601"/>
                  <a:pt x="42601" y="0"/>
                  <a:pt x="95162" y="0"/>
                </a:cubicBezTo>
                <a:cubicBezTo>
                  <a:pt x="147717" y="0"/>
                  <a:pt x="190324" y="42601"/>
                  <a:pt x="190324" y="95162"/>
                </a:cubicBezTo>
                <a:cubicBezTo>
                  <a:pt x="190324" y="147717"/>
                  <a:pt x="147717" y="190324"/>
                  <a:pt x="95162" y="190324"/>
                </a:cubicBezTo>
                <a:close/>
                <a:moveTo>
                  <a:pt x="73370" y="168119"/>
                </a:moveTo>
                <a:cubicBezTo>
                  <a:pt x="63980" y="148205"/>
                  <a:pt x="58544" y="126660"/>
                  <a:pt x="57351" y="104678"/>
                </a:cubicBezTo>
                <a:lnTo>
                  <a:pt x="19622" y="104678"/>
                </a:lnTo>
                <a:cubicBezTo>
                  <a:pt x="21475" y="119320"/>
                  <a:pt x="27540" y="133112"/>
                  <a:pt x="37081" y="144373"/>
                </a:cubicBezTo>
                <a:cubicBezTo>
                  <a:pt x="46623" y="155634"/>
                  <a:pt x="59229" y="163888"/>
                  <a:pt x="73370" y="168119"/>
                </a:cubicBezTo>
                <a:close/>
                <a:moveTo>
                  <a:pt x="76415" y="104678"/>
                </a:moveTo>
                <a:cubicBezTo>
                  <a:pt x="77849" y="127885"/>
                  <a:pt x="84485" y="149690"/>
                  <a:pt x="95162" y="168931"/>
                </a:cubicBezTo>
                <a:cubicBezTo>
                  <a:pt x="106125" y="149176"/>
                  <a:pt x="112532" y="127225"/>
                  <a:pt x="113909" y="104678"/>
                </a:cubicBezTo>
                <a:lnTo>
                  <a:pt x="76415" y="104678"/>
                </a:lnTo>
                <a:close/>
                <a:moveTo>
                  <a:pt x="170701" y="104678"/>
                </a:moveTo>
                <a:lnTo>
                  <a:pt x="132966" y="104678"/>
                </a:lnTo>
                <a:cubicBezTo>
                  <a:pt x="131780" y="126660"/>
                  <a:pt x="126343" y="148205"/>
                  <a:pt x="116954" y="168119"/>
                </a:cubicBezTo>
                <a:cubicBezTo>
                  <a:pt x="131095" y="163888"/>
                  <a:pt x="143701" y="155634"/>
                  <a:pt x="153242" y="144373"/>
                </a:cubicBezTo>
                <a:cubicBezTo>
                  <a:pt x="162784" y="133112"/>
                  <a:pt x="168849" y="119320"/>
                  <a:pt x="170701" y="104678"/>
                </a:cubicBezTo>
                <a:close/>
                <a:moveTo>
                  <a:pt x="19622" y="85646"/>
                </a:moveTo>
                <a:lnTo>
                  <a:pt x="57351" y="85646"/>
                </a:lnTo>
                <a:cubicBezTo>
                  <a:pt x="58544" y="63657"/>
                  <a:pt x="63980" y="42112"/>
                  <a:pt x="73370" y="22198"/>
                </a:cubicBezTo>
                <a:cubicBezTo>
                  <a:pt x="59229" y="26430"/>
                  <a:pt x="46623" y="34683"/>
                  <a:pt x="37081" y="45944"/>
                </a:cubicBezTo>
                <a:cubicBezTo>
                  <a:pt x="27540" y="57205"/>
                  <a:pt x="21475" y="70997"/>
                  <a:pt x="19622" y="85646"/>
                </a:cubicBezTo>
                <a:close/>
                <a:moveTo>
                  <a:pt x="76421" y="85646"/>
                </a:moveTo>
                <a:lnTo>
                  <a:pt x="113896" y="85646"/>
                </a:lnTo>
                <a:cubicBezTo>
                  <a:pt x="112526" y="63099"/>
                  <a:pt x="106125" y="41142"/>
                  <a:pt x="95162" y="21392"/>
                </a:cubicBezTo>
                <a:cubicBezTo>
                  <a:pt x="84199" y="41142"/>
                  <a:pt x="77792" y="63092"/>
                  <a:pt x="76415" y="85646"/>
                </a:cubicBezTo>
                <a:lnTo>
                  <a:pt x="76421" y="85646"/>
                </a:lnTo>
                <a:close/>
                <a:moveTo>
                  <a:pt x="116954" y="22198"/>
                </a:moveTo>
                <a:cubicBezTo>
                  <a:pt x="126343" y="42112"/>
                  <a:pt x="131780" y="63657"/>
                  <a:pt x="132966" y="85646"/>
                </a:cubicBezTo>
                <a:lnTo>
                  <a:pt x="170701" y="85646"/>
                </a:lnTo>
                <a:cubicBezTo>
                  <a:pt x="168849" y="70997"/>
                  <a:pt x="162784" y="57205"/>
                  <a:pt x="153242" y="45944"/>
                </a:cubicBezTo>
                <a:cubicBezTo>
                  <a:pt x="143701" y="34683"/>
                  <a:pt x="131095" y="26430"/>
                  <a:pt x="116954" y="22198"/>
                </a:cubicBezTo>
                <a:close/>
              </a:path>
            </a:pathLst>
          </a:custGeom>
          <a:solidFill>
            <a:schemeClr val="accent1">
              <a:lumMod val="100000"/>
            </a:schemeClr>
          </a:solidFill>
          <a:ln w="6340" cap="flat">
            <a:noFill/>
            <a:prstDash val="solid"/>
            <a:miter/>
          </a:ln>
        </p:spPr>
        <p:txBody>
          <a:bodyPr rtlCol="0" anchor="ctr"/>
          <a:lstStyle/>
          <a:p>
            <a:endParaRPr lang="en-US"/>
          </a:p>
        </p:txBody>
      </p:sp>
      <p:sp>
        <p:nvSpPr>
          <p:cNvPr id="88" name="文本框 87">
            <a:extLst>
              <a:ext uri="{FF2B5EF4-FFF2-40B4-BE49-F238E27FC236}">
                <a16:creationId xmlns:a16="http://schemas.microsoft.com/office/drawing/2014/main" id="{C7333B41-9453-407A-F8AB-AFD7DA5EC297}"/>
              </a:ext>
            </a:extLst>
          </p:cNvPr>
          <p:cNvSpPr txBox="1"/>
          <p:nvPr/>
        </p:nvSpPr>
        <p:spPr>
          <a:xfrm>
            <a:off x="557930" y="696220"/>
            <a:ext cx="1628972" cy="276999"/>
          </a:xfrm>
          <a:prstGeom prst="rect">
            <a:avLst/>
          </a:prstGeom>
          <a:noFill/>
        </p:spPr>
        <p:txBody>
          <a:bodyPr wrap="none" rtlCol="0">
            <a:spAutoFit/>
          </a:bodyPr>
          <a:lstStyle>
            <a:defPPr>
              <a:defRPr lang="zh-CN"/>
            </a:defPPr>
            <a:lvl1pPr>
              <a:defRPr sz="1200">
                <a:solidFill>
                  <a:schemeClr val="accent6">
                    <a:alpha val="50000"/>
                  </a:schemeClr>
                </a:solidFill>
                <a:effectLst/>
                <a:latin typeface="MiSans" pitchFamily="2" charset="-122"/>
              </a:defRPr>
            </a:lvl1pPr>
          </a:lstStyle>
          <a:p>
            <a:r>
              <a:rPr lang="en-US" altLang="zh-CN" dirty="0">
                <a:solidFill>
                  <a:schemeClr val="accent1">
                    <a:lumMod val="100000"/>
                    <a:alpha val="50000"/>
                  </a:schemeClr>
                </a:solidFill>
                <a:latin typeface="阿里巴巴普惠体 2.0 45 Light" panose="00020600040101010101" pitchFamily="18" charset="-122"/>
              </a:rPr>
              <a:t>Design Optimization</a:t>
            </a:r>
            <a:endParaRPr lang="en-US" dirty="0">
              <a:solidFill>
                <a:schemeClr val="accent1">
                  <a:lumMod val="100000"/>
                  <a:alpha val="50000"/>
                </a:schemeClr>
              </a:solidFill>
              <a:latin typeface="阿里巴巴普惠体 2.0 45 Light" panose="00020600040101010101" pitchFamily="18" charset="-122"/>
            </a:endParaRPr>
          </a:p>
        </p:txBody>
      </p:sp>
      <p:sp>
        <p:nvSpPr>
          <p:cNvPr id="89" name="文本框 88">
            <a:extLst>
              <a:ext uri="{FF2B5EF4-FFF2-40B4-BE49-F238E27FC236}">
                <a16:creationId xmlns:a16="http://schemas.microsoft.com/office/drawing/2014/main" id="{AA9D449E-B6FC-EEF4-E271-EA197C8EDEF4}"/>
              </a:ext>
            </a:extLst>
          </p:cNvPr>
          <p:cNvSpPr txBox="1"/>
          <p:nvPr/>
        </p:nvSpPr>
        <p:spPr>
          <a:xfrm>
            <a:off x="541462" y="942383"/>
            <a:ext cx="1467068" cy="477054"/>
          </a:xfrm>
          <a:prstGeom prst="rect">
            <a:avLst/>
          </a:prstGeom>
          <a:noFill/>
        </p:spPr>
        <p:txBody>
          <a:bodyPr wrap="none" rtlCol="0">
            <a:spAutoFit/>
          </a:bodyPr>
          <a:lstStyle>
            <a:defPPr>
              <a:defRPr lang="zh-CN"/>
            </a:defPPr>
            <a:lvl1pPr>
              <a:defRPr sz="2500" b="1">
                <a:solidFill>
                  <a:schemeClr val="accent2"/>
                </a:solidFill>
                <a:effectLst/>
                <a:latin typeface="MiSans Heavy" pitchFamily="2" charset="-122"/>
                <a:ea typeface="MiSans Heavy" pitchFamily="2" charset="-122"/>
              </a:defRPr>
            </a:lvl1pPr>
          </a:lstStyle>
          <a:p>
            <a:r>
              <a:rPr lang="zh-CN" altLang="en-US" dirty="0">
                <a:solidFill>
                  <a:schemeClr val="accent1">
                    <a:lumMod val="100000"/>
                  </a:schemeClr>
                </a:solidFill>
                <a:latin typeface="思源宋体 CN Heavy" panose="02020900000000000000" pitchFamily="18" charset="-122"/>
                <a:ea typeface="思源宋体 CN Heavy" panose="02020900000000000000" pitchFamily="18" charset="-122"/>
              </a:rPr>
              <a:t>设计优化</a:t>
            </a:r>
            <a:endParaRPr lang="en-US" dirty="0">
              <a:solidFill>
                <a:schemeClr val="accent1">
                  <a:lumMod val="100000"/>
                </a:schemeClr>
              </a:solidFill>
              <a:latin typeface="思源宋体 CN Heavy" panose="02020900000000000000" pitchFamily="18" charset="-122"/>
              <a:ea typeface="思源宋体 CN Heavy" panose="02020900000000000000" pitchFamily="18" charset="-122"/>
            </a:endParaRPr>
          </a:p>
        </p:txBody>
      </p:sp>
      <p:sp>
        <p:nvSpPr>
          <p:cNvPr id="91" name="文本框 90">
            <a:extLst>
              <a:ext uri="{FF2B5EF4-FFF2-40B4-BE49-F238E27FC236}">
                <a16:creationId xmlns:a16="http://schemas.microsoft.com/office/drawing/2014/main" id="{7F24B532-E2CD-B526-7BCE-A968D652003B}"/>
              </a:ext>
            </a:extLst>
          </p:cNvPr>
          <p:cNvSpPr txBox="1"/>
          <p:nvPr/>
        </p:nvSpPr>
        <p:spPr>
          <a:xfrm>
            <a:off x="810313" y="1986190"/>
            <a:ext cx="1313180"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敏捷开发平台应用</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2" name="文本框 91">
            <a:extLst>
              <a:ext uri="{FF2B5EF4-FFF2-40B4-BE49-F238E27FC236}">
                <a16:creationId xmlns:a16="http://schemas.microsoft.com/office/drawing/2014/main" id="{1A13B3A9-06F5-1473-26E0-550967F3F763}"/>
              </a:ext>
            </a:extLst>
          </p:cNvPr>
          <p:cNvSpPr txBox="1"/>
          <p:nvPr/>
        </p:nvSpPr>
        <p:spPr>
          <a:xfrm>
            <a:off x="5349829" y="1986190"/>
            <a:ext cx="1172117"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全方位用户接入</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3" name="文本框 92">
            <a:extLst>
              <a:ext uri="{FF2B5EF4-FFF2-40B4-BE49-F238E27FC236}">
                <a16:creationId xmlns:a16="http://schemas.microsoft.com/office/drawing/2014/main" id="{76DEB349-8D51-8984-797E-281562B157CC}"/>
              </a:ext>
            </a:extLst>
          </p:cNvPr>
          <p:cNvSpPr txBox="1"/>
          <p:nvPr/>
        </p:nvSpPr>
        <p:spPr>
          <a:xfrm>
            <a:off x="9566406" y="1986190"/>
            <a:ext cx="1728358"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流程监控预警平台（</a:t>
            </a:r>
            <a:r>
              <a:rPr lang="en-US" altLang="zh-CN"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BI</a:t>
            </a: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4" name="文本框 93">
            <a:extLst>
              <a:ext uri="{FF2B5EF4-FFF2-40B4-BE49-F238E27FC236}">
                <a16:creationId xmlns:a16="http://schemas.microsoft.com/office/drawing/2014/main" id="{D4BD6A10-7D34-F0EE-B5B0-654397622080}"/>
              </a:ext>
            </a:extLst>
          </p:cNvPr>
          <p:cNvSpPr txBox="1"/>
          <p:nvPr/>
        </p:nvSpPr>
        <p:spPr>
          <a:xfrm>
            <a:off x="6320571" y="4188580"/>
            <a:ext cx="1313180" cy="261610"/>
          </a:xfrm>
          <a:prstGeom prst="rect">
            <a:avLst/>
          </a:prstGeom>
          <a:noFill/>
        </p:spPr>
        <p:txBody>
          <a:bodyPr wrap="none" rtlCol="0">
            <a:spAutoFit/>
          </a:bodyPr>
          <a:lstStyle/>
          <a:p>
            <a:pPr algn="ctr"/>
            <a:r>
              <a:rPr lang="zh-CN" alt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统一流程运营平台</a:t>
            </a:r>
            <a:endParaRPr lang="en-US" sz="1100" dirty="0">
              <a:solidFill>
                <a:schemeClr val="tx1">
                  <a:lumMod val="65000"/>
                  <a:lumOff val="35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5" name="文本框 94">
            <a:extLst>
              <a:ext uri="{FF2B5EF4-FFF2-40B4-BE49-F238E27FC236}">
                <a16:creationId xmlns:a16="http://schemas.microsoft.com/office/drawing/2014/main" id="{04CBB115-67E3-B3EA-1D6A-3A217D5BA871}"/>
              </a:ext>
            </a:extLst>
          </p:cNvPr>
          <p:cNvSpPr txBox="1"/>
          <p:nvPr/>
        </p:nvSpPr>
        <p:spPr>
          <a:xfrm>
            <a:off x="1092442" y="2597400"/>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集团用户</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6" name="文本框 95">
            <a:extLst>
              <a:ext uri="{FF2B5EF4-FFF2-40B4-BE49-F238E27FC236}">
                <a16:creationId xmlns:a16="http://schemas.microsoft.com/office/drawing/2014/main" id="{6266AFE6-50ED-F6D9-85DF-93C81D08F02A}"/>
              </a:ext>
            </a:extLst>
          </p:cNvPr>
          <p:cNvSpPr txBox="1"/>
          <p:nvPr/>
        </p:nvSpPr>
        <p:spPr>
          <a:xfrm>
            <a:off x="1021909" y="3170718"/>
            <a:ext cx="889987"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子公司门户</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7" name="文本框 96">
            <a:extLst>
              <a:ext uri="{FF2B5EF4-FFF2-40B4-BE49-F238E27FC236}">
                <a16:creationId xmlns:a16="http://schemas.microsoft.com/office/drawing/2014/main" id="{1773FA9B-F136-C935-3AA7-BE1A31C9235B}"/>
              </a:ext>
            </a:extLst>
          </p:cNvPr>
          <p:cNvSpPr txBox="1"/>
          <p:nvPr/>
        </p:nvSpPr>
        <p:spPr>
          <a:xfrm>
            <a:off x="945647" y="3732542"/>
            <a:ext cx="1039802" cy="488788"/>
          </a:xfrm>
          <a:prstGeom prst="rect">
            <a:avLst/>
          </a:prstGeom>
          <a:noFill/>
        </p:spPr>
        <p:txBody>
          <a:bodyPr wrap="square" rtlCol="0">
            <a:spAutoFit/>
          </a:bodyPr>
          <a:lstStyle/>
          <a:p>
            <a:pPr algn="ctr">
              <a:lnSpc>
                <a:spcPct val="120000"/>
              </a:lnSpc>
            </a:pP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公告</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r>
              <a:rPr lang="zh-CN" altLang="en-US"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会议</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r>
              <a:rPr lang="zh-CN" altLang="en-US"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车辆</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r>
              <a:rPr lang="zh-CN" altLang="en-US"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设备</a:t>
            </a: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点检</a:t>
            </a:r>
            <a:r>
              <a:rPr lang="en-US" altLang="zh-CN" sz="110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8" name="文本框 97">
            <a:extLst>
              <a:ext uri="{FF2B5EF4-FFF2-40B4-BE49-F238E27FC236}">
                <a16:creationId xmlns:a16="http://schemas.microsoft.com/office/drawing/2014/main" id="{A5003B22-ADF6-1AD1-DB11-EF0475E0EA8B}"/>
              </a:ext>
            </a:extLst>
          </p:cNvPr>
          <p:cNvSpPr txBox="1"/>
          <p:nvPr/>
        </p:nvSpPr>
        <p:spPr>
          <a:xfrm>
            <a:off x="1092441" y="4528527"/>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流程中心</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99" name="文本框 98">
            <a:extLst>
              <a:ext uri="{FF2B5EF4-FFF2-40B4-BE49-F238E27FC236}">
                <a16:creationId xmlns:a16="http://schemas.microsoft.com/office/drawing/2014/main" id="{0168D2FF-DE03-F29A-87B6-3BAF392AE47B}"/>
              </a:ext>
            </a:extLst>
          </p:cNvPr>
          <p:cNvSpPr txBox="1"/>
          <p:nvPr/>
        </p:nvSpPr>
        <p:spPr>
          <a:xfrm>
            <a:off x="951377" y="5096204"/>
            <a:ext cx="1031051"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应用敏捷开发</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0" name="文本框 99">
            <a:extLst>
              <a:ext uri="{FF2B5EF4-FFF2-40B4-BE49-F238E27FC236}">
                <a16:creationId xmlns:a16="http://schemas.microsoft.com/office/drawing/2014/main" id="{B156A557-5DD6-710C-FC5B-94610F6ABD74}"/>
              </a:ext>
            </a:extLst>
          </p:cNvPr>
          <p:cNvSpPr txBox="1"/>
          <p:nvPr/>
        </p:nvSpPr>
        <p:spPr>
          <a:xfrm>
            <a:off x="2978597" y="5704876"/>
            <a:ext cx="431528"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SAP</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1" name="文本框 100">
            <a:extLst>
              <a:ext uri="{FF2B5EF4-FFF2-40B4-BE49-F238E27FC236}">
                <a16:creationId xmlns:a16="http://schemas.microsoft.com/office/drawing/2014/main" id="{57FE436E-1ECC-7825-8FAF-17A17229A6AF}"/>
              </a:ext>
            </a:extLst>
          </p:cNvPr>
          <p:cNvSpPr txBox="1"/>
          <p:nvPr/>
        </p:nvSpPr>
        <p:spPr>
          <a:xfrm>
            <a:off x="3758075"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浪潮财务</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2" name="文本框 101">
            <a:extLst>
              <a:ext uri="{FF2B5EF4-FFF2-40B4-BE49-F238E27FC236}">
                <a16:creationId xmlns:a16="http://schemas.microsoft.com/office/drawing/2014/main" id="{E73A805B-BF44-2BD0-EB7E-FECA857A5706}"/>
              </a:ext>
            </a:extLst>
          </p:cNvPr>
          <p:cNvSpPr txBox="1"/>
          <p:nvPr/>
        </p:nvSpPr>
        <p:spPr>
          <a:xfrm>
            <a:off x="4693173" y="5704876"/>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浪潮财务</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3" name="文本框 102">
            <a:extLst>
              <a:ext uri="{FF2B5EF4-FFF2-40B4-BE49-F238E27FC236}">
                <a16:creationId xmlns:a16="http://schemas.microsoft.com/office/drawing/2014/main" id="{2D118F24-A6C1-D3B8-3CDE-E0A487544192}"/>
              </a:ext>
            </a:extLst>
          </p:cNvPr>
          <p:cNvSpPr txBox="1"/>
          <p:nvPr/>
        </p:nvSpPr>
        <p:spPr>
          <a:xfrm>
            <a:off x="5763576" y="5704876"/>
            <a:ext cx="465191"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CRM</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4" name="文本框 103">
            <a:extLst>
              <a:ext uri="{FF2B5EF4-FFF2-40B4-BE49-F238E27FC236}">
                <a16:creationId xmlns:a16="http://schemas.microsoft.com/office/drawing/2014/main" id="{ED4A43C4-E35F-1425-FF89-A868F8FB64EC}"/>
              </a:ext>
            </a:extLst>
          </p:cNvPr>
          <p:cNvSpPr txBox="1"/>
          <p:nvPr/>
        </p:nvSpPr>
        <p:spPr>
          <a:xfrm>
            <a:off x="6555659"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人力系统</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5" name="文本框 104">
            <a:extLst>
              <a:ext uri="{FF2B5EF4-FFF2-40B4-BE49-F238E27FC236}">
                <a16:creationId xmlns:a16="http://schemas.microsoft.com/office/drawing/2014/main" id="{B1573176-7DF4-40D9-ECAA-3BBB15E67643}"/>
              </a:ext>
            </a:extLst>
          </p:cNvPr>
          <p:cNvSpPr txBox="1"/>
          <p:nvPr/>
        </p:nvSpPr>
        <p:spPr>
          <a:xfrm>
            <a:off x="7488045"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研发系统</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6" name="文本框 105">
            <a:extLst>
              <a:ext uri="{FF2B5EF4-FFF2-40B4-BE49-F238E27FC236}">
                <a16:creationId xmlns:a16="http://schemas.microsoft.com/office/drawing/2014/main" id="{CEA786A2-C281-94B3-9CB4-99CFFE3F7A8C}"/>
              </a:ext>
            </a:extLst>
          </p:cNvPr>
          <p:cNvSpPr txBox="1"/>
          <p:nvPr/>
        </p:nvSpPr>
        <p:spPr>
          <a:xfrm>
            <a:off x="8423520" y="5704876"/>
            <a:ext cx="748924"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工程系统</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7" name="文本框 106">
            <a:extLst>
              <a:ext uri="{FF2B5EF4-FFF2-40B4-BE49-F238E27FC236}">
                <a16:creationId xmlns:a16="http://schemas.microsoft.com/office/drawing/2014/main" id="{26843E27-A799-31F0-95B1-850A35F18464}"/>
              </a:ext>
            </a:extLst>
          </p:cNvPr>
          <p:cNvSpPr txBox="1"/>
          <p:nvPr/>
        </p:nvSpPr>
        <p:spPr>
          <a:xfrm>
            <a:off x="9505779" y="5704876"/>
            <a:ext cx="452367"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MES</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8" name="文本框 107">
            <a:extLst>
              <a:ext uri="{FF2B5EF4-FFF2-40B4-BE49-F238E27FC236}">
                <a16:creationId xmlns:a16="http://schemas.microsoft.com/office/drawing/2014/main" id="{821E5E9A-278D-77AC-4AA9-79EECB01F4FB}"/>
              </a:ext>
            </a:extLst>
          </p:cNvPr>
          <p:cNvSpPr txBox="1"/>
          <p:nvPr/>
        </p:nvSpPr>
        <p:spPr>
          <a:xfrm>
            <a:off x="10372373" y="5704876"/>
            <a:ext cx="587019" cy="261610"/>
          </a:xfrm>
          <a:prstGeom prst="rect">
            <a:avLst/>
          </a:prstGeom>
          <a:noFill/>
        </p:spPr>
        <p:txBody>
          <a:bodyPr wrap="none" rtlCol="0">
            <a:spAutoFit/>
          </a:bodyPr>
          <a:lstStyle/>
          <a:p>
            <a:pPr algn="ctr"/>
            <a:r>
              <a:rPr lang="en-US" altLang="zh-CN"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SRM…</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09" name="文本框 108">
            <a:extLst>
              <a:ext uri="{FF2B5EF4-FFF2-40B4-BE49-F238E27FC236}">
                <a16:creationId xmlns:a16="http://schemas.microsoft.com/office/drawing/2014/main" id="{A9699D66-4034-26FD-7601-278C23521A42}"/>
              </a:ext>
            </a:extLst>
          </p:cNvPr>
          <p:cNvSpPr txBox="1"/>
          <p:nvPr/>
        </p:nvSpPr>
        <p:spPr>
          <a:xfrm>
            <a:off x="10056124" y="3248212"/>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统计分析</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10" name="文本框 109">
            <a:extLst>
              <a:ext uri="{FF2B5EF4-FFF2-40B4-BE49-F238E27FC236}">
                <a16:creationId xmlns:a16="http://schemas.microsoft.com/office/drawing/2014/main" id="{8EECAAB5-512F-C09F-4040-2C40725A5ACF}"/>
              </a:ext>
            </a:extLst>
          </p:cNvPr>
          <p:cNvSpPr txBox="1"/>
          <p:nvPr/>
        </p:nvSpPr>
        <p:spPr>
          <a:xfrm>
            <a:off x="10056124" y="2800864"/>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系统预警</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11" name="文本框 110">
            <a:extLst>
              <a:ext uri="{FF2B5EF4-FFF2-40B4-BE49-F238E27FC236}">
                <a16:creationId xmlns:a16="http://schemas.microsoft.com/office/drawing/2014/main" id="{F0A9A7DC-CA86-77DA-EADF-D962F3BC2103}"/>
              </a:ext>
            </a:extLst>
          </p:cNvPr>
          <p:cNvSpPr txBox="1"/>
          <p:nvPr/>
        </p:nvSpPr>
        <p:spPr>
          <a:xfrm>
            <a:off x="10056124" y="2355360"/>
            <a:ext cx="748923" cy="261610"/>
          </a:xfrm>
          <a:prstGeom prst="rect">
            <a:avLst/>
          </a:prstGeom>
          <a:noFill/>
        </p:spPr>
        <p:txBody>
          <a:bodyPr wrap="none" rtlCol="0">
            <a:spAutoFit/>
          </a:bodyPr>
          <a:lstStyle/>
          <a:p>
            <a:pPr algn="ctr"/>
            <a:r>
              <a:rPr lang="zh-CN" alt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rPr>
              <a:t>流程监控</a:t>
            </a:r>
            <a:endParaRPr lang="en-US" sz="1100" dirty="0">
              <a:solidFill>
                <a:schemeClr val="accent1">
                  <a:lumMod val="100000"/>
                </a:schemeClr>
              </a:solidFill>
              <a:latin typeface="阿里巴巴普惠体 2.0 45 Light" panose="00020600040101010101" pitchFamily="18" charset="-122"/>
              <a:ea typeface="阿里巴巴普惠体 2.0 45 Light" panose="00020600040101010101" pitchFamily="18" charset="-122"/>
              <a:cs typeface="OPPOSans M" panose="00020600040101010101" pitchFamily="18" charset="-122"/>
            </a:endParaRPr>
          </a:p>
        </p:txBody>
      </p:sp>
      <p:sp>
        <p:nvSpPr>
          <p:cNvPr id="112" name="文本框 111">
            <a:extLst>
              <a:ext uri="{FF2B5EF4-FFF2-40B4-BE49-F238E27FC236}">
                <a16:creationId xmlns:a16="http://schemas.microsoft.com/office/drawing/2014/main" id="{50B7CC05-9C08-7CC8-DD1C-3BF4B0AD49CB}"/>
              </a:ext>
            </a:extLst>
          </p:cNvPr>
          <p:cNvSpPr txBox="1"/>
          <p:nvPr/>
        </p:nvSpPr>
        <p:spPr>
          <a:xfrm>
            <a:off x="4159326" y="3097611"/>
            <a:ext cx="3499676" cy="276999"/>
          </a:xfrm>
          <a:prstGeom prst="rect">
            <a:avLst/>
          </a:prstGeom>
          <a:noFill/>
        </p:spPr>
        <p:txBody>
          <a:bodyPr wrap="none" rtlCol="0">
            <a:spAutoFit/>
          </a:bodyPr>
          <a:lstStyle/>
          <a:p>
            <a:pPr algn="ct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统一信息门户（单点登录、审批集成、消息推送）</a:t>
            </a:r>
            <a:endParaRPr 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3" name="文本框 112">
            <a:extLst>
              <a:ext uri="{FF2B5EF4-FFF2-40B4-BE49-F238E27FC236}">
                <a16:creationId xmlns:a16="http://schemas.microsoft.com/office/drawing/2014/main" id="{BF17531A-844F-6120-73D7-905AF250B76F}"/>
              </a:ext>
            </a:extLst>
          </p:cNvPr>
          <p:cNvSpPr txBox="1"/>
          <p:nvPr/>
        </p:nvSpPr>
        <p:spPr>
          <a:xfrm>
            <a:off x="5950129" y="5079507"/>
            <a:ext cx="1965603" cy="276999"/>
          </a:xfrm>
          <a:prstGeom prst="rect">
            <a:avLst/>
          </a:prstGeom>
          <a:noFill/>
        </p:spPr>
        <p:txBody>
          <a:bodyPr wrap="none" rtlCol="0">
            <a:spAutoFit/>
          </a:bodyPr>
          <a:lstStyle/>
          <a:p>
            <a:pPr algn="ct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统一业务集成平台（</a:t>
            </a:r>
            <a:r>
              <a:rPr lang="en-US" altLang="zh-CN"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ESB</a:t>
            </a:r>
            <a:r>
              <a:rPr lang="zh-CN" alt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rPr>
              <a:t>）</a:t>
            </a:r>
            <a:endParaRPr lang="en-US" sz="1200" dirty="0">
              <a:solidFill>
                <a:schemeClr val="bg1"/>
              </a:solidFill>
              <a:latin typeface="阿里巴巴普惠体" panose="00020600040101010101" pitchFamily="18" charset="-122"/>
              <a:ea typeface="阿里巴巴普惠体" panose="00020600040101010101" pitchFamily="18" charset="-122"/>
              <a:cs typeface="阿里巴巴普惠体" panose="00020600040101010101" pitchFamily="18" charset="-122"/>
            </a:endParaRPr>
          </a:p>
        </p:txBody>
      </p:sp>
      <p:sp>
        <p:nvSpPr>
          <p:cNvPr id="114" name="文本框 113">
            <a:extLst>
              <a:ext uri="{FF2B5EF4-FFF2-40B4-BE49-F238E27FC236}">
                <a16:creationId xmlns:a16="http://schemas.microsoft.com/office/drawing/2014/main" id="{CBC9FE26-6F7C-C95F-DAED-A46EF68B2920}"/>
              </a:ext>
            </a:extLst>
          </p:cNvPr>
          <p:cNvSpPr txBox="1"/>
          <p:nvPr/>
        </p:nvSpPr>
        <p:spPr>
          <a:xfrm>
            <a:off x="3434293" y="2473889"/>
            <a:ext cx="607859"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浏览器</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
        <p:nvSpPr>
          <p:cNvPr id="115" name="文本框 114">
            <a:extLst>
              <a:ext uri="{FF2B5EF4-FFF2-40B4-BE49-F238E27FC236}">
                <a16:creationId xmlns:a16="http://schemas.microsoft.com/office/drawing/2014/main" id="{0107483F-866D-36AA-F20B-8DF9B00DD96B}"/>
              </a:ext>
            </a:extLst>
          </p:cNvPr>
          <p:cNvSpPr txBox="1"/>
          <p:nvPr/>
        </p:nvSpPr>
        <p:spPr>
          <a:xfrm>
            <a:off x="5062236" y="2469351"/>
            <a:ext cx="793807"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微信</a:t>
            </a:r>
            <a:r>
              <a:rPr lang="en-US" altLang="zh-CN"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/APP</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
        <p:nvSpPr>
          <p:cNvPr id="116" name="文本框 115">
            <a:extLst>
              <a:ext uri="{FF2B5EF4-FFF2-40B4-BE49-F238E27FC236}">
                <a16:creationId xmlns:a16="http://schemas.microsoft.com/office/drawing/2014/main" id="{9C61F083-8ACB-B395-047C-E83F1F575132}"/>
              </a:ext>
            </a:extLst>
          </p:cNvPr>
          <p:cNvSpPr txBox="1"/>
          <p:nvPr/>
        </p:nvSpPr>
        <p:spPr>
          <a:xfrm>
            <a:off x="6910999" y="2473889"/>
            <a:ext cx="748923"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智能设备</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
        <p:nvSpPr>
          <p:cNvPr id="117" name="文本框 116">
            <a:extLst>
              <a:ext uri="{FF2B5EF4-FFF2-40B4-BE49-F238E27FC236}">
                <a16:creationId xmlns:a16="http://schemas.microsoft.com/office/drawing/2014/main" id="{FC76E62F-EC63-98C9-E92E-22E2A914E101}"/>
              </a:ext>
            </a:extLst>
          </p:cNvPr>
          <p:cNvSpPr txBox="1"/>
          <p:nvPr/>
        </p:nvSpPr>
        <p:spPr>
          <a:xfrm>
            <a:off x="8557636" y="2473889"/>
            <a:ext cx="466794" cy="261610"/>
          </a:xfrm>
          <a:prstGeom prst="rect">
            <a:avLst/>
          </a:prstGeom>
          <a:noFill/>
        </p:spPr>
        <p:txBody>
          <a:bodyPr wrap="none" rtlCol="0">
            <a:spAutoFit/>
          </a:bodyPr>
          <a:lstStyle/>
          <a:p>
            <a:r>
              <a:rPr lang="zh-CN" alt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rPr>
              <a:t>邮件</a:t>
            </a:r>
            <a:endParaRPr lang="en-US" sz="1100" dirty="0">
              <a:solidFill>
                <a:schemeClr val="bg1">
                  <a:lumMod val="50000"/>
                </a:schemeClr>
              </a:solidFill>
              <a:latin typeface="阿里巴巴普惠体 2.0 45 Light" panose="00020600040101010101" pitchFamily="18" charset="-122"/>
              <a:ea typeface="阿里巴巴普惠体 2.0 45 Light" panose="00020600040101010101" pitchFamily="18" charset="-122"/>
              <a:cs typeface="OPPOSans B" panose="00020600040101010101" pitchFamily="18" charset="-122"/>
            </a:endParaRPr>
          </a:p>
        </p:txBody>
      </p:sp>
    </p:spTree>
    <p:extLst>
      <p:ext uri="{BB962C8B-B14F-4D97-AF65-F5344CB8AC3E}">
        <p14:creationId xmlns:p14="http://schemas.microsoft.com/office/powerpoint/2010/main" val="136158774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AJuMsaXOZE6N7jFLFBqB6A"/>
</p:tagLst>
</file>

<file path=ppt/tags/tag12.xml><?xml version="1.0" encoding="utf-8"?>
<p:tagLst xmlns:a="http://schemas.openxmlformats.org/drawingml/2006/main" xmlns:r="http://schemas.openxmlformats.org/officeDocument/2006/relationships" xmlns:p="http://schemas.openxmlformats.org/presentationml/2006/main">
  <p:tag name="ISLIDE.PICTURE" val="#723211;"/>
  <p:tag name="ISLIDE.ICON" val="#784621;#784624;#784623;"/>
</p:tagLst>
</file>

<file path=ppt/theme/theme1.xml><?xml version="1.0" encoding="utf-8"?>
<a:theme xmlns:a="http://schemas.openxmlformats.org/drawingml/2006/main" name="Office 主题​​">
  <a:themeElements>
    <a:clrScheme name="Office">
      <a:dk1>
        <a:srgbClr val="000000"/>
      </a:dk1>
      <a:lt1>
        <a:srgbClr val="FFFFFF"/>
      </a:lt1>
      <a:dk2>
        <a:srgbClr val="778495"/>
      </a:dk2>
      <a:lt2>
        <a:srgbClr val="F0F0F0"/>
      </a:lt2>
      <a:accent1>
        <a:srgbClr val="F84D4D"/>
      </a:accent1>
      <a:accent2>
        <a:srgbClr val="FF6B42"/>
      </a:accent2>
      <a:accent3>
        <a:srgbClr val="5BA3EB"/>
      </a:accent3>
      <a:accent4>
        <a:srgbClr val="06BB9A"/>
      </a:accent4>
      <a:accent5>
        <a:srgbClr val="8E7EF0"/>
      </a:accent5>
      <a:accent6>
        <a:srgbClr val="F4B919"/>
      </a:accent6>
      <a:hlink>
        <a:srgbClr val="4472C4"/>
      </a:hlink>
      <a:folHlink>
        <a:srgbClr val="BFBFBF"/>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1393</TotalTime>
  <Words>16717</Words>
  <Application>Microsoft Office PowerPoint</Application>
  <PresentationFormat>宽屏</PresentationFormat>
  <Paragraphs>4025</Paragraphs>
  <Slides>141</Slides>
  <Notes>20</Notes>
  <HiddenSlides>0</HiddenSlides>
  <MMClips>0</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141</vt:i4>
      </vt:variant>
    </vt:vector>
  </HeadingPairs>
  <TitlesOfParts>
    <vt:vector size="153" baseType="lpstr">
      <vt:lpstr>Arial Unicode MS</vt:lpstr>
      <vt:lpstr>MiSans Medium</vt:lpstr>
      <vt:lpstr>阿里巴巴普惠体</vt:lpstr>
      <vt:lpstr>阿里巴巴普惠体 2 45 Light</vt:lpstr>
      <vt:lpstr>阿里巴巴普惠体 2.0 45 Light</vt:lpstr>
      <vt:lpstr>等线</vt:lpstr>
      <vt:lpstr>思源宋体 CN Heavy</vt:lpstr>
      <vt:lpstr>Arial</vt:lpstr>
      <vt:lpstr>Facon</vt:lpstr>
      <vt:lpstr>Monoton</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O365</dc:creator>
  <cp:lastModifiedBy>e11500</cp:lastModifiedBy>
  <cp:revision>17</cp:revision>
  <dcterms:created xsi:type="dcterms:W3CDTF">2023-10-23T03:30:30Z</dcterms:created>
  <dcterms:modified xsi:type="dcterms:W3CDTF">2024-01-31T10:04:50Z</dcterms:modified>
</cp:coreProperties>
</file>